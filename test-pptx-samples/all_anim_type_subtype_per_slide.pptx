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6"/>
  </p:notesMasterIdLst>
  <p:sldIdLst>
    <p:sldId id="256" r:id="rId2"/>
    <p:sldId id="257" r:id="rId3"/>
    <p:sldId id="258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289" r:id="rId32"/>
    <p:sldId id="290" r:id="rId33"/>
    <p:sldId id="291" r:id="rId34"/>
    <p:sldId id="292" r:id="rId35"/>
    <p:sldId id="293" r:id="rId36"/>
    <p:sldId id="294" r:id="rId37"/>
    <p:sldId id="295" r:id="rId38"/>
    <p:sldId id="296" r:id="rId39"/>
    <p:sldId id="297" r:id="rId40"/>
    <p:sldId id="298" r:id="rId41"/>
    <p:sldId id="299" r:id="rId42"/>
    <p:sldId id="300" r:id="rId43"/>
    <p:sldId id="301" r:id="rId44"/>
    <p:sldId id="302" r:id="rId45"/>
    <p:sldId id="303" r:id="rId46"/>
    <p:sldId id="304" r:id="rId47"/>
    <p:sldId id="305" r:id="rId48"/>
    <p:sldId id="306" r:id="rId49"/>
    <p:sldId id="307" r:id="rId50"/>
    <p:sldId id="308" r:id="rId51"/>
    <p:sldId id="309" r:id="rId52"/>
    <p:sldId id="310" r:id="rId53"/>
    <p:sldId id="311" r:id="rId54"/>
    <p:sldId id="312" r:id="rId55"/>
    <p:sldId id="313" r:id="rId56"/>
    <p:sldId id="314" r:id="rId57"/>
    <p:sldId id="315" r:id="rId58"/>
    <p:sldId id="316" r:id="rId59"/>
    <p:sldId id="317" r:id="rId60"/>
    <p:sldId id="318" r:id="rId61"/>
    <p:sldId id="319" r:id="rId62"/>
    <p:sldId id="320" r:id="rId63"/>
    <p:sldId id="321" r:id="rId64"/>
    <p:sldId id="322" r:id="rId65"/>
    <p:sldId id="323" r:id="rId66"/>
    <p:sldId id="324" r:id="rId67"/>
    <p:sldId id="325" r:id="rId68"/>
    <p:sldId id="326" r:id="rId69"/>
    <p:sldId id="328" r:id="rId70"/>
    <p:sldId id="327" r:id="rId71"/>
    <p:sldId id="329" r:id="rId72"/>
    <p:sldId id="330" r:id="rId73"/>
    <p:sldId id="331" r:id="rId74"/>
    <p:sldId id="332" r:id="rId75"/>
    <p:sldId id="333" r:id="rId76"/>
    <p:sldId id="334" r:id="rId77"/>
    <p:sldId id="335" r:id="rId78"/>
    <p:sldId id="336" r:id="rId79"/>
    <p:sldId id="337" r:id="rId80"/>
    <p:sldId id="338" r:id="rId81"/>
    <p:sldId id="339" r:id="rId82"/>
    <p:sldId id="340" r:id="rId83"/>
    <p:sldId id="341" r:id="rId84"/>
    <p:sldId id="342" r:id="rId85"/>
    <p:sldId id="343" r:id="rId86"/>
    <p:sldId id="344" r:id="rId87"/>
    <p:sldId id="345" r:id="rId88"/>
    <p:sldId id="346" r:id="rId89"/>
    <p:sldId id="347" r:id="rId90"/>
    <p:sldId id="348" r:id="rId91"/>
    <p:sldId id="349" r:id="rId92"/>
    <p:sldId id="350" r:id="rId93"/>
    <p:sldId id="351" r:id="rId94"/>
    <p:sldId id="352" r:id="rId95"/>
    <p:sldId id="353" r:id="rId96"/>
    <p:sldId id="354" r:id="rId97"/>
    <p:sldId id="355" r:id="rId98"/>
    <p:sldId id="356" r:id="rId99"/>
    <p:sldId id="357" r:id="rId100"/>
    <p:sldId id="358" r:id="rId101"/>
    <p:sldId id="359" r:id="rId102"/>
    <p:sldId id="360" r:id="rId103"/>
    <p:sldId id="361" r:id="rId104"/>
    <p:sldId id="362" r:id="rId105"/>
    <p:sldId id="363" r:id="rId106"/>
    <p:sldId id="364" r:id="rId107"/>
    <p:sldId id="365" r:id="rId108"/>
    <p:sldId id="366" r:id="rId109"/>
    <p:sldId id="367" r:id="rId110"/>
    <p:sldId id="368" r:id="rId111"/>
    <p:sldId id="369" r:id="rId112"/>
    <p:sldId id="370" r:id="rId113"/>
    <p:sldId id="371" r:id="rId114"/>
    <p:sldId id="372" r:id="rId115"/>
    <p:sldId id="373" r:id="rId116"/>
    <p:sldId id="374" r:id="rId117"/>
    <p:sldId id="375" r:id="rId118"/>
    <p:sldId id="376" r:id="rId119"/>
    <p:sldId id="377" r:id="rId120"/>
    <p:sldId id="378" r:id="rId121"/>
    <p:sldId id="379" r:id="rId122"/>
    <p:sldId id="380" r:id="rId123"/>
    <p:sldId id="381" r:id="rId124"/>
    <p:sldId id="382" r:id="rId125"/>
    <p:sldId id="383" r:id="rId126"/>
    <p:sldId id="384" r:id="rId127"/>
    <p:sldId id="385" r:id="rId128"/>
    <p:sldId id="386" r:id="rId129"/>
    <p:sldId id="387" r:id="rId130"/>
    <p:sldId id="388" r:id="rId131"/>
    <p:sldId id="389" r:id="rId132"/>
    <p:sldId id="390" r:id="rId133"/>
    <p:sldId id="391" r:id="rId134"/>
    <p:sldId id="392" r:id="rId135"/>
    <p:sldId id="393" r:id="rId136"/>
    <p:sldId id="394" r:id="rId137"/>
    <p:sldId id="395" r:id="rId138"/>
    <p:sldId id="396" r:id="rId139"/>
    <p:sldId id="397" r:id="rId140"/>
    <p:sldId id="398" r:id="rId141"/>
    <p:sldId id="399" r:id="rId142"/>
    <p:sldId id="400" r:id="rId143"/>
    <p:sldId id="401" r:id="rId144"/>
    <p:sldId id="402" r:id="rId145"/>
    <p:sldId id="403" r:id="rId146"/>
    <p:sldId id="404" r:id="rId147"/>
    <p:sldId id="405" r:id="rId148"/>
    <p:sldId id="406" r:id="rId149"/>
    <p:sldId id="407" r:id="rId150"/>
    <p:sldId id="408" r:id="rId151"/>
    <p:sldId id="409" r:id="rId152"/>
    <p:sldId id="410" r:id="rId153"/>
    <p:sldId id="411" r:id="rId154"/>
    <p:sldId id="412" r:id="rId15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CAE4123-CF3F-0A70-EAD3-7E66BD1723B8}" name="Purnima Srivastava" initials="PS" userId="S::purnima.srivastava@coderogres.com::b45e343f-d928-4666-8903-467e98ac363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EE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3" d="100"/>
          <a:sy n="93" d="100"/>
        </p:scale>
        <p:origin x="648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theme" Target="theme/theme1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tableStyles" Target="tableStyles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61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slide" Target="slides/slide150.xml"/><Relationship Id="rId156" Type="http://schemas.openxmlformats.org/officeDocument/2006/relationships/notesMaster" Target="notesMasters/notesMaster1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presProps" Target="pres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7FD02C-E00B-4F2D-8AFB-8E15379ACE61}" type="datetimeFigureOut">
              <a:rPr lang="en-IN" smtClean="0"/>
              <a:t>26-07-2025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10C57C-D03F-4F8B-93C2-66EB68608D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2496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preserve="1">
  <p:cSld name="Title + 1 column"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3" name="Google Shape;323;p5"/>
          <p:cNvCxnSpPr/>
          <p:nvPr/>
        </p:nvCxnSpPr>
        <p:spPr>
          <a:xfrm>
            <a:off x="1133967" y="1375233"/>
            <a:ext cx="8050400" cy="0"/>
          </a:xfrm>
          <a:prstGeom prst="straightConnector1">
            <a:avLst/>
          </a:prstGeom>
          <a:noFill/>
          <a:ln w="19050" cap="rnd" cmpd="sng">
            <a:solidFill>
              <a:srgbClr val="36595D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6" name="Google Shape;291;p5">
            <a:extLst>
              <a:ext uri="{FF2B5EF4-FFF2-40B4-BE49-F238E27FC236}">
                <a16:creationId xmlns:a16="http://schemas.microsoft.com/office/drawing/2014/main" id="{75B45892-4151-4D92-AB13-D943E03721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97233" y="300033"/>
            <a:ext cx="10822233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5400" b="0"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grpSp>
        <p:nvGrpSpPr>
          <p:cNvPr id="5" name="Google Shape;293;p5">
            <a:extLst>
              <a:ext uri="{FF2B5EF4-FFF2-40B4-BE49-F238E27FC236}">
                <a16:creationId xmlns:a16="http://schemas.microsoft.com/office/drawing/2014/main" id="{A5A6E98A-B509-442C-98D4-1670847B7F33}"/>
              </a:ext>
            </a:extLst>
          </p:cNvPr>
          <p:cNvGrpSpPr/>
          <p:nvPr/>
        </p:nvGrpSpPr>
        <p:grpSpPr>
          <a:xfrm>
            <a:off x="9923870" y="-121539"/>
            <a:ext cx="2395052" cy="7107432"/>
            <a:chOff x="6023725" y="842300"/>
            <a:chExt cx="1358150" cy="4030375"/>
          </a:xfrm>
        </p:grpSpPr>
        <p:sp>
          <p:nvSpPr>
            <p:cNvPr id="7" name="Google Shape;294;p5">
              <a:extLst>
                <a:ext uri="{FF2B5EF4-FFF2-40B4-BE49-F238E27FC236}">
                  <a16:creationId xmlns:a16="http://schemas.microsoft.com/office/drawing/2014/main" id="{27E48441-C0C9-4DFB-B0B2-3D8628AA5E27}"/>
                </a:ext>
              </a:extLst>
            </p:cNvPr>
            <p:cNvSpPr/>
            <p:nvPr/>
          </p:nvSpPr>
          <p:spPr>
            <a:xfrm>
              <a:off x="6371275" y="842300"/>
              <a:ext cx="397100" cy="492450"/>
            </a:xfrm>
            <a:custGeom>
              <a:avLst/>
              <a:gdLst/>
              <a:ahLst/>
              <a:cxnLst/>
              <a:rect l="l" t="t" r="r" b="b"/>
              <a:pathLst>
                <a:path w="15884" h="19698" extrusionOk="0">
                  <a:moveTo>
                    <a:pt x="9355" y="4108"/>
                  </a:moveTo>
                  <a:lnTo>
                    <a:pt x="9465" y="4145"/>
                  </a:lnTo>
                  <a:lnTo>
                    <a:pt x="9538" y="4182"/>
                  </a:lnTo>
                  <a:lnTo>
                    <a:pt x="9648" y="4328"/>
                  </a:lnTo>
                  <a:lnTo>
                    <a:pt x="9721" y="4549"/>
                  </a:lnTo>
                  <a:lnTo>
                    <a:pt x="9721" y="4769"/>
                  </a:lnTo>
                  <a:lnTo>
                    <a:pt x="9721" y="4842"/>
                  </a:lnTo>
                  <a:lnTo>
                    <a:pt x="9685" y="4879"/>
                  </a:lnTo>
                  <a:lnTo>
                    <a:pt x="9575" y="4952"/>
                  </a:lnTo>
                  <a:lnTo>
                    <a:pt x="9391" y="4952"/>
                  </a:lnTo>
                  <a:lnTo>
                    <a:pt x="9355" y="4915"/>
                  </a:lnTo>
                  <a:lnTo>
                    <a:pt x="9281" y="4842"/>
                  </a:lnTo>
                  <a:lnTo>
                    <a:pt x="9208" y="4695"/>
                  </a:lnTo>
                  <a:lnTo>
                    <a:pt x="9171" y="4549"/>
                  </a:lnTo>
                  <a:lnTo>
                    <a:pt x="9171" y="4438"/>
                  </a:lnTo>
                  <a:lnTo>
                    <a:pt x="9171" y="4328"/>
                  </a:lnTo>
                  <a:lnTo>
                    <a:pt x="9245" y="4108"/>
                  </a:lnTo>
                  <a:close/>
                  <a:moveTo>
                    <a:pt x="9355" y="3705"/>
                  </a:moveTo>
                  <a:lnTo>
                    <a:pt x="9245" y="3742"/>
                  </a:lnTo>
                  <a:lnTo>
                    <a:pt x="9135" y="3778"/>
                  </a:lnTo>
                  <a:lnTo>
                    <a:pt x="9025" y="3852"/>
                  </a:lnTo>
                  <a:lnTo>
                    <a:pt x="8988" y="3925"/>
                  </a:lnTo>
                  <a:lnTo>
                    <a:pt x="8914" y="3998"/>
                  </a:lnTo>
                  <a:lnTo>
                    <a:pt x="8841" y="4218"/>
                  </a:lnTo>
                  <a:lnTo>
                    <a:pt x="8804" y="4475"/>
                  </a:lnTo>
                  <a:lnTo>
                    <a:pt x="8804" y="4659"/>
                  </a:lnTo>
                  <a:lnTo>
                    <a:pt x="8841" y="4805"/>
                  </a:lnTo>
                  <a:lnTo>
                    <a:pt x="8878" y="4952"/>
                  </a:lnTo>
                  <a:lnTo>
                    <a:pt x="8988" y="5099"/>
                  </a:lnTo>
                  <a:lnTo>
                    <a:pt x="9098" y="5209"/>
                  </a:lnTo>
                  <a:lnTo>
                    <a:pt x="9245" y="5282"/>
                  </a:lnTo>
                  <a:lnTo>
                    <a:pt x="9391" y="5355"/>
                  </a:lnTo>
                  <a:lnTo>
                    <a:pt x="9538" y="5355"/>
                  </a:lnTo>
                  <a:lnTo>
                    <a:pt x="9721" y="5319"/>
                  </a:lnTo>
                  <a:lnTo>
                    <a:pt x="9868" y="5245"/>
                  </a:lnTo>
                  <a:lnTo>
                    <a:pt x="10015" y="5135"/>
                  </a:lnTo>
                  <a:lnTo>
                    <a:pt x="10088" y="4989"/>
                  </a:lnTo>
                  <a:lnTo>
                    <a:pt x="10125" y="4805"/>
                  </a:lnTo>
                  <a:lnTo>
                    <a:pt x="10125" y="4659"/>
                  </a:lnTo>
                  <a:lnTo>
                    <a:pt x="10088" y="4475"/>
                  </a:lnTo>
                  <a:lnTo>
                    <a:pt x="10052" y="4292"/>
                  </a:lnTo>
                  <a:lnTo>
                    <a:pt x="9978" y="4145"/>
                  </a:lnTo>
                  <a:lnTo>
                    <a:pt x="9905" y="3998"/>
                  </a:lnTo>
                  <a:lnTo>
                    <a:pt x="9795" y="3888"/>
                  </a:lnTo>
                  <a:lnTo>
                    <a:pt x="9648" y="3778"/>
                  </a:lnTo>
                  <a:lnTo>
                    <a:pt x="9501" y="3742"/>
                  </a:lnTo>
                  <a:lnTo>
                    <a:pt x="9355" y="3705"/>
                  </a:lnTo>
                  <a:close/>
                  <a:moveTo>
                    <a:pt x="11262" y="6676"/>
                  </a:moveTo>
                  <a:lnTo>
                    <a:pt x="11262" y="6786"/>
                  </a:lnTo>
                  <a:lnTo>
                    <a:pt x="11225" y="6859"/>
                  </a:lnTo>
                  <a:lnTo>
                    <a:pt x="11152" y="6933"/>
                  </a:lnTo>
                  <a:lnTo>
                    <a:pt x="11042" y="7006"/>
                  </a:lnTo>
                  <a:lnTo>
                    <a:pt x="10785" y="7116"/>
                  </a:lnTo>
                  <a:lnTo>
                    <a:pt x="10602" y="7190"/>
                  </a:lnTo>
                  <a:lnTo>
                    <a:pt x="9795" y="7556"/>
                  </a:lnTo>
                  <a:lnTo>
                    <a:pt x="9721" y="7263"/>
                  </a:lnTo>
                  <a:lnTo>
                    <a:pt x="10639" y="6823"/>
                  </a:lnTo>
                  <a:lnTo>
                    <a:pt x="11079" y="6676"/>
                  </a:lnTo>
                  <a:close/>
                  <a:moveTo>
                    <a:pt x="11115" y="6273"/>
                  </a:moveTo>
                  <a:lnTo>
                    <a:pt x="10859" y="6346"/>
                  </a:lnTo>
                  <a:lnTo>
                    <a:pt x="10052" y="6639"/>
                  </a:lnTo>
                  <a:lnTo>
                    <a:pt x="9648" y="6823"/>
                  </a:lnTo>
                  <a:lnTo>
                    <a:pt x="9281" y="7006"/>
                  </a:lnTo>
                  <a:lnTo>
                    <a:pt x="9208" y="7080"/>
                  </a:lnTo>
                  <a:lnTo>
                    <a:pt x="9208" y="7116"/>
                  </a:lnTo>
                  <a:lnTo>
                    <a:pt x="9208" y="7190"/>
                  </a:lnTo>
                  <a:lnTo>
                    <a:pt x="9208" y="7263"/>
                  </a:lnTo>
                  <a:lnTo>
                    <a:pt x="9318" y="7336"/>
                  </a:lnTo>
                  <a:lnTo>
                    <a:pt x="9465" y="7336"/>
                  </a:lnTo>
                  <a:lnTo>
                    <a:pt x="9465" y="7593"/>
                  </a:lnTo>
                  <a:lnTo>
                    <a:pt x="9538" y="7813"/>
                  </a:lnTo>
                  <a:lnTo>
                    <a:pt x="9575" y="7887"/>
                  </a:lnTo>
                  <a:lnTo>
                    <a:pt x="9648" y="7923"/>
                  </a:lnTo>
                  <a:lnTo>
                    <a:pt x="9758" y="7923"/>
                  </a:lnTo>
                  <a:lnTo>
                    <a:pt x="10492" y="7630"/>
                  </a:lnTo>
                  <a:lnTo>
                    <a:pt x="10859" y="7483"/>
                  </a:lnTo>
                  <a:lnTo>
                    <a:pt x="11225" y="7336"/>
                  </a:lnTo>
                  <a:lnTo>
                    <a:pt x="11409" y="7190"/>
                  </a:lnTo>
                  <a:lnTo>
                    <a:pt x="11556" y="7006"/>
                  </a:lnTo>
                  <a:lnTo>
                    <a:pt x="11629" y="6896"/>
                  </a:lnTo>
                  <a:lnTo>
                    <a:pt x="11629" y="6786"/>
                  </a:lnTo>
                  <a:lnTo>
                    <a:pt x="11629" y="6676"/>
                  </a:lnTo>
                  <a:lnTo>
                    <a:pt x="11592" y="6566"/>
                  </a:lnTo>
                  <a:lnTo>
                    <a:pt x="11556" y="6419"/>
                  </a:lnTo>
                  <a:lnTo>
                    <a:pt x="11482" y="6346"/>
                  </a:lnTo>
                  <a:lnTo>
                    <a:pt x="11372" y="6273"/>
                  </a:lnTo>
                  <a:close/>
                  <a:moveTo>
                    <a:pt x="10198" y="2861"/>
                  </a:moveTo>
                  <a:lnTo>
                    <a:pt x="10235" y="3228"/>
                  </a:lnTo>
                  <a:lnTo>
                    <a:pt x="10345" y="3595"/>
                  </a:lnTo>
                  <a:lnTo>
                    <a:pt x="10565" y="4292"/>
                  </a:lnTo>
                  <a:lnTo>
                    <a:pt x="10822" y="5062"/>
                  </a:lnTo>
                  <a:lnTo>
                    <a:pt x="10895" y="5282"/>
                  </a:lnTo>
                  <a:lnTo>
                    <a:pt x="9025" y="6052"/>
                  </a:lnTo>
                  <a:lnTo>
                    <a:pt x="7154" y="6786"/>
                  </a:lnTo>
                  <a:lnTo>
                    <a:pt x="5173" y="7593"/>
                  </a:lnTo>
                  <a:lnTo>
                    <a:pt x="4146" y="7997"/>
                  </a:lnTo>
                  <a:lnTo>
                    <a:pt x="3816" y="8143"/>
                  </a:lnTo>
                  <a:lnTo>
                    <a:pt x="3486" y="8290"/>
                  </a:lnTo>
                  <a:lnTo>
                    <a:pt x="3266" y="7887"/>
                  </a:lnTo>
                  <a:lnTo>
                    <a:pt x="3045" y="7446"/>
                  </a:lnTo>
                  <a:lnTo>
                    <a:pt x="2679" y="6566"/>
                  </a:lnTo>
                  <a:lnTo>
                    <a:pt x="2532" y="6162"/>
                  </a:lnTo>
                  <a:lnTo>
                    <a:pt x="2385" y="5869"/>
                  </a:lnTo>
                  <a:lnTo>
                    <a:pt x="2238" y="5612"/>
                  </a:lnTo>
                  <a:lnTo>
                    <a:pt x="2715" y="5539"/>
                  </a:lnTo>
                  <a:lnTo>
                    <a:pt x="3192" y="5429"/>
                  </a:lnTo>
                  <a:lnTo>
                    <a:pt x="3669" y="5282"/>
                  </a:lnTo>
                  <a:lnTo>
                    <a:pt x="4146" y="5099"/>
                  </a:lnTo>
                  <a:lnTo>
                    <a:pt x="5210" y="4659"/>
                  </a:lnTo>
                  <a:lnTo>
                    <a:pt x="6273" y="4218"/>
                  </a:lnTo>
                  <a:lnTo>
                    <a:pt x="6824" y="4035"/>
                  </a:lnTo>
                  <a:lnTo>
                    <a:pt x="7374" y="3852"/>
                  </a:lnTo>
                  <a:lnTo>
                    <a:pt x="8474" y="3558"/>
                  </a:lnTo>
                  <a:lnTo>
                    <a:pt x="9025" y="3411"/>
                  </a:lnTo>
                  <a:lnTo>
                    <a:pt x="9538" y="3191"/>
                  </a:lnTo>
                  <a:lnTo>
                    <a:pt x="9868" y="3081"/>
                  </a:lnTo>
                  <a:lnTo>
                    <a:pt x="10015" y="2971"/>
                  </a:lnTo>
                  <a:lnTo>
                    <a:pt x="10198" y="2861"/>
                  </a:lnTo>
                  <a:close/>
                  <a:moveTo>
                    <a:pt x="8658" y="7740"/>
                  </a:moveTo>
                  <a:lnTo>
                    <a:pt x="8694" y="7923"/>
                  </a:lnTo>
                  <a:lnTo>
                    <a:pt x="8071" y="8253"/>
                  </a:lnTo>
                  <a:lnTo>
                    <a:pt x="7704" y="8437"/>
                  </a:lnTo>
                  <a:lnTo>
                    <a:pt x="7594" y="8437"/>
                  </a:lnTo>
                  <a:lnTo>
                    <a:pt x="7557" y="8363"/>
                  </a:lnTo>
                  <a:lnTo>
                    <a:pt x="7557" y="8180"/>
                  </a:lnTo>
                  <a:lnTo>
                    <a:pt x="8658" y="7740"/>
                  </a:lnTo>
                  <a:close/>
                  <a:moveTo>
                    <a:pt x="10198" y="2384"/>
                  </a:moveTo>
                  <a:lnTo>
                    <a:pt x="9978" y="2458"/>
                  </a:lnTo>
                  <a:lnTo>
                    <a:pt x="9795" y="2568"/>
                  </a:lnTo>
                  <a:lnTo>
                    <a:pt x="9391" y="2788"/>
                  </a:lnTo>
                  <a:lnTo>
                    <a:pt x="8841" y="2971"/>
                  </a:lnTo>
                  <a:lnTo>
                    <a:pt x="8328" y="3155"/>
                  </a:lnTo>
                  <a:lnTo>
                    <a:pt x="7264" y="3411"/>
                  </a:lnTo>
                  <a:lnTo>
                    <a:pt x="6750" y="3558"/>
                  </a:lnTo>
                  <a:lnTo>
                    <a:pt x="6237" y="3742"/>
                  </a:lnTo>
                  <a:lnTo>
                    <a:pt x="5210" y="4145"/>
                  </a:lnTo>
                  <a:lnTo>
                    <a:pt x="4219" y="4585"/>
                  </a:lnTo>
                  <a:lnTo>
                    <a:pt x="3669" y="4805"/>
                  </a:lnTo>
                  <a:lnTo>
                    <a:pt x="3119" y="4989"/>
                  </a:lnTo>
                  <a:lnTo>
                    <a:pt x="2018" y="5319"/>
                  </a:lnTo>
                  <a:lnTo>
                    <a:pt x="1945" y="5355"/>
                  </a:lnTo>
                  <a:lnTo>
                    <a:pt x="1908" y="5392"/>
                  </a:lnTo>
                  <a:lnTo>
                    <a:pt x="1908" y="5466"/>
                  </a:lnTo>
                  <a:lnTo>
                    <a:pt x="1945" y="5539"/>
                  </a:lnTo>
                  <a:lnTo>
                    <a:pt x="1982" y="5576"/>
                  </a:lnTo>
                  <a:lnTo>
                    <a:pt x="1945" y="5686"/>
                  </a:lnTo>
                  <a:lnTo>
                    <a:pt x="1945" y="5759"/>
                  </a:lnTo>
                  <a:lnTo>
                    <a:pt x="2018" y="5979"/>
                  </a:lnTo>
                  <a:lnTo>
                    <a:pt x="2165" y="6456"/>
                  </a:lnTo>
                  <a:lnTo>
                    <a:pt x="2385" y="6933"/>
                  </a:lnTo>
                  <a:lnTo>
                    <a:pt x="2752" y="7850"/>
                  </a:lnTo>
                  <a:lnTo>
                    <a:pt x="2972" y="8290"/>
                  </a:lnTo>
                  <a:lnTo>
                    <a:pt x="3192" y="8694"/>
                  </a:lnTo>
                  <a:lnTo>
                    <a:pt x="3266" y="8767"/>
                  </a:lnTo>
                  <a:lnTo>
                    <a:pt x="3302" y="8804"/>
                  </a:lnTo>
                  <a:lnTo>
                    <a:pt x="3412" y="8804"/>
                  </a:lnTo>
                  <a:lnTo>
                    <a:pt x="3522" y="8730"/>
                  </a:lnTo>
                  <a:lnTo>
                    <a:pt x="3596" y="8620"/>
                  </a:lnTo>
                  <a:lnTo>
                    <a:pt x="3999" y="8510"/>
                  </a:lnTo>
                  <a:lnTo>
                    <a:pt x="4403" y="8363"/>
                  </a:lnTo>
                  <a:lnTo>
                    <a:pt x="5173" y="8033"/>
                  </a:lnTo>
                  <a:lnTo>
                    <a:pt x="7300" y="7190"/>
                  </a:lnTo>
                  <a:lnTo>
                    <a:pt x="9281" y="6419"/>
                  </a:lnTo>
                  <a:lnTo>
                    <a:pt x="10235" y="6052"/>
                  </a:lnTo>
                  <a:lnTo>
                    <a:pt x="10712" y="5832"/>
                  </a:lnTo>
                  <a:lnTo>
                    <a:pt x="11152" y="5612"/>
                  </a:lnTo>
                  <a:lnTo>
                    <a:pt x="11262" y="5612"/>
                  </a:lnTo>
                  <a:lnTo>
                    <a:pt x="11335" y="5539"/>
                  </a:lnTo>
                  <a:lnTo>
                    <a:pt x="11372" y="5392"/>
                  </a:lnTo>
                  <a:lnTo>
                    <a:pt x="11372" y="5282"/>
                  </a:lnTo>
                  <a:lnTo>
                    <a:pt x="11299" y="5025"/>
                  </a:lnTo>
                  <a:lnTo>
                    <a:pt x="11042" y="4255"/>
                  </a:lnTo>
                  <a:lnTo>
                    <a:pt x="10785" y="3485"/>
                  </a:lnTo>
                  <a:lnTo>
                    <a:pt x="10639" y="3118"/>
                  </a:lnTo>
                  <a:lnTo>
                    <a:pt x="10455" y="2751"/>
                  </a:lnTo>
                  <a:lnTo>
                    <a:pt x="10418" y="2714"/>
                  </a:lnTo>
                  <a:lnTo>
                    <a:pt x="10345" y="2678"/>
                  </a:lnTo>
                  <a:lnTo>
                    <a:pt x="10382" y="2568"/>
                  </a:lnTo>
                  <a:lnTo>
                    <a:pt x="10382" y="2494"/>
                  </a:lnTo>
                  <a:lnTo>
                    <a:pt x="10308" y="2421"/>
                  </a:lnTo>
                  <a:lnTo>
                    <a:pt x="10198" y="2384"/>
                  </a:lnTo>
                  <a:close/>
                  <a:moveTo>
                    <a:pt x="8694" y="7263"/>
                  </a:moveTo>
                  <a:lnTo>
                    <a:pt x="7337" y="7813"/>
                  </a:lnTo>
                  <a:lnTo>
                    <a:pt x="7264" y="7850"/>
                  </a:lnTo>
                  <a:lnTo>
                    <a:pt x="7227" y="7923"/>
                  </a:lnTo>
                  <a:lnTo>
                    <a:pt x="7190" y="7997"/>
                  </a:lnTo>
                  <a:lnTo>
                    <a:pt x="7227" y="8070"/>
                  </a:lnTo>
                  <a:lnTo>
                    <a:pt x="7190" y="8143"/>
                  </a:lnTo>
                  <a:lnTo>
                    <a:pt x="7154" y="8363"/>
                  </a:lnTo>
                  <a:lnTo>
                    <a:pt x="7190" y="8620"/>
                  </a:lnTo>
                  <a:lnTo>
                    <a:pt x="7227" y="8730"/>
                  </a:lnTo>
                  <a:lnTo>
                    <a:pt x="7300" y="8840"/>
                  </a:lnTo>
                  <a:lnTo>
                    <a:pt x="7411" y="8877"/>
                  </a:lnTo>
                  <a:lnTo>
                    <a:pt x="7557" y="8877"/>
                  </a:lnTo>
                  <a:lnTo>
                    <a:pt x="7704" y="8840"/>
                  </a:lnTo>
                  <a:lnTo>
                    <a:pt x="7887" y="8804"/>
                  </a:lnTo>
                  <a:lnTo>
                    <a:pt x="8218" y="8620"/>
                  </a:lnTo>
                  <a:lnTo>
                    <a:pt x="9061" y="8217"/>
                  </a:lnTo>
                  <a:lnTo>
                    <a:pt x="9098" y="8180"/>
                  </a:lnTo>
                  <a:lnTo>
                    <a:pt x="9171" y="8107"/>
                  </a:lnTo>
                  <a:lnTo>
                    <a:pt x="9171" y="8033"/>
                  </a:lnTo>
                  <a:lnTo>
                    <a:pt x="9171" y="7960"/>
                  </a:lnTo>
                  <a:lnTo>
                    <a:pt x="8951" y="7410"/>
                  </a:lnTo>
                  <a:lnTo>
                    <a:pt x="8914" y="7336"/>
                  </a:lnTo>
                  <a:lnTo>
                    <a:pt x="8841" y="7300"/>
                  </a:lnTo>
                  <a:lnTo>
                    <a:pt x="8768" y="7263"/>
                  </a:lnTo>
                  <a:close/>
                  <a:moveTo>
                    <a:pt x="11702" y="8327"/>
                  </a:moveTo>
                  <a:lnTo>
                    <a:pt x="11886" y="8694"/>
                  </a:lnTo>
                  <a:lnTo>
                    <a:pt x="12106" y="9060"/>
                  </a:lnTo>
                  <a:lnTo>
                    <a:pt x="11702" y="9244"/>
                  </a:lnTo>
                  <a:lnTo>
                    <a:pt x="11335" y="9390"/>
                  </a:lnTo>
                  <a:lnTo>
                    <a:pt x="10932" y="9500"/>
                  </a:lnTo>
                  <a:lnTo>
                    <a:pt x="10528" y="9611"/>
                  </a:lnTo>
                  <a:lnTo>
                    <a:pt x="10382" y="9244"/>
                  </a:lnTo>
                  <a:lnTo>
                    <a:pt x="10198" y="8877"/>
                  </a:lnTo>
                  <a:lnTo>
                    <a:pt x="10162" y="8840"/>
                  </a:lnTo>
                  <a:lnTo>
                    <a:pt x="10565" y="8730"/>
                  </a:lnTo>
                  <a:lnTo>
                    <a:pt x="10932" y="8620"/>
                  </a:lnTo>
                  <a:lnTo>
                    <a:pt x="11702" y="8327"/>
                  </a:lnTo>
                  <a:close/>
                  <a:moveTo>
                    <a:pt x="11776" y="7887"/>
                  </a:moveTo>
                  <a:lnTo>
                    <a:pt x="11299" y="8070"/>
                  </a:lnTo>
                  <a:lnTo>
                    <a:pt x="10822" y="8217"/>
                  </a:lnTo>
                  <a:lnTo>
                    <a:pt x="9868" y="8510"/>
                  </a:lnTo>
                  <a:lnTo>
                    <a:pt x="9832" y="8510"/>
                  </a:lnTo>
                  <a:lnTo>
                    <a:pt x="9795" y="8583"/>
                  </a:lnTo>
                  <a:lnTo>
                    <a:pt x="9758" y="8694"/>
                  </a:lnTo>
                  <a:lnTo>
                    <a:pt x="9832" y="8804"/>
                  </a:lnTo>
                  <a:lnTo>
                    <a:pt x="9868" y="8840"/>
                  </a:lnTo>
                  <a:lnTo>
                    <a:pt x="9942" y="8877"/>
                  </a:lnTo>
                  <a:lnTo>
                    <a:pt x="9905" y="8950"/>
                  </a:lnTo>
                  <a:lnTo>
                    <a:pt x="9905" y="9024"/>
                  </a:lnTo>
                  <a:lnTo>
                    <a:pt x="10088" y="9427"/>
                  </a:lnTo>
                  <a:lnTo>
                    <a:pt x="10198" y="9867"/>
                  </a:lnTo>
                  <a:lnTo>
                    <a:pt x="10235" y="9941"/>
                  </a:lnTo>
                  <a:lnTo>
                    <a:pt x="10272" y="9977"/>
                  </a:lnTo>
                  <a:lnTo>
                    <a:pt x="10308" y="10014"/>
                  </a:lnTo>
                  <a:lnTo>
                    <a:pt x="10382" y="10051"/>
                  </a:lnTo>
                  <a:lnTo>
                    <a:pt x="10932" y="9904"/>
                  </a:lnTo>
                  <a:lnTo>
                    <a:pt x="11446" y="9757"/>
                  </a:lnTo>
                  <a:lnTo>
                    <a:pt x="11959" y="9574"/>
                  </a:lnTo>
                  <a:lnTo>
                    <a:pt x="12436" y="9317"/>
                  </a:lnTo>
                  <a:lnTo>
                    <a:pt x="12509" y="9280"/>
                  </a:lnTo>
                  <a:lnTo>
                    <a:pt x="12583" y="9207"/>
                  </a:lnTo>
                  <a:lnTo>
                    <a:pt x="12583" y="9097"/>
                  </a:lnTo>
                  <a:lnTo>
                    <a:pt x="12546" y="9024"/>
                  </a:lnTo>
                  <a:lnTo>
                    <a:pt x="12253" y="8547"/>
                  </a:lnTo>
                  <a:lnTo>
                    <a:pt x="11996" y="7997"/>
                  </a:lnTo>
                  <a:lnTo>
                    <a:pt x="11959" y="7923"/>
                  </a:lnTo>
                  <a:lnTo>
                    <a:pt x="11922" y="7887"/>
                  </a:lnTo>
                  <a:close/>
                  <a:moveTo>
                    <a:pt x="8914" y="9354"/>
                  </a:moveTo>
                  <a:lnTo>
                    <a:pt x="9061" y="9757"/>
                  </a:lnTo>
                  <a:lnTo>
                    <a:pt x="9281" y="10161"/>
                  </a:lnTo>
                  <a:lnTo>
                    <a:pt x="8658" y="10491"/>
                  </a:lnTo>
                  <a:lnTo>
                    <a:pt x="7961" y="10784"/>
                  </a:lnTo>
                  <a:lnTo>
                    <a:pt x="7814" y="10858"/>
                  </a:lnTo>
                  <a:lnTo>
                    <a:pt x="7741" y="10858"/>
                  </a:lnTo>
                  <a:lnTo>
                    <a:pt x="7704" y="10821"/>
                  </a:lnTo>
                  <a:lnTo>
                    <a:pt x="7631" y="10674"/>
                  </a:lnTo>
                  <a:lnTo>
                    <a:pt x="7594" y="10491"/>
                  </a:lnTo>
                  <a:lnTo>
                    <a:pt x="7521" y="10161"/>
                  </a:lnTo>
                  <a:lnTo>
                    <a:pt x="7374" y="9867"/>
                  </a:lnTo>
                  <a:lnTo>
                    <a:pt x="8914" y="9354"/>
                  </a:lnTo>
                  <a:close/>
                  <a:moveTo>
                    <a:pt x="8951" y="8950"/>
                  </a:moveTo>
                  <a:lnTo>
                    <a:pt x="7154" y="9537"/>
                  </a:lnTo>
                  <a:lnTo>
                    <a:pt x="7117" y="9574"/>
                  </a:lnTo>
                  <a:lnTo>
                    <a:pt x="7080" y="9611"/>
                  </a:lnTo>
                  <a:lnTo>
                    <a:pt x="7044" y="9721"/>
                  </a:lnTo>
                  <a:lnTo>
                    <a:pt x="7080" y="9831"/>
                  </a:lnTo>
                  <a:lnTo>
                    <a:pt x="7190" y="9904"/>
                  </a:lnTo>
                  <a:lnTo>
                    <a:pt x="7190" y="10124"/>
                  </a:lnTo>
                  <a:lnTo>
                    <a:pt x="7227" y="10381"/>
                  </a:lnTo>
                  <a:lnTo>
                    <a:pt x="7374" y="10858"/>
                  </a:lnTo>
                  <a:lnTo>
                    <a:pt x="7411" y="11004"/>
                  </a:lnTo>
                  <a:lnTo>
                    <a:pt x="7521" y="11114"/>
                  </a:lnTo>
                  <a:lnTo>
                    <a:pt x="7631" y="11188"/>
                  </a:lnTo>
                  <a:lnTo>
                    <a:pt x="7777" y="11225"/>
                  </a:lnTo>
                  <a:lnTo>
                    <a:pt x="8034" y="11151"/>
                  </a:lnTo>
                  <a:lnTo>
                    <a:pt x="8291" y="11078"/>
                  </a:lnTo>
                  <a:lnTo>
                    <a:pt x="8768" y="10858"/>
                  </a:lnTo>
                  <a:lnTo>
                    <a:pt x="9245" y="10601"/>
                  </a:lnTo>
                  <a:lnTo>
                    <a:pt x="9685" y="10344"/>
                  </a:lnTo>
                  <a:lnTo>
                    <a:pt x="9721" y="10271"/>
                  </a:lnTo>
                  <a:lnTo>
                    <a:pt x="9758" y="10197"/>
                  </a:lnTo>
                  <a:lnTo>
                    <a:pt x="9758" y="10161"/>
                  </a:lnTo>
                  <a:lnTo>
                    <a:pt x="9721" y="10087"/>
                  </a:lnTo>
                  <a:lnTo>
                    <a:pt x="9538" y="9867"/>
                  </a:lnTo>
                  <a:lnTo>
                    <a:pt x="9391" y="9611"/>
                  </a:lnTo>
                  <a:lnTo>
                    <a:pt x="9281" y="9354"/>
                  </a:lnTo>
                  <a:lnTo>
                    <a:pt x="9208" y="9060"/>
                  </a:lnTo>
                  <a:lnTo>
                    <a:pt x="9171" y="8987"/>
                  </a:lnTo>
                  <a:lnTo>
                    <a:pt x="9098" y="8950"/>
                  </a:lnTo>
                  <a:close/>
                  <a:moveTo>
                    <a:pt x="12473" y="10344"/>
                  </a:moveTo>
                  <a:lnTo>
                    <a:pt x="12619" y="10711"/>
                  </a:lnTo>
                  <a:lnTo>
                    <a:pt x="11959" y="11078"/>
                  </a:lnTo>
                  <a:lnTo>
                    <a:pt x="11299" y="11445"/>
                  </a:lnTo>
                  <a:lnTo>
                    <a:pt x="11152" y="10894"/>
                  </a:lnTo>
                  <a:lnTo>
                    <a:pt x="11189" y="10858"/>
                  </a:lnTo>
                  <a:lnTo>
                    <a:pt x="11189" y="10784"/>
                  </a:lnTo>
                  <a:lnTo>
                    <a:pt x="11482" y="10674"/>
                  </a:lnTo>
                  <a:lnTo>
                    <a:pt x="11776" y="10601"/>
                  </a:lnTo>
                  <a:lnTo>
                    <a:pt x="12473" y="10344"/>
                  </a:lnTo>
                  <a:close/>
                  <a:moveTo>
                    <a:pt x="6273" y="10418"/>
                  </a:moveTo>
                  <a:lnTo>
                    <a:pt x="6347" y="10454"/>
                  </a:lnTo>
                  <a:lnTo>
                    <a:pt x="6420" y="10564"/>
                  </a:lnTo>
                  <a:lnTo>
                    <a:pt x="6567" y="10894"/>
                  </a:lnTo>
                  <a:lnTo>
                    <a:pt x="5797" y="11261"/>
                  </a:lnTo>
                  <a:lnTo>
                    <a:pt x="5100" y="11738"/>
                  </a:lnTo>
                  <a:lnTo>
                    <a:pt x="4953" y="11298"/>
                  </a:lnTo>
                  <a:lnTo>
                    <a:pt x="4843" y="11078"/>
                  </a:lnTo>
                  <a:lnTo>
                    <a:pt x="4733" y="10894"/>
                  </a:lnTo>
                  <a:lnTo>
                    <a:pt x="5613" y="10601"/>
                  </a:lnTo>
                  <a:lnTo>
                    <a:pt x="5943" y="10491"/>
                  </a:lnTo>
                  <a:lnTo>
                    <a:pt x="6237" y="10418"/>
                  </a:lnTo>
                  <a:close/>
                  <a:moveTo>
                    <a:pt x="12583" y="9867"/>
                  </a:moveTo>
                  <a:lnTo>
                    <a:pt x="12509" y="9904"/>
                  </a:lnTo>
                  <a:lnTo>
                    <a:pt x="11519" y="10271"/>
                  </a:lnTo>
                  <a:lnTo>
                    <a:pt x="11115" y="10381"/>
                  </a:lnTo>
                  <a:lnTo>
                    <a:pt x="10932" y="10491"/>
                  </a:lnTo>
                  <a:lnTo>
                    <a:pt x="10859" y="10564"/>
                  </a:lnTo>
                  <a:lnTo>
                    <a:pt x="10785" y="10638"/>
                  </a:lnTo>
                  <a:lnTo>
                    <a:pt x="10785" y="10748"/>
                  </a:lnTo>
                  <a:lnTo>
                    <a:pt x="10822" y="10821"/>
                  </a:lnTo>
                  <a:lnTo>
                    <a:pt x="10859" y="10858"/>
                  </a:lnTo>
                  <a:lnTo>
                    <a:pt x="10859" y="10894"/>
                  </a:lnTo>
                  <a:lnTo>
                    <a:pt x="10895" y="11335"/>
                  </a:lnTo>
                  <a:lnTo>
                    <a:pt x="11005" y="11738"/>
                  </a:lnTo>
                  <a:lnTo>
                    <a:pt x="11005" y="11848"/>
                  </a:lnTo>
                  <a:lnTo>
                    <a:pt x="11079" y="11885"/>
                  </a:lnTo>
                  <a:lnTo>
                    <a:pt x="11152" y="11921"/>
                  </a:lnTo>
                  <a:lnTo>
                    <a:pt x="11225" y="11921"/>
                  </a:lnTo>
                  <a:lnTo>
                    <a:pt x="12142" y="11445"/>
                  </a:lnTo>
                  <a:lnTo>
                    <a:pt x="12986" y="10931"/>
                  </a:lnTo>
                  <a:lnTo>
                    <a:pt x="13060" y="10858"/>
                  </a:lnTo>
                  <a:lnTo>
                    <a:pt x="13096" y="10784"/>
                  </a:lnTo>
                  <a:lnTo>
                    <a:pt x="13096" y="10711"/>
                  </a:lnTo>
                  <a:lnTo>
                    <a:pt x="13060" y="10638"/>
                  </a:lnTo>
                  <a:lnTo>
                    <a:pt x="12876" y="10344"/>
                  </a:lnTo>
                  <a:lnTo>
                    <a:pt x="12766" y="10014"/>
                  </a:lnTo>
                  <a:lnTo>
                    <a:pt x="12729" y="9941"/>
                  </a:lnTo>
                  <a:lnTo>
                    <a:pt x="12656" y="9904"/>
                  </a:lnTo>
                  <a:lnTo>
                    <a:pt x="12583" y="9867"/>
                  </a:lnTo>
                  <a:close/>
                  <a:moveTo>
                    <a:pt x="6200" y="9977"/>
                  </a:moveTo>
                  <a:lnTo>
                    <a:pt x="5980" y="10014"/>
                  </a:lnTo>
                  <a:lnTo>
                    <a:pt x="5760" y="10087"/>
                  </a:lnTo>
                  <a:lnTo>
                    <a:pt x="5356" y="10234"/>
                  </a:lnTo>
                  <a:lnTo>
                    <a:pt x="4843" y="10381"/>
                  </a:lnTo>
                  <a:lnTo>
                    <a:pt x="4329" y="10564"/>
                  </a:lnTo>
                  <a:lnTo>
                    <a:pt x="4293" y="10601"/>
                  </a:lnTo>
                  <a:lnTo>
                    <a:pt x="4256" y="10638"/>
                  </a:lnTo>
                  <a:lnTo>
                    <a:pt x="4219" y="10784"/>
                  </a:lnTo>
                  <a:lnTo>
                    <a:pt x="4256" y="10894"/>
                  </a:lnTo>
                  <a:lnTo>
                    <a:pt x="4293" y="10931"/>
                  </a:lnTo>
                  <a:lnTo>
                    <a:pt x="4366" y="10968"/>
                  </a:lnTo>
                  <a:lnTo>
                    <a:pt x="4513" y="11298"/>
                  </a:lnTo>
                  <a:lnTo>
                    <a:pt x="4659" y="11701"/>
                  </a:lnTo>
                  <a:lnTo>
                    <a:pt x="4769" y="12142"/>
                  </a:lnTo>
                  <a:lnTo>
                    <a:pt x="4843" y="12215"/>
                  </a:lnTo>
                  <a:lnTo>
                    <a:pt x="4916" y="12252"/>
                  </a:lnTo>
                  <a:lnTo>
                    <a:pt x="4990" y="12252"/>
                  </a:lnTo>
                  <a:lnTo>
                    <a:pt x="5100" y="12215"/>
                  </a:lnTo>
                  <a:lnTo>
                    <a:pt x="5540" y="11921"/>
                  </a:lnTo>
                  <a:lnTo>
                    <a:pt x="5980" y="11665"/>
                  </a:lnTo>
                  <a:lnTo>
                    <a:pt x="6420" y="11445"/>
                  </a:lnTo>
                  <a:lnTo>
                    <a:pt x="6934" y="11225"/>
                  </a:lnTo>
                  <a:lnTo>
                    <a:pt x="6970" y="11188"/>
                  </a:lnTo>
                  <a:lnTo>
                    <a:pt x="7044" y="11114"/>
                  </a:lnTo>
                  <a:lnTo>
                    <a:pt x="7044" y="11041"/>
                  </a:lnTo>
                  <a:lnTo>
                    <a:pt x="7044" y="10931"/>
                  </a:lnTo>
                  <a:lnTo>
                    <a:pt x="6897" y="10601"/>
                  </a:lnTo>
                  <a:lnTo>
                    <a:pt x="6750" y="10307"/>
                  </a:lnTo>
                  <a:lnTo>
                    <a:pt x="6677" y="10161"/>
                  </a:lnTo>
                  <a:lnTo>
                    <a:pt x="6530" y="10051"/>
                  </a:lnTo>
                  <a:lnTo>
                    <a:pt x="6383" y="10014"/>
                  </a:lnTo>
                  <a:lnTo>
                    <a:pt x="6200" y="9977"/>
                  </a:lnTo>
                  <a:close/>
                  <a:moveTo>
                    <a:pt x="9832" y="11371"/>
                  </a:moveTo>
                  <a:lnTo>
                    <a:pt x="10125" y="11921"/>
                  </a:lnTo>
                  <a:lnTo>
                    <a:pt x="9721" y="12142"/>
                  </a:lnTo>
                  <a:lnTo>
                    <a:pt x="9318" y="12288"/>
                  </a:lnTo>
                  <a:lnTo>
                    <a:pt x="8914" y="12435"/>
                  </a:lnTo>
                  <a:lnTo>
                    <a:pt x="8511" y="12545"/>
                  </a:lnTo>
                  <a:lnTo>
                    <a:pt x="8328" y="12032"/>
                  </a:lnTo>
                  <a:lnTo>
                    <a:pt x="8694" y="11921"/>
                  </a:lnTo>
                  <a:lnTo>
                    <a:pt x="9098" y="11738"/>
                  </a:lnTo>
                  <a:lnTo>
                    <a:pt x="9832" y="11371"/>
                  </a:lnTo>
                  <a:close/>
                  <a:moveTo>
                    <a:pt x="9868" y="10894"/>
                  </a:moveTo>
                  <a:lnTo>
                    <a:pt x="8951" y="11298"/>
                  </a:lnTo>
                  <a:lnTo>
                    <a:pt x="8474" y="11481"/>
                  </a:lnTo>
                  <a:lnTo>
                    <a:pt x="8071" y="11738"/>
                  </a:lnTo>
                  <a:lnTo>
                    <a:pt x="7997" y="11738"/>
                  </a:lnTo>
                  <a:lnTo>
                    <a:pt x="7924" y="11775"/>
                  </a:lnTo>
                  <a:lnTo>
                    <a:pt x="7887" y="11885"/>
                  </a:lnTo>
                  <a:lnTo>
                    <a:pt x="7887" y="11958"/>
                  </a:lnTo>
                  <a:lnTo>
                    <a:pt x="8034" y="12398"/>
                  </a:lnTo>
                  <a:lnTo>
                    <a:pt x="8181" y="12839"/>
                  </a:lnTo>
                  <a:lnTo>
                    <a:pt x="8254" y="12949"/>
                  </a:lnTo>
                  <a:lnTo>
                    <a:pt x="8328" y="12985"/>
                  </a:lnTo>
                  <a:lnTo>
                    <a:pt x="8364" y="12985"/>
                  </a:lnTo>
                  <a:lnTo>
                    <a:pt x="8951" y="12839"/>
                  </a:lnTo>
                  <a:lnTo>
                    <a:pt x="9465" y="12655"/>
                  </a:lnTo>
                  <a:lnTo>
                    <a:pt x="10015" y="12472"/>
                  </a:lnTo>
                  <a:lnTo>
                    <a:pt x="10528" y="12215"/>
                  </a:lnTo>
                  <a:lnTo>
                    <a:pt x="10565" y="12142"/>
                  </a:lnTo>
                  <a:lnTo>
                    <a:pt x="10602" y="12105"/>
                  </a:lnTo>
                  <a:lnTo>
                    <a:pt x="10602" y="12032"/>
                  </a:lnTo>
                  <a:lnTo>
                    <a:pt x="10602" y="11958"/>
                  </a:lnTo>
                  <a:lnTo>
                    <a:pt x="10125" y="11041"/>
                  </a:lnTo>
                  <a:lnTo>
                    <a:pt x="10088" y="10968"/>
                  </a:lnTo>
                  <a:lnTo>
                    <a:pt x="10015" y="10894"/>
                  </a:lnTo>
                  <a:close/>
                  <a:moveTo>
                    <a:pt x="13133" y="12288"/>
                  </a:moveTo>
                  <a:lnTo>
                    <a:pt x="13243" y="12325"/>
                  </a:lnTo>
                  <a:lnTo>
                    <a:pt x="13353" y="12472"/>
                  </a:lnTo>
                  <a:lnTo>
                    <a:pt x="13610" y="12985"/>
                  </a:lnTo>
                  <a:lnTo>
                    <a:pt x="12839" y="13242"/>
                  </a:lnTo>
                  <a:lnTo>
                    <a:pt x="12106" y="13572"/>
                  </a:lnTo>
                  <a:lnTo>
                    <a:pt x="11996" y="13352"/>
                  </a:lnTo>
                  <a:lnTo>
                    <a:pt x="11886" y="13132"/>
                  </a:lnTo>
                  <a:lnTo>
                    <a:pt x="11739" y="12692"/>
                  </a:lnTo>
                  <a:lnTo>
                    <a:pt x="12032" y="12618"/>
                  </a:lnTo>
                  <a:lnTo>
                    <a:pt x="12289" y="12545"/>
                  </a:lnTo>
                  <a:lnTo>
                    <a:pt x="12839" y="12362"/>
                  </a:lnTo>
                  <a:lnTo>
                    <a:pt x="13023" y="12288"/>
                  </a:lnTo>
                  <a:close/>
                  <a:moveTo>
                    <a:pt x="7044" y="12325"/>
                  </a:moveTo>
                  <a:lnTo>
                    <a:pt x="7337" y="13022"/>
                  </a:lnTo>
                  <a:lnTo>
                    <a:pt x="5833" y="13792"/>
                  </a:lnTo>
                  <a:lnTo>
                    <a:pt x="5613" y="13132"/>
                  </a:lnTo>
                  <a:lnTo>
                    <a:pt x="5943" y="12875"/>
                  </a:lnTo>
                  <a:lnTo>
                    <a:pt x="6273" y="12655"/>
                  </a:lnTo>
                  <a:lnTo>
                    <a:pt x="6677" y="12472"/>
                  </a:lnTo>
                  <a:lnTo>
                    <a:pt x="7044" y="12325"/>
                  </a:lnTo>
                  <a:close/>
                  <a:moveTo>
                    <a:pt x="13060" y="11885"/>
                  </a:moveTo>
                  <a:lnTo>
                    <a:pt x="12839" y="11921"/>
                  </a:lnTo>
                  <a:lnTo>
                    <a:pt x="12473" y="12068"/>
                  </a:lnTo>
                  <a:lnTo>
                    <a:pt x="11922" y="12215"/>
                  </a:lnTo>
                  <a:lnTo>
                    <a:pt x="11666" y="12288"/>
                  </a:lnTo>
                  <a:lnTo>
                    <a:pt x="11446" y="12398"/>
                  </a:lnTo>
                  <a:lnTo>
                    <a:pt x="11372" y="12435"/>
                  </a:lnTo>
                  <a:lnTo>
                    <a:pt x="11372" y="12472"/>
                  </a:lnTo>
                  <a:lnTo>
                    <a:pt x="11372" y="12582"/>
                  </a:lnTo>
                  <a:lnTo>
                    <a:pt x="11446" y="12655"/>
                  </a:lnTo>
                  <a:lnTo>
                    <a:pt x="11519" y="12692"/>
                  </a:lnTo>
                  <a:lnTo>
                    <a:pt x="11482" y="12839"/>
                  </a:lnTo>
                  <a:lnTo>
                    <a:pt x="11482" y="13022"/>
                  </a:lnTo>
                  <a:lnTo>
                    <a:pt x="11519" y="13169"/>
                  </a:lnTo>
                  <a:lnTo>
                    <a:pt x="11556" y="13315"/>
                  </a:lnTo>
                  <a:lnTo>
                    <a:pt x="11702" y="13646"/>
                  </a:lnTo>
                  <a:lnTo>
                    <a:pt x="11886" y="13902"/>
                  </a:lnTo>
                  <a:lnTo>
                    <a:pt x="11996" y="13976"/>
                  </a:lnTo>
                  <a:lnTo>
                    <a:pt x="12106" y="13976"/>
                  </a:lnTo>
                  <a:lnTo>
                    <a:pt x="13023" y="13609"/>
                  </a:lnTo>
                  <a:lnTo>
                    <a:pt x="13940" y="13279"/>
                  </a:lnTo>
                  <a:lnTo>
                    <a:pt x="14013" y="13205"/>
                  </a:lnTo>
                  <a:lnTo>
                    <a:pt x="14050" y="13169"/>
                  </a:lnTo>
                  <a:lnTo>
                    <a:pt x="14087" y="13095"/>
                  </a:lnTo>
                  <a:lnTo>
                    <a:pt x="14050" y="13022"/>
                  </a:lnTo>
                  <a:lnTo>
                    <a:pt x="13646" y="12142"/>
                  </a:lnTo>
                  <a:lnTo>
                    <a:pt x="13573" y="12032"/>
                  </a:lnTo>
                  <a:lnTo>
                    <a:pt x="13463" y="11958"/>
                  </a:lnTo>
                  <a:lnTo>
                    <a:pt x="13353" y="11885"/>
                  </a:lnTo>
                  <a:close/>
                  <a:moveTo>
                    <a:pt x="7190" y="11848"/>
                  </a:moveTo>
                  <a:lnTo>
                    <a:pt x="7117" y="11885"/>
                  </a:lnTo>
                  <a:lnTo>
                    <a:pt x="6640" y="12032"/>
                  </a:lnTo>
                  <a:lnTo>
                    <a:pt x="6163" y="12215"/>
                  </a:lnTo>
                  <a:lnTo>
                    <a:pt x="5723" y="12508"/>
                  </a:lnTo>
                  <a:lnTo>
                    <a:pt x="5320" y="12802"/>
                  </a:lnTo>
                  <a:lnTo>
                    <a:pt x="5246" y="12839"/>
                  </a:lnTo>
                  <a:lnTo>
                    <a:pt x="5210" y="12875"/>
                  </a:lnTo>
                  <a:lnTo>
                    <a:pt x="5173" y="12912"/>
                  </a:lnTo>
                  <a:lnTo>
                    <a:pt x="5173" y="12985"/>
                  </a:lnTo>
                  <a:lnTo>
                    <a:pt x="5246" y="13279"/>
                  </a:lnTo>
                  <a:lnTo>
                    <a:pt x="5320" y="13572"/>
                  </a:lnTo>
                  <a:lnTo>
                    <a:pt x="5540" y="14159"/>
                  </a:lnTo>
                  <a:lnTo>
                    <a:pt x="5576" y="14196"/>
                  </a:lnTo>
                  <a:lnTo>
                    <a:pt x="5650" y="14269"/>
                  </a:lnTo>
                  <a:lnTo>
                    <a:pt x="5797" y="14269"/>
                  </a:lnTo>
                  <a:lnTo>
                    <a:pt x="7667" y="13315"/>
                  </a:lnTo>
                  <a:lnTo>
                    <a:pt x="7741" y="13279"/>
                  </a:lnTo>
                  <a:lnTo>
                    <a:pt x="7777" y="13205"/>
                  </a:lnTo>
                  <a:lnTo>
                    <a:pt x="7814" y="13132"/>
                  </a:lnTo>
                  <a:lnTo>
                    <a:pt x="7777" y="13059"/>
                  </a:lnTo>
                  <a:lnTo>
                    <a:pt x="7374" y="11995"/>
                  </a:lnTo>
                  <a:lnTo>
                    <a:pt x="7337" y="11921"/>
                  </a:lnTo>
                  <a:lnTo>
                    <a:pt x="7264" y="11885"/>
                  </a:lnTo>
                  <a:lnTo>
                    <a:pt x="7190" y="11848"/>
                  </a:lnTo>
                  <a:close/>
                  <a:moveTo>
                    <a:pt x="10528" y="13279"/>
                  </a:moveTo>
                  <a:lnTo>
                    <a:pt x="10895" y="13976"/>
                  </a:lnTo>
                  <a:lnTo>
                    <a:pt x="9318" y="14599"/>
                  </a:lnTo>
                  <a:lnTo>
                    <a:pt x="9025" y="13902"/>
                  </a:lnTo>
                  <a:lnTo>
                    <a:pt x="9098" y="13829"/>
                  </a:lnTo>
                  <a:lnTo>
                    <a:pt x="9098" y="13792"/>
                  </a:lnTo>
                  <a:lnTo>
                    <a:pt x="9135" y="13756"/>
                  </a:lnTo>
                  <a:lnTo>
                    <a:pt x="9465" y="13609"/>
                  </a:lnTo>
                  <a:lnTo>
                    <a:pt x="9758" y="13535"/>
                  </a:lnTo>
                  <a:lnTo>
                    <a:pt x="10528" y="13279"/>
                  </a:lnTo>
                  <a:close/>
                  <a:moveTo>
                    <a:pt x="10639" y="12839"/>
                  </a:moveTo>
                  <a:lnTo>
                    <a:pt x="10565" y="12875"/>
                  </a:lnTo>
                  <a:lnTo>
                    <a:pt x="9501" y="13242"/>
                  </a:lnTo>
                  <a:lnTo>
                    <a:pt x="9061" y="13352"/>
                  </a:lnTo>
                  <a:lnTo>
                    <a:pt x="8878" y="13462"/>
                  </a:lnTo>
                  <a:lnTo>
                    <a:pt x="8768" y="13499"/>
                  </a:lnTo>
                  <a:lnTo>
                    <a:pt x="8731" y="13572"/>
                  </a:lnTo>
                  <a:lnTo>
                    <a:pt x="8658" y="13682"/>
                  </a:lnTo>
                  <a:lnTo>
                    <a:pt x="8694" y="13829"/>
                  </a:lnTo>
                  <a:lnTo>
                    <a:pt x="8731" y="13866"/>
                  </a:lnTo>
                  <a:lnTo>
                    <a:pt x="8731" y="13902"/>
                  </a:lnTo>
                  <a:lnTo>
                    <a:pt x="8768" y="14159"/>
                  </a:lnTo>
                  <a:lnTo>
                    <a:pt x="8841" y="14416"/>
                  </a:lnTo>
                  <a:lnTo>
                    <a:pt x="9025" y="14893"/>
                  </a:lnTo>
                  <a:lnTo>
                    <a:pt x="9098" y="14929"/>
                  </a:lnTo>
                  <a:lnTo>
                    <a:pt x="9135" y="14966"/>
                  </a:lnTo>
                  <a:lnTo>
                    <a:pt x="9208" y="15003"/>
                  </a:lnTo>
                  <a:lnTo>
                    <a:pt x="9281" y="15003"/>
                  </a:lnTo>
                  <a:lnTo>
                    <a:pt x="11225" y="14269"/>
                  </a:lnTo>
                  <a:lnTo>
                    <a:pt x="11262" y="14232"/>
                  </a:lnTo>
                  <a:lnTo>
                    <a:pt x="11299" y="14159"/>
                  </a:lnTo>
                  <a:lnTo>
                    <a:pt x="11335" y="14086"/>
                  </a:lnTo>
                  <a:lnTo>
                    <a:pt x="11335" y="14012"/>
                  </a:lnTo>
                  <a:lnTo>
                    <a:pt x="10822" y="12985"/>
                  </a:lnTo>
                  <a:lnTo>
                    <a:pt x="10785" y="12912"/>
                  </a:lnTo>
                  <a:lnTo>
                    <a:pt x="10712" y="12875"/>
                  </a:lnTo>
                  <a:lnTo>
                    <a:pt x="10639" y="12839"/>
                  </a:lnTo>
                  <a:close/>
                  <a:moveTo>
                    <a:pt x="7997" y="14342"/>
                  </a:moveTo>
                  <a:lnTo>
                    <a:pt x="8107" y="14489"/>
                  </a:lnTo>
                  <a:lnTo>
                    <a:pt x="8144" y="14599"/>
                  </a:lnTo>
                  <a:lnTo>
                    <a:pt x="8107" y="14746"/>
                  </a:lnTo>
                  <a:lnTo>
                    <a:pt x="8034" y="14893"/>
                  </a:lnTo>
                  <a:lnTo>
                    <a:pt x="7924" y="15003"/>
                  </a:lnTo>
                  <a:lnTo>
                    <a:pt x="7814" y="15149"/>
                  </a:lnTo>
                  <a:lnTo>
                    <a:pt x="7557" y="15296"/>
                  </a:lnTo>
                  <a:lnTo>
                    <a:pt x="7044" y="15516"/>
                  </a:lnTo>
                  <a:lnTo>
                    <a:pt x="6787" y="15590"/>
                  </a:lnTo>
                  <a:lnTo>
                    <a:pt x="6567" y="15736"/>
                  </a:lnTo>
                  <a:lnTo>
                    <a:pt x="6310" y="15113"/>
                  </a:lnTo>
                  <a:lnTo>
                    <a:pt x="6383" y="15076"/>
                  </a:lnTo>
                  <a:lnTo>
                    <a:pt x="6457" y="14966"/>
                  </a:lnTo>
                  <a:lnTo>
                    <a:pt x="6457" y="14929"/>
                  </a:lnTo>
                  <a:lnTo>
                    <a:pt x="6530" y="15003"/>
                  </a:lnTo>
                  <a:lnTo>
                    <a:pt x="6604" y="14966"/>
                  </a:lnTo>
                  <a:lnTo>
                    <a:pt x="6787" y="14929"/>
                  </a:lnTo>
                  <a:lnTo>
                    <a:pt x="7227" y="14783"/>
                  </a:lnTo>
                  <a:lnTo>
                    <a:pt x="7631" y="14599"/>
                  </a:lnTo>
                  <a:lnTo>
                    <a:pt x="7997" y="14342"/>
                  </a:lnTo>
                  <a:close/>
                  <a:moveTo>
                    <a:pt x="15150" y="15370"/>
                  </a:moveTo>
                  <a:lnTo>
                    <a:pt x="15150" y="15443"/>
                  </a:lnTo>
                  <a:lnTo>
                    <a:pt x="15224" y="15480"/>
                  </a:lnTo>
                  <a:lnTo>
                    <a:pt x="15260" y="15516"/>
                  </a:lnTo>
                  <a:lnTo>
                    <a:pt x="15150" y="15736"/>
                  </a:lnTo>
                  <a:lnTo>
                    <a:pt x="15004" y="15993"/>
                  </a:lnTo>
                  <a:lnTo>
                    <a:pt x="14857" y="15626"/>
                  </a:lnTo>
                  <a:lnTo>
                    <a:pt x="15150" y="15370"/>
                  </a:lnTo>
                  <a:close/>
                  <a:moveTo>
                    <a:pt x="7997" y="13902"/>
                  </a:moveTo>
                  <a:lnTo>
                    <a:pt x="7887" y="13939"/>
                  </a:lnTo>
                  <a:lnTo>
                    <a:pt x="7631" y="14122"/>
                  </a:lnTo>
                  <a:lnTo>
                    <a:pt x="7337" y="14269"/>
                  </a:lnTo>
                  <a:lnTo>
                    <a:pt x="7044" y="14416"/>
                  </a:lnTo>
                  <a:lnTo>
                    <a:pt x="6750" y="14526"/>
                  </a:lnTo>
                  <a:lnTo>
                    <a:pt x="6347" y="14599"/>
                  </a:lnTo>
                  <a:lnTo>
                    <a:pt x="6163" y="14673"/>
                  </a:lnTo>
                  <a:lnTo>
                    <a:pt x="6090" y="14746"/>
                  </a:lnTo>
                  <a:lnTo>
                    <a:pt x="6017" y="14819"/>
                  </a:lnTo>
                  <a:lnTo>
                    <a:pt x="6017" y="14929"/>
                  </a:lnTo>
                  <a:lnTo>
                    <a:pt x="5943" y="15003"/>
                  </a:lnTo>
                  <a:lnTo>
                    <a:pt x="5943" y="15113"/>
                  </a:lnTo>
                  <a:lnTo>
                    <a:pt x="6127" y="15590"/>
                  </a:lnTo>
                  <a:lnTo>
                    <a:pt x="6273" y="16103"/>
                  </a:lnTo>
                  <a:lnTo>
                    <a:pt x="6347" y="16177"/>
                  </a:lnTo>
                  <a:lnTo>
                    <a:pt x="6420" y="16213"/>
                  </a:lnTo>
                  <a:lnTo>
                    <a:pt x="6493" y="16213"/>
                  </a:lnTo>
                  <a:lnTo>
                    <a:pt x="6567" y="16177"/>
                  </a:lnTo>
                  <a:lnTo>
                    <a:pt x="6787" y="16030"/>
                  </a:lnTo>
                  <a:lnTo>
                    <a:pt x="7007" y="15920"/>
                  </a:lnTo>
                  <a:lnTo>
                    <a:pt x="7484" y="15736"/>
                  </a:lnTo>
                  <a:lnTo>
                    <a:pt x="7704" y="15663"/>
                  </a:lnTo>
                  <a:lnTo>
                    <a:pt x="7924" y="15553"/>
                  </a:lnTo>
                  <a:lnTo>
                    <a:pt x="8144" y="15406"/>
                  </a:lnTo>
                  <a:lnTo>
                    <a:pt x="8328" y="15223"/>
                  </a:lnTo>
                  <a:lnTo>
                    <a:pt x="8438" y="15076"/>
                  </a:lnTo>
                  <a:lnTo>
                    <a:pt x="8511" y="14893"/>
                  </a:lnTo>
                  <a:lnTo>
                    <a:pt x="8511" y="14709"/>
                  </a:lnTo>
                  <a:lnTo>
                    <a:pt x="8511" y="14526"/>
                  </a:lnTo>
                  <a:lnTo>
                    <a:pt x="8474" y="14342"/>
                  </a:lnTo>
                  <a:lnTo>
                    <a:pt x="8364" y="14159"/>
                  </a:lnTo>
                  <a:lnTo>
                    <a:pt x="8254" y="14049"/>
                  </a:lnTo>
                  <a:lnTo>
                    <a:pt x="8071" y="13939"/>
                  </a:lnTo>
                  <a:lnTo>
                    <a:pt x="7997" y="13902"/>
                  </a:lnTo>
                  <a:close/>
                  <a:moveTo>
                    <a:pt x="14710" y="15736"/>
                  </a:moveTo>
                  <a:lnTo>
                    <a:pt x="14747" y="15993"/>
                  </a:lnTo>
                  <a:lnTo>
                    <a:pt x="14820" y="16250"/>
                  </a:lnTo>
                  <a:lnTo>
                    <a:pt x="14490" y="16507"/>
                  </a:lnTo>
                  <a:lnTo>
                    <a:pt x="14417" y="16397"/>
                  </a:lnTo>
                  <a:lnTo>
                    <a:pt x="14307" y="15993"/>
                  </a:lnTo>
                  <a:lnTo>
                    <a:pt x="14380" y="15956"/>
                  </a:lnTo>
                  <a:lnTo>
                    <a:pt x="14710" y="15736"/>
                  </a:lnTo>
                  <a:close/>
                  <a:moveTo>
                    <a:pt x="14123" y="16103"/>
                  </a:moveTo>
                  <a:lnTo>
                    <a:pt x="14160" y="16397"/>
                  </a:lnTo>
                  <a:lnTo>
                    <a:pt x="14233" y="16690"/>
                  </a:lnTo>
                  <a:lnTo>
                    <a:pt x="13830" y="16873"/>
                  </a:lnTo>
                  <a:lnTo>
                    <a:pt x="13720" y="16727"/>
                  </a:lnTo>
                  <a:lnTo>
                    <a:pt x="13500" y="16433"/>
                  </a:lnTo>
                  <a:lnTo>
                    <a:pt x="14123" y="16103"/>
                  </a:lnTo>
                  <a:close/>
                  <a:moveTo>
                    <a:pt x="13426" y="16470"/>
                  </a:moveTo>
                  <a:lnTo>
                    <a:pt x="13500" y="16727"/>
                  </a:lnTo>
                  <a:lnTo>
                    <a:pt x="13536" y="16873"/>
                  </a:lnTo>
                  <a:lnTo>
                    <a:pt x="13573" y="16984"/>
                  </a:lnTo>
                  <a:lnTo>
                    <a:pt x="13096" y="17167"/>
                  </a:lnTo>
                  <a:lnTo>
                    <a:pt x="12986" y="17057"/>
                  </a:lnTo>
                  <a:lnTo>
                    <a:pt x="12876" y="16873"/>
                  </a:lnTo>
                  <a:lnTo>
                    <a:pt x="12839" y="16727"/>
                  </a:lnTo>
                  <a:lnTo>
                    <a:pt x="13426" y="16470"/>
                  </a:lnTo>
                  <a:close/>
                  <a:moveTo>
                    <a:pt x="12583" y="16837"/>
                  </a:moveTo>
                  <a:lnTo>
                    <a:pt x="12656" y="17094"/>
                  </a:lnTo>
                  <a:lnTo>
                    <a:pt x="12803" y="17277"/>
                  </a:lnTo>
                  <a:lnTo>
                    <a:pt x="12399" y="17460"/>
                  </a:lnTo>
                  <a:lnTo>
                    <a:pt x="12326" y="17387"/>
                  </a:lnTo>
                  <a:lnTo>
                    <a:pt x="12253" y="17277"/>
                  </a:lnTo>
                  <a:lnTo>
                    <a:pt x="12216" y="17167"/>
                  </a:lnTo>
                  <a:lnTo>
                    <a:pt x="12216" y="17020"/>
                  </a:lnTo>
                  <a:lnTo>
                    <a:pt x="12583" y="16837"/>
                  </a:lnTo>
                  <a:close/>
                  <a:moveTo>
                    <a:pt x="12032" y="17094"/>
                  </a:moveTo>
                  <a:lnTo>
                    <a:pt x="11996" y="17240"/>
                  </a:lnTo>
                  <a:lnTo>
                    <a:pt x="12032" y="17387"/>
                  </a:lnTo>
                  <a:lnTo>
                    <a:pt x="12106" y="17570"/>
                  </a:lnTo>
                  <a:lnTo>
                    <a:pt x="11812" y="17644"/>
                  </a:lnTo>
                  <a:lnTo>
                    <a:pt x="11776" y="17644"/>
                  </a:lnTo>
                  <a:lnTo>
                    <a:pt x="11739" y="17497"/>
                  </a:lnTo>
                  <a:lnTo>
                    <a:pt x="11666" y="17240"/>
                  </a:lnTo>
                  <a:lnTo>
                    <a:pt x="12032" y="17094"/>
                  </a:lnTo>
                  <a:close/>
                  <a:moveTo>
                    <a:pt x="11446" y="17350"/>
                  </a:moveTo>
                  <a:lnTo>
                    <a:pt x="11482" y="17607"/>
                  </a:lnTo>
                  <a:lnTo>
                    <a:pt x="11519" y="17791"/>
                  </a:lnTo>
                  <a:lnTo>
                    <a:pt x="11189" y="17901"/>
                  </a:lnTo>
                  <a:lnTo>
                    <a:pt x="11115" y="17937"/>
                  </a:lnTo>
                  <a:lnTo>
                    <a:pt x="11115" y="17864"/>
                  </a:lnTo>
                  <a:lnTo>
                    <a:pt x="11115" y="17827"/>
                  </a:lnTo>
                  <a:lnTo>
                    <a:pt x="11115" y="17717"/>
                  </a:lnTo>
                  <a:lnTo>
                    <a:pt x="11005" y="17607"/>
                  </a:lnTo>
                  <a:lnTo>
                    <a:pt x="10969" y="17534"/>
                  </a:lnTo>
                  <a:lnTo>
                    <a:pt x="11446" y="17350"/>
                  </a:lnTo>
                  <a:close/>
                  <a:moveTo>
                    <a:pt x="10639" y="17644"/>
                  </a:moveTo>
                  <a:lnTo>
                    <a:pt x="10749" y="17791"/>
                  </a:lnTo>
                  <a:lnTo>
                    <a:pt x="10859" y="17901"/>
                  </a:lnTo>
                  <a:lnTo>
                    <a:pt x="10932" y="17974"/>
                  </a:lnTo>
                  <a:lnTo>
                    <a:pt x="10969" y="17974"/>
                  </a:lnTo>
                  <a:lnTo>
                    <a:pt x="10455" y="18194"/>
                  </a:lnTo>
                  <a:lnTo>
                    <a:pt x="10418" y="18121"/>
                  </a:lnTo>
                  <a:lnTo>
                    <a:pt x="10345" y="18121"/>
                  </a:lnTo>
                  <a:lnTo>
                    <a:pt x="10235" y="18157"/>
                  </a:lnTo>
                  <a:lnTo>
                    <a:pt x="10162" y="17901"/>
                  </a:lnTo>
                  <a:lnTo>
                    <a:pt x="10125" y="17827"/>
                  </a:lnTo>
                  <a:lnTo>
                    <a:pt x="10639" y="17644"/>
                  </a:lnTo>
                  <a:close/>
                  <a:moveTo>
                    <a:pt x="10272" y="440"/>
                  </a:moveTo>
                  <a:lnTo>
                    <a:pt x="10455" y="477"/>
                  </a:lnTo>
                  <a:lnTo>
                    <a:pt x="10565" y="550"/>
                  </a:lnTo>
                  <a:lnTo>
                    <a:pt x="10675" y="624"/>
                  </a:lnTo>
                  <a:lnTo>
                    <a:pt x="10785" y="734"/>
                  </a:lnTo>
                  <a:lnTo>
                    <a:pt x="10969" y="990"/>
                  </a:lnTo>
                  <a:lnTo>
                    <a:pt x="11005" y="1210"/>
                  </a:lnTo>
                  <a:lnTo>
                    <a:pt x="11042" y="1431"/>
                  </a:lnTo>
                  <a:lnTo>
                    <a:pt x="11335" y="2348"/>
                  </a:lnTo>
                  <a:lnTo>
                    <a:pt x="11886" y="3998"/>
                  </a:lnTo>
                  <a:lnTo>
                    <a:pt x="13060" y="7300"/>
                  </a:lnTo>
                  <a:lnTo>
                    <a:pt x="14233" y="10564"/>
                  </a:lnTo>
                  <a:lnTo>
                    <a:pt x="14857" y="12215"/>
                  </a:lnTo>
                  <a:lnTo>
                    <a:pt x="15187" y="13095"/>
                  </a:lnTo>
                  <a:lnTo>
                    <a:pt x="15407" y="13646"/>
                  </a:lnTo>
                  <a:lnTo>
                    <a:pt x="15334" y="13682"/>
                  </a:lnTo>
                  <a:lnTo>
                    <a:pt x="15297" y="13829"/>
                  </a:lnTo>
                  <a:lnTo>
                    <a:pt x="15297" y="13939"/>
                  </a:lnTo>
                  <a:lnTo>
                    <a:pt x="15260" y="14196"/>
                  </a:lnTo>
                  <a:lnTo>
                    <a:pt x="15224" y="14379"/>
                  </a:lnTo>
                  <a:lnTo>
                    <a:pt x="15187" y="14526"/>
                  </a:lnTo>
                  <a:lnTo>
                    <a:pt x="15004" y="14856"/>
                  </a:lnTo>
                  <a:lnTo>
                    <a:pt x="14747" y="15149"/>
                  </a:lnTo>
                  <a:lnTo>
                    <a:pt x="14453" y="15370"/>
                  </a:lnTo>
                  <a:lnTo>
                    <a:pt x="14123" y="15590"/>
                  </a:lnTo>
                  <a:lnTo>
                    <a:pt x="13793" y="15773"/>
                  </a:lnTo>
                  <a:lnTo>
                    <a:pt x="13060" y="16140"/>
                  </a:lnTo>
                  <a:lnTo>
                    <a:pt x="12326" y="16470"/>
                  </a:lnTo>
                  <a:lnTo>
                    <a:pt x="10859" y="17094"/>
                  </a:lnTo>
                  <a:lnTo>
                    <a:pt x="10015" y="17424"/>
                  </a:lnTo>
                  <a:lnTo>
                    <a:pt x="9978" y="17387"/>
                  </a:lnTo>
                  <a:lnTo>
                    <a:pt x="9942" y="17387"/>
                  </a:lnTo>
                  <a:lnTo>
                    <a:pt x="9905" y="17424"/>
                  </a:lnTo>
                  <a:lnTo>
                    <a:pt x="9905" y="17460"/>
                  </a:lnTo>
                  <a:lnTo>
                    <a:pt x="8841" y="17791"/>
                  </a:lnTo>
                  <a:lnTo>
                    <a:pt x="7777" y="18121"/>
                  </a:lnTo>
                  <a:lnTo>
                    <a:pt x="6970" y="18304"/>
                  </a:lnTo>
                  <a:lnTo>
                    <a:pt x="6163" y="18487"/>
                  </a:lnTo>
                  <a:lnTo>
                    <a:pt x="5797" y="18524"/>
                  </a:lnTo>
                  <a:lnTo>
                    <a:pt x="5613" y="18524"/>
                  </a:lnTo>
                  <a:lnTo>
                    <a:pt x="5430" y="18451"/>
                  </a:lnTo>
                  <a:lnTo>
                    <a:pt x="5283" y="18377"/>
                  </a:lnTo>
                  <a:lnTo>
                    <a:pt x="5173" y="18231"/>
                  </a:lnTo>
                  <a:lnTo>
                    <a:pt x="5063" y="18121"/>
                  </a:lnTo>
                  <a:lnTo>
                    <a:pt x="4953" y="17974"/>
                  </a:lnTo>
                  <a:lnTo>
                    <a:pt x="4879" y="17680"/>
                  </a:lnTo>
                  <a:lnTo>
                    <a:pt x="4769" y="17387"/>
                  </a:lnTo>
                  <a:lnTo>
                    <a:pt x="4476" y="16507"/>
                  </a:lnTo>
                  <a:lnTo>
                    <a:pt x="3926" y="14819"/>
                  </a:lnTo>
                  <a:lnTo>
                    <a:pt x="3376" y="13169"/>
                  </a:lnTo>
                  <a:lnTo>
                    <a:pt x="2752" y="11518"/>
                  </a:lnTo>
                  <a:lnTo>
                    <a:pt x="2165" y="9867"/>
                  </a:lnTo>
                  <a:lnTo>
                    <a:pt x="1505" y="8253"/>
                  </a:lnTo>
                  <a:lnTo>
                    <a:pt x="845" y="6603"/>
                  </a:lnTo>
                  <a:lnTo>
                    <a:pt x="588" y="6052"/>
                  </a:lnTo>
                  <a:lnTo>
                    <a:pt x="478" y="5796"/>
                  </a:lnTo>
                  <a:lnTo>
                    <a:pt x="331" y="5539"/>
                  </a:lnTo>
                  <a:lnTo>
                    <a:pt x="368" y="5502"/>
                  </a:lnTo>
                  <a:lnTo>
                    <a:pt x="404" y="5429"/>
                  </a:lnTo>
                  <a:lnTo>
                    <a:pt x="368" y="5209"/>
                  </a:lnTo>
                  <a:lnTo>
                    <a:pt x="404" y="5025"/>
                  </a:lnTo>
                  <a:lnTo>
                    <a:pt x="404" y="4879"/>
                  </a:lnTo>
                  <a:lnTo>
                    <a:pt x="478" y="4695"/>
                  </a:lnTo>
                  <a:lnTo>
                    <a:pt x="624" y="4402"/>
                  </a:lnTo>
                  <a:lnTo>
                    <a:pt x="845" y="4145"/>
                  </a:lnTo>
                  <a:lnTo>
                    <a:pt x="1101" y="3888"/>
                  </a:lnTo>
                  <a:lnTo>
                    <a:pt x="1395" y="3668"/>
                  </a:lnTo>
                  <a:lnTo>
                    <a:pt x="1725" y="3485"/>
                  </a:lnTo>
                  <a:lnTo>
                    <a:pt x="2018" y="3301"/>
                  </a:lnTo>
                  <a:lnTo>
                    <a:pt x="2789" y="2935"/>
                  </a:lnTo>
                  <a:lnTo>
                    <a:pt x="3596" y="2641"/>
                  </a:lnTo>
                  <a:lnTo>
                    <a:pt x="5210" y="2017"/>
                  </a:lnTo>
                  <a:lnTo>
                    <a:pt x="6787" y="1394"/>
                  </a:lnTo>
                  <a:lnTo>
                    <a:pt x="7557" y="1100"/>
                  </a:lnTo>
                  <a:lnTo>
                    <a:pt x="8364" y="807"/>
                  </a:lnTo>
                  <a:lnTo>
                    <a:pt x="9135" y="587"/>
                  </a:lnTo>
                  <a:lnTo>
                    <a:pt x="9538" y="514"/>
                  </a:lnTo>
                  <a:lnTo>
                    <a:pt x="9942" y="440"/>
                  </a:lnTo>
                  <a:close/>
                  <a:moveTo>
                    <a:pt x="9868" y="17937"/>
                  </a:moveTo>
                  <a:lnTo>
                    <a:pt x="9868" y="17974"/>
                  </a:lnTo>
                  <a:lnTo>
                    <a:pt x="9905" y="18157"/>
                  </a:lnTo>
                  <a:lnTo>
                    <a:pt x="10015" y="18341"/>
                  </a:lnTo>
                  <a:lnTo>
                    <a:pt x="9575" y="18524"/>
                  </a:lnTo>
                  <a:lnTo>
                    <a:pt x="9575" y="18487"/>
                  </a:lnTo>
                  <a:lnTo>
                    <a:pt x="9538" y="18341"/>
                  </a:lnTo>
                  <a:lnTo>
                    <a:pt x="9465" y="18231"/>
                  </a:lnTo>
                  <a:lnTo>
                    <a:pt x="9391" y="18084"/>
                  </a:lnTo>
                  <a:lnTo>
                    <a:pt x="9868" y="17937"/>
                  </a:lnTo>
                  <a:close/>
                  <a:moveTo>
                    <a:pt x="9098" y="18194"/>
                  </a:moveTo>
                  <a:lnTo>
                    <a:pt x="9171" y="18414"/>
                  </a:lnTo>
                  <a:lnTo>
                    <a:pt x="9245" y="18524"/>
                  </a:lnTo>
                  <a:lnTo>
                    <a:pt x="9318" y="18598"/>
                  </a:lnTo>
                  <a:lnTo>
                    <a:pt x="8841" y="18781"/>
                  </a:lnTo>
                  <a:lnTo>
                    <a:pt x="8768" y="18708"/>
                  </a:lnTo>
                  <a:lnTo>
                    <a:pt x="8694" y="18598"/>
                  </a:lnTo>
                  <a:lnTo>
                    <a:pt x="8621" y="18487"/>
                  </a:lnTo>
                  <a:lnTo>
                    <a:pt x="8584" y="18341"/>
                  </a:lnTo>
                  <a:lnTo>
                    <a:pt x="9098" y="18194"/>
                  </a:lnTo>
                  <a:close/>
                  <a:moveTo>
                    <a:pt x="8254" y="18414"/>
                  </a:moveTo>
                  <a:lnTo>
                    <a:pt x="8291" y="18561"/>
                  </a:lnTo>
                  <a:lnTo>
                    <a:pt x="8364" y="18744"/>
                  </a:lnTo>
                  <a:lnTo>
                    <a:pt x="8511" y="18928"/>
                  </a:lnTo>
                  <a:lnTo>
                    <a:pt x="8181" y="19038"/>
                  </a:lnTo>
                  <a:lnTo>
                    <a:pt x="8144" y="18964"/>
                  </a:lnTo>
                  <a:lnTo>
                    <a:pt x="8107" y="18928"/>
                  </a:lnTo>
                  <a:lnTo>
                    <a:pt x="7997" y="18854"/>
                  </a:lnTo>
                  <a:lnTo>
                    <a:pt x="7961" y="18818"/>
                  </a:lnTo>
                  <a:lnTo>
                    <a:pt x="7851" y="18634"/>
                  </a:lnTo>
                  <a:lnTo>
                    <a:pt x="7851" y="18561"/>
                  </a:lnTo>
                  <a:lnTo>
                    <a:pt x="8254" y="18414"/>
                  </a:lnTo>
                  <a:close/>
                  <a:moveTo>
                    <a:pt x="5246" y="18818"/>
                  </a:moveTo>
                  <a:lnTo>
                    <a:pt x="5430" y="18891"/>
                  </a:lnTo>
                  <a:lnTo>
                    <a:pt x="5650" y="18928"/>
                  </a:lnTo>
                  <a:lnTo>
                    <a:pt x="5870" y="18964"/>
                  </a:lnTo>
                  <a:lnTo>
                    <a:pt x="5943" y="19221"/>
                  </a:lnTo>
                  <a:lnTo>
                    <a:pt x="5760" y="19148"/>
                  </a:lnTo>
                  <a:lnTo>
                    <a:pt x="5576" y="19038"/>
                  </a:lnTo>
                  <a:lnTo>
                    <a:pt x="5393" y="18928"/>
                  </a:lnTo>
                  <a:lnTo>
                    <a:pt x="5246" y="18818"/>
                  </a:lnTo>
                  <a:close/>
                  <a:moveTo>
                    <a:pt x="7557" y="18634"/>
                  </a:moveTo>
                  <a:lnTo>
                    <a:pt x="7557" y="18781"/>
                  </a:lnTo>
                  <a:lnTo>
                    <a:pt x="7631" y="18928"/>
                  </a:lnTo>
                  <a:lnTo>
                    <a:pt x="7704" y="19038"/>
                  </a:lnTo>
                  <a:lnTo>
                    <a:pt x="7777" y="19148"/>
                  </a:lnTo>
                  <a:lnTo>
                    <a:pt x="7704" y="19184"/>
                  </a:lnTo>
                  <a:lnTo>
                    <a:pt x="7227" y="19294"/>
                  </a:lnTo>
                  <a:lnTo>
                    <a:pt x="7154" y="19184"/>
                  </a:lnTo>
                  <a:lnTo>
                    <a:pt x="7080" y="19074"/>
                  </a:lnTo>
                  <a:lnTo>
                    <a:pt x="6970" y="18928"/>
                  </a:lnTo>
                  <a:lnTo>
                    <a:pt x="6897" y="18781"/>
                  </a:lnTo>
                  <a:lnTo>
                    <a:pt x="7117" y="18708"/>
                  </a:lnTo>
                  <a:lnTo>
                    <a:pt x="7557" y="18634"/>
                  </a:lnTo>
                  <a:close/>
                  <a:moveTo>
                    <a:pt x="6604" y="18854"/>
                  </a:moveTo>
                  <a:lnTo>
                    <a:pt x="6677" y="19111"/>
                  </a:lnTo>
                  <a:lnTo>
                    <a:pt x="6750" y="19221"/>
                  </a:lnTo>
                  <a:lnTo>
                    <a:pt x="6824" y="19331"/>
                  </a:lnTo>
                  <a:lnTo>
                    <a:pt x="6493" y="19331"/>
                  </a:lnTo>
                  <a:lnTo>
                    <a:pt x="6493" y="19258"/>
                  </a:lnTo>
                  <a:lnTo>
                    <a:pt x="6493" y="19221"/>
                  </a:lnTo>
                  <a:lnTo>
                    <a:pt x="6420" y="19184"/>
                  </a:lnTo>
                  <a:lnTo>
                    <a:pt x="6383" y="19184"/>
                  </a:lnTo>
                  <a:lnTo>
                    <a:pt x="6310" y="19221"/>
                  </a:lnTo>
                  <a:lnTo>
                    <a:pt x="6273" y="19221"/>
                  </a:lnTo>
                  <a:lnTo>
                    <a:pt x="6200" y="19184"/>
                  </a:lnTo>
                  <a:lnTo>
                    <a:pt x="6163" y="19074"/>
                  </a:lnTo>
                  <a:lnTo>
                    <a:pt x="6127" y="18928"/>
                  </a:lnTo>
                  <a:lnTo>
                    <a:pt x="6604" y="18854"/>
                  </a:lnTo>
                  <a:close/>
                  <a:moveTo>
                    <a:pt x="10125" y="0"/>
                  </a:moveTo>
                  <a:lnTo>
                    <a:pt x="9721" y="37"/>
                  </a:lnTo>
                  <a:lnTo>
                    <a:pt x="9318" y="110"/>
                  </a:lnTo>
                  <a:lnTo>
                    <a:pt x="8804" y="220"/>
                  </a:lnTo>
                  <a:lnTo>
                    <a:pt x="8291" y="403"/>
                  </a:lnTo>
                  <a:lnTo>
                    <a:pt x="7300" y="734"/>
                  </a:lnTo>
                  <a:lnTo>
                    <a:pt x="5320" y="1504"/>
                  </a:lnTo>
                  <a:lnTo>
                    <a:pt x="3376" y="2274"/>
                  </a:lnTo>
                  <a:lnTo>
                    <a:pt x="2422" y="2678"/>
                  </a:lnTo>
                  <a:lnTo>
                    <a:pt x="1945" y="2898"/>
                  </a:lnTo>
                  <a:lnTo>
                    <a:pt x="1505" y="3118"/>
                  </a:lnTo>
                  <a:lnTo>
                    <a:pt x="1248" y="3301"/>
                  </a:lnTo>
                  <a:lnTo>
                    <a:pt x="955" y="3485"/>
                  </a:lnTo>
                  <a:lnTo>
                    <a:pt x="698" y="3742"/>
                  </a:lnTo>
                  <a:lnTo>
                    <a:pt x="441" y="3998"/>
                  </a:lnTo>
                  <a:lnTo>
                    <a:pt x="221" y="4292"/>
                  </a:lnTo>
                  <a:lnTo>
                    <a:pt x="74" y="4622"/>
                  </a:lnTo>
                  <a:lnTo>
                    <a:pt x="38" y="4769"/>
                  </a:lnTo>
                  <a:lnTo>
                    <a:pt x="38" y="4915"/>
                  </a:lnTo>
                  <a:lnTo>
                    <a:pt x="38" y="5099"/>
                  </a:lnTo>
                  <a:lnTo>
                    <a:pt x="74" y="5245"/>
                  </a:lnTo>
                  <a:lnTo>
                    <a:pt x="1" y="5282"/>
                  </a:lnTo>
                  <a:lnTo>
                    <a:pt x="1" y="5319"/>
                  </a:lnTo>
                  <a:lnTo>
                    <a:pt x="38" y="5722"/>
                  </a:lnTo>
                  <a:lnTo>
                    <a:pt x="148" y="6052"/>
                  </a:lnTo>
                  <a:lnTo>
                    <a:pt x="441" y="6786"/>
                  </a:lnTo>
                  <a:lnTo>
                    <a:pt x="1065" y="8400"/>
                  </a:lnTo>
                  <a:lnTo>
                    <a:pt x="2348" y="11665"/>
                  </a:lnTo>
                  <a:lnTo>
                    <a:pt x="2935" y="13315"/>
                  </a:lnTo>
                  <a:lnTo>
                    <a:pt x="3522" y="15003"/>
                  </a:lnTo>
                  <a:lnTo>
                    <a:pt x="4072" y="16653"/>
                  </a:lnTo>
                  <a:lnTo>
                    <a:pt x="4293" y="17424"/>
                  </a:lnTo>
                  <a:lnTo>
                    <a:pt x="4439" y="17827"/>
                  </a:lnTo>
                  <a:lnTo>
                    <a:pt x="4513" y="18047"/>
                  </a:lnTo>
                  <a:lnTo>
                    <a:pt x="4623" y="18231"/>
                  </a:lnTo>
                  <a:lnTo>
                    <a:pt x="4659" y="18451"/>
                  </a:lnTo>
                  <a:lnTo>
                    <a:pt x="4733" y="18634"/>
                  </a:lnTo>
                  <a:lnTo>
                    <a:pt x="4806" y="18781"/>
                  </a:lnTo>
                  <a:lnTo>
                    <a:pt x="4916" y="18928"/>
                  </a:lnTo>
                  <a:lnTo>
                    <a:pt x="5026" y="19074"/>
                  </a:lnTo>
                  <a:lnTo>
                    <a:pt x="5173" y="19221"/>
                  </a:lnTo>
                  <a:lnTo>
                    <a:pt x="5503" y="19404"/>
                  </a:lnTo>
                  <a:lnTo>
                    <a:pt x="5833" y="19551"/>
                  </a:lnTo>
                  <a:lnTo>
                    <a:pt x="6237" y="19661"/>
                  </a:lnTo>
                  <a:lnTo>
                    <a:pt x="6604" y="19698"/>
                  </a:lnTo>
                  <a:lnTo>
                    <a:pt x="7007" y="19698"/>
                  </a:lnTo>
                  <a:lnTo>
                    <a:pt x="7484" y="19625"/>
                  </a:lnTo>
                  <a:lnTo>
                    <a:pt x="7924" y="19515"/>
                  </a:lnTo>
                  <a:lnTo>
                    <a:pt x="8841" y="19184"/>
                  </a:lnTo>
                  <a:lnTo>
                    <a:pt x="11079" y="18341"/>
                  </a:lnTo>
                  <a:lnTo>
                    <a:pt x="13206" y="17570"/>
                  </a:lnTo>
                  <a:lnTo>
                    <a:pt x="13830" y="17314"/>
                  </a:lnTo>
                  <a:lnTo>
                    <a:pt x="14417" y="17020"/>
                  </a:lnTo>
                  <a:lnTo>
                    <a:pt x="14527" y="17020"/>
                  </a:lnTo>
                  <a:lnTo>
                    <a:pt x="14674" y="16947"/>
                  </a:lnTo>
                  <a:lnTo>
                    <a:pt x="14710" y="16873"/>
                  </a:lnTo>
                  <a:lnTo>
                    <a:pt x="14710" y="16837"/>
                  </a:lnTo>
                  <a:lnTo>
                    <a:pt x="14894" y="16690"/>
                  </a:lnTo>
                  <a:lnTo>
                    <a:pt x="15187" y="16433"/>
                  </a:lnTo>
                  <a:lnTo>
                    <a:pt x="15407" y="16103"/>
                  </a:lnTo>
                  <a:lnTo>
                    <a:pt x="15554" y="15773"/>
                  </a:lnTo>
                  <a:lnTo>
                    <a:pt x="15701" y="15406"/>
                  </a:lnTo>
                  <a:lnTo>
                    <a:pt x="15774" y="15039"/>
                  </a:lnTo>
                  <a:lnTo>
                    <a:pt x="15811" y="14636"/>
                  </a:lnTo>
                  <a:lnTo>
                    <a:pt x="15847" y="13866"/>
                  </a:lnTo>
                  <a:lnTo>
                    <a:pt x="15884" y="13829"/>
                  </a:lnTo>
                  <a:lnTo>
                    <a:pt x="15884" y="13756"/>
                  </a:lnTo>
                  <a:lnTo>
                    <a:pt x="15847" y="13572"/>
                  </a:lnTo>
                  <a:lnTo>
                    <a:pt x="15811" y="13389"/>
                  </a:lnTo>
                  <a:lnTo>
                    <a:pt x="15664" y="13059"/>
                  </a:lnTo>
                  <a:lnTo>
                    <a:pt x="15334" y="12178"/>
                  </a:lnTo>
                  <a:lnTo>
                    <a:pt x="14710" y="10564"/>
                  </a:lnTo>
                  <a:lnTo>
                    <a:pt x="13500" y="7263"/>
                  </a:lnTo>
                  <a:lnTo>
                    <a:pt x="12326" y="3962"/>
                  </a:lnTo>
                  <a:lnTo>
                    <a:pt x="11776" y="2311"/>
                  </a:lnTo>
                  <a:lnTo>
                    <a:pt x="11446" y="1431"/>
                  </a:lnTo>
                  <a:lnTo>
                    <a:pt x="11372" y="1174"/>
                  </a:lnTo>
                  <a:lnTo>
                    <a:pt x="11409" y="1027"/>
                  </a:lnTo>
                  <a:lnTo>
                    <a:pt x="11409" y="917"/>
                  </a:lnTo>
                  <a:lnTo>
                    <a:pt x="11372" y="770"/>
                  </a:lnTo>
                  <a:lnTo>
                    <a:pt x="11299" y="624"/>
                  </a:lnTo>
                  <a:lnTo>
                    <a:pt x="11152" y="403"/>
                  </a:lnTo>
                  <a:lnTo>
                    <a:pt x="10895" y="220"/>
                  </a:lnTo>
                  <a:lnTo>
                    <a:pt x="10712" y="110"/>
                  </a:lnTo>
                  <a:lnTo>
                    <a:pt x="10528" y="37"/>
                  </a:lnTo>
                  <a:lnTo>
                    <a:pt x="10345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8" name="Google Shape;295;p5">
              <a:extLst>
                <a:ext uri="{FF2B5EF4-FFF2-40B4-BE49-F238E27FC236}">
                  <a16:creationId xmlns:a16="http://schemas.microsoft.com/office/drawing/2014/main" id="{5AFE4C34-5DA5-4CC8-BC55-3A06C026EBA4}"/>
                </a:ext>
              </a:extLst>
            </p:cNvPr>
            <p:cNvSpPr/>
            <p:nvPr/>
          </p:nvSpPr>
          <p:spPr>
            <a:xfrm>
              <a:off x="6991200" y="2879025"/>
              <a:ext cx="390675" cy="444800"/>
            </a:xfrm>
            <a:custGeom>
              <a:avLst/>
              <a:gdLst/>
              <a:ahLst/>
              <a:cxnLst/>
              <a:rect l="l" t="t" r="r" b="b"/>
              <a:pathLst>
                <a:path w="15627" h="17792" extrusionOk="0">
                  <a:moveTo>
                    <a:pt x="10528" y="1"/>
                  </a:moveTo>
                  <a:lnTo>
                    <a:pt x="10455" y="37"/>
                  </a:lnTo>
                  <a:lnTo>
                    <a:pt x="10308" y="221"/>
                  </a:lnTo>
                  <a:lnTo>
                    <a:pt x="10198" y="441"/>
                  </a:lnTo>
                  <a:lnTo>
                    <a:pt x="10015" y="881"/>
                  </a:lnTo>
                  <a:lnTo>
                    <a:pt x="9831" y="1468"/>
                  </a:lnTo>
                  <a:lnTo>
                    <a:pt x="9685" y="2091"/>
                  </a:lnTo>
                  <a:lnTo>
                    <a:pt x="9685" y="2201"/>
                  </a:lnTo>
                  <a:lnTo>
                    <a:pt x="9721" y="2311"/>
                  </a:lnTo>
                  <a:lnTo>
                    <a:pt x="9795" y="2348"/>
                  </a:lnTo>
                  <a:lnTo>
                    <a:pt x="9868" y="2385"/>
                  </a:lnTo>
                  <a:lnTo>
                    <a:pt x="9941" y="2421"/>
                  </a:lnTo>
                  <a:lnTo>
                    <a:pt x="10051" y="2385"/>
                  </a:lnTo>
                  <a:lnTo>
                    <a:pt x="10125" y="2311"/>
                  </a:lnTo>
                  <a:lnTo>
                    <a:pt x="10198" y="2238"/>
                  </a:lnTo>
                  <a:lnTo>
                    <a:pt x="10235" y="2055"/>
                  </a:lnTo>
                  <a:lnTo>
                    <a:pt x="10235" y="2018"/>
                  </a:lnTo>
                  <a:lnTo>
                    <a:pt x="10235" y="1981"/>
                  </a:lnTo>
                  <a:lnTo>
                    <a:pt x="10455" y="1138"/>
                  </a:lnTo>
                  <a:lnTo>
                    <a:pt x="10638" y="624"/>
                  </a:lnTo>
                  <a:lnTo>
                    <a:pt x="10675" y="367"/>
                  </a:lnTo>
                  <a:lnTo>
                    <a:pt x="10712" y="111"/>
                  </a:lnTo>
                  <a:lnTo>
                    <a:pt x="10675" y="37"/>
                  </a:lnTo>
                  <a:lnTo>
                    <a:pt x="10602" y="1"/>
                  </a:lnTo>
                  <a:close/>
                  <a:moveTo>
                    <a:pt x="3559" y="1028"/>
                  </a:moveTo>
                  <a:lnTo>
                    <a:pt x="3522" y="1064"/>
                  </a:lnTo>
                  <a:lnTo>
                    <a:pt x="3485" y="1101"/>
                  </a:lnTo>
                  <a:lnTo>
                    <a:pt x="3485" y="1138"/>
                  </a:lnTo>
                  <a:lnTo>
                    <a:pt x="3559" y="1321"/>
                  </a:lnTo>
                  <a:lnTo>
                    <a:pt x="3669" y="1468"/>
                  </a:lnTo>
                  <a:lnTo>
                    <a:pt x="3889" y="1761"/>
                  </a:lnTo>
                  <a:lnTo>
                    <a:pt x="4109" y="2055"/>
                  </a:lnTo>
                  <a:lnTo>
                    <a:pt x="4366" y="2348"/>
                  </a:lnTo>
                  <a:lnTo>
                    <a:pt x="4476" y="2605"/>
                  </a:lnTo>
                  <a:lnTo>
                    <a:pt x="4586" y="2862"/>
                  </a:lnTo>
                  <a:lnTo>
                    <a:pt x="4696" y="2972"/>
                  </a:lnTo>
                  <a:lnTo>
                    <a:pt x="4769" y="3045"/>
                  </a:lnTo>
                  <a:lnTo>
                    <a:pt x="4916" y="3082"/>
                  </a:lnTo>
                  <a:lnTo>
                    <a:pt x="5063" y="3082"/>
                  </a:lnTo>
                  <a:lnTo>
                    <a:pt x="5136" y="3045"/>
                  </a:lnTo>
                  <a:lnTo>
                    <a:pt x="5209" y="3008"/>
                  </a:lnTo>
                  <a:lnTo>
                    <a:pt x="5246" y="2935"/>
                  </a:lnTo>
                  <a:lnTo>
                    <a:pt x="5246" y="2862"/>
                  </a:lnTo>
                  <a:lnTo>
                    <a:pt x="5209" y="2715"/>
                  </a:lnTo>
                  <a:lnTo>
                    <a:pt x="5173" y="2642"/>
                  </a:lnTo>
                  <a:lnTo>
                    <a:pt x="5099" y="2605"/>
                  </a:lnTo>
                  <a:lnTo>
                    <a:pt x="4989" y="2605"/>
                  </a:lnTo>
                  <a:lnTo>
                    <a:pt x="4989" y="2568"/>
                  </a:lnTo>
                  <a:lnTo>
                    <a:pt x="4989" y="2495"/>
                  </a:lnTo>
                  <a:lnTo>
                    <a:pt x="4953" y="2385"/>
                  </a:lnTo>
                  <a:lnTo>
                    <a:pt x="4806" y="2128"/>
                  </a:lnTo>
                  <a:lnTo>
                    <a:pt x="4623" y="1871"/>
                  </a:lnTo>
                  <a:lnTo>
                    <a:pt x="4402" y="1615"/>
                  </a:lnTo>
                  <a:lnTo>
                    <a:pt x="4146" y="1394"/>
                  </a:lnTo>
                  <a:lnTo>
                    <a:pt x="3889" y="1174"/>
                  </a:lnTo>
                  <a:lnTo>
                    <a:pt x="3595" y="1028"/>
                  </a:lnTo>
                  <a:close/>
                  <a:moveTo>
                    <a:pt x="15334" y="3999"/>
                  </a:moveTo>
                  <a:lnTo>
                    <a:pt x="15260" y="4035"/>
                  </a:lnTo>
                  <a:lnTo>
                    <a:pt x="15187" y="4109"/>
                  </a:lnTo>
                  <a:lnTo>
                    <a:pt x="15077" y="4182"/>
                  </a:lnTo>
                  <a:lnTo>
                    <a:pt x="14967" y="4256"/>
                  </a:lnTo>
                  <a:lnTo>
                    <a:pt x="14820" y="4329"/>
                  </a:lnTo>
                  <a:lnTo>
                    <a:pt x="14673" y="4329"/>
                  </a:lnTo>
                  <a:lnTo>
                    <a:pt x="14527" y="4402"/>
                  </a:lnTo>
                  <a:lnTo>
                    <a:pt x="14490" y="4439"/>
                  </a:lnTo>
                  <a:lnTo>
                    <a:pt x="14453" y="4549"/>
                  </a:lnTo>
                  <a:lnTo>
                    <a:pt x="14417" y="4586"/>
                  </a:lnTo>
                  <a:lnTo>
                    <a:pt x="14380" y="4622"/>
                  </a:lnTo>
                  <a:lnTo>
                    <a:pt x="14233" y="4732"/>
                  </a:lnTo>
                  <a:lnTo>
                    <a:pt x="13940" y="4842"/>
                  </a:lnTo>
                  <a:lnTo>
                    <a:pt x="13720" y="4989"/>
                  </a:lnTo>
                  <a:lnTo>
                    <a:pt x="13536" y="5173"/>
                  </a:lnTo>
                  <a:lnTo>
                    <a:pt x="13499" y="5246"/>
                  </a:lnTo>
                  <a:lnTo>
                    <a:pt x="13499" y="5319"/>
                  </a:lnTo>
                  <a:lnTo>
                    <a:pt x="13573" y="5356"/>
                  </a:lnTo>
                  <a:lnTo>
                    <a:pt x="13830" y="5356"/>
                  </a:lnTo>
                  <a:lnTo>
                    <a:pt x="14013" y="5319"/>
                  </a:lnTo>
                  <a:lnTo>
                    <a:pt x="14380" y="5173"/>
                  </a:lnTo>
                  <a:lnTo>
                    <a:pt x="14673" y="5026"/>
                  </a:lnTo>
                  <a:lnTo>
                    <a:pt x="14783" y="4953"/>
                  </a:lnTo>
                  <a:lnTo>
                    <a:pt x="14857" y="4806"/>
                  </a:lnTo>
                  <a:lnTo>
                    <a:pt x="15077" y="4769"/>
                  </a:lnTo>
                  <a:lnTo>
                    <a:pt x="15260" y="4659"/>
                  </a:lnTo>
                  <a:lnTo>
                    <a:pt x="15370" y="4696"/>
                  </a:lnTo>
                  <a:lnTo>
                    <a:pt x="15444" y="4696"/>
                  </a:lnTo>
                  <a:lnTo>
                    <a:pt x="15554" y="4622"/>
                  </a:lnTo>
                  <a:lnTo>
                    <a:pt x="15627" y="4549"/>
                  </a:lnTo>
                  <a:lnTo>
                    <a:pt x="15627" y="4476"/>
                  </a:lnTo>
                  <a:lnTo>
                    <a:pt x="15590" y="4366"/>
                  </a:lnTo>
                  <a:lnTo>
                    <a:pt x="15627" y="4329"/>
                  </a:lnTo>
                  <a:lnTo>
                    <a:pt x="15627" y="4256"/>
                  </a:lnTo>
                  <a:lnTo>
                    <a:pt x="15590" y="4182"/>
                  </a:lnTo>
                  <a:lnTo>
                    <a:pt x="15554" y="4109"/>
                  </a:lnTo>
                  <a:lnTo>
                    <a:pt x="15480" y="4035"/>
                  </a:lnTo>
                  <a:lnTo>
                    <a:pt x="15407" y="4035"/>
                  </a:lnTo>
                  <a:lnTo>
                    <a:pt x="15334" y="3999"/>
                  </a:lnTo>
                  <a:close/>
                  <a:moveTo>
                    <a:pt x="2238" y="7447"/>
                  </a:moveTo>
                  <a:lnTo>
                    <a:pt x="2128" y="7484"/>
                  </a:lnTo>
                  <a:lnTo>
                    <a:pt x="1064" y="7960"/>
                  </a:lnTo>
                  <a:lnTo>
                    <a:pt x="477" y="8217"/>
                  </a:lnTo>
                  <a:lnTo>
                    <a:pt x="257" y="8364"/>
                  </a:lnTo>
                  <a:lnTo>
                    <a:pt x="147" y="8474"/>
                  </a:lnTo>
                  <a:lnTo>
                    <a:pt x="111" y="8437"/>
                  </a:lnTo>
                  <a:lnTo>
                    <a:pt x="74" y="8437"/>
                  </a:lnTo>
                  <a:lnTo>
                    <a:pt x="1" y="8511"/>
                  </a:lnTo>
                  <a:lnTo>
                    <a:pt x="1" y="8584"/>
                  </a:lnTo>
                  <a:lnTo>
                    <a:pt x="37" y="8621"/>
                  </a:lnTo>
                  <a:lnTo>
                    <a:pt x="111" y="8694"/>
                  </a:lnTo>
                  <a:lnTo>
                    <a:pt x="221" y="8731"/>
                  </a:lnTo>
                  <a:lnTo>
                    <a:pt x="367" y="8694"/>
                  </a:lnTo>
                  <a:lnTo>
                    <a:pt x="514" y="8657"/>
                  </a:lnTo>
                  <a:lnTo>
                    <a:pt x="808" y="8547"/>
                  </a:lnTo>
                  <a:lnTo>
                    <a:pt x="1028" y="8474"/>
                  </a:lnTo>
                  <a:lnTo>
                    <a:pt x="2385" y="7887"/>
                  </a:lnTo>
                  <a:lnTo>
                    <a:pt x="2458" y="7850"/>
                  </a:lnTo>
                  <a:lnTo>
                    <a:pt x="2532" y="7777"/>
                  </a:lnTo>
                  <a:lnTo>
                    <a:pt x="2532" y="7667"/>
                  </a:lnTo>
                  <a:lnTo>
                    <a:pt x="2495" y="7594"/>
                  </a:lnTo>
                  <a:lnTo>
                    <a:pt x="2422" y="7520"/>
                  </a:lnTo>
                  <a:lnTo>
                    <a:pt x="2348" y="7484"/>
                  </a:lnTo>
                  <a:lnTo>
                    <a:pt x="2238" y="7447"/>
                  </a:lnTo>
                  <a:close/>
                  <a:moveTo>
                    <a:pt x="6677" y="7814"/>
                  </a:moveTo>
                  <a:lnTo>
                    <a:pt x="6603" y="7887"/>
                  </a:lnTo>
                  <a:lnTo>
                    <a:pt x="6603" y="7960"/>
                  </a:lnTo>
                  <a:lnTo>
                    <a:pt x="6603" y="8070"/>
                  </a:lnTo>
                  <a:lnTo>
                    <a:pt x="6933" y="8474"/>
                  </a:lnTo>
                  <a:lnTo>
                    <a:pt x="7044" y="8694"/>
                  </a:lnTo>
                  <a:lnTo>
                    <a:pt x="7154" y="8914"/>
                  </a:lnTo>
                  <a:lnTo>
                    <a:pt x="7227" y="8951"/>
                  </a:lnTo>
                  <a:lnTo>
                    <a:pt x="7264" y="8987"/>
                  </a:lnTo>
                  <a:lnTo>
                    <a:pt x="7410" y="8987"/>
                  </a:lnTo>
                  <a:lnTo>
                    <a:pt x="7594" y="8877"/>
                  </a:lnTo>
                  <a:lnTo>
                    <a:pt x="7777" y="8767"/>
                  </a:lnTo>
                  <a:lnTo>
                    <a:pt x="7924" y="8621"/>
                  </a:lnTo>
                  <a:lnTo>
                    <a:pt x="7924" y="8657"/>
                  </a:lnTo>
                  <a:lnTo>
                    <a:pt x="7997" y="8767"/>
                  </a:lnTo>
                  <a:lnTo>
                    <a:pt x="8071" y="8877"/>
                  </a:lnTo>
                  <a:lnTo>
                    <a:pt x="8181" y="8951"/>
                  </a:lnTo>
                  <a:lnTo>
                    <a:pt x="8327" y="9024"/>
                  </a:lnTo>
                  <a:lnTo>
                    <a:pt x="8584" y="9061"/>
                  </a:lnTo>
                  <a:lnTo>
                    <a:pt x="8768" y="9061"/>
                  </a:lnTo>
                  <a:lnTo>
                    <a:pt x="8951" y="8987"/>
                  </a:lnTo>
                  <a:lnTo>
                    <a:pt x="9281" y="8841"/>
                  </a:lnTo>
                  <a:lnTo>
                    <a:pt x="9611" y="8657"/>
                  </a:lnTo>
                  <a:lnTo>
                    <a:pt x="9721" y="8547"/>
                  </a:lnTo>
                  <a:lnTo>
                    <a:pt x="9758" y="8474"/>
                  </a:lnTo>
                  <a:lnTo>
                    <a:pt x="9758" y="8364"/>
                  </a:lnTo>
                  <a:lnTo>
                    <a:pt x="9685" y="8254"/>
                  </a:lnTo>
                  <a:lnTo>
                    <a:pt x="9648" y="8217"/>
                  </a:lnTo>
                  <a:lnTo>
                    <a:pt x="9464" y="8217"/>
                  </a:lnTo>
                  <a:lnTo>
                    <a:pt x="9428" y="8291"/>
                  </a:lnTo>
                  <a:lnTo>
                    <a:pt x="9244" y="8437"/>
                  </a:lnTo>
                  <a:lnTo>
                    <a:pt x="8988" y="8547"/>
                  </a:lnTo>
                  <a:lnTo>
                    <a:pt x="8768" y="8621"/>
                  </a:lnTo>
                  <a:lnTo>
                    <a:pt x="8584" y="8657"/>
                  </a:lnTo>
                  <a:lnTo>
                    <a:pt x="8474" y="8657"/>
                  </a:lnTo>
                  <a:lnTo>
                    <a:pt x="8401" y="8621"/>
                  </a:lnTo>
                  <a:lnTo>
                    <a:pt x="8364" y="8584"/>
                  </a:lnTo>
                  <a:lnTo>
                    <a:pt x="8327" y="8547"/>
                  </a:lnTo>
                  <a:lnTo>
                    <a:pt x="8254" y="8254"/>
                  </a:lnTo>
                  <a:lnTo>
                    <a:pt x="8181" y="8144"/>
                  </a:lnTo>
                  <a:lnTo>
                    <a:pt x="8071" y="8107"/>
                  </a:lnTo>
                  <a:lnTo>
                    <a:pt x="7961" y="8107"/>
                  </a:lnTo>
                  <a:lnTo>
                    <a:pt x="7887" y="8144"/>
                  </a:lnTo>
                  <a:lnTo>
                    <a:pt x="7740" y="8254"/>
                  </a:lnTo>
                  <a:lnTo>
                    <a:pt x="7630" y="8401"/>
                  </a:lnTo>
                  <a:lnTo>
                    <a:pt x="7410" y="8547"/>
                  </a:lnTo>
                  <a:lnTo>
                    <a:pt x="7264" y="8364"/>
                  </a:lnTo>
                  <a:lnTo>
                    <a:pt x="7117" y="8180"/>
                  </a:lnTo>
                  <a:lnTo>
                    <a:pt x="6970" y="7997"/>
                  </a:lnTo>
                  <a:lnTo>
                    <a:pt x="6787" y="7850"/>
                  </a:lnTo>
                  <a:lnTo>
                    <a:pt x="6713" y="7814"/>
                  </a:lnTo>
                  <a:close/>
                  <a:moveTo>
                    <a:pt x="12876" y="11005"/>
                  </a:moveTo>
                  <a:lnTo>
                    <a:pt x="12803" y="11042"/>
                  </a:lnTo>
                  <a:lnTo>
                    <a:pt x="12766" y="11078"/>
                  </a:lnTo>
                  <a:lnTo>
                    <a:pt x="12766" y="11152"/>
                  </a:lnTo>
                  <a:lnTo>
                    <a:pt x="12729" y="11225"/>
                  </a:lnTo>
                  <a:lnTo>
                    <a:pt x="12766" y="11298"/>
                  </a:lnTo>
                  <a:lnTo>
                    <a:pt x="12986" y="11702"/>
                  </a:lnTo>
                  <a:lnTo>
                    <a:pt x="13279" y="12069"/>
                  </a:lnTo>
                  <a:lnTo>
                    <a:pt x="13499" y="12399"/>
                  </a:lnTo>
                  <a:lnTo>
                    <a:pt x="13646" y="12509"/>
                  </a:lnTo>
                  <a:lnTo>
                    <a:pt x="13830" y="12619"/>
                  </a:lnTo>
                  <a:lnTo>
                    <a:pt x="13976" y="12619"/>
                  </a:lnTo>
                  <a:lnTo>
                    <a:pt x="14013" y="12582"/>
                  </a:lnTo>
                  <a:lnTo>
                    <a:pt x="14086" y="12546"/>
                  </a:lnTo>
                  <a:lnTo>
                    <a:pt x="14160" y="12436"/>
                  </a:lnTo>
                  <a:lnTo>
                    <a:pt x="14160" y="12325"/>
                  </a:lnTo>
                  <a:lnTo>
                    <a:pt x="14160" y="12252"/>
                  </a:lnTo>
                  <a:lnTo>
                    <a:pt x="14123" y="12142"/>
                  </a:lnTo>
                  <a:lnTo>
                    <a:pt x="14086" y="12069"/>
                  </a:lnTo>
                  <a:lnTo>
                    <a:pt x="14050" y="12032"/>
                  </a:lnTo>
                  <a:lnTo>
                    <a:pt x="13903" y="12032"/>
                  </a:lnTo>
                  <a:lnTo>
                    <a:pt x="13830" y="11885"/>
                  </a:lnTo>
                  <a:lnTo>
                    <a:pt x="13573" y="11592"/>
                  </a:lnTo>
                  <a:lnTo>
                    <a:pt x="13316" y="11298"/>
                  </a:lnTo>
                  <a:lnTo>
                    <a:pt x="13059" y="11042"/>
                  </a:lnTo>
                  <a:lnTo>
                    <a:pt x="13023" y="11005"/>
                  </a:lnTo>
                  <a:close/>
                  <a:moveTo>
                    <a:pt x="8181" y="3192"/>
                  </a:moveTo>
                  <a:lnTo>
                    <a:pt x="8511" y="3228"/>
                  </a:lnTo>
                  <a:lnTo>
                    <a:pt x="8878" y="3265"/>
                  </a:lnTo>
                  <a:lnTo>
                    <a:pt x="9208" y="3339"/>
                  </a:lnTo>
                  <a:lnTo>
                    <a:pt x="9538" y="3412"/>
                  </a:lnTo>
                  <a:lnTo>
                    <a:pt x="9868" y="3522"/>
                  </a:lnTo>
                  <a:lnTo>
                    <a:pt x="10198" y="3669"/>
                  </a:lnTo>
                  <a:lnTo>
                    <a:pt x="10528" y="3852"/>
                  </a:lnTo>
                  <a:lnTo>
                    <a:pt x="10822" y="4035"/>
                  </a:lnTo>
                  <a:lnTo>
                    <a:pt x="11078" y="4256"/>
                  </a:lnTo>
                  <a:lnTo>
                    <a:pt x="11335" y="4476"/>
                  </a:lnTo>
                  <a:lnTo>
                    <a:pt x="11592" y="4732"/>
                  </a:lnTo>
                  <a:lnTo>
                    <a:pt x="11812" y="4989"/>
                  </a:lnTo>
                  <a:lnTo>
                    <a:pt x="11996" y="5319"/>
                  </a:lnTo>
                  <a:lnTo>
                    <a:pt x="12142" y="5576"/>
                  </a:lnTo>
                  <a:lnTo>
                    <a:pt x="12252" y="5870"/>
                  </a:lnTo>
                  <a:lnTo>
                    <a:pt x="12362" y="6200"/>
                  </a:lnTo>
                  <a:lnTo>
                    <a:pt x="12436" y="6530"/>
                  </a:lnTo>
                  <a:lnTo>
                    <a:pt x="12509" y="6823"/>
                  </a:lnTo>
                  <a:lnTo>
                    <a:pt x="12509" y="7153"/>
                  </a:lnTo>
                  <a:lnTo>
                    <a:pt x="12509" y="7484"/>
                  </a:lnTo>
                  <a:lnTo>
                    <a:pt x="12472" y="7814"/>
                  </a:lnTo>
                  <a:lnTo>
                    <a:pt x="12399" y="8144"/>
                  </a:lnTo>
                  <a:lnTo>
                    <a:pt x="12289" y="8511"/>
                  </a:lnTo>
                  <a:lnTo>
                    <a:pt x="12142" y="8804"/>
                  </a:lnTo>
                  <a:lnTo>
                    <a:pt x="11996" y="9134"/>
                  </a:lnTo>
                  <a:lnTo>
                    <a:pt x="11812" y="9428"/>
                  </a:lnTo>
                  <a:lnTo>
                    <a:pt x="11592" y="9721"/>
                  </a:lnTo>
                  <a:lnTo>
                    <a:pt x="11115" y="10271"/>
                  </a:lnTo>
                  <a:lnTo>
                    <a:pt x="10345" y="11115"/>
                  </a:lnTo>
                  <a:lnTo>
                    <a:pt x="9941" y="11555"/>
                  </a:lnTo>
                  <a:lnTo>
                    <a:pt x="9575" y="12032"/>
                  </a:lnTo>
                  <a:lnTo>
                    <a:pt x="9281" y="12509"/>
                  </a:lnTo>
                  <a:lnTo>
                    <a:pt x="8988" y="13022"/>
                  </a:lnTo>
                  <a:lnTo>
                    <a:pt x="8914" y="13279"/>
                  </a:lnTo>
                  <a:lnTo>
                    <a:pt x="8804" y="13573"/>
                  </a:lnTo>
                  <a:lnTo>
                    <a:pt x="8768" y="13829"/>
                  </a:lnTo>
                  <a:lnTo>
                    <a:pt x="8731" y="14123"/>
                  </a:lnTo>
                  <a:lnTo>
                    <a:pt x="8217" y="14013"/>
                  </a:lnTo>
                  <a:lnTo>
                    <a:pt x="7704" y="13939"/>
                  </a:lnTo>
                  <a:lnTo>
                    <a:pt x="8584" y="11665"/>
                  </a:lnTo>
                  <a:lnTo>
                    <a:pt x="9061" y="10418"/>
                  </a:lnTo>
                  <a:lnTo>
                    <a:pt x="9318" y="9831"/>
                  </a:lnTo>
                  <a:lnTo>
                    <a:pt x="9391" y="9538"/>
                  </a:lnTo>
                  <a:lnTo>
                    <a:pt x="9391" y="9391"/>
                  </a:lnTo>
                  <a:lnTo>
                    <a:pt x="9354" y="9244"/>
                  </a:lnTo>
                  <a:lnTo>
                    <a:pt x="9318" y="9208"/>
                  </a:lnTo>
                  <a:lnTo>
                    <a:pt x="9281" y="9208"/>
                  </a:lnTo>
                  <a:lnTo>
                    <a:pt x="9171" y="9281"/>
                  </a:lnTo>
                  <a:lnTo>
                    <a:pt x="9098" y="9391"/>
                  </a:lnTo>
                  <a:lnTo>
                    <a:pt x="8988" y="9611"/>
                  </a:lnTo>
                  <a:lnTo>
                    <a:pt x="8768" y="10088"/>
                  </a:lnTo>
                  <a:lnTo>
                    <a:pt x="8217" y="11445"/>
                  </a:lnTo>
                  <a:lnTo>
                    <a:pt x="7337" y="13719"/>
                  </a:lnTo>
                  <a:lnTo>
                    <a:pt x="7227" y="13903"/>
                  </a:lnTo>
                  <a:lnTo>
                    <a:pt x="6970" y="13829"/>
                  </a:lnTo>
                  <a:lnTo>
                    <a:pt x="6420" y="13683"/>
                  </a:lnTo>
                  <a:lnTo>
                    <a:pt x="6420" y="13646"/>
                  </a:lnTo>
                  <a:lnTo>
                    <a:pt x="6493" y="13389"/>
                  </a:lnTo>
                  <a:lnTo>
                    <a:pt x="6530" y="13096"/>
                  </a:lnTo>
                  <a:lnTo>
                    <a:pt x="6530" y="12546"/>
                  </a:lnTo>
                  <a:lnTo>
                    <a:pt x="6603" y="11372"/>
                  </a:lnTo>
                  <a:lnTo>
                    <a:pt x="6677" y="10125"/>
                  </a:lnTo>
                  <a:lnTo>
                    <a:pt x="6713" y="9501"/>
                  </a:lnTo>
                  <a:lnTo>
                    <a:pt x="6677" y="8877"/>
                  </a:lnTo>
                  <a:lnTo>
                    <a:pt x="6677" y="8804"/>
                  </a:lnTo>
                  <a:lnTo>
                    <a:pt x="6640" y="8767"/>
                  </a:lnTo>
                  <a:lnTo>
                    <a:pt x="6530" y="8694"/>
                  </a:lnTo>
                  <a:lnTo>
                    <a:pt x="6420" y="8731"/>
                  </a:lnTo>
                  <a:lnTo>
                    <a:pt x="6383" y="8767"/>
                  </a:lnTo>
                  <a:lnTo>
                    <a:pt x="6347" y="8841"/>
                  </a:lnTo>
                  <a:lnTo>
                    <a:pt x="6273" y="9391"/>
                  </a:lnTo>
                  <a:lnTo>
                    <a:pt x="6237" y="9978"/>
                  </a:lnTo>
                  <a:lnTo>
                    <a:pt x="6200" y="11115"/>
                  </a:lnTo>
                  <a:lnTo>
                    <a:pt x="6090" y="12289"/>
                  </a:lnTo>
                  <a:lnTo>
                    <a:pt x="6016" y="12912"/>
                  </a:lnTo>
                  <a:lnTo>
                    <a:pt x="6016" y="13206"/>
                  </a:lnTo>
                  <a:lnTo>
                    <a:pt x="6016" y="13536"/>
                  </a:lnTo>
                  <a:lnTo>
                    <a:pt x="5540" y="13353"/>
                  </a:lnTo>
                  <a:lnTo>
                    <a:pt x="5099" y="13206"/>
                  </a:lnTo>
                  <a:lnTo>
                    <a:pt x="4623" y="13132"/>
                  </a:lnTo>
                  <a:lnTo>
                    <a:pt x="4182" y="13132"/>
                  </a:lnTo>
                  <a:lnTo>
                    <a:pt x="4329" y="12876"/>
                  </a:lnTo>
                  <a:lnTo>
                    <a:pt x="4439" y="12619"/>
                  </a:lnTo>
                  <a:lnTo>
                    <a:pt x="4549" y="12362"/>
                  </a:lnTo>
                  <a:lnTo>
                    <a:pt x="4623" y="12069"/>
                  </a:lnTo>
                  <a:lnTo>
                    <a:pt x="4696" y="11482"/>
                  </a:lnTo>
                  <a:lnTo>
                    <a:pt x="4696" y="10895"/>
                  </a:lnTo>
                  <a:lnTo>
                    <a:pt x="4623" y="10161"/>
                  </a:lnTo>
                  <a:lnTo>
                    <a:pt x="4512" y="9428"/>
                  </a:lnTo>
                  <a:lnTo>
                    <a:pt x="4366" y="8694"/>
                  </a:lnTo>
                  <a:lnTo>
                    <a:pt x="4219" y="7960"/>
                  </a:lnTo>
                  <a:lnTo>
                    <a:pt x="4182" y="7594"/>
                  </a:lnTo>
                  <a:lnTo>
                    <a:pt x="4182" y="7190"/>
                  </a:lnTo>
                  <a:lnTo>
                    <a:pt x="4182" y="6823"/>
                  </a:lnTo>
                  <a:lnTo>
                    <a:pt x="4219" y="6456"/>
                  </a:lnTo>
                  <a:lnTo>
                    <a:pt x="4292" y="6090"/>
                  </a:lnTo>
                  <a:lnTo>
                    <a:pt x="4439" y="5760"/>
                  </a:lnTo>
                  <a:lnTo>
                    <a:pt x="4586" y="5429"/>
                  </a:lnTo>
                  <a:lnTo>
                    <a:pt x="4769" y="5063"/>
                  </a:lnTo>
                  <a:lnTo>
                    <a:pt x="5026" y="4769"/>
                  </a:lnTo>
                  <a:lnTo>
                    <a:pt x="5246" y="4476"/>
                  </a:lnTo>
                  <a:lnTo>
                    <a:pt x="5503" y="4219"/>
                  </a:lnTo>
                  <a:lnTo>
                    <a:pt x="5796" y="3999"/>
                  </a:lnTo>
                  <a:lnTo>
                    <a:pt x="6090" y="3779"/>
                  </a:lnTo>
                  <a:lnTo>
                    <a:pt x="6420" y="3595"/>
                  </a:lnTo>
                  <a:lnTo>
                    <a:pt x="6787" y="3449"/>
                  </a:lnTo>
                  <a:lnTo>
                    <a:pt x="7117" y="3339"/>
                  </a:lnTo>
                  <a:lnTo>
                    <a:pt x="7484" y="3265"/>
                  </a:lnTo>
                  <a:lnTo>
                    <a:pt x="7814" y="3228"/>
                  </a:lnTo>
                  <a:lnTo>
                    <a:pt x="8181" y="3192"/>
                  </a:lnTo>
                  <a:close/>
                  <a:moveTo>
                    <a:pt x="3962" y="13426"/>
                  </a:moveTo>
                  <a:lnTo>
                    <a:pt x="4623" y="13536"/>
                  </a:lnTo>
                  <a:lnTo>
                    <a:pt x="5246" y="13719"/>
                  </a:lnTo>
                  <a:lnTo>
                    <a:pt x="5943" y="13939"/>
                  </a:lnTo>
                  <a:lnTo>
                    <a:pt x="6603" y="14196"/>
                  </a:lnTo>
                  <a:lnTo>
                    <a:pt x="6860" y="14270"/>
                  </a:lnTo>
                  <a:lnTo>
                    <a:pt x="7154" y="14306"/>
                  </a:lnTo>
                  <a:lnTo>
                    <a:pt x="7704" y="14380"/>
                  </a:lnTo>
                  <a:lnTo>
                    <a:pt x="8217" y="14490"/>
                  </a:lnTo>
                  <a:lnTo>
                    <a:pt x="8474" y="14563"/>
                  </a:lnTo>
                  <a:lnTo>
                    <a:pt x="8731" y="14636"/>
                  </a:lnTo>
                  <a:lnTo>
                    <a:pt x="8768" y="14783"/>
                  </a:lnTo>
                  <a:lnTo>
                    <a:pt x="8841" y="14857"/>
                  </a:lnTo>
                  <a:lnTo>
                    <a:pt x="8951" y="14893"/>
                  </a:lnTo>
                  <a:lnTo>
                    <a:pt x="9061" y="14893"/>
                  </a:lnTo>
                  <a:lnTo>
                    <a:pt x="9061" y="15003"/>
                  </a:lnTo>
                  <a:lnTo>
                    <a:pt x="9024" y="15150"/>
                  </a:lnTo>
                  <a:lnTo>
                    <a:pt x="8914" y="15223"/>
                  </a:lnTo>
                  <a:lnTo>
                    <a:pt x="8768" y="15333"/>
                  </a:lnTo>
                  <a:lnTo>
                    <a:pt x="8034" y="15040"/>
                  </a:lnTo>
                  <a:lnTo>
                    <a:pt x="6383" y="14490"/>
                  </a:lnTo>
                  <a:lnTo>
                    <a:pt x="5576" y="14270"/>
                  </a:lnTo>
                  <a:lnTo>
                    <a:pt x="4769" y="14086"/>
                  </a:lnTo>
                  <a:lnTo>
                    <a:pt x="4292" y="14013"/>
                  </a:lnTo>
                  <a:lnTo>
                    <a:pt x="4072" y="14013"/>
                  </a:lnTo>
                  <a:lnTo>
                    <a:pt x="3852" y="14050"/>
                  </a:lnTo>
                  <a:lnTo>
                    <a:pt x="3742" y="14013"/>
                  </a:lnTo>
                  <a:lnTo>
                    <a:pt x="3669" y="13939"/>
                  </a:lnTo>
                  <a:lnTo>
                    <a:pt x="3632" y="13829"/>
                  </a:lnTo>
                  <a:lnTo>
                    <a:pt x="3632" y="13719"/>
                  </a:lnTo>
                  <a:lnTo>
                    <a:pt x="3632" y="13609"/>
                  </a:lnTo>
                  <a:lnTo>
                    <a:pt x="3705" y="13536"/>
                  </a:lnTo>
                  <a:lnTo>
                    <a:pt x="3816" y="13463"/>
                  </a:lnTo>
                  <a:lnTo>
                    <a:pt x="3926" y="13426"/>
                  </a:lnTo>
                  <a:close/>
                  <a:moveTo>
                    <a:pt x="4256" y="15737"/>
                  </a:moveTo>
                  <a:lnTo>
                    <a:pt x="4696" y="15847"/>
                  </a:lnTo>
                  <a:lnTo>
                    <a:pt x="4476" y="16067"/>
                  </a:lnTo>
                  <a:lnTo>
                    <a:pt x="4292" y="16287"/>
                  </a:lnTo>
                  <a:lnTo>
                    <a:pt x="4292" y="16250"/>
                  </a:lnTo>
                  <a:lnTo>
                    <a:pt x="4256" y="16140"/>
                  </a:lnTo>
                  <a:lnTo>
                    <a:pt x="4256" y="15994"/>
                  </a:lnTo>
                  <a:lnTo>
                    <a:pt x="4256" y="15737"/>
                  </a:lnTo>
                  <a:close/>
                  <a:moveTo>
                    <a:pt x="4843" y="15920"/>
                  </a:moveTo>
                  <a:lnTo>
                    <a:pt x="4989" y="15957"/>
                  </a:lnTo>
                  <a:lnTo>
                    <a:pt x="5136" y="15994"/>
                  </a:lnTo>
                  <a:lnTo>
                    <a:pt x="4879" y="16140"/>
                  </a:lnTo>
                  <a:lnTo>
                    <a:pt x="4623" y="16360"/>
                  </a:lnTo>
                  <a:lnTo>
                    <a:pt x="4623" y="16360"/>
                  </a:lnTo>
                  <a:lnTo>
                    <a:pt x="4733" y="16140"/>
                  </a:lnTo>
                  <a:lnTo>
                    <a:pt x="4843" y="15920"/>
                  </a:lnTo>
                  <a:close/>
                  <a:moveTo>
                    <a:pt x="4146" y="14453"/>
                  </a:moveTo>
                  <a:lnTo>
                    <a:pt x="4659" y="14490"/>
                  </a:lnTo>
                  <a:lnTo>
                    <a:pt x="5356" y="14673"/>
                  </a:lnTo>
                  <a:lnTo>
                    <a:pt x="6053" y="14857"/>
                  </a:lnTo>
                  <a:lnTo>
                    <a:pt x="7410" y="15333"/>
                  </a:lnTo>
                  <a:lnTo>
                    <a:pt x="8034" y="15553"/>
                  </a:lnTo>
                  <a:lnTo>
                    <a:pt x="8401" y="15663"/>
                  </a:lnTo>
                  <a:lnTo>
                    <a:pt x="8694" y="15774"/>
                  </a:lnTo>
                  <a:lnTo>
                    <a:pt x="8731" y="15847"/>
                  </a:lnTo>
                  <a:lnTo>
                    <a:pt x="8768" y="15884"/>
                  </a:lnTo>
                  <a:lnTo>
                    <a:pt x="8841" y="15957"/>
                  </a:lnTo>
                  <a:lnTo>
                    <a:pt x="8951" y="15957"/>
                  </a:lnTo>
                  <a:lnTo>
                    <a:pt x="8914" y="16067"/>
                  </a:lnTo>
                  <a:lnTo>
                    <a:pt x="8841" y="16214"/>
                  </a:lnTo>
                  <a:lnTo>
                    <a:pt x="8694" y="16397"/>
                  </a:lnTo>
                  <a:lnTo>
                    <a:pt x="8547" y="16507"/>
                  </a:lnTo>
                  <a:lnTo>
                    <a:pt x="8401" y="16581"/>
                  </a:lnTo>
                  <a:lnTo>
                    <a:pt x="7227" y="16140"/>
                  </a:lnTo>
                  <a:lnTo>
                    <a:pt x="6016" y="15774"/>
                  </a:lnTo>
                  <a:lnTo>
                    <a:pt x="4733" y="15370"/>
                  </a:lnTo>
                  <a:lnTo>
                    <a:pt x="4072" y="15223"/>
                  </a:lnTo>
                  <a:lnTo>
                    <a:pt x="3449" y="15113"/>
                  </a:lnTo>
                  <a:lnTo>
                    <a:pt x="3449" y="15040"/>
                  </a:lnTo>
                  <a:lnTo>
                    <a:pt x="3449" y="14857"/>
                  </a:lnTo>
                  <a:lnTo>
                    <a:pt x="3522" y="14673"/>
                  </a:lnTo>
                  <a:lnTo>
                    <a:pt x="3632" y="14563"/>
                  </a:lnTo>
                  <a:lnTo>
                    <a:pt x="3705" y="14490"/>
                  </a:lnTo>
                  <a:lnTo>
                    <a:pt x="3926" y="14490"/>
                  </a:lnTo>
                  <a:lnTo>
                    <a:pt x="3962" y="14526"/>
                  </a:lnTo>
                  <a:lnTo>
                    <a:pt x="3999" y="14526"/>
                  </a:lnTo>
                  <a:lnTo>
                    <a:pt x="4036" y="14490"/>
                  </a:lnTo>
                  <a:lnTo>
                    <a:pt x="4146" y="14453"/>
                  </a:lnTo>
                  <a:close/>
                  <a:moveTo>
                    <a:pt x="5503" y="16067"/>
                  </a:moveTo>
                  <a:lnTo>
                    <a:pt x="5723" y="16140"/>
                  </a:lnTo>
                  <a:lnTo>
                    <a:pt x="5503" y="16287"/>
                  </a:lnTo>
                  <a:lnTo>
                    <a:pt x="5246" y="16434"/>
                  </a:lnTo>
                  <a:lnTo>
                    <a:pt x="5026" y="16617"/>
                  </a:lnTo>
                  <a:lnTo>
                    <a:pt x="4843" y="16837"/>
                  </a:lnTo>
                  <a:lnTo>
                    <a:pt x="4659" y="16764"/>
                  </a:lnTo>
                  <a:lnTo>
                    <a:pt x="4733" y="16691"/>
                  </a:lnTo>
                  <a:lnTo>
                    <a:pt x="5503" y="16067"/>
                  </a:lnTo>
                  <a:close/>
                  <a:moveTo>
                    <a:pt x="5980" y="16214"/>
                  </a:moveTo>
                  <a:lnTo>
                    <a:pt x="6200" y="16287"/>
                  </a:lnTo>
                  <a:lnTo>
                    <a:pt x="6200" y="16324"/>
                  </a:lnTo>
                  <a:lnTo>
                    <a:pt x="5943" y="16434"/>
                  </a:lnTo>
                  <a:lnTo>
                    <a:pt x="5723" y="16581"/>
                  </a:lnTo>
                  <a:lnTo>
                    <a:pt x="5540" y="16727"/>
                  </a:lnTo>
                  <a:lnTo>
                    <a:pt x="5393" y="16947"/>
                  </a:lnTo>
                  <a:lnTo>
                    <a:pt x="5246" y="16911"/>
                  </a:lnTo>
                  <a:lnTo>
                    <a:pt x="5613" y="16544"/>
                  </a:lnTo>
                  <a:lnTo>
                    <a:pt x="5980" y="16214"/>
                  </a:lnTo>
                  <a:close/>
                  <a:moveTo>
                    <a:pt x="6383" y="16360"/>
                  </a:moveTo>
                  <a:lnTo>
                    <a:pt x="6897" y="16544"/>
                  </a:lnTo>
                  <a:lnTo>
                    <a:pt x="6420" y="16801"/>
                  </a:lnTo>
                  <a:lnTo>
                    <a:pt x="6200" y="16947"/>
                  </a:lnTo>
                  <a:lnTo>
                    <a:pt x="5980" y="17131"/>
                  </a:lnTo>
                  <a:lnTo>
                    <a:pt x="5796" y="17057"/>
                  </a:lnTo>
                  <a:lnTo>
                    <a:pt x="5833" y="16984"/>
                  </a:lnTo>
                  <a:lnTo>
                    <a:pt x="5833" y="16911"/>
                  </a:lnTo>
                  <a:lnTo>
                    <a:pt x="5833" y="16874"/>
                  </a:lnTo>
                  <a:lnTo>
                    <a:pt x="6090" y="16617"/>
                  </a:lnTo>
                  <a:lnTo>
                    <a:pt x="6383" y="16397"/>
                  </a:lnTo>
                  <a:lnTo>
                    <a:pt x="6383" y="16360"/>
                  </a:lnTo>
                  <a:close/>
                  <a:moveTo>
                    <a:pt x="7080" y="16581"/>
                  </a:moveTo>
                  <a:lnTo>
                    <a:pt x="7410" y="16691"/>
                  </a:lnTo>
                  <a:lnTo>
                    <a:pt x="7154" y="16911"/>
                  </a:lnTo>
                  <a:lnTo>
                    <a:pt x="6787" y="17314"/>
                  </a:lnTo>
                  <a:lnTo>
                    <a:pt x="6457" y="17241"/>
                  </a:lnTo>
                  <a:lnTo>
                    <a:pt x="6493" y="17167"/>
                  </a:lnTo>
                  <a:lnTo>
                    <a:pt x="6457" y="17131"/>
                  </a:lnTo>
                  <a:lnTo>
                    <a:pt x="6750" y="16837"/>
                  </a:lnTo>
                  <a:lnTo>
                    <a:pt x="7080" y="16581"/>
                  </a:lnTo>
                  <a:close/>
                  <a:moveTo>
                    <a:pt x="8034" y="2678"/>
                  </a:moveTo>
                  <a:lnTo>
                    <a:pt x="7704" y="2715"/>
                  </a:lnTo>
                  <a:lnTo>
                    <a:pt x="7374" y="2752"/>
                  </a:lnTo>
                  <a:lnTo>
                    <a:pt x="7044" y="2825"/>
                  </a:lnTo>
                  <a:lnTo>
                    <a:pt x="6750" y="2898"/>
                  </a:lnTo>
                  <a:lnTo>
                    <a:pt x="6420" y="3008"/>
                  </a:lnTo>
                  <a:lnTo>
                    <a:pt x="6126" y="3155"/>
                  </a:lnTo>
                  <a:lnTo>
                    <a:pt x="5833" y="3302"/>
                  </a:lnTo>
                  <a:lnTo>
                    <a:pt x="5576" y="3522"/>
                  </a:lnTo>
                  <a:lnTo>
                    <a:pt x="5026" y="3962"/>
                  </a:lnTo>
                  <a:lnTo>
                    <a:pt x="4806" y="4219"/>
                  </a:lnTo>
                  <a:lnTo>
                    <a:pt x="4586" y="4512"/>
                  </a:lnTo>
                  <a:lnTo>
                    <a:pt x="4366" y="4769"/>
                  </a:lnTo>
                  <a:lnTo>
                    <a:pt x="4182" y="5099"/>
                  </a:lnTo>
                  <a:lnTo>
                    <a:pt x="3999" y="5393"/>
                  </a:lnTo>
                  <a:lnTo>
                    <a:pt x="3852" y="5723"/>
                  </a:lnTo>
                  <a:lnTo>
                    <a:pt x="3742" y="6163"/>
                  </a:lnTo>
                  <a:lnTo>
                    <a:pt x="3669" y="6603"/>
                  </a:lnTo>
                  <a:lnTo>
                    <a:pt x="3632" y="7043"/>
                  </a:lnTo>
                  <a:lnTo>
                    <a:pt x="3632" y="7520"/>
                  </a:lnTo>
                  <a:lnTo>
                    <a:pt x="3705" y="7960"/>
                  </a:lnTo>
                  <a:lnTo>
                    <a:pt x="3779" y="8437"/>
                  </a:lnTo>
                  <a:lnTo>
                    <a:pt x="3962" y="9318"/>
                  </a:lnTo>
                  <a:lnTo>
                    <a:pt x="4109" y="10308"/>
                  </a:lnTo>
                  <a:lnTo>
                    <a:pt x="4182" y="10785"/>
                  </a:lnTo>
                  <a:lnTo>
                    <a:pt x="4219" y="11262"/>
                  </a:lnTo>
                  <a:lnTo>
                    <a:pt x="4182" y="11739"/>
                  </a:lnTo>
                  <a:lnTo>
                    <a:pt x="4109" y="12215"/>
                  </a:lnTo>
                  <a:lnTo>
                    <a:pt x="3999" y="12619"/>
                  </a:lnTo>
                  <a:lnTo>
                    <a:pt x="3816" y="13059"/>
                  </a:lnTo>
                  <a:lnTo>
                    <a:pt x="3595" y="13132"/>
                  </a:lnTo>
                  <a:lnTo>
                    <a:pt x="3449" y="13279"/>
                  </a:lnTo>
                  <a:lnTo>
                    <a:pt x="3302" y="13426"/>
                  </a:lnTo>
                  <a:lnTo>
                    <a:pt x="3229" y="13646"/>
                  </a:lnTo>
                  <a:lnTo>
                    <a:pt x="3229" y="13829"/>
                  </a:lnTo>
                  <a:lnTo>
                    <a:pt x="3265" y="13976"/>
                  </a:lnTo>
                  <a:lnTo>
                    <a:pt x="3339" y="14160"/>
                  </a:lnTo>
                  <a:lnTo>
                    <a:pt x="3412" y="14270"/>
                  </a:lnTo>
                  <a:lnTo>
                    <a:pt x="3339" y="14343"/>
                  </a:lnTo>
                  <a:lnTo>
                    <a:pt x="3265" y="14416"/>
                  </a:lnTo>
                  <a:lnTo>
                    <a:pt x="3192" y="14526"/>
                  </a:lnTo>
                  <a:lnTo>
                    <a:pt x="3119" y="14673"/>
                  </a:lnTo>
                  <a:lnTo>
                    <a:pt x="3082" y="14857"/>
                  </a:lnTo>
                  <a:lnTo>
                    <a:pt x="3045" y="15040"/>
                  </a:lnTo>
                  <a:lnTo>
                    <a:pt x="3045" y="15187"/>
                  </a:lnTo>
                  <a:lnTo>
                    <a:pt x="3082" y="15370"/>
                  </a:lnTo>
                  <a:lnTo>
                    <a:pt x="3192" y="15480"/>
                  </a:lnTo>
                  <a:lnTo>
                    <a:pt x="3302" y="15590"/>
                  </a:lnTo>
                  <a:lnTo>
                    <a:pt x="3412" y="15627"/>
                  </a:lnTo>
                  <a:lnTo>
                    <a:pt x="3485" y="15590"/>
                  </a:lnTo>
                  <a:lnTo>
                    <a:pt x="3522" y="15553"/>
                  </a:lnTo>
                  <a:lnTo>
                    <a:pt x="3559" y="15553"/>
                  </a:lnTo>
                  <a:lnTo>
                    <a:pt x="4072" y="15700"/>
                  </a:lnTo>
                  <a:lnTo>
                    <a:pt x="3999" y="15810"/>
                  </a:lnTo>
                  <a:lnTo>
                    <a:pt x="3926" y="15957"/>
                  </a:lnTo>
                  <a:lnTo>
                    <a:pt x="3926" y="16140"/>
                  </a:lnTo>
                  <a:lnTo>
                    <a:pt x="3926" y="16324"/>
                  </a:lnTo>
                  <a:lnTo>
                    <a:pt x="3999" y="16507"/>
                  </a:lnTo>
                  <a:lnTo>
                    <a:pt x="4072" y="16654"/>
                  </a:lnTo>
                  <a:lnTo>
                    <a:pt x="4146" y="16801"/>
                  </a:lnTo>
                  <a:lnTo>
                    <a:pt x="4292" y="16874"/>
                  </a:lnTo>
                  <a:lnTo>
                    <a:pt x="4256" y="16947"/>
                  </a:lnTo>
                  <a:lnTo>
                    <a:pt x="4292" y="17021"/>
                  </a:lnTo>
                  <a:lnTo>
                    <a:pt x="4329" y="17057"/>
                  </a:lnTo>
                  <a:lnTo>
                    <a:pt x="4402" y="17094"/>
                  </a:lnTo>
                  <a:lnTo>
                    <a:pt x="4586" y="17167"/>
                  </a:lnTo>
                  <a:lnTo>
                    <a:pt x="4806" y="17277"/>
                  </a:lnTo>
                  <a:lnTo>
                    <a:pt x="5283" y="17388"/>
                  </a:lnTo>
                  <a:lnTo>
                    <a:pt x="5393" y="17424"/>
                  </a:lnTo>
                  <a:lnTo>
                    <a:pt x="5576" y="17461"/>
                  </a:lnTo>
                  <a:lnTo>
                    <a:pt x="6310" y="17681"/>
                  </a:lnTo>
                  <a:lnTo>
                    <a:pt x="6677" y="17754"/>
                  </a:lnTo>
                  <a:lnTo>
                    <a:pt x="6860" y="17791"/>
                  </a:lnTo>
                  <a:lnTo>
                    <a:pt x="7044" y="17754"/>
                  </a:lnTo>
                  <a:lnTo>
                    <a:pt x="7117" y="17718"/>
                  </a:lnTo>
                  <a:lnTo>
                    <a:pt x="7154" y="17681"/>
                  </a:lnTo>
                  <a:lnTo>
                    <a:pt x="7154" y="17608"/>
                  </a:lnTo>
                  <a:lnTo>
                    <a:pt x="7117" y="17534"/>
                  </a:lnTo>
                  <a:lnTo>
                    <a:pt x="7447" y="17204"/>
                  </a:lnTo>
                  <a:lnTo>
                    <a:pt x="7594" y="17021"/>
                  </a:lnTo>
                  <a:lnTo>
                    <a:pt x="7740" y="16837"/>
                  </a:lnTo>
                  <a:lnTo>
                    <a:pt x="8327" y="17021"/>
                  </a:lnTo>
                  <a:lnTo>
                    <a:pt x="8437" y="17021"/>
                  </a:lnTo>
                  <a:lnTo>
                    <a:pt x="8547" y="16984"/>
                  </a:lnTo>
                  <a:lnTo>
                    <a:pt x="8731" y="16911"/>
                  </a:lnTo>
                  <a:lnTo>
                    <a:pt x="8914" y="16764"/>
                  </a:lnTo>
                  <a:lnTo>
                    <a:pt x="9098" y="16581"/>
                  </a:lnTo>
                  <a:lnTo>
                    <a:pt x="9208" y="16360"/>
                  </a:lnTo>
                  <a:lnTo>
                    <a:pt x="9281" y="16140"/>
                  </a:lnTo>
                  <a:lnTo>
                    <a:pt x="9318" y="15884"/>
                  </a:lnTo>
                  <a:lnTo>
                    <a:pt x="9281" y="15700"/>
                  </a:lnTo>
                  <a:lnTo>
                    <a:pt x="9208" y="15590"/>
                  </a:lnTo>
                  <a:lnTo>
                    <a:pt x="9171" y="15517"/>
                  </a:lnTo>
                  <a:lnTo>
                    <a:pt x="9244" y="15407"/>
                  </a:lnTo>
                  <a:lnTo>
                    <a:pt x="9354" y="15260"/>
                  </a:lnTo>
                  <a:lnTo>
                    <a:pt x="9391" y="15113"/>
                  </a:lnTo>
                  <a:lnTo>
                    <a:pt x="9428" y="15003"/>
                  </a:lnTo>
                  <a:lnTo>
                    <a:pt x="9501" y="14930"/>
                  </a:lnTo>
                  <a:lnTo>
                    <a:pt x="9575" y="14857"/>
                  </a:lnTo>
                  <a:lnTo>
                    <a:pt x="9575" y="14783"/>
                  </a:lnTo>
                  <a:lnTo>
                    <a:pt x="9538" y="14673"/>
                  </a:lnTo>
                  <a:lnTo>
                    <a:pt x="9391" y="14526"/>
                  </a:lnTo>
                  <a:lnTo>
                    <a:pt x="9244" y="14380"/>
                  </a:lnTo>
                  <a:lnTo>
                    <a:pt x="9244" y="14050"/>
                  </a:lnTo>
                  <a:lnTo>
                    <a:pt x="9318" y="13683"/>
                  </a:lnTo>
                  <a:lnTo>
                    <a:pt x="9428" y="13353"/>
                  </a:lnTo>
                  <a:lnTo>
                    <a:pt x="9538" y="13059"/>
                  </a:lnTo>
                  <a:lnTo>
                    <a:pt x="9721" y="12766"/>
                  </a:lnTo>
                  <a:lnTo>
                    <a:pt x="9905" y="12472"/>
                  </a:lnTo>
                  <a:lnTo>
                    <a:pt x="10308" y="11885"/>
                  </a:lnTo>
                  <a:lnTo>
                    <a:pt x="10785" y="11335"/>
                  </a:lnTo>
                  <a:lnTo>
                    <a:pt x="11299" y="10822"/>
                  </a:lnTo>
                  <a:lnTo>
                    <a:pt x="11775" y="10308"/>
                  </a:lnTo>
                  <a:lnTo>
                    <a:pt x="12179" y="9758"/>
                  </a:lnTo>
                  <a:lnTo>
                    <a:pt x="12362" y="9501"/>
                  </a:lnTo>
                  <a:lnTo>
                    <a:pt x="12546" y="9208"/>
                  </a:lnTo>
                  <a:lnTo>
                    <a:pt x="12656" y="8951"/>
                  </a:lnTo>
                  <a:lnTo>
                    <a:pt x="12803" y="8657"/>
                  </a:lnTo>
                  <a:lnTo>
                    <a:pt x="12876" y="8364"/>
                  </a:lnTo>
                  <a:lnTo>
                    <a:pt x="12949" y="8034"/>
                  </a:lnTo>
                  <a:lnTo>
                    <a:pt x="12986" y="7740"/>
                  </a:lnTo>
                  <a:lnTo>
                    <a:pt x="13023" y="7447"/>
                  </a:lnTo>
                  <a:lnTo>
                    <a:pt x="13023" y="6823"/>
                  </a:lnTo>
                  <a:lnTo>
                    <a:pt x="12913" y="6236"/>
                  </a:lnTo>
                  <a:lnTo>
                    <a:pt x="12729" y="5613"/>
                  </a:lnTo>
                  <a:lnTo>
                    <a:pt x="12436" y="5026"/>
                  </a:lnTo>
                  <a:lnTo>
                    <a:pt x="12252" y="4769"/>
                  </a:lnTo>
                  <a:lnTo>
                    <a:pt x="12069" y="4476"/>
                  </a:lnTo>
                  <a:lnTo>
                    <a:pt x="11849" y="4256"/>
                  </a:lnTo>
                  <a:lnTo>
                    <a:pt x="11629" y="3999"/>
                  </a:lnTo>
                  <a:lnTo>
                    <a:pt x="11372" y="3815"/>
                  </a:lnTo>
                  <a:lnTo>
                    <a:pt x="11115" y="3595"/>
                  </a:lnTo>
                  <a:lnTo>
                    <a:pt x="10565" y="3265"/>
                  </a:lnTo>
                  <a:lnTo>
                    <a:pt x="9978" y="3008"/>
                  </a:lnTo>
                  <a:lnTo>
                    <a:pt x="9354" y="2825"/>
                  </a:lnTo>
                  <a:lnTo>
                    <a:pt x="8694" y="2715"/>
                  </a:lnTo>
                  <a:lnTo>
                    <a:pt x="8034" y="2678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9" name="Google Shape;296;p5">
              <a:extLst>
                <a:ext uri="{FF2B5EF4-FFF2-40B4-BE49-F238E27FC236}">
                  <a16:creationId xmlns:a16="http://schemas.microsoft.com/office/drawing/2014/main" id="{E70CD7CE-2F16-47D2-8164-C9E8542A509C}"/>
                </a:ext>
              </a:extLst>
            </p:cNvPr>
            <p:cNvSpPr/>
            <p:nvPr/>
          </p:nvSpPr>
          <p:spPr>
            <a:xfrm>
              <a:off x="6244725" y="2547975"/>
              <a:ext cx="185275" cy="404450"/>
            </a:xfrm>
            <a:custGeom>
              <a:avLst/>
              <a:gdLst/>
              <a:ahLst/>
              <a:cxnLst/>
              <a:rect l="l" t="t" r="r" b="b"/>
              <a:pathLst>
                <a:path w="7411" h="16178" extrusionOk="0">
                  <a:moveTo>
                    <a:pt x="3339" y="147"/>
                  </a:moveTo>
                  <a:lnTo>
                    <a:pt x="3229" y="441"/>
                  </a:lnTo>
                  <a:lnTo>
                    <a:pt x="3155" y="734"/>
                  </a:lnTo>
                  <a:lnTo>
                    <a:pt x="3119" y="1358"/>
                  </a:lnTo>
                  <a:lnTo>
                    <a:pt x="3082" y="2972"/>
                  </a:lnTo>
                  <a:lnTo>
                    <a:pt x="3119" y="4476"/>
                  </a:lnTo>
                  <a:lnTo>
                    <a:pt x="3119" y="5283"/>
                  </a:lnTo>
                  <a:lnTo>
                    <a:pt x="3119" y="5576"/>
                  </a:lnTo>
                  <a:lnTo>
                    <a:pt x="3155" y="5723"/>
                  </a:lnTo>
                  <a:lnTo>
                    <a:pt x="3229" y="5870"/>
                  </a:lnTo>
                  <a:lnTo>
                    <a:pt x="3265" y="5906"/>
                  </a:lnTo>
                  <a:lnTo>
                    <a:pt x="3339" y="5943"/>
                  </a:lnTo>
                  <a:lnTo>
                    <a:pt x="3375" y="5943"/>
                  </a:lnTo>
                  <a:lnTo>
                    <a:pt x="3449" y="5870"/>
                  </a:lnTo>
                  <a:lnTo>
                    <a:pt x="3486" y="5760"/>
                  </a:lnTo>
                  <a:lnTo>
                    <a:pt x="3522" y="5649"/>
                  </a:lnTo>
                  <a:lnTo>
                    <a:pt x="3522" y="5393"/>
                  </a:lnTo>
                  <a:lnTo>
                    <a:pt x="3522" y="4586"/>
                  </a:lnTo>
                  <a:lnTo>
                    <a:pt x="3486" y="2972"/>
                  </a:lnTo>
                  <a:lnTo>
                    <a:pt x="3522" y="1504"/>
                  </a:lnTo>
                  <a:lnTo>
                    <a:pt x="3522" y="808"/>
                  </a:lnTo>
                  <a:lnTo>
                    <a:pt x="3486" y="477"/>
                  </a:lnTo>
                  <a:lnTo>
                    <a:pt x="3412" y="294"/>
                  </a:lnTo>
                  <a:lnTo>
                    <a:pt x="3375" y="147"/>
                  </a:lnTo>
                  <a:close/>
                  <a:moveTo>
                    <a:pt x="1725" y="1"/>
                  </a:moveTo>
                  <a:lnTo>
                    <a:pt x="1688" y="37"/>
                  </a:lnTo>
                  <a:lnTo>
                    <a:pt x="1615" y="147"/>
                  </a:lnTo>
                  <a:lnTo>
                    <a:pt x="1578" y="294"/>
                  </a:lnTo>
                  <a:lnTo>
                    <a:pt x="1541" y="624"/>
                  </a:lnTo>
                  <a:lnTo>
                    <a:pt x="1578" y="1284"/>
                  </a:lnTo>
                  <a:lnTo>
                    <a:pt x="1615" y="2898"/>
                  </a:lnTo>
                  <a:lnTo>
                    <a:pt x="1725" y="6236"/>
                  </a:lnTo>
                  <a:lnTo>
                    <a:pt x="1761" y="6346"/>
                  </a:lnTo>
                  <a:lnTo>
                    <a:pt x="1798" y="6383"/>
                  </a:lnTo>
                  <a:lnTo>
                    <a:pt x="1872" y="6420"/>
                  </a:lnTo>
                  <a:lnTo>
                    <a:pt x="1945" y="6456"/>
                  </a:lnTo>
                  <a:lnTo>
                    <a:pt x="2018" y="6420"/>
                  </a:lnTo>
                  <a:lnTo>
                    <a:pt x="2092" y="6383"/>
                  </a:lnTo>
                  <a:lnTo>
                    <a:pt x="2165" y="6346"/>
                  </a:lnTo>
                  <a:lnTo>
                    <a:pt x="2165" y="6236"/>
                  </a:lnTo>
                  <a:lnTo>
                    <a:pt x="2165" y="5980"/>
                  </a:lnTo>
                  <a:lnTo>
                    <a:pt x="2165" y="5943"/>
                  </a:lnTo>
                  <a:lnTo>
                    <a:pt x="2055" y="3008"/>
                  </a:lnTo>
                  <a:lnTo>
                    <a:pt x="1982" y="1394"/>
                  </a:lnTo>
                  <a:lnTo>
                    <a:pt x="1945" y="587"/>
                  </a:lnTo>
                  <a:lnTo>
                    <a:pt x="1908" y="294"/>
                  </a:lnTo>
                  <a:lnTo>
                    <a:pt x="1872" y="147"/>
                  </a:lnTo>
                  <a:lnTo>
                    <a:pt x="1761" y="37"/>
                  </a:lnTo>
                  <a:lnTo>
                    <a:pt x="1725" y="1"/>
                  </a:lnTo>
                  <a:close/>
                  <a:moveTo>
                    <a:pt x="4953" y="184"/>
                  </a:moveTo>
                  <a:lnTo>
                    <a:pt x="4879" y="221"/>
                  </a:lnTo>
                  <a:lnTo>
                    <a:pt x="4843" y="257"/>
                  </a:lnTo>
                  <a:lnTo>
                    <a:pt x="4843" y="331"/>
                  </a:lnTo>
                  <a:lnTo>
                    <a:pt x="4769" y="1101"/>
                  </a:lnTo>
                  <a:lnTo>
                    <a:pt x="4733" y="1908"/>
                  </a:lnTo>
                  <a:lnTo>
                    <a:pt x="4733" y="3522"/>
                  </a:lnTo>
                  <a:lnTo>
                    <a:pt x="4733" y="5136"/>
                  </a:lnTo>
                  <a:lnTo>
                    <a:pt x="4696" y="5870"/>
                  </a:lnTo>
                  <a:lnTo>
                    <a:pt x="4696" y="6273"/>
                  </a:lnTo>
                  <a:lnTo>
                    <a:pt x="4769" y="6640"/>
                  </a:lnTo>
                  <a:lnTo>
                    <a:pt x="4806" y="6713"/>
                  </a:lnTo>
                  <a:lnTo>
                    <a:pt x="4916" y="6750"/>
                  </a:lnTo>
                  <a:lnTo>
                    <a:pt x="5026" y="6713"/>
                  </a:lnTo>
                  <a:lnTo>
                    <a:pt x="5100" y="6640"/>
                  </a:lnTo>
                  <a:lnTo>
                    <a:pt x="5173" y="6273"/>
                  </a:lnTo>
                  <a:lnTo>
                    <a:pt x="5173" y="5870"/>
                  </a:lnTo>
                  <a:lnTo>
                    <a:pt x="5136" y="5136"/>
                  </a:lnTo>
                  <a:lnTo>
                    <a:pt x="5136" y="3522"/>
                  </a:lnTo>
                  <a:lnTo>
                    <a:pt x="5173" y="1908"/>
                  </a:lnTo>
                  <a:lnTo>
                    <a:pt x="5136" y="1138"/>
                  </a:lnTo>
                  <a:lnTo>
                    <a:pt x="5100" y="331"/>
                  </a:lnTo>
                  <a:lnTo>
                    <a:pt x="5100" y="257"/>
                  </a:lnTo>
                  <a:lnTo>
                    <a:pt x="5063" y="221"/>
                  </a:lnTo>
                  <a:lnTo>
                    <a:pt x="4953" y="184"/>
                  </a:lnTo>
                  <a:close/>
                  <a:moveTo>
                    <a:pt x="6273" y="2678"/>
                  </a:moveTo>
                  <a:lnTo>
                    <a:pt x="6273" y="2715"/>
                  </a:lnTo>
                  <a:lnTo>
                    <a:pt x="6200" y="3008"/>
                  </a:lnTo>
                  <a:lnTo>
                    <a:pt x="6163" y="3302"/>
                  </a:lnTo>
                  <a:lnTo>
                    <a:pt x="6127" y="3925"/>
                  </a:lnTo>
                  <a:lnTo>
                    <a:pt x="6127" y="5173"/>
                  </a:lnTo>
                  <a:lnTo>
                    <a:pt x="6090" y="7667"/>
                  </a:lnTo>
                  <a:lnTo>
                    <a:pt x="6090" y="7887"/>
                  </a:lnTo>
                  <a:lnTo>
                    <a:pt x="6127" y="7960"/>
                  </a:lnTo>
                  <a:lnTo>
                    <a:pt x="6163" y="8034"/>
                  </a:lnTo>
                  <a:lnTo>
                    <a:pt x="6237" y="8070"/>
                  </a:lnTo>
                  <a:lnTo>
                    <a:pt x="6383" y="8070"/>
                  </a:lnTo>
                  <a:lnTo>
                    <a:pt x="6457" y="8034"/>
                  </a:lnTo>
                  <a:lnTo>
                    <a:pt x="6493" y="7960"/>
                  </a:lnTo>
                  <a:lnTo>
                    <a:pt x="6530" y="7887"/>
                  </a:lnTo>
                  <a:lnTo>
                    <a:pt x="6530" y="5283"/>
                  </a:lnTo>
                  <a:lnTo>
                    <a:pt x="6530" y="3962"/>
                  </a:lnTo>
                  <a:lnTo>
                    <a:pt x="6493" y="3339"/>
                  </a:lnTo>
                  <a:lnTo>
                    <a:pt x="6457" y="3008"/>
                  </a:lnTo>
                  <a:lnTo>
                    <a:pt x="6383" y="2715"/>
                  </a:lnTo>
                  <a:lnTo>
                    <a:pt x="6347" y="2678"/>
                  </a:lnTo>
                  <a:close/>
                  <a:moveTo>
                    <a:pt x="3265" y="7887"/>
                  </a:moveTo>
                  <a:lnTo>
                    <a:pt x="3082" y="8107"/>
                  </a:lnTo>
                  <a:lnTo>
                    <a:pt x="2862" y="8291"/>
                  </a:lnTo>
                  <a:lnTo>
                    <a:pt x="2679" y="8401"/>
                  </a:lnTo>
                  <a:lnTo>
                    <a:pt x="2458" y="8474"/>
                  </a:lnTo>
                  <a:lnTo>
                    <a:pt x="2458" y="8474"/>
                  </a:lnTo>
                  <a:lnTo>
                    <a:pt x="2605" y="8291"/>
                  </a:lnTo>
                  <a:lnTo>
                    <a:pt x="2752" y="8144"/>
                  </a:lnTo>
                  <a:lnTo>
                    <a:pt x="2972" y="7997"/>
                  </a:lnTo>
                  <a:lnTo>
                    <a:pt x="3192" y="7924"/>
                  </a:lnTo>
                  <a:lnTo>
                    <a:pt x="3265" y="7887"/>
                  </a:lnTo>
                  <a:close/>
                  <a:moveTo>
                    <a:pt x="4806" y="9501"/>
                  </a:moveTo>
                  <a:lnTo>
                    <a:pt x="4513" y="9538"/>
                  </a:lnTo>
                  <a:lnTo>
                    <a:pt x="4329" y="9574"/>
                  </a:lnTo>
                  <a:lnTo>
                    <a:pt x="4072" y="9574"/>
                  </a:lnTo>
                  <a:lnTo>
                    <a:pt x="4072" y="9611"/>
                  </a:lnTo>
                  <a:lnTo>
                    <a:pt x="4072" y="9684"/>
                  </a:lnTo>
                  <a:lnTo>
                    <a:pt x="4109" y="9758"/>
                  </a:lnTo>
                  <a:lnTo>
                    <a:pt x="4146" y="9831"/>
                  </a:lnTo>
                  <a:lnTo>
                    <a:pt x="4219" y="9868"/>
                  </a:lnTo>
                  <a:lnTo>
                    <a:pt x="4293" y="9905"/>
                  </a:lnTo>
                  <a:lnTo>
                    <a:pt x="4476" y="9941"/>
                  </a:lnTo>
                  <a:lnTo>
                    <a:pt x="4659" y="9905"/>
                  </a:lnTo>
                  <a:lnTo>
                    <a:pt x="4806" y="9941"/>
                  </a:lnTo>
                  <a:lnTo>
                    <a:pt x="4953" y="9978"/>
                  </a:lnTo>
                  <a:lnTo>
                    <a:pt x="5100" y="10015"/>
                  </a:lnTo>
                  <a:lnTo>
                    <a:pt x="5246" y="10125"/>
                  </a:lnTo>
                  <a:lnTo>
                    <a:pt x="5320" y="10235"/>
                  </a:lnTo>
                  <a:lnTo>
                    <a:pt x="5430" y="10381"/>
                  </a:lnTo>
                  <a:lnTo>
                    <a:pt x="5466" y="10528"/>
                  </a:lnTo>
                  <a:lnTo>
                    <a:pt x="5503" y="10675"/>
                  </a:lnTo>
                  <a:lnTo>
                    <a:pt x="5540" y="10748"/>
                  </a:lnTo>
                  <a:lnTo>
                    <a:pt x="5613" y="10822"/>
                  </a:lnTo>
                  <a:lnTo>
                    <a:pt x="5833" y="10822"/>
                  </a:lnTo>
                  <a:lnTo>
                    <a:pt x="5907" y="10748"/>
                  </a:lnTo>
                  <a:lnTo>
                    <a:pt x="5943" y="10711"/>
                  </a:lnTo>
                  <a:lnTo>
                    <a:pt x="5980" y="10601"/>
                  </a:lnTo>
                  <a:lnTo>
                    <a:pt x="5907" y="10308"/>
                  </a:lnTo>
                  <a:lnTo>
                    <a:pt x="5760" y="10051"/>
                  </a:lnTo>
                  <a:lnTo>
                    <a:pt x="5576" y="9831"/>
                  </a:lnTo>
                  <a:lnTo>
                    <a:pt x="5356" y="9648"/>
                  </a:lnTo>
                  <a:lnTo>
                    <a:pt x="5100" y="9538"/>
                  </a:lnTo>
                  <a:lnTo>
                    <a:pt x="4806" y="9501"/>
                  </a:lnTo>
                  <a:close/>
                  <a:moveTo>
                    <a:pt x="4879" y="8547"/>
                  </a:moveTo>
                  <a:lnTo>
                    <a:pt x="5136" y="8621"/>
                  </a:lnTo>
                  <a:lnTo>
                    <a:pt x="5393" y="8731"/>
                  </a:lnTo>
                  <a:lnTo>
                    <a:pt x="5650" y="8877"/>
                  </a:lnTo>
                  <a:lnTo>
                    <a:pt x="5907" y="9061"/>
                  </a:lnTo>
                  <a:lnTo>
                    <a:pt x="6090" y="9244"/>
                  </a:lnTo>
                  <a:lnTo>
                    <a:pt x="6310" y="9464"/>
                  </a:lnTo>
                  <a:lnTo>
                    <a:pt x="6457" y="9684"/>
                  </a:lnTo>
                  <a:lnTo>
                    <a:pt x="6603" y="9941"/>
                  </a:lnTo>
                  <a:lnTo>
                    <a:pt x="6714" y="10198"/>
                  </a:lnTo>
                  <a:lnTo>
                    <a:pt x="6787" y="10491"/>
                  </a:lnTo>
                  <a:lnTo>
                    <a:pt x="6860" y="10748"/>
                  </a:lnTo>
                  <a:lnTo>
                    <a:pt x="6934" y="11078"/>
                  </a:lnTo>
                  <a:lnTo>
                    <a:pt x="6934" y="11372"/>
                  </a:lnTo>
                  <a:lnTo>
                    <a:pt x="6934" y="11665"/>
                  </a:lnTo>
                  <a:lnTo>
                    <a:pt x="6934" y="11995"/>
                  </a:lnTo>
                  <a:lnTo>
                    <a:pt x="6824" y="12619"/>
                  </a:lnTo>
                  <a:lnTo>
                    <a:pt x="6677" y="13206"/>
                  </a:lnTo>
                  <a:lnTo>
                    <a:pt x="6530" y="13499"/>
                  </a:lnTo>
                  <a:lnTo>
                    <a:pt x="6383" y="13793"/>
                  </a:lnTo>
                  <a:lnTo>
                    <a:pt x="6310" y="13939"/>
                  </a:lnTo>
                  <a:lnTo>
                    <a:pt x="6163" y="14050"/>
                  </a:lnTo>
                  <a:lnTo>
                    <a:pt x="5907" y="14270"/>
                  </a:lnTo>
                  <a:lnTo>
                    <a:pt x="5540" y="14526"/>
                  </a:lnTo>
                  <a:lnTo>
                    <a:pt x="5173" y="14857"/>
                  </a:lnTo>
                  <a:lnTo>
                    <a:pt x="5026" y="14967"/>
                  </a:lnTo>
                  <a:lnTo>
                    <a:pt x="4659" y="15187"/>
                  </a:lnTo>
                  <a:lnTo>
                    <a:pt x="4659" y="15187"/>
                  </a:lnTo>
                  <a:lnTo>
                    <a:pt x="4806" y="14857"/>
                  </a:lnTo>
                  <a:lnTo>
                    <a:pt x="4916" y="14636"/>
                  </a:lnTo>
                  <a:lnTo>
                    <a:pt x="4953" y="14490"/>
                  </a:lnTo>
                  <a:lnTo>
                    <a:pt x="4989" y="14380"/>
                  </a:lnTo>
                  <a:lnTo>
                    <a:pt x="4953" y="14270"/>
                  </a:lnTo>
                  <a:lnTo>
                    <a:pt x="4916" y="14160"/>
                  </a:lnTo>
                  <a:lnTo>
                    <a:pt x="4843" y="14123"/>
                  </a:lnTo>
                  <a:lnTo>
                    <a:pt x="4659" y="14123"/>
                  </a:lnTo>
                  <a:lnTo>
                    <a:pt x="4586" y="14160"/>
                  </a:lnTo>
                  <a:lnTo>
                    <a:pt x="4549" y="14233"/>
                  </a:lnTo>
                  <a:lnTo>
                    <a:pt x="4513" y="14343"/>
                  </a:lnTo>
                  <a:lnTo>
                    <a:pt x="4549" y="14453"/>
                  </a:lnTo>
                  <a:lnTo>
                    <a:pt x="4513" y="14526"/>
                  </a:lnTo>
                  <a:lnTo>
                    <a:pt x="4439" y="14783"/>
                  </a:lnTo>
                  <a:lnTo>
                    <a:pt x="4366" y="15003"/>
                  </a:lnTo>
                  <a:lnTo>
                    <a:pt x="4329" y="15260"/>
                  </a:lnTo>
                  <a:lnTo>
                    <a:pt x="4366" y="15333"/>
                  </a:lnTo>
                  <a:lnTo>
                    <a:pt x="4293" y="15370"/>
                  </a:lnTo>
                  <a:lnTo>
                    <a:pt x="3999" y="15480"/>
                  </a:lnTo>
                  <a:lnTo>
                    <a:pt x="3632" y="15590"/>
                  </a:lnTo>
                  <a:lnTo>
                    <a:pt x="3816" y="15333"/>
                  </a:lnTo>
                  <a:lnTo>
                    <a:pt x="4109" y="14746"/>
                  </a:lnTo>
                  <a:lnTo>
                    <a:pt x="4109" y="14673"/>
                  </a:lnTo>
                  <a:lnTo>
                    <a:pt x="4109" y="14600"/>
                  </a:lnTo>
                  <a:lnTo>
                    <a:pt x="4072" y="14526"/>
                  </a:lnTo>
                  <a:lnTo>
                    <a:pt x="4036" y="14490"/>
                  </a:lnTo>
                  <a:lnTo>
                    <a:pt x="3962" y="14453"/>
                  </a:lnTo>
                  <a:lnTo>
                    <a:pt x="3889" y="14453"/>
                  </a:lnTo>
                  <a:lnTo>
                    <a:pt x="3816" y="14490"/>
                  </a:lnTo>
                  <a:lnTo>
                    <a:pt x="3779" y="14563"/>
                  </a:lnTo>
                  <a:lnTo>
                    <a:pt x="3486" y="15150"/>
                  </a:lnTo>
                  <a:lnTo>
                    <a:pt x="3339" y="15407"/>
                  </a:lnTo>
                  <a:lnTo>
                    <a:pt x="3229" y="15663"/>
                  </a:lnTo>
                  <a:lnTo>
                    <a:pt x="2899" y="15700"/>
                  </a:lnTo>
                  <a:lnTo>
                    <a:pt x="2532" y="15627"/>
                  </a:lnTo>
                  <a:lnTo>
                    <a:pt x="2752" y="15407"/>
                  </a:lnTo>
                  <a:lnTo>
                    <a:pt x="2935" y="15187"/>
                  </a:lnTo>
                  <a:lnTo>
                    <a:pt x="3119" y="14893"/>
                  </a:lnTo>
                  <a:lnTo>
                    <a:pt x="3265" y="14600"/>
                  </a:lnTo>
                  <a:lnTo>
                    <a:pt x="3339" y="14600"/>
                  </a:lnTo>
                  <a:lnTo>
                    <a:pt x="3375" y="14526"/>
                  </a:lnTo>
                  <a:lnTo>
                    <a:pt x="3412" y="14490"/>
                  </a:lnTo>
                  <a:lnTo>
                    <a:pt x="3449" y="14380"/>
                  </a:lnTo>
                  <a:lnTo>
                    <a:pt x="3412" y="14343"/>
                  </a:lnTo>
                  <a:lnTo>
                    <a:pt x="3412" y="14270"/>
                  </a:lnTo>
                  <a:lnTo>
                    <a:pt x="3339" y="14233"/>
                  </a:lnTo>
                  <a:lnTo>
                    <a:pt x="3229" y="14196"/>
                  </a:lnTo>
                  <a:lnTo>
                    <a:pt x="3155" y="14196"/>
                  </a:lnTo>
                  <a:lnTo>
                    <a:pt x="3045" y="14233"/>
                  </a:lnTo>
                  <a:lnTo>
                    <a:pt x="2935" y="14380"/>
                  </a:lnTo>
                  <a:lnTo>
                    <a:pt x="2752" y="14673"/>
                  </a:lnTo>
                  <a:lnTo>
                    <a:pt x="2495" y="15077"/>
                  </a:lnTo>
                  <a:lnTo>
                    <a:pt x="2238" y="15443"/>
                  </a:lnTo>
                  <a:lnTo>
                    <a:pt x="2202" y="15553"/>
                  </a:lnTo>
                  <a:lnTo>
                    <a:pt x="1908" y="15370"/>
                  </a:lnTo>
                  <a:lnTo>
                    <a:pt x="1615" y="15187"/>
                  </a:lnTo>
                  <a:lnTo>
                    <a:pt x="1761" y="15077"/>
                  </a:lnTo>
                  <a:lnTo>
                    <a:pt x="1872" y="14967"/>
                  </a:lnTo>
                  <a:lnTo>
                    <a:pt x="2238" y="14563"/>
                  </a:lnTo>
                  <a:lnTo>
                    <a:pt x="2568" y="14196"/>
                  </a:lnTo>
                  <a:lnTo>
                    <a:pt x="2715" y="13976"/>
                  </a:lnTo>
                  <a:lnTo>
                    <a:pt x="2789" y="13756"/>
                  </a:lnTo>
                  <a:lnTo>
                    <a:pt x="2789" y="13683"/>
                  </a:lnTo>
                  <a:lnTo>
                    <a:pt x="2752" y="13609"/>
                  </a:lnTo>
                  <a:lnTo>
                    <a:pt x="2642" y="13609"/>
                  </a:lnTo>
                  <a:lnTo>
                    <a:pt x="2422" y="13719"/>
                  </a:lnTo>
                  <a:lnTo>
                    <a:pt x="2238" y="13866"/>
                  </a:lnTo>
                  <a:lnTo>
                    <a:pt x="1945" y="14233"/>
                  </a:lnTo>
                  <a:lnTo>
                    <a:pt x="1578" y="14673"/>
                  </a:lnTo>
                  <a:lnTo>
                    <a:pt x="1505" y="14820"/>
                  </a:lnTo>
                  <a:lnTo>
                    <a:pt x="1431" y="15003"/>
                  </a:lnTo>
                  <a:lnTo>
                    <a:pt x="1138" y="14636"/>
                  </a:lnTo>
                  <a:lnTo>
                    <a:pt x="1468" y="14306"/>
                  </a:lnTo>
                  <a:lnTo>
                    <a:pt x="1761" y="13939"/>
                  </a:lnTo>
                  <a:lnTo>
                    <a:pt x="2312" y="13206"/>
                  </a:lnTo>
                  <a:lnTo>
                    <a:pt x="2312" y="13132"/>
                  </a:lnTo>
                  <a:lnTo>
                    <a:pt x="2312" y="13059"/>
                  </a:lnTo>
                  <a:lnTo>
                    <a:pt x="2238" y="12949"/>
                  </a:lnTo>
                  <a:lnTo>
                    <a:pt x="2202" y="12912"/>
                  </a:lnTo>
                  <a:lnTo>
                    <a:pt x="2055" y="12912"/>
                  </a:lnTo>
                  <a:lnTo>
                    <a:pt x="1982" y="12949"/>
                  </a:lnTo>
                  <a:lnTo>
                    <a:pt x="1431" y="13646"/>
                  </a:lnTo>
                  <a:lnTo>
                    <a:pt x="1211" y="14013"/>
                  </a:lnTo>
                  <a:lnTo>
                    <a:pt x="991" y="14380"/>
                  </a:lnTo>
                  <a:lnTo>
                    <a:pt x="844" y="14050"/>
                  </a:lnTo>
                  <a:lnTo>
                    <a:pt x="698" y="13719"/>
                  </a:lnTo>
                  <a:lnTo>
                    <a:pt x="1028" y="13426"/>
                  </a:lnTo>
                  <a:lnTo>
                    <a:pt x="1358" y="13096"/>
                  </a:lnTo>
                  <a:lnTo>
                    <a:pt x="1872" y="12436"/>
                  </a:lnTo>
                  <a:lnTo>
                    <a:pt x="1908" y="12362"/>
                  </a:lnTo>
                  <a:lnTo>
                    <a:pt x="1908" y="12289"/>
                  </a:lnTo>
                  <a:lnTo>
                    <a:pt x="1872" y="12215"/>
                  </a:lnTo>
                  <a:lnTo>
                    <a:pt x="1835" y="12179"/>
                  </a:lnTo>
                  <a:lnTo>
                    <a:pt x="1761" y="12142"/>
                  </a:lnTo>
                  <a:lnTo>
                    <a:pt x="1688" y="12105"/>
                  </a:lnTo>
                  <a:lnTo>
                    <a:pt x="1615" y="12105"/>
                  </a:lnTo>
                  <a:lnTo>
                    <a:pt x="1541" y="12179"/>
                  </a:lnTo>
                  <a:lnTo>
                    <a:pt x="1065" y="12729"/>
                  </a:lnTo>
                  <a:lnTo>
                    <a:pt x="808" y="13022"/>
                  </a:lnTo>
                  <a:lnTo>
                    <a:pt x="624" y="13353"/>
                  </a:lnTo>
                  <a:lnTo>
                    <a:pt x="588" y="13206"/>
                  </a:lnTo>
                  <a:lnTo>
                    <a:pt x="551" y="12876"/>
                  </a:lnTo>
                  <a:lnTo>
                    <a:pt x="771" y="12656"/>
                  </a:lnTo>
                  <a:lnTo>
                    <a:pt x="1028" y="12399"/>
                  </a:lnTo>
                  <a:lnTo>
                    <a:pt x="1321" y="12069"/>
                  </a:lnTo>
                  <a:lnTo>
                    <a:pt x="1468" y="11885"/>
                  </a:lnTo>
                  <a:lnTo>
                    <a:pt x="1505" y="11775"/>
                  </a:lnTo>
                  <a:lnTo>
                    <a:pt x="1505" y="11665"/>
                  </a:lnTo>
                  <a:lnTo>
                    <a:pt x="1505" y="11592"/>
                  </a:lnTo>
                  <a:lnTo>
                    <a:pt x="1468" y="11555"/>
                  </a:lnTo>
                  <a:lnTo>
                    <a:pt x="1395" y="11518"/>
                  </a:lnTo>
                  <a:lnTo>
                    <a:pt x="1358" y="11555"/>
                  </a:lnTo>
                  <a:lnTo>
                    <a:pt x="1175" y="11629"/>
                  </a:lnTo>
                  <a:lnTo>
                    <a:pt x="1028" y="11775"/>
                  </a:lnTo>
                  <a:lnTo>
                    <a:pt x="771" y="12105"/>
                  </a:lnTo>
                  <a:lnTo>
                    <a:pt x="514" y="12436"/>
                  </a:lnTo>
                  <a:lnTo>
                    <a:pt x="514" y="11922"/>
                  </a:lnTo>
                  <a:lnTo>
                    <a:pt x="624" y="11812"/>
                  </a:lnTo>
                  <a:lnTo>
                    <a:pt x="734" y="11702"/>
                  </a:lnTo>
                  <a:lnTo>
                    <a:pt x="808" y="11482"/>
                  </a:lnTo>
                  <a:lnTo>
                    <a:pt x="991" y="11445"/>
                  </a:lnTo>
                  <a:lnTo>
                    <a:pt x="1138" y="11408"/>
                  </a:lnTo>
                  <a:lnTo>
                    <a:pt x="1248" y="11298"/>
                  </a:lnTo>
                  <a:lnTo>
                    <a:pt x="1358" y="11188"/>
                  </a:lnTo>
                  <a:lnTo>
                    <a:pt x="1468" y="11078"/>
                  </a:lnTo>
                  <a:lnTo>
                    <a:pt x="1505" y="10932"/>
                  </a:lnTo>
                  <a:lnTo>
                    <a:pt x="1505" y="10858"/>
                  </a:lnTo>
                  <a:lnTo>
                    <a:pt x="1505" y="10785"/>
                  </a:lnTo>
                  <a:lnTo>
                    <a:pt x="1468" y="10711"/>
                  </a:lnTo>
                  <a:lnTo>
                    <a:pt x="1395" y="10675"/>
                  </a:lnTo>
                  <a:lnTo>
                    <a:pt x="1175" y="10675"/>
                  </a:lnTo>
                  <a:lnTo>
                    <a:pt x="1101" y="10748"/>
                  </a:lnTo>
                  <a:lnTo>
                    <a:pt x="1065" y="10822"/>
                  </a:lnTo>
                  <a:lnTo>
                    <a:pt x="1028" y="10932"/>
                  </a:lnTo>
                  <a:lnTo>
                    <a:pt x="954" y="11005"/>
                  </a:lnTo>
                  <a:lnTo>
                    <a:pt x="844" y="11042"/>
                  </a:lnTo>
                  <a:lnTo>
                    <a:pt x="698" y="11078"/>
                  </a:lnTo>
                  <a:lnTo>
                    <a:pt x="881" y="10785"/>
                  </a:lnTo>
                  <a:lnTo>
                    <a:pt x="954" y="10675"/>
                  </a:lnTo>
                  <a:lnTo>
                    <a:pt x="1101" y="10565"/>
                  </a:lnTo>
                  <a:lnTo>
                    <a:pt x="1211" y="10455"/>
                  </a:lnTo>
                  <a:lnTo>
                    <a:pt x="1395" y="10418"/>
                  </a:lnTo>
                  <a:lnTo>
                    <a:pt x="1541" y="10345"/>
                  </a:lnTo>
                  <a:lnTo>
                    <a:pt x="1725" y="10345"/>
                  </a:lnTo>
                  <a:lnTo>
                    <a:pt x="2092" y="10308"/>
                  </a:lnTo>
                  <a:lnTo>
                    <a:pt x="2422" y="10271"/>
                  </a:lnTo>
                  <a:lnTo>
                    <a:pt x="2715" y="10161"/>
                  </a:lnTo>
                  <a:lnTo>
                    <a:pt x="3009" y="9978"/>
                  </a:lnTo>
                  <a:lnTo>
                    <a:pt x="3229" y="9721"/>
                  </a:lnTo>
                  <a:lnTo>
                    <a:pt x="3412" y="9464"/>
                  </a:lnTo>
                  <a:lnTo>
                    <a:pt x="3559" y="9171"/>
                  </a:lnTo>
                  <a:lnTo>
                    <a:pt x="3706" y="8841"/>
                  </a:lnTo>
                  <a:lnTo>
                    <a:pt x="3706" y="8804"/>
                  </a:lnTo>
                  <a:lnTo>
                    <a:pt x="3706" y="8767"/>
                  </a:lnTo>
                  <a:lnTo>
                    <a:pt x="3926" y="8731"/>
                  </a:lnTo>
                  <a:lnTo>
                    <a:pt x="4146" y="8657"/>
                  </a:lnTo>
                  <a:lnTo>
                    <a:pt x="4366" y="8584"/>
                  </a:lnTo>
                  <a:lnTo>
                    <a:pt x="4586" y="8547"/>
                  </a:lnTo>
                  <a:close/>
                  <a:moveTo>
                    <a:pt x="3265" y="7484"/>
                  </a:moveTo>
                  <a:lnTo>
                    <a:pt x="3009" y="7557"/>
                  </a:lnTo>
                  <a:lnTo>
                    <a:pt x="2789" y="7704"/>
                  </a:lnTo>
                  <a:lnTo>
                    <a:pt x="2568" y="7850"/>
                  </a:lnTo>
                  <a:lnTo>
                    <a:pt x="2422" y="7997"/>
                  </a:lnTo>
                  <a:lnTo>
                    <a:pt x="2275" y="8180"/>
                  </a:lnTo>
                  <a:lnTo>
                    <a:pt x="2165" y="8364"/>
                  </a:lnTo>
                  <a:lnTo>
                    <a:pt x="2092" y="8584"/>
                  </a:lnTo>
                  <a:lnTo>
                    <a:pt x="2018" y="8254"/>
                  </a:lnTo>
                  <a:lnTo>
                    <a:pt x="1945" y="7924"/>
                  </a:lnTo>
                  <a:lnTo>
                    <a:pt x="1872" y="7850"/>
                  </a:lnTo>
                  <a:lnTo>
                    <a:pt x="1835" y="7850"/>
                  </a:lnTo>
                  <a:lnTo>
                    <a:pt x="1761" y="7887"/>
                  </a:lnTo>
                  <a:lnTo>
                    <a:pt x="1688" y="7997"/>
                  </a:lnTo>
                  <a:lnTo>
                    <a:pt x="1651" y="8107"/>
                  </a:lnTo>
                  <a:lnTo>
                    <a:pt x="1615" y="8364"/>
                  </a:lnTo>
                  <a:lnTo>
                    <a:pt x="1651" y="8657"/>
                  </a:lnTo>
                  <a:lnTo>
                    <a:pt x="1725" y="8914"/>
                  </a:lnTo>
                  <a:lnTo>
                    <a:pt x="1872" y="9208"/>
                  </a:lnTo>
                  <a:lnTo>
                    <a:pt x="2055" y="9428"/>
                  </a:lnTo>
                  <a:lnTo>
                    <a:pt x="2275" y="9611"/>
                  </a:lnTo>
                  <a:lnTo>
                    <a:pt x="2495" y="9758"/>
                  </a:lnTo>
                  <a:lnTo>
                    <a:pt x="2312" y="9831"/>
                  </a:lnTo>
                  <a:lnTo>
                    <a:pt x="2128" y="9868"/>
                  </a:lnTo>
                  <a:lnTo>
                    <a:pt x="1688" y="9868"/>
                  </a:lnTo>
                  <a:lnTo>
                    <a:pt x="1468" y="9905"/>
                  </a:lnTo>
                  <a:lnTo>
                    <a:pt x="1248" y="9941"/>
                  </a:lnTo>
                  <a:lnTo>
                    <a:pt x="1065" y="10015"/>
                  </a:lnTo>
                  <a:lnTo>
                    <a:pt x="881" y="10125"/>
                  </a:lnTo>
                  <a:lnTo>
                    <a:pt x="588" y="10381"/>
                  </a:lnTo>
                  <a:lnTo>
                    <a:pt x="441" y="10528"/>
                  </a:lnTo>
                  <a:lnTo>
                    <a:pt x="331" y="10711"/>
                  </a:lnTo>
                  <a:lnTo>
                    <a:pt x="221" y="10932"/>
                  </a:lnTo>
                  <a:lnTo>
                    <a:pt x="147" y="11115"/>
                  </a:lnTo>
                  <a:lnTo>
                    <a:pt x="37" y="11592"/>
                  </a:lnTo>
                  <a:lnTo>
                    <a:pt x="1" y="12069"/>
                  </a:lnTo>
                  <a:lnTo>
                    <a:pt x="1" y="12546"/>
                  </a:lnTo>
                  <a:lnTo>
                    <a:pt x="74" y="13022"/>
                  </a:lnTo>
                  <a:lnTo>
                    <a:pt x="147" y="13463"/>
                  </a:lnTo>
                  <a:lnTo>
                    <a:pt x="258" y="13903"/>
                  </a:lnTo>
                  <a:lnTo>
                    <a:pt x="404" y="14270"/>
                  </a:lnTo>
                  <a:lnTo>
                    <a:pt x="588" y="14673"/>
                  </a:lnTo>
                  <a:lnTo>
                    <a:pt x="844" y="15040"/>
                  </a:lnTo>
                  <a:lnTo>
                    <a:pt x="1101" y="15333"/>
                  </a:lnTo>
                  <a:lnTo>
                    <a:pt x="1431" y="15627"/>
                  </a:lnTo>
                  <a:lnTo>
                    <a:pt x="1761" y="15847"/>
                  </a:lnTo>
                  <a:lnTo>
                    <a:pt x="2165" y="16030"/>
                  </a:lnTo>
                  <a:lnTo>
                    <a:pt x="2568" y="16140"/>
                  </a:lnTo>
                  <a:lnTo>
                    <a:pt x="2789" y="16177"/>
                  </a:lnTo>
                  <a:lnTo>
                    <a:pt x="3009" y="16177"/>
                  </a:lnTo>
                  <a:lnTo>
                    <a:pt x="3486" y="16140"/>
                  </a:lnTo>
                  <a:lnTo>
                    <a:pt x="3926" y="16030"/>
                  </a:lnTo>
                  <a:lnTo>
                    <a:pt x="4329" y="15884"/>
                  </a:lnTo>
                  <a:lnTo>
                    <a:pt x="4696" y="15700"/>
                  </a:lnTo>
                  <a:lnTo>
                    <a:pt x="5100" y="15517"/>
                  </a:lnTo>
                  <a:lnTo>
                    <a:pt x="5430" y="15297"/>
                  </a:lnTo>
                  <a:lnTo>
                    <a:pt x="5613" y="15150"/>
                  </a:lnTo>
                  <a:lnTo>
                    <a:pt x="5723" y="15003"/>
                  </a:lnTo>
                  <a:lnTo>
                    <a:pt x="6310" y="14490"/>
                  </a:lnTo>
                  <a:lnTo>
                    <a:pt x="6567" y="14270"/>
                  </a:lnTo>
                  <a:lnTo>
                    <a:pt x="6714" y="14160"/>
                  </a:lnTo>
                  <a:lnTo>
                    <a:pt x="6787" y="14013"/>
                  </a:lnTo>
                  <a:lnTo>
                    <a:pt x="6970" y="13683"/>
                  </a:lnTo>
                  <a:lnTo>
                    <a:pt x="7117" y="13316"/>
                  </a:lnTo>
                  <a:lnTo>
                    <a:pt x="7227" y="12949"/>
                  </a:lnTo>
                  <a:lnTo>
                    <a:pt x="7300" y="12619"/>
                  </a:lnTo>
                  <a:lnTo>
                    <a:pt x="7374" y="12252"/>
                  </a:lnTo>
                  <a:lnTo>
                    <a:pt x="7410" y="11885"/>
                  </a:lnTo>
                  <a:lnTo>
                    <a:pt x="7410" y="11518"/>
                  </a:lnTo>
                  <a:lnTo>
                    <a:pt x="7374" y="11152"/>
                  </a:lnTo>
                  <a:lnTo>
                    <a:pt x="7337" y="10785"/>
                  </a:lnTo>
                  <a:lnTo>
                    <a:pt x="7264" y="10418"/>
                  </a:lnTo>
                  <a:lnTo>
                    <a:pt x="7154" y="10125"/>
                  </a:lnTo>
                  <a:lnTo>
                    <a:pt x="7007" y="9794"/>
                  </a:lnTo>
                  <a:lnTo>
                    <a:pt x="6860" y="9538"/>
                  </a:lnTo>
                  <a:lnTo>
                    <a:pt x="6677" y="9244"/>
                  </a:lnTo>
                  <a:lnTo>
                    <a:pt x="6457" y="8987"/>
                  </a:lnTo>
                  <a:lnTo>
                    <a:pt x="6237" y="8767"/>
                  </a:lnTo>
                  <a:lnTo>
                    <a:pt x="5980" y="8584"/>
                  </a:lnTo>
                  <a:lnTo>
                    <a:pt x="5686" y="8401"/>
                  </a:lnTo>
                  <a:lnTo>
                    <a:pt x="5393" y="8291"/>
                  </a:lnTo>
                  <a:lnTo>
                    <a:pt x="5100" y="8180"/>
                  </a:lnTo>
                  <a:lnTo>
                    <a:pt x="4769" y="8144"/>
                  </a:lnTo>
                  <a:lnTo>
                    <a:pt x="4476" y="8144"/>
                  </a:lnTo>
                  <a:lnTo>
                    <a:pt x="4219" y="8180"/>
                  </a:lnTo>
                  <a:lnTo>
                    <a:pt x="3926" y="8291"/>
                  </a:lnTo>
                  <a:lnTo>
                    <a:pt x="3816" y="8364"/>
                  </a:lnTo>
                  <a:lnTo>
                    <a:pt x="3706" y="8437"/>
                  </a:lnTo>
                  <a:lnTo>
                    <a:pt x="3632" y="8547"/>
                  </a:lnTo>
                  <a:lnTo>
                    <a:pt x="3559" y="8657"/>
                  </a:lnTo>
                  <a:lnTo>
                    <a:pt x="3559" y="8694"/>
                  </a:lnTo>
                  <a:lnTo>
                    <a:pt x="3522" y="8731"/>
                  </a:lnTo>
                  <a:lnTo>
                    <a:pt x="3486" y="8767"/>
                  </a:lnTo>
                  <a:lnTo>
                    <a:pt x="3192" y="9171"/>
                  </a:lnTo>
                  <a:lnTo>
                    <a:pt x="3009" y="9354"/>
                  </a:lnTo>
                  <a:lnTo>
                    <a:pt x="2825" y="9538"/>
                  </a:lnTo>
                  <a:lnTo>
                    <a:pt x="2789" y="9464"/>
                  </a:lnTo>
                  <a:lnTo>
                    <a:pt x="2458" y="9171"/>
                  </a:lnTo>
                  <a:lnTo>
                    <a:pt x="2348" y="9024"/>
                  </a:lnTo>
                  <a:lnTo>
                    <a:pt x="2202" y="8877"/>
                  </a:lnTo>
                  <a:lnTo>
                    <a:pt x="2275" y="8877"/>
                  </a:lnTo>
                  <a:lnTo>
                    <a:pt x="2312" y="8841"/>
                  </a:lnTo>
                  <a:lnTo>
                    <a:pt x="2532" y="8841"/>
                  </a:lnTo>
                  <a:lnTo>
                    <a:pt x="2715" y="8804"/>
                  </a:lnTo>
                  <a:lnTo>
                    <a:pt x="2899" y="8731"/>
                  </a:lnTo>
                  <a:lnTo>
                    <a:pt x="3045" y="8621"/>
                  </a:lnTo>
                  <a:lnTo>
                    <a:pt x="3265" y="8474"/>
                  </a:lnTo>
                  <a:lnTo>
                    <a:pt x="3486" y="8254"/>
                  </a:lnTo>
                  <a:lnTo>
                    <a:pt x="3669" y="8034"/>
                  </a:lnTo>
                  <a:lnTo>
                    <a:pt x="3816" y="7814"/>
                  </a:lnTo>
                  <a:lnTo>
                    <a:pt x="3852" y="7740"/>
                  </a:lnTo>
                  <a:lnTo>
                    <a:pt x="3852" y="7667"/>
                  </a:lnTo>
                  <a:lnTo>
                    <a:pt x="3779" y="7557"/>
                  </a:lnTo>
                  <a:lnTo>
                    <a:pt x="3669" y="7484"/>
                  </a:lnTo>
                  <a:lnTo>
                    <a:pt x="3596" y="7484"/>
                  </a:lnTo>
                  <a:lnTo>
                    <a:pt x="3522" y="7520"/>
                  </a:lnTo>
                  <a:lnTo>
                    <a:pt x="3412" y="7484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0" name="Google Shape;297;p5">
              <a:extLst>
                <a:ext uri="{FF2B5EF4-FFF2-40B4-BE49-F238E27FC236}">
                  <a16:creationId xmlns:a16="http://schemas.microsoft.com/office/drawing/2014/main" id="{D477E396-1DDF-4739-A869-04DD0E95F779}"/>
                </a:ext>
              </a:extLst>
            </p:cNvPr>
            <p:cNvSpPr/>
            <p:nvPr/>
          </p:nvSpPr>
          <p:spPr>
            <a:xfrm>
              <a:off x="6823375" y="1978500"/>
              <a:ext cx="365025" cy="447525"/>
            </a:xfrm>
            <a:custGeom>
              <a:avLst/>
              <a:gdLst/>
              <a:ahLst/>
              <a:cxnLst/>
              <a:rect l="l" t="t" r="r" b="b"/>
              <a:pathLst>
                <a:path w="14601" h="17901" extrusionOk="0">
                  <a:moveTo>
                    <a:pt x="10492" y="4329"/>
                  </a:moveTo>
                  <a:lnTo>
                    <a:pt x="10859" y="4769"/>
                  </a:lnTo>
                  <a:lnTo>
                    <a:pt x="10712" y="4769"/>
                  </a:lnTo>
                  <a:lnTo>
                    <a:pt x="10712" y="4696"/>
                  </a:lnTo>
                  <a:lnTo>
                    <a:pt x="10675" y="4622"/>
                  </a:lnTo>
                  <a:lnTo>
                    <a:pt x="10639" y="4622"/>
                  </a:lnTo>
                  <a:lnTo>
                    <a:pt x="10602" y="4549"/>
                  </a:lnTo>
                  <a:lnTo>
                    <a:pt x="10565" y="4512"/>
                  </a:lnTo>
                  <a:lnTo>
                    <a:pt x="10455" y="4475"/>
                  </a:lnTo>
                  <a:lnTo>
                    <a:pt x="10345" y="4512"/>
                  </a:lnTo>
                  <a:lnTo>
                    <a:pt x="10308" y="4549"/>
                  </a:lnTo>
                  <a:lnTo>
                    <a:pt x="10272" y="4622"/>
                  </a:lnTo>
                  <a:lnTo>
                    <a:pt x="10272" y="4696"/>
                  </a:lnTo>
                  <a:lnTo>
                    <a:pt x="10052" y="4622"/>
                  </a:lnTo>
                  <a:lnTo>
                    <a:pt x="10492" y="4329"/>
                  </a:lnTo>
                  <a:close/>
                  <a:moveTo>
                    <a:pt x="6897" y="3448"/>
                  </a:moveTo>
                  <a:lnTo>
                    <a:pt x="7044" y="3485"/>
                  </a:lnTo>
                  <a:lnTo>
                    <a:pt x="7227" y="3522"/>
                  </a:lnTo>
                  <a:lnTo>
                    <a:pt x="7374" y="3595"/>
                  </a:lnTo>
                  <a:lnTo>
                    <a:pt x="7484" y="3705"/>
                  </a:lnTo>
                  <a:lnTo>
                    <a:pt x="7521" y="3815"/>
                  </a:lnTo>
                  <a:lnTo>
                    <a:pt x="7521" y="3889"/>
                  </a:lnTo>
                  <a:lnTo>
                    <a:pt x="7484" y="3999"/>
                  </a:lnTo>
                  <a:lnTo>
                    <a:pt x="7447" y="4109"/>
                  </a:lnTo>
                  <a:lnTo>
                    <a:pt x="7264" y="4292"/>
                  </a:lnTo>
                  <a:lnTo>
                    <a:pt x="7154" y="4439"/>
                  </a:lnTo>
                  <a:lnTo>
                    <a:pt x="6934" y="4732"/>
                  </a:lnTo>
                  <a:lnTo>
                    <a:pt x="6714" y="4952"/>
                  </a:lnTo>
                  <a:lnTo>
                    <a:pt x="6494" y="5099"/>
                  </a:lnTo>
                  <a:lnTo>
                    <a:pt x="6384" y="5136"/>
                  </a:lnTo>
                  <a:lnTo>
                    <a:pt x="6310" y="5136"/>
                  </a:lnTo>
                  <a:lnTo>
                    <a:pt x="6237" y="5062"/>
                  </a:lnTo>
                  <a:lnTo>
                    <a:pt x="6200" y="4989"/>
                  </a:lnTo>
                  <a:lnTo>
                    <a:pt x="6163" y="4806"/>
                  </a:lnTo>
                  <a:lnTo>
                    <a:pt x="6163" y="4659"/>
                  </a:lnTo>
                  <a:lnTo>
                    <a:pt x="6163" y="4145"/>
                  </a:lnTo>
                  <a:lnTo>
                    <a:pt x="6127" y="3595"/>
                  </a:lnTo>
                  <a:lnTo>
                    <a:pt x="6273" y="3522"/>
                  </a:lnTo>
                  <a:lnTo>
                    <a:pt x="6420" y="3485"/>
                  </a:lnTo>
                  <a:lnTo>
                    <a:pt x="6567" y="3448"/>
                  </a:lnTo>
                  <a:close/>
                  <a:moveTo>
                    <a:pt x="6457" y="3118"/>
                  </a:moveTo>
                  <a:lnTo>
                    <a:pt x="6237" y="3192"/>
                  </a:lnTo>
                  <a:lnTo>
                    <a:pt x="6017" y="3265"/>
                  </a:lnTo>
                  <a:lnTo>
                    <a:pt x="5833" y="3375"/>
                  </a:lnTo>
                  <a:lnTo>
                    <a:pt x="5723" y="3558"/>
                  </a:lnTo>
                  <a:lnTo>
                    <a:pt x="5723" y="3632"/>
                  </a:lnTo>
                  <a:lnTo>
                    <a:pt x="5760" y="3668"/>
                  </a:lnTo>
                  <a:lnTo>
                    <a:pt x="5797" y="3705"/>
                  </a:lnTo>
                  <a:lnTo>
                    <a:pt x="5870" y="3705"/>
                  </a:lnTo>
                  <a:lnTo>
                    <a:pt x="5980" y="3668"/>
                  </a:lnTo>
                  <a:lnTo>
                    <a:pt x="5943" y="4219"/>
                  </a:lnTo>
                  <a:lnTo>
                    <a:pt x="5943" y="4769"/>
                  </a:lnTo>
                  <a:lnTo>
                    <a:pt x="5943" y="4952"/>
                  </a:lnTo>
                  <a:lnTo>
                    <a:pt x="5980" y="5099"/>
                  </a:lnTo>
                  <a:lnTo>
                    <a:pt x="6053" y="5209"/>
                  </a:lnTo>
                  <a:lnTo>
                    <a:pt x="6163" y="5319"/>
                  </a:lnTo>
                  <a:lnTo>
                    <a:pt x="6237" y="5393"/>
                  </a:lnTo>
                  <a:lnTo>
                    <a:pt x="6530" y="5393"/>
                  </a:lnTo>
                  <a:lnTo>
                    <a:pt x="6714" y="5282"/>
                  </a:lnTo>
                  <a:lnTo>
                    <a:pt x="6897" y="5136"/>
                  </a:lnTo>
                  <a:lnTo>
                    <a:pt x="7227" y="4806"/>
                  </a:lnTo>
                  <a:lnTo>
                    <a:pt x="7447" y="4512"/>
                  </a:lnTo>
                  <a:lnTo>
                    <a:pt x="7594" y="4329"/>
                  </a:lnTo>
                  <a:lnTo>
                    <a:pt x="7741" y="4182"/>
                  </a:lnTo>
                  <a:lnTo>
                    <a:pt x="7814" y="3962"/>
                  </a:lnTo>
                  <a:lnTo>
                    <a:pt x="7851" y="3852"/>
                  </a:lnTo>
                  <a:lnTo>
                    <a:pt x="7851" y="3742"/>
                  </a:lnTo>
                  <a:lnTo>
                    <a:pt x="7777" y="3595"/>
                  </a:lnTo>
                  <a:lnTo>
                    <a:pt x="7667" y="3448"/>
                  </a:lnTo>
                  <a:lnTo>
                    <a:pt x="7521" y="3302"/>
                  </a:lnTo>
                  <a:lnTo>
                    <a:pt x="7374" y="3228"/>
                  </a:lnTo>
                  <a:lnTo>
                    <a:pt x="7190" y="3155"/>
                  </a:lnTo>
                  <a:lnTo>
                    <a:pt x="6970" y="3118"/>
                  </a:lnTo>
                  <a:close/>
                  <a:moveTo>
                    <a:pt x="2789" y="3522"/>
                  </a:moveTo>
                  <a:lnTo>
                    <a:pt x="2935" y="3668"/>
                  </a:lnTo>
                  <a:lnTo>
                    <a:pt x="3082" y="3779"/>
                  </a:lnTo>
                  <a:lnTo>
                    <a:pt x="3449" y="3925"/>
                  </a:lnTo>
                  <a:lnTo>
                    <a:pt x="3632" y="3999"/>
                  </a:lnTo>
                  <a:lnTo>
                    <a:pt x="3669" y="4072"/>
                  </a:lnTo>
                  <a:lnTo>
                    <a:pt x="3706" y="4145"/>
                  </a:lnTo>
                  <a:lnTo>
                    <a:pt x="3706" y="4219"/>
                  </a:lnTo>
                  <a:lnTo>
                    <a:pt x="3742" y="4255"/>
                  </a:lnTo>
                  <a:lnTo>
                    <a:pt x="3779" y="4292"/>
                  </a:lnTo>
                  <a:lnTo>
                    <a:pt x="3852" y="4329"/>
                  </a:lnTo>
                  <a:lnTo>
                    <a:pt x="4036" y="4402"/>
                  </a:lnTo>
                  <a:lnTo>
                    <a:pt x="4219" y="4475"/>
                  </a:lnTo>
                  <a:lnTo>
                    <a:pt x="4403" y="4586"/>
                  </a:lnTo>
                  <a:lnTo>
                    <a:pt x="4549" y="4696"/>
                  </a:lnTo>
                  <a:lnTo>
                    <a:pt x="4843" y="5026"/>
                  </a:lnTo>
                  <a:lnTo>
                    <a:pt x="5100" y="5319"/>
                  </a:lnTo>
                  <a:lnTo>
                    <a:pt x="4770" y="5356"/>
                  </a:lnTo>
                  <a:lnTo>
                    <a:pt x="4476" y="5356"/>
                  </a:lnTo>
                  <a:lnTo>
                    <a:pt x="3816" y="5319"/>
                  </a:lnTo>
                  <a:lnTo>
                    <a:pt x="3486" y="5319"/>
                  </a:lnTo>
                  <a:lnTo>
                    <a:pt x="3156" y="5393"/>
                  </a:lnTo>
                  <a:lnTo>
                    <a:pt x="2972" y="5466"/>
                  </a:lnTo>
                  <a:lnTo>
                    <a:pt x="2789" y="5576"/>
                  </a:lnTo>
                  <a:lnTo>
                    <a:pt x="2605" y="5649"/>
                  </a:lnTo>
                  <a:lnTo>
                    <a:pt x="2495" y="5686"/>
                  </a:lnTo>
                  <a:lnTo>
                    <a:pt x="2349" y="5686"/>
                  </a:lnTo>
                  <a:lnTo>
                    <a:pt x="2312" y="5723"/>
                  </a:lnTo>
                  <a:lnTo>
                    <a:pt x="2275" y="5796"/>
                  </a:lnTo>
                  <a:lnTo>
                    <a:pt x="2275" y="5833"/>
                  </a:lnTo>
                  <a:lnTo>
                    <a:pt x="2349" y="6676"/>
                  </a:lnTo>
                  <a:lnTo>
                    <a:pt x="2128" y="6493"/>
                  </a:lnTo>
                  <a:lnTo>
                    <a:pt x="1908" y="6383"/>
                  </a:lnTo>
                  <a:lnTo>
                    <a:pt x="1908" y="6126"/>
                  </a:lnTo>
                  <a:lnTo>
                    <a:pt x="1835" y="5906"/>
                  </a:lnTo>
                  <a:lnTo>
                    <a:pt x="1725" y="5796"/>
                  </a:lnTo>
                  <a:lnTo>
                    <a:pt x="1578" y="5723"/>
                  </a:lnTo>
                  <a:lnTo>
                    <a:pt x="1285" y="5649"/>
                  </a:lnTo>
                  <a:lnTo>
                    <a:pt x="1101" y="5649"/>
                  </a:lnTo>
                  <a:lnTo>
                    <a:pt x="918" y="5686"/>
                  </a:lnTo>
                  <a:lnTo>
                    <a:pt x="918" y="5686"/>
                  </a:lnTo>
                  <a:lnTo>
                    <a:pt x="1101" y="5356"/>
                  </a:lnTo>
                  <a:lnTo>
                    <a:pt x="1285" y="5026"/>
                  </a:lnTo>
                  <a:lnTo>
                    <a:pt x="1468" y="4732"/>
                  </a:lnTo>
                  <a:lnTo>
                    <a:pt x="1688" y="4439"/>
                  </a:lnTo>
                  <a:lnTo>
                    <a:pt x="1945" y="4182"/>
                  </a:lnTo>
                  <a:lnTo>
                    <a:pt x="2202" y="3962"/>
                  </a:lnTo>
                  <a:lnTo>
                    <a:pt x="2495" y="3742"/>
                  </a:lnTo>
                  <a:lnTo>
                    <a:pt x="2789" y="3522"/>
                  </a:lnTo>
                  <a:close/>
                  <a:moveTo>
                    <a:pt x="10639" y="7520"/>
                  </a:moveTo>
                  <a:lnTo>
                    <a:pt x="11042" y="7703"/>
                  </a:lnTo>
                  <a:lnTo>
                    <a:pt x="11336" y="7850"/>
                  </a:lnTo>
                  <a:lnTo>
                    <a:pt x="11482" y="7924"/>
                  </a:lnTo>
                  <a:lnTo>
                    <a:pt x="11629" y="7960"/>
                  </a:lnTo>
                  <a:lnTo>
                    <a:pt x="11556" y="8254"/>
                  </a:lnTo>
                  <a:lnTo>
                    <a:pt x="11225" y="8107"/>
                  </a:lnTo>
                  <a:lnTo>
                    <a:pt x="10895" y="7960"/>
                  </a:lnTo>
                  <a:lnTo>
                    <a:pt x="10785" y="7887"/>
                  </a:lnTo>
                  <a:lnTo>
                    <a:pt x="10639" y="7520"/>
                  </a:lnTo>
                  <a:close/>
                  <a:moveTo>
                    <a:pt x="10272" y="8070"/>
                  </a:moveTo>
                  <a:lnTo>
                    <a:pt x="10382" y="8144"/>
                  </a:lnTo>
                  <a:lnTo>
                    <a:pt x="10529" y="8217"/>
                  </a:lnTo>
                  <a:lnTo>
                    <a:pt x="10565" y="8327"/>
                  </a:lnTo>
                  <a:lnTo>
                    <a:pt x="10602" y="8400"/>
                  </a:lnTo>
                  <a:lnTo>
                    <a:pt x="10712" y="8437"/>
                  </a:lnTo>
                  <a:lnTo>
                    <a:pt x="10932" y="8510"/>
                  </a:lnTo>
                  <a:lnTo>
                    <a:pt x="11042" y="8547"/>
                  </a:lnTo>
                  <a:lnTo>
                    <a:pt x="11042" y="8584"/>
                  </a:lnTo>
                  <a:lnTo>
                    <a:pt x="11042" y="8657"/>
                  </a:lnTo>
                  <a:lnTo>
                    <a:pt x="11079" y="8731"/>
                  </a:lnTo>
                  <a:lnTo>
                    <a:pt x="11152" y="8804"/>
                  </a:lnTo>
                  <a:lnTo>
                    <a:pt x="11336" y="8841"/>
                  </a:lnTo>
                  <a:lnTo>
                    <a:pt x="11152" y="9244"/>
                  </a:lnTo>
                  <a:lnTo>
                    <a:pt x="11079" y="9171"/>
                  </a:lnTo>
                  <a:lnTo>
                    <a:pt x="10602" y="8767"/>
                  </a:lnTo>
                  <a:lnTo>
                    <a:pt x="10602" y="8547"/>
                  </a:lnTo>
                  <a:lnTo>
                    <a:pt x="10565" y="8364"/>
                  </a:lnTo>
                  <a:lnTo>
                    <a:pt x="10492" y="8254"/>
                  </a:lnTo>
                  <a:lnTo>
                    <a:pt x="10345" y="8180"/>
                  </a:lnTo>
                  <a:lnTo>
                    <a:pt x="10272" y="8070"/>
                  </a:lnTo>
                  <a:close/>
                  <a:moveTo>
                    <a:pt x="9135" y="4806"/>
                  </a:moveTo>
                  <a:lnTo>
                    <a:pt x="9501" y="4842"/>
                  </a:lnTo>
                  <a:lnTo>
                    <a:pt x="9575" y="4879"/>
                  </a:lnTo>
                  <a:lnTo>
                    <a:pt x="9611" y="4842"/>
                  </a:lnTo>
                  <a:lnTo>
                    <a:pt x="9905" y="4916"/>
                  </a:lnTo>
                  <a:lnTo>
                    <a:pt x="10198" y="5026"/>
                  </a:lnTo>
                  <a:lnTo>
                    <a:pt x="10015" y="5246"/>
                  </a:lnTo>
                  <a:lnTo>
                    <a:pt x="10015" y="5319"/>
                  </a:lnTo>
                  <a:lnTo>
                    <a:pt x="10052" y="5393"/>
                  </a:lnTo>
                  <a:lnTo>
                    <a:pt x="10125" y="5429"/>
                  </a:lnTo>
                  <a:lnTo>
                    <a:pt x="10198" y="5429"/>
                  </a:lnTo>
                  <a:lnTo>
                    <a:pt x="10418" y="5319"/>
                  </a:lnTo>
                  <a:lnTo>
                    <a:pt x="10639" y="5246"/>
                  </a:lnTo>
                  <a:lnTo>
                    <a:pt x="10859" y="5209"/>
                  </a:lnTo>
                  <a:lnTo>
                    <a:pt x="11115" y="5172"/>
                  </a:lnTo>
                  <a:lnTo>
                    <a:pt x="11336" y="5613"/>
                  </a:lnTo>
                  <a:lnTo>
                    <a:pt x="10859" y="5723"/>
                  </a:lnTo>
                  <a:lnTo>
                    <a:pt x="10602" y="5796"/>
                  </a:lnTo>
                  <a:lnTo>
                    <a:pt x="10382" y="5906"/>
                  </a:lnTo>
                  <a:lnTo>
                    <a:pt x="10345" y="5943"/>
                  </a:lnTo>
                  <a:lnTo>
                    <a:pt x="10345" y="5979"/>
                  </a:lnTo>
                  <a:lnTo>
                    <a:pt x="10345" y="6016"/>
                  </a:lnTo>
                  <a:lnTo>
                    <a:pt x="10382" y="6053"/>
                  </a:lnTo>
                  <a:lnTo>
                    <a:pt x="10639" y="6126"/>
                  </a:lnTo>
                  <a:lnTo>
                    <a:pt x="10932" y="6126"/>
                  </a:lnTo>
                  <a:lnTo>
                    <a:pt x="11225" y="6089"/>
                  </a:lnTo>
                  <a:lnTo>
                    <a:pt x="11482" y="6016"/>
                  </a:lnTo>
                  <a:lnTo>
                    <a:pt x="11629" y="6566"/>
                  </a:lnTo>
                  <a:lnTo>
                    <a:pt x="11666" y="6640"/>
                  </a:lnTo>
                  <a:lnTo>
                    <a:pt x="11666" y="6640"/>
                  </a:lnTo>
                  <a:lnTo>
                    <a:pt x="11262" y="6530"/>
                  </a:lnTo>
                  <a:lnTo>
                    <a:pt x="10932" y="6456"/>
                  </a:lnTo>
                  <a:lnTo>
                    <a:pt x="10749" y="6420"/>
                  </a:lnTo>
                  <a:lnTo>
                    <a:pt x="10565" y="6456"/>
                  </a:lnTo>
                  <a:lnTo>
                    <a:pt x="10529" y="6456"/>
                  </a:lnTo>
                  <a:lnTo>
                    <a:pt x="10565" y="6530"/>
                  </a:lnTo>
                  <a:lnTo>
                    <a:pt x="10712" y="6640"/>
                  </a:lnTo>
                  <a:lnTo>
                    <a:pt x="10895" y="6750"/>
                  </a:lnTo>
                  <a:lnTo>
                    <a:pt x="11336" y="6933"/>
                  </a:lnTo>
                  <a:lnTo>
                    <a:pt x="11702" y="7043"/>
                  </a:lnTo>
                  <a:lnTo>
                    <a:pt x="11666" y="7593"/>
                  </a:lnTo>
                  <a:lnTo>
                    <a:pt x="11482" y="7520"/>
                  </a:lnTo>
                  <a:lnTo>
                    <a:pt x="11299" y="7447"/>
                  </a:lnTo>
                  <a:lnTo>
                    <a:pt x="10785" y="7227"/>
                  </a:lnTo>
                  <a:lnTo>
                    <a:pt x="10529" y="7153"/>
                  </a:lnTo>
                  <a:lnTo>
                    <a:pt x="10235" y="7117"/>
                  </a:lnTo>
                  <a:lnTo>
                    <a:pt x="10198" y="7117"/>
                  </a:lnTo>
                  <a:lnTo>
                    <a:pt x="10198" y="7153"/>
                  </a:lnTo>
                  <a:lnTo>
                    <a:pt x="10198" y="7190"/>
                  </a:lnTo>
                  <a:lnTo>
                    <a:pt x="10198" y="7227"/>
                  </a:lnTo>
                  <a:lnTo>
                    <a:pt x="10492" y="7410"/>
                  </a:lnTo>
                  <a:lnTo>
                    <a:pt x="10418" y="7447"/>
                  </a:lnTo>
                  <a:lnTo>
                    <a:pt x="10015" y="7593"/>
                  </a:lnTo>
                  <a:lnTo>
                    <a:pt x="9905" y="7483"/>
                  </a:lnTo>
                  <a:lnTo>
                    <a:pt x="9832" y="7447"/>
                  </a:lnTo>
                  <a:lnTo>
                    <a:pt x="9795" y="7483"/>
                  </a:lnTo>
                  <a:lnTo>
                    <a:pt x="9758" y="7520"/>
                  </a:lnTo>
                  <a:lnTo>
                    <a:pt x="9722" y="7557"/>
                  </a:lnTo>
                  <a:lnTo>
                    <a:pt x="9722" y="7703"/>
                  </a:lnTo>
                  <a:lnTo>
                    <a:pt x="9685" y="7740"/>
                  </a:lnTo>
                  <a:lnTo>
                    <a:pt x="9685" y="7813"/>
                  </a:lnTo>
                  <a:lnTo>
                    <a:pt x="9722" y="7924"/>
                  </a:lnTo>
                  <a:lnTo>
                    <a:pt x="9942" y="8180"/>
                  </a:lnTo>
                  <a:lnTo>
                    <a:pt x="9611" y="7960"/>
                  </a:lnTo>
                  <a:lnTo>
                    <a:pt x="9281" y="7777"/>
                  </a:lnTo>
                  <a:lnTo>
                    <a:pt x="9245" y="7777"/>
                  </a:lnTo>
                  <a:lnTo>
                    <a:pt x="9208" y="7813"/>
                  </a:lnTo>
                  <a:lnTo>
                    <a:pt x="9171" y="7850"/>
                  </a:lnTo>
                  <a:lnTo>
                    <a:pt x="9171" y="7924"/>
                  </a:lnTo>
                  <a:lnTo>
                    <a:pt x="9391" y="8180"/>
                  </a:lnTo>
                  <a:lnTo>
                    <a:pt x="9648" y="8437"/>
                  </a:lnTo>
                  <a:lnTo>
                    <a:pt x="10162" y="8877"/>
                  </a:lnTo>
                  <a:lnTo>
                    <a:pt x="10235" y="8951"/>
                  </a:lnTo>
                  <a:lnTo>
                    <a:pt x="10162" y="9134"/>
                  </a:lnTo>
                  <a:lnTo>
                    <a:pt x="10052" y="9317"/>
                  </a:lnTo>
                  <a:lnTo>
                    <a:pt x="9905" y="9391"/>
                  </a:lnTo>
                  <a:lnTo>
                    <a:pt x="9832" y="9354"/>
                  </a:lnTo>
                  <a:lnTo>
                    <a:pt x="9428" y="9097"/>
                  </a:lnTo>
                  <a:lnTo>
                    <a:pt x="9318" y="8914"/>
                  </a:lnTo>
                  <a:lnTo>
                    <a:pt x="9171" y="8694"/>
                  </a:lnTo>
                  <a:lnTo>
                    <a:pt x="8951" y="8547"/>
                  </a:lnTo>
                  <a:lnTo>
                    <a:pt x="8768" y="8400"/>
                  </a:lnTo>
                  <a:lnTo>
                    <a:pt x="8658" y="8290"/>
                  </a:lnTo>
                  <a:lnTo>
                    <a:pt x="8548" y="8107"/>
                  </a:lnTo>
                  <a:lnTo>
                    <a:pt x="8511" y="7887"/>
                  </a:lnTo>
                  <a:lnTo>
                    <a:pt x="8474" y="7887"/>
                  </a:lnTo>
                  <a:lnTo>
                    <a:pt x="8474" y="7777"/>
                  </a:lnTo>
                  <a:lnTo>
                    <a:pt x="8438" y="7740"/>
                  </a:lnTo>
                  <a:lnTo>
                    <a:pt x="8364" y="7740"/>
                  </a:lnTo>
                  <a:lnTo>
                    <a:pt x="7887" y="7667"/>
                  </a:lnTo>
                  <a:lnTo>
                    <a:pt x="7374" y="7630"/>
                  </a:lnTo>
                  <a:lnTo>
                    <a:pt x="7117" y="7630"/>
                  </a:lnTo>
                  <a:lnTo>
                    <a:pt x="6860" y="7667"/>
                  </a:lnTo>
                  <a:lnTo>
                    <a:pt x="6640" y="7740"/>
                  </a:lnTo>
                  <a:lnTo>
                    <a:pt x="6457" y="7887"/>
                  </a:lnTo>
                  <a:lnTo>
                    <a:pt x="6384" y="7777"/>
                  </a:lnTo>
                  <a:lnTo>
                    <a:pt x="6347" y="7703"/>
                  </a:lnTo>
                  <a:lnTo>
                    <a:pt x="6384" y="7630"/>
                  </a:lnTo>
                  <a:lnTo>
                    <a:pt x="6420" y="7557"/>
                  </a:lnTo>
                  <a:lnTo>
                    <a:pt x="6604" y="7410"/>
                  </a:lnTo>
                  <a:lnTo>
                    <a:pt x="6787" y="7337"/>
                  </a:lnTo>
                  <a:lnTo>
                    <a:pt x="7080" y="7300"/>
                  </a:lnTo>
                  <a:lnTo>
                    <a:pt x="7374" y="7227"/>
                  </a:lnTo>
                  <a:lnTo>
                    <a:pt x="7521" y="7153"/>
                  </a:lnTo>
                  <a:lnTo>
                    <a:pt x="7704" y="7006"/>
                  </a:lnTo>
                  <a:lnTo>
                    <a:pt x="7741" y="6896"/>
                  </a:lnTo>
                  <a:lnTo>
                    <a:pt x="7777" y="6823"/>
                  </a:lnTo>
                  <a:lnTo>
                    <a:pt x="7741" y="6750"/>
                  </a:lnTo>
                  <a:lnTo>
                    <a:pt x="7667" y="6676"/>
                  </a:lnTo>
                  <a:lnTo>
                    <a:pt x="7594" y="6603"/>
                  </a:lnTo>
                  <a:lnTo>
                    <a:pt x="7484" y="6603"/>
                  </a:lnTo>
                  <a:lnTo>
                    <a:pt x="7227" y="6640"/>
                  </a:lnTo>
                  <a:lnTo>
                    <a:pt x="7007" y="6713"/>
                  </a:lnTo>
                  <a:lnTo>
                    <a:pt x="6787" y="6786"/>
                  </a:lnTo>
                  <a:lnTo>
                    <a:pt x="6714" y="6786"/>
                  </a:lnTo>
                  <a:lnTo>
                    <a:pt x="6640" y="6750"/>
                  </a:lnTo>
                  <a:lnTo>
                    <a:pt x="6640" y="6676"/>
                  </a:lnTo>
                  <a:lnTo>
                    <a:pt x="6677" y="6603"/>
                  </a:lnTo>
                  <a:lnTo>
                    <a:pt x="6750" y="6456"/>
                  </a:lnTo>
                  <a:lnTo>
                    <a:pt x="6824" y="6346"/>
                  </a:lnTo>
                  <a:lnTo>
                    <a:pt x="7080" y="6199"/>
                  </a:lnTo>
                  <a:lnTo>
                    <a:pt x="7337" y="6016"/>
                  </a:lnTo>
                  <a:lnTo>
                    <a:pt x="7704" y="5759"/>
                  </a:lnTo>
                  <a:lnTo>
                    <a:pt x="8108" y="5466"/>
                  </a:lnTo>
                  <a:lnTo>
                    <a:pt x="8181" y="5539"/>
                  </a:lnTo>
                  <a:lnTo>
                    <a:pt x="8218" y="5539"/>
                  </a:lnTo>
                  <a:lnTo>
                    <a:pt x="8254" y="5503"/>
                  </a:lnTo>
                  <a:lnTo>
                    <a:pt x="8511" y="5172"/>
                  </a:lnTo>
                  <a:lnTo>
                    <a:pt x="8731" y="4806"/>
                  </a:lnTo>
                  <a:close/>
                  <a:moveTo>
                    <a:pt x="10492" y="9171"/>
                  </a:moveTo>
                  <a:lnTo>
                    <a:pt x="10749" y="9391"/>
                  </a:lnTo>
                  <a:lnTo>
                    <a:pt x="10969" y="9611"/>
                  </a:lnTo>
                  <a:lnTo>
                    <a:pt x="10675" y="10124"/>
                  </a:lnTo>
                  <a:lnTo>
                    <a:pt x="10602" y="10198"/>
                  </a:lnTo>
                  <a:lnTo>
                    <a:pt x="10565" y="10161"/>
                  </a:lnTo>
                  <a:lnTo>
                    <a:pt x="10529" y="10088"/>
                  </a:lnTo>
                  <a:lnTo>
                    <a:pt x="10418" y="9941"/>
                  </a:lnTo>
                  <a:lnTo>
                    <a:pt x="10308" y="9758"/>
                  </a:lnTo>
                  <a:lnTo>
                    <a:pt x="10162" y="9611"/>
                  </a:lnTo>
                  <a:lnTo>
                    <a:pt x="10272" y="9501"/>
                  </a:lnTo>
                  <a:lnTo>
                    <a:pt x="10345" y="9427"/>
                  </a:lnTo>
                  <a:lnTo>
                    <a:pt x="10492" y="9171"/>
                  </a:lnTo>
                  <a:close/>
                  <a:moveTo>
                    <a:pt x="551" y="7300"/>
                  </a:moveTo>
                  <a:lnTo>
                    <a:pt x="808" y="7483"/>
                  </a:lnTo>
                  <a:lnTo>
                    <a:pt x="991" y="7703"/>
                  </a:lnTo>
                  <a:lnTo>
                    <a:pt x="1211" y="7924"/>
                  </a:lnTo>
                  <a:lnTo>
                    <a:pt x="1431" y="8144"/>
                  </a:lnTo>
                  <a:lnTo>
                    <a:pt x="1982" y="8584"/>
                  </a:lnTo>
                  <a:lnTo>
                    <a:pt x="2238" y="8841"/>
                  </a:lnTo>
                  <a:lnTo>
                    <a:pt x="2349" y="8987"/>
                  </a:lnTo>
                  <a:lnTo>
                    <a:pt x="2422" y="9134"/>
                  </a:lnTo>
                  <a:lnTo>
                    <a:pt x="2202" y="9281"/>
                  </a:lnTo>
                  <a:lnTo>
                    <a:pt x="2018" y="9464"/>
                  </a:lnTo>
                  <a:lnTo>
                    <a:pt x="1872" y="9684"/>
                  </a:lnTo>
                  <a:lnTo>
                    <a:pt x="1762" y="9978"/>
                  </a:lnTo>
                  <a:lnTo>
                    <a:pt x="1725" y="10344"/>
                  </a:lnTo>
                  <a:lnTo>
                    <a:pt x="1762" y="10675"/>
                  </a:lnTo>
                  <a:lnTo>
                    <a:pt x="1908" y="11408"/>
                  </a:lnTo>
                  <a:lnTo>
                    <a:pt x="1542" y="10968"/>
                  </a:lnTo>
                  <a:lnTo>
                    <a:pt x="1248" y="10528"/>
                  </a:lnTo>
                  <a:lnTo>
                    <a:pt x="991" y="10014"/>
                  </a:lnTo>
                  <a:lnTo>
                    <a:pt x="808" y="9501"/>
                  </a:lnTo>
                  <a:lnTo>
                    <a:pt x="661" y="8951"/>
                  </a:lnTo>
                  <a:lnTo>
                    <a:pt x="551" y="8400"/>
                  </a:lnTo>
                  <a:lnTo>
                    <a:pt x="514" y="7850"/>
                  </a:lnTo>
                  <a:lnTo>
                    <a:pt x="551" y="7300"/>
                  </a:lnTo>
                  <a:close/>
                  <a:moveTo>
                    <a:pt x="6897" y="8620"/>
                  </a:moveTo>
                  <a:lnTo>
                    <a:pt x="6934" y="8694"/>
                  </a:lnTo>
                  <a:lnTo>
                    <a:pt x="7007" y="8731"/>
                  </a:lnTo>
                  <a:lnTo>
                    <a:pt x="7264" y="8877"/>
                  </a:lnTo>
                  <a:lnTo>
                    <a:pt x="7484" y="9024"/>
                  </a:lnTo>
                  <a:lnTo>
                    <a:pt x="7704" y="9207"/>
                  </a:lnTo>
                  <a:lnTo>
                    <a:pt x="7887" y="9427"/>
                  </a:lnTo>
                  <a:lnTo>
                    <a:pt x="8034" y="9648"/>
                  </a:lnTo>
                  <a:lnTo>
                    <a:pt x="8181" y="9904"/>
                  </a:lnTo>
                  <a:lnTo>
                    <a:pt x="8254" y="10161"/>
                  </a:lnTo>
                  <a:lnTo>
                    <a:pt x="8254" y="10418"/>
                  </a:lnTo>
                  <a:lnTo>
                    <a:pt x="8218" y="10638"/>
                  </a:lnTo>
                  <a:lnTo>
                    <a:pt x="7704" y="10088"/>
                  </a:lnTo>
                  <a:lnTo>
                    <a:pt x="7154" y="9611"/>
                  </a:lnTo>
                  <a:lnTo>
                    <a:pt x="7080" y="9611"/>
                  </a:lnTo>
                  <a:lnTo>
                    <a:pt x="7044" y="9648"/>
                  </a:lnTo>
                  <a:lnTo>
                    <a:pt x="7080" y="9684"/>
                  </a:lnTo>
                  <a:lnTo>
                    <a:pt x="7557" y="10344"/>
                  </a:lnTo>
                  <a:lnTo>
                    <a:pt x="8071" y="10968"/>
                  </a:lnTo>
                  <a:lnTo>
                    <a:pt x="7887" y="11188"/>
                  </a:lnTo>
                  <a:lnTo>
                    <a:pt x="7741" y="11408"/>
                  </a:lnTo>
                  <a:lnTo>
                    <a:pt x="7521" y="11628"/>
                  </a:lnTo>
                  <a:lnTo>
                    <a:pt x="7227" y="11372"/>
                  </a:lnTo>
                  <a:lnTo>
                    <a:pt x="6860" y="11005"/>
                  </a:lnTo>
                  <a:lnTo>
                    <a:pt x="6787" y="10748"/>
                  </a:lnTo>
                  <a:lnTo>
                    <a:pt x="6750" y="10491"/>
                  </a:lnTo>
                  <a:lnTo>
                    <a:pt x="6640" y="10234"/>
                  </a:lnTo>
                  <a:lnTo>
                    <a:pt x="6530" y="9978"/>
                  </a:lnTo>
                  <a:lnTo>
                    <a:pt x="6457" y="9868"/>
                  </a:lnTo>
                  <a:lnTo>
                    <a:pt x="6310" y="9868"/>
                  </a:lnTo>
                  <a:lnTo>
                    <a:pt x="5870" y="10014"/>
                  </a:lnTo>
                  <a:lnTo>
                    <a:pt x="5650" y="10088"/>
                  </a:lnTo>
                  <a:lnTo>
                    <a:pt x="5577" y="10088"/>
                  </a:lnTo>
                  <a:lnTo>
                    <a:pt x="5466" y="10014"/>
                  </a:lnTo>
                  <a:lnTo>
                    <a:pt x="5210" y="9904"/>
                  </a:lnTo>
                  <a:lnTo>
                    <a:pt x="5026" y="9758"/>
                  </a:lnTo>
                  <a:lnTo>
                    <a:pt x="4953" y="9648"/>
                  </a:lnTo>
                  <a:lnTo>
                    <a:pt x="4880" y="9538"/>
                  </a:lnTo>
                  <a:lnTo>
                    <a:pt x="4843" y="9427"/>
                  </a:lnTo>
                  <a:lnTo>
                    <a:pt x="4843" y="9281"/>
                  </a:lnTo>
                  <a:lnTo>
                    <a:pt x="4880" y="9134"/>
                  </a:lnTo>
                  <a:lnTo>
                    <a:pt x="4953" y="8987"/>
                  </a:lnTo>
                  <a:lnTo>
                    <a:pt x="5063" y="8877"/>
                  </a:lnTo>
                  <a:lnTo>
                    <a:pt x="5210" y="8804"/>
                  </a:lnTo>
                  <a:lnTo>
                    <a:pt x="5577" y="8694"/>
                  </a:lnTo>
                  <a:lnTo>
                    <a:pt x="5870" y="8657"/>
                  </a:lnTo>
                  <a:lnTo>
                    <a:pt x="6384" y="8657"/>
                  </a:lnTo>
                  <a:lnTo>
                    <a:pt x="6897" y="8620"/>
                  </a:lnTo>
                  <a:close/>
                  <a:moveTo>
                    <a:pt x="8621" y="10088"/>
                  </a:moveTo>
                  <a:lnTo>
                    <a:pt x="9355" y="10565"/>
                  </a:lnTo>
                  <a:lnTo>
                    <a:pt x="9501" y="10711"/>
                  </a:lnTo>
                  <a:lnTo>
                    <a:pt x="9648" y="10858"/>
                  </a:lnTo>
                  <a:lnTo>
                    <a:pt x="9758" y="11005"/>
                  </a:lnTo>
                  <a:lnTo>
                    <a:pt x="9868" y="11151"/>
                  </a:lnTo>
                  <a:lnTo>
                    <a:pt x="9355" y="11628"/>
                  </a:lnTo>
                  <a:lnTo>
                    <a:pt x="9318" y="11592"/>
                  </a:lnTo>
                  <a:lnTo>
                    <a:pt x="9208" y="11482"/>
                  </a:lnTo>
                  <a:lnTo>
                    <a:pt x="9061" y="11408"/>
                  </a:lnTo>
                  <a:lnTo>
                    <a:pt x="8878" y="11298"/>
                  </a:lnTo>
                  <a:lnTo>
                    <a:pt x="8768" y="11188"/>
                  </a:lnTo>
                  <a:lnTo>
                    <a:pt x="8511" y="10931"/>
                  </a:lnTo>
                  <a:lnTo>
                    <a:pt x="8548" y="10821"/>
                  </a:lnTo>
                  <a:lnTo>
                    <a:pt x="8621" y="10638"/>
                  </a:lnTo>
                  <a:lnTo>
                    <a:pt x="8658" y="10455"/>
                  </a:lnTo>
                  <a:lnTo>
                    <a:pt x="8658" y="10271"/>
                  </a:lnTo>
                  <a:lnTo>
                    <a:pt x="8621" y="10088"/>
                  </a:lnTo>
                  <a:close/>
                  <a:moveTo>
                    <a:pt x="6860" y="11555"/>
                  </a:moveTo>
                  <a:lnTo>
                    <a:pt x="7190" y="11885"/>
                  </a:lnTo>
                  <a:lnTo>
                    <a:pt x="7007" y="11958"/>
                  </a:lnTo>
                  <a:lnTo>
                    <a:pt x="6897" y="11958"/>
                  </a:lnTo>
                  <a:lnTo>
                    <a:pt x="6787" y="11922"/>
                  </a:lnTo>
                  <a:lnTo>
                    <a:pt x="6860" y="11555"/>
                  </a:lnTo>
                  <a:close/>
                  <a:moveTo>
                    <a:pt x="8328" y="11262"/>
                  </a:moveTo>
                  <a:lnTo>
                    <a:pt x="8474" y="11445"/>
                  </a:lnTo>
                  <a:lnTo>
                    <a:pt x="8658" y="11628"/>
                  </a:lnTo>
                  <a:lnTo>
                    <a:pt x="8878" y="11775"/>
                  </a:lnTo>
                  <a:lnTo>
                    <a:pt x="8988" y="11812"/>
                  </a:lnTo>
                  <a:lnTo>
                    <a:pt x="9098" y="11848"/>
                  </a:lnTo>
                  <a:lnTo>
                    <a:pt x="8731" y="12105"/>
                  </a:lnTo>
                  <a:lnTo>
                    <a:pt x="8328" y="12325"/>
                  </a:lnTo>
                  <a:lnTo>
                    <a:pt x="8291" y="12289"/>
                  </a:lnTo>
                  <a:lnTo>
                    <a:pt x="7814" y="11885"/>
                  </a:lnTo>
                  <a:lnTo>
                    <a:pt x="8071" y="11592"/>
                  </a:lnTo>
                  <a:lnTo>
                    <a:pt x="8328" y="11262"/>
                  </a:lnTo>
                  <a:close/>
                  <a:moveTo>
                    <a:pt x="6970" y="2678"/>
                  </a:moveTo>
                  <a:lnTo>
                    <a:pt x="7374" y="2715"/>
                  </a:lnTo>
                  <a:lnTo>
                    <a:pt x="7777" y="2788"/>
                  </a:lnTo>
                  <a:lnTo>
                    <a:pt x="8181" y="2898"/>
                  </a:lnTo>
                  <a:lnTo>
                    <a:pt x="8548" y="3008"/>
                  </a:lnTo>
                  <a:lnTo>
                    <a:pt x="8915" y="3192"/>
                  </a:lnTo>
                  <a:lnTo>
                    <a:pt x="9281" y="3375"/>
                  </a:lnTo>
                  <a:lnTo>
                    <a:pt x="9611" y="3595"/>
                  </a:lnTo>
                  <a:lnTo>
                    <a:pt x="9501" y="3632"/>
                  </a:lnTo>
                  <a:lnTo>
                    <a:pt x="9281" y="3815"/>
                  </a:lnTo>
                  <a:lnTo>
                    <a:pt x="9171" y="3925"/>
                  </a:lnTo>
                  <a:lnTo>
                    <a:pt x="9061" y="4035"/>
                  </a:lnTo>
                  <a:lnTo>
                    <a:pt x="9061" y="4072"/>
                  </a:lnTo>
                  <a:lnTo>
                    <a:pt x="9061" y="4109"/>
                  </a:lnTo>
                  <a:lnTo>
                    <a:pt x="9135" y="4109"/>
                  </a:lnTo>
                  <a:lnTo>
                    <a:pt x="9245" y="4072"/>
                  </a:lnTo>
                  <a:lnTo>
                    <a:pt x="9355" y="4072"/>
                  </a:lnTo>
                  <a:lnTo>
                    <a:pt x="9685" y="3925"/>
                  </a:lnTo>
                  <a:lnTo>
                    <a:pt x="9905" y="3815"/>
                  </a:lnTo>
                  <a:lnTo>
                    <a:pt x="10198" y="4035"/>
                  </a:lnTo>
                  <a:lnTo>
                    <a:pt x="9905" y="4255"/>
                  </a:lnTo>
                  <a:lnTo>
                    <a:pt x="9611" y="4512"/>
                  </a:lnTo>
                  <a:lnTo>
                    <a:pt x="9281" y="4475"/>
                  </a:lnTo>
                  <a:lnTo>
                    <a:pt x="8731" y="4475"/>
                  </a:lnTo>
                  <a:lnTo>
                    <a:pt x="8584" y="4512"/>
                  </a:lnTo>
                  <a:lnTo>
                    <a:pt x="8548" y="4549"/>
                  </a:lnTo>
                  <a:lnTo>
                    <a:pt x="8511" y="4622"/>
                  </a:lnTo>
                  <a:lnTo>
                    <a:pt x="8328" y="4989"/>
                  </a:lnTo>
                  <a:lnTo>
                    <a:pt x="8108" y="5356"/>
                  </a:lnTo>
                  <a:lnTo>
                    <a:pt x="7851" y="5466"/>
                  </a:lnTo>
                  <a:lnTo>
                    <a:pt x="7594" y="5613"/>
                  </a:lnTo>
                  <a:lnTo>
                    <a:pt x="7117" y="5906"/>
                  </a:lnTo>
                  <a:lnTo>
                    <a:pt x="6714" y="6163"/>
                  </a:lnTo>
                  <a:lnTo>
                    <a:pt x="6530" y="6310"/>
                  </a:lnTo>
                  <a:lnTo>
                    <a:pt x="6457" y="6383"/>
                  </a:lnTo>
                  <a:lnTo>
                    <a:pt x="6420" y="6493"/>
                  </a:lnTo>
                  <a:lnTo>
                    <a:pt x="6384" y="6676"/>
                  </a:lnTo>
                  <a:lnTo>
                    <a:pt x="6420" y="6786"/>
                  </a:lnTo>
                  <a:lnTo>
                    <a:pt x="6457" y="6896"/>
                  </a:lnTo>
                  <a:lnTo>
                    <a:pt x="6567" y="6970"/>
                  </a:lnTo>
                  <a:lnTo>
                    <a:pt x="6677" y="6970"/>
                  </a:lnTo>
                  <a:lnTo>
                    <a:pt x="6824" y="7006"/>
                  </a:lnTo>
                  <a:lnTo>
                    <a:pt x="7117" y="6933"/>
                  </a:lnTo>
                  <a:lnTo>
                    <a:pt x="7301" y="6860"/>
                  </a:lnTo>
                  <a:lnTo>
                    <a:pt x="7447" y="6823"/>
                  </a:lnTo>
                  <a:lnTo>
                    <a:pt x="7484" y="6860"/>
                  </a:lnTo>
                  <a:lnTo>
                    <a:pt x="7411" y="6896"/>
                  </a:lnTo>
                  <a:lnTo>
                    <a:pt x="7227" y="7006"/>
                  </a:lnTo>
                  <a:lnTo>
                    <a:pt x="6860" y="7080"/>
                  </a:lnTo>
                  <a:lnTo>
                    <a:pt x="6530" y="7153"/>
                  </a:lnTo>
                  <a:lnTo>
                    <a:pt x="6347" y="7227"/>
                  </a:lnTo>
                  <a:lnTo>
                    <a:pt x="6237" y="7337"/>
                  </a:lnTo>
                  <a:lnTo>
                    <a:pt x="6163" y="7483"/>
                  </a:lnTo>
                  <a:lnTo>
                    <a:pt x="6127" y="7630"/>
                  </a:lnTo>
                  <a:lnTo>
                    <a:pt x="6127" y="7777"/>
                  </a:lnTo>
                  <a:lnTo>
                    <a:pt x="6163" y="7924"/>
                  </a:lnTo>
                  <a:lnTo>
                    <a:pt x="6237" y="8070"/>
                  </a:lnTo>
                  <a:lnTo>
                    <a:pt x="6384" y="8180"/>
                  </a:lnTo>
                  <a:lnTo>
                    <a:pt x="6494" y="8180"/>
                  </a:lnTo>
                  <a:lnTo>
                    <a:pt x="6567" y="8144"/>
                  </a:lnTo>
                  <a:lnTo>
                    <a:pt x="6640" y="8070"/>
                  </a:lnTo>
                  <a:lnTo>
                    <a:pt x="6714" y="7997"/>
                  </a:lnTo>
                  <a:lnTo>
                    <a:pt x="6897" y="7924"/>
                  </a:lnTo>
                  <a:lnTo>
                    <a:pt x="7337" y="7924"/>
                  </a:lnTo>
                  <a:lnTo>
                    <a:pt x="8328" y="7997"/>
                  </a:lnTo>
                  <a:lnTo>
                    <a:pt x="8328" y="8144"/>
                  </a:lnTo>
                  <a:lnTo>
                    <a:pt x="8364" y="8327"/>
                  </a:lnTo>
                  <a:lnTo>
                    <a:pt x="8438" y="8474"/>
                  </a:lnTo>
                  <a:lnTo>
                    <a:pt x="8548" y="8584"/>
                  </a:lnTo>
                  <a:lnTo>
                    <a:pt x="8768" y="8767"/>
                  </a:lnTo>
                  <a:lnTo>
                    <a:pt x="8548" y="8694"/>
                  </a:lnTo>
                  <a:lnTo>
                    <a:pt x="8328" y="8657"/>
                  </a:lnTo>
                  <a:lnTo>
                    <a:pt x="8291" y="8657"/>
                  </a:lnTo>
                  <a:lnTo>
                    <a:pt x="8291" y="8731"/>
                  </a:lnTo>
                  <a:lnTo>
                    <a:pt x="8511" y="8951"/>
                  </a:lnTo>
                  <a:lnTo>
                    <a:pt x="8768" y="9171"/>
                  </a:lnTo>
                  <a:lnTo>
                    <a:pt x="9355" y="9501"/>
                  </a:lnTo>
                  <a:lnTo>
                    <a:pt x="9428" y="9574"/>
                  </a:lnTo>
                  <a:lnTo>
                    <a:pt x="9538" y="9648"/>
                  </a:lnTo>
                  <a:lnTo>
                    <a:pt x="9648" y="9684"/>
                  </a:lnTo>
                  <a:lnTo>
                    <a:pt x="9795" y="9794"/>
                  </a:lnTo>
                  <a:lnTo>
                    <a:pt x="9942" y="9941"/>
                  </a:lnTo>
                  <a:lnTo>
                    <a:pt x="10125" y="10198"/>
                  </a:lnTo>
                  <a:lnTo>
                    <a:pt x="10272" y="10344"/>
                  </a:lnTo>
                  <a:lnTo>
                    <a:pt x="10418" y="10491"/>
                  </a:lnTo>
                  <a:lnTo>
                    <a:pt x="10125" y="10858"/>
                  </a:lnTo>
                  <a:lnTo>
                    <a:pt x="9978" y="10638"/>
                  </a:lnTo>
                  <a:lnTo>
                    <a:pt x="9795" y="10455"/>
                  </a:lnTo>
                  <a:lnTo>
                    <a:pt x="9428" y="10161"/>
                  </a:lnTo>
                  <a:lnTo>
                    <a:pt x="8988" y="9904"/>
                  </a:lnTo>
                  <a:lnTo>
                    <a:pt x="8401" y="9501"/>
                  </a:lnTo>
                  <a:lnTo>
                    <a:pt x="8144" y="9171"/>
                  </a:lnTo>
                  <a:lnTo>
                    <a:pt x="7851" y="8877"/>
                  </a:lnTo>
                  <a:lnTo>
                    <a:pt x="7557" y="8657"/>
                  </a:lnTo>
                  <a:lnTo>
                    <a:pt x="7227" y="8437"/>
                  </a:lnTo>
                  <a:lnTo>
                    <a:pt x="7190" y="8437"/>
                  </a:lnTo>
                  <a:lnTo>
                    <a:pt x="7190" y="8400"/>
                  </a:lnTo>
                  <a:lnTo>
                    <a:pt x="7154" y="8400"/>
                  </a:lnTo>
                  <a:lnTo>
                    <a:pt x="7044" y="8364"/>
                  </a:lnTo>
                  <a:lnTo>
                    <a:pt x="6677" y="8327"/>
                  </a:lnTo>
                  <a:lnTo>
                    <a:pt x="6273" y="8290"/>
                  </a:lnTo>
                  <a:lnTo>
                    <a:pt x="5870" y="8327"/>
                  </a:lnTo>
                  <a:lnTo>
                    <a:pt x="5466" y="8364"/>
                  </a:lnTo>
                  <a:lnTo>
                    <a:pt x="5173" y="8437"/>
                  </a:lnTo>
                  <a:lnTo>
                    <a:pt x="4990" y="8510"/>
                  </a:lnTo>
                  <a:lnTo>
                    <a:pt x="4843" y="8620"/>
                  </a:lnTo>
                  <a:lnTo>
                    <a:pt x="4733" y="8731"/>
                  </a:lnTo>
                  <a:lnTo>
                    <a:pt x="4623" y="8841"/>
                  </a:lnTo>
                  <a:lnTo>
                    <a:pt x="4549" y="8987"/>
                  </a:lnTo>
                  <a:lnTo>
                    <a:pt x="4476" y="9171"/>
                  </a:lnTo>
                  <a:lnTo>
                    <a:pt x="4476" y="9317"/>
                  </a:lnTo>
                  <a:lnTo>
                    <a:pt x="4476" y="9464"/>
                  </a:lnTo>
                  <a:lnTo>
                    <a:pt x="4513" y="9611"/>
                  </a:lnTo>
                  <a:lnTo>
                    <a:pt x="4549" y="9721"/>
                  </a:lnTo>
                  <a:lnTo>
                    <a:pt x="4733" y="9978"/>
                  </a:lnTo>
                  <a:lnTo>
                    <a:pt x="4953" y="10161"/>
                  </a:lnTo>
                  <a:lnTo>
                    <a:pt x="5246" y="10344"/>
                  </a:lnTo>
                  <a:lnTo>
                    <a:pt x="5577" y="10491"/>
                  </a:lnTo>
                  <a:lnTo>
                    <a:pt x="5687" y="10491"/>
                  </a:lnTo>
                  <a:lnTo>
                    <a:pt x="5797" y="10418"/>
                  </a:lnTo>
                  <a:lnTo>
                    <a:pt x="6090" y="10308"/>
                  </a:lnTo>
                  <a:lnTo>
                    <a:pt x="6090" y="10418"/>
                  </a:lnTo>
                  <a:lnTo>
                    <a:pt x="6090" y="10528"/>
                  </a:lnTo>
                  <a:lnTo>
                    <a:pt x="6163" y="10785"/>
                  </a:lnTo>
                  <a:lnTo>
                    <a:pt x="6310" y="10968"/>
                  </a:lnTo>
                  <a:lnTo>
                    <a:pt x="6494" y="11188"/>
                  </a:lnTo>
                  <a:lnTo>
                    <a:pt x="6494" y="11592"/>
                  </a:lnTo>
                  <a:lnTo>
                    <a:pt x="6420" y="11958"/>
                  </a:lnTo>
                  <a:lnTo>
                    <a:pt x="6384" y="12105"/>
                  </a:lnTo>
                  <a:lnTo>
                    <a:pt x="6420" y="12142"/>
                  </a:lnTo>
                  <a:lnTo>
                    <a:pt x="6457" y="12179"/>
                  </a:lnTo>
                  <a:lnTo>
                    <a:pt x="6714" y="12289"/>
                  </a:lnTo>
                  <a:lnTo>
                    <a:pt x="6970" y="12325"/>
                  </a:lnTo>
                  <a:lnTo>
                    <a:pt x="7227" y="12252"/>
                  </a:lnTo>
                  <a:lnTo>
                    <a:pt x="7447" y="12142"/>
                  </a:lnTo>
                  <a:lnTo>
                    <a:pt x="7924" y="12509"/>
                  </a:lnTo>
                  <a:lnTo>
                    <a:pt x="7484" y="12655"/>
                  </a:lnTo>
                  <a:lnTo>
                    <a:pt x="7044" y="12802"/>
                  </a:lnTo>
                  <a:lnTo>
                    <a:pt x="6714" y="12876"/>
                  </a:lnTo>
                  <a:lnTo>
                    <a:pt x="6604" y="12765"/>
                  </a:lnTo>
                  <a:lnTo>
                    <a:pt x="6494" y="12582"/>
                  </a:lnTo>
                  <a:lnTo>
                    <a:pt x="6310" y="12289"/>
                  </a:lnTo>
                  <a:lnTo>
                    <a:pt x="6090" y="12032"/>
                  </a:lnTo>
                  <a:lnTo>
                    <a:pt x="5870" y="11812"/>
                  </a:lnTo>
                  <a:lnTo>
                    <a:pt x="5466" y="11372"/>
                  </a:lnTo>
                  <a:lnTo>
                    <a:pt x="5100" y="10895"/>
                  </a:lnTo>
                  <a:lnTo>
                    <a:pt x="5063" y="10858"/>
                  </a:lnTo>
                  <a:lnTo>
                    <a:pt x="4990" y="10858"/>
                  </a:lnTo>
                  <a:lnTo>
                    <a:pt x="4953" y="10895"/>
                  </a:lnTo>
                  <a:lnTo>
                    <a:pt x="4953" y="10931"/>
                  </a:lnTo>
                  <a:lnTo>
                    <a:pt x="4953" y="11151"/>
                  </a:lnTo>
                  <a:lnTo>
                    <a:pt x="5026" y="11335"/>
                  </a:lnTo>
                  <a:lnTo>
                    <a:pt x="5100" y="11518"/>
                  </a:lnTo>
                  <a:lnTo>
                    <a:pt x="5246" y="11702"/>
                  </a:lnTo>
                  <a:lnTo>
                    <a:pt x="5540" y="12032"/>
                  </a:lnTo>
                  <a:lnTo>
                    <a:pt x="5833" y="12325"/>
                  </a:lnTo>
                  <a:lnTo>
                    <a:pt x="6017" y="12582"/>
                  </a:lnTo>
                  <a:lnTo>
                    <a:pt x="6200" y="12912"/>
                  </a:lnTo>
                  <a:lnTo>
                    <a:pt x="5650" y="12949"/>
                  </a:lnTo>
                  <a:lnTo>
                    <a:pt x="5026" y="12362"/>
                  </a:lnTo>
                  <a:lnTo>
                    <a:pt x="4659" y="11995"/>
                  </a:lnTo>
                  <a:lnTo>
                    <a:pt x="4513" y="11812"/>
                  </a:lnTo>
                  <a:lnTo>
                    <a:pt x="4439" y="11555"/>
                  </a:lnTo>
                  <a:lnTo>
                    <a:pt x="4403" y="11518"/>
                  </a:lnTo>
                  <a:lnTo>
                    <a:pt x="4329" y="11482"/>
                  </a:lnTo>
                  <a:lnTo>
                    <a:pt x="4256" y="11482"/>
                  </a:lnTo>
                  <a:lnTo>
                    <a:pt x="4219" y="11555"/>
                  </a:lnTo>
                  <a:lnTo>
                    <a:pt x="4219" y="11665"/>
                  </a:lnTo>
                  <a:lnTo>
                    <a:pt x="4219" y="11812"/>
                  </a:lnTo>
                  <a:lnTo>
                    <a:pt x="4293" y="12032"/>
                  </a:lnTo>
                  <a:lnTo>
                    <a:pt x="4403" y="12252"/>
                  </a:lnTo>
                  <a:lnTo>
                    <a:pt x="4586" y="12435"/>
                  </a:lnTo>
                  <a:lnTo>
                    <a:pt x="4953" y="12876"/>
                  </a:lnTo>
                  <a:lnTo>
                    <a:pt x="4880" y="12876"/>
                  </a:lnTo>
                  <a:lnTo>
                    <a:pt x="4880" y="12839"/>
                  </a:lnTo>
                  <a:lnTo>
                    <a:pt x="4880" y="12802"/>
                  </a:lnTo>
                  <a:lnTo>
                    <a:pt x="4843" y="12765"/>
                  </a:lnTo>
                  <a:lnTo>
                    <a:pt x="4549" y="12692"/>
                  </a:lnTo>
                  <a:lnTo>
                    <a:pt x="4439" y="12655"/>
                  </a:lnTo>
                  <a:lnTo>
                    <a:pt x="4366" y="12545"/>
                  </a:lnTo>
                  <a:lnTo>
                    <a:pt x="4293" y="12362"/>
                  </a:lnTo>
                  <a:lnTo>
                    <a:pt x="4073" y="11995"/>
                  </a:lnTo>
                  <a:lnTo>
                    <a:pt x="3926" y="11848"/>
                  </a:lnTo>
                  <a:lnTo>
                    <a:pt x="3816" y="11738"/>
                  </a:lnTo>
                  <a:lnTo>
                    <a:pt x="3816" y="11665"/>
                  </a:lnTo>
                  <a:lnTo>
                    <a:pt x="3816" y="11592"/>
                  </a:lnTo>
                  <a:lnTo>
                    <a:pt x="3779" y="11555"/>
                  </a:lnTo>
                  <a:lnTo>
                    <a:pt x="3742" y="11518"/>
                  </a:lnTo>
                  <a:lnTo>
                    <a:pt x="3669" y="11555"/>
                  </a:lnTo>
                  <a:lnTo>
                    <a:pt x="3559" y="11628"/>
                  </a:lnTo>
                  <a:lnTo>
                    <a:pt x="3522" y="11702"/>
                  </a:lnTo>
                  <a:lnTo>
                    <a:pt x="3522" y="11848"/>
                  </a:lnTo>
                  <a:lnTo>
                    <a:pt x="3559" y="11958"/>
                  </a:lnTo>
                  <a:lnTo>
                    <a:pt x="3669" y="12105"/>
                  </a:lnTo>
                  <a:lnTo>
                    <a:pt x="3779" y="12252"/>
                  </a:lnTo>
                  <a:lnTo>
                    <a:pt x="3889" y="12435"/>
                  </a:lnTo>
                  <a:lnTo>
                    <a:pt x="3963" y="12655"/>
                  </a:lnTo>
                  <a:lnTo>
                    <a:pt x="3963" y="12655"/>
                  </a:lnTo>
                  <a:lnTo>
                    <a:pt x="3376" y="12435"/>
                  </a:lnTo>
                  <a:lnTo>
                    <a:pt x="2825" y="12105"/>
                  </a:lnTo>
                  <a:lnTo>
                    <a:pt x="2789" y="12069"/>
                  </a:lnTo>
                  <a:lnTo>
                    <a:pt x="2715" y="11958"/>
                  </a:lnTo>
                  <a:lnTo>
                    <a:pt x="2605" y="11885"/>
                  </a:lnTo>
                  <a:lnTo>
                    <a:pt x="2349" y="11812"/>
                  </a:lnTo>
                  <a:lnTo>
                    <a:pt x="2312" y="11738"/>
                  </a:lnTo>
                  <a:lnTo>
                    <a:pt x="2165" y="11115"/>
                  </a:lnTo>
                  <a:lnTo>
                    <a:pt x="2092" y="10748"/>
                  </a:lnTo>
                  <a:lnTo>
                    <a:pt x="2055" y="10381"/>
                  </a:lnTo>
                  <a:lnTo>
                    <a:pt x="2055" y="10051"/>
                  </a:lnTo>
                  <a:lnTo>
                    <a:pt x="2092" y="9868"/>
                  </a:lnTo>
                  <a:lnTo>
                    <a:pt x="2165" y="9758"/>
                  </a:lnTo>
                  <a:lnTo>
                    <a:pt x="2238" y="9611"/>
                  </a:lnTo>
                  <a:lnTo>
                    <a:pt x="2349" y="9538"/>
                  </a:lnTo>
                  <a:lnTo>
                    <a:pt x="2495" y="9464"/>
                  </a:lnTo>
                  <a:lnTo>
                    <a:pt x="2679" y="9391"/>
                  </a:lnTo>
                  <a:lnTo>
                    <a:pt x="2715" y="9391"/>
                  </a:lnTo>
                  <a:lnTo>
                    <a:pt x="2752" y="9354"/>
                  </a:lnTo>
                  <a:lnTo>
                    <a:pt x="2789" y="9281"/>
                  </a:lnTo>
                  <a:lnTo>
                    <a:pt x="2789" y="9207"/>
                  </a:lnTo>
                  <a:lnTo>
                    <a:pt x="2715" y="9024"/>
                  </a:lnTo>
                  <a:lnTo>
                    <a:pt x="2605" y="8841"/>
                  </a:lnTo>
                  <a:lnTo>
                    <a:pt x="2495" y="8694"/>
                  </a:lnTo>
                  <a:lnTo>
                    <a:pt x="2349" y="8510"/>
                  </a:lnTo>
                  <a:lnTo>
                    <a:pt x="2055" y="8254"/>
                  </a:lnTo>
                  <a:lnTo>
                    <a:pt x="1725" y="7960"/>
                  </a:lnTo>
                  <a:lnTo>
                    <a:pt x="1505" y="7813"/>
                  </a:lnTo>
                  <a:lnTo>
                    <a:pt x="1285" y="7630"/>
                  </a:lnTo>
                  <a:lnTo>
                    <a:pt x="1175" y="7447"/>
                  </a:lnTo>
                  <a:lnTo>
                    <a:pt x="991" y="7300"/>
                  </a:lnTo>
                  <a:lnTo>
                    <a:pt x="771" y="7153"/>
                  </a:lnTo>
                  <a:lnTo>
                    <a:pt x="551" y="7117"/>
                  </a:lnTo>
                  <a:lnTo>
                    <a:pt x="661" y="6566"/>
                  </a:lnTo>
                  <a:lnTo>
                    <a:pt x="771" y="6089"/>
                  </a:lnTo>
                  <a:lnTo>
                    <a:pt x="808" y="6016"/>
                  </a:lnTo>
                  <a:lnTo>
                    <a:pt x="955" y="5943"/>
                  </a:lnTo>
                  <a:lnTo>
                    <a:pt x="1101" y="5906"/>
                  </a:lnTo>
                  <a:lnTo>
                    <a:pt x="1248" y="5906"/>
                  </a:lnTo>
                  <a:lnTo>
                    <a:pt x="1395" y="5943"/>
                  </a:lnTo>
                  <a:lnTo>
                    <a:pt x="1505" y="6016"/>
                  </a:lnTo>
                  <a:lnTo>
                    <a:pt x="1615" y="6126"/>
                  </a:lnTo>
                  <a:lnTo>
                    <a:pt x="1652" y="6236"/>
                  </a:lnTo>
                  <a:lnTo>
                    <a:pt x="1652" y="6420"/>
                  </a:lnTo>
                  <a:lnTo>
                    <a:pt x="1652" y="6530"/>
                  </a:lnTo>
                  <a:lnTo>
                    <a:pt x="1688" y="6566"/>
                  </a:lnTo>
                  <a:lnTo>
                    <a:pt x="1725" y="6566"/>
                  </a:lnTo>
                  <a:lnTo>
                    <a:pt x="1945" y="6676"/>
                  </a:lnTo>
                  <a:lnTo>
                    <a:pt x="2128" y="6786"/>
                  </a:lnTo>
                  <a:lnTo>
                    <a:pt x="2275" y="6970"/>
                  </a:lnTo>
                  <a:lnTo>
                    <a:pt x="2385" y="7153"/>
                  </a:lnTo>
                  <a:lnTo>
                    <a:pt x="2459" y="7227"/>
                  </a:lnTo>
                  <a:lnTo>
                    <a:pt x="2532" y="7227"/>
                  </a:lnTo>
                  <a:lnTo>
                    <a:pt x="2605" y="7190"/>
                  </a:lnTo>
                  <a:lnTo>
                    <a:pt x="2642" y="7080"/>
                  </a:lnTo>
                  <a:lnTo>
                    <a:pt x="2532" y="5943"/>
                  </a:lnTo>
                  <a:lnTo>
                    <a:pt x="2752" y="5906"/>
                  </a:lnTo>
                  <a:lnTo>
                    <a:pt x="3009" y="5796"/>
                  </a:lnTo>
                  <a:lnTo>
                    <a:pt x="3229" y="5723"/>
                  </a:lnTo>
                  <a:lnTo>
                    <a:pt x="3449" y="5686"/>
                  </a:lnTo>
                  <a:lnTo>
                    <a:pt x="3669" y="5649"/>
                  </a:lnTo>
                  <a:lnTo>
                    <a:pt x="3889" y="5686"/>
                  </a:lnTo>
                  <a:lnTo>
                    <a:pt x="4293" y="5723"/>
                  </a:lnTo>
                  <a:lnTo>
                    <a:pt x="5100" y="5723"/>
                  </a:lnTo>
                  <a:lnTo>
                    <a:pt x="5283" y="5649"/>
                  </a:lnTo>
                  <a:lnTo>
                    <a:pt x="5503" y="5576"/>
                  </a:lnTo>
                  <a:lnTo>
                    <a:pt x="5577" y="5539"/>
                  </a:lnTo>
                  <a:lnTo>
                    <a:pt x="5613" y="5466"/>
                  </a:lnTo>
                  <a:lnTo>
                    <a:pt x="5613" y="5356"/>
                  </a:lnTo>
                  <a:lnTo>
                    <a:pt x="5577" y="5282"/>
                  </a:lnTo>
                  <a:lnTo>
                    <a:pt x="5246" y="4916"/>
                  </a:lnTo>
                  <a:lnTo>
                    <a:pt x="4880" y="4549"/>
                  </a:lnTo>
                  <a:lnTo>
                    <a:pt x="4696" y="4365"/>
                  </a:lnTo>
                  <a:lnTo>
                    <a:pt x="4513" y="4219"/>
                  </a:lnTo>
                  <a:lnTo>
                    <a:pt x="4293" y="4109"/>
                  </a:lnTo>
                  <a:lnTo>
                    <a:pt x="4036" y="3999"/>
                  </a:lnTo>
                  <a:lnTo>
                    <a:pt x="3999" y="3889"/>
                  </a:lnTo>
                  <a:lnTo>
                    <a:pt x="3963" y="3815"/>
                  </a:lnTo>
                  <a:lnTo>
                    <a:pt x="3852" y="3742"/>
                  </a:lnTo>
                  <a:lnTo>
                    <a:pt x="3742" y="3668"/>
                  </a:lnTo>
                  <a:lnTo>
                    <a:pt x="3376" y="3522"/>
                  </a:lnTo>
                  <a:lnTo>
                    <a:pt x="3192" y="3448"/>
                  </a:lnTo>
                  <a:lnTo>
                    <a:pt x="2972" y="3412"/>
                  </a:lnTo>
                  <a:lnTo>
                    <a:pt x="3412" y="3228"/>
                  </a:lnTo>
                  <a:lnTo>
                    <a:pt x="3816" y="3045"/>
                  </a:lnTo>
                  <a:lnTo>
                    <a:pt x="4256" y="2935"/>
                  </a:lnTo>
                  <a:lnTo>
                    <a:pt x="4696" y="2861"/>
                  </a:lnTo>
                  <a:lnTo>
                    <a:pt x="5136" y="2788"/>
                  </a:lnTo>
                  <a:lnTo>
                    <a:pt x="6494" y="2788"/>
                  </a:lnTo>
                  <a:lnTo>
                    <a:pt x="6567" y="2751"/>
                  </a:lnTo>
                  <a:lnTo>
                    <a:pt x="6567" y="2678"/>
                  </a:lnTo>
                  <a:close/>
                  <a:moveTo>
                    <a:pt x="5100" y="15590"/>
                  </a:moveTo>
                  <a:lnTo>
                    <a:pt x="5246" y="15627"/>
                  </a:lnTo>
                  <a:lnTo>
                    <a:pt x="5503" y="15700"/>
                  </a:lnTo>
                  <a:lnTo>
                    <a:pt x="5393" y="15737"/>
                  </a:lnTo>
                  <a:lnTo>
                    <a:pt x="5320" y="15810"/>
                  </a:lnTo>
                  <a:lnTo>
                    <a:pt x="5246" y="15920"/>
                  </a:lnTo>
                  <a:lnTo>
                    <a:pt x="5246" y="16030"/>
                  </a:lnTo>
                  <a:lnTo>
                    <a:pt x="5210" y="16177"/>
                  </a:lnTo>
                  <a:lnTo>
                    <a:pt x="5246" y="16360"/>
                  </a:lnTo>
                  <a:lnTo>
                    <a:pt x="5246" y="16434"/>
                  </a:lnTo>
                  <a:lnTo>
                    <a:pt x="5283" y="16507"/>
                  </a:lnTo>
                  <a:lnTo>
                    <a:pt x="5356" y="16580"/>
                  </a:lnTo>
                  <a:lnTo>
                    <a:pt x="5430" y="16617"/>
                  </a:lnTo>
                  <a:lnTo>
                    <a:pt x="5540" y="16617"/>
                  </a:lnTo>
                  <a:lnTo>
                    <a:pt x="5870" y="16947"/>
                  </a:lnTo>
                  <a:lnTo>
                    <a:pt x="6237" y="17167"/>
                  </a:lnTo>
                  <a:lnTo>
                    <a:pt x="6567" y="17351"/>
                  </a:lnTo>
                  <a:lnTo>
                    <a:pt x="6750" y="17424"/>
                  </a:lnTo>
                  <a:lnTo>
                    <a:pt x="3449" y="17387"/>
                  </a:lnTo>
                  <a:lnTo>
                    <a:pt x="3596" y="17314"/>
                  </a:lnTo>
                  <a:lnTo>
                    <a:pt x="3926" y="17167"/>
                  </a:lnTo>
                  <a:lnTo>
                    <a:pt x="4256" y="16984"/>
                  </a:lnTo>
                  <a:lnTo>
                    <a:pt x="4476" y="16837"/>
                  </a:lnTo>
                  <a:lnTo>
                    <a:pt x="4696" y="16654"/>
                  </a:lnTo>
                  <a:lnTo>
                    <a:pt x="4770" y="16690"/>
                  </a:lnTo>
                  <a:lnTo>
                    <a:pt x="4880" y="16690"/>
                  </a:lnTo>
                  <a:lnTo>
                    <a:pt x="4953" y="16654"/>
                  </a:lnTo>
                  <a:lnTo>
                    <a:pt x="5026" y="16580"/>
                  </a:lnTo>
                  <a:lnTo>
                    <a:pt x="5136" y="16397"/>
                  </a:lnTo>
                  <a:lnTo>
                    <a:pt x="5210" y="16214"/>
                  </a:lnTo>
                  <a:lnTo>
                    <a:pt x="5173" y="16103"/>
                  </a:lnTo>
                  <a:lnTo>
                    <a:pt x="5100" y="16030"/>
                  </a:lnTo>
                  <a:lnTo>
                    <a:pt x="5063" y="15993"/>
                  </a:lnTo>
                  <a:lnTo>
                    <a:pt x="5100" y="15773"/>
                  </a:lnTo>
                  <a:lnTo>
                    <a:pt x="5100" y="15590"/>
                  </a:lnTo>
                  <a:close/>
                  <a:moveTo>
                    <a:pt x="9795" y="0"/>
                  </a:moveTo>
                  <a:lnTo>
                    <a:pt x="9648" y="74"/>
                  </a:lnTo>
                  <a:lnTo>
                    <a:pt x="9391" y="110"/>
                  </a:lnTo>
                  <a:lnTo>
                    <a:pt x="9171" y="220"/>
                  </a:lnTo>
                  <a:lnTo>
                    <a:pt x="9061" y="294"/>
                  </a:lnTo>
                  <a:lnTo>
                    <a:pt x="8988" y="404"/>
                  </a:lnTo>
                  <a:lnTo>
                    <a:pt x="8951" y="514"/>
                  </a:lnTo>
                  <a:lnTo>
                    <a:pt x="8915" y="661"/>
                  </a:lnTo>
                  <a:lnTo>
                    <a:pt x="8915" y="771"/>
                  </a:lnTo>
                  <a:lnTo>
                    <a:pt x="8915" y="881"/>
                  </a:lnTo>
                  <a:lnTo>
                    <a:pt x="8988" y="1027"/>
                  </a:lnTo>
                  <a:lnTo>
                    <a:pt x="9025" y="1137"/>
                  </a:lnTo>
                  <a:lnTo>
                    <a:pt x="8254" y="2348"/>
                  </a:lnTo>
                  <a:lnTo>
                    <a:pt x="7631" y="2201"/>
                  </a:lnTo>
                  <a:lnTo>
                    <a:pt x="7007" y="2165"/>
                  </a:lnTo>
                  <a:lnTo>
                    <a:pt x="6384" y="2165"/>
                  </a:lnTo>
                  <a:lnTo>
                    <a:pt x="5797" y="2238"/>
                  </a:lnTo>
                  <a:lnTo>
                    <a:pt x="5650" y="2275"/>
                  </a:lnTo>
                  <a:lnTo>
                    <a:pt x="5577" y="2385"/>
                  </a:lnTo>
                  <a:lnTo>
                    <a:pt x="5100" y="2348"/>
                  </a:lnTo>
                  <a:lnTo>
                    <a:pt x="4623" y="2421"/>
                  </a:lnTo>
                  <a:lnTo>
                    <a:pt x="4109" y="2495"/>
                  </a:lnTo>
                  <a:lnTo>
                    <a:pt x="3632" y="2641"/>
                  </a:lnTo>
                  <a:lnTo>
                    <a:pt x="3192" y="2825"/>
                  </a:lnTo>
                  <a:lnTo>
                    <a:pt x="2715" y="3045"/>
                  </a:lnTo>
                  <a:lnTo>
                    <a:pt x="2312" y="3302"/>
                  </a:lnTo>
                  <a:lnTo>
                    <a:pt x="1945" y="3558"/>
                  </a:lnTo>
                  <a:lnTo>
                    <a:pt x="1505" y="3925"/>
                  </a:lnTo>
                  <a:lnTo>
                    <a:pt x="1138" y="4365"/>
                  </a:lnTo>
                  <a:lnTo>
                    <a:pt x="808" y="4806"/>
                  </a:lnTo>
                  <a:lnTo>
                    <a:pt x="551" y="5282"/>
                  </a:lnTo>
                  <a:lnTo>
                    <a:pt x="331" y="5796"/>
                  </a:lnTo>
                  <a:lnTo>
                    <a:pt x="184" y="6346"/>
                  </a:lnTo>
                  <a:lnTo>
                    <a:pt x="74" y="6896"/>
                  </a:lnTo>
                  <a:lnTo>
                    <a:pt x="1" y="7447"/>
                  </a:lnTo>
                  <a:lnTo>
                    <a:pt x="1" y="7997"/>
                  </a:lnTo>
                  <a:lnTo>
                    <a:pt x="38" y="8547"/>
                  </a:lnTo>
                  <a:lnTo>
                    <a:pt x="148" y="9097"/>
                  </a:lnTo>
                  <a:lnTo>
                    <a:pt x="294" y="9648"/>
                  </a:lnTo>
                  <a:lnTo>
                    <a:pt x="478" y="10161"/>
                  </a:lnTo>
                  <a:lnTo>
                    <a:pt x="698" y="10638"/>
                  </a:lnTo>
                  <a:lnTo>
                    <a:pt x="991" y="11115"/>
                  </a:lnTo>
                  <a:lnTo>
                    <a:pt x="1358" y="11555"/>
                  </a:lnTo>
                  <a:lnTo>
                    <a:pt x="1725" y="11958"/>
                  </a:lnTo>
                  <a:lnTo>
                    <a:pt x="2165" y="12325"/>
                  </a:lnTo>
                  <a:lnTo>
                    <a:pt x="2679" y="12655"/>
                  </a:lnTo>
                  <a:lnTo>
                    <a:pt x="3156" y="12912"/>
                  </a:lnTo>
                  <a:lnTo>
                    <a:pt x="3706" y="13132"/>
                  </a:lnTo>
                  <a:lnTo>
                    <a:pt x="4256" y="13279"/>
                  </a:lnTo>
                  <a:lnTo>
                    <a:pt x="4806" y="13389"/>
                  </a:lnTo>
                  <a:lnTo>
                    <a:pt x="5393" y="13462"/>
                  </a:lnTo>
                  <a:lnTo>
                    <a:pt x="5943" y="13462"/>
                  </a:lnTo>
                  <a:lnTo>
                    <a:pt x="6494" y="13426"/>
                  </a:lnTo>
                  <a:lnTo>
                    <a:pt x="7044" y="13352"/>
                  </a:lnTo>
                  <a:lnTo>
                    <a:pt x="7594" y="13206"/>
                  </a:lnTo>
                  <a:lnTo>
                    <a:pt x="8108" y="13022"/>
                  </a:lnTo>
                  <a:lnTo>
                    <a:pt x="8621" y="12802"/>
                  </a:lnTo>
                  <a:lnTo>
                    <a:pt x="9098" y="12509"/>
                  </a:lnTo>
                  <a:lnTo>
                    <a:pt x="9538" y="12215"/>
                  </a:lnTo>
                  <a:lnTo>
                    <a:pt x="10052" y="11775"/>
                  </a:lnTo>
                  <a:lnTo>
                    <a:pt x="10492" y="11262"/>
                  </a:lnTo>
                  <a:lnTo>
                    <a:pt x="10932" y="10711"/>
                  </a:lnTo>
                  <a:lnTo>
                    <a:pt x="11299" y="10161"/>
                  </a:lnTo>
                  <a:lnTo>
                    <a:pt x="11629" y="9538"/>
                  </a:lnTo>
                  <a:lnTo>
                    <a:pt x="11886" y="8914"/>
                  </a:lnTo>
                  <a:lnTo>
                    <a:pt x="12106" y="8290"/>
                  </a:lnTo>
                  <a:lnTo>
                    <a:pt x="12179" y="7924"/>
                  </a:lnTo>
                  <a:lnTo>
                    <a:pt x="12216" y="7593"/>
                  </a:lnTo>
                  <a:lnTo>
                    <a:pt x="12253" y="7080"/>
                  </a:lnTo>
                  <a:lnTo>
                    <a:pt x="12216" y="6603"/>
                  </a:lnTo>
                  <a:lnTo>
                    <a:pt x="12106" y="6126"/>
                  </a:lnTo>
                  <a:lnTo>
                    <a:pt x="11922" y="5649"/>
                  </a:lnTo>
                  <a:lnTo>
                    <a:pt x="11739" y="5172"/>
                  </a:lnTo>
                  <a:lnTo>
                    <a:pt x="11482" y="4732"/>
                  </a:lnTo>
                  <a:lnTo>
                    <a:pt x="11189" y="4329"/>
                  </a:lnTo>
                  <a:lnTo>
                    <a:pt x="10859" y="3962"/>
                  </a:lnTo>
                  <a:lnTo>
                    <a:pt x="10822" y="3852"/>
                  </a:lnTo>
                  <a:lnTo>
                    <a:pt x="10712" y="3815"/>
                  </a:lnTo>
                  <a:lnTo>
                    <a:pt x="10272" y="3375"/>
                  </a:lnTo>
                  <a:lnTo>
                    <a:pt x="10162" y="3302"/>
                  </a:lnTo>
                  <a:lnTo>
                    <a:pt x="9832" y="3082"/>
                  </a:lnTo>
                  <a:lnTo>
                    <a:pt x="9501" y="2861"/>
                  </a:lnTo>
                  <a:lnTo>
                    <a:pt x="9135" y="2678"/>
                  </a:lnTo>
                  <a:lnTo>
                    <a:pt x="8768" y="2531"/>
                  </a:lnTo>
                  <a:lnTo>
                    <a:pt x="8804" y="2458"/>
                  </a:lnTo>
                  <a:lnTo>
                    <a:pt x="8841" y="2421"/>
                  </a:lnTo>
                  <a:lnTo>
                    <a:pt x="8804" y="2348"/>
                  </a:lnTo>
                  <a:lnTo>
                    <a:pt x="9171" y="1871"/>
                  </a:lnTo>
                  <a:lnTo>
                    <a:pt x="9501" y="1394"/>
                  </a:lnTo>
                  <a:lnTo>
                    <a:pt x="9758" y="1394"/>
                  </a:lnTo>
                  <a:lnTo>
                    <a:pt x="9868" y="1358"/>
                  </a:lnTo>
                  <a:lnTo>
                    <a:pt x="9978" y="1284"/>
                  </a:lnTo>
                  <a:lnTo>
                    <a:pt x="10052" y="1211"/>
                  </a:lnTo>
                  <a:lnTo>
                    <a:pt x="10602" y="1468"/>
                  </a:lnTo>
                  <a:lnTo>
                    <a:pt x="11079" y="1798"/>
                  </a:lnTo>
                  <a:lnTo>
                    <a:pt x="11556" y="2128"/>
                  </a:lnTo>
                  <a:lnTo>
                    <a:pt x="11996" y="2531"/>
                  </a:lnTo>
                  <a:lnTo>
                    <a:pt x="12399" y="2972"/>
                  </a:lnTo>
                  <a:lnTo>
                    <a:pt x="12766" y="3412"/>
                  </a:lnTo>
                  <a:lnTo>
                    <a:pt x="13060" y="3925"/>
                  </a:lnTo>
                  <a:lnTo>
                    <a:pt x="13353" y="4439"/>
                  </a:lnTo>
                  <a:lnTo>
                    <a:pt x="13573" y="4989"/>
                  </a:lnTo>
                  <a:lnTo>
                    <a:pt x="13757" y="5539"/>
                  </a:lnTo>
                  <a:lnTo>
                    <a:pt x="13903" y="6126"/>
                  </a:lnTo>
                  <a:lnTo>
                    <a:pt x="14013" y="6713"/>
                  </a:lnTo>
                  <a:lnTo>
                    <a:pt x="14087" y="7300"/>
                  </a:lnTo>
                  <a:lnTo>
                    <a:pt x="14087" y="7887"/>
                  </a:lnTo>
                  <a:lnTo>
                    <a:pt x="14087" y="8510"/>
                  </a:lnTo>
                  <a:lnTo>
                    <a:pt x="14013" y="9097"/>
                  </a:lnTo>
                  <a:lnTo>
                    <a:pt x="13867" y="9758"/>
                  </a:lnTo>
                  <a:lnTo>
                    <a:pt x="13720" y="10381"/>
                  </a:lnTo>
                  <a:lnTo>
                    <a:pt x="13463" y="11005"/>
                  </a:lnTo>
                  <a:lnTo>
                    <a:pt x="13206" y="11592"/>
                  </a:lnTo>
                  <a:lnTo>
                    <a:pt x="12876" y="12179"/>
                  </a:lnTo>
                  <a:lnTo>
                    <a:pt x="12473" y="12692"/>
                  </a:lnTo>
                  <a:lnTo>
                    <a:pt x="12069" y="13206"/>
                  </a:lnTo>
                  <a:lnTo>
                    <a:pt x="11592" y="13683"/>
                  </a:lnTo>
                  <a:lnTo>
                    <a:pt x="11079" y="14049"/>
                  </a:lnTo>
                  <a:lnTo>
                    <a:pt x="10565" y="14416"/>
                  </a:lnTo>
                  <a:lnTo>
                    <a:pt x="9978" y="14710"/>
                  </a:lnTo>
                  <a:lnTo>
                    <a:pt x="9391" y="14966"/>
                  </a:lnTo>
                  <a:lnTo>
                    <a:pt x="8804" y="15150"/>
                  </a:lnTo>
                  <a:lnTo>
                    <a:pt x="8181" y="15260"/>
                  </a:lnTo>
                  <a:lnTo>
                    <a:pt x="7557" y="15333"/>
                  </a:lnTo>
                  <a:lnTo>
                    <a:pt x="6897" y="15370"/>
                  </a:lnTo>
                  <a:lnTo>
                    <a:pt x="6420" y="15333"/>
                  </a:lnTo>
                  <a:lnTo>
                    <a:pt x="5943" y="15296"/>
                  </a:lnTo>
                  <a:lnTo>
                    <a:pt x="5466" y="15186"/>
                  </a:lnTo>
                  <a:lnTo>
                    <a:pt x="5026" y="15076"/>
                  </a:lnTo>
                  <a:lnTo>
                    <a:pt x="4549" y="14893"/>
                  </a:lnTo>
                  <a:lnTo>
                    <a:pt x="4109" y="14673"/>
                  </a:lnTo>
                  <a:lnTo>
                    <a:pt x="3632" y="14453"/>
                  </a:lnTo>
                  <a:lnTo>
                    <a:pt x="3669" y="14416"/>
                  </a:lnTo>
                  <a:lnTo>
                    <a:pt x="3706" y="14343"/>
                  </a:lnTo>
                  <a:lnTo>
                    <a:pt x="3706" y="14269"/>
                  </a:lnTo>
                  <a:lnTo>
                    <a:pt x="3706" y="14196"/>
                  </a:lnTo>
                  <a:lnTo>
                    <a:pt x="3669" y="14123"/>
                  </a:lnTo>
                  <a:lnTo>
                    <a:pt x="3522" y="14013"/>
                  </a:lnTo>
                  <a:lnTo>
                    <a:pt x="3376" y="13939"/>
                  </a:lnTo>
                  <a:lnTo>
                    <a:pt x="3229" y="13903"/>
                  </a:lnTo>
                  <a:lnTo>
                    <a:pt x="3009" y="13903"/>
                  </a:lnTo>
                  <a:lnTo>
                    <a:pt x="2899" y="13939"/>
                  </a:lnTo>
                  <a:lnTo>
                    <a:pt x="2752" y="14013"/>
                  </a:lnTo>
                  <a:lnTo>
                    <a:pt x="2642" y="14123"/>
                  </a:lnTo>
                  <a:lnTo>
                    <a:pt x="2605" y="14269"/>
                  </a:lnTo>
                  <a:lnTo>
                    <a:pt x="2605" y="14416"/>
                  </a:lnTo>
                  <a:lnTo>
                    <a:pt x="2642" y="14563"/>
                  </a:lnTo>
                  <a:lnTo>
                    <a:pt x="2715" y="14710"/>
                  </a:lnTo>
                  <a:lnTo>
                    <a:pt x="2825" y="14820"/>
                  </a:lnTo>
                  <a:lnTo>
                    <a:pt x="2972" y="14856"/>
                  </a:lnTo>
                  <a:lnTo>
                    <a:pt x="3119" y="14893"/>
                  </a:lnTo>
                  <a:lnTo>
                    <a:pt x="3266" y="14856"/>
                  </a:lnTo>
                  <a:lnTo>
                    <a:pt x="3376" y="14746"/>
                  </a:lnTo>
                  <a:lnTo>
                    <a:pt x="3522" y="14856"/>
                  </a:lnTo>
                  <a:lnTo>
                    <a:pt x="4036" y="15150"/>
                  </a:lnTo>
                  <a:lnTo>
                    <a:pt x="4439" y="15333"/>
                  </a:lnTo>
                  <a:lnTo>
                    <a:pt x="4806" y="15480"/>
                  </a:lnTo>
                  <a:lnTo>
                    <a:pt x="4770" y="15553"/>
                  </a:lnTo>
                  <a:lnTo>
                    <a:pt x="4733" y="15590"/>
                  </a:lnTo>
                  <a:lnTo>
                    <a:pt x="4659" y="15810"/>
                  </a:lnTo>
                  <a:lnTo>
                    <a:pt x="4623" y="16030"/>
                  </a:lnTo>
                  <a:lnTo>
                    <a:pt x="4586" y="16470"/>
                  </a:lnTo>
                  <a:lnTo>
                    <a:pt x="3963" y="16654"/>
                  </a:lnTo>
                  <a:lnTo>
                    <a:pt x="3376" y="16910"/>
                  </a:lnTo>
                  <a:lnTo>
                    <a:pt x="2752" y="17167"/>
                  </a:lnTo>
                  <a:lnTo>
                    <a:pt x="2128" y="17387"/>
                  </a:lnTo>
                  <a:lnTo>
                    <a:pt x="2055" y="17424"/>
                  </a:lnTo>
                  <a:lnTo>
                    <a:pt x="2018" y="17497"/>
                  </a:lnTo>
                  <a:lnTo>
                    <a:pt x="1982" y="17571"/>
                  </a:lnTo>
                  <a:lnTo>
                    <a:pt x="1982" y="17644"/>
                  </a:lnTo>
                  <a:lnTo>
                    <a:pt x="2018" y="17717"/>
                  </a:lnTo>
                  <a:lnTo>
                    <a:pt x="2055" y="17791"/>
                  </a:lnTo>
                  <a:lnTo>
                    <a:pt x="2128" y="17828"/>
                  </a:lnTo>
                  <a:lnTo>
                    <a:pt x="2202" y="17864"/>
                  </a:lnTo>
                  <a:lnTo>
                    <a:pt x="8401" y="17901"/>
                  </a:lnTo>
                  <a:lnTo>
                    <a:pt x="8474" y="17901"/>
                  </a:lnTo>
                  <a:lnTo>
                    <a:pt x="8548" y="17864"/>
                  </a:lnTo>
                  <a:lnTo>
                    <a:pt x="8621" y="17791"/>
                  </a:lnTo>
                  <a:lnTo>
                    <a:pt x="8621" y="17717"/>
                  </a:lnTo>
                  <a:lnTo>
                    <a:pt x="8621" y="17644"/>
                  </a:lnTo>
                  <a:lnTo>
                    <a:pt x="8621" y="17571"/>
                  </a:lnTo>
                  <a:lnTo>
                    <a:pt x="8584" y="17497"/>
                  </a:lnTo>
                  <a:lnTo>
                    <a:pt x="8474" y="17424"/>
                  </a:lnTo>
                  <a:lnTo>
                    <a:pt x="8108" y="17277"/>
                  </a:lnTo>
                  <a:lnTo>
                    <a:pt x="7667" y="17167"/>
                  </a:lnTo>
                  <a:lnTo>
                    <a:pt x="7264" y="17057"/>
                  </a:lnTo>
                  <a:lnTo>
                    <a:pt x="6860" y="16947"/>
                  </a:lnTo>
                  <a:lnTo>
                    <a:pt x="6494" y="16764"/>
                  </a:lnTo>
                  <a:lnTo>
                    <a:pt x="6163" y="16544"/>
                  </a:lnTo>
                  <a:lnTo>
                    <a:pt x="5907" y="16324"/>
                  </a:lnTo>
                  <a:lnTo>
                    <a:pt x="5797" y="16214"/>
                  </a:lnTo>
                  <a:lnTo>
                    <a:pt x="5650" y="16140"/>
                  </a:lnTo>
                  <a:lnTo>
                    <a:pt x="5650" y="16103"/>
                  </a:lnTo>
                  <a:lnTo>
                    <a:pt x="5687" y="15920"/>
                  </a:lnTo>
                  <a:lnTo>
                    <a:pt x="5650" y="15737"/>
                  </a:lnTo>
                  <a:lnTo>
                    <a:pt x="6127" y="15810"/>
                  </a:lnTo>
                  <a:lnTo>
                    <a:pt x="6640" y="15847"/>
                  </a:lnTo>
                  <a:lnTo>
                    <a:pt x="7631" y="15847"/>
                  </a:lnTo>
                  <a:lnTo>
                    <a:pt x="8218" y="15773"/>
                  </a:lnTo>
                  <a:lnTo>
                    <a:pt x="8841" y="15627"/>
                  </a:lnTo>
                  <a:lnTo>
                    <a:pt x="9428" y="15480"/>
                  </a:lnTo>
                  <a:lnTo>
                    <a:pt x="10015" y="15260"/>
                  </a:lnTo>
                  <a:lnTo>
                    <a:pt x="10565" y="14966"/>
                  </a:lnTo>
                  <a:lnTo>
                    <a:pt x="11079" y="14673"/>
                  </a:lnTo>
                  <a:lnTo>
                    <a:pt x="11592" y="14306"/>
                  </a:lnTo>
                  <a:lnTo>
                    <a:pt x="12069" y="13903"/>
                  </a:lnTo>
                  <a:lnTo>
                    <a:pt x="12509" y="13462"/>
                  </a:lnTo>
                  <a:lnTo>
                    <a:pt x="12913" y="12986"/>
                  </a:lnTo>
                  <a:lnTo>
                    <a:pt x="13280" y="12472"/>
                  </a:lnTo>
                  <a:lnTo>
                    <a:pt x="13573" y="11922"/>
                  </a:lnTo>
                  <a:lnTo>
                    <a:pt x="13867" y="11372"/>
                  </a:lnTo>
                  <a:lnTo>
                    <a:pt x="14087" y="10785"/>
                  </a:lnTo>
                  <a:lnTo>
                    <a:pt x="14307" y="10198"/>
                  </a:lnTo>
                  <a:lnTo>
                    <a:pt x="14417" y="9574"/>
                  </a:lnTo>
                  <a:lnTo>
                    <a:pt x="14527" y="8951"/>
                  </a:lnTo>
                  <a:lnTo>
                    <a:pt x="14600" y="8327"/>
                  </a:lnTo>
                  <a:lnTo>
                    <a:pt x="14600" y="7703"/>
                  </a:lnTo>
                  <a:lnTo>
                    <a:pt x="14564" y="7080"/>
                  </a:lnTo>
                  <a:lnTo>
                    <a:pt x="14490" y="6456"/>
                  </a:lnTo>
                  <a:lnTo>
                    <a:pt x="14380" y="5833"/>
                  </a:lnTo>
                  <a:lnTo>
                    <a:pt x="14197" y="5209"/>
                  </a:lnTo>
                  <a:lnTo>
                    <a:pt x="13977" y="4622"/>
                  </a:lnTo>
                  <a:lnTo>
                    <a:pt x="13720" y="3999"/>
                  </a:lnTo>
                  <a:lnTo>
                    <a:pt x="13353" y="3412"/>
                  </a:lnTo>
                  <a:lnTo>
                    <a:pt x="12986" y="2861"/>
                  </a:lnTo>
                  <a:lnTo>
                    <a:pt x="12509" y="2311"/>
                  </a:lnTo>
                  <a:lnTo>
                    <a:pt x="12032" y="1834"/>
                  </a:lnTo>
                  <a:lnTo>
                    <a:pt x="11482" y="1394"/>
                  </a:lnTo>
                  <a:lnTo>
                    <a:pt x="10895" y="1027"/>
                  </a:lnTo>
                  <a:lnTo>
                    <a:pt x="10602" y="881"/>
                  </a:lnTo>
                  <a:lnTo>
                    <a:pt x="10272" y="734"/>
                  </a:lnTo>
                  <a:lnTo>
                    <a:pt x="10308" y="587"/>
                  </a:lnTo>
                  <a:lnTo>
                    <a:pt x="10308" y="441"/>
                  </a:lnTo>
                  <a:lnTo>
                    <a:pt x="10272" y="294"/>
                  </a:lnTo>
                  <a:lnTo>
                    <a:pt x="10198" y="147"/>
                  </a:lnTo>
                  <a:lnTo>
                    <a:pt x="10088" y="74"/>
                  </a:lnTo>
                  <a:lnTo>
                    <a:pt x="9942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2" name="Google Shape;298;p5">
              <a:extLst>
                <a:ext uri="{FF2B5EF4-FFF2-40B4-BE49-F238E27FC236}">
                  <a16:creationId xmlns:a16="http://schemas.microsoft.com/office/drawing/2014/main" id="{85A73084-DEA1-4AA1-B9CB-70E878A1742A}"/>
                </a:ext>
              </a:extLst>
            </p:cNvPr>
            <p:cNvSpPr/>
            <p:nvPr/>
          </p:nvSpPr>
          <p:spPr>
            <a:xfrm>
              <a:off x="6071400" y="1791425"/>
              <a:ext cx="402625" cy="375100"/>
            </a:xfrm>
            <a:custGeom>
              <a:avLst/>
              <a:gdLst/>
              <a:ahLst/>
              <a:cxnLst/>
              <a:rect l="l" t="t" r="r" b="b"/>
              <a:pathLst>
                <a:path w="16105" h="15004" extrusionOk="0">
                  <a:moveTo>
                    <a:pt x="13170" y="587"/>
                  </a:moveTo>
                  <a:lnTo>
                    <a:pt x="13206" y="624"/>
                  </a:lnTo>
                  <a:lnTo>
                    <a:pt x="13280" y="661"/>
                  </a:lnTo>
                  <a:lnTo>
                    <a:pt x="13353" y="697"/>
                  </a:lnTo>
                  <a:lnTo>
                    <a:pt x="13610" y="771"/>
                  </a:lnTo>
                  <a:lnTo>
                    <a:pt x="13830" y="844"/>
                  </a:lnTo>
                  <a:lnTo>
                    <a:pt x="14013" y="954"/>
                  </a:lnTo>
                  <a:lnTo>
                    <a:pt x="14160" y="1174"/>
                  </a:lnTo>
                  <a:lnTo>
                    <a:pt x="14307" y="1394"/>
                  </a:lnTo>
                  <a:lnTo>
                    <a:pt x="14343" y="1651"/>
                  </a:lnTo>
                  <a:lnTo>
                    <a:pt x="14307" y="1908"/>
                  </a:lnTo>
                  <a:lnTo>
                    <a:pt x="14233" y="2128"/>
                  </a:lnTo>
                  <a:lnTo>
                    <a:pt x="14087" y="2348"/>
                  </a:lnTo>
                  <a:lnTo>
                    <a:pt x="13903" y="2531"/>
                  </a:lnTo>
                  <a:lnTo>
                    <a:pt x="13683" y="2678"/>
                  </a:lnTo>
                  <a:lnTo>
                    <a:pt x="13463" y="2788"/>
                  </a:lnTo>
                  <a:lnTo>
                    <a:pt x="13170" y="2825"/>
                  </a:lnTo>
                  <a:lnTo>
                    <a:pt x="12840" y="2788"/>
                  </a:lnTo>
                  <a:lnTo>
                    <a:pt x="12656" y="2751"/>
                  </a:lnTo>
                  <a:lnTo>
                    <a:pt x="12546" y="2715"/>
                  </a:lnTo>
                  <a:lnTo>
                    <a:pt x="12436" y="2641"/>
                  </a:lnTo>
                  <a:lnTo>
                    <a:pt x="12363" y="2495"/>
                  </a:lnTo>
                  <a:lnTo>
                    <a:pt x="12289" y="2495"/>
                  </a:lnTo>
                  <a:lnTo>
                    <a:pt x="12253" y="2275"/>
                  </a:lnTo>
                  <a:lnTo>
                    <a:pt x="12253" y="2054"/>
                  </a:lnTo>
                  <a:lnTo>
                    <a:pt x="12253" y="1871"/>
                  </a:lnTo>
                  <a:lnTo>
                    <a:pt x="12289" y="1724"/>
                  </a:lnTo>
                  <a:lnTo>
                    <a:pt x="12399" y="1394"/>
                  </a:lnTo>
                  <a:lnTo>
                    <a:pt x="12583" y="1064"/>
                  </a:lnTo>
                  <a:lnTo>
                    <a:pt x="12840" y="807"/>
                  </a:lnTo>
                  <a:lnTo>
                    <a:pt x="12986" y="697"/>
                  </a:lnTo>
                  <a:lnTo>
                    <a:pt x="13170" y="587"/>
                  </a:lnTo>
                  <a:close/>
                  <a:moveTo>
                    <a:pt x="9061" y="3338"/>
                  </a:moveTo>
                  <a:lnTo>
                    <a:pt x="9245" y="3412"/>
                  </a:lnTo>
                  <a:lnTo>
                    <a:pt x="9245" y="3448"/>
                  </a:lnTo>
                  <a:lnTo>
                    <a:pt x="9171" y="3632"/>
                  </a:lnTo>
                  <a:lnTo>
                    <a:pt x="9171" y="3668"/>
                  </a:lnTo>
                  <a:lnTo>
                    <a:pt x="9135" y="3632"/>
                  </a:lnTo>
                  <a:lnTo>
                    <a:pt x="9061" y="3522"/>
                  </a:lnTo>
                  <a:lnTo>
                    <a:pt x="8988" y="3448"/>
                  </a:lnTo>
                  <a:lnTo>
                    <a:pt x="8988" y="3412"/>
                  </a:lnTo>
                  <a:lnTo>
                    <a:pt x="8988" y="3375"/>
                  </a:lnTo>
                  <a:lnTo>
                    <a:pt x="9061" y="3338"/>
                  </a:lnTo>
                  <a:close/>
                  <a:moveTo>
                    <a:pt x="14123" y="440"/>
                  </a:moveTo>
                  <a:lnTo>
                    <a:pt x="14233" y="477"/>
                  </a:lnTo>
                  <a:lnTo>
                    <a:pt x="14307" y="587"/>
                  </a:lnTo>
                  <a:lnTo>
                    <a:pt x="14417" y="661"/>
                  </a:lnTo>
                  <a:lnTo>
                    <a:pt x="14454" y="807"/>
                  </a:lnTo>
                  <a:lnTo>
                    <a:pt x="14527" y="807"/>
                  </a:lnTo>
                  <a:lnTo>
                    <a:pt x="14490" y="624"/>
                  </a:lnTo>
                  <a:lnTo>
                    <a:pt x="14454" y="477"/>
                  </a:lnTo>
                  <a:lnTo>
                    <a:pt x="14600" y="551"/>
                  </a:lnTo>
                  <a:lnTo>
                    <a:pt x="14784" y="624"/>
                  </a:lnTo>
                  <a:lnTo>
                    <a:pt x="14967" y="771"/>
                  </a:lnTo>
                  <a:lnTo>
                    <a:pt x="15114" y="881"/>
                  </a:lnTo>
                  <a:lnTo>
                    <a:pt x="15224" y="1064"/>
                  </a:lnTo>
                  <a:lnTo>
                    <a:pt x="15334" y="1211"/>
                  </a:lnTo>
                  <a:lnTo>
                    <a:pt x="15444" y="1578"/>
                  </a:lnTo>
                  <a:lnTo>
                    <a:pt x="15554" y="1944"/>
                  </a:lnTo>
                  <a:lnTo>
                    <a:pt x="15627" y="2385"/>
                  </a:lnTo>
                  <a:lnTo>
                    <a:pt x="15664" y="2568"/>
                  </a:lnTo>
                  <a:lnTo>
                    <a:pt x="15627" y="2788"/>
                  </a:lnTo>
                  <a:lnTo>
                    <a:pt x="15591" y="2972"/>
                  </a:lnTo>
                  <a:lnTo>
                    <a:pt x="15481" y="3118"/>
                  </a:lnTo>
                  <a:lnTo>
                    <a:pt x="15187" y="3412"/>
                  </a:lnTo>
                  <a:lnTo>
                    <a:pt x="14930" y="3595"/>
                  </a:lnTo>
                  <a:lnTo>
                    <a:pt x="14600" y="3705"/>
                  </a:lnTo>
                  <a:lnTo>
                    <a:pt x="14270" y="3779"/>
                  </a:lnTo>
                  <a:lnTo>
                    <a:pt x="13940" y="3815"/>
                  </a:lnTo>
                  <a:lnTo>
                    <a:pt x="13720" y="3779"/>
                  </a:lnTo>
                  <a:lnTo>
                    <a:pt x="13500" y="3742"/>
                  </a:lnTo>
                  <a:lnTo>
                    <a:pt x="13316" y="3668"/>
                  </a:lnTo>
                  <a:lnTo>
                    <a:pt x="13133" y="3595"/>
                  </a:lnTo>
                  <a:lnTo>
                    <a:pt x="12950" y="3485"/>
                  </a:lnTo>
                  <a:lnTo>
                    <a:pt x="12803" y="3338"/>
                  </a:lnTo>
                  <a:lnTo>
                    <a:pt x="12656" y="3192"/>
                  </a:lnTo>
                  <a:lnTo>
                    <a:pt x="12546" y="3045"/>
                  </a:lnTo>
                  <a:lnTo>
                    <a:pt x="12840" y="3118"/>
                  </a:lnTo>
                  <a:lnTo>
                    <a:pt x="13133" y="3155"/>
                  </a:lnTo>
                  <a:lnTo>
                    <a:pt x="13426" y="3118"/>
                  </a:lnTo>
                  <a:lnTo>
                    <a:pt x="13720" y="3045"/>
                  </a:lnTo>
                  <a:lnTo>
                    <a:pt x="13977" y="2935"/>
                  </a:lnTo>
                  <a:lnTo>
                    <a:pt x="14233" y="2751"/>
                  </a:lnTo>
                  <a:lnTo>
                    <a:pt x="14417" y="2495"/>
                  </a:lnTo>
                  <a:lnTo>
                    <a:pt x="14600" y="2238"/>
                  </a:lnTo>
                  <a:lnTo>
                    <a:pt x="14674" y="1981"/>
                  </a:lnTo>
                  <a:lnTo>
                    <a:pt x="14710" y="1724"/>
                  </a:lnTo>
                  <a:lnTo>
                    <a:pt x="14674" y="1468"/>
                  </a:lnTo>
                  <a:lnTo>
                    <a:pt x="14600" y="1211"/>
                  </a:lnTo>
                  <a:lnTo>
                    <a:pt x="14490" y="991"/>
                  </a:lnTo>
                  <a:lnTo>
                    <a:pt x="14343" y="771"/>
                  </a:lnTo>
                  <a:lnTo>
                    <a:pt x="14160" y="587"/>
                  </a:lnTo>
                  <a:lnTo>
                    <a:pt x="13940" y="440"/>
                  </a:lnTo>
                  <a:close/>
                  <a:moveTo>
                    <a:pt x="13757" y="0"/>
                  </a:moveTo>
                  <a:lnTo>
                    <a:pt x="13610" y="74"/>
                  </a:lnTo>
                  <a:lnTo>
                    <a:pt x="13353" y="110"/>
                  </a:lnTo>
                  <a:lnTo>
                    <a:pt x="13133" y="147"/>
                  </a:lnTo>
                  <a:lnTo>
                    <a:pt x="12913" y="257"/>
                  </a:lnTo>
                  <a:lnTo>
                    <a:pt x="12729" y="404"/>
                  </a:lnTo>
                  <a:lnTo>
                    <a:pt x="12509" y="551"/>
                  </a:lnTo>
                  <a:lnTo>
                    <a:pt x="12363" y="734"/>
                  </a:lnTo>
                  <a:lnTo>
                    <a:pt x="12216" y="917"/>
                  </a:lnTo>
                  <a:lnTo>
                    <a:pt x="12069" y="1137"/>
                  </a:lnTo>
                  <a:lnTo>
                    <a:pt x="11996" y="1321"/>
                  </a:lnTo>
                  <a:lnTo>
                    <a:pt x="11922" y="1578"/>
                  </a:lnTo>
                  <a:lnTo>
                    <a:pt x="11849" y="1798"/>
                  </a:lnTo>
                  <a:lnTo>
                    <a:pt x="11849" y="2054"/>
                  </a:lnTo>
                  <a:lnTo>
                    <a:pt x="11849" y="2275"/>
                  </a:lnTo>
                  <a:lnTo>
                    <a:pt x="11886" y="2531"/>
                  </a:lnTo>
                  <a:lnTo>
                    <a:pt x="11959" y="2751"/>
                  </a:lnTo>
                  <a:lnTo>
                    <a:pt x="12033" y="2972"/>
                  </a:lnTo>
                  <a:lnTo>
                    <a:pt x="12143" y="3192"/>
                  </a:lnTo>
                  <a:lnTo>
                    <a:pt x="12253" y="3375"/>
                  </a:lnTo>
                  <a:lnTo>
                    <a:pt x="12399" y="3558"/>
                  </a:lnTo>
                  <a:lnTo>
                    <a:pt x="12583" y="3705"/>
                  </a:lnTo>
                  <a:lnTo>
                    <a:pt x="12766" y="3852"/>
                  </a:lnTo>
                  <a:lnTo>
                    <a:pt x="12986" y="3999"/>
                  </a:lnTo>
                  <a:lnTo>
                    <a:pt x="13206" y="4072"/>
                  </a:lnTo>
                  <a:lnTo>
                    <a:pt x="13426" y="4145"/>
                  </a:lnTo>
                  <a:lnTo>
                    <a:pt x="13683" y="4219"/>
                  </a:lnTo>
                  <a:lnTo>
                    <a:pt x="14123" y="4219"/>
                  </a:lnTo>
                  <a:lnTo>
                    <a:pt x="14564" y="4145"/>
                  </a:lnTo>
                  <a:lnTo>
                    <a:pt x="15004" y="3999"/>
                  </a:lnTo>
                  <a:lnTo>
                    <a:pt x="15371" y="3779"/>
                  </a:lnTo>
                  <a:lnTo>
                    <a:pt x="15591" y="3632"/>
                  </a:lnTo>
                  <a:lnTo>
                    <a:pt x="15737" y="3448"/>
                  </a:lnTo>
                  <a:lnTo>
                    <a:pt x="15884" y="3265"/>
                  </a:lnTo>
                  <a:lnTo>
                    <a:pt x="15994" y="3045"/>
                  </a:lnTo>
                  <a:lnTo>
                    <a:pt x="16067" y="2788"/>
                  </a:lnTo>
                  <a:lnTo>
                    <a:pt x="16104" y="2495"/>
                  </a:lnTo>
                  <a:lnTo>
                    <a:pt x="16067" y="2238"/>
                  </a:lnTo>
                  <a:lnTo>
                    <a:pt x="15994" y="1981"/>
                  </a:lnTo>
                  <a:lnTo>
                    <a:pt x="15884" y="1431"/>
                  </a:lnTo>
                  <a:lnTo>
                    <a:pt x="15774" y="1174"/>
                  </a:lnTo>
                  <a:lnTo>
                    <a:pt x="15664" y="954"/>
                  </a:lnTo>
                  <a:lnTo>
                    <a:pt x="15517" y="734"/>
                  </a:lnTo>
                  <a:lnTo>
                    <a:pt x="15371" y="551"/>
                  </a:lnTo>
                  <a:lnTo>
                    <a:pt x="15150" y="367"/>
                  </a:lnTo>
                  <a:lnTo>
                    <a:pt x="14930" y="220"/>
                  </a:lnTo>
                  <a:lnTo>
                    <a:pt x="14637" y="74"/>
                  </a:lnTo>
                  <a:lnTo>
                    <a:pt x="14270" y="0"/>
                  </a:lnTo>
                  <a:close/>
                  <a:moveTo>
                    <a:pt x="11115" y="4549"/>
                  </a:moveTo>
                  <a:lnTo>
                    <a:pt x="11446" y="4842"/>
                  </a:lnTo>
                  <a:lnTo>
                    <a:pt x="11299" y="4952"/>
                  </a:lnTo>
                  <a:lnTo>
                    <a:pt x="11115" y="4916"/>
                  </a:lnTo>
                  <a:lnTo>
                    <a:pt x="10932" y="4916"/>
                  </a:lnTo>
                  <a:lnTo>
                    <a:pt x="10639" y="4952"/>
                  </a:lnTo>
                  <a:lnTo>
                    <a:pt x="10859" y="4732"/>
                  </a:lnTo>
                  <a:lnTo>
                    <a:pt x="11115" y="4549"/>
                  </a:lnTo>
                  <a:close/>
                  <a:moveTo>
                    <a:pt x="6860" y="3632"/>
                  </a:moveTo>
                  <a:lnTo>
                    <a:pt x="7007" y="3668"/>
                  </a:lnTo>
                  <a:lnTo>
                    <a:pt x="7044" y="3705"/>
                  </a:lnTo>
                  <a:lnTo>
                    <a:pt x="7044" y="3742"/>
                  </a:lnTo>
                  <a:lnTo>
                    <a:pt x="7044" y="3779"/>
                  </a:lnTo>
                  <a:lnTo>
                    <a:pt x="7080" y="3852"/>
                  </a:lnTo>
                  <a:lnTo>
                    <a:pt x="7191" y="3889"/>
                  </a:lnTo>
                  <a:lnTo>
                    <a:pt x="7374" y="3889"/>
                  </a:lnTo>
                  <a:lnTo>
                    <a:pt x="7411" y="3925"/>
                  </a:lnTo>
                  <a:lnTo>
                    <a:pt x="7447" y="4035"/>
                  </a:lnTo>
                  <a:lnTo>
                    <a:pt x="7484" y="4145"/>
                  </a:lnTo>
                  <a:lnTo>
                    <a:pt x="7484" y="4255"/>
                  </a:lnTo>
                  <a:lnTo>
                    <a:pt x="7447" y="4512"/>
                  </a:lnTo>
                  <a:lnTo>
                    <a:pt x="7374" y="4769"/>
                  </a:lnTo>
                  <a:lnTo>
                    <a:pt x="7227" y="5026"/>
                  </a:lnTo>
                  <a:lnTo>
                    <a:pt x="7154" y="5136"/>
                  </a:lnTo>
                  <a:lnTo>
                    <a:pt x="7044" y="5209"/>
                  </a:lnTo>
                  <a:lnTo>
                    <a:pt x="6934" y="5246"/>
                  </a:lnTo>
                  <a:lnTo>
                    <a:pt x="6787" y="5246"/>
                  </a:lnTo>
                  <a:lnTo>
                    <a:pt x="6787" y="4989"/>
                  </a:lnTo>
                  <a:lnTo>
                    <a:pt x="6750" y="4769"/>
                  </a:lnTo>
                  <a:lnTo>
                    <a:pt x="6640" y="4549"/>
                  </a:lnTo>
                  <a:lnTo>
                    <a:pt x="6494" y="4329"/>
                  </a:lnTo>
                  <a:lnTo>
                    <a:pt x="6310" y="4145"/>
                  </a:lnTo>
                  <a:lnTo>
                    <a:pt x="6090" y="4035"/>
                  </a:lnTo>
                  <a:lnTo>
                    <a:pt x="6090" y="3925"/>
                  </a:lnTo>
                  <a:lnTo>
                    <a:pt x="6163" y="3852"/>
                  </a:lnTo>
                  <a:lnTo>
                    <a:pt x="6237" y="3779"/>
                  </a:lnTo>
                  <a:lnTo>
                    <a:pt x="6347" y="3742"/>
                  </a:lnTo>
                  <a:lnTo>
                    <a:pt x="6567" y="3705"/>
                  </a:lnTo>
                  <a:lnTo>
                    <a:pt x="6860" y="3632"/>
                  </a:lnTo>
                  <a:close/>
                  <a:moveTo>
                    <a:pt x="6530" y="3192"/>
                  </a:moveTo>
                  <a:lnTo>
                    <a:pt x="6494" y="3228"/>
                  </a:lnTo>
                  <a:lnTo>
                    <a:pt x="6457" y="3302"/>
                  </a:lnTo>
                  <a:lnTo>
                    <a:pt x="6457" y="3338"/>
                  </a:lnTo>
                  <a:lnTo>
                    <a:pt x="6457" y="3412"/>
                  </a:lnTo>
                  <a:lnTo>
                    <a:pt x="6200" y="3485"/>
                  </a:lnTo>
                  <a:lnTo>
                    <a:pt x="5980" y="3558"/>
                  </a:lnTo>
                  <a:lnTo>
                    <a:pt x="5797" y="3742"/>
                  </a:lnTo>
                  <a:lnTo>
                    <a:pt x="5760" y="3815"/>
                  </a:lnTo>
                  <a:lnTo>
                    <a:pt x="5687" y="3925"/>
                  </a:lnTo>
                  <a:lnTo>
                    <a:pt x="5687" y="4035"/>
                  </a:lnTo>
                  <a:lnTo>
                    <a:pt x="5687" y="4072"/>
                  </a:lnTo>
                  <a:lnTo>
                    <a:pt x="5797" y="4219"/>
                  </a:lnTo>
                  <a:lnTo>
                    <a:pt x="5907" y="4292"/>
                  </a:lnTo>
                  <a:lnTo>
                    <a:pt x="6053" y="4365"/>
                  </a:lnTo>
                  <a:lnTo>
                    <a:pt x="6163" y="4439"/>
                  </a:lnTo>
                  <a:lnTo>
                    <a:pt x="6274" y="4512"/>
                  </a:lnTo>
                  <a:lnTo>
                    <a:pt x="6347" y="4622"/>
                  </a:lnTo>
                  <a:lnTo>
                    <a:pt x="6420" y="4769"/>
                  </a:lnTo>
                  <a:lnTo>
                    <a:pt x="6494" y="5026"/>
                  </a:lnTo>
                  <a:lnTo>
                    <a:pt x="6457" y="5282"/>
                  </a:lnTo>
                  <a:lnTo>
                    <a:pt x="6494" y="5392"/>
                  </a:lnTo>
                  <a:lnTo>
                    <a:pt x="6530" y="5466"/>
                  </a:lnTo>
                  <a:lnTo>
                    <a:pt x="6750" y="5539"/>
                  </a:lnTo>
                  <a:lnTo>
                    <a:pt x="6934" y="5539"/>
                  </a:lnTo>
                  <a:lnTo>
                    <a:pt x="7117" y="5503"/>
                  </a:lnTo>
                  <a:lnTo>
                    <a:pt x="7264" y="5429"/>
                  </a:lnTo>
                  <a:lnTo>
                    <a:pt x="7411" y="5282"/>
                  </a:lnTo>
                  <a:lnTo>
                    <a:pt x="7521" y="5136"/>
                  </a:lnTo>
                  <a:lnTo>
                    <a:pt x="7631" y="4952"/>
                  </a:lnTo>
                  <a:lnTo>
                    <a:pt x="7704" y="4769"/>
                  </a:lnTo>
                  <a:lnTo>
                    <a:pt x="7741" y="4585"/>
                  </a:lnTo>
                  <a:lnTo>
                    <a:pt x="7777" y="4365"/>
                  </a:lnTo>
                  <a:lnTo>
                    <a:pt x="7777" y="4145"/>
                  </a:lnTo>
                  <a:lnTo>
                    <a:pt x="7777" y="3925"/>
                  </a:lnTo>
                  <a:lnTo>
                    <a:pt x="7704" y="3779"/>
                  </a:lnTo>
                  <a:lnTo>
                    <a:pt x="7631" y="3668"/>
                  </a:lnTo>
                  <a:lnTo>
                    <a:pt x="7484" y="3595"/>
                  </a:lnTo>
                  <a:lnTo>
                    <a:pt x="7337" y="3595"/>
                  </a:lnTo>
                  <a:lnTo>
                    <a:pt x="7301" y="3485"/>
                  </a:lnTo>
                  <a:lnTo>
                    <a:pt x="7227" y="3448"/>
                  </a:lnTo>
                  <a:lnTo>
                    <a:pt x="7044" y="3375"/>
                  </a:lnTo>
                  <a:lnTo>
                    <a:pt x="6824" y="3302"/>
                  </a:lnTo>
                  <a:lnTo>
                    <a:pt x="6677" y="3228"/>
                  </a:lnTo>
                  <a:lnTo>
                    <a:pt x="6567" y="3192"/>
                  </a:lnTo>
                  <a:close/>
                  <a:moveTo>
                    <a:pt x="11739" y="5136"/>
                  </a:moveTo>
                  <a:lnTo>
                    <a:pt x="12179" y="5686"/>
                  </a:lnTo>
                  <a:lnTo>
                    <a:pt x="11776" y="5796"/>
                  </a:lnTo>
                  <a:lnTo>
                    <a:pt x="11409" y="6016"/>
                  </a:lnTo>
                  <a:lnTo>
                    <a:pt x="11042" y="6236"/>
                  </a:lnTo>
                  <a:lnTo>
                    <a:pt x="10895" y="6383"/>
                  </a:lnTo>
                  <a:lnTo>
                    <a:pt x="10785" y="6566"/>
                  </a:lnTo>
                  <a:lnTo>
                    <a:pt x="10749" y="6640"/>
                  </a:lnTo>
                  <a:lnTo>
                    <a:pt x="10785" y="6676"/>
                  </a:lnTo>
                  <a:lnTo>
                    <a:pt x="10859" y="6713"/>
                  </a:lnTo>
                  <a:lnTo>
                    <a:pt x="10932" y="6713"/>
                  </a:lnTo>
                  <a:lnTo>
                    <a:pt x="11262" y="6493"/>
                  </a:lnTo>
                  <a:lnTo>
                    <a:pt x="11556" y="6310"/>
                  </a:lnTo>
                  <a:lnTo>
                    <a:pt x="11849" y="6199"/>
                  </a:lnTo>
                  <a:lnTo>
                    <a:pt x="12143" y="6089"/>
                  </a:lnTo>
                  <a:lnTo>
                    <a:pt x="12253" y="6053"/>
                  </a:lnTo>
                  <a:lnTo>
                    <a:pt x="12363" y="6016"/>
                  </a:lnTo>
                  <a:lnTo>
                    <a:pt x="12399" y="5979"/>
                  </a:lnTo>
                  <a:lnTo>
                    <a:pt x="12619" y="6456"/>
                  </a:lnTo>
                  <a:lnTo>
                    <a:pt x="12840" y="6896"/>
                  </a:lnTo>
                  <a:lnTo>
                    <a:pt x="12803" y="6933"/>
                  </a:lnTo>
                  <a:lnTo>
                    <a:pt x="12326" y="7043"/>
                  </a:lnTo>
                  <a:lnTo>
                    <a:pt x="11812" y="7117"/>
                  </a:lnTo>
                  <a:lnTo>
                    <a:pt x="11299" y="7117"/>
                  </a:lnTo>
                  <a:lnTo>
                    <a:pt x="10749" y="7080"/>
                  </a:lnTo>
                  <a:lnTo>
                    <a:pt x="10675" y="7117"/>
                  </a:lnTo>
                  <a:lnTo>
                    <a:pt x="10639" y="7153"/>
                  </a:lnTo>
                  <a:lnTo>
                    <a:pt x="10639" y="7227"/>
                  </a:lnTo>
                  <a:lnTo>
                    <a:pt x="10712" y="7300"/>
                  </a:lnTo>
                  <a:lnTo>
                    <a:pt x="10932" y="7373"/>
                  </a:lnTo>
                  <a:lnTo>
                    <a:pt x="11189" y="7447"/>
                  </a:lnTo>
                  <a:lnTo>
                    <a:pt x="11702" y="7483"/>
                  </a:lnTo>
                  <a:lnTo>
                    <a:pt x="11959" y="7483"/>
                  </a:lnTo>
                  <a:lnTo>
                    <a:pt x="12216" y="7447"/>
                  </a:lnTo>
                  <a:lnTo>
                    <a:pt x="12583" y="7373"/>
                  </a:lnTo>
                  <a:lnTo>
                    <a:pt x="12693" y="7373"/>
                  </a:lnTo>
                  <a:lnTo>
                    <a:pt x="12766" y="7337"/>
                  </a:lnTo>
                  <a:lnTo>
                    <a:pt x="12803" y="7410"/>
                  </a:lnTo>
                  <a:lnTo>
                    <a:pt x="12840" y="7447"/>
                  </a:lnTo>
                  <a:lnTo>
                    <a:pt x="12876" y="7483"/>
                  </a:lnTo>
                  <a:lnTo>
                    <a:pt x="12986" y="7520"/>
                  </a:lnTo>
                  <a:lnTo>
                    <a:pt x="13023" y="7777"/>
                  </a:lnTo>
                  <a:lnTo>
                    <a:pt x="13060" y="8070"/>
                  </a:lnTo>
                  <a:lnTo>
                    <a:pt x="12986" y="8107"/>
                  </a:lnTo>
                  <a:lnTo>
                    <a:pt x="12693" y="7997"/>
                  </a:lnTo>
                  <a:lnTo>
                    <a:pt x="12473" y="7887"/>
                  </a:lnTo>
                  <a:lnTo>
                    <a:pt x="12253" y="7777"/>
                  </a:lnTo>
                  <a:lnTo>
                    <a:pt x="11886" y="7777"/>
                  </a:lnTo>
                  <a:lnTo>
                    <a:pt x="11776" y="7813"/>
                  </a:lnTo>
                  <a:lnTo>
                    <a:pt x="11226" y="7777"/>
                  </a:lnTo>
                  <a:lnTo>
                    <a:pt x="10895" y="7740"/>
                  </a:lnTo>
                  <a:lnTo>
                    <a:pt x="10749" y="7740"/>
                  </a:lnTo>
                  <a:lnTo>
                    <a:pt x="10675" y="7703"/>
                  </a:lnTo>
                  <a:lnTo>
                    <a:pt x="10565" y="7483"/>
                  </a:lnTo>
                  <a:lnTo>
                    <a:pt x="10529" y="7483"/>
                  </a:lnTo>
                  <a:lnTo>
                    <a:pt x="10529" y="7520"/>
                  </a:lnTo>
                  <a:lnTo>
                    <a:pt x="10529" y="7887"/>
                  </a:lnTo>
                  <a:lnTo>
                    <a:pt x="10529" y="7960"/>
                  </a:lnTo>
                  <a:lnTo>
                    <a:pt x="10602" y="7997"/>
                  </a:lnTo>
                  <a:lnTo>
                    <a:pt x="11042" y="8107"/>
                  </a:lnTo>
                  <a:lnTo>
                    <a:pt x="11482" y="8144"/>
                  </a:lnTo>
                  <a:lnTo>
                    <a:pt x="11482" y="8327"/>
                  </a:lnTo>
                  <a:lnTo>
                    <a:pt x="11519" y="8474"/>
                  </a:lnTo>
                  <a:lnTo>
                    <a:pt x="11592" y="8547"/>
                  </a:lnTo>
                  <a:lnTo>
                    <a:pt x="11629" y="8584"/>
                  </a:lnTo>
                  <a:lnTo>
                    <a:pt x="11776" y="8657"/>
                  </a:lnTo>
                  <a:lnTo>
                    <a:pt x="11959" y="8767"/>
                  </a:lnTo>
                  <a:lnTo>
                    <a:pt x="11409" y="8657"/>
                  </a:lnTo>
                  <a:lnTo>
                    <a:pt x="10969" y="8474"/>
                  </a:lnTo>
                  <a:lnTo>
                    <a:pt x="10712" y="8437"/>
                  </a:lnTo>
                  <a:lnTo>
                    <a:pt x="10455" y="8400"/>
                  </a:lnTo>
                  <a:lnTo>
                    <a:pt x="10198" y="8217"/>
                  </a:lnTo>
                  <a:lnTo>
                    <a:pt x="10052" y="8180"/>
                  </a:lnTo>
                  <a:lnTo>
                    <a:pt x="9942" y="8144"/>
                  </a:lnTo>
                  <a:lnTo>
                    <a:pt x="9722" y="8180"/>
                  </a:lnTo>
                  <a:lnTo>
                    <a:pt x="9575" y="8254"/>
                  </a:lnTo>
                  <a:lnTo>
                    <a:pt x="9465" y="8364"/>
                  </a:lnTo>
                  <a:lnTo>
                    <a:pt x="9355" y="8510"/>
                  </a:lnTo>
                  <a:lnTo>
                    <a:pt x="9245" y="8584"/>
                  </a:lnTo>
                  <a:lnTo>
                    <a:pt x="9098" y="8620"/>
                  </a:lnTo>
                  <a:lnTo>
                    <a:pt x="8841" y="8584"/>
                  </a:lnTo>
                  <a:lnTo>
                    <a:pt x="8621" y="8620"/>
                  </a:lnTo>
                  <a:lnTo>
                    <a:pt x="8401" y="8694"/>
                  </a:lnTo>
                  <a:lnTo>
                    <a:pt x="8181" y="8804"/>
                  </a:lnTo>
                  <a:lnTo>
                    <a:pt x="7924" y="8804"/>
                  </a:lnTo>
                  <a:lnTo>
                    <a:pt x="7851" y="8767"/>
                  </a:lnTo>
                  <a:lnTo>
                    <a:pt x="7814" y="8730"/>
                  </a:lnTo>
                  <a:lnTo>
                    <a:pt x="7814" y="8694"/>
                  </a:lnTo>
                  <a:lnTo>
                    <a:pt x="7887" y="8620"/>
                  </a:lnTo>
                  <a:lnTo>
                    <a:pt x="7998" y="8510"/>
                  </a:lnTo>
                  <a:lnTo>
                    <a:pt x="8144" y="8437"/>
                  </a:lnTo>
                  <a:lnTo>
                    <a:pt x="8401" y="8327"/>
                  </a:lnTo>
                  <a:lnTo>
                    <a:pt x="8731" y="8180"/>
                  </a:lnTo>
                  <a:lnTo>
                    <a:pt x="8915" y="8070"/>
                  </a:lnTo>
                  <a:lnTo>
                    <a:pt x="9025" y="7924"/>
                  </a:lnTo>
                  <a:lnTo>
                    <a:pt x="9135" y="7777"/>
                  </a:lnTo>
                  <a:lnTo>
                    <a:pt x="9208" y="7630"/>
                  </a:lnTo>
                  <a:lnTo>
                    <a:pt x="9208" y="7447"/>
                  </a:lnTo>
                  <a:lnTo>
                    <a:pt x="9171" y="7227"/>
                  </a:lnTo>
                  <a:lnTo>
                    <a:pt x="9098" y="7117"/>
                  </a:lnTo>
                  <a:lnTo>
                    <a:pt x="8988" y="7006"/>
                  </a:lnTo>
                  <a:lnTo>
                    <a:pt x="8841" y="6896"/>
                  </a:lnTo>
                  <a:lnTo>
                    <a:pt x="8694" y="6860"/>
                  </a:lnTo>
                  <a:lnTo>
                    <a:pt x="8548" y="6823"/>
                  </a:lnTo>
                  <a:lnTo>
                    <a:pt x="8401" y="6823"/>
                  </a:lnTo>
                  <a:lnTo>
                    <a:pt x="8254" y="6860"/>
                  </a:lnTo>
                  <a:lnTo>
                    <a:pt x="8108" y="6933"/>
                  </a:lnTo>
                  <a:lnTo>
                    <a:pt x="7924" y="7117"/>
                  </a:lnTo>
                  <a:lnTo>
                    <a:pt x="7924" y="7117"/>
                  </a:lnTo>
                  <a:lnTo>
                    <a:pt x="7998" y="6970"/>
                  </a:lnTo>
                  <a:lnTo>
                    <a:pt x="8108" y="6860"/>
                  </a:lnTo>
                  <a:lnTo>
                    <a:pt x="8291" y="6603"/>
                  </a:lnTo>
                  <a:lnTo>
                    <a:pt x="8511" y="6383"/>
                  </a:lnTo>
                  <a:lnTo>
                    <a:pt x="8768" y="6126"/>
                  </a:lnTo>
                  <a:lnTo>
                    <a:pt x="8951" y="5943"/>
                  </a:lnTo>
                  <a:lnTo>
                    <a:pt x="9135" y="5796"/>
                  </a:lnTo>
                  <a:lnTo>
                    <a:pt x="9171" y="5796"/>
                  </a:lnTo>
                  <a:lnTo>
                    <a:pt x="9391" y="5759"/>
                  </a:lnTo>
                  <a:lnTo>
                    <a:pt x="9612" y="5686"/>
                  </a:lnTo>
                  <a:lnTo>
                    <a:pt x="10052" y="5539"/>
                  </a:lnTo>
                  <a:lnTo>
                    <a:pt x="10455" y="5356"/>
                  </a:lnTo>
                  <a:lnTo>
                    <a:pt x="10639" y="5282"/>
                  </a:lnTo>
                  <a:lnTo>
                    <a:pt x="10895" y="5246"/>
                  </a:lnTo>
                  <a:lnTo>
                    <a:pt x="10895" y="5246"/>
                  </a:lnTo>
                  <a:lnTo>
                    <a:pt x="10602" y="5503"/>
                  </a:lnTo>
                  <a:lnTo>
                    <a:pt x="10492" y="5649"/>
                  </a:lnTo>
                  <a:lnTo>
                    <a:pt x="10419" y="5833"/>
                  </a:lnTo>
                  <a:lnTo>
                    <a:pt x="10455" y="5869"/>
                  </a:lnTo>
                  <a:lnTo>
                    <a:pt x="10639" y="5796"/>
                  </a:lnTo>
                  <a:lnTo>
                    <a:pt x="10822" y="5723"/>
                  </a:lnTo>
                  <a:lnTo>
                    <a:pt x="11152" y="5503"/>
                  </a:lnTo>
                  <a:lnTo>
                    <a:pt x="11739" y="5136"/>
                  </a:lnTo>
                  <a:close/>
                  <a:moveTo>
                    <a:pt x="11996" y="8254"/>
                  </a:moveTo>
                  <a:lnTo>
                    <a:pt x="12546" y="8400"/>
                  </a:lnTo>
                  <a:lnTo>
                    <a:pt x="12729" y="8584"/>
                  </a:lnTo>
                  <a:lnTo>
                    <a:pt x="12803" y="8620"/>
                  </a:lnTo>
                  <a:lnTo>
                    <a:pt x="12876" y="8657"/>
                  </a:lnTo>
                  <a:lnTo>
                    <a:pt x="12950" y="8620"/>
                  </a:lnTo>
                  <a:lnTo>
                    <a:pt x="13023" y="8584"/>
                  </a:lnTo>
                  <a:lnTo>
                    <a:pt x="12950" y="9024"/>
                  </a:lnTo>
                  <a:lnTo>
                    <a:pt x="12509" y="8914"/>
                  </a:lnTo>
                  <a:lnTo>
                    <a:pt x="12399" y="8657"/>
                  </a:lnTo>
                  <a:lnTo>
                    <a:pt x="12216" y="8474"/>
                  </a:lnTo>
                  <a:lnTo>
                    <a:pt x="12033" y="8327"/>
                  </a:lnTo>
                  <a:lnTo>
                    <a:pt x="11959" y="8290"/>
                  </a:lnTo>
                  <a:lnTo>
                    <a:pt x="11996" y="8254"/>
                  </a:lnTo>
                  <a:close/>
                  <a:moveTo>
                    <a:pt x="10932" y="8841"/>
                  </a:moveTo>
                  <a:lnTo>
                    <a:pt x="11519" y="9097"/>
                  </a:lnTo>
                  <a:lnTo>
                    <a:pt x="12106" y="9244"/>
                  </a:lnTo>
                  <a:lnTo>
                    <a:pt x="12033" y="9391"/>
                  </a:lnTo>
                  <a:lnTo>
                    <a:pt x="11922" y="9537"/>
                  </a:lnTo>
                  <a:lnTo>
                    <a:pt x="11776" y="9611"/>
                  </a:lnTo>
                  <a:lnTo>
                    <a:pt x="11702" y="9611"/>
                  </a:lnTo>
                  <a:lnTo>
                    <a:pt x="11629" y="9574"/>
                  </a:lnTo>
                  <a:lnTo>
                    <a:pt x="11519" y="9537"/>
                  </a:lnTo>
                  <a:lnTo>
                    <a:pt x="11409" y="9427"/>
                  </a:lnTo>
                  <a:lnTo>
                    <a:pt x="11226" y="9244"/>
                  </a:lnTo>
                  <a:lnTo>
                    <a:pt x="10932" y="8841"/>
                  </a:lnTo>
                  <a:close/>
                  <a:moveTo>
                    <a:pt x="12509" y="9354"/>
                  </a:moveTo>
                  <a:lnTo>
                    <a:pt x="12876" y="9391"/>
                  </a:lnTo>
                  <a:lnTo>
                    <a:pt x="12656" y="10161"/>
                  </a:lnTo>
                  <a:lnTo>
                    <a:pt x="12583" y="10088"/>
                  </a:lnTo>
                  <a:lnTo>
                    <a:pt x="12363" y="10088"/>
                  </a:lnTo>
                  <a:lnTo>
                    <a:pt x="12216" y="10051"/>
                  </a:lnTo>
                  <a:lnTo>
                    <a:pt x="11886" y="9978"/>
                  </a:lnTo>
                  <a:lnTo>
                    <a:pt x="12106" y="9868"/>
                  </a:lnTo>
                  <a:lnTo>
                    <a:pt x="12289" y="9758"/>
                  </a:lnTo>
                  <a:lnTo>
                    <a:pt x="12399" y="9574"/>
                  </a:lnTo>
                  <a:lnTo>
                    <a:pt x="12509" y="9354"/>
                  </a:lnTo>
                  <a:close/>
                  <a:moveTo>
                    <a:pt x="10382" y="9721"/>
                  </a:moveTo>
                  <a:lnTo>
                    <a:pt x="11409" y="10161"/>
                  </a:lnTo>
                  <a:lnTo>
                    <a:pt x="11922" y="10381"/>
                  </a:lnTo>
                  <a:lnTo>
                    <a:pt x="12253" y="10491"/>
                  </a:lnTo>
                  <a:lnTo>
                    <a:pt x="12399" y="10491"/>
                  </a:lnTo>
                  <a:lnTo>
                    <a:pt x="12509" y="10455"/>
                  </a:lnTo>
                  <a:lnTo>
                    <a:pt x="12326" y="10968"/>
                  </a:lnTo>
                  <a:lnTo>
                    <a:pt x="12033" y="10858"/>
                  </a:lnTo>
                  <a:lnTo>
                    <a:pt x="11886" y="10785"/>
                  </a:lnTo>
                  <a:lnTo>
                    <a:pt x="11776" y="10711"/>
                  </a:lnTo>
                  <a:lnTo>
                    <a:pt x="11519" y="10528"/>
                  </a:lnTo>
                  <a:lnTo>
                    <a:pt x="11409" y="10418"/>
                  </a:lnTo>
                  <a:lnTo>
                    <a:pt x="11262" y="10344"/>
                  </a:lnTo>
                  <a:lnTo>
                    <a:pt x="11079" y="10308"/>
                  </a:lnTo>
                  <a:lnTo>
                    <a:pt x="10895" y="10271"/>
                  </a:lnTo>
                  <a:lnTo>
                    <a:pt x="10492" y="10234"/>
                  </a:lnTo>
                  <a:lnTo>
                    <a:pt x="10455" y="9978"/>
                  </a:lnTo>
                  <a:lnTo>
                    <a:pt x="10382" y="9721"/>
                  </a:lnTo>
                  <a:close/>
                  <a:moveTo>
                    <a:pt x="10455" y="10528"/>
                  </a:moveTo>
                  <a:lnTo>
                    <a:pt x="10785" y="10601"/>
                  </a:lnTo>
                  <a:lnTo>
                    <a:pt x="10969" y="10638"/>
                  </a:lnTo>
                  <a:lnTo>
                    <a:pt x="11115" y="10711"/>
                  </a:lnTo>
                  <a:lnTo>
                    <a:pt x="11336" y="10821"/>
                  </a:lnTo>
                  <a:lnTo>
                    <a:pt x="11519" y="10968"/>
                  </a:lnTo>
                  <a:lnTo>
                    <a:pt x="11702" y="11115"/>
                  </a:lnTo>
                  <a:lnTo>
                    <a:pt x="11886" y="11262"/>
                  </a:lnTo>
                  <a:lnTo>
                    <a:pt x="12106" y="11335"/>
                  </a:lnTo>
                  <a:lnTo>
                    <a:pt x="11739" y="11922"/>
                  </a:lnTo>
                  <a:lnTo>
                    <a:pt x="11629" y="11922"/>
                  </a:lnTo>
                  <a:lnTo>
                    <a:pt x="11482" y="11885"/>
                  </a:lnTo>
                  <a:lnTo>
                    <a:pt x="11226" y="11738"/>
                  </a:lnTo>
                  <a:lnTo>
                    <a:pt x="10565" y="11482"/>
                  </a:lnTo>
                  <a:lnTo>
                    <a:pt x="10272" y="11335"/>
                  </a:lnTo>
                  <a:lnTo>
                    <a:pt x="10382" y="10968"/>
                  </a:lnTo>
                  <a:lnTo>
                    <a:pt x="10455" y="10601"/>
                  </a:lnTo>
                  <a:lnTo>
                    <a:pt x="10455" y="10528"/>
                  </a:lnTo>
                  <a:close/>
                  <a:moveTo>
                    <a:pt x="10125" y="11665"/>
                  </a:moveTo>
                  <a:lnTo>
                    <a:pt x="10785" y="11958"/>
                  </a:lnTo>
                  <a:lnTo>
                    <a:pt x="11115" y="12142"/>
                  </a:lnTo>
                  <a:lnTo>
                    <a:pt x="11299" y="12215"/>
                  </a:lnTo>
                  <a:lnTo>
                    <a:pt x="11482" y="12289"/>
                  </a:lnTo>
                  <a:lnTo>
                    <a:pt x="11226" y="12655"/>
                  </a:lnTo>
                  <a:lnTo>
                    <a:pt x="10895" y="12545"/>
                  </a:lnTo>
                  <a:lnTo>
                    <a:pt x="10455" y="12399"/>
                  </a:lnTo>
                  <a:lnTo>
                    <a:pt x="10052" y="12252"/>
                  </a:lnTo>
                  <a:lnTo>
                    <a:pt x="9868" y="12142"/>
                  </a:lnTo>
                  <a:lnTo>
                    <a:pt x="10125" y="11665"/>
                  </a:lnTo>
                  <a:close/>
                  <a:moveTo>
                    <a:pt x="9355" y="9574"/>
                  </a:moveTo>
                  <a:lnTo>
                    <a:pt x="9575" y="9611"/>
                  </a:lnTo>
                  <a:lnTo>
                    <a:pt x="9795" y="9648"/>
                  </a:lnTo>
                  <a:lnTo>
                    <a:pt x="9978" y="9758"/>
                  </a:lnTo>
                  <a:lnTo>
                    <a:pt x="10052" y="9868"/>
                  </a:lnTo>
                  <a:lnTo>
                    <a:pt x="10088" y="9941"/>
                  </a:lnTo>
                  <a:lnTo>
                    <a:pt x="10125" y="10088"/>
                  </a:lnTo>
                  <a:lnTo>
                    <a:pt x="10125" y="10198"/>
                  </a:lnTo>
                  <a:lnTo>
                    <a:pt x="9832" y="10161"/>
                  </a:lnTo>
                  <a:lnTo>
                    <a:pt x="9795" y="10198"/>
                  </a:lnTo>
                  <a:lnTo>
                    <a:pt x="9795" y="10234"/>
                  </a:lnTo>
                  <a:lnTo>
                    <a:pt x="9942" y="10344"/>
                  </a:lnTo>
                  <a:lnTo>
                    <a:pt x="10088" y="10455"/>
                  </a:lnTo>
                  <a:lnTo>
                    <a:pt x="10015" y="10785"/>
                  </a:lnTo>
                  <a:lnTo>
                    <a:pt x="9942" y="11078"/>
                  </a:lnTo>
                  <a:lnTo>
                    <a:pt x="9905" y="11188"/>
                  </a:lnTo>
                  <a:lnTo>
                    <a:pt x="9648" y="11115"/>
                  </a:lnTo>
                  <a:lnTo>
                    <a:pt x="9391" y="11078"/>
                  </a:lnTo>
                  <a:lnTo>
                    <a:pt x="9355" y="11078"/>
                  </a:lnTo>
                  <a:lnTo>
                    <a:pt x="9318" y="11115"/>
                  </a:lnTo>
                  <a:lnTo>
                    <a:pt x="9318" y="11151"/>
                  </a:lnTo>
                  <a:lnTo>
                    <a:pt x="9355" y="11188"/>
                  </a:lnTo>
                  <a:lnTo>
                    <a:pt x="9538" y="11372"/>
                  </a:lnTo>
                  <a:lnTo>
                    <a:pt x="9795" y="11518"/>
                  </a:lnTo>
                  <a:lnTo>
                    <a:pt x="9501" y="11995"/>
                  </a:lnTo>
                  <a:lnTo>
                    <a:pt x="9061" y="11812"/>
                  </a:lnTo>
                  <a:lnTo>
                    <a:pt x="8584" y="11628"/>
                  </a:lnTo>
                  <a:lnTo>
                    <a:pt x="8548" y="11628"/>
                  </a:lnTo>
                  <a:lnTo>
                    <a:pt x="8548" y="11702"/>
                  </a:lnTo>
                  <a:lnTo>
                    <a:pt x="8731" y="11848"/>
                  </a:lnTo>
                  <a:lnTo>
                    <a:pt x="8915" y="12032"/>
                  </a:lnTo>
                  <a:lnTo>
                    <a:pt x="9318" y="12289"/>
                  </a:lnTo>
                  <a:lnTo>
                    <a:pt x="9061" y="12582"/>
                  </a:lnTo>
                  <a:lnTo>
                    <a:pt x="8805" y="12802"/>
                  </a:lnTo>
                  <a:lnTo>
                    <a:pt x="8548" y="12692"/>
                  </a:lnTo>
                  <a:lnTo>
                    <a:pt x="8401" y="12069"/>
                  </a:lnTo>
                  <a:lnTo>
                    <a:pt x="8291" y="11445"/>
                  </a:lnTo>
                  <a:lnTo>
                    <a:pt x="8218" y="11298"/>
                  </a:lnTo>
                  <a:lnTo>
                    <a:pt x="8144" y="11188"/>
                  </a:lnTo>
                  <a:lnTo>
                    <a:pt x="8034" y="11115"/>
                  </a:lnTo>
                  <a:lnTo>
                    <a:pt x="7374" y="11115"/>
                  </a:lnTo>
                  <a:lnTo>
                    <a:pt x="7264" y="11078"/>
                  </a:lnTo>
                  <a:lnTo>
                    <a:pt x="7154" y="11041"/>
                  </a:lnTo>
                  <a:lnTo>
                    <a:pt x="7007" y="10895"/>
                  </a:lnTo>
                  <a:lnTo>
                    <a:pt x="6897" y="10675"/>
                  </a:lnTo>
                  <a:lnTo>
                    <a:pt x="6860" y="10455"/>
                  </a:lnTo>
                  <a:lnTo>
                    <a:pt x="6860" y="10344"/>
                  </a:lnTo>
                  <a:lnTo>
                    <a:pt x="6897" y="10234"/>
                  </a:lnTo>
                  <a:lnTo>
                    <a:pt x="6934" y="10124"/>
                  </a:lnTo>
                  <a:lnTo>
                    <a:pt x="7007" y="10051"/>
                  </a:lnTo>
                  <a:lnTo>
                    <a:pt x="7227" y="9978"/>
                  </a:lnTo>
                  <a:lnTo>
                    <a:pt x="7447" y="9904"/>
                  </a:lnTo>
                  <a:lnTo>
                    <a:pt x="8328" y="9721"/>
                  </a:lnTo>
                  <a:lnTo>
                    <a:pt x="8401" y="9758"/>
                  </a:lnTo>
                  <a:lnTo>
                    <a:pt x="8548" y="9758"/>
                  </a:lnTo>
                  <a:lnTo>
                    <a:pt x="8841" y="9648"/>
                  </a:lnTo>
                  <a:lnTo>
                    <a:pt x="9135" y="9574"/>
                  </a:lnTo>
                  <a:close/>
                  <a:moveTo>
                    <a:pt x="1028" y="7373"/>
                  </a:moveTo>
                  <a:lnTo>
                    <a:pt x="1028" y="7887"/>
                  </a:lnTo>
                  <a:lnTo>
                    <a:pt x="1101" y="8437"/>
                  </a:lnTo>
                  <a:lnTo>
                    <a:pt x="1138" y="8474"/>
                  </a:lnTo>
                  <a:lnTo>
                    <a:pt x="1211" y="8510"/>
                  </a:lnTo>
                  <a:lnTo>
                    <a:pt x="1285" y="8510"/>
                  </a:lnTo>
                  <a:lnTo>
                    <a:pt x="1358" y="8474"/>
                  </a:lnTo>
                  <a:lnTo>
                    <a:pt x="1872" y="8070"/>
                  </a:lnTo>
                  <a:lnTo>
                    <a:pt x="1945" y="8951"/>
                  </a:lnTo>
                  <a:lnTo>
                    <a:pt x="1982" y="9611"/>
                  </a:lnTo>
                  <a:lnTo>
                    <a:pt x="1982" y="9758"/>
                  </a:lnTo>
                  <a:lnTo>
                    <a:pt x="1982" y="9904"/>
                  </a:lnTo>
                  <a:lnTo>
                    <a:pt x="1872" y="10014"/>
                  </a:lnTo>
                  <a:lnTo>
                    <a:pt x="1762" y="10088"/>
                  </a:lnTo>
                  <a:lnTo>
                    <a:pt x="1615" y="10271"/>
                  </a:lnTo>
                  <a:lnTo>
                    <a:pt x="1505" y="10455"/>
                  </a:lnTo>
                  <a:lnTo>
                    <a:pt x="1468" y="10638"/>
                  </a:lnTo>
                  <a:lnTo>
                    <a:pt x="1468" y="10858"/>
                  </a:lnTo>
                  <a:lnTo>
                    <a:pt x="1505" y="11078"/>
                  </a:lnTo>
                  <a:lnTo>
                    <a:pt x="1578" y="11298"/>
                  </a:lnTo>
                  <a:lnTo>
                    <a:pt x="1688" y="11702"/>
                  </a:lnTo>
                  <a:lnTo>
                    <a:pt x="2165" y="12876"/>
                  </a:lnTo>
                  <a:lnTo>
                    <a:pt x="1835" y="12509"/>
                  </a:lnTo>
                  <a:lnTo>
                    <a:pt x="1505" y="12142"/>
                  </a:lnTo>
                  <a:lnTo>
                    <a:pt x="1211" y="11665"/>
                  </a:lnTo>
                  <a:lnTo>
                    <a:pt x="918" y="11188"/>
                  </a:lnTo>
                  <a:lnTo>
                    <a:pt x="735" y="10675"/>
                  </a:lnTo>
                  <a:lnTo>
                    <a:pt x="588" y="10161"/>
                  </a:lnTo>
                  <a:lnTo>
                    <a:pt x="551" y="9831"/>
                  </a:lnTo>
                  <a:lnTo>
                    <a:pt x="514" y="9501"/>
                  </a:lnTo>
                  <a:lnTo>
                    <a:pt x="551" y="9171"/>
                  </a:lnTo>
                  <a:lnTo>
                    <a:pt x="588" y="8841"/>
                  </a:lnTo>
                  <a:lnTo>
                    <a:pt x="771" y="8180"/>
                  </a:lnTo>
                  <a:lnTo>
                    <a:pt x="955" y="7557"/>
                  </a:lnTo>
                  <a:lnTo>
                    <a:pt x="1028" y="7373"/>
                  </a:lnTo>
                  <a:close/>
                  <a:moveTo>
                    <a:pt x="9612" y="12472"/>
                  </a:moveTo>
                  <a:lnTo>
                    <a:pt x="9942" y="12619"/>
                  </a:lnTo>
                  <a:lnTo>
                    <a:pt x="10675" y="12912"/>
                  </a:lnTo>
                  <a:lnTo>
                    <a:pt x="10895" y="12986"/>
                  </a:lnTo>
                  <a:lnTo>
                    <a:pt x="10529" y="13316"/>
                  </a:lnTo>
                  <a:lnTo>
                    <a:pt x="10162" y="13609"/>
                  </a:lnTo>
                  <a:lnTo>
                    <a:pt x="9685" y="13279"/>
                  </a:lnTo>
                  <a:lnTo>
                    <a:pt x="9171" y="12986"/>
                  </a:lnTo>
                  <a:lnTo>
                    <a:pt x="9391" y="12729"/>
                  </a:lnTo>
                  <a:lnTo>
                    <a:pt x="9612" y="12472"/>
                  </a:lnTo>
                  <a:close/>
                  <a:moveTo>
                    <a:pt x="2569" y="5209"/>
                  </a:moveTo>
                  <a:lnTo>
                    <a:pt x="2899" y="5319"/>
                  </a:lnTo>
                  <a:lnTo>
                    <a:pt x="3266" y="5356"/>
                  </a:lnTo>
                  <a:lnTo>
                    <a:pt x="3999" y="5356"/>
                  </a:lnTo>
                  <a:lnTo>
                    <a:pt x="4733" y="5429"/>
                  </a:lnTo>
                  <a:lnTo>
                    <a:pt x="5467" y="5539"/>
                  </a:lnTo>
                  <a:lnTo>
                    <a:pt x="5320" y="5649"/>
                  </a:lnTo>
                  <a:lnTo>
                    <a:pt x="5173" y="5723"/>
                  </a:lnTo>
                  <a:lnTo>
                    <a:pt x="4880" y="5833"/>
                  </a:lnTo>
                  <a:lnTo>
                    <a:pt x="4696" y="5943"/>
                  </a:lnTo>
                  <a:lnTo>
                    <a:pt x="4513" y="6053"/>
                  </a:lnTo>
                  <a:lnTo>
                    <a:pt x="4366" y="6236"/>
                  </a:lnTo>
                  <a:lnTo>
                    <a:pt x="4293" y="6420"/>
                  </a:lnTo>
                  <a:lnTo>
                    <a:pt x="4256" y="6493"/>
                  </a:lnTo>
                  <a:lnTo>
                    <a:pt x="4293" y="6603"/>
                  </a:lnTo>
                  <a:lnTo>
                    <a:pt x="4329" y="6676"/>
                  </a:lnTo>
                  <a:lnTo>
                    <a:pt x="4366" y="6750"/>
                  </a:lnTo>
                  <a:lnTo>
                    <a:pt x="4439" y="6823"/>
                  </a:lnTo>
                  <a:lnTo>
                    <a:pt x="4549" y="6823"/>
                  </a:lnTo>
                  <a:lnTo>
                    <a:pt x="4660" y="6860"/>
                  </a:lnTo>
                  <a:lnTo>
                    <a:pt x="4696" y="6933"/>
                  </a:lnTo>
                  <a:lnTo>
                    <a:pt x="4733" y="7117"/>
                  </a:lnTo>
                  <a:lnTo>
                    <a:pt x="4770" y="7300"/>
                  </a:lnTo>
                  <a:lnTo>
                    <a:pt x="4770" y="7667"/>
                  </a:lnTo>
                  <a:lnTo>
                    <a:pt x="4806" y="7813"/>
                  </a:lnTo>
                  <a:lnTo>
                    <a:pt x="4586" y="7520"/>
                  </a:lnTo>
                  <a:lnTo>
                    <a:pt x="4366" y="7263"/>
                  </a:lnTo>
                  <a:lnTo>
                    <a:pt x="4256" y="7190"/>
                  </a:lnTo>
                  <a:lnTo>
                    <a:pt x="4146" y="7153"/>
                  </a:lnTo>
                  <a:lnTo>
                    <a:pt x="3999" y="7117"/>
                  </a:lnTo>
                  <a:lnTo>
                    <a:pt x="3889" y="7153"/>
                  </a:lnTo>
                  <a:lnTo>
                    <a:pt x="3632" y="7227"/>
                  </a:lnTo>
                  <a:lnTo>
                    <a:pt x="3412" y="7373"/>
                  </a:lnTo>
                  <a:lnTo>
                    <a:pt x="3192" y="7593"/>
                  </a:lnTo>
                  <a:lnTo>
                    <a:pt x="2972" y="7813"/>
                  </a:lnTo>
                  <a:lnTo>
                    <a:pt x="2825" y="8070"/>
                  </a:lnTo>
                  <a:lnTo>
                    <a:pt x="2715" y="8364"/>
                  </a:lnTo>
                  <a:lnTo>
                    <a:pt x="2642" y="8657"/>
                  </a:lnTo>
                  <a:lnTo>
                    <a:pt x="2605" y="8951"/>
                  </a:lnTo>
                  <a:lnTo>
                    <a:pt x="2605" y="9244"/>
                  </a:lnTo>
                  <a:lnTo>
                    <a:pt x="2679" y="9537"/>
                  </a:lnTo>
                  <a:lnTo>
                    <a:pt x="2679" y="9611"/>
                  </a:lnTo>
                  <a:lnTo>
                    <a:pt x="2752" y="9648"/>
                  </a:lnTo>
                  <a:lnTo>
                    <a:pt x="2789" y="9684"/>
                  </a:lnTo>
                  <a:lnTo>
                    <a:pt x="3156" y="9684"/>
                  </a:lnTo>
                  <a:lnTo>
                    <a:pt x="3449" y="9758"/>
                  </a:lnTo>
                  <a:lnTo>
                    <a:pt x="3706" y="9868"/>
                  </a:lnTo>
                  <a:lnTo>
                    <a:pt x="3963" y="10014"/>
                  </a:lnTo>
                  <a:lnTo>
                    <a:pt x="4183" y="10198"/>
                  </a:lnTo>
                  <a:lnTo>
                    <a:pt x="4403" y="10418"/>
                  </a:lnTo>
                  <a:lnTo>
                    <a:pt x="4770" y="10858"/>
                  </a:lnTo>
                  <a:lnTo>
                    <a:pt x="4403" y="11151"/>
                  </a:lnTo>
                  <a:lnTo>
                    <a:pt x="4109" y="11445"/>
                  </a:lnTo>
                  <a:lnTo>
                    <a:pt x="3816" y="11775"/>
                  </a:lnTo>
                  <a:lnTo>
                    <a:pt x="3596" y="12142"/>
                  </a:lnTo>
                  <a:lnTo>
                    <a:pt x="3412" y="12545"/>
                  </a:lnTo>
                  <a:lnTo>
                    <a:pt x="3266" y="12986"/>
                  </a:lnTo>
                  <a:lnTo>
                    <a:pt x="3192" y="13426"/>
                  </a:lnTo>
                  <a:lnTo>
                    <a:pt x="3156" y="13866"/>
                  </a:lnTo>
                  <a:lnTo>
                    <a:pt x="3082" y="13829"/>
                  </a:lnTo>
                  <a:lnTo>
                    <a:pt x="2972" y="13719"/>
                  </a:lnTo>
                  <a:lnTo>
                    <a:pt x="2899" y="13572"/>
                  </a:lnTo>
                  <a:lnTo>
                    <a:pt x="2459" y="12582"/>
                  </a:lnTo>
                  <a:lnTo>
                    <a:pt x="2092" y="11702"/>
                  </a:lnTo>
                  <a:lnTo>
                    <a:pt x="1945" y="11262"/>
                  </a:lnTo>
                  <a:lnTo>
                    <a:pt x="1872" y="10821"/>
                  </a:lnTo>
                  <a:lnTo>
                    <a:pt x="1872" y="10638"/>
                  </a:lnTo>
                  <a:lnTo>
                    <a:pt x="1945" y="10491"/>
                  </a:lnTo>
                  <a:lnTo>
                    <a:pt x="2055" y="10381"/>
                  </a:lnTo>
                  <a:lnTo>
                    <a:pt x="2202" y="10271"/>
                  </a:lnTo>
                  <a:lnTo>
                    <a:pt x="2312" y="10161"/>
                  </a:lnTo>
                  <a:lnTo>
                    <a:pt x="2385" y="10051"/>
                  </a:lnTo>
                  <a:lnTo>
                    <a:pt x="2385" y="9904"/>
                  </a:lnTo>
                  <a:lnTo>
                    <a:pt x="2385" y="9721"/>
                  </a:lnTo>
                  <a:lnTo>
                    <a:pt x="2312" y="8730"/>
                  </a:lnTo>
                  <a:lnTo>
                    <a:pt x="2165" y="7740"/>
                  </a:lnTo>
                  <a:lnTo>
                    <a:pt x="2165" y="7667"/>
                  </a:lnTo>
                  <a:lnTo>
                    <a:pt x="2092" y="7593"/>
                  </a:lnTo>
                  <a:lnTo>
                    <a:pt x="1945" y="7593"/>
                  </a:lnTo>
                  <a:lnTo>
                    <a:pt x="1358" y="8070"/>
                  </a:lnTo>
                  <a:lnTo>
                    <a:pt x="1321" y="7667"/>
                  </a:lnTo>
                  <a:lnTo>
                    <a:pt x="1358" y="7263"/>
                  </a:lnTo>
                  <a:lnTo>
                    <a:pt x="1395" y="6860"/>
                  </a:lnTo>
                  <a:lnTo>
                    <a:pt x="1505" y="6456"/>
                  </a:lnTo>
                  <a:lnTo>
                    <a:pt x="1505" y="6383"/>
                  </a:lnTo>
                  <a:lnTo>
                    <a:pt x="1468" y="6310"/>
                  </a:lnTo>
                  <a:lnTo>
                    <a:pt x="1725" y="5796"/>
                  </a:lnTo>
                  <a:lnTo>
                    <a:pt x="1982" y="5319"/>
                  </a:lnTo>
                  <a:lnTo>
                    <a:pt x="2239" y="5356"/>
                  </a:lnTo>
                  <a:lnTo>
                    <a:pt x="2495" y="5392"/>
                  </a:lnTo>
                  <a:lnTo>
                    <a:pt x="2569" y="5356"/>
                  </a:lnTo>
                  <a:lnTo>
                    <a:pt x="2605" y="5319"/>
                  </a:lnTo>
                  <a:lnTo>
                    <a:pt x="2605" y="5282"/>
                  </a:lnTo>
                  <a:lnTo>
                    <a:pt x="2569" y="5209"/>
                  </a:lnTo>
                  <a:close/>
                  <a:moveTo>
                    <a:pt x="8805" y="13939"/>
                  </a:moveTo>
                  <a:lnTo>
                    <a:pt x="9098" y="13976"/>
                  </a:lnTo>
                  <a:lnTo>
                    <a:pt x="9391" y="14049"/>
                  </a:lnTo>
                  <a:lnTo>
                    <a:pt x="9208" y="14086"/>
                  </a:lnTo>
                  <a:lnTo>
                    <a:pt x="9171" y="14049"/>
                  </a:lnTo>
                  <a:lnTo>
                    <a:pt x="9061" y="14049"/>
                  </a:lnTo>
                  <a:lnTo>
                    <a:pt x="8988" y="13976"/>
                  </a:lnTo>
                  <a:lnTo>
                    <a:pt x="8805" y="13939"/>
                  </a:lnTo>
                  <a:close/>
                  <a:moveTo>
                    <a:pt x="5815" y="14178"/>
                  </a:moveTo>
                  <a:lnTo>
                    <a:pt x="5797" y="14196"/>
                  </a:lnTo>
                  <a:lnTo>
                    <a:pt x="5760" y="14196"/>
                  </a:lnTo>
                  <a:lnTo>
                    <a:pt x="5815" y="14178"/>
                  </a:lnTo>
                  <a:close/>
                  <a:moveTo>
                    <a:pt x="7154" y="2935"/>
                  </a:moveTo>
                  <a:lnTo>
                    <a:pt x="7594" y="3008"/>
                  </a:lnTo>
                  <a:lnTo>
                    <a:pt x="8034" y="3082"/>
                  </a:lnTo>
                  <a:lnTo>
                    <a:pt x="8438" y="3155"/>
                  </a:lnTo>
                  <a:lnTo>
                    <a:pt x="8401" y="3192"/>
                  </a:lnTo>
                  <a:lnTo>
                    <a:pt x="8401" y="3228"/>
                  </a:lnTo>
                  <a:lnTo>
                    <a:pt x="8401" y="3265"/>
                  </a:lnTo>
                  <a:lnTo>
                    <a:pt x="8438" y="3265"/>
                  </a:lnTo>
                  <a:lnTo>
                    <a:pt x="8621" y="3228"/>
                  </a:lnTo>
                  <a:lnTo>
                    <a:pt x="8768" y="3265"/>
                  </a:lnTo>
                  <a:lnTo>
                    <a:pt x="8805" y="3265"/>
                  </a:lnTo>
                  <a:lnTo>
                    <a:pt x="8768" y="3338"/>
                  </a:lnTo>
                  <a:lnTo>
                    <a:pt x="8768" y="3412"/>
                  </a:lnTo>
                  <a:lnTo>
                    <a:pt x="8768" y="3448"/>
                  </a:lnTo>
                  <a:lnTo>
                    <a:pt x="8805" y="3485"/>
                  </a:lnTo>
                  <a:lnTo>
                    <a:pt x="8841" y="3485"/>
                  </a:lnTo>
                  <a:lnTo>
                    <a:pt x="8915" y="3522"/>
                  </a:lnTo>
                  <a:lnTo>
                    <a:pt x="8988" y="3558"/>
                  </a:lnTo>
                  <a:lnTo>
                    <a:pt x="9098" y="3668"/>
                  </a:lnTo>
                  <a:lnTo>
                    <a:pt x="9208" y="3815"/>
                  </a:lnTo>
                  <a:lnTo>
                    <a:pt x="9245" y="3852"/>
                  </a:lnTo>
                  <a:lnTo>
                    <a:pt x="9281" y="3889"/>
                  </a:lnTo>
                  <a:lnTo>
                    <a:pt x="9318" y="3852"/>
                  </a:lnTo>
                  <a:lnTo>
                    <a:pt x="9391" y="3742"/>
                  </a:lnTo>
                  <a:lnTo>
                    <a:pt x="9465" y="3632"/>
                  </a:lnTo>
                  <a:lnTo>
                    <a:pt x="9538" y="3558"/>
                  </a:lnTo>
                  <a:lnTo>
                    <a:pt x="9758" y="3632"/>
                  </a:lnTo>
                  <a:lnTo>
                    <a:pt x="9612" y="3815"/>
                  </a:lnTo>
                  <a:lnTo>
                    <a:pt x="9501" y="3999"/>
                  </a:lnTo>
                  <a:lnTo>
                    <a:pt x="9465" y="4072"/>
                  </a:lnTo>
                  <a:lnTo>
                    <a:pt x="9465" y="4182"/>
                  </a:lnTo>
                  <a:lnTo>
                    <a:pt x="9575" y="4182"/>
                  </a:lnTo>
                  <a:lnTo>
                    <a:pt x="9648" y="4145"/>
                  </a:lnTo>
                  <a:lnTo>
                    <a:pt x="9795" y="4035"/>
                  </a:lnTo>
                  <a:lnTo>
                    <a:pt x="10052" y="3815"/>
                  </a:lnTo>
                  <a:lnTo>
                    <a:pt x="10308" y="3962"/>
                  </a:lnTo>
                  <a:lnTo>
                    <a:pt x="10235" y="4035"/>
                  </a:lnTo>
                  <a:lnTo>
                    <a:pt x="9978" y="4365"/>
                  </a:lnTo>
                  <a:lnTo>
                    <a:pt x="9868" y="4512"/>
                  </a:lnTo>
                  <a:lnTo>
                    <a:pt x="9795" y="4696"/>
                  </a:lnTo>
                  <a:lnTo>
                    <a:pt x="9795" y="4732"/>
                  </a:lnTo>
                  <a:lnTo>
                    <a:pt x="9832" y="4732"/>
                  </a:lnTo>
                  <a:lnTo>
                    <a:pt x="10015" y="4659"/>
                  </a:lnTo>
                  <a:lnTo>
                    <a:pt x="10198" y="4549"/>
                  </a:lnTo>
                  <a:lnTo>
                    <a:pt x="10492" y="4329"/>
                  </a:lnTo>
                  <a:lnTo>
                    <a:pt x="10639" y="4182"/>
                  </a:lnTo>
                  <a:lnTo>
                    <a:pt x="10822" y="4292"/>
                  </a:lnTo>
                  <a:lnTo>
                    <a:pt x="10565" y="4549"/>
                  </a:lnTo>
                  <a:lnTo>
                    <a:pt x="10272" y="4879"/>
                  </a:lnTo>
                  <a:lnTo>
                    <a:pt x="10052" y="5209"/>
                  </a:lnTo>
                  <a:lnTo>
                    <a:pt x="9942" y="5246"/>
                  </a:lnTo>
                  <a:lnTo>
                    <a:pt x="9648" y="5392"/>
                  </a:lnTo>
                  <a:lnTo>
                    <a:pt x="9391" y="5539"/>
                  </a:lnTo>
                  <a:lnTo>
                    <a:pt x="9281" y="5539"/>
                  </a:lnTo>
                  <a:lnTo>
                    <a:pt x="9135" y="5576"/>
                  </a:lnTo>
                  <a:lnTo>
                    <a:pt x="8805" y="5759"/>
                  </a:lnTo>
                  <a:lnTo>
                    <a:pt x="8548" y="5979"/>
                  </a:lnTo>
                  <a:lnTo>
                    <a:pt x="8364" y="6089"/>
                  </a:lnTo>
                  <a:lnTo>
                    <a:pt x="8071" y="6346"/>
                  </a:lnTo>
                  <a:lnTo>
                    <a:pt x="7924" y="6566"/>
                  </a:lnTo>
                  <a:lnTo>
                    <a:pt x="7741" y="6750"/>
                  </a:lnTo>
                  <a:lnTo>
                    <a:pt x="7631" y="6970"/>
                  </a:lnTo>
                  <a:lnTo>
                    <a:pt x="7594" y="7153"/>
                  </a:lnTo>
                  <a:lnTo>
                    <a:pt x="7631" y="7227"/>
                  </a:lnTo>
                  <a:lnTo>
                    <a:pt x="7667" y="7300"/>
                  </a:lnTo>
                  <a:lnTo>
                    <a:pt x="7741" y="7373"/>
                  </a:lnTo>
                  <a:lnTo>
                    <a:pt x="7851" y="7410"/>
                  </a:lnTo>
                  <a:lnTo>
                    <a:pt x="7998" y="7410"/>
                  </a:lnTo>
                  <a:lnTo>
                    <a:pt x="8144" y="7337"/>
                  </a:lnTo>
                  <a:lnTo>
                    <a:pt x="8401" y="7190"/>
                  </a:lnTo>
                  <a:lnTo>
                    <a:pt x="8548" y="7153"/>
                  </a:lnTo>
                  <a:lnTo>
                    <a:pt x="8731" y="7227"/>
                  </a:lnTo>
                  <a:lnTo>
                    <a:pt x="8805" y="7263"/>
                  </a:lnTo>
                  <a:lnTo>
                    <a:pt x="8878" y="7337"/>
                  </a:lnTo>
                  <a:lnTo>
                    <a:pt x="8915" y="7410"/>
                  </a:lnTo>
                  <a:lnTo>
                    <a:pt x="8915" y="7483"/>
                  </a:lnTo>
                  <a:lnTo>
                    <a:pt x="8841" y="7593"/>
                  </a:lnTo>
                  <a:lnTo>
                    <a:pt x="8731" y="7740"/>
                  </a:lnTo>
                  <a:lnTo>
                    <a:pt x="8584" y="7850"/>
                  </a:lnTo>
                  <a:lnTo>
                    <a:pt x="8401" y="7960"/>
                  </a:lnTo>
                  <a:lnTo>
                    <a:pt x="8144" y="8070"/>
                  </a:lnTo>
                  <a:lnTo>
                    <a:pt x="7961" y="8144"/>
                  </a:lnTo>
                  <a:lnTo>
                    <a:pt x="7741" y="8254"/>
                  </a:lnTo>
                  <a:lnTo>
                    <a:pt x="7557" y="8400"/>
                  </a:lnTo>
                  <a:lnTo>
                    <a:pt x="7521" y="8474"/>
                  </a:lnTo>
                  <a:lnTo>
                    <a:pt x="7484" y="8584"/>
                  </a:lnTo>
                  <a:lnTo>
                    <a:pt x="7447" y="8767"/>
                  </a:lnTo>
                  <a:lnTo>
                    <a:pt x="7521" y="8914"/>
                  </a:lnTo>
                  <a:lnTo>
                    <a:pt x="7631" y="9061"/>
                  </a:lnTo>
                  <a:lnTo>
                    <a:pt x="7777" y="9134"/>
                  </a:lnTo>
                  <a:lnTo>
                    <a:pt x="7887" y="9171"/>
                  </a:lnTo>
                  <a:lnTo>
                    <a:pt x="8034" y="9207"/>
                  </a:lnTo>
                  <a:lnTo>
                    <a:pt x="8254" y="9134"/>
                  </a:lnTo>
                  <a:lnTo>
                    <a:pt x="8694" y="8951"/>
                  </a:lnTo>
                  <a:lnTo>
                    <a:pt x="9208" y="8951"/>
                  </a:lnTo>
                  <a:lnTo>
                    <a:pt x="9391" y="8877"/>
                  </a:lnTo>
                  <a:lnTo>
                    <a:pt x="9575" y="8767"/>
                  </a:lnTo>
                  <a:lnTo>
                    <a:pt x="9685" y="8657"/>
                  </a:lnTo>
                  <a:lnTo>
                    <a:pt x="9795" y="8547"/>
                  </a:lnTo>
                  <a:lnTo>
                    <a:pt x="9905" y="8547"/>
                  </a:lnTo>
                  <a:lnTo>
                    <a:pt x="10052" y="8584"/>
                  </a:lnTo>
                  <a:lnTo>
                    <a:pt x="10088" y="8620"/>
                  </a:lnTo>
                  <a:lnTo>
                    <a:pt x="10125" y="8620"/>
                  </a:lnTo>
                  <a:lnTo>
                    <a:pt x="10198" y="8657"/>
                  </a:lnTo>
                  <a:lnTo>
                    <a:pt x="10382" y="8804"/>
                  </a:lnTo>
                  <a:lnTo>
                    <a:pt x="10565" y="8987"/>
                  </a:lnTo>
                  <a:lnTo>
                    <a:pt x="11115" y="9648"/>
                  </a:lnTo>
                  <a:lnTo>
                    <a:pt x="10382" y="9391"/>
                  </a:lnTo>
                  <a:lnTo>
                    <a:pt x="10015" y="9281"/>
                  </a:lnTo>
                  <a:lnTo>
                    <a:pt x="9648" y="9171"/>
                  </a:lnTo>
                  <a:lnTo>
                    <a:pt x="9612" y="9207"/>
                  </a:lnTo>
                  <a:lnTo>
                    <a:pt x="9281" y="9171"/>
                  </a:lnTo>
                  <a:lnTo>
                    <a:pt x="8951" y="9207"/>
                  </a:lnTo>
                  <a:lnTo>
                    <a:pt x="8621" y="9281"/>
                  </a:lnTo>
                  <a:lnTo>
                    <a:pt x="8328" y="9391"/>
                  </a:lnTo>
                  <a:lnTo>
                    <a:pt x="8291" y="9427"/>
                  </a:lnTo>
                  <a:lnTo>
                    <a:pt x="8144" y="9427"/>
                  </a:lnTo>
                  <a:lnTo>
                    <a:pt x="7631" y="9537"/>
                  </a:lnTo>
                  <a:lnTo>
                    <a:pt x="7117" y="9648"/>
                  </a:lnTo>
                  <a:lnTo>
                    <a:pt x="6934" y="9684"/>
                  </a:lnTo>
                  <a:lnTo>
                    <a:pt x="6787" y="9794"/>
                  </a:lnTo>
                  <a:lnTo>
                    <a:pt x="6677" y="9904"/>
                  </a:lnTo>
                  <a:lnTo>
                    <a:pt x="6567" y="10088"/>
                  </a:lnTo>
                  <a:lnTo>
                    <a:pt x="6494" y="10271"/>
                  </a:lnTo>
                  <a:lnTo>
                    <a:pt x="6494" y="10455"/>
                  </a:lnTo>
                  <a:lnTo>
                    <a:pt x="6494" y="10601"/>
                  </a:lnTo>
                  <a:lnTo>
                    <a:pt x="6530" y="10785"/>
                  </a:lnTo>
                  <a:lnTo>
                    <a:pt x="6604" y="10968"/>
                  </a:lnTo>
                  <a:lnTo>
                    <a:pt x="6714" y="11115"/>
                  </a:lnTo>
                  <a:lnTo>
                    <a:pt x="6824" y="11225"/>
                  </a:lnTo>
                  <a:lnTo>
                    <a:pt x="6970" y="11335"/>
                  </a:lnTo>
                  <a:lnTo>
                    <a:pt x="7117" y="11408"/>
                  </a:lnTo>
                  <a:lnTo>
                    <a:pt x="7301" y="11445"/>
                  </a:lnTo>
                  <a:lnTo>
                    <a:pt x="7484" y="11482"/>
                  </a:lnTo>
                  <a:lnTo>
                    <a:pt x="7777" y="11482"/>
                  </a:lnTo>
                  <a:lnTo>
                    <a:pt x="7851" y="11555"/>
                  </a:lnTo>
                  <a:lnTo>
                    <a:pt x="7924" y="11665"/>
                  </a:lnTo>
                  <a:lnTo>
                    <a:pt x="7961" y="11812"/>
                  </a:lnTo>
                  <a:lnTo>
                    <a:pt x="8034" y="12105"/>
                  </a:lnTo>
                  <a:lnTo>
                    <a:pt x="8071" y="12362"/>
                  </a:lnTo>
                  <a:lnTo>
                    <a:pt x="8108" y="12509"/>
                  </a:lnTo>
                  <a:lnTo>
                    <a:pt x="7851" y="12435"/>
                  </a:lnTo>
                  <a:lnTo>
                    <a:pt x="7631" y="12399"/>
                  </a:lnTo>
                  <a:lnTo>
                    <a:pt x="7557" y="12362"/>
                  </a:lnTo>
                  <a:lnTo>
                    <a:pt x="7521" y="12215"/>
                  </a:lnTo>
                  <a:lnTo>
                    <a:pt x="7521" y="12179"/>
                  </a:lnTo>
                  <a:lnTo>
                    <a:pt x="7447" y="12179"/>
                  </a:lnTo>
                  <a:lnTo>
                    <a:pt x="7447" y="12215"/>
                  </a:lnTo>
                  <a:lnTo>
                    <a:pt x="7411" y="12472"/>
                  </a:lnTo>
                  <a:lnTo>
                    <a:pt x="7411" y="12509"/>
                  </a:lnTo>
                  <a:lnTo>
                    <a:pt x="7447" y="12545"/>
                  </a:lnTo>
                  <a:lnTo>
                    <a:pt x="7851" y="12729"/>
                  </a:lnTo>
                  <a:lnTo>
                    <a:pt x="8254" y="12949"/>
                  </a:lnTo>
                  <a:lnTo>
                    <a:pt x="8438" y="13316"/>
                  </a:lnTo>
                  <a:lnTo>
                    <a:pt x="8474" y="13389"/>
                  </a:lnTo>
                  <a:lnTo>
                    <a:pt x="8548" y="13426"/>
                  </a:lnTo>
                  <a:lnTo>
                    <a:pt x="8621" y="13426"/>
                  </a:lnTo>
                  <a:lnTo>
                    <a:pt x="8694" y="13389"/>
                  </a:lnTo>
                  <a:lnTo>
                    <a:pt x="8841" y="13279"/>
                  </a:lnTo>
                  <a:lnTo>
                    <a:pt x="9428" y="13609"/>
                  </a:lnTo>
                  <a:lnTo>
                    <a:pt x="9281" y="13609"/>
                  </a:lnTo>
                  <a:lnTo>
                    <a:pt x="8548" y="13536"/>
                  </a:lnTo>
                  <a:lnTo>
                    <a:pt x="7851" y="13536"/>
                  </a:lnTo>
                  <a:lnTo>
                    <a:pt x="7374" y="13206"/>
                  </a:lnTo>
                  <a:lnTo>
                    <a:pt x="6860" y="12912"/>
                  </a:lnTo>
                  <a:lnTo>
                    <a:pt x="6824" y="12876"/>
                  </a:lnTo>
                  <a:lnTo>
                    <a:pt x="6750" y="12912"/>
                  </a:lnTo>
                  <a:lnTo>
                    <a:pt x="6750" y="12949"/>
                  </a:lnTo>
                  <a:lnTo>
                    <a:pt x="6750" y="13022"/>
                  </a:lnTo>
                  <a:lnTo>
                    <a:pt x="6970" y="13316"/>
                  </a:lnTo>
                  <a:lnTo>
                    <a:pt x="7227" y="13572"/>
                  </a:lnTo>
                  <a:lnTo>
                    <a:pt x="6897" y="13609"/>
                  </a:lnTo>
                  <a:lnTo>
                    <a:pt x="6567" y="13646"/>
                  </a:lnTo>
                  <a:lnTo>
                    <a:pt x="6310" y="13426"/>
                  </a:lnTo>
                  <a:lnTo>
                    <a:pt x="6090" y="13169"/>
                  </a:lnTo>
                  <a:lnTo>
                    <a:pt x="6017" y="13169"/>
                  </a:lnTo>
                  <a:lnTo>
                    <a:pt x="5943" y="13242"/>
                  </a:lnTo>
                  <a:lnTo>
                    <a:pt x="5907" y="13389"/>
                  </a:lnTo>
                  <a:lnTo>
                    <a:pt x="5943" y="13499"/>
                  </a:lnTo>
                  <a:lnTo>
                    <a:pt x="5980" y="13646"/>
                  </a:lnTo>
                  <a:lnTo>
                    <a:pt x="6090" y="13756"/>
                  </a:lnTo>
                  <a:lnTo>
                    <a:pt x="5760" y="13829"/>
                  </a:lnTo>
                  <a:lnTo>
                    <a:pt x="5430" y="13939"/>
                  </a:lnTo>
                  <a:lnTo>
                    <a:pt x="5393" y="13903"/>
                  </a:lnTo>
                  <a:lnTo>
                    <a:pt x="5173" y="13682"/>
                  </a:lnTo>
                  <a:lnTo>
                    <a:pt x="5026" y="13609"/>
                  </a:lnTo>
                  <a:lnTo>
                    <a:pt x="4916" y="13572"/>
                  </a:lnTo>
                  <a:lnTo>
                    <a:pt x="4880" y="13572"/>
                  </a:lnTo>
                  <a:lnTo>
                    <a:pt x="4880" y="13609"/>
                  </a:lnTo>
                  <a:lnTo>
                    <a:pt x="4880" y="13682"/>
                  </a:lnTo>
                  <a:lnTo>
                    <a:pt x="4916" y="13793"/>
                  </a:lnTo>
                  <a:lnTo>
                    <a:pt x="4990" y="13939"/>
                  </a:lnTo>
                  <a:lnTo>
                    <a:pt x="5100" y="14086"/>
                  </a:lnTo>
                  <a:lnTo>
                    <a:pt x="5136" y="14086"/>
                  </a:lnTo>
                  <a:lnTo>
                    <a:pt x="4843" y="14306"/>
                  </a:lnTo>
                  <a:lnTo>
                    <a:pt x="4623" y="14269"/>
                  </a:lnTo>
                  <a:lnTo>
                    <a:pt x="4109" y="14196"/>
                  </a:lnTo>
                  <a:lnTo>
                    <a:pt x="3853" y="14159"/>
                  </a:lnTo>
                  <a:lnTo>
                    <a:pt x="3596" y="14086"/>
                  </a:lnTo>
                  <a:lnTo>
                    <a:pt x="3669" y="14013"/>
                  </a:lnTo>
                  <a:lnTo>
                    <a:pt x="3706" y="13903"/>
                  </a:lnTo>
                  <a:lnTo>
                    <a:pt x="3706" y="13829"/>
                  </a:lnTo>
                  <a:lnTo>
                    <a:pt x="3669" y="13719"/>
                  </a:lnTo>
                  <a:lnTo>
                    <a:pt x="3632" y="13646"/>
                  </a:lnTo>
                  <a:lnTo>
                    <a:pt x="3559" y="13609"/>
                  </a:lnTo>
                  <a:lnTo>
                    <a:pt x="3632" y="13242"/>
                  </a:lnTo>
                  <a:lnTo>
                    <a:pt x="3742" y="12876"/>
                  </a:lnTo>
                  <a:lnTo>
                    <a:pt x="3889" y="12509"/>
                  </a:lnTo>
                  <a:lnTo>
                    <a:pt x="4073" y="12179"/>
                  </a:lnTo>
                  <a:lnTo>
                    <a:pt x="4293" y="11848"/>
                  </a:lnTo>
                  <a:lnTo>
                    <a:pt x="4549" y="11555"/>
                  </a:lnTo>
                  <a:lnTo>
                    <a:pt x="4843" y="11298"/>
                  </a:lnTo>
                  <a:lnTo>
                    <a:pt x="5173" y="11115"/>
                  </a:lnTo>
                  <a:lnTo>
                    <a:pt x="5246" y="11041"/>
                  </a:lnTo>
                  <a:lnTo>
                    <a:pt x="5283" y="10931"/>
                  </a:lnTo>
                  <a:lnTo>
                    <a:pt x="5283" y="10858"/>
                  </a:lnTo>
                  <a:lnTo>
                    <a:pt x="5210" y="10785"/>
                  </a:lnTo>
                  <a:lnTo>
                    <a:pt x="4770" y="10234"/>
                  </a:lnTo>
                  <a:lnTo>
                    <a:pt x="4549" y="9978"/>
                  </a:lnTo>
                  <a:lnTo>
                    <a:pt x="4293" y="9758"/>
                  </a:lnTo>
                  <a:lnTo>
                    <a:pt x="3999" y="9574"/>
                  </a:lnTo>
                  <a:lnTo>
                    <a:pt x="3706" y="9427"/>
                  </a:lnTo>
                  <a:lnTo>
                    <a:pt x="3376" y="9317"/>
                  </a:lnTo>
                  <a:lnTo>
                    <a:pt x="3046" y="9281"/>
                  </a:lnTo>
                  <a:lnTo>
                    <a:pt x="3046" y="8877"/>
                  </a:lnTo>
                  <a:lnTo>
                    <a:pt x="3119" y="8510"/>
                  </a:lnTo>
                  <a:lnTo>
                    <a:pt x="3266" y="8180"/>
                  </a:lnTo>
                  <a:lnTo>
                    <a:pt x="3486" y="7887"/>
                  </a:lnTo>
                  <a:lnTo>
                    <a:pt x="3632" y="7740"/>
                  </a:lnTo>
                  <a:lnTo>
                    <a:pt x="3816" y="7593"/>
                  </a:lnTo>
                  <a:lnTo>
                    <a:pt x="3889" y="7557"/>
                  </a:lnTo>
                  <a:lnTo>
                    <a:pt x="3963" y="7557"/>
                  </a:lnTo>
                  <a:lnTo>
                    <a:pt x="4036" y="7593"/>
                  </a:lnTo>
                  <a:lnTo>
                    <a:pt x="4109" y="7630"/>
                  </a:lnTo>
                  <a:lnTo>
                    <a:pt x="4219" y="7740"/>
                  </a:lnTo>
                  <a:lnTo>
                    <a:pt x="4329" y="7887"/>
                  </a:lnTo>
                  <a:lnTo>
                    <a:pt x="4916" y="8657"/>
                  </a:lnTo>
                  <a:lnTo>
                    <a:pt x="5026" y="8730"/>
                  </a:lnTo>
                  <a:lnTo>
                    <a:pt x="5136" y="8767"/>
                  </a:lnTo>
                  <a:lnTo>
                    <a:pt x="5210" y="8730"/>
                  </a:lnTo>
                  <a:lnTo>
                    <a:pt x="5246" y="8694"/>
                  </a:lnTo>
                  <a:lnTo>
                    <a:pt x="5283" y="8620"/>
                  </a:lnTo>
                  <a:lnTo>
                    <a:pt x="5283" y="8547"/>
                  </a:lnTo>
                  <a:lnTo>
                    <a:pt x="5136" y="7006"/>
                  </a:lnTo>
                  <a:lnTo>
                    <a:pt x="5100" y="6823"/>
                  </a:lnTo>
                  <a:lnTo>
                    <a:pt x="4990" y="6640"/>
                  </a:lnTo>
                  <a:lnTo>
                    <a:pt x="4880" y="6493"/>
                  </a:lnTo>
                  <a:lnTo>
                    <a:pt x="4660" y="6456"/>
                  </a:lnTo>
                  <a:lnTo>
                    <a:pt x="4733" y="6420"/>
                  </a:lnTo>
                  <a:lnTo>
                    <a:pt x="4843" y="6346"/>
                  </a:lnTo>
                  <a:lnTo>
                    <a:pt x="5026" y="6199"/>
                  </a:lnTo>
                  <a:lnTo>
                    <a:pt x="5430" y="6016"/>
                  </a:lnTo>
                  <a:lnTo>
                    <a:pt x="5613" y="5943"/>
                  </a:lnTo>
                  <a:lnTo>
                    <a:pt x="5760" y="5796"/>
                  </a:lnTo>
                  <a:lnTo>
                    <a:pt x="5870" y="5649"/>
                  </a:lnTo>
                  <a:lnTo>
                    <a:pt x="5980" y="5466"/>
                  </a:lnTo>
                  <a:lnTo>
                    <a:pt x="5980" y="5392"/>
                  </a:lnTo>
                  <a:lnTo>
                    <a:pt x="5943" y="5319"/>
                  </a:lnTo>
                  <a:lnTo>
                    <a:pt x="5907" y="5246"/>
                  </a:lnTo>
                  <a:lnTo>
                    <a:pt x="5833" y="5209"/>
                  </a:lnTo>
                  <a:lnTo>
                    <a:pt x="4990" y="5099"/>
                  </a:lnTo>
                  <a:lnTo>
                    <a:pt x="4109" y="4989"/>
                  </a:lnTo>
                  <a:lnTo>
                    <a:pt x="3742" y="4989"/>
                  </a:lnTo>
                  <a:lnTo>
                    <a:pt x="3302" y="4952"/>
                  </a:lnTo>
                  <a:lnTo>
                    <a:pt x="2899" y="4989"/>
                  </a:lnTo>
                  <a:lnTo>
                    <a:pt x="2715" y="5026"/>
                  </a:lnTo>
                  <a:lnTo>
                    <a:pt x="2532" y="5099"/>
                  </a:lnTo>
                  <a:lnTo>
                    <a:pt x="2495" y="5136"/>
                  </a:lnTo>
                  <a:lnTo>
                    <a:pt x="2532" y="5209"/>
                  </a:lnTo>
                  <a:lnTo>
                    <a:pt x="2165" y="5062"/>
                  </a:lnTo>
                  <a:lnTo>
                    <a:pt x="2459" y="4732"/>
                  </a:lnTo>
                  <a:lnTo>
                    <a:pt x="2752" y="4402"/>
                  </a:lnTo>
                  <a:lnTo>
                    <a:pt x="3082" y="4145"/>
                  </a:lnTo>
                  <a:lnTo>
                    <a:pt x="3449" y="3889"/>
                  </a:lnTo>
                  <a:lnTo>
                    <a:pt x="3816" y="3668"/>
                  </a:lnTo>
                  <a:lnTo>
                    <a:pt x="4219" y="3448"/>
                  </a:lnTo>
                  <a:lnTo>
                    <a:pt x="4623" y="3302"/>
                  </a:lnTo>
                  <a:lnTo>
                    <a:pt x="5026" y="3155"/>
                  </a:lnTo>
                  <a:lnTo>
                    <a:pt x="5467" y="3045"/>
                  </a:lnTo>
                  <a:lnTo>
                    <a:pt x="5907" y="2972"/>
                  </a:lnTo>
                  <a:lnTo>
                    <a:pt x="6310" y="2935"/>
                  </a:lnTo>
                  <a:close/>
                  <a:moveTo>
                    <a:pt x="5393" y="14343"/>
                  </a:moveTo>
                  <a:lnTo>
                    <a:pt x="5430" y="14379"/>
                  </a:lnTo>
                  <a:lnTo>
                    <a:pt x="5356" y="14379"/>
                  </a:lnTo>
                  <a:lnTo>
                    <a:pt x="5393" y="14343"/>
                  </a:lnTo>
                  <a:close/>
                  <a:moveTo>
                    <a:pt x="7704" y="13903"/>
                  </a:moveTo>
                  <a:lnTo>
                    <a:pt x="7961" y="14049"/>
                  </a:lnTo>
                  <a:lnTo>
                    <a:pt x="8291" y="14196"/>
                  </a:lnTo>
                  <a:lnTo>
                    <a:pt x="8584" y="14306"/>
                  </a:lnTo>
                  <a:lnTo>
                    <a:pt x="8181" y="14379"/>
                  </a:lnTo>
                  <a:lnTo>
                    <a:pt x="7741" y="14416"/>
                  </a:lnTo>
                  <a:lnTo>
                    <a:pt x="7704" y="14306"/>
                  </a:lnTo>
                  <a:lnTo>
                    <a:pt x="7631" y="14233"/>
                  </a:lnTo>
                  <a:lnTo>
                    <a:pt x="7264" y="14123"/>
                  </a:lnTo>
                  <a:lnTo>
                    <a:pt x="6970" y="13939"/>
                  </a:lnTo>
                  <a:lnTo>
                    <a:pt x="7521" y="13903"/>
                  </a:lnTo>
                  <a:close/>
                  <a:moveTo>
                    <a:pt x="6420" y="14013"/>
                  </a:moveTo>
                  <a:lnTo>
                    <a:pt x="6567" y="14123"/>
                  </a:lnTo>
                  <a:lnTo>
                    <a:pt x="6787" y="14306"/>
                  </a:lnTo>
                  <a:lnTo>
                    <a:pt x="7007" y="14453"/>
                  </a:lnTo>
                  <a:lnTo>
                    <a:pt x="6053" y="14416"/>
                  </a:lnTo>
                  <a:lnTo>
                    <a:pt x="6053" y="14343"/>
                  </a:lnTo>
                  <a:lnTo>
                    <a:pt x="6053" y="14269"/>
                  </a:lnTo>
                  <a:lnTo>
                    <a:pt x="5980" y="14196"/>
                  </a:lnTo>
                  <a:lnTo>
                    <a:pt x="5907" y="14159"/>
                  </a:lnTo>
                  <a:lnTo>
                    <a:pt x="5870" y="14159"/>
                  </a:lnTo>
                  <a:lnTo>
                    <a:pt x="5980" y="14123"/>
                  </a:lnTo>
                  <a:lnTo>
                    <a:pt x="6420" y="14013"/>
                  </a:lnTo>
                  <a:close/>
                  <a:moveTo>
                    <a:pt x="6824" y="2385"/>
                  </a:moveTo>
                  <a:lnTo>
                    <a:pt x="6750" y="2421"/>
                  </a:lnTo>
                  <a:lnTo>
                    <a:pt x="6677" y="2495"/>
                  </a:lnTo>
                  <a:lnTo>
                    <a:pt x="6127" y="2531"/>
                  </a:lnTo>
                  <a:lnTo>
                    <a:pt x="5540" y="2605"/>
                  </a:lnTo>
                  <a:lnTo>
                    <a:pt x="5026" y="2715"/>
                  </a:lnTo>
                  <a:lnTo>
                    <a:pt x="4476" y="2861"/>
                  </a:lnTo>
                  <a:lnTo>
                    <a:pt x="3926" y="3082"/>
                  </a:lnTo>
                  <a:lnTo>
                    <a:pt x="3376" y="3375"/>
                  </a:lnTo>
                  <a:lnTo>
                    <a:pt x="2899" y="3705"/>
                  </a:lnTo>
                  <a:lnTo>
                    <a:pt x="2459" y="4109"/>
                  </a:lnTo>
                  <a:lnTo>
                    <a:pt x="2018" y="4512"/>
                  </a:lnTo>
                  <a:lnTo>
                    <a:pt x="1652" y="4989"/>
                  </a:lnTo>
                  <a:lnTo>
                    <a:pt x="1321" y="5466"/>
                  </a:lnTo>
                  <a:lnTo>
                    <a:pt x="1065" y="6016"/>
                  </a:lnTo>
                  <a:lnTo>
                    <a:pt x="735" y="6713"/>
                  </a:lnTo>
                  <a:lnTo>
                    <a:pt x="478" y="7447"/>
                  </a:lnTo>
                  <a:lnTo>
                    <a:pt x="221" y="8180"/>
                  </a:lnTo>
                  <a:lnTo>
                    <a:pt x="74" y="8914"/>
                  </a:lnTo>
                  <a:lnTo>
                    <a:pt x="38" y="9244"/>
                  </a:lnTo>
                  <a:lnTo>
                    <a:pt x="1" y="9611"/>
                  </a:lnTo>
                  <a:lnTo>
                    <a:pt x="38" y="9941"/>
                  </a:lnTo>
                  <a:lnTo>
                    <a:pt x="74" y="10271"/>
                  </a:lnTo>
                  <a:lnTo>
                    <a:pt x="148" y="10601"/>
                  </a:lnTo>
                  <a:lnTo>
                    <a:pt x="258" y="10931"/>
                  </a:lnTo>
                  <a:lnTo>
                    <a:pt x="368" y="11262"/>
                  </a:lnTo>
                  <a:lnTo>
                    <a:pt x="514" y="11555"/>
                  </a:lnTo>
                  <a:lnTo>
                    <a:pt x="881" y="12142"/>
                  </a:lnTo>
                  <a:lnTo>
                    <a:pt x="1285" y="12692"/>
                  </a:lnTo>
                  <a:lnTo>
                    <a:pt x="1725" y="13206"/>
                  </a:lnTo>
                  <a:lnTo>
                    <a:pt x="2202" y="13719"/>
                  </a:lnTo>
                  <a:lnTo>
                    <a:pt x="2459" y="13976"/>
                  </a:lnTo>
                  <a:lnTo>
                    <a:pt x="2752" y="14233"/>
                  </a:lnTo>
                  <a:lnTo>
                    <a:pt x="2825" y="14343"/>
                  </a:lnTo>
                  <a:lnTo>
                    <a:pt x="2899" y="14416"/>
                  </a:lnTo>
                  <a:lnTo>
                    <a:pt x="3009" y="14453"/>
                  </a:lnTo>
                  <a:lnTo>
                    <a:pt x="3119" y="14453"/>
                  </a:lnTo>
                  <a:lnTo>
                    <a:pt x="3192" y="14526"/>
                  </a:lnTo>
                  <a:lnTo>
                    <a:pt x="3559" y="14636"/>
                  </a:lnTo>
                  <a:lnTo>
                    <a:pt x="3889" y="14746"/>
                  </a:lnTo>
                  <a:lnTo>
                    <a:pt x="4623" y="14820"/>
                  </a:lnTo>
                  <a:lnTo>
                    <a:pt x="6017" y="14966"/>
                  </a:lnTo>
                  <a:lnTo>
                    <a:pt x="6714" y="15003"/>
                  </a:lnTo>
                  <a:lnTo>
                    <a:pt x="7411" y="15003"/>
                  </a:lnTo>
                  <a:lnTo>
                    <a:pt x="8108" y="14930"/>
                  </a:lnTo>
                  <a:lnTo>
                    <a:pt x="8768" y="14783"/>
                  </a:lnTo>
                  <a:lnTo>
                    <a:pt x="9465" y="14600"/>
                  </a:lnTo>
                  <a:lnTo>
                    <a:pt x="9758" y="14453"/>
                  </a:lnTo>
                  <a:lnTo>
                    <a:pt x="10088" y="14306"/>
                  </a:lnTo>
                  <a:lnTo>
                    <a:pt x="10382" y="14159"/>
                  </a:lnTo>
                  <a:lnTo>
                    <a:pt x="10675" y="13976"/>
                  </a:lnTo>
                  <a:lnTo>
                    <a:pt x="11152" y="13536"/>
                  </a:lnTo>
                  <a:lnTo>
                    <a:pt x="11629" y="13059"/>
                  </a:lnTo>
                  <a:lnTo>
                    <a:pt x="12033" y="12509"/>
                  </a:lnTo>
                  <a:lnTo>
                    <a:pt x="12399" y="11958"/>
                  </a:lnTo>
                  <a:lnTo>
                    <a:pt x="12729" y="11372"/>
                  </a:lnTo>
                  <a:lnTo>
                    <a:pt x="12986" y="10748"/>
                  </a:lnTo>
                  <a:lnTo>
                    <a:pt x="13243" y="10161"/>
                  </a:lnTo>
                  <a:lnTo>
                    <a:pt x="13426" y="9464"/>
                  </a:lnTo>
                  <a:lnTo>
                    <a:pt x="13500" y="9097"/>
                  </a:lnTo>
                  <a:lnTo>
                    <a:pt x="13573" y="8730"/>
                  </a:lnTo>
                  <a:lnTo>
                    <a:pt x="13573" y="8400"/>
                  </a:lnTo>
                  <a:lnTo>
                    <a:pt x="13573" y="8034"/>
                  </a:lnTo>
                  <a:lnTo>
                    <a:pt x="13573" y="7667"/>
                  </a:lnTo>
                  <a:lnTo>
                    <a:pt x="13500" y="7300"/>
                  </a:lnTo>
                  <a:lnTo>
                    <a:pt x="13426" y="6970"/>
                  </a:lnTo>
                  <a:lnTo>
                    <a:pt x="13353" y="6640"/>
                  </a:lnTo>
                  <a:lnTo>
                    <a:pt x="13206" y="6346"/>
                  </a:lnTo>
                  <a:lnTo>
                    <a:pt x="13060" y="6053"/>
                  </a:lnTo>
                  <a:lnTo>
                    <a:pt x="12693" y="5466"/>
                  </a:lnTo>
                  <a:lnTo>
                    <a:pt x="12289" y="4916"/>
                  </a:lnTo>
                  <a:lnTo>
                    <a:pt x="11849" y="4475"/>
                  </a:lnTo>
                  <a:lnTo>
                    <a:pt x="11372" y="4035"/>
                  </a:lnTo>
                  <a:lnTo>
                    <a:pt x="10895" y="3668"/>
                  </a:lnTo>
                  <a:lnTo>
                    <a:pt x="10345" y="3338"/>
                  </a:lnTo>
                  <a:lnTo>
                    <a:pt x="9795" y="3045"/>
                  </a:lnTo>
                  <a:lnTo>
                    <a:pt x="9208" y="2788"/>
                  </a:lnTo>
                  <a:lnTo>
                    <a:pt x="8584" y="2605"/>
                  </a:lnTo>
                  <a:lnTo>
                    <a:pt x="7998" y="2458"/>
                  </a:lnTo>
                  <a:lnTo>
                    <a:pt x="7447" y="2385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3" name="Google Shape;299;p5">
              <a:extLst>
                <a:ext uri="{FF2B5EF4-FFF2-40B4-BE49-F238E27FC236}">
                  <a16:creationId xmlns:a16="http://schemas.microsoft.com/office/drawing/2014/main" id="{EF4E215A-831A-417F-8DEE-7149A4D383CA}"/>
                </a:ext>
              </a:extLst>
            </p:cNvPr>
            <p:cNvSpPr/>
            <p:nvPr/>
          </p:nvSpPr>
          <p:spPr>
            <a:xfrm>
              <a:off x="6902250" y="3951050"/>
              <a:ext cx="436525" cy="299875"/>
            </a:xfrm>
            <a:custGeom>
              <a:avLst/>
              <a:gdLst/>
              <a:ahLst/>
              <a:cxnLst/>
              <a:rect l="l" t="t" r="r" b="b"/>
              <a:pathLst>
                <a:path w="17461" h="11995" extrusionOk="0">
                  <a:moveTo>
                    <a:pt x="9758" y="2238"/>
                  </a:moveTo>
                  <a:lnTo>
                    <a:pt x="9721" y="2274"/>
                  </a:lnTo>
                  <a:lnTo>
                    <a:pt x="9648" y="2311"/>
                  </a:lnTo>
                  <a:lnTo>
                    <a:pt x="9611" y="2458"/>
                  </a:lnTo>
                  <a:lnTo>
                    <a:pt x="9648" y="2568"/>
                  </a:lnTo>
                  <a:lnTo>
                    <a:pt x="9721" y="2605"/>
                  </a:lnTo>
                  <a:lnTo>
                    <a:pt x="9758" y="2641"/>
                  </a:lnTo>
                  <a:lnTo>
                    <a:pt x="9941" y="2641"/>
                  </a:lnTo>
                  <a:lnTo>
                    <a:pt x="9978" y="2605"/>
                  </a:lnTo>
                  <a:lnTo>
                    <a:pt x="10051" y="2531"/>
                  </a:lnTo>
                  <a:lnTo>
                    <a:pt x="10051" y="2458"/>
                  </a:lnTo>
                  <a:lnTo>
                    <a:pt x="10051" y="2348"/>
                  </a:lnTo>
                  <a:lnTo>
                    <a:pt x="9978" y="2274"/>
                  </a:lnTo>
                  <a:lnTo>
                    <a:pt x="9941" y="2238"/>
                  </a:lnTo>
                  <a:close/>
                  <a:moveTo>
                    <a:pt x="9795" y="3191"/>
                  </a:moveTo>
                  <a:lnTo>
                    <a:pt x="9721" y="3265"/>
                  </a:lnTo>
                  <a:lnTo>
                    <a:pt x="9684" y="3301"/>
                  </a:lnTo>
                  <a:lnTo>
                    <a:pt x="9684" y="3375"/>
                  </a:lnTo>
                  <a:lnTo>
                    <a:pt x="9684" y="3485"/>
                  </a:lnTo>
                  <a:lnTo>
                    <a:pt x="9758" y="3522"/>
                  </a:lnTo>
                  <a:lnTo>
                    <a:pt x="9795" y="3558"/>
                  </a:lnTo>
                  <a:lnTo>
                    <a:pt x="9941" y="3558"/>
                  </a:lnTo>
                  <a:lnTo>
                    <a:pt x="9978" y="3522"/>
                  </a:lnTo>
                  <a:lnTo>
                    <a:pt x="10015" y="3485"/>
                  </a:lnTo>
                  <a:lnTo>
                    <a:pt x="10051" y="3375"/>
                  </a:lnTo>
                  <a:lnTo>
                    <a:pt x="10015" y="3301"/>
                  </a:lnTo>
                  <a:lnTo>
                    <a:pt x="9978" y="3228"/>
                  </a:lnTo>
                  <a:lnTo>
                    <a:pt x="9941" y="3191"/>
                  </a:lnTo>
                  <a:close/>
                  <a:moveTo>
                    <a:pt x="11519" y="3045"/>
                  </a:moveTo>
                  <a:lnTo>
                    <a:pt x="11409" y="3081"/>
                  </a:lnTo>
                  <a:lnTo>
                    <a:pt x="11335" y="3118"/>
                  </a:lnTo>
                  <a:lnTo>
                    <a:pt x="11298" y="3191"/>
                  </a:lnTo>
                  <a:lnTo>
                    <a:pt x="11262" y="3265"/>
                  </a:lnTo>
                  <a:lnTo>
                    <a:pt x="11262" y="3338"/>
                  </a:lnTo>
                  <a:lnTo>
                    <a:pt x="11262" y="3412"/>
                  </a:lnTo>
                  <a:lnTo>
                    <a:pt x="11298" y="3485"/>
                  </a:lnTo>
                  <a:lnTo>
                    <a:pt x="11372" y="3522"/>
                  </a:lnTo>
                  <a:lnTo>
                    <a:pt x="11445" y="3595"/>
                  </a:lnTo>
                  <a:lnTo>
                    <a:pt x="11592" y="3595"/>
                  </a:lnTo>
                  <a:lnTo>
                    <a:pt x="11665" y="3522"/>
                  </a:lnTo>
                  <a:lnTo>
                    <a:pt x="11702" y="3485"/>
                  </a:lnTo>
                  <a:lnTo>
                    <a:pt x="11739" y="3412"/>
                  </a:lnTo>
                  <a:lnTo>
                    <a:pt x="11702" y="3265"/>
                  </a:lnTo>
                  <a:lnTo>
                    <a:pt x="11702" y="3155"/>
                  </a:lnTo>
                  <a:lnTo>
                    <a:pt x="11629" y="3081"/>
                  </a:lnTo>
                  <a:lnTo>
                    <a:pt x="11519" y="3045"/>
                  </a:lnTo>
                  <a:close/>
                  <a:moveTo>
                    <a:pt x="15554" y="1541"/>
                  </a:moveTo>
                  <a:lnTo>
                    <a:pt x="15407" y="1871"/>
                  </a:lnTo>
                  <a:lnTo>
                    <a:pt x="15187" y="2164"/>
                  </a:lnTo>
                  <a:lnTo>
                    <a:pt x="14967" y="2458"/>
                  </a:lnTo>
                  <a:lnTo>
                    <a:pt x="14710" y="2715"/>
                  </a:lnTo>
                  <a:lnTo>
                    <a:pt x="14416" y="2935"/>
                  </a:lnTo>
                  <a:lnTo>
                    <a:pt x="14123" y="3155"/>
                  </a:lnTo>
                  <a:lnTo>
                    <a:pt x="13536" y="3595"/>
                  </a:lnTo>
                  <a:lnTo>
                    <a:pt x="13279" y="3265"/>
                  </a:lnTo>
                  <a:lnTo>
                    <a:pt x="12986" y="2971"/>
                  </a:lnTo>
                  <a:lnTo>
                    <a:pt x="13096" y="2935"/>
                  </a:lnTo>
                  <a:lnTo>
                    <a:pt x="13683" y="2531"/>
                  </a:lnTo>
                  <a:lnTo>
                    <a:pt x="14306" y="2164"/>
                  </a:lnTo>
                  <a:lnTo>
                    <a:pt x="14930" y="1834"/>
                  </a:lnTo>
                  <a:lnTo>
                    <a:pt x="15554" y="1541"/>
                  </a:lnTo>
                  <a:close/>
                  <a:moveTo>
                    <a:pt x="8914" y="3228"/>
                  </a:moveTo>
                  <a:lnTo>
                    <a:pt x="8841" y="3301"/>
                  </a:lnTo>
                  <a:lnTo>
                    <a:pt x="8804" y="3375"/>
                  </a:lnTo>
                  <a:lnTo>
                    <a:pt x="8804" y="3485"/>
                  </a:lnTo>
                  <a:lnTo>
                    <a:pt x="8804" y="3558"/>
                  </a:lnTo>
                  <a:lnTo>
                    <a:pt x="8877" y="3632"/>
                  </a:lnTo>
                  <a:lnTo>
                    <a:pt x="8951" y="3668"/>
                  </a:lnTo>
                  <a:lnTo>
                    <a:pt x="9098" y="3668"/>
                  </a:lnTo>
                  <a:lnTo>
                    <a:pt x="9134" y="3632"/>
                  </a:lnTo>
                  <a:lnTo>
                    <a:pt x="9208" y="3558"/>
                  </a:lnTo>
                  <a:lnTo>
                    <a:pt x="9208" y="3485"/>
                  </a:lnTo>
                  <a:lnTo>
                    <a:pt x="9208" y="3375"/>
                  </a:lnTo>
                  <a:lnTo>
                    <a:pt x="9171" y="3338"/>
                  </a:lnTo>
                  <a:lnTo>
                    <a:pt x="9134" y="3265"/>
                  </a:lnTo>
                  <a:lnTo>
                    <a:pt x="9061" y="3228"/>
                  </a:lnTo>
                  <a:close/>
                  <a:moveTo>
                    <a:pt x="16324" y="1101"/>
                  </a:moveTo>
                  <a:lnTo>
                    <a:pt x="16140" y="1541"/>
                  </a:lnTo>
                  <a:lnTo>
                    <a:pt x="15884" y="1944"/>
                  </a:lnTo>
                  <a:lnTo>
                    <a:pt x="15590" y="2348"/>
                  </a:lnTo>
                  <a:lnTo>
                    <a:pt x="15297" y="2751"/>
                  </a:lnTo>
                  <a:lnTo>
                    <a:pt x="14967" y="3081"/>
                  </a:lnTo>
                  <a:lnTo>
                    <a:pt x="14600" y="3412"/>
                  </a:lnTo>
                  <a:lnTo>
                    <a:pt x="13829" y="4072"/>
                  </a:lnTo>
                  <a:lnTo>
                    <a:pt x="13756" y="3925"/>
                  </a:lnTo>
                  <a:lnTo>
                    <a:pt x="13976" y="3778"/>
                  </a:lnTo>
                  <a:lnTo>
                    <a:pt x="14343" y="3558"/>
                  </a:lnTo>
                  <a:lnTo>
                    <a:pt x="14673" y="3301"/>
                  </a:lnTo>
                  <a:lnTo>
                    <a:pt x="15003" y="3008"/>
                  </a:lnTo>
                  <a:lnTo>
                    <a:pt x="15297" y="2715"/>
                  </a:lnTo>
                  <a:lnTo>
                    <a:pt x="15554" y="2384"/>
                  </a:lnTo>
                  <a:lnTo>
                    <a:pt x="15774" y="2018"/>
                  </a:lnTo>
                  <a:lnTo>
                    <a:pt x="15957" y="1651"/>
                  </a:lnTo>
                  <a:lnTo>
                    <a:pt x="16104" y="1211"/>
                  </a:lnTo>
                  <a:lnTo>
                    <a:pt x="16104" y="1137"/>
                  </a:lnTo>
                  <a:lnTo>
                    <a:pt x="16324" y="1101"/>
                  </a:lnTo>
                  <a:close/>
                  <a:moveTo>
                    <a:pt x="10528" y="3962"/>
                  </a:moveTo>
                  <a:lnTo>
                    <a:pt x="10455" y="3998"/>
                  </a:lnTo>
                  <a:lnTo>
                    <a:pt x="10381" y="4072"/>
                  </a:lnTo>
                  <a:lnTo>
                    <a:pt x="10381" y="4108"/>
                  </a:lnTo>
                  <a:lnTo>
                    <a:pt x="10345" y="4219"/>
                  </a:lnTo>
                  <a:lnTo>
                    <a:pt x="10381" y="4329"/>
                  </a:lnTo>
                  <a:lnTo>
                    <a:pt x="10455" y="4402"/>
                  </a:lnTo>
                  <a:lnTo>
                    <a:pt x="10491" y="4439"/>
                  </a:lnTo>
                  <a:lnTo>
                    <a:pt x="10638" y="4439"/>
                  </a:lnTo>
                  <a:lnTo>
                    <a:pt x="10748" y="4365"/>
                  </a:lnTo>
                  <a:lnTo>
                    <a:pt x="10785" y="4292"/>
                  </a:lnTo>
                  <a:lnTo>
                    <a:pt x="10822" y="4219"/>
                  </a:lnTo>
                  <a:lnTo>
                    <a:pt x="10785" y="4108"/>
                  </a:lnTo>
                  <a:lnTo>
                    <a:pt x="10748" y="4072"/>
                  </a:lnTo>
                  <a:lnTo>
                    <a:pt x="10712" y="3998"/>
                  </a:lnTo>
                  <a:lnTo>
                    <a:pt x="10675" y="3962"/>
                  </a:lnTo>
                  <a:close/>
                  <a:moveTo>
                    <a:pt x="16434" y="477"/>
                  </a:moveTo>
                  <a:lnTo>
                    <a:pt x="16617" y="514"/>
                  </a:lnTo>
                  <a:lnTo>
                    <a:pt x="16764" y="587"/>
                  </a:lnTo>
                  <a:lnTo>
                    <a:pt x="16837" y="734"/>
                  </a:lnTo>
                  <a:lnTo>
                    <a:pt x="16911" y="880"/>
                  </a:lnTo>
                  <a:lnTo>
                    <a:pt x="16947" y="1064"/>
                  </a:lnTo>
                  <a:lnTo>
                    <a:pt x="16947" y="1247"/>
                  </a:lnTo>
                  <a:lnTo>
                    <a:pt x="16911" y="1541"/>
                  </a:lnTo>
                  <a:lnTo>
                    <a:pt x="16764" y="1871"/>
                  </a:lnTo>
                  <a:lnTo>
                    <a:pt x="16544" y="2128"/>
                  </a:lnTo>
                  <a:lnTo>
                    <a:pt x="16104" y="2641"/>
                  </a:lnTo>
                  <a:lnTo>
                    <a:pt x="15077" y="3668"/>
                  </a:lnTo>
                  <a:lnTo>
                    <a:pt x="14086" y="4549"/>
                  </a:lnTo>
                  <a:lnTo>
                    <a:pt x="14013" y="4402"/>
                  </a:lnTo>
                  <a:lnTo>
                    <a:pt x="14123" y="4329"/>
                  </a:lnTo>
                  <a:lnTo>
                    <a:pt x="14967" y="3632"/>
                  </a:lnTo>
                  <a:lnTo>
                    <a:pt x="15370" y="3228"/>
                  </a:lnTo>
                  <a:lnTo>
                    <a:pt x="15737" y="2825"/>
                  </a:lnTo>
                  <a:lnTo>
                    <a:pt x="16067" y="2384"/>
                  </a:lnTo>
                  <a:lnTo>
                    <a:pt x="16361" y="1908"/>
                  </a:lnTo>
                  <a:lnTo>
                    <a:pt x="16617" y="1431"/>
                  </a:lnTo>
                  <a:lnTo>
                    <a:pt x="16764" y="880"/>
                  </a:lnTo>
                  <a:lnTo>
                    <a:pt x="16764" y="770"/>
                  </a:lnTo>
                  <a:lnTo>
                    <a:pt x="16727" y="697"/>
                  </a:lnTo>
                  <a:lnTo>
                    <a:pt x="16654" y="660"/>
                  </a:lnTo>
                  <a:lnTo>
                    <a:pt x="16544" y="660"/>
                  </a:lnTo>
                  <a:lnTo>
                    <a:pt x="15920" y="770"/>
                  </a:lnTo>
                  <a:lnTo>
                    <a:pt x="15333" y="954"/>
                  </a:lnTo>
                  <a:lnTo>
                    <a:pt x="15333" y="954"/>
                  </a:lnTo>
                  <a:lnTo>
                    <a:pt x="15590" y="807"/>
                  </a:lnTo>
                  <a:lnTo>
                    <a:pt x="15884" y="660"/>
                  </a:lnTo>
                  <a:lnTo>
                    <a:pt x="16177" y="550"/>
                  </a:lnTo>
                  <a:lnTo>
                    <a:pt x="16434" y="477"/>
                  </a:lnTo>
                  <a:close/>
                  <a:moveTo>
                    <a:pt x="9354" y="4182"/>
                  </a:moveTo>
                  <a:lnTo>
                    <a:pt x="9208" y="4255"/>
                  </a:lnTo>
                  <a:lnTo>
                    <a:pt x="9134" y="4365"/>
                  </a:lnTo>
                  <a:lnTo>
                    <a:pt x="9134" y="4439"/>
                  </a:lnTo>
                  <a:lnTo>
                    <a:pt x="9171" y="4512"/>
                  </a:lnTo>
                  <a:lnTo>
                    <a:pt x="9208" y="4585"/>
                  </a:lnTo>
                  <a:lnTo>
                    <a:pt x="9281" y="4622"/>
                  </a:lnTo>
                  <a:lnTo>
                    <a:pt x="9428" y="4622"/>
                  </a:lnTo>
                  <a:lnTo>
                    <a:pt x="9538" y="4585"/>
                  </a:lnTo>
                  <a:lnTo>
                    <a:pt x="9611" y="4475"/>
                  </a:lnTo>
                  <a:lnTo>
                    <a:pt x="9648" y="4402"/>
                  </a:lnTo>
                  <a:lnTo>
                    <a:pt x="9648" y="4292"/>
                  </a:lnTo>
                  <a:lnTo>
                    <a:pt x="9611" y="4255"/>
                  </a:lnTo>
                  <a:lnTo>
                    <a:pt x="9538" y="4182"/>
                  </a:lnTo>
                  <a:close/>
                  <a:moveTo>
                    <a:pt x="13243" y="6566"/>
                  </a:moveTo>
                  <a:lnTo>
                    <a:pt x="13169" y="6639"/>
                  </a:lnTo>
                  <a:lnTo>
                    <a:pt x="13133" y="6713"/>
                  </a:lnTo>
                  <a:lnTo>
                    <a:pt x="13133" y="6860"/>
                  </a:lnTo>
                  <a:lnTo>
                    <a:pt x="13133" y="6933"/>
                  </a:lnTo>
                  <a:lnTo>
                    <a:pt x="13206" y="6970"/>
                  </a:lnTo>
                  <a:lnTo>
                    <a:pt x="13316" y="7006"/>
                  </a:lnTo>
                  <a:lnTo>
                    <a:pt x="13463" y="6970"/>
                  </a:lnTo>
                  <a:lnTo>
                    <a:pt x="13536" y="6933"/>
                  </a:lnTo>
                  <a:lnTo>
                    <a:pt x="13536" y="6860"/>
                  </a:lnTo>
                  <a:lnTo>
                    <a:pt x="13573" y="6750"/>
                  </a:lnTo>
                  <a:lnTo>
                    <a:pt x="13536" y="6676"/>
                  </a:lnTo>
                  <a:lnTo>
                    <a:pt x="13463" y="6603"/>
                  </a:lnTo>
                  <a:lnTo>
                    <a:pt x="13316" y="6566"/>
                  </a:lnTo>
                  <a:close/>
                  <a:moveTo>
                    <a:pt x="12216" y="7300"/>
                  </a:moveTo>
                  <a:lnTo>
                    <a:pt x="12105" y="7336"/>
                  </a:lnTo>
                  <a:lnTo>
                    <a:pt x="12032" y="7410"/>
                  </a:lnTo>
                  <a:lnTo>
                    <a:pt x="11995" y="7520"/>
                  </a:lnTo>
                  <a:lnTo>
                    <a:pt x="11995" y="7630"/>
                  </a:lnTo>
                  <a:lnTo>
                    <a:pt x="12032" y="7703"/>
                  </a:lnTo>
                  <a:lnTo>
                    <a:pt x="12105" y="7777"/>
                  </a:lnTo>
                  <a:lnTo>
                    <a:pt x="12216" y="7777"/>
                  </a:lnTo>
                  <a:lnTo>
                    <a:pt x="12289" y="7740"/>
                  </a:lnTo>
                  <a:lnTo>
                    <a:pt x="12362" y="7703"/>
                  </a:lnTo>
                  <a:lnTo>
                    <a:pt x="12436" y="7630"/>
                  </a:lnTo>
                  <a:lnTo>
                    <a:pt x="12436" y="7520"/>
                  </a:lnTo>
                  <a:lnTo>
                    <a:pt x="12436" y="7410"/>
                  </a:lnTo>
                  <a:lnTo>
                    <a:pt x="12326" y="7336"/>
                  </a:lnTo>
                  <a:lnTo>
                    <a:pt x="12216" y="7300"/>
                  </a:lnTo>
                  <a:close/>
                  <a:moveTo>
                    <a:pt x="12729" y="8033"/>
                  </a:moveTo>
                  <a:lnTo>
                    <a:pt x="12656" y="8107"/>
                  </a:lnTo>
                  <a:lnTo>
                    <a:pt x="12656" y="8143"/>
                  </a:lnTo>
                  <a:lnTo>
                    <a:pt x="12619" y="8253"/>
                  </a:lnTo>
                  <a:lnTo>
                    <a:pt x="12619" y="8400"/>
                  </a:lnTo>
                  <a:lnTo>
                    <a:pt x="12656" y="8437"/>
                  </a:lnTo>
                  <a:lnTo>
                    <a:pt x="12692" y="8474"/>
                  </a:lnTo>
                  <a:lnTo>
                    <a:pt x="12729" y="8474"/>
                  </a:lnTo>
                  <a:lnTo>
                    <a:pt x="12802" y="8510"/>
                  </a:lnTo>
                  <a:lnTo>
                    <a:pt x="12912" y="8474"/>
                  </a:lnTo>
                  <a:lnTo>
                    <a:pt x="12986" y="8437"/>
                  </a:lnTo>
                  <a:lnTo>
                    <a:pt x="13022" y="8400"/>
                  </a:lnTo>
                  <a:lnTo>
                    <a:pt x="13022" y="8253"/>
                  </a:lnTo>
                  <a:lnTo>
                    <a:pt x="13022" y="8180"/>
                  </a:lnTo>
                  <a:lnTo>
                    <a:pt x="12949" y="8107"/>
                  </a:lnTo>
                  <a:lnTo>
                    <a:pt x="12912" y="8033"/>
                  </a:lnTo>
                  <a:close/>
                  <a:moveTo>
                    <a:pt x="10051" y="2128"/>
                  </a:moveTo>
                  <a:lnTo>
                    <a:pt x="10455" y="2164"/>
                  </a:lnTo>
                  <a:lnTo>
                    <a:pt x="10858" y="2238"/>
                  </a:lnTo>
                  <a:lnTo>
                    <a:pt x="11262" y="2348"/>
                  </a:lnTo>
                  <a:lnTo>
                    <a:pt x="11225" y="2458"/>
                  </a:lnTo>
                  <a:lnTo>
                    <a:pt x="11262" y="2568"/>
                  </a:lnTo>
                  <a:lnTo>
                    <a:pt x="11335" y="2641"/>
                  </a:lnTo>
                  <a:lnTo>
                    <a:pt x="11445" y="2715"/>
                  </a:lnTo>
                  <a:lnTo>
                    <a:pt x="11629" y="2715"/>
                  </a:lnTo>
                  <a:lnTo>
                    <a:pt x="11775" y="2788"/>
                  </a:lnTo>
                  <a:lnTo>
                    <a:pt x="12105" y="2935"/>
                  </a:lnTo>
                  <a:lnTo>
                    <a:pt x="12179" y="2971"/>
                  </a:lnTo>
                  <a:lnTo>
                    <a:pt x="12252" y="3008"/>
                  </a:lnTo>
                  <a:lnTo>
                    <a:pt x="12472" y="3191"/>
                  </a:lnTo>
                  <a:lnTo>
                    <a:pt x="12692" y="3412"/>
                  </a:lnTo>
                  <a:lnTo>
                    <a:pt x="13096" y="3852"/>
                  </a:lnTo>
                  <a:lnTo>
                    <a:pt x="11482" y="4842"/>
                  </a:lnTo>
                  <a:lnTo>
                    <a:pt x="9868" y="5796"/>
                  </a:lnTo>
                  <a:lnTo>
                    <a:pt x="6090" y="8070"/>
                  </a:lnTo>
                  <a:lnTo>
                    <a:pt x="5209" y="8620"/>
                  </a:lnTo>
                  <a:lnTo>
                    <a:pt x="5356" y="8327"/>
                  </a:lnTo>
                  <a:lnTo>
                    <a:pt x="5649" y="7960"/>
                  </a:lnTo>
                  <a:lnTo>
                    <a:pt x="5943" y="7557"/>
                  </a:lnTo>
                  <a:lnTo>
                    <a:pt x="5906" y="7483"/>
                  </a:lnTo>
                  <a:lnTo>
                    <a:pt x="5870" y="7483"/>
                  </a:lnTo>
                  <a:lnTo>
                    <a:pt x="5686" y="7593"/>
                  </a:lnTo>
                  <a:lnTo>
                    <a:pt x="5539" y="7740"/>
                  </a:lnTo>
                  <a:lnTo>
                    <a:pt x="5209" y="8070"/>
                  </a:lnTo>
                  <a:lnTo>
                    <a:pt x="4989" y="8437"/>
                  </a:lnTo>
                  <a:lnTo>
                    <a:pt x="4769" y="8840"/>
                  </a:lnTo>
                  <a:lnTo>
                    <a:pt x="4732" y="8877"/>
                  </a:lnTo>
                  <a:lnTo>
                    <a:pt x="4622" y="8584"/>
                  </a:lnTo>
                  <a:lnTo>
                    <a:pt x="4916" y="8107"/>
                  </a:lnTo>
                  <a:lnTo>
                    <a:pt x="5283" y="7630"/>
                  </a:lnTo>
                  <a:lnTo>
                    <a:pt x="5649" y="7190"/>
                  </a:lnTo>
                  <a:lnTo>
                    <a:pt x="6016" y="6786"/>
                  </a:lnTo>
                  <a:lnTo>
                    <a:pt x="6016" y="6750"/>
                  </a:lnTo>
                  <a:lnTo>
                    <a:pt x="6016" y="6713"/>
                  </a:lnTo>
                  <a:lnTo>
                    <a:pt x="5943" y="6713"/>
                  </a:lnTo>
                  <a:lnTo>
                    <a:pt x="5539" y="7043"/>
                  </a:lnTo>
                  <a:lnTo>
                    <a:pt x="5173" y="7410"/>
                  </a:lnTo>
                  <a:lnTo>
                    <a:pt x="4842" y="7777"/>
                  </a:lnTo>
                  <a:lnTo>
                    <a:pt x="4512" y="8180"/>
                  </a:lnTo>
                  <a:lnTo>
                    <a:pt x="4476" y="7923"/>
                  </a:lnTo>
                  <a:lnTo>
                    <a:pt x="4439" y="7667"/>
                  </a:lnTo>
                  <a:lnTo>
                    <a:pt x="4659" y="7336"/>
                  </a:lnTo>
                  <a:lnTo>
                    <a:pt x="4879" y="7080"/>
                  </a:lnTo>
                  <a:lnTo>
                    <a:pt x="5686" y="6016"/>
                  </a:lnTo>
                  <a:lnTo>
                    <a:pt x="5723" y="5943"/>
                  </a:lnTo>
                  <a:lnTo>
                    <a:pt x="5686" y="5906"/>
                  </a:lnTo>
                  <a:lnTo>
                    <a:pt x="5576" y="5906"/>
                  </a:lnTo>
                  <a:lnTo>
                    <a:pt x="5283" y="6199"/>
                  </a:lnTo>
                  <a:lnTo>
                    <a:pt x="4953" y="6529"/>
                  </a:lnTo>
                  <a:lnTo>
                    <a:pt x="4402" y="7153"/>
                  </a:lnTo>
                  <a:lnTo>
                    <a:pt x="4402" y="6529"/>
                  </a:lnTo>
                  <a:lnTo>
                    <a:pt x="4622" y="6199"/>
                  </a:lnTo>
                  <a:lnTo>
                    <a:pt x="4953" y="5759"/>
                  </a:lnTo>
                  <a:lnTo>
                    <a:pt x="5136" y="5502"/>
                  </a:lnTo>
                  <a:lnTo>
                    <a:pt x="5246" y="5392"/>
                  </a:lnTo>
                  <a:lnTo>
                    <a:pt x="5393" y="5319"/>
                  </a:lnTo>
                  <a:lnTo>
                    <a:pt x="5429" y="5319"/>
                  </a:lnTo>
                  <a:lnTo>
                    <a:pt x="5429" y="5282"/>
                  </a:lnTo>
                  <a:lnTo>
                    <a:pt x="5393" y="5246"/>
                  </a:lnTo>
                  <a:lnTo>
                    <a:pt x="5393" y="5209"/>
                  </a:lnTo>
                  <a:lnTo>
                    <a:pt x="5173" y="5209"/>
                  </a:lnTo>
                  <a:lnTo>
                    <a:pt x="5063" y="5282"/>
                  </a:lnTo>
                  <a:lnTo>
                    <a:pt x="4953" y="5356"/>
                  </a:lnTo>
                  <a:lnTo>
                    <a:pt x="4769" y="5539"/>
                  </a:lnTo>
                  <a:lnTo>
                    <a:pt x="4622" y="5722"/>
                  </a:lnTo>
                  <a:lnTo>
                    <a:pt x="4476" y="5869"/>
                  </a:lnTo>
                  <a:lnTo>
                    <a:pt x="4586" y="5466"/>
                  </a:lnTo>
                  <a:lnTo>
                    <a:pt x="4732" y="5062"/>
                  </a:lnTo>
                  <a:lnTo>
                    <a:pt x="4879" y="4842"/>
                  </a:lnTo>
                  <a:lnTo>
                    <a:pt x="5026" y="4622"/>
                  </a:lnTo>
                  <a:lnTo>
                    <a:pt x="5209" y="4402"/>
                  </a:lnTo>
                  <a:lnTo>
                    <a:pt x="5393" y="4219"/>
                  </a:lnTo>
                  <a:lnTo>
                    <a:pt x="5796" y="3852"/>
                  </a:lnTo>
                  <a:lnTo>
                    <a:pt x="6236" y="3522"/>
                  </a:lnTo>
                  <a:lnTo>
                    <a:pt x="6677" y="3228"/>
                  </a:lnTo>
                  <a:lnTo>
                    <a:pt x="7117" y="2935"/>
                  </a:lnTo>
                  <a:lnTo>
                    <a:pt x="7594" y="2715"/>
                  </a:lnTo>
                  <a:lnTo>
                    <a:pt x="8070" y="2494"/>
                  </a:lnTo>
                  <a:lnTo>
                    <a:pt x="8474" y="2348"/>
                  </a:lnTo>
                  <a:lnTo>
                    <a:pt x="8841" y="2238"/>
                  </a:lnTo>
                  <a:lnTo>
                    <a:pt x="9244" y="2164"/>
                  </a:lnTo>
                  <a:lnTo>
                    <a:pt x="9648" y="2128"/>
                  </a:lnTo>
                  <a:close/>
                  <a:moveTo>
                    <a:pt x="13316" y="4219"/>
                  </a:moveTo>
                  <a:lnTo>
                    <a:pt x="13426" y="4365"/>
                  </a:lnTo>
                  <a:lnTo>
                    <a:pt x="12582" y="5026"/>
                  </a:lnTo>
                  <a:lnTo>
                    <a:pt x="11702" y="5649"/>
                  </a:lnTo>
                  <a:lnTo>
                    <a:pt x="10785" y="6273"/>
                  </a:lnTo>
                  <a:lnTo>
                    <a:pt x="9868" y="6860"/>
                  </a:lnTo>
                  <a:lnTo>
                    <a:pt x="8877" y="7446"/>
                  </a:lnTo>
                  <a:lnTo>
                    <a:pt x="7887" y="8033"/>
                  </a:lnTo>
                  <a:lnTo>
                    <a:pt x="6860" y="8584"/>
                  </a:lnTo>
                  <a:lnTo>
                    <a:pt x="5796" y="9097"/>
                  </a:lnTo>
                  <a:lnTo>
                    <a:pt x="4989" y="9464"/>
                  </a:lnTo>
                  <a:lnTo>
                    <a:pt x="4916" y="9317"/>
                  </a:lnTo>
                  <a:lnTo>
                    <a:pt x="4953" y="9207"/>
                  </a:lnTo>
                  <a:lnTo>
                    <a:pt x="6053" y="8584"/>
                  </a:lnTo>
                  <a:lnTo>
                    <a:pt x="10198" y="6089"/>
                  </a:lnTo>
                  <a:lnTo>
                    <a:pt x="11775" y="5136"/>
                  </a:lnTo>
                  <a:lnTo>
                    <a:pt x="13316" y="4219"/>
                  </a:lnTo>
                  <a:close/>
                  <a:moveTo>
                    <a:pt x="3962" y="7960"/>
                  </a:moveTo>
                  <a:lnTo>
                    <a:pt x="3999" y="8070"/>
                  </a:lnTo>
                  <a:lnTo>
                    <a:pt x="3999" y="8107"/>
                  </a:lnTo>
                  <a:lnTo>
                    <a:pt x="4146" y="8694"/>
                  </a:lnTo>
                  <a:lnTo>
                    <a:pt x="3962" y="9024"/>
                  </a:lnTo>
                  <a:lnTo>
                    <a:pt x="3925" y="9097"/>
                  </a:lnTo>
                  <a:lnTo>
                    <a:pt x="3925" y="9134"/>
                  </a:lnTo>
                  <a:lnTo>
                    <a:pt x="3999" y="9244"/>
                  </a:lnTo>
                  <a:lnTo>
                    <a:pt x="3339" y="9501"/>
                  </a:lnTo>
                  <a:lnTo>
                    <a:pt x="3008" y="9611"/>
                  </a:lnTo>
                  <a:lnTo>
                    <a:pt x="2642" y="9684"/>
                  </a:lnTo>
                  <a:lnTo>
                    <a:pt x="2898" y="9171"/>
                  </a:lnTo>
                  <a:lnTo>
                    <a:pt x="3229" y="8694"/>
                  </a:lnTo>
                  <a:lnTo>
                    <a:pt x="3559" y="8327"/>
                  </a:lnTo>
                  <a:lnTo>
                    <a:pt x="3962" y="7960"/>
                  </a:lnTo>
                  <a:close/>
                  <a:moveTo>
                    <a:pt x="13609" y="4732"/>
                  </a:moveTo>
                  <a:lnTo>
                    <a:pt x="13683" y="4915"/>
                  </a:lnTo>
                  <a:lnTo>
                    <a:pt x="12986" y="5502"/>
                  </a:lnTo>
                  <a:lnTo>
                    <a:pt x="12105" y="6199"/>
                  </a:lnTo>
                  <a:lnTo>
                    <a:pt x="11225" y="6823"/>
                  </a:lnTo>
                  <a:lnTo>
                    <a:pt x="10308" y="7446"/>
                  </a:lnTo>
                  <a:lnTo>
                    <a:pt x="9354" y="8033"/>
                  </a:lnTo>
                  <a:lnTo>
                    <a:pt x="8401" y="8584"/>
                  </a:lnTo>
                  <a:lnTo>
                    <a:pt x="7447" y="9097"/>
                  </a:lnTo>
                  <a:lnTo>
                    <a:pt x="6456" y="9574"/>
                  </a:lnTo>
                  <a:lnTo>
                    <a:pt x="5429" y="10014"/>
                  </a:lnTo>
                  <a:lnTo>
                    <a:pt x="5246" y="9794"/>
                  </a:lnTo>
                  <a:lnTo>
                    <a:pt x="5466" y="9684"/>
                  </a:lnTo>
                  <a:lnTo>
                    <a:pt x="6603" y="9134"/>
                  </a:lnTo>
                  <a:lnTo>
                    <a:pt x="7740" y="8547"/>
                  </a:lnTo>
                  <a:lnTo>
                    <a:pt x="8877" y="7923"/>
                  </a:lnTo>
                  <a:lnTo>
                    <a:pt x="9978" y="7263"/>
                  </a:lnTo>
                  <a:lnTo>
                    <a:pt x="10895" y="6676"/>
                  </a:lnTo>
                  <a:lnTo>
                    <a:pt x="11812" y="6053"/>
                  </a:lnTo>
                  <a:lnTo>
                    <a:pt x="12729" y="5392"/>
                  </a:lnTo>
                  <a:lnTo>
                    <a:pt x="13609" y="4732"/>
                  </a:lnTo>
                  <a:close/>
                  <a:moveTo>
                    <a:pt x="11995" y="9721"/>
                  </a:moveTo>
                  <a:lnTo>
                    <a:pt x="12472" y="9831"/>
                  </a:lnTo>
                  <a:lnTo>
                    <a:pt x="12436" y="9867"/>
                  </a:lnTo>
                  <a:lnTo>
                    <a:pt x="12032" y="10271"/>
                  </a:lnTo>
                  <a:lnTo>
                    <a:pt x="12032" y="10198"/>
                  </a:lnTo>
                  <a:lnTo>
                    <a:pt x="11995" y="9721"/>
                  </a:lnTo>
                  <a:close/>
                  <a:moveTo>
                    <a:pt x="2715" y="8804"/>
                  </a:moveTo>
                  <a:lnTo>
                    <a:pt x="2422" y="9317"/>
                  </a:lnTo>
                  <a:lnTo>
                    <a:pt x="2165" y="9867"/>
                  </a:lnTo>
                  <a:lnTo>
                    <a:pt x="2165" y="9941"/>
                  </a:lnTo>
                  <a:lnTo>
                    <a:pt x="2201" y="10051"/>
                  </a:lnTo>
                  <a:lnTo>
                    <a:pt x="2275" y="10088"/>
                  </a:lnTo>
                  <a:lnTo>
                    <a:pt x="2348" y="10124"/>
                  </a:lnTo>
                  <a:lnTo>
                    <a:pt x="2898" y="10014"/>
                  </a:lnTo>
                  <a:lnTo>
                    <a:pt x="3449" y="9867"/>
                  </a:lnTo>
                  <a:lnTo>
                    <a:pt x="3925" y="9684"/>
                  </a:lnTo>
                  <a:lnTo>
                    <a:pt x="4439" y="9464"/>
                  </a:lnTo>
                  <a:lnTo>
                    <a:pt x="4549" y="9684"/>
                  </a:lnTo>
                  <a:lnTo>
                    <a:pt x="3559" y="10124"/>
                  </a:lnTo>
                  <a:lnTo>
                    <a:pt x="3082" y="10308"/>
                  </a:lnTo>
                  <a:lnTo>
                    <a:pt x="2568" y="10528"/>
                  </a:lnTo>
                  <a:lnTo>
                    <a:pt x="2275" y="10638"/>
                  </a:lnTo>
                  <a:lnTo>
                    <a:pt x="2018" y="10674"/>
                  </a:lnTo>
                  <a:lnTo>
                    <a:pt x="1761" y="10711"/>
                  </a:lnTo>
                  <a:lnTo>
                    <a:pt x="1468" y="10711"/>
                  </a:lnTo>
                  <a:lnTo>
                    <a:pt x="2091" y="9794"/>
                  </a:lnTo>
                  <a:lnTo>
                    <a:pt x="2348" y="9317"/>
                  </a:lnTo>
                  <a:lnTo>
                    <a:pt x="2642" y="8877"/>
                  </a:lnTo>
                  <a:lnTo>
                    <a:pt x="2715" y="8804"/>
                  </a:lnTo>
                  <a:close/>
                  <a:moveTo>
                    <a:pt x="13829" y="5429"/>
                  </a:moveTo>
                  <a:lnTo>
                    <a:pt x="13940" y="5943"/>
                  </a:lnTo>
                  <a:lnTo>
                    <a:pt x="13940" y="6456"/>
                  </a:lnTo>
                  <a:lnTo>
                    <a:pt x="13940" y="6896"/>
                  </a:lnTo>
                  <a:lnTo>
                    <a:pt x="13866" y="7336"/>
                  </a:lnTo>
                  <a:lnTo>
                    <a:pt x="13756" y="7740"/>
                  </a:lnTo>
                  <a:lnTo>
                    <a:pt x="13609" y="8143"/>
                  </a:lnTo>
                  <a:lnTo>
                    <a:pt x="13426" y="8547"/>
                  </a:lnTo>
                  <a:lnTo>
                    <a:pt x="13206" y="8914"/>
                  </a:lnTo>
                  <a:lnTo>
                    <a:pt x="12949" y="9281"/>
                  </a:lnTo>
                  <a:lnTo>
                    <a:pt x="12656" y="9647"/>
                  </a:lnTo>
                  <a:lnTo>
                    <a:pt x="12289" y="9611"/>
                  </a:lnTo>
                  <a:lnTo>
                    <a:pt x="11922" y="9537"/>
                  </a:lnTo>
                  <a:lnTo>
                    <a:pt x="11849" y="9574"/>
                  </a:lnTo>
                  <a:lnTo>
                    <a:pt x="11812" y="9574"/>
                  </a:lnTo>
                  <a:lnTo>
                    <a:pt x="11775" y="9647"/>
                  </a:lnTo>
                  <a:lnTo>
                    <a:pt x="11702" y="10418"/>
                  </a:lnTo>
                  <a:lnTo>
                    <a:pt x="11702" y="10491"/>
                  </a:lnTo>
                  <a:lnTo>
                    <a:pt x="11409" y="10711"/>
                  </a:lnTo>
                  <a:lnTo>
                    <a:pt x="11188" y="10821"/>
                  </a:lnTo>
                  <a:lnTo>
                    <a:pt x="11152" y="10858"/>
                  </a:lnTo>
                  <a:lnTo>
                    <a:pt x="11042" y="10931"/>
                  </a:lnTo>
                  <a:lnTo>
                    <a:pt x="11042" y="10564"/>
                  </a:lnTo>
                  <a:lnTo>
                    <a:pt x="11115" y="10198"/>
                  </a:lnTo>
                  <a:lnTo>
                    <a:pt x="11188" y="9867"/>
                  </a:lnTo>
                  <a:lnTo>
                    <a:pt x="11298" y="9501"/>
                  </a:lnTo>
                  <a:lnTo>
                    <a:pt x="11298" y="9464"/>
                  </a:lnTo>
                  <a:lnTo>
                    <a:pt x="11262" y="9427"/>
                  </a:lnTo>
                  <a:lnTo>
                    <a:pt x="11225" y="9427"/>
                  </a:lnTo>
                  <a:lnTo>
                    <a:pt x="11188" y="9464"/>
                  </a:lnTo>
                  <a:lnTo>
                    <a:pt x="11078" y="9647"/>
                  </a:lnTo>
                  <a:lnTo>
                    <a:pt x="10968" y="9831"/>
                  </a:lnTo>
                  <a:lnTo>
                    <a:pt x="10785" y="10234"/>
                  </a:lnTo>
                  <a:lnTo>
                    <a:pt x="10712" y="10638"/>
                  </a:lnTo>
                  <a:lnTo>
                    <a:pt x="10712" y="11078"/>
                  </a:lnTo>
                  <a:lnTo>
                    <a:pt x="10271" y="11261"/>
                  </a:lnTo>
                  <a:lnTo>
                    <a:pt x="9831" y="11371"/>
                  </a:lnTo>
                  <a:lnTo>
                    <a:pt x="9868" y="11005"/>
                  </a:lnTo>
                  <a:lnTo>
                    <a:pt x="9978" y="10638"/>
                  </a:lnTo>
                  <a:lnTo>
                    <a:pt x="10051" y="10344"/>
                  </a:lnTo>
                  <a:lnTo>
                    <a:pt x="10161" y="10088"/>
                  </a:lnTo>
                  <a:lnTo>
                    <a:pt x="10418" y="9574"/>
                  </a:lnTo>
                  <a:lnTo>
                    <a:pt x="10418" y="9537"/>
                  </a:lnTo>
                  <a:lnTo>
                    <a:pt x="10381" y="9501"/>
                  </a:lnTo>
                  <a:lnTo>
                    <a:pt x="10345" y="9501"/>
                  </a:lnTo>
                  <a:lnTo>
                    <a:pt x="10345" y="9537"/>
                  </a:lnTo>
                  <a:lnTo>
                    <a:pt x="10015" y="9941"/>
                  </a:lnTo>
                  <a:lnTo>
                    <a:pt x="9758" y="10418"/>
                  </a:lnTo>
                  <a:lnTo>
                    <a:pt x="9538" y="10895"/>
                  </a:lnTo>
                  <a:lnTo>
                    <a:pt x="9501" y="11151"/>
                  </a:lnTo>
                  <a:lnTo>
                    <a:pt x="9428" y="11408"/>
                  </a:lnTo>
                  <a:lnTo>
                    <a:pt x="8951" y="11408"/>
                  </a:lnTo>
                  <a:lnTo>
                    <a:pt x="8951" y="11261"/>
                  </a:lnTo>
                  <a:lnTo>
                    <a:pt x="8914" y="11225"/>
                  </a:lnTo>
                  <a:lnTo>
                    <a:pt x="8877" y="11188"/>
                  </a:lnTo>
                  <a:lnTo>
                    <a:pt x="8841" y="11188"/>
                  </a:lnTo>
                  <a:lnTo>
                    <a:pt x="8804" y="11225"/>
                  </a:lnTo>
                  <a:lnTo>
                    <a:pt x="8731" y="11298"/>
                  </a:lnTo>
                  <a:lnTo>
                    <a:pt x="9171" y="10454"/>
                  </a:lnTo>
                  <a:lnTo>
                    <a:pt x="9391" y="10051"/>
                  </a:lnTo>
                  <a:lnTo>
                    <a:pt x="9684" y="9647"/>
                  </a:lnTo>
                  <a:lnTo>
                    <a:pt x="9684" y="9611"/>
                  </a:lnTo>
                  <a:lnTo>
                    <a:pt x="9648" y="9611"/>
                  </a:lnTo>
                  <a:lnTo>
                    <a:pt x="9648" y="9574"/>
                  </a:lnTo>
                  <a:lnTo>
                    <a:pt x="9611" y="9611"/>
                  </a:lnTo>
                  <a:lnTo>
                    <a:pt x="9244" y="10014"/>
                  </a:lnTo>
                  <a:lnTo>
                    <a:pt x="8914" y="10418"/>
                  </a:lnTo>
                  <a:lnTo>
                    <a:pt x="8621" y="10858"/>
                  </a:lnTo>
                  <a:lnTo>
                    <a:pt x="8327" y="11335"/>
                  </a:lnTo>
                  <a:lnTo>
                    <a:pt x="7960" y="11225"/>
                  </a:lnTo>
                  <a:lnTo>
                    <a:pt x="7997" y="11188"/>
                  </a:lnTo>
                  <a:lnTo>
                    <a:pt x="7997" y="11151"/>
                  </a:lnTo>
                  <a:lnTo>
                    <a:pt x="7960" y="11115"/>
                  </a:lnTo>
                  <a:lnTo>
                    <a:pt x="7960" y="11078"/>
                  </a:lnTo>
                  <a:lnTo>
                    <a:pt x="7924" y="10968"/>
                  </a:lnTo>
                  <a:lnTo>
                    <a:pt x="7960" y="10858"/>
                  </a:lnTo>
                  <a:lnTo>
                    <a:pt x="8034" y="10601"/>
                  </a:lnTo>
                  <a:lnTo>
                    <a:pt x="8181" y="10308"/>
                  </a:lnTo>
                  <a:lnTo>
                    <a:pt x="8474" y="9831"/>
                  </a:lnTo>
                  <a:lnTo>
                    <a:pt x="8767" y="9427"/>
                  </a:lnTo>
                  <a:lnTo>
                    <a:pt x="8804" y="9391"/>
                  </a:lnTo>
                  <a:lnTo>
                    <a:pt x="8767" y="9317"/>
                  </a:lnTo>
                  <a:lnTo>
                    <a:pt x="8694" y="9317"/>
                  </a:lnTo>
                  <a:lnTo>
                    <a:pt x="8364" y="9537"/>
                  </a:lnTo>
                  <a:lnTo>
                    <a:pt x="8107" y="9831"/>
                  </a:lnTo>
                  <a:lnTo>
                    <a:pt x="7887" y="10124"/>
                  </a:lnTo>
                  <a:lnTo>
                    <a:pt x="7704" y="10454"/>
                  </a:lnTo>
                  <a:lnTo>
                    <a:pt x="7594" y="10784"/>
                  </a:lnTo>
                  <a:lnTo>
                    <a:pt x="7557" y="10968"/>
                  </a:lnTo>
                  <a:lnTo>
                    <a:pt x="7594" y="11115"/>
                  </a:lnTo>
                  <a:lnTo>
                    <a:pt x="7153" y="10968"/>
                  </a:lnTo>
                  <a:lnTo>
                    <a:pt x="6713" y="10784"/>
                  </a:lnTo>
                  <a:lnTo>
                    <a:pt x="6933" y="10564"/>
                  </a:lnTo>
                  <a:lnTo>
                    <a:pt x="7080" y="10344"/>
                  </a:lnTo>
                  <a:lnTo>
                    <a:pt x="7153" y="10234"/>
                  </a:lnTo>
                  <a:lnTo>
                    <a:pt x="7190" y="10124"/>
                  </a:lnTo>
                  <a:lnTo>
                    <a:pt x="7190" y="10088"/>
                  </a:lnTo>
                  <a:lnTo>
                    <a:pt x="7153" y="10088"/>
                  </a:lnTo>
                  <a:lnTo>
                    <a:pt x="7080" y="10124"/>
                  </a:lnTo>
                  <a:lnTo>
                    <a:pt x="7007" y="10161"/>
                  </a:lnTo>
                  <a:lnTo>
                    <a:pt x="6823" y="10308"/>
                  </a:lnTo>
                  <a:lnTo>
                    <a:pt x="6493" y="10564"/>
                  </a:lnTo>
                  <a:lnTo>
                    <a:pt x="6420" y="10638"/>
                  </a:lnTo>
                  <a:lnTo>
                    <a:pt x="5906" y="10344"/>
                  </a:lnTo>
                  <a:lnTo>
                    <a:pt x="6897" y="9904"/>
                  </a:lnTo>
                  <a:lnTo>
                    <a:pt x="7887" y="9391"/>
                  </a:lnTo>
                  <a:lnTo>
                    <a:pt x="8877" y="8877"/>
                  </a:lnTo>
                  <a:lnTo>
                    <a:pt x="9795" y="8327"/>
                  </a:lnTo>
                  <a:lnTo>
                    <a:pt x="10748" y="7740"/>
                  </a:lnTo>
                  <a:lnTo>
                    <a:pt x="11665" y="7116"/>
                  </a:lnTo>
                  <a:lnTo>
                    <a:pt x="12546" y="6456"/>
                  </a:lnTo>
                  <a:lnTo>
                    <a:pt x="13426" y="5796"/>
                  </a:lnTo>
                  <a:lnTo>
                    <a:pt x="13829" y="5429"/>
                  </a:lnTo>
                  <a:close/>
                  <a:moveTo>
                    <a:pt x="1651" y="9757"/>
                  </a:moveTo>
                  <a:lnTo>
                    <a:pt x="1028" y="10711"/>
                  </a:lnTo>
                  <a:lnTo>
                    <a:pt x="991" y="10784"/>
                  </a:lnTo>
                  <a:lnTo>
                    <a:pt x="1028" y="10858"/>
                  </a:lnTo>
                  <a:lnTo>
                    <a:pt x="1028" y="10931"/>
                  </a:lnTo>
                  <a:lnTo>
                    <a:pt x="1101" y="10968"/>
                  </a:lnTo>
                  <a:lnTo>
                    <a:pt x="1358" y="11041"/>
                  </a:lnTo>
                  <a:lnTo>
                    <a:pt x="1651" y="11078"/>
                  </a:lnTo>
                  <a:lnTo>
                    <a:pt x="1908" y="11078"/>
                  </a:lnTo>
                  <a:lnTo>
                    <a:pt x="2165" y="11041"/>
                  </a:lnTo>
                  <a:lnTo>
                    <a:pt x="2715" y="10858"/>
                  </a:lnTo>
                  <a:lnTo>
                    <a:pt x="3229" y="10638"/>
                  </a:lnTo>
                  <a:lnTo>
                    <a:pt x="4769" y="10014"/>
                  </a:lnTo>
                  <a:lnTo>
                    <a:pt x="4953" y="10198"/>
                  </a:lnTo>
                  <a:lnTo>
                    <a:pt x="4072" y="10564"/>
                  </a:lnTo>
                  <a:lnTo>
                    <a:pt x="3192" y="10895"/>
                  </a:lnTo>
                  <a:lnTo>
                    <a:pt x="2238" y="11188"/>
                  </a:lnTo>
                  <a:lnTo>
                    <a:pt x="1248" y="11445"/>
                  </a:lnTo>
                  <a:lnTo>
                    <a:pt x="1101" y="11518"/>
                  </a:lnTo>
                  <a:lnTo>
                    <a:pt x="844" y="11555"/>
                  </a:lnTo>
                  <a:lnTo>
                    <a:pt x="624" y="11555"/>
                  </a:lnTo>
                  <a:lnTo>
                    <a:pt x="551" y="11518"/>
                  </a:lnTo>
                  <a:lnTo>
                    <a:pt x="477" y="11481"/>
                  </a:lnTo>
                  <a:lnTo>
                    <a:pt x="477" y="11408"/>
                  </a:lnTo>
                  <a:lnTo>
                    <a:pt x="514" y="11298"/>
                  </a:lnTo>
                  <a:lnTo>
                    <a:pt x="661" y="11005"/>
                  </a:lnTo>
                  <a:lnTo>
                    <a:pt x="991" y="10601"/>
                  </a:lnTo>
                  <a:lnTo>
                    <a:pt x="1321" y="10161"/>
                  </a:lnTo>
                  <a:lnTo>
                    <a:pt x="1651" y="9757"/>
                  </a:lnTo>
                  <a:close/>
                  <a:moveTo>
                    <a:pt x="16324" y="0"/>
                  </a:moveTo>
                  <a:lnTo>
                    <a:pt x="16140" y="37"/>
                  </a:lnTo>
                  <a:lnTo>
                    <a:pt x="15774" y="147"/>
                  </a:lnTo>
                  <a:lnTo>
                    <a:pt x="15480" y="330"/>
                  </a:lnTo>
                  <a:lnTo>
                    <a:pt x="14636" y="807"/>
                  </a:lnTo>
                  <a:lnTo>
                    <a:pt x="13866" y="1357"/>
                  </a:lnTo>
                  <a:lnTo>
                    <a:pt x="13059" y="1908"/>
                  </a:lnTo>
                  <a:lnTo>
                    <a:pt x="12289" y="2458"/>
                  </a:lnTo>
                  <a:lnTo>
                    <a:pt x="12032" y="2311"/>
                  </a:lnTo>
                  <a:lnTo>
                    <a:pt x="11812" y="2238"/>
                  </a:lnTo>
                  <a:lnTo>
                    <a:pt x="11629" y="2238"/>
                  </a:lnTo>
                  <a:lnTo>
                    <a:pt x="11372" y="2091"/>
                  </a:lnTo>
                  <a:lnTo>
                    <a:pt x="11115" y="1981"/>
                  </a:lnTo>
                  <a:lnTo>
                    <a:pt x="10858" y="1908"/>
                  </a:lnTo>
                  <a:lnTo>
                    <a:pt x="10565" y="1834"/>
                  </a:lnTo>
                  <a:lnTo>
                    <a:pt x="10015" y="1761"/>
                  </a:lnTo>
                  <a:lnTo>
                    <a:pt x="9464" y="1761"/>
                  </a:lnTo>
                  <a:lnTo>
                    <a:pt x="8914" y="1834"/>
                  </a:lnTo>
                  <a:lnTo>
                    <a:pt x="8364" y="1981"/>
                  </a:lnTo>
                  <a:lnTo>
                    <a:pt x="7814" y="2164"/>
                  </a:lnTo>
                  <a:lnTo>
                    <a:pt x="7300" y="2384"/>
                  </a:lnTo>
                  <a:lnTo>
                    <a:pt x="6677" y="2715"/>
                  </a:lnTo>
                  <a:lnTo>
                    <a:pt x="6090" y="3081"/>
                  </a:lnTo>
                  <a:lnTo>
                    <a:pt x="5503" y="3522"/>
                  </a:lnTo>
                  <a:lnTo>
                    <a:pt x="4989" y="3962"/>
                  </a:lnTo>
                  <a:lnTo>
                    <a:pt x="4769" y="4219"/>
                  </a:lnTo>
                  <a:lnTo>
                    <a:pt x="4549" y="4475"/>
                  </a:lnTo>
                  <a:lnTo>
                    <a:pt x="4402" y="4769"/>
                  </a:lnTo>
                  <a:lnTo>
                    <a:pt x="4256" y="5062"/>
                  </a:lnTo>
                  <a:lnTo>
                    <a:pt x="4146" y="5356"/>
                  </a:lnTo>
                  <a:lnTo>
                    <a:pt x="4035" y="5686"/>
                  </a:lnTo>
                  <a:lnTo>
                    <a:pt x="3999" y="6016"/>
                  </a:lnTo>
                  <a:lnTo>
                    <a:pt x="3925" y="6346"/>
                  </a:lnTo>
                  <a:lnTo>
                    <a:pt x="3889" y="6970"/>
                  </a:lnTo>
                  <a:lnTo>
                    <a:pt x="3925" y="7630"/>
                  </a:lnTo>
                  <a:lnTo>
                    <a:pt x="3339" y="7960"/>
                  </a:lnTo>
                  <a:lnTo>
                    <a:pt x="2752" y="8290"/>
                  </a:lnTo>
                  <a:lnTo>
                    <a:pt x="2238" y="8657"/>
                  </a:lnTo>
                  <a:lnTo>
                    <a:pt x="1725" y="9097"/>
                  </a:lnTo>
                  <a:lnTo>
                    <a:pt x="1248" y="9574"/>
                  </a:lnTo>
                  <a:lnTo>
                    <a:pt x="808" y="10051"/>
                  </a:lnTo>
                  <a:lnTo>
                    <a:pt x="404" y="10601"/>
                  </a:lnTo>
                  <a:lnTo>
                    <a:pt x="221" y="10858"/>
                  </a:lnTo>
                  <a:lnTo>
                    <a:pt x="74" y="11151"/>
                  </a:lnTo>
                  <a:lnTo>
                    <a:pt x="1" y="11371"/>
                  </a:lnTo>
                  <a:lnTo>
                    <a:pt x="37" y="11555"/>
                  </a:lnTo>
                  <a:lnTo>
                    <a:pt x="111" y="11738"/>
                  </a:lnTo>
                  <a:lnTo>
                    <a:pt x="184" y="11812"/>
                  </a:lnTo>
                  <a:lnTo>
                    <a:pt x="257" y="11885"/>
                  </a:lnTo>
                  <a:lnTo>
                    <a:pt x="477" y="11958"/>
                  </a:lnTo>
                  <a:lnTo>
                    <a:pt x="697" y="11995"/>
                  </a:lnTo>
                  <a:lnTo>
                    <a:pt x="918" y="11995"/>
                  </a:lnTo>
                  <a:lnTo>
                    <a:pt x="1174" y="11958"/>
                  </a:lnTo>
                  <a:lnTo>
                    <a:pt x="1835" y="11812"/>
                  </a:lnTo>
                  <a:lnTo>
                    <a:pt x="2495" y="11591"/>
                  </a:lnTo>
                  <a:lnTo>
                    <a:pt x="3815" y="11151"/>
                  </a:lnTo>
                  <a:lnTo>
                    <a:pt x="4586" y="10858"/>
                  </a:lnTo>
                  <a:lnTo>
                    <a:pt x="5356" y="10564"/>
                  </a:lnTo>
                  <a:lnTo>
                    <a:pt x="5760" y="10858"/>
                  </a:lnTo>
                  <a:lnTo>
                    <a:pt x="6200" y="11078"/>
                  </a:lnTo>
                  <a:lnTo>
                    <a:pt x="6236" y="11261"/>
                  </a:lnTo>
                  <a:lnTo>
                    <a:pt x="6273" y="11335"/>
                  </a:lnTo>
                  <a:lnTo>
                    <a:pt x="6346" y="11371"/>
                  </a:lnTo>
                  <a:lnTo>
                    <a:pt x="6493" y="11371"/>
                  </a:lnTo>
                  <a:lnTo>
                    <a:pt x="6603" y="11261"/>
                  </a:lnTo>
                  <a:lnTo>
                    <a:pt x="7410" y="11591"/>
                  </a:lnTo>
                  <a:lnTo>
                    <a:pt x="7814" y="11702"/>
                  </a:lnTo>
                  <a:lnTo>
                    <a:pt x="8217" y="11812"/>
                  </a:lnTo>
                  <a:lnTo>
                    <a:pt x="8291" y="11848"/>
                  </a:lnTo>
                  <a:lnTo>
                    <a:pt x="8364" y="11885"/>
                  </a:lnTo>
                  <a:lnTo>
                    <a:pt x="8474" y="11848"/>
                  </a:lnTo>
                  <a:lnTo>
                    <a:pt x="8547" y="11885"/>
                  </a:lnTo>
                  <a:lnTo>
                    <a:pt x="8877" y="11922"/>
                  </a:lnTo>
                  <a:lnTo>
                    <a:pt x="9574" y="11922"/>
                  </a:lnTo>
                  <a:lnTo>
                    <a:pt x="9905" y="11885"/>
                  </a:lnTo>
                  <a:lnTo>
                    <a:pt x="10235" y="11812"/>
                  </a:lnTo>
                  <a:lnTo>
                    <a:pt x="10565" y="11702"/>
                  </a:lnTo>
                  <a:lnTo>
                    <a:pt x="10895" y="11555"/>
                  </a:lnTo>
                  <a:lnTo>
                    <a:pt x="11225" y="11408"/>
                  </a:lnTo>
                  <a:lnTo>
                    <a:pt x="11555" y="11225"/>
                  </a:lnTo>
                  <a:lnTo>
                    <a:pt x="11885" y="11041"/>
                  </a:lnTo>
                  <a:lnTo>
                    <a:pt x="12179" y="10784"/>
                  </a:lnTo>
                  <a:lnTo>
                    <a:pt x="12472" y="10564"/>
                  </a:lnTo>
                  <a:lnTo>
                    <a:pt x="12766" y="10308"/>
                  </a:lnTo>
                  <a:lnTo>
                    <a:pt x="13022" y="10014"/>
                  </a:lnTo>
                  <a:lnTo>
                    <a:pt x="13279" y="9721"/>
                  </a:lnTo>
                  <a:lnTo>
                    <a:pt x="13499" y="9391"/>
                  </a:lnTo>
                  <a:lnTo>
                    <a:pt x="13719" y="9097"/>
                  </a:lnTo>
                  <a:lnTo>
                    <a:pt x="13903" y="8730"/>
                  </a:lnTo>
                  <a:lnTo>
                    <a:pt x="14050" y="8400"/>
                  </a:lnTo>
                  <a:lnTo>
                    <a:pt x="14196" y="8033"/>
                  </a:lnTo>
                  <a:lnTo>
                    <a:pt x="14306" y="7667"/>
                  </a:lnTo>
                  <a:lnTo>
                    <a:pt x="14380" y="7300"/>
                  </a:lnTo>
                  <a:lnTo>
                    <a:pt x="14453" y="6933"/>
                  </a:lnTo>
                  <a:lnTo>
                    <a:pt x="14490" y="6529"/>
                  </a:lnTo>
                  <a:lnTo>
                    <a:pt x="14490" y="6163"/>
                  </a:lnTo>
                  <a:lnTo>
                    <a:pt x="14453" y="5796"/>
                  </a:lnTo>
                  <a:lnTo>
                    <a:pt x="14380" y="5429"/>
                  </a:lnTo>
                  <a:lnTo>
                    <a:pt x="14270" y="5062"/>
                  </a:lnTo>
                  <a:lnTo>
                    <a:pt x="15113" y="4329"/>
                  </a:lnTo>
                  <a:lnTo>
                    <a:pt x="15920" y="3558"/>
                  </a:lnTo>
                  <a:lnTo>
                    <a:pt x="16434" y="3045"/>
                  </a:lnTo>
                  <a:lnTo>
                    <a:pt x="16691" y="2751"/>
                  </a:lnTo>
                  <a:lnTo>
                    <a:pt x="16947" y="2458"/>
                  </a:lnTo>
                  <a:lnTo>
                    <a:pt x="17168" y="2128"/>
                  </a:lnTo>
                  <a:lnTo>
                    <a:pt x="17351" y="1798"/>
                  </a:lnTo>
                  <a:lnTo>
                    <a:pt x="17461" y="1431"/>
                  </a:lnTo>
                  <a:lnTo>
                    <a:pt x="17461" y="1247"/>
                  </a:lnTo>
                  <a:lnTo>
                    <a:pt x="17461" y="1064"/>
                  </a:lnTo>
                  <a:lnTo>
                    <a:pt x="17388" y="770"/>
                  </a:lnTo>
                  <a:lnTo>
                    <a:pt x="17278" y="514"/>
                  </a:lnTo>
                  <a:lnTo>
                    <a:pt x="17094" y="257"/>
                  </a:lnTo>
                  <a:lnTo>
                    <a:pt x="16837" y="74"/>
                  </a:lnTo>
                  <a:lnTo>
                    <a:pt x="16691" y="37"/>
                  </a:lnTo>
                  <a:lnTo>
                    <a:pt x="16507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4" name="Google Shape;300;p5">
              <a:extLst>
                <a:ext uri="{FF2B5EF4-FFF2-40B4-BE49-F238E27FC236}">
                  <a16:creationId xmlns:a16="http://schemas.microsoft.com/office/drawing/2014/main" id="{F6291D7D-C525-4E4F-A4C5-F602389B0322}"/>
                </a:ext>
              </a:extLst>
            </p:cNvPr>
            <p:cNvSpPr/>
            <p:nvPr/>
          </p:nvSpPr>
          <p:spPr>
            <a:xfrm>
              <a:off x="6405225" y="2154575"/>
              <a:ext cx="328325" cy="339325"/>
            </a:xfrm>
            <a:custGeom>
              <a:avLst/>
              <a:gdLst/>
              <a:ahLst/>
              <a:cxnLst/>
              <a:rect l="l" t="t" r="r" b="b"/>
              <a:pathLst>
                <a:path w="13133" h="13573" extrusionOk="0">
                  <a:moveTo>
                    <a:pt x="2714" y="1798"/>
                  </a:moveTo>
                  <a:lnTo>
                    <a:pt x="2971" y="1908"/>
                  </a:lnTo>
                  <a:lnTo>
                    <a:pt x="3118" y="2018"/>
                  </a:lnTo>
                  <a:lnTo>
                    <a:pt x="3265" y="2128"/>
                  </a:lnTo>
                  <a:lnTo>
                    <a:pt x="3411" y="2311"/>
                  </a:lnTo>
                  <a:lnTo>
                    <a:pt x="3485" y="2458"/>
                  </a:lnTo>
                  <a:lnTo>
                    <a:pt x="3375" y="2458"/>
                  </a:lnTo>
                  <a:lnTo>
                    <a:pt x="3301" y="2495"/>
                  </a:lnTo>
                  <a:lnTo>
                    <a:pt x="3265" y="2568"/>
                  </a:lnTo>
                  <a:lnTo>
                    <a:pt x="3228" y="2605"/>
                  </a:lnTo>
                  <a:lnTo>
                    <a:pt x="3155" y="2568"/>
                  </a:lnTo>
                  <a:lnTo>
                    <a:pt x="3008" y="2348"/>
                  </a:lnTo>
                  <a:lnTo>
                    <a:pt x="2825" y="1981"/>
                  </a:lnTo>
                  <a:lnTo>
                    <a:pt x="2714" y="1798"/>
                  </a:lnTo>
                  <a:close/>
                  <a:moveTo>
                    <a:pt x="1908" y="2825"/>
                  </a:moveTo>
                  <a:lnTo>
                    <a:pt x="1797" y="2861"/>
                  </a:lnTo>
                  <a:lnTo>
                    <a:pt x="1761" y="2898"/>
                  </a:lnTo>
                  <a:lnTo>
                    <a:pt x="1687" y="2971"/>
                  </a:lnTo>
                  <a:lnTo>
                    <a:pt x="1687" y="3045"/>
                  </a:lnTo>
                  <a:lnTo>
                    <a:pt x="1687" y="3118"/>
                  </a:lnTo>
                  <a:lnTo>
                    <a:pt x="1724" y="3191"/>
                  </a:lnTo>
                  <a:lnTo>
                    <a:pt x="1797" y="3228"/>
                  </a:lnTo>
                  <a:lnTo>
                    <a:pt x="1944" y="3301"/>
                  </a:lnTo>
                  <a:lnTo>
                    <a:pt x="2054" y="3412"/>
                  </a:lnTo>
                  <a:lnTo>
                    <a:pt x="2164" y="3522"/>
                  </a:lnTo>
                  <a:lnTo>
                    <a:pt x="2201" y="3595"/>
                  </a:lnTo>
                  <a:lnTo>
                    <a:pt x="2274" y="3632"/>
                  </a:lnTo>
                  <a:lnTo>
                    <a:pt x="2384" y="3632"/>
                  </a:lnTo>
                  <a:lnTo>
                    <a:pt x="2458" y="3558"/>
                  </a:lnTo>
                  <a:lnTo>
                    <a:pt x="2494" y="3448"/>
                  </a:lnTo>
                  <a:lnTo>
                    <a:pt x="2494" y="3338"/>
                  </a:lnTo>
                  <a:lnTo>
                    <a:pt x="2421" y="3228"/>
                  </a:lnTo>
                  <a:lnTo>
                    <a:pt x="2348" y="3155"/>
                  </a:lnTo>
                  <a:lnTo>
                    <a:pt x="2164" y="2971"/>
                  </a:lnTo>
                  <a:lnTo>
                    <a:pt x="1981" y="2861"/>
                  </a:lnTo>
                  <a:lnTo>
                    <a:pt x="1908" y="2825"/>
                  </a:lnTo>
                  <a:close/>
                  <a:moveTo>
                    <a:pt x="1137" y="2311"/>
                  </a:moveTo>
                  <a:lnTo>
                    <a:pt x="1614" y="2458"/>
                  </a:lnTo>
                  <a:lnTo>
                    <a:pt x="2054" y="2678"/>
                  </a:lnTo>
                  <a:lnTo>
                    <a:pt x="2201" y="2751"/>
                  </a:lnTo>
                  <a:lnTo>
                    <a:pt x="2348" y="2898"/>
                  </a:lnTo>
                  <a:lnTo>
                    <a:pt x="2458" y="3008"/>
                  </a:lnTo>
                  <a:lnTo>
                    <a:pt x="2531" y="3191"/>
                  </a:lnTo>
                  <a:lnTo>
                    <a:pt x="2568" y="3265"/>
                  </a:lnTo>
                  <a:lnTo>
                    <a:pt x="2568" y="3338"/>
                  </a:lnTo>
                  <a:lnTo>
                    <a:pt x="2531" y="3485"/>
                  </a:lnTo>
                  <a:lnTo>
                    <a:pt x="2384" y="3742"/>
                  </a:lnTo>
                  <a:lnTo>
                    <a:pt x="2274" y="3852"/>
                  </a:lnTo>
                  <a:lnTo>
                    <a:pt x="2164" y="3962"/>
                  </a:lnTo>
                  <a:lnTo>
                    <a:pt x="1834" y="3632"/>
                  </a:lnTo>
                  <a:lnTo>
                    <a:pt x="1541" y="3228"/>
                  </a:lnTo>
                  <a:lnTo>
                    <a:pt x="1321" y="2788"/>
                  </a:lnTo>
                  <a:lnTo>
                    <a:pt x="1137" y="2311"/>
                  </a:lnTo>
                  <a:close/>
                  <a:moveTo>
                    <a:pt x="8804" y="514"/>
                  </a:moveTo>
                  <a:lnTo>
                    <a:pt x="8694" y="2531"/>
                  </a:lnTo>
                  <a:lnTo>
                    <a:pt x="8657" y="3632"/>
                  </a:lnTo>
                  <a:lnTo>
                    <a:pt x="8657" y="4549"/>
                  </a:lnTo>
                  <a:lnTo>
                    <a:pt x="7556" y="3778"/>
                  </a:lnTo>
                  <a:lnTo>
                    <a:pt x="7043" y="3375"/>
                  </a:lnTo>
                  <a:lnTo>
                    <a:pt x="6529" y="2971"/>
                  </a:lnTo>
                  <a:lnTo>
                    <a:pt x="6639" y="2788"/>
                  </a:lnTo>
                  <a:lnTo>
                    <a:pt x="6713" y="2678"/>
                  </a:lnTo>
                  <a:lnTo>
                    <a:pt x="7556" y="1798"/>
                  </a:lnTo>
                  <a:lnTo>
                    <a:pt x="8290" y="991"/>
                  </a:lnTo>
                  <a:lnTo>
                    <a:pt x="8510" y="734"/>
                  </a:lnTo>
                  <a:lnTo>
                    <a:pt x="8657" y="624"/>
                  </a:lnTo>
                  <a:lnTo>
                    <a:pt x="8804" y="514"/>
                  </a:lnTo>
                  <a:close/>
                  <a:moveTo>
                    <a:pt x="660" y="4145"/>
                  </a:moveTo>
                  <a:lnTo>
                    <a:pt x="880" y="4219"/>
                  </a:lnTo>
                  <a:lnTo>
                    <a:pt x="1064" y="4255"/>
                  </a:lnTo>
                  <a:lnTo>
                    <a:pt x="1247" y="4329"/>
                  </a:lnTo>
                  <a:lnTo>
                    <a:pt x="1357" y="4439"/>
                  </a:lnTo>
                  <a:lnTo>
                    <a:pt x="1431" y="4585"/>
                  </a:lnTo>
                  <a:lnTo>
                    <a:pt x="1467" y="4659"/>
                  </a:lnTo>
                  <a:lnTo>
                    <a:pt x="1467" y="4732"/>
                  </a:lnTo>
                  <a:lnTo>
                    <a:pt x="1467" y="4805"/>
                  </a:lnTo>
                  <a:lnTo>
                    <a:pt x="1394" y="4842"/>
                  </a:lnTo>
                  <a:lnTo>
                    <a:pt x="1284" y="4805"/>
                  </a:lnTo>
                  <a:lnTo>
                    <a:pt x="1211" y="4769"/>
                  </a:lnTo>
                  <a:lnTo>
                    <a:pt x="990" y="4585"/>
                  </a:lnTo>
                  <a:lnTo>
                    <a:pt x="844" y="4402"/>
                  </a:lnTo>
                  <a:lnTo>
                    <a:pt x="660" y="4145"/>
                  </a:lnTo>
                  <a:close/>
                  <a:moveTo>
                    <a:pt x="3962" y="2935"/>
                  </a:moveTo>
                  <a:lnTo>
                    <a:pt x="4218" y="3155"/>
                  </a:lnTo>
                  <a:lnTo>
                    <a:pt x="4035" y="3338"/>
                  </a:lnTo>
                  <a:lnTo>
                    <a:pt x="2641" y="4659"/>
                  </a:lnTo>
                  <a:lnTo>
                    <a:pt x="2311" y="5026"/>
                  </a:lnTo>
                  <a:lnTo>
                    <a:pt x="2054" y="5392"/>
                  </a:lnTo>
                  <a:lnTo>
                    <a:pt x="1797" y="5172"/>
                  </a:lnTo>
                  <a:lnTo>
                    <a:pt x="2971" y="4072"/>
                  </a:lnTo>
                  <a:lnTo>
                    <a:pt x="3485" y="3522"/>
                  </a:lnTo>
                  <a:lnTo>
                    <a:pt x="3742" y="3265"/>
                  </a:lnTo>
                  <a:lnTo>
                    <a:pt x="3962" y="2935"/>
                  </a:lnTo>
                  <a:close/>
                  <a:moveTo>
                    <a:pt x="4989" y="5209"/>
                  </a:moveTo>
                  <a:lnTo>
                    <a:pt x="5356" y="5686"/>
                  </a:lnTo>
                  <a:lnTo>
                    <a:pt x="5686" y="6199"/>
                  </a:lnTo>
                  <a:lnTo>
                    <a:pt x="6199" y="7080"/>
                  </a:lnTo>
                  <a:lnTo>
                    <a:pt x="6199" y="7080"/>
                  </a:lnTo>
                  <a:lnTo>
                    <a:pt x="5282" y="6640"/>
                  </a:lnTo>
                  <a:lnTo>
                    <a:pt x="4365" y="6199"/>
                  </a:lnTo>
                  <a:lnTo>
                    <a:pt x="4512" y="5943"/>
                  </a:lnTo>
                  <a:lnTo>
                    <a:pt x="4989" y="5209"/>
                  </a:lnTo>
                  <a:close/>
                  <a:moveTo>
                    <a:pt x="4879" y="4695"/>
                  </a:moveTo>
                  <a:lnTo>
                    <a:pt x="4805" y="4805"/>
                  </a:lnTo>
                  <a:lnTo>
                    <a:pt x="4218" y="5649"/>
                  </a:lnTo>
                  <a:lnTo>
                    <a:pt x="3962" y="6053"/>
                  </a:lnTo>
                  <a:lnTo>
                    <a:pt x="3852" y="6053"/>
                  </a:lnTo>
                  <a:lnTo>
                    <a:pt x="3778" y="6126"/>
                  </a:lnTo>
                  <a:lnTo>
                    <a:pt x="3742" y="6199"/>
                  </a:lnTo>
                  <a:lnTo>
                    <a:pt x="3705" y="6273"/>
                  </a:lnTo>
                  <a:lnTo>
                    <a:pt x="3742" y="6346"/>
                  </a:lnTo>
                  <a:lnTo>
                    <a:pt x="3778" y="6493"/>
                  </a:lnTo>
                  <a:lnTo>
                    <a:pt x="3852" y="6529"/>
                  </a:lnTo>
                  <a:lnTo>
                    <a:pt x="3925" y="6566"/>
                  </a:lnTo>
                  <a:lnTo>
                    <a:pt x="3998" y="6566"/>
                  </a:lnTo>
                  <a:lnTo>
                    <a:pt x="5172" y="7080"/>
                  </a:lnTo>
                  <a:lnTo>
                    <a:pt x="5722" y="7336"/>
                  </a:lnTo>
                  <a:lnTo>
                    <a:pt x="6053" y="7447"/>
                  </a:lnTo>
                  <a:lnTo>
                    <a:pt x="6346" y="7483"/>
                  </a:lnTo>
                  <a:lnTo>
                    <a:pt x="6419" y="7483"/>
                  </a:lnTo>
                  <a:lnTo>
                    <a:pt x="6493" y="7447"/>
                  </a:lnTo>
                  <a:lnTo>
                    <a:pt x="6529" y="7483"/>
                  </a:lnTo>
                  <a:lnTo>
                    <a:pt x="6603" y="7483"/>
                  </a:lnTo>
                  <a:lnTo>
                    <a:pt x="6639" y="7447"/>
                  </a:lnTo>
                  <a:lnTo>
                    <a:pt x="6639" y="7410"/>
                  </a:lnTo>
                  <a:lnTo>
                    <a:pt x="6566" y="7080"/>
                  </a:lnTo>
                  <a:lnTo>
                    <a:pt x="6456" y="6750"/>
                  </a:lnTo>
                  <a:lnTo>
                    <a:pt x="6273" y="6419"/>
                  </a:lnTo>
                  <a:lnTo>
                    <a:pt x="6089" y="6089"/>
                  </a:lnTo>
                  <a:lnTo>
                    <a:pt x="5649" y="5429"/>
                  </a:lnTo>
                  <a:lnTo>
                    <a:pt x="5135" y="4769"/>
                  </a:lnTo>
                  <a:lnTo>
                    <a:pt x="5062" y="4695"/>
                  </a:lnTo>
                  <a:close/>
                  <a:moveTo>
                    <a:pt x="9757" y="9537"/>
                  </a:moveTo>
                  <a:lnTo>
                    <a:pt x="9794" y="9647"/>
                  </a:lnTo>
                  <a:lnTo>
                    <a:pt x="9831" y="9757"/>
                  </a:lnTo>
                  <a:lnTo>
                    <a:pt x="9867" y="9867"/>
                  </a:lnTo>
                  <a:lnTo>
                    <a:pt x="9867" y="9978"/>
                  </a:lnTo>
                  <a:lnTo>
                    <a:pt x="9831" y="10088"/>
                  </a:lnTo>
                  <a:lnTo>
                    <a:pt x="9794" y="9757"/>
                  </a:lnTo>
                  <a:lnTo>
                    <a:pt x="9757" y="9537"/>
                  </a:lnTo>
                  <a:close/>
                  <a:moveTo>
                    <a:pt x="8950" y="8877"/>
                  </a:moveTo>
                  <a:lnTo>
                    <a:pt x="9207" y="9024"/>
                  </a:lnTo>
                  <a:lnTo>
                    <a:pt x="9207" y="9207"/>
                  </a:lnTo>
                  <a:lnTo>
                    <a:pt x="9281" y="9391"/>
                  </a:lnTo>
                  <a:lnTo>
                    <a:pt x="9391" y="9757"/>
                  </a:lnTo>
                  <a:lnTo>
                    <a:pt x="9574" y="10418"/>
                  </a:lnTo>
                  <a:lnTo>
                    <a:pt x="9464" y="10491"/>
                  </a:lnTo>
                  <a:lnTo>
                    <a:pt x="9391" y="10271"/>
                  </a:lnTo>
                  <a:lnTo>
                    <a:pt x="9281" y="10088"/>
                  </a:lnTo>
                  <a:lnTo>
                    <a:pt x="8914" y="9281"/>
                  </a:lnTo>
                  <a:lnTo>
                    <a:pt x="8840" y="9134"/>
                  </a:lnTo>
                  <a:lnTo>
                    <a:pt x="8767" y="9024"/>
                  </a:lnTo>
                  <a:lnTo>
                    <a:pt x="8950" y="8877"/>
                  </a:lnTo>
                  <a:close/>
                  <a:moveTo>
                    <a:pt x="8547" y="9244"/>
                  </a:moveTo>
                  <a:lnTo>
                    <a:pt x="8547" y="9281"/>
                  </a:lnTo>
                  <a:lnTo>
                    <a:pt x="8657" y="9281"/>
                  </a:lnTo>
                  <a:lnTo>
                    <a:pt x="8694" y="9244"/>
                  </a:lnTo>
                  <a:lnTo>
                    <a:pt x="8657" y="9354"/>
                  </a:lnTo>
                  <a:lnTo>
                    <a:pt x="8657" y="9464"/>
                  </a:lnTo>
                  <a:lnTo>
                    <a:pt x="8767" y="9721"/>
                  </a:lnTo>
                  <a:lnTo>
                    <a:pt x="9024" y="10198"/>
                  </a:lnTo>
                  <a:lnTo>
                    <a:pt x="9170" y="10528"/>
                  </a:lnTo>
                  <a:lnTo>
                    <a:pt x="8804" y="10234"/>
                  </a:lnTo>
                  <a:lnTo>
                    <a:pt x="8804" y="10198"/>
                  </a:lnTo>
                  <a:lnTo>
                    <a:pt x="8767" y="9904"/>
                  </a:lnTo>
                  <a:lnTo>
                    <a:pt x="8657" y="9611"/>
                  </a:lnTo>
                  <a:lnTo>
                    <a:pt x="8584" y="9464"/>
                  </a:lnTo>
                  <a:lnTo>
                    <a:pt x="8474" y="9317"/>
                  </a:lnTo>
                  <a:lnTo>
                    <a:pt x="8547" y="9244"/>
                  </a:lnTo>
                  <a:close/>
                  <a:moveTo>
                    <a:pt x="9464" y="10601"/>
                  </a:moveTo>
                  <a:lnTo>
                    <a:pt x="9574" y="10638"/>
                  </a:lnTo>
                  <a:lnTo>
                    <a:pt x="9464" y="10638"/>
                  </a:lnTo>
                  <a:lnTo>
                    <a:pt x="9464" y="10601"/>
                  </a:lnTo>
                  <a:close/>
                  <a:moveTo>
                    <a:pt x="8877" y="8510"/>
                  </a:moveTo>
                  <a:lnTo>
                    <a:pt x="8584" y="8730"/>
                  </a:lnTo>
                  <a:lnTo>
                    <a:pt x="8327" y="8914"/>
                  </a:lnTo>
                  <a:lnTo>
                    <a:pt x="8143" y="9171"/>
                  </a:lnTo>
                  <a:lnTo>
                    <a:pt x="8070" y="9354"/>
                  </a:lnTo>
                  <a:lnTo>
                    <a:pt x="7997" y="9501"/>
                  </a:lnTo>
                  <a:lnTo>
                    <a:pt x="7997" y="9647"/>
                  </a:lnTo>
                  <a:lnTo>
                    <a:pt x="8033" y="9831"/>
                  </a:lnTo>
                  <a:lnTo>
                    <a:pt x="8070" y="9978"/>
                  </a:lnTo>
                  <a:lnTo>
                    <a:pt x="8143" y="10088"/>
                  </a:lnTo>
                  <a:lnTo>
                    <a:pt x="8363" y="10344"/>
                  </a:lnTo>
                  <a:lnTo>
                    <a:pt x="8584" y="10564"/>
                  </a:lnTo>
                  <a:lnTo>
                    <a:pt x="8914" y="10785"/>
                  </a:lnTo>
                  <a:lnTo>
                    <a:pt x="9244" y="10968"/>
                  </a:lnTo>
                  <a:lnTo>
                    <a:pt x="9391" y="11041"/>
                  </a:lnTo>
                  <a:lnTo>
                    <a:pt x="9537" y="11078"/>
                  </a:lnTo>
                  <a:lnTo>
                    <a:pt x="9684" y="11041"/>
                  </a:lnTo>
                  <a:lnTo>
                    <a:pt x="9867" y="10968"/>
                  </a:lnTo>
                  <a:lnTo>
                    <a:pt x="10051" y="10821"/>
                  </a:lnTo>
                  <a:lnTo>
                    <a:pt x="10234" y="10601"/>
                  </a:lnTo>
                  <a:lnTo>
                    <a:pt x="10271" y="10491"/>
                  </a:lnTo>
                  <a:lnTo>
                    <a:pt x="10271" y="10381"/>
                  </a:lnTo>
                  <a:lnTo>
                    <a:pt x="10271" y="10271"/>
                  </a:lnTo>
                  <a:lnTo>
                    <a:pt x="10198" y="10161"/>
                  </a:lnTo>
                  <a:lnTo>
                    <a:pt x="10198" y="9904"/>
                  </a:lnTo>
                  <a:lnTo>
                    <a:pt x="10161" y="9684"/>
                  </a:lnTo>
                  <a:lnTo>
                    <a:pt x="10088" y="9464"/>
                  </a:lnTo>
                  <a:lnTo>
                    <a:pt x="9977" y="9244"/>
                  </a:lnTo>
                  <a:lnTo>
                    <a:pt x="9831" y="9060"/>
                  </a:lnTo>
                  <a:lnTo>
                    <a:pt x="9647" y="8914"/>
                  </a:lnTo>
                  <a:lnTo>
                    <a:pt x="9464" y="8767"/>
                  </a:lnTo>
                  <a:lnTo>
                    <a:pt x="9060" y="8510"/>
                  </a:lnTo>
                  <a:close/>
                  <a:moveTo>
                    <a:pt x="2604" y="8510"/>
                  </a:moveTo>
                  <a:lnTo>
                    <a:pt x="3815" y="9757"/>
                  </a:lnTo>
                  <a:lnTo>
                    <a:pt x="4292" y="10271"/>
                  </a:lnTo>
                  <a:lnTo>
                    <a:pt x="3852" y="10344"/>
                  </a:lnTo>
                  <a:lnTo>
                    <a:pt x="2678" y="10674"/>
                  </a:lnTo>
                  <a:lnTo>
                    <a:pt x="1577" y="10968"/>
                  </a:lnTo>
                  <a:lnTo>
                    <a:pt x="1064" y="11115"/>
                  </a:lnTo>
                  <a:lnTo>
                    <a:pt x="697" y="11188"/>
                  </a:lnTo>
                  <a:lnTo>
                    <a:pt x="587" y="11188"/>
                  </a:lnTo>
                  <a:lnTo>
                    <a:pt x="477" y="11151"/>
                  </a:lnTo>
                  <a:lnTo>
                    <a:pt x="1577" y="9721"/>
                  </a:lnTo>
                  <a:lnTo>
                    <a:pt x="1908" y="9317"/>
                  </a:lnTo>
                  <a:lnTo>
                    <a:pt x="2201" y="8914"/>
                  </a:lnTo>
                  <a:lnTo>
                    <a:pt x="2421" y="8730"/>
                  </a:lnTo>
                  <a:lnTo>
                    <a:pt x="2604" y="8510"/>
                  </a:lnTo>
                  <a:close/>
                  <a:moveTo>
                    <a:pt x="8914" y="8180"/>
                  </a:moveTo>
                  <a:lnTo>
                    <a:pt x="9097" y="8217"/>
                  </a:lnTo>
                  <a:lnTo>
                    <a:pt x="9244" y="8253"/>
                  </a:lnTo>
                  <a:lnTo>
                    <a:pt x="9574" y="8400"/>
                  </a:lnTo>
                  <a:lnTo>
                    <a:pt x="9867" y="8584"/>
                  </a:lnTo>
                  <a:lnTo>
                    <a:pt x="10124" y="8840"/>
                  </a:lnTo>
                  <a:lnTo>
                    <a:pt x="10308" y="9171"/>
                  </a:lnTo>
                  <a:lnTo>
                    <a:pt x="10454" y="9464"/>
                  </a:lnTo>
                  <a:lnTo>
                    <a:pt x="10564" y="9794"/>
                  </a:lnTo>
                  <a:lnTo>
                    <a:pt x="10601" y="10161"/>
                  </a:lnTo>
                  <a:lnTo>
                    <a:pt x="10601" y="10528"/>
                  </a:lnTo>
                  <a:lnTo>
                    <a:pt x="10491" y="10858"/>
                  </a:lnTo>
                  <a:lnTo>
                    <a:pt x="10491" y="10895"/>
                  </a:lnTo>
                  <a:lnTo>
                    <a:pt x="10454" y="10858"/>
                  </a:lnTo>
                  <a:lnTo>
                    <a:pt x="10344" y="10785"/>
                  </a:lnTo>
                  <a:lnTo>
                    <a:pt x="10271" y="10785"/>
                  </a:lnTo>
                  <a:lnTo>
                    <a:pt x="10161" y="10821"/>
                  </a:lnTo>
                  <a:lnTo>
                    <a:pt x="10124" y="10931"/>
                  </a:lnTo>
                  <a:lnTo>
                    <a:pt x="10088" y="11078"/>
                  </a:lnTo>
                  <a:lnTo>
                    <a:pt x="10051" y="11188"/>
                  </a:lnTo>
                  <a:lnTo>
                    <a:pt x="9867" y="11298"/>
                  </a:lnTo>
                  <a:lnTo>
                    <a:pt x="9794" y="11371"/>
                  </a:lnTo>
                  <a:lnTo>
                    <a:pt x="9757" y="11445"/>
                  </a:lnTo>
                  <a:lnTo>
                    <a:pt x="9611" y="11481"/>
                  </a:lnTo>
                  <a:lnTo>
                    <a:pt x="9464" y="11481"/>
                  </a:lnTo>
                  <a:lnTo>
                    <a:pt x="9354" y="11445"/>
                  </a:lnTo>
                  <a:lnTo>
                    <a:pt x="9207" y="11408"/>
                  </a:lnTo>
                  <a:lnTo>
                    <a:pt x="8620" y="11078"/>
                  </a:lnTo>
                  <a:lnTo>
                    <a:pt x="8327" y="10895"/>
                  </a:lnTo>
                  <a:lnTo>
                    <a:pt x="8070" y="10674"/>
                  </a:lnTo>
                  <a:lnTo>
                    <a:pt x="7850" y="10418"/>
                  </a:lnTo>
                  <a:lnTo>
                    <a:pt x="7703" y="10124"/>
                  </a:lnTo>
                  <a:lnTo>
                    <a:pt x="7593" y="9794"/>
                  </a:lnTo>
                  <a:lnTo>
                    <a:pt x="7593" y="9501"/>
                  </a:lnTo>
                  <a:lnTo>
                    <a:pt x="7630" y="9171"/>
                  </a:lnTo>
                  <a:lnTo>
                    <a:pt x="7777" y="8877"/>
                  </a:lnTo>
                  <a:lnTo>
                    <a:pt x="7960" y="8620"/>
                  </a:lnTo>
                  <a:lnTo>
                    <a:pt x="8217" y="8400"/>
                  </a:lnTo>
                  <a:lnTo>
                    <a:pt x="8400" y="8290"/>
                  </a:lnTo>
                  <a:lnTo>
                    <a:pt x="8584" y="8217"/>
                  </a:lnTo>
                  <a:lnTo>
                    <a:pt x="8730" y="8180"/>
                  </a:lnTo>
                  <a:close/>
                  <a:moveTo>
                    <a:pt x="8767" y="7777"/>
                  </a:moveTo>
                  <a:lnTo>
                    <a:pt x="8547" y="7813"/>
                  </a:lnTo>
                  <a:lnTo>
                    <a:pt x="8363" y="7850"/>
                  </a:lnTo>
                  <a:lnTo>
                    <a:pt x="8143" y="7960"/>
                  </a:lnTo>
                  <a:lnTo>
                    <a:pt x="7960" y="8033"/>
                  </a:lnTo>
                  <a:lnTo>
                    <a:pt x="7777" y="8180"/>
                  </a:lnTo>
                  <a:lnTo>
                    <a:pt x="7593" y="8364"/>
                  </a:lnTo>
                  <a:lnTo>
                    <a:pt x="7446" y="8510"/>
                  </a:lnTo>
                  <a:lnTo>
                    <a:pt x="7336" y="8657"/>
                  </a:lnTo>
                  <a:lnTo>
                    <a:pt x="7190" y="9024"/>
                  </a:lnTo>
                  <a:lnTo>
                    <a:pt x="7116" y="9427"/>
                  </a:lnTo>
                  <a:lnTo>
                    <a:pt x="7116" y="9831"/>
                  </a:lnTo>
                  <a:lnTo>
                    <a:pt x="7153" y="10051"/>
                  </a:lnTo>
                  <a:lnTo>
                    <a:pt x="7226" y="10271"/>
                  </a:lnTo>
                  <a:lnTo>
                    <a:pt x="7336" y="10454"/>
                  </a:lnTo>
                  <a:lnTo>
                    <a:pt x="7446" y="10638"/>
                  </a:lnTo>
                  <a:lnTo>
                    <a:pt x="7740" y="11005"/>
                  </a:lnTo>
                  <a:lnTo>
                    <a:pt x="8107" y="11298"/>
                  </a:lnTo>
                  <a:lnTo>
                    <a:pt x="8510" y="11555"/>
                  </a:lnTo>
                  <a:lnTo>
                    <a:pt x="8914" y="11775"/>
                  </a:lnTo>
                  <a:lnTo>
                    <a:pt x="9134" y="11885"/>
                  </a:lnTo>
                  <a:lnTo>
                    <a:pt x="9354" y="11958"/>
                  </a:lnTo>
                  <a:lnTo>
                    <a:pt x="9574" y="11958"/>
                  </a:lnTo>
                  <a:lnTo>
                    <a:pt x="9757" y="11922"/>
                  </a:lnTo>
                  <a:lnTo>
                    <a:pt x="9977" y="11848"/>
                  </a:lnTo>
                  <a:lnTo>
                    <a:pt x="10198" y="11702"/>
                  </a:lnTo>
                  <a:lnTo>
                    <a:pt x="10381" y="11555"/>
                  </a:lnTo>
                  <a:lnTo>
                    <a:pt x="10491" y="11371"/>
                  </a:lnTo>
                  <a:lnTo>
                    <a:pt x="10674" y="11298"/>
                  </a:lnTo>
                  <a:lnTo>
                    <a:pt x="10784" y="11151"/>
                  </a:lnTo>
                  <a:lnTo>
                    <a:pt x="10895" y="10968"/>
                  </a:lnTo>
                  <a:lnTo>
                    <a:pt x="10968" y="10785"/>
                  </a:lnTo>
                  <a:lnTo>
                    <a:pt x="11005" y="10601"/>
                  </a:lnTo>
                  <a:lnTo>
                    <a:pt x="11005" y="10381"/>
                  </a:lnTo>
                  <a:lnTo>
                    <a:pt x="11005" y="10124"/>
                  </a:lnTo>
                  <a:lnTo>
                    <a:pt x="10968" y="9684"/>
                  </a:lnTo>
                  <a:lnTo>
                    <a:pt x="10821" y="9207"/>
                  </a:lnTo>
                  <a:lnTo>
                    <a:pt x="10638" y="8804"/>
                  </a:lnTo>
                  <a:lnTo>
                    <a:pt x="10491" y="8620"/>
                  </a:lnTo>
                  <a:lnTo>
                    <a:pt x="10344" y="8437"/>
                  </a:lnTo>
                  <a:lnTo>
                    <a:pt x="10198" y="8290"/>
                  </a:lnTo>
                  <a:lnTo>
                    <a:pt x="10014" y="8143"/>
                  </a:lnTo>
                  <a:lnTo>
                    <a:pt x="9831" y="8033"/>
                  </a:lnTo>
                  <a:lnTo>
                    <a:pt x="9611" y="7923"/>
                  </a:lnTo>
                  <a:lnTo>
                    <a:pt x="9427" y="7850"/>
                  </a:lnTo>
                  <a:lnTo>
                    <a:pt x="9207" y="7813"/>
                  </a:lnTo>
                  <a:lnTo>
                    <a:pt x="8987" y="7777"/>
                  </a:lnTo>
                  <a:close/>
                  <a:moveTo>
                    <a:pt x="9024" y="0"/>
                  </a:moveTo>
                  <a:lnTo>
                    <a:pt x="8767" y="37"/>
                  </a:lnTo>
                  <a:lnTo>
                    <a:pt x="8547" y="110"/>
                  </a:lnTo>
                  <a:lnTo>
                    <a:pt x="8363" y="257"/>
                  </a:lnTo>
                  <a:lnTo>
                    <a:pt x="8180" y="440"/>
                  </a:lnTo>
                  <a:lnTo>
                    <a:pt x="7593" y="1027"/>
                  </a:lnTo>
                  <a:lnTo>
                    <a:pt x="7006" y="1651"/>
                  </a:lnTo>
                  <a:lnTo>
                    <a:pt x="6639" y="2054"/>
                  </a:lnTo>
                  <a:lnTo>
                    <a:pt x="6383" y="2311"/>
                  </a:lnTo>
                  <a:lnTo>
                    <a:pt x="6199" y="2605"/>
                  </a:lnTo>
                  <a:lnTo>
                    <a:pt x="5796" y="2201"/>
                  </a:lnTo>
                  <a:lnTo>
                    <a:pt x="5722" y="2128"/>
                  </a:lnTo>
                  <a:lnTo>
                    <a:pt x="5502" y="2128"/>
                  </a:lnTo>
                  <a:lnTo>
                    <a:pt x="5392" y="2201"/>
                  </a:lnTo>
                  <a:lnTo>
                    <a:pt x="5356" y="2238"/>
                  </a:lnTo>
                  <a:lnTo>
                    <a:pt x="4915" y="2531"/>
                  </a:lnTo>
                  <a:lnTo>
                    <a:pt x="4512" y="2898"/>
                  </a:lnTo>
                  <a:lnTo>
                    <a:pt x="4292" y="2715"/>
                  </a:lnTo>
                  <a:lnTo>
                    <a:pt x="4072" y="2495"/>
                  </a:lnTo>
                  <a:lnTo>
                    <a:pt x="3998" y="2458"/>
                  </a:lnTo>
                  <a:lnTo>
                    <a:pt x="3888" y="2458"/>
                  </a:lnTo>
                  <a:lnTo>
                    <a:pt x="3815" y="2495"/>
                  </a:lnTo>
                  <a:lnTo>
                    <a:pt x="3778" y="2568"/>
                  </a:lnTo>
                  <a:lnTo>
                    <a:pt x="3778" y="2421"/>
                  </a:lnTo>
                  <a:lnTo>
                    <a:pt x="3778" y="2311"/>
                  </a:lnTo>
                  <a:lnTo>
                    <a:pt x="3668" y="2128"/>
                  </a:lnTo>
                  <a:lnTo>
                    <a:pt x="3521" y="1908"/>
                  </a:lnTo>
                  <a:lnTo>
                    <a:pt x="3338" y="1761"/>
                  </a:lnTo>
                  <a:lnTo>
                    <a:pt x="3118" y="1614"/>
                  </a:lnTo>
                  <a:lnTo>
                    <a:pt x="2861" y="1504"/>
                  </a:lnTo>
                  <a:lnTo>
                    <a:pt x="2458" y="1321"/>
                  </a:lnTo>
                  <a:lnTo>
                    <a:pt x="2348" y="1321"/>
                  </a:lnTo>
                  <a:lnTo>
                    <a:pt x="2238" y="1357"/>
                  </a:lnTo>
                  <a:lnTo>
                    <a:pt x="2201" y="1431"/>
                  </a:lnTo>
                  <a:lnTo>
                    <a:pt x="2201" y="1504"/>
                  </a:lnTo>
                  <a:lnTo>
                    <a:pt x="2531" y="2238"/>
                  </a:lnTo>
                  <a:lnTo>
                    <a:pt x="2678" y="2531"/>
                  </a:lnTo>
                  <a:lnTo>
                    <a:pt x="2751" y="2678"/>
                  </a:lnTo>
                  <a:lnTo>
                    <a:pt x="2861" y="2825"/>
                  </a:lnTo>
                  <a:lnTo>
                    <a:pt x="3008" y="2898"/>
                  </a:lnTo>
                  <a:lnTo>
                    <a:pt x="3191" y="2935"/>
                  </a:lnTo>
                  <a:lnTo>
                    <a:pt x="3338" y="2935"/>
                  </a:lnTo>
                  <a:lnTo>
                    <a:pt x="3485" y="2861"/>
                  </a:lnTo>
                  <a:lnTo>
                    <a:pt x="3632" y="2788"/>
                  </a:lnTo>
                  <a:lnTo>
                    <a:pt x="3301" y="3155"/>
                  </a:lnTo>
                  <a:lnTo>
                    <a:pt x="2971" y="3485"/>
                  </a:lnTo>
                  <a:lnTo>
                    <a:pt x="2935" y="3412"/>
                  </a:lnTo>
                  <a:lnTo>
                    <a:pt x="2935" y="3265"/>
                  </a:lnTo>
                  <a:lnTo>
                    <a:pt x="2898" y="3081"/>
                  </a:lnTo>
                  <a:lnTo>
                    <a:pt x="2825" y="2825"/>
                  </a:lnTo>
                  <a:lnTo>
                    <a:pt x="2678" y="2605"/>
                  </a:lnTo>
                  <a:lnTo>
                    <a:pt x="2458" y="2384"/>
                  </a:lnTo>
                  <a:lnTo>
                    <a:pt x="2238" y="2238"/>
                  </a:lnTo>
                  <a:lnTo>
                    <a:pt x="1981" y="2091"/>
                  </a:lnTo>
                  <a:lnTo>
                    <a:pt x="1687" y="1981"/>
                  </a:lnTo>
                  <a:lnTo>
                    <a:pt x="1431" y="1908"/>
                  </a:lnTo>
                  <a:lnTo>
                    <a:pt x="880" y="1834"/>
                  </a:lnTo>
                  <a:lnTo>
                    <a:pt x="770" y="1834"/>
                  </a:lnTo>
                  <a:lnTo>
                    <a:pt x="697" y="1871"/>
                  </a:lnTo>
                  <a:lnTo>
                    <a:pt x="624" y="1944"/>
                  </a:lnTo>
                  <a:lnTo>
                    <a:pt x="624" y="2054"/>
                  </a:lnTo>
                  <a:lnTo>
                    <a:pt x="697" y="2384"/>
                  </a:lnTo>
                  <a:lnTo>
                    <a:pt x="807" y="2751"/>
                  </a:lnTo>
                  <a:lnTo>
                    <a:pt x="917" y="3045"/>
                  </a:lnTo>
                  <a:lnTo>
                    <a:pt x="1101" y="3375"/>
                  </a:lnTo>
                  <a:lnTo>
                    <a:pt x="1284" y="3668"/>
                  </a:lnTo>
                  <a:lnTo>
                    <a:pt x="1504" y="3925"/>
                  </a:lnTo>
                  <a:lnTo>
                    <a:pt x="1724" y="4182"/>
                  </a:lnTo>
                  <a:lnTo>
                    <a:pt x="1981" y="4439"/>
                  </a:lnTo>
                  <a:lnTo>
                    <a:pt x="2018" y="4439"/>
                  </a:lnTo>
                  <a:lnTo>
                    <a:pt x="1761" y="4695"/>
                  </a:lnTo>
                  <a:lnTo>
                    <a:pt x="1761" y="4549"/>
                  </a:lnTo>
                  <a:lnTo>
                    <a:pt x="1724" y="4402"/>
                  </a:lnTo>
                  <a:lnTo>
                    <a:pt x="1614" y="4255"/>
                  </a:lnTo>
                  <a:lnTo>
                    <a:pt x="1467" y="4108"/>
                  </a:lnTo>
                  <a:lnTo>
                    <a:pt x="1321" y="3998"/>
                  </a:lnTo>
                  <a:lnTo>
                    <a:pt x="1101" y="3925"/>
                  </a:lnTo>
                  <a:lnTo>
                    <a:pt x="697" y="3815"/>
                  </a:lnTo>
                  <a:lnTo>
                    <a:pt x="330" y="3742"/>
                  </a:lnTo>
                  <a:lnTo>
                    <a:pt x="220" y="3742"/>
                  </a:lnTo>
                  <a:lnTo>
                    <a:pt x="147" y="3815"/>
                  </a:lnTo>
                  <a:lnTo>
                    <a:pt x="110" y="3925"/>
                  </a:lnTo>
                  <a:lnTo>
                    <a:pt x="147" y="3998"/>
                  </a:lnTo>
                  <a:lnTo>
                    <a:pt x="367" y="4329"/>
                  </a:lnTo>
                  <a:lnTo>
                    <a:pt x="624" y="4732"/>
                  </a:lnTo>
                  <a:lnTo>
                    <a:pt x="807" y="4915"/>
                  </a:lnTo>
                  <a:lnTo>
                    <a:pt x="954" y="5062"/>
                  </a:lnTo>
                  <a:lnTo>
                    <a:pt x="1137" y="5172"/>
                  </a:lnTo>
                  <a:lnTo>
                    <a:pt x="1321" y="5246"/>
                  </a:lnTo>
                  <a:lnTo>
                    <a:pt x="1321" y="5282"/>
                  </a:lnTo>
                  <a:lnTo>
                    <a:pt x="1394" y="5356"/>
                  </a:lnTo>
                  <a:lnTo>
                    <a:pt x="1834" y="5759"/>
                  </a:lnTo>
                  <a:lnTo>
                    <a:pt x="1651" y="6126"/>
                  </a:lnTo>
                  <a:lnTo>
                    <a:pt x="1504" y="6493"/>
                  </a:lnTo>
                  <a:lnTo>
                    <a:pt x="1394" y="6896"/>
                  </a:lnTo>
                  <a:lnTo>
                    <a:pt x="1321" y="6933"/>
                  </a:lnTo>
                  <a:lnTo>
                    <a:pt x="1321" y="7043"/>
                  </a:lnTo>
                  <a:lnTo>
                    <a:pt x="1321" y="7153"/>
                  </a:lnTo>
                  <a:lnTo>
                    <a:pt x="1357" y="7263"/>
                  </a:lnTo>
                  <a:lnTo>
                    <a:pt x="1431" y="7373"/>
                  </a:lnTo>
                  <a:lnTo>
                    <a:pt x="1467" y="7410"/>
                  </a:lnTo>
                  <a:lnTo>
                    <a:pt x="1541" y="7447"/>
                  </a:lnTo>
                  <a:lnTo>
                    <a:pt x="1651" y="7593"/>
                  </a:lnTo>
                  <a:lnTo>
                    <a:pt x="2311" y="8217"/>
                  </a:lnTo>
                  <a:lnTo>
                    <a:pt x="2164" y="8327"/>
                  </a:lnTo>
                  <a:lnTo>
                    <a:pt x="2018" y="8437"/>
                  </a:lnTo>
                  <a:lnTo>
                    <a:pt x="1761" y="8694"/>
                  </a:lnTo>
                  <a:lnTo>
                    <a:pt x="1394" y="9207"/>
                  </a:lnTo>
                  <a:lnTo>
                    <a:pt x="990" y="9721"/>
                  </a:lnTo>
                  <a:lnTo>
                    <a:pt x="220" y="10748"/>
                  </a:lnTo>
                  <a:lnTo>
                    <a:pt x="73" y="10968"/>
                  </a:lnTo>
                  <a:lnTo>
                    <a:pt x="0" y="11151"/>
                  </a:lnTo>
                  <a:lnTo>
                    <a:pt x="0" y="11225"/>
                  </a:lnTo>
                  <a:lnTo>
                    <a:pt x="37" y="11335"/>
                  </a:lnTo>
                  <a:lnTo>
                    <a:pt x="183" y="11518"/>
                  </a:lnTo>
                  <a:lnTo>
                    <a:pt x="257" y="11592"/>
                  </a:lnTo>
                  <a:lnTo>
                    <a:pt x="367" y="11628"/>
                  </a:lnTo>
                  <a:lnTo>
                    <a:pt x="550" y="11665"/>
                  </a:lnTo>
                  <a:lnTo>
                    <a:pt x="770" y="11628"/>
                  </a:lnTo>
                  <a:lnTo>
                    <a:pt x="990" y="11592"/>
                  </a:lnTo>
                  <a:lnTo>
                    <a:pt x="2348" y="11188"/>
                  </a:lnTo>
                  <a:lnTo>
                    <a:pt x="3595" y="10821"/>
                  </a:lnTo>
                  <a:lnTo>
                    <a:pt x="4072" y="10711"/>
                  </a:lnTo>
                  <a:lnTo>
                    <a:pt x="4292" y="10638"/>
                  </a:lnTo>
                  <a:lnTo>
                    <a:pt x="4512" y="10491"/>
                  </a:lnTo>
                  <a:lnTo>
                    <a:pt x="5025" y="11005"/>
                  </a:lnTo>
                  <a:lnTo>
                    <a:pt x="5539" y="11518"/>
                  </a:lnTo>
                  <a:lnTo>
                    <a:pt x="6089" y="11995"/>
                  </a:lnTo>
                  <a:lnTo>
                    <a:pt x="6676" y="12398"/>
                  </a:lnTo>
                  <a:lnTo>
                    <a:pt x="7006" y="12619"/>
                  </a:lnTo>
                  <a:lnTo>
                    <a:pt x="7373" y="12802"/>
                  </a:lnTo>
                  <a:lnTo>
                    <a:pt x="7740" y="12985"/>
                  </a:lnTo>
                  <a:lnTo>
                    <a:pt x="8070" y="13132"/>
                  </a:lnTo>
                  <a:lnTo>
                    <a:pt x="8474" y="13242"/>
                  </a:lnTo>
                  <a:lnTo>
                    <a:pt x="8840" y="13352"/>
                  </a:lnTo>
                  <a:lnTo>
                    <a:pt x="9207" y="13426"/>
                  </a:lnTo>
                  <a:lnTo>
                    <a:pt x="9611" y="13499"/>
                  </a:lnTo>
                  <a:lnTo>
                    <a:pt x="9977" y="13536"/>
                  </a:lnTo>
                  <a:lnTo>
                    <a:pt x="10381" y="13572"/>
                  </a:lnTo>
                  <a:lnTo>
                    <a:pt x="11115" y="13536"/>
                  </a:lnTo>
                  <a:lnTo>
                    <a:pt x="11812" y="13426"/>
                  </a:lnTo>
                  <a:lnTo>
                    <a:pt x="12215" y="13316"/>
                  </a:lnTo>
                  <a:lnTo>
                    <a:pt x="12362" y="13279"/>
                  </a:lnTo>
                  <a:lnTo>
                    <a:pt x="12435" y="13279"/>
                  </a:lnTo>
                  <a:lnTo>
                    <a:pt x="12435" y="13316"/>
                  </a:lnTo>
                  <a:lnTo>
                    <a:pt x="12509" y="13352"/>
                  </a:lnTo>
                  <a:lnTo>
                    <a:pt x="12545" y="13352"/>
                  </a:lnTo>
                  <a:lnTo>
                    <a:pt x="12582" y="13316"/>
                  </a:lnTo>
                  <a:lnTo>
                    <a:pt x="12619" y="13279"/>
                  </a:lnTo>
                  <a:lnTo>
                    <a:pt x="12655" y="13169"/>
                  </a:lnTo>
                  <a:lnTo>
                    <a:pt x="12655" y="13022"/>
                  </a:lnTo>
                  <a:lnTo>
                    <a:pt x="12545" y="12949"/>
                  </a:lnTo>
                  <a:lnTo>
                    <a:pt x="12435" y="12912"/>
                  </a:lnTo>
                  <a:lnTo>
                    <a:pt x="12178" y="12912"/>
                  </a:lnTo>
                  <a:lnTo>
                    <a:pt x="11702" y="13022"/>
                  </a:lnTo>
                  <a:lnTo>
                    <a:pt x="11188" y="13095"/>
                  </a:lnTo>
                  <a:lnTo>
                    <a:pt x="10748" y="13132"/>
                  </a:lnTo>
                  <a:lnTo>
                    <a:pt x="10308" y="13095"/>
                  </a:lnTo>
                  <a:lnTo>
                    <a:pt x="9867" y="13095"/>
                  </a:lnTo>
                  <a:lnTo>
                    <a:pt x="9464" y="13022"/>
                  </a:lnTo>
                  <a:lnTo>
                    <a:pt x="9024" y="12949"/>
                  </a:lnTo>
                  <a:lnTo>
                    <a:pt x="8584" y="12802"/>
                  </a:lnTo>
                  <a:lnTo>
                    <a:pt x="8180" y="12655"/>
                  </a:lnTo>
                  <a:lnTo>
                    <a:pt x="7777" y="12509"/>
                  </a:lnTo>
                  <a:lnTo>
                    <a:pt x="7300" y="12252"/>
                  </a:lnTo>
                  <a:lnTo>
                    <a:pt x="6860" y="11958"/>
                  </a:lnTo>
                  <a:lnTo>
                    <a:pt x="6419" y="11628"/>
                  </a:lnTo>
                  <a:lnTo>
                    <a:pt x="6016" y="11298"/>
                  </a:lnTo>
                  <a:lnTo>
                    <a:pt x="5246" y="10564"/>
                  </a:lnTo>
                  <a:lnTo>
                    <a:pt x="4512" y="9794"/>
                  </a:lnTo>
                  <a:lnTo>
                    <a:pt x="3008" y="8290"/>
                  </a:lnTo>
                  <a:lnTo>
                    <a:pt x="2274" y="7520"/>
                  </a:lnTo>
                  <a:lnTo>
                    <a:pt x="2091" y="7300"/>
                  </a:lnTo>
                  <a:lnTo>
                    <a:pt x="1871" y="7080"/>
                  </a:lnTo>
                  <a:lnTo>
                    <a:pt x="1944" y="6713"/>
                  </a:lnTo>
                  <a:lnTo>
                    <a:pt x="2054" y="6383"/>
                  </a:lnTo>
                  <a:lnTo>
                    <a:pt x="2238" y="6053"/>
                  </a:lnTo>
                  <a:lnTo>
                    <a:pt x="2421" y="5722"/>
                  </a:lnTo>
                  <a:lnTo>
                    <a:pt x="2641" y="5429"/>
                  </a:lnTo>
                  <a:lnTo>
                    <a:pt x="2898" y="5172"/>
                  </a:lnTo>
                  <a:lnTo>
                    <a:pt x="3411" y="4622"/>
                  </a:lnTo>
                  <a:lnTo>
                    <a:pt x="4475" y="3558"/>
                  </a:lnTo>
                  <a:lnTo>
                    <a:pt x="5025" y="3045"/>
                  </a:lnTo>
                  <a:lnTo>
                    <a:pt x="5246" y="2825"/>
                  </a:lnTo>
                  <a:lnTo>
                    <a:pt x="5392" y="2678"/>
                  </a:lnTo>
                  <a:lnTo>
                    <a:pt x="5502" y="2605"/>
                  </a:lnTo>
                  <a:lnTo>
                    <a:pt x="5612" y="2715"/>
                  </a:lnTo>
                  <a:lnTo>
                    <a:pt x="5392" y="2825"/>
                  </a:lnTo>
                  <a:lnTo>
                    <a:pt x="5246" y="2971"/>
                  </a:lnTo>
                  <a:lnTo>
                    <a:pt x="4952" y="3301"/>
                  </a:lnTo>
                  <a:lnTo>
                    <a:pt x="4805" y="3485"/>
                  </a:lnTo>
                  <a:lnTo>
                    <a:pt x="4695" y="3668"/>
                  </a:lnTo>
                  <a:lnTo>
                    <a:pt x="4585" y="3888"/>
                  </a:lnTo>
                  <a:lnTo>
                    <a:pt x="4585" y="3962"/>
                  </a:lnTo>
                  <a:lnTo>
                    <a:pt x="4622" y="4072"/>
                  </a:lnTo>
                  <a:lnTo>
                    <a:pt x="4659" y="4145"/>
                  </a:lnTo>
                  <a:lnTo>
                    <a:pt x="4732" y="4145"/>
                  </a:lnTo>
                  <a:lnTo>
                    <a:pt x="4915" y="4035"/>
                  </a:lnTo>
                  <a:lnTo>
                    <a:pt x="5025" y="3888"/>
                  </a:lnTo>
                  <a:lnTo>
                    <a:pt x="5209" y="3558"/>
                  </a:lnTo>
                  <a:lnTo>
                    <a:pt x="5502" y="3228"/>
                  </a:lnTo>
                  <a:lnTo>
                    <a:pt x="5759" y="2898"/>
                  </a:lnTo>
                  <a:lnTo>
                    <a:pt x="6016" y="3118"/>
                  </a:lnTo>
                  <a:lnTo>
                    <a:pt x="5832" y="3301"/>
                  </a:lnTo>
                  <a:lnTo>
                    <a:pt x="5612" y="3522"/>
                  </a:lnTo>
                  <a:lnTo>
                    <a:pt x="5466" y="3742"/>
                  </a:lnTo>
                  <a:lnTo>
                    <a:pt x="5356" y="3962"/>
                  </a:lnTo>
                  <a:lnTo>
                    <a:pt x="5319" y="4072"/>
                  </a:lnTo>
                  <a:lnTo>
                    <a:pt x="5392" y="4182"/>
                  </a:lnTo>
                  <a:lnTo>
                    <a:pt x="5502" y="4219"/>
                  </a:lnTo>
                  <a:lnTo>
                    <a:pt x="5539" y="4219"/>
                  </a:lnTo>
                  <a:lnTo>
                    <a:pt x="5612" y="4182"/>
                  </a:lnTo>
                  <a:lnTo>
                    <a:pt x="5796" y="3998"/>
                  </a:lnTo>
                  <a:lnTo>
                    <a:pt x="5942" y="3778"/>
                  </a:lnTo>
                  <a:lnTo>
                    <a:pt x="6089" y="3558"/>
                  </a:lnTo>
                  <a:lnTo>
                    <a:pt x="6199" y="3301"/>
                  </a:lnTo>
                  <a:lnTo>
                    <a:pt x="6309" y="3375"/>
                  </a:lnTo>
                  <a:lnTo>
                    <a:pt x="6456" y="3485"/>
                  </a:lnTo>
                  <a:lnTo>
                    <a:pt x="6346" y="3595"/>
                  </a:lnTo>
                  <a:lnTo>
                    <a:pt x="6236" y="3705"/>
                  </a:lnTo>
                  <a:lnTo>
                    <a:pt x="6089" y="3962"/>
                  </a:lnTo>
                  <a:lnTo>
                    <a:pt x="5869" y="4255"/>
                  </a:lnTo>
                  <a:lnTo>
                    <a:pt x="5796" y="4402"/>
                  </a:lnTo>
                  <a:lnTo>
                    <a:pt x="5722" y="4585"/>
                  </a:lnTo>
                  <a:lnTo>
                    <a:pt x="5722" y="4622"/>
                  </a:lnTo>
                  <a:lnTo>
                    <a:pt x="5722" y="4695"/>
                  </a:lnTo>
                  <a:lnTo>
                    <a:pt x="5796" y="4732"/>
                  </a:lnTo>
                  <a:lnTo>
                    <a:pt x="5906" y="4769"/>
                  </a:lnTo>
                  <a:lnTo>
                    <a:pt x="6016" y="4695"/>
                  </a:lnTo>
                  <a:lnTo>
                    <a:pt x="6126" y="4585"/>
                  </a:lnTo>
                  <a:lnTo>
                    <a:pt x="6199" y="4439"/>
                  </a:lnTo>
                  <a:lnTo>
                    <a:pt x="6383" y="4145"/>
                  </a:lnTo>
                  <a:lnTo>
                    <a:pt x="6456" y="3962"/>
                  </a:lnTo>
                  <a:lnTo>
                    <a:pt x="6603" y="3632"/>
                  </a:lnTo>
                  <a:lnTo>
                    <a:pt x="7300" y="4145"/>
                  </a:lnTo>
                  <a:lnTo>
                    <a:pt x="7116" y="4292"/>
                  </a:lnTo>
                  <a:lnTo>
                    <a:pt x="6933" y="4439"/>
                  </a:lnTo>
                  <a:lnTo>
                    <a:pt x="6713" y="4695"/>
                  </a:lnTo>
                  <a:lnTo>
                    <a:pt x="6529" y="5026"/>
                  </a:lnTo>
                  <a:lnTo>
                    <a:pt x="6529" y="5099"/>
                  </a:lnTo>
                  <a:lnTo>
                    <a:pt x="6529" y="5172"/>
                  </a:lnTo>
                  <a:lnTo>
                    <a:pt x="6566" y="5209"/>
                  </a:lnTo>
                  <a:lnTo>
                    <a:pt x="6639" y="5246"/>
                  </a:lnTo>
                  <a:lnTo>
                    <a:pt x="6676" y="5282"/>
                  </a:lnTo>
                  <a:lnTo>
                    <a:pt x="6749" y="5282"/>
                  </a:lnTo>
                  <a:lnTo>
                    <a:pt x="6823" y="5246"/>
                  </a:lnTo>
                  <a:lnTo>
                    <a:pt x="6860" y="5172"/>
                  </a:lnTo>
                  <a:lnTo>
                    <a:pt x="7153" y="4695"/>
                  </a:lnTo>
                  <a:lnTo>
                    <a:pt x="7410" y="4255"/>
                  </a:lnTo>
                  <a:lnTo>
                    <a:pt x="7740" y="4475"/>
                  </a:lnTo>
                  <a:lnTo>
                    <a:pt x="7483" y="4732"/>
                  </a:lnTo>
                  <a:lnTo>
                    <a:pt x="7116" y="5136"/>
                  </a:lnTo>
                  <a:lnTo>
                    <a:pt x="7080" y="5209"/>
                  </a:lnTo>
                  <a:lnTo>
                    <a:pt x="7043" y="5246"/>
                  </a:lnTo>
                  <a:lnTo>
                    <a:pt x="7080" y="5319"/>
                  </a:lnTo>
                  <a:lnTo>
                    <a:pt x="7116" y="5356"/>
                  </a:lnTo>
                  <a:lnTo>
                    <a:pt x="7190" y="5392"/>
                  </a:lnTo>
                  <a:lnTo>
                    <a:pt x="7263" y="5429"/>
                  </a:lnTo>
                  <a:lnTo>
                    <a:pt x="7336" y="5429"/>
                  </a:lnTo>
                  <a:lnTo>
                    <a:pt x="7373" y="5356"/>
                  </a:lnTo>
                  <a:lnTo>
                    <a:pt x="7556" y="5172"/>
                  </a:lnTo>
                  <a:lnTo>
                    <a:pt x="7740" y="4989"/>
                  </a:lnTo>
                  <a:lnTo>
                    <a:pt x="7813" y="4805"/>
                  </a:lnTo>
                  <a:lnTo>
                    <a:pt x="7850" y="4695"/>
                  </a:lnTo>
                  <a:lnTo>
                    <a:pt x="7887" y="4585"/>
                  </a:lnTo>
                  <a:lnTo>
                    <a:pt x="8474" y="4989"/>
                  </a:lnTo>
                  <a:lnTo>
                    <a:pt x="8107" y="5319"/>
                  </a:lnTo>
                  <a:lnTo>
                    <a:pt x="7813" y="5722"/>
                  </a:lnTo>
                  <a:lnTo>
                    <a:pt x="7777" y="5796"/>
                  </a:lnTo>
                  <a:lnTo>
                    <a:pt x="7777" y="5833"/>
                  </a:lnTo>
                  <a:lnTo>
                    <a:pt x="7813" y="5943"/>
                  </a:lnTo>
                  <a:lnTo>
                    <a:pt x="7887" y="5979"/>
                  </a:lnTo>
                  <a:lnTo>
                    <a:pt x="7997" y="5979"/>
                  </a:lnTo>
                  <a:lnTo>
                    <a:pt x="8033" y="5943"/>
                  </a:lnTo>
                  <a:lnTo>
                    <a:pt x="8327" y="5502"/>
                  </a:lnTo>
                  <a:lnTo>
                    <a:pt x="8584" y="5062"/>
                  </a:lnTo>
                  <a:lnTo>
                    <a:pt x="9024" y="5356"/>
                  </a:lnTo>
                  <a:lnTo>
                    <a:pt x="8767" y="5612"/>
                  </a:lnTo>
                  <a:lnTo>
                    <a:pt x="8584" y="5796"/>
                  </a:lnTo>
                  <a:lnTo>
                    <a:pt x="8510" y="5906"/>
                  </a:lnTo>
                  <a:lnTo>
                    <a:pt x="8474" y="6053"/>
                  </a:lnTo>
                  <a:lnTo>
                    <a:pt x="8253" y="6383"/>
                  </a:lnTo>
                  <a:lnTo>
                    <a:pt x="8217" y="6456"/>
                  </a:lnTo>
                  <a:lnTo>
                    <a:pt x="8253" y="6566"/>
                  </a:lnTo>
                  <a:lnTo>
                    <a:pt x="8290" y="6603"/>
                  </a:lnTo>
                  <a:lnTo>
                    <a:pt x="8363" y="6640"/>
                  </a:lnTo>
                  <a:lnTo>
                    <a:pt x="8474" y="6640"/>
                  </a:lnTo>
                  <a:lnTo>
                    <a:pt x="8547" y="6566"/>
                  </a:lnTo>
                  <a:lnTo>
                    <a:pt x="8804" y="6199"/>
                  </a:lnTo>
                  <a:lnTo>
                    <a:pt x="8877" y="6126"/>
                  </a:lnTo>
                  <a:lnTo>
                    <a:pt x="8950" y="6016"/>
                  </a:lnTo>
                  <a:lnTo>
                    <a:pt x="9097" y="5796"/>
                  </a:lnTo>
                  <a:lnTo>
                    <a:pt x="9244" y="5539"/>
                  </a:lnTo>
                  <a:lnTo>
                    <a:pt x="9537" y="5722"/>
                  </a:lnTo>
                  <a:lnTo>
                    <a:pt x="9354" y="5906"/>
                  </a:lnTo>
                  <a:lnTo>
                    <a:pt x="9207" y="6126"/>
                  </a:lnTo>
                  <a:lnTo>
                    <a:pt x="8950" y="6419"/>
                  </a:lnTo>
                  <a:lnTo>
                    <a:pt x="8877" y="6566"/>
                  </a:lnTo>
                  <a:lnTo>
                    <a:pt x="8840" y="6750"/>
                  </a:lnTo>
                  <a:lnTo>
                    <a:pt x="8914" y="6823"/>
                  </a:lnTo>
                  <a:lnTo>
                    <a:pt x="8950" y="6860"/>
                  </a:lnTo>
                  <a:lnTo>
                    <a:pt x="8987" y="6860"/>
                  </a:lnTo>
                  <a:lnTo>
                    <a:pt x="9134" y="6786"/>
                  </a:lnTo>
                  <a:lnTo>
                    <a:pt x="9244" y="6640"/>
                  </a:lnTo>
                  <a:lnTo>
                    <a:pt x="9391" y="6383"/>
                  </a:lnTo>
                  <a:lnTo>
                    <a:pt x="9537" y="6126"/>
                  </a:lnTo>
                  <a:lnTo>
                    <a:pt x="9721" y="5869"/>
                  </a:lnTo>
                  <a:lnTo>
                    <a:pt x="10198" y="6236"/>
                  </a:lnTo>
                  <a:lnTo>
                    <a:pt x="10051" y="6419"/>
                  </a:lnTo>
                  <a:lnTo>
                    <a:pt x="9867" y="6640"/>
                  </a:lnTo>
                  <a:lnTo>
                    <a:pt x="9684" y="6860"/>
                  </a:lnTo>
                  <a:lnTo>
                    <a:pt x="9611" y="7006"/>
                  </a:lnTo>
                  <a:lnTo>
                    <a:pt x="9574" y="7116"/>
                  </a:lnTo>
                  <a:lnTo>
                    <a:pt x="9574" y="7190"/>
                  </a:lnTo>
                  <a:lnTo>
                    <a:pt x="9611" y="7263"/>
                  </a:lnTo>
                  <a:lnTo>
                    <a:pt x="9757" y="7263"/>
                  </a:lnTo>
                  <a:lnTo>
                    <a:pt x="9867" y="7190"/>
                  </a:lnTo>
                  <a:lnTo>
                    <a:pt x="9941" y="7080"/>
                  </a:lnTo>
                  <a:lnTo>
                    <a:pt x="10124" y="6823"/>
                  </a:lnTo>
                  <a:lnTo>
                    <a:pt x="10271" y="6603"/>
                  </a:lnTo>
                  <a:lnTo>
                    <a:pt x="10381" y="6383"/>
                  </a:lnTo>
                  <a:lnTo>
                    <a:pt x="10895" y="6823"/>
                  </a:lnTo>
                  <a:lnTo>
                    <a:pt x="10931" y="6860"/>
                  </a:lnTo>
                  <a:lnTo>
                    <a:pt x="10638" y="7226"/>
                  </a:lnTo>
                  <a:lnTo>
                    <a:pt x="10381" y="7593"/>
                  </a:lnTo>
                  <a:lnTo>
                    <a:pt x="10271" y="7703"/>
                  </a:lnTo>
                  <a:lnTo>
                    <a:pt x="10271" y="7777"/>
                  </a:lnTo>
                  <a:lnTo>
                    <a:pt x="10271" y="7813"/>
                  </a:lnTo>
                  <a:lnTo>
                    <a:pt x="10344" y="7923"/>
                  </a:lnTo>
                  <a:lnTo>
                    <a:pt x="10418" y="7960"/>
                  </a:lnTo>
                  <a:lnTo>
                    <a:pt x="10491" y="7923"/>
                  </a:lnTo>
                  <a:lnTo>
                    <a:pt x="10528" y="7887"/>
                  </a:lnTo>
                  <a:lnTo>
                    <a:pt x="10821" y="7483"/>
                  </a:lnTo>
                  <a:lnTo>
                    <a:pt x="11115" y="7043"/>
                  </a:lnTo>
                  <a:lnTo>
                    <a:pt x="11445" y="7447"/>
                  </a:lnTo>
                  <a:lnTo>
                    <a:pt x="11298" y="7703"/>
                  </a:lnTo>
                  <a:lnTo>
                    <a:pt x="11151" y="7960"/>
                  </a:lnTo>
                  <a:lnTo>
                    <a:pt x="10968" y="8253"/>
                  </a:lnTo>
                  <a:lnTo>
                    <a:pt x="10931" y="8437"/>
                  </a:lnTo>
                  <a:lnTo>
                    <a:pt x="10931" y="8510"/>
                  </a:lnTo>
                  <a:lnTo>
                    <a:pt x="10931" y="8584"/>
                  </a:lnTo>
                  <a:lnTo>
                    <a:pt x="10968" y="8657"/>
                  </a:lnTo>
                  <a:lnTo>
                    <a:pt x="11041" y="8657"/>
                  </a:lnTo>
                  <a:lnTo>
                    <a:pt x="11188" y="8584"/>
                  </a:lnTo>
                  <a:lnTo>
                    <a:pt x="11261" y="8474"/>
                  </a:lnTo>
                  <a:lnTo>
                    <a:pt x="11408" y="8180"/>
                  </a:lnTo>
                  <a:lnTo>
                    <a:pt x="11628" y="7703"/>
                  </a:lnTo>
                  <a:lnTo>
                    <a:pt x="11812" y="7997"/>
                  </a:lnTo>
                  <a:lnTo>
                    <a:pt x="11995" y="8290"/>
                  </a:lnTo>
                  <a:lnTo>
                    <a:pt x="11812" y="8694"/>
                  </a:lnTo>
                  <a:lnTo>
                    <a:pt x="11628" y="9097"/>
                  </a:lnTo>
                  <a:lnTo>
                    <a:pt x="11518" y="9097"/>
                  </a:lnTo>
                  <a:lnTo>
                    <a:pt x="11408" y="9317"/>
                  </a:lnTo>
                  <a:lnTo>
                    <a:pt x="11335" y="9501"/>
                  </a:lnTo>
                  <a:lnTo>
                    <a:pt x="11335" y="9574"/>
                  </a:lnTo>
                  <a:lnTo>
                    <a:pt x="11335" y="9647"/>
                  </a:lnTo>
                  <a:lnTo>
                    <a:pt x="11408" y="9721"/>
                  </a:lnTo>
                  <a:lnTo>
                    <a:pt x="11591" y="9721"/>
                  </a:lnTo>
                  <a:lnTo>
                    <a:pt x="11628" y="9684"/>
                  </a:lnTo>
                  <a:lnTo>
                    <a:pt x="11812" y="9427"/>
                  </a:lnTo>
                  <a:lnTo>
                    <a:pt x="11958" y="9171"/>
                  </a:lnTo>
                  <a:lnTo>
                    <a:pt x="12105" y="8914"/>
                  </a:lnTo>
                  <a:lnTo>
                    <a:pt x="12178" y="8657"/>
                  </a:lnTo>
                  <a:lnTo>
                    <a:pt x="12325" y="9024"/>
                  </a:lnTo>
                  <a:lnTo>
                    <a:pt x="12472" y="9427"/>
                  </a:lnTo>
                  <a:lnTo>
                    <a:pt x="12068" y="10088"/>
                  </a:lnTo>
                  <a:lnTo>
                    <a:pt x="11995" y="10088"/>
                  </a:lnTo>
                  <a:lnTo>
                    <a:pt x="11922" y="10271"/>
                  </a:lnTo>
                  <a:lnTo>
                    <a:pt x="11848" y="10418"/>
                  </a:lnTo>
                  <a:lnTo>
                    <a:pt x="11848" y="10491"/>
                  </a:lnTo>
                  <a:lnTo>
                    <a:pt x="11848" y="10528"/>
                  </a:lnTo>
                  <a:lnTo>
                    <a:pt x="11922" y="10601"/>
                  </a:lnTo>
                  <a:lnTo>
                    <a:pt x="12068" y="10601"/>
                  </a:lnTo>
                  <a:lnTo>
                    <a:pt x="12142" y="10564"/>
                  </a:lnTo>
                  <a:lnTo>
                    <a:pt x="12362" y="10198"/>
                  </a:lnTo>
                  <a:lnTo>
                    <a:pt x="12582" y="9831"/>
                  </a:lnTo>
                  <a:lnTo>
                    <a:pt x="12692" y="10454"/>
                  </a:lnTo>
                  <a:lnTo>
                    <a:pt x="12509" y="10638"/>
                  </a:lnTo>
                  <a:lnTo>
                    <a:pt x="12362" y="10858"/>
                  </a:lnTo>
                  <a:lnTo>
                    <a:pt x="12215" y="11078"/>
                  </a:lnTo>
                  <a:lnTo>
                    <a:pt x="12178" y="11225"/>
                  </a:lnTo>
                  <a:lnTo>
                    <a:pt x="12178" y="11371"/>
                  </a:lnTo>
                  <a:lnTo>
                    <a:pt x="12215" y="11408"/>
                  </a:lnTo>
                  <a:lnTo>
                    <a:pt x="12252" y="11408"/>
                  </a:lnTo>
                  <a:lnTo>
                    <a:pt x="12362" y="11371"/>
                  </a:lnTo>
                  <a:lnTo>
                    <a:pt x="12472" y="11298"/>
                  </a:lnTo>
                  <a:lnTo>
                    <a:pt x="12582" y="11078"/>
                  </a:lnTo>
                  <a:lnTo>
                    <a:pt x="12692" y="10858"/>
                  </a:lnTo>
                  <a:lnTo>
                    <a:pt x="12729" y="11188"/>
                  </a:lnTo>
                  <a:lnTo>
                    <a:pt x="12655" y="11775"/>
                  </a:lnTo>
                  <a:lnTo>
                    <a:pt x="12509" y="11922"/>
                  </a:lnTo>
                  <a:lnTo>
                    <a:pt x="12362" y="12068"/>
                  </a:lnTo>
                  <a:lnTo>
                    <a:pt x="12325" y="12215"/>
                  </a:lnTo>
                  <a:lnTo>
                    <a:pt x="12325" y="12288"/>
                  </a:lnTo>
                  <a:lnTo>
                    <a:pt x="12362" y="12362"/>
                  </a:lnTo>
                  <a:lnTo>
                    <a:pt x="12435" y="12398"/>
                  </a:lnTo>
                  <a:lnTo>
                    <a:pt x="12472" y="12398"/>
                  </a:lnTo>
                  <a:lnTo>
                    <a:pt x="12619" y="12288"/>
                  </a:lnTo>
                  <a:lnTo>
                    <a:pt x="12655" y="12655"/>
                  </a:lnTo>
                  <a:lnTo>
                    <a:pt x="12692" y="12692"/>
                  </a:lnTo>
                  <a:lnTo>
                    <a:pt x="12729" y="12655"/>
                  </a:lnTo>
                  <a:lnTo>
                    <a:pt x="12802" y="12545"/>
                  </a:lnTo>
                  <a:lnTo>
                    <a:pt x="12912" y="12398"/>
                  </a:lnTo>
                  <a:lnTo>
                    <a:pt x="13022" y="12068"/>
                  </a:lnTo>
                  <a:lnTo>
                    <a:pt x="13095" y="11738"/>
                  </a:lnTo>
                  <a:lnTo>
                    <a:pt x="13132" y="11408"/>
                  </a:lnTo>
                  <a:lnTo>
                    <a:pt x="13132" y="11005"/>
                  </a:lnTo>
                  <a:lnTo>
                    <a:pt x="13132" y="10638"/>
                  </a:lnTo>
                  <a:lnTo>
                    <a:pt x="13095" y="10234"/>
                  </a:lnTo>
                  <a:lnTo>
                    <a:pt x="13022" y="9867"/>
                  </a:lnTo>
                  <a:lnTo>
                    <a:pt x="12949" y="9464"/>
                  </a:lnTo>
                  <a:lnTo>
                    <a:pt x="12839" y="9060"/>
                  </a:lnTo>
                  <a:lnTo>
                    <a:pt x="12692" y="8694"/>
                  </a:lnTo>
                  <a:lnTo>
                    <a:pt x="12545" y="8327"/>
                  </a:lnTo>
                  <a:lnTo>
                    <a:pt x="12325" y="7960"/>
                  </a:lnTo>
                  <a:lnTo>
                    <a:pt x="12142" y="7630"/>
                  </a:lnTo>
                  <a:lnTo>
                    <a:pt x="11885" y="7300"/>
                  </a:lnTo>
                  <a:lnTo>
                    <a:pt x="11628" y="6970"/>
                  </a:lnTo>
                  <a:lnTo>
                    <a:pt x="11335" y="6640"/>
                  </a:lnTo>
                  <a:lnTo>
                    <a:pt x="11041" y="6346"/>
                  </a:lnTo>
                  <a:lnTo>
                    <a:pt x="10344" y="5759"/>
                  </a:lnTo>
                  <a:lnTo>
                    <a:pt x="9647" y="5246"/>
                  </a:lnTo>
                  <a:lnTo>
                    <a:pt x="8914" y="4732"/>
                  </a:lnTo>
                  <a:lnTo>
                    <a:pt x="8987" y="4439"/>
                  </a:lnTo>
                  <a:lnTo>
                    <a:pt x="9024" y="4182"/>
                  </a:lnTo>
                  <a:lnTo>
                    <a:pt x="9060" y="3558"/>
                  </a:lnTo>
                  <a:lnTo>
                    <a:pt x="9097" y="2898"/>
                  </a:lnTo>
                  <a:lnTo>
                    <a:pt x="9281" y="220"/>
                  </a:lnTo>
                  <a:lnTo>
                    <a:pt x="9244" y="110"/>
                  </a:lnTo>
                  <a:lnTo>
                    <a:pt x="9207" y="37"/>
                  </a:lnTo>
                  <a:lnTo>
                    <a:pt x="9097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5" name="Google Shape;301;p5">
              <a:extLst>
                <a:ext uri="{FF2B5EF4-FFF2-40B4-BE49-F238E27FC236}">
                  <a16:creationId xmlns:a16="http://schemas.microsoft.com/office/drawing/2014/main" id="{D14CF0BE-75BF-416D-9C09-C8EF0438B61D}"/>
                </a:ext>
              </a:extLst>
            </p:cNvPr>
            <p:cNvSpPr/>
            <p:nvPr/>
          </p:nvSpPr>
          <p:spPr>
            <a:xfrm>
              <a:off x="6537275" y="2750650"/>
              <a:ext cx="459450" cy="475050"/>
            </a:xfrm>
            <a:custGeom>
              <a:avLst/>
              <a:gdLst/>
              <a:ahLst/>
              <a:cxnLst/>
              <a:rect l="l" t="t" r="r" b="b"/>
              <a:pathLst>
                <a:path w="18378" h="19002" extrusionOk="0">
                  <a:moveTo>
                    <a:pt x="13793" y="5429"/>
                  </a:moveTo>
                  <a:lnTo>
                    <a:pt x="13682" y="5466"/>
                  </a:lnTo>
                  <a:lnTo>
                    <a:pt x="13572" y="5502"/>
                  </a:lnTo>
                  <a:lnTo>
                    <a:pt x="13499" y="5576"/>
                  </a:lnTo>
                  <a:lnTo>
                    <a:pt x="13352" y="5759"/>
                  </a:lnTo>
                  <a:lnTo>
                    <a:pt x="13352" y="5869"/>
                  </a:lnTo>
                  <a:lnTo>
                    <a:pt x="13352" y="5979"/>
                  </a:lnTo>
                  <a:lnTo>
                    <a:pt x="13389" y="6016"/>
                  </a:lnTo>
                  <a:lnTo>
                    <a:pt x="13426" y="6053"/>
                  </a:lnTo>
                  <a:lnTo>
                    <a:pt x="13499" y="6053"/>
                  </a:lnTo>
                  <a:lnTo>
                    <a:pt x="13572" y="5979"/>
                  </a:lnTo>
                  <a:lnTo>
                    <a:pt x="13646" y="5943"/>
                  </a:lnTo>
                  <a:lnTo>
                    <a:pt x="13719" y="5796"/>
                  </a:lnTo>
                  <a:lnTo>
                    <a:pt x="13829" y="5649"/>
                  </a:lnTo>
                  <a:lnTo>
                    <a:pt x="13903" y="5502"/>
                  </a:lnTo>
                  <a:lnTo>
                    <a:pt x="13903" y="5466"/>
                  </a:lnTo>
                  <a:lnTo>
                    <a:pt x="13903" y="5429"/>
                  </a:lnTo>
                  <a:close/>
                  <a:moveTo>
                    <a:pt x="13242" y="6089"/>
                  </a:moveTo>
                  <a:lnTo>
                    <a:pt x="13169" y="6126"/>
                  </a:lnTo>
                  <a:lnTo>
                    <a:pt x="13022" y="6309"/>
                  </a:lnTo>
                  <a:lnTo>
                    <a:pt x="12912" y="6493"/>
                  </a:lnTo>
                  <a:lnTo>
                    <a:pt x="12875" y="6529"/>
                  </a:lnTo>
                  <a:lnTo>
                    <a:pt x="12875" y="6603"/>
                  </a:lnTo>
                  <a:lnTo>
                    <a:pt x="12949" y="6676"/>
                  </a:lnTo>
                  <a:lnTo>
                    <a:pt x="13022" y="6713"/>
                  </a:lnTo>
                  <a:lnTo>
                    <a:pt x="13096" y="6676"/>
                  </a:lnTo>
                  <a:lnTo>
                    <a:pt x="13132" y="6639"/>
                  </a:lnTo>
                  <a:lnTo>
                    <a:pt x="13242" y="6456"/>
                  </a:lnTo>
                  <a:lnTo>
                    <a:pt x="13352" y="6273"/>
                  </a:lnTo>
                  <a:lnTo>
                    <a:pt x="13389" y="6199"/>
                  </a:lnTo>
                  <a:lnTo>
                    <a:pt x="13316" y="6126"/>
                  </a:lnTo>
                  <a:lnTo>
                    <a:pt x="13242" y="6089"/>
                  </a:lnTo>
                  <a:close/>
                  <a:moveTo>
                    <a:pt x="17241" y="6419"/>
                  </a:moveTo>
                  <a:lnTo>
                    <a:pt x="17534" y="6713"/>
                  </a:lnTo>
                  <a:lnTo>
                    <a:pt x="17497" y="6713"/>
                  </a:lnTo>
                  <a:lnTo>
                    <a:pt x="17387" y="6823"/>
                  </a:lnTo>
                  <a:lnTo>
                    <a:pt x="17351" y="6676"/>
                  </a:lnTo>
                  <a:lnTo>
                    <a:pt x="17241" y="6419"/>
                  </a:lnTo>
                  <a:close/>
                  <a:moveTo>
                    <a:pt x="12692" y="6786"/>
                  </a:moveTo>
                  <a:lnTo>
                    <a:pt x="12582" y="6860"/>
                  </a:lnTo>
                  <a:lnTo>
                    <a:pt x="12435" y="6970"/>
                  </a:lnTo>
                  <a:lnTo>
                    <a:pt x="12399" y="7116"/>
                  </a:lnTo>
                  <a:lnTo>
                    <a:pt x="12362" y="7190"/>
                  </a:lnTo>
                  <a:lnTo>
                    <a:pt x="12399" y="7226"/>
                  </a:lnTo>
                  <a:lnTo>
                    <a:pt x="12472" y="7300"/>
                  </a:lnTo>
                  <a:lnTo>
                    <a:pt x="12582" y="7300"/>
                  </a:lnTo>
                  <a:lnTo>
                    <a:pt x="12619" y="7263"/>
                  </a:lnTo>
                  <a:lnTo>
                    <a:pt x="12655" y="7190"/>
                  </a:lnTo>
                  <a:lnTo>
                    <a:pt x="12729" y="7043"/>
                  </a:lnTo>
                  <a:lnTo>
                    <a:pt x="12802" y="7006"/>
                  </a:lnTo>
                  <a:lnTo>
                    <a:pt x="12839" y="6933"/>
                  </a:lnTo>
                  <a:lnTo>
                    <a:pt x="12875" y="6860"/>
                  </a:lnTo>
                  <a:lnTo>
                    <a:pt x="12875" y="6823"/>
                  </a:lnTo>
                  <a:lnTo>
                    <a:pt x="12839" y="6823"/>
                  </a:lnTo>
                  <a:lnTo>
                    <a:pt x="12765" y="6786"/>
                  </a:lnTo>
                  <a:close/>
                  <a:moveTo>
                    <a:pt x="17571" y="6750"/>
                  </a:moveTo>
                  <a:lnTo>
                    <a:pt x="17828" y="7043"/>
                  </a:lnTo>
                  <a:lnTo>
                    <a:pt x="18048" y="7373"/>
                  </a:lnTo>
                  <a:lnTo>
                    <a:pt x="17828" y="7593"/>
                  </a:lnTo>
                  <a:lnTo>
                    <a:pt x="17828" y="7520"/>
                  </a:lnTo>
                  <a:lnTo>
                    <a:pt x="17864" y="7336"/>
                  </a:lnTo>
                  <a:lnTo>
                    <a:pt x="17828" y="7116"/>
                  </a:lnTo>
                  <a:lnTo>
                    <a:pt x="17828" y="7080"/>
                  </a:lnTo>
                  <a:lnTo>
                    <a:pt x="17754" y="7006"/>
                  </a:lnTo>
                  <a:lnTo>
                    <a:pt x="17681" y="7006"/>
                  </a:lnTo>
                  <a:lnTo>
                    <a:pt x="17644" y="7043"/>
                  </a:lnTo>
                  <a:lnTo>
                    <a:pt x="17681" y="7080"/>
                  </a:lnTo>
                  <a:lnTo>
                    <a:pt x="17644" y="7226"/>
                  </a:lnTo>
                  <a:lnTo>
                    <a:pt x="17607" y="7446"/>
                  </a:lnTo>
                  <a:lnTo>
                    <a:pt x="17534" y="7667"/>
                  </a:lnTo>
                  <a:lnTo>
                    <a:pt x="17534" y="7887"/>
                  </a:lnTo>
                  <a:lnTo>
                    <a:pt x="17534" y="7960"/>
                  </a:lnTo>
                  <a:lnTo>
                    <a:pt x="17131" y="8584"/>
                  </a:lnTo>
                  <a:lnTo>
                    <a:pt x="17167" y="8217"/>
                  </a:lnTo>
                  <a:lnTo>
                    <a:pt x="17241" y="7850"/>
                  </a:lnTo>
                  <a:lnTo>
                    <a:pt x="17387" y="7630"/>
                  </a:lnTo>
                  <a:lnTo>
                    <a:pt x="17387" y="7593"/>
                  </a:lnTo>
                  <a:lnTo>
                    <a:pt x="17387" y="7520"/>
                  </a:lnTo>
                  <a:lnTo>
                    <a:pt x="17461" y="7483"/>
                  </a:lnTo>
                  <a:lnTo>
                    <a:pt x="17497" y="7446"/>
                  </a:lnTo>
                  <a:lnTo>
                    <a:pt x="17534" y="7373"/>
                  </a:lnTo>
                  <a:lnTo>
                    <a:pt x="17534" y="7263"/>
                  </a:lnTo>
                  <a:lnTo>
                    <a:pt x="17497" y="7080"/>
                  </a:lnTo>
                  <a:lnTo>
                    <a:pt x="17571" y="6750"/>
                  </a:lnTo>
                  <a:close/>
                  <a:moveTo>
                    <a:pt x="16874" y="8840"/>
                  </a:moveTo>
                  <a:lnTo>
                    <a:pt x="16947" y="8877"/>
                  </a:lnTo>
                  <a:lnTo>
                    <a:pt x="16874" y="8950"/>
                  </a:lnTo>
                  <a:lnTo>
                    <a:pt x="16874" y="8877"/>
                  </a:lnTo>
                  <a:lnTo>
                    <a:pt x="16874" y="8840"/>
                  </a:lnTo>
                  <a:close/>
                  <a:moveTo>
                    <a:pt x="11445" y="8584"/>
                  </a:moveTo>
                  <a:lnTo>
                    <a:pt x="11408" y="8620"/>
                  </a:lnTo>
                  <a:lnTo>
                    <a:pt x="11298" y="8657"/>
                  </a:lnTo>
                  <a:lnTo>
                    <a:pt x="11188" y="8804"/>
                  </a:lnTo>
                  <a:lnTo>
                    <a:pt x="11188" y="8840"/>
                  </a:lnTo>
                  <a:lnTo>
                    <a:pt x="11188" y="8914"/>
                  </a:lnTo>
                  <a:lnTo>
                    <a:pt x="11188" y="8987"/>
                  </a:lnTo>
                  <a:lnTo>
                    <a:pt x="11225" y="9024"/>
                  </a:lnTo>
                  <a:lnTo>
                    <a:pt x="11408" y="9024"/>
                  </a:lnTo>
                  <a:lnTo>
                    <a:pt x="11445" y="8987"/>
                  </a:lnTo>
                  <a:lnTo>
                    <a:pt x="11555" y="8804"/>
                  </a:lnTo>
                  <a:lnTo>
                    <a:pt x="11555" y="8730"/>
                  </a:lnTo>
                  <a:lnTo>
                    <a:pt x="11555" y="8657"/>
                  </a:lnTo>
                  <a:lnTo>
                    <a:pt x="11518" y="8620"/>
                  </a:lnTo>
                  <a:lnTo>
                    <a:pt x="11445" y="8584"/>
                  </a:lnTo>
                  <a:close/>
                  <a:moveTo>
                    <a:pt x="16580" y="8804"/>
                  </a:moveTo>
                  <a:lnTo>
                    <a:pt x="16580" y="8877"/>
                  </a:lnTo>
                  <a:lnTo>
                    <a:pt x="16580" y="9060"/>
                  </a:lnTo>
                  <a:lnTo>
                    <a:pt x="16617" y="9170"/>
                  </a:lnTo>
                  <a:lnTo>
                    <a:pt x="16654" y="9244"/>
                  </a:lnTo>
                  <a:lnTo>
                    <a:pt x="16397" y="9611"/>
                  </a:lnTo>
                  <a:lnTo>
                    <a:pt x="16360" y="9391"/>
                  </a:lnTo>
                  <a:lnTo>
                    <a:pt x="16324" y="9170"/>
                  </a:lnTo>
                  <a:lnTo>
                    <a:pt x="16324" y="9097"/>
                  </a:lnTo>
                  <a:lnTo>
                    <a:pt x="16580" y="8804"/>
                  </a:lnTo>
                  <a:close/>
                  <a:moveTo>
                    <a:pt x="16067" y="9391"/>
                  </a:moveTo>
                  <a:lnTo>
                    <a:pt x="16067" y="9684"/>
                  </a:lnTo>
                  <a:lnTo>
                    <a:pt x="16103" y="9794"/>
                  </a:lnTo>
                  <a:lnTo>
                    <a:pt x="16177" y="9941"/>
                  </a:lnTo>
                  <a:lnTo>
                    <a:pt x="15993" y="10161"/>
                  </a:lnTo>
                  <a:lnTo>
                    <a:pt x="15920" y="10308"/>
                  </a:lnTo>
                  <a:lnTo>
                    <a:pt x="15957" y="9867"/>
                  </a:lnTo>
                  <a:lnTo>
                    <a:pt x="15920" y="9794"/>
                  </a:lnTo>
                  <a:lnTo>
                    <a:pt x="15847" y="9757"/>
                  </a:lnTo>
                  <a:lnTo>
                    <a:pt x="15810" y="9721"/>
                  </a:lnTo>
                  <a:lnTo>
                    <a:pt x="16067" y="9391"/>
                  </a:lnTo>
                  <a:close/>
                  <a:moveTo>
                    <a:pt x="9611" y="2348"/>
                  </a:moveTo>
                  <a:lnTo>
                    <a:pt x="9574" y="2421"/>
                  </a:lnTo>
                  <a:lnTo>
                    <a:pt x="9134" y="2861"/>
                  </a:lnTo>
                  <a:lnTo>
                    <a:pt x="8767" y="3375"/>
                  </a:lnTo>
                  <a:lnTo>
                    <a:pt x="7997" y="4365"/>
                  </a:lnTo>
                  <a:lnTo>
                    <a:pt x="7630" y="4879"/>
                  </a:lnTo>
                  <a:lnTo>
                    <a:pt x="7227" y="5356"/>
                  </a:lnTo>
                  <a:lnTo>
                    <a:pt x="6823" y="5832"/>
                  </a:lnTo>
                  <a:lnTo>
                    <a:pt x="6346" y="6273"/>
                  </a:lnTo>
                  <a:lnTo>
                    <a:pt x="6273" y="6346"/>
                  </a:lnTo>
                  <a:lnTo>
                    <a:pt x="6273" y="6456"/>
                  </a:lnTo>
                  <a:lnTo>
                    <a:pt x="6236" y="6456"/>
                  </a:lnTo>
                  <a:lnTo>
                    <a:pt x="6163" y="6493"/>
                  </a:lnTo>
                  <a:lnTo>
                    <a:pt x="6163" y="6566"/>
                  </a:lnTo>
                  <a:lnTo>
                    <a:pt x="6199" y="6603"/>
                  </a:lnTo>
                  <a:lnTo>
                    <a:pt x="6309" y="6786"/>
                  </a:lnTo>
                  <a:lnTo>
                    <a:pt x="6493" y="6970"/>
                  </a:lnTo>
                  <a:lnTo>
                    <a:pt x="6823" y="7263"/>
                  </a:lnTo>
                  <a:lnTo>
                    <a:pt x="7593" y="7813"/>
                  </a:lnTo>
                  <a:lnTo>
                    <a:pt x="8437" y="8363"/>
                  </a:lnTo>
                  <a:lnTo>
                    <a:pt x="8620" y="8510"/>
                  </a:lnTo>
                  <a:lnTo>
                    <a:pt x="8767" y="8694"/>
                  </a:lnTo>
                  <a:lnTo>
                    <a:pt x="9061" y="9060"/>
                  </a:lnTo>
                  <a:lnTo>
                    <a:pt x="9207" y="9207"/>
                  </a:lnTo>
                  <a:lnTo>
                    <a:pt x="9391" y="9354"/>
                  </a:lnTo>
                  <a:lnTo>
                    <a:pt x="9758" y="9574"/>
                  </a:lnTo>
                  <a:lnTo>
                    <a:pt x="10638" y="10161"/>
                  </a:lnTo>
                  <a:lnTo>
                    <a:pt x="11482" y="10784"/>
                  </a:lnTo>
                  <a:lnTo>
                    <a:pt x="12289" y="11408"/>
                  </a:lnTo>
                  <a:lnTo>
                    <a:pt x="12362" y="11445"/>
                  </a:lnTo>
                  <a:lnTo>
                    <a:pt x="12472" y="11445"/>
                  </a:lnTo>
                  <a:lnTo>
                    <a:pt x="12545" y="11408"/>
                  </a:lnTo>
                  <a:lnTo>
                    <a:pt x="12582" y="11371"/>
                  </a:lnTo>
                  <a:lnTo>
                    <a:pt x="12619" y="11298"/>
                  </a:lnTo>
                  <a:lnTo>
                    <a:pt x="12655" y="11188"/>
                  </a:lnTo>
                  <a:lnTo>
                    <a:pt x="12619" y="11115"/>
                  </a:lnTo>
                  <a:lnTo>
                    <a:pt x="12545" y="11041"/>
                  </a:lnTo>
                  <a:lnTo>
                    <a:pt x="11775" y="10418"/>
                  </a:lnTo>
                  <a:lnTo>
                    <a:pt x="11812" y="10381"/>
                  </a:lnTo>
                  <a:lnTo>
                    <a:pt x="11922" y="10198"/>
                  </a:lnTo>
                  <a:lnTo>
                    <a:pt x="11995" y="10014"/>
                  </a:lnTo>
                  <a:lnTo>
                    <a:pt x="11995" y="9941"/>
                  </a:lnTo>
                  <a:lnTo>
                    <a:pt x="11958" y="9904"/>
                  </a:lnTo>
                  <a:lnTo>
                    <a:pt x="11885" y="9904"/>
                  </a:lnTo>
                  <a:lnTo>
                    <a:pt x="11738" y="10051"/>
                  </a:lnTo>
                  <a:lnTo>
                    <a:pt x="11592" y="10234"/>
                  </a:lnTo>
                  <a:lnTo>
                    <a:pt x="11555" y="10271"/>
                  </a:lnTo>
                  <a:lnTo>
                    <a:pt x="11005" y="9867"/>
                  </a:lnTo>
                  <a:lnTo>
                    <a:pt x="10821" y="9757"/>
                  </a:lnTo>
                  <a:lnTo>
                    <a:pt x="10858" y="9684"/>
                  </a:lnTo>
                  <a:lnTo>
                    <a:pt x="10895" y="9611"/>
                  </a:lnTo>
                  <a:lnTo>
                    <a:pt x="11041" y="9464"/>
                  </a:lnTo>
                  <a:lnTo>
                    <a:pt x="11078" y="9427"/>
                  </a:lnTo>
                  <a:lnTo>
                    <a:pt x="11078" y="9354"/>
                  </a:lnTo>
                  <a:lnTo>
                    <a:pt x="11078" y="9317"/>
                  </a:lnTo>
                  <a:lnTo>
                    <a:pt x="11005" y="9281"/>
                  </a:lnTo>
                  <a:lnTo>
                    <a:pt x="10968" y="9317"/>
                  </a:lnTo>
                  <a:lnTo>
                    <a:pt x="10895" y="9281"/>
                  </a:lnTo>
                  <a:lnTo>
                    <a:pt x="10821" y="9317"/>
                  </a:lnTo>
                  <a:lnTo>
                    <a:pt x="10711" y="9427"/>
                  </a:lnTo>
                  <a:lnTo>
                    <a:pt x="10601" y="9574"/>
                  </a:lnTo>
                  <a:lnTo>
                    <a:pt x="10124" y="9281"/>
                  </a:lnTo>
                  <a:lnTo>
                    <a:pt x="10051" y="9207"/>
                  </a:lnTo>
                  <a:lnTo>
                    <a:pt x="10234" y="8914"/>
                  </a:lnTo>
                  <a:lnTo>
                    <a:pt x="10234" y="8840"/>
                  </a:lnTo>
                  <a:lnTo>
                    <a:pt x="10234" y="8804"/>
                  </a:lnTo>
                  <a:lnTo>
                    <a:pt x="10198" y="8730"/>
                  </a:lnTo>
                  <a:lnTo>
                    <a:pt x="10088" y="8694"/>
                  </a:lnTo>
                  <a:lnTo>
                    <a:pt x="10051" y="8730"/>
                  </a:lnTo>
                  <a:lnTo>
                    <a:pt x="10014" y="8767"/>
                  </a:lnTo>
                  <a:lnTo>
                    <a:pt x="9758" y="9060"/>
                  </a:lnTo>
                  <a:lnTo>
                    <a:pt x="9537" y="8877"/>
                  </a:lnTo>
                  <a:lnTo>
                    <a:pt x="9354" y="8694"/>
                  </a:lnTo>
                  <a:lnTo>
                    <a:pt x="9134" y="8437"/>
                  </a:lnTo>
                  <a:lnTo>
                    <a:pt x="9207" y="8327"/>
                  </a:lnTo>
                  <a:lnTo>
                    <a:pt x="9281" y="8217"/>
                  </a:lnTo>
                  <a:lnTo>
                    <a:pt x="9354" y="7960"/>
                  </a:lnTo>
                  <a:lnTo>
                    <a:pt x="9354" y="7887"/>
                  </a:lnTo>
                  <a:lnTo>
                    <a:pt x="9317" y="7850"/>
                  </a:lnTo>
                  <a:lnTo>
                    <a:pt x="9244" y="7850"/>
                  </a:lnTo>
                  <a:lnTo>
                    <a:pt x="9171" y="7887"/>
                  </a:lnTo>
                  <a:lnTo>
                    <a:pt x="8987" y="8107"/>
                  </a:lnTo>
                  <a:lnTo>
                    <a:pt x="8951" y="8180"/>
                  </a:lnTo>
                  <a:lnTo>
                    <a:pt x="8767" y="8033"/>
                  </a:lnTo>
                  <a:lnTo>
                    <a:pt x="8327" y="7740"/>
                  </a:lnTo>
                  <a:lnTo>
                    <a:pt x="8364" y="7446"/>
                  </a:lnTo>
                  <a:lnTo>
                    <a:pt x="8364" y="7410"/>
                  </a:lnTo>
                  <a:lnTo>
                    <a:pt x="8327" y="7336"/>
                  </a:lnTo>
                  <a:lnTo>
                    <a:pt x="8290" y="7300"/>
                  </a:lnTo>
                  <a:lnTo>
                    <a:pt x="8180" y="7300"/>
                  </a:lnTo>
                  <a:lnTo>
                    <a:pt x="8107" y="7336"/>
                  </a:lnTo>
                  <a:lnTo>
                    <a:pt x="8070" y="7446"/>
                  </a:lnTo>
                  <a:lnTo>
                    <a:pt x="8034" y="7556"/>
                  </a:lnTo>
                  <a:lnTo>
                    <a:pt x="7960" y="7520"/>
                  </a:lnTo>
                  <a:lnTo>
                    <a:pt x="7410" y="7116"/>
                  </a:lnTo>
                  <a:lnTo>
                    <a:pt x="7447" y="7080"/>
                  </a:lnTo>
                  <a:lnTo>
                    <a:pt x="7520" y="6970"/>
                  </a:lnTo>
                  <a:lnTo>
                    <a:pt x="7520" y="6896"/>
                  </a:lnTo>
                  <a:lnTo>
                    <a:pt x="7520" y="6860"/>
                  </a:lnTo>
                  <a:lnTo>
                    <a:pt x="7557" y="6750"/>
                  </a:lnTo>
                  <a:lnTo>
                    <a:pt x="7520" y="6713"/>
                  </a:lnTo>
                  <a:lnTo>
                    <a:pt x="7483" y="6713"/>
                  </a:lnTo>
                  <a:lnTo>
                    <a:pt x="7410" y="6750"/>
                  </a:lnTo>
                  <a:lnTo>
                    <a:pt x="7337" y="6750"/>
                  </a:lnTo>
                  <a:lnTo>
                    <a:pt x="7227" y="6823"/>
                  </a:lnTo>
                  <a:lnTo>
                    <a:pt x="7116" y="6896"/>
                  </a:lnTo>
                  <a:lnTo>
                    <a:pt x="6640" y="6639"/>
                  </a:lnTo>
                  <a:lnTo>
                    <a:pt x="6640" y="6603"/>
                  </a:lnTo>
                  <a:lnTo>
                    <a:pt x="7116" y="6163"/>
                  </a:lnTo>
                  <a:lnTo>
                    <a:pt x="7557" y="5649"/>
                  </a:lnTo>
                  <a:lnTo>
                    <a:pt x="7593" y="5722"/>
                  </a:lnTo>
                  <a:lnTo>
                    <a:pt x="7630" y="5759"/>
                  </a:lnTo>
                  <a:lnTo>
                    <a:pt x="7740" y="5759"/>
                  </a:lnTo>
                  <a:lnTo>
                    <a:pt x="8034" y="5576"/>
                  </a:lnTo>
                  <a:lnTo>
                    <a:pt x="8327" y="5392"/>
                  </a:lnTo>
                  <a:lnTo>
                    <a:pt x="8620" y="5209"/>
                  </a:lnTo>
                  <a:lnTo>
                    <a:pt x="8914" y="5025"/>
                  </a:lnTo>
                  <a:lnTo>
                    <a:pt x="9244" y="4879"/>
                  </a:lnTo>
                  <a:lnTo>
                    <a:pt x="9574" y="4732"/>
                  </a:lnTo>
                  <a:lnTo>
                    <a:pt x="9941" y="4659"/>
                  </a:lnTo>
                  <a:lnTo>
                    <a:pt x="10308" y="4622"/>
                  </a:lnTo>
                  <a:lnTo>
                    <a:pt x="10491" y="4622"/>
                  </a:lnTo>
                  <a:lnTo>
                    <a:pt x="10675" y="4659"/>
                  </a:lnTo>
                  <a:lnTo>
                    <a:pt x="10821" y="4732"/>
                  </a:lnTo>
                  <a:lnTo>
                    <a:pt x="10931" y="4842"/>
                  </a:lnTo>
                  <a:lnTo>
                    <a:pt x="11041" y="4989"/>
                  </a:lnTo>
                  <a:lnTo>
                    <a:pt x="11078" y="5136"/>
                  </a:lnTo>
                  <a:lnTo>
                    <a:pt x="11151" y="5502"/>
                  </a:lnTo>
                  <a:lnTo>
                    <a:pt x="11151" y="5906"/>
                  </a:lnTo>
                  <a:lnTo>
                    <a:pt x="11151" y="6309"/>
                  </a:lnTo>
                  <a:lnTo>
                    <a:pt x="11151" y="6676"/>
                  </a:lnTo>
                  <a:lnTo>
                    <a:pt x="11188" y="7006"/>
                  </a:lnTo>
                  <a:lnTo>
                    <a:pt x="11261" y="7373"/>
                  </a:lnTo>
                  <a:lnTo>
                    <a:pt x="11445" y="7703"/>
                  </a:lnTo>
                  <a:lnTo>
                    <a:pt x="11408" y="7813"/>
                  </a:lnTo>
                  <a:lnTo>
                    <a:pt x="11372" y="7923"/>
                  </a:lnTo>
                  <a:lnTo>
                    <a:pt x="11372" y="8033"/>
                  </a:lnTo>
                  <a:lnTo>
                    <a:pt x="11372" y="8143"/>
                  </a:lnTo>
                  <a:lnTo>
                    <a:pt x="11445" y="8253"/>
                  </a:lnTo>
                  <a:lnTo>
                    <a:pt x="11482" y="8327"/>
                  </a:lnTo>
                  <a:lnTo>
                    <a:pt x="11592" y="8400"/>
                  </a:lnTo>
                  <a:lnTo>
                    <a:pt x="11665" y="8474"/>
                  </a:lnTo>
                  <a:lnTo>
                    <a:pt x="11775" y="8510"/>
                  </a:lnTo>
                  <a:lnTo>
                    <a:pt x="12105" y="8510"/>
                  </a:lnTo>
                  <a:lnTo>
                    <a:pt x="12435" y="8694"/>
                  </a:lnTo>
                  <a:lnTo>
                    <a:pt x="12765" y="8840"/>
                  </a:lnTo>
                  <a:lnTo>
                    <a:pt x="13022" y="8877"/>
                  </a:lnTo>
                  <a:lnTo>
                    <a:pt x="13316" y="8877"/>
                  </a:lnTo>
                  <a:lnTo>
                    <a:pt x="13646" y="8804"/>
                  </a:lnTo>
                  <a:lnTo>
                    <a:pt x="13939" y="8694"/>
                  </a:lnTo>
                  <a:lnTo>
                    <a:pt x="14233" y="8584"/>
                  </a:lnTo>
                  <a:lnTo>
                    <a:pt x="14489" y="8400"/>
                  </a:lnTo>
                  <a:lnTo>
                    <a:pt x="14746" y="8217"/>
                  </a:lnTo>
                  <a:lnTo>
                    <a:pt x="14930" y="8033"/>
                  </a:lnTo>
                  <a:lnTo>
                    <a:pt x="14966" y="7997"/>
                  </a:lnTo>
                  <a:lnTo>
                    <a:pt x="14966" y="7923"/>
                  </a:lnTo>
                  <a:lnTo>
                    <a:pt x="14930" y="7813"/>
                  </a:lnTo>
                  <a:lnTo>
                    <a:pt x="14820" y="7777"/>
                  </a:lnTo>
                  <a:lnTo>
                    <a:pt x="14710" y="7777"/>
                  </a:lnTo>
                  <a:lnTo>
                    <a:pt x="14123" y="8143"/>
                  </a:lnTo>
                  <a:lnTo>
                    <a:pt x="13829" y="8290"/>
                  </a:lnTo>
                  <a:lnTo>
                    <a:pt x="13462" y="8400"/>
                  </a:lnTo>
                  <a:lnTo>
                    <a:pt x="13206" y="8474"/>
                  </a:lnTo>
                  <a:lnTo>
                    <a:pt x="12912" y="8437"/>
                  </a:lnTo>
                  <a:lnTo>
                    <a:pt x="12692" y="8363"/>
                  </a:lnTo>
                  <a:lnTo>
                    <a:pt x="12472" y="8217"/>
                  </a:lnTo>
                  <a:lnTo>
                    <a:pt x="12545" y="8107"/>
                  </a:lnTo>
                  <a:lnTo>
                    <a:pt x="12582" y="7960"/>
                  </a:lnTo>
                  <a:lnTo>
                    <a:pt x="12582" y="7850"/>
                  </a:lnTo>
                  <a:lnTo>
                    <a:pt x="12545" y="7777"/>
                  </a:lnTo>
                  <a:lnTo>
                    <a:pt x="12509" y="7740"/>
                  </a:lnTo>
                  <a:lnTo>
                    <a:pt x="12325" y="7630"/>
                  </a:lnTo>
                  <a:lnTo>
                    <a:pt x="12142" y="7520"/>
                  </a:lnTo>
                  <a:lnTo>
                    <a:pt x="11812" y="7520"/>
                  </a:lnTo>
                  <a:lnTo>
                    <a:pt x="11628" y="7116"/>
                  </a:lnTo>
                  <a:lnTo>
                    <a:pt x="11518" y="6713"/>
                  </a:lnTo>
                  <a:lnTo>
                    <a:pt x="11518" y="6346"/>
                  </a:lnTo>
                  <a:lnTo>
                    <a:pt x="11518" y="6016"/>
                  </a:lnTo>
                  <a:lnTo>
                    <a:pt x="11555" y="5649"/>
                  </a:lnTo>
                  <a:lnTo>
                    <a:pt x="11518" y="5282"/>
                  </a:lnTo>
                  <a:lnTo>
                    <a:pt x="11445" y="4989"/>
                  </a:lnTo>
                  <a:lnTo>
                    <a:pt x="11335" y="4732"/>
                  </a:lnTo>
                  <a:lnTo>
                    <a:pt x="11188" y="4549"/>
                  </a:lnTo>
                  <a:lnTo>
                    <a:pt x="11005" y="4402"/>
                  </a:lnTo>
                  <a:lnTo>
                    <a:pt x="10785" y="4329"/>
                  </a:lnTo>
                  <a:lnTo>
                    <a:pt x="10565" y="4255"/>
                  </a:lnTo>
                  <a:lnTo>
                    <a:pt x="10051" y="4255"/>
                  </a:lnTo>
                  <a:lnTo>
                    <a:pt x="9758" y="4292"/>
                  </a:lnTo>
                  <a:lnTo>
                    <a:pt x="9464" y="4365"/>
                  </a:lnTo>
                  <a:lnTo>
                    <a:pt x="8914" y="4585"/>
                  </a:lnTo>
                  <a:lnTo>
                    <a:pt x="8400" y="4879"/>
                  </a:lnTo>
                  <a:lnTo>
                    <a:pt x="7960" y="5209"/>
                  </a:lnTo>
                  <a:lnTo>
                    <a:pt x="8290" y="4769"/>
                  </a:lnTo>
                  <a:lnTo>
                    <a:pt x="9061" y="3742"/>
                  </a:lnTo>
                  <a:lnTo>
                    <a:pt x="9464" y="3191"/>
                  </a:lnTo>
                  <a:lnTo>
                    <a:pt x="9831" y="2641"/>
                  </a:lnTo>
                  <a:lnTo>
                    <a:pt x="9868" y="2568"/>
                  </a:lnTo>
                  <a:lnTo>
                    <a:pt x="9868" y="2531"/>
                  </a:lnTo>
                  <a:lnTo>
                    <a:pt x="9794" y="2421"/>
                  </a:lnTo>
                  <a:lnTo>
                    <a:pt x="9721" y="2384"/>
                  </a:lnTo>
                  <a:lnTo>
                    <a:pt x="9684" y="2348"/>
                  </a:lnTo>
                  <a:close/>
                  <a:moveTo>
                    <a:pt x="15663" y="9867"/>
                  </a:moveTo>
                  <a:lnTo>
                    <a:pt x="15700" y="9904"/>
                  </a:lnTo>
                  <a:lnTo>
                    <a:pt x="15627" y="10381"/>
                  </a:lnTo>
                  <a:lnTo>
                    <a:pt x="15663" y="10418"/>
                  </a:lnTo>
                  <a:lnTo>
                    <a:pt x="15663" y="10454"/>
                  </a:lnTo>
                  <a:lnTo>
                    <a:pt x="15773" y="10491"/>
                  </a:lnTo>
                  <a:lnTo>
                    <a:pt x="15443" y="10895"/>
                  </a:lnTo>
                  <a:lnTo>
                    <a:pt x="15443" y="10821"/>
                  </a:lnTo>
                  <a:lnTo>
                    <a:pt x="15333" y="10491"/>
                  </a:lnTo>
                  <a:lnTo>
                    <a:pt x="15296" y="10454"/>
                  </a:lnTo>
                  <a:lnTo>
                    <a:pt x="15260" y="10454"/>
                  </a:lnTo>
                  <a:lnTo>
                    <a:pt x="15223" y="10491"/>
                  </a:lnTo>
                  <a:lnTo>
                    <a:pt x="15223" y="10528"/>
                  </a:lnTo>
                  <a:lnTo>
                    <a:pt x="15186" y="10821"/>
                  </a:lnTo>
                  <a:lnTo>
                    <a:pt x="15186" y="11188"/>
                  </a:lnTo>
                  <a:lnTo>
                    <a:pt x="15223" y="11225"/>
                  </a:lnTo>
                  <a:lnTo>
                    <a:pt x="14746" y="11848"/>
                  </a:lnTo>
                  <a:lnTo>
                    <a:pt x="14746" y="11591"/>
                  </a:lnTo>
                  <a:lnTo>
                    <a:pt x="14746" y="11371"/>
                  </a:lnTo>
                  <a:lnTo>
                    <a:pt x="14746" y="11115"/>
                  </a:lnTo>
                  <a:lnTo>
                    <a:pt x="14710" y="11078"/>
                  </a:lnTo>
                  <a:lnTo>
                    <a:pt x="15333" y="10308"/>
                  </a:lnTo>
                  <a:lnTo>
                    <a:pt x="15663" y="9867"/>
                  </a:lnTo>
                  <a:close/>
                  <a:moveTo>
                    <a:pt x="14526" y="11298"/>
                  </a:moveTo>
                  <a:lnTo>
                    <a:pt x="14453" y="11555"/>
                  </a:lnTo>
                  <a:lnTo>
                    <a:pt x="14416" y="11775"/>
                  </a:lnTo>
                  <a:lnTo>
                    <a:pt x="14453" y="11885"/>
                  </a:lnTo>
                  <a:lnTo>
                    <a:pt x="14489" y="11958"/>
                  </a:lnTo>
                  <a:lnTo>
                    <a:pt x="14563" y="11995"/>
                  </a:lnTo>
                  <a:lnTo>
                    <a:pt x="14600" y="11995"/>
                  </a:lnTo>
                  <a:lnTo>
                    <a:pt x="14123" y="12619"/>
                  </a:lnTo>
                  <a:lnTo>
                    <a:pt x="14049" y="12655"/>
                  </a:lnTo>
                  <a:lnTo>
                    <a:pt x="14049" y="12362"/>
                  </a:lnTo>
                  <a:lnTo>
                    <a:pt x="14049" y="12142"/>
                  </a:lnTo>
                  <a:lnTo>
                    <a:pt x="14049" y="12032"/>
                  </a:lnTo>
                  <a:lnTo>
                    <a:pt x="14013" y="11922"/>
                  </a:lnTo>
                  <a:lnTo>
                    <a:pt x="14526" y="11298"/>
                  </a:lnTo>
                  <a:close/>
                  <a:moveTo>
                    <a:pt x="4806" y="7997"/>
                  </a:moveTo>
                  <a:lnTo>
                    <a:pt x="4769" y="8033"/>
                  </a:lnTo>
                  <a:lnTo>
                    <a:pt x="4769" y="8070"/>
                  </a:lnTo>
                  <a:lnTo>
                    <a:pt x="4952" y="8217"/>
                  </a:lnTo>
                  <a:lnTo>
                    <a:pt x="5099" y="8327"/>
                  </a:lnTo>
                  <a:lnTo>
                    <a:pt x="5576" y="8584"/>
                  </a:lnTo>
                  <a:lnTo>
                    <a:pt x="6126" y="8840"/>
                  </a:lnTo>
                  <a:lnTo>
                    <a:pt x="6640" y="9134"/>
                  </a:lnTo>
                  <a:lnTo>
                    <a:pt x="7116" y="9501"/>
                  </a:lnTo>
                  <a:lnTo>
                    <a:pt x="7557" y="9831"/>
                  </a:lnTo>
                  <a:lnTo>
                    <a:pt x="8437" y="10638"/>
                  </a:lnTo>
                  <a:lnTo>
                    <a:pt x="9244" y="11371"/>
                  </a:lnTo>
                  <a:lnTo>
                    <a:pt x="10088" y="12105"/>
                  </a:lnTo>
                  <a:lnTo>
                    <a:pt x="10344" y="12325"/>
                  </a:lnTo>
                  <a:lnTo>
                    <a:pt x="10748" y="12655"/>
                  </a:lnTo>
                  <a:lnTo>
                    <a:pt x="10931" y="12765"/>
                  </a:lnTo>
                  <a:lnTo>
                    <a:pt x="11115" y="12839"/>
                  </a:lnTo>
                  <a:lnTo>
                    <a:pt x="11225" y="12839"/>
                  </a:lnTo>
                  <a:lnTo>
                    <a:pt x="11298" y="12802"/>
                  </a:lnTo>
                  <a:lnTo>
                    <a:pt x="11335" y="12765"/>
                  </a:lnTo>
                  <a:lnTo>
                    <a:pt x="11372" y="12692"/>
                  </a:lnTo>
                  <a:lnTo>
                    <a:pt x="11372" y="12582"/>
                  </a:lnTo>
                  <a:lnTo>
                    <a:pt x="11335" y="12472"/>
                  </a:lnTo>
                  <a:lnTo>
                    <a:pt x="11151" y="12325"/>
                  </a:lnTo>
                  <a:lnTo>
                    <a:pt x="10711" y="11995"/>
                  </a:lnTo>
                  <a:lnTo>
                    <a:pt x="10271" y="11628"/>
                  </a:lnTo>
                  <a:lnTo>
                    <a:pt x="9391" y="10858"/>
                  </a:lnTo>
                  <a:lnTo>
                    <a:pt x="8547" y="10051"/>
                  </a:lnTo>
                  <a:lnTo>
                    <a:pt x="8107" y="9684"/>
                  </a:lnTo>
                  <a:lnTo>
                    <a:pt x="7703" y="9354"/>
                  </a:lnTo>
                  <a:lnTo>
                    <a:pt x="7227" y="9024"/>
                  </a:lnTo>
                  <a:lnTo>
                    <a:pt x="6786" y="8694"/>
                  </a:lnTo>
                  <a:lnTo>
                    <a:pt x="6309" y="8437"/>
                  </a:lnTo>
                  <a:lnTo>
                    <a:pt x="5833" y="8217"/>
                  </a:lnTo>
                  <a:lnTo>
                    <a:pt x="5356" y="8033"/>
                  </a:lnTo>
                  <a:lnTo>
                    <a:pt x="5209" y="7997"/>
                  </a:lnTo>
                  <a:close/>
                  <a:moveTo>
                    <a:pt x="954" y="12582"/>
                  </a:moveTo>
                  <a:lnTo>
                    <a:pt x="1101" y="12692"/>
                  </a:lnTo>
                  <a:lnTo>
                    <a:pt x="1064" y="12765"/>
                  </a:lnTo>
                  <a:lnTo>
                    <a:pt x="1064" y="12839"/>
                  </a:lnTo>
                  <a:lnTo>
                    <a:pt x="1064" y="12875"/>
                  </a:lnTo>
                  <a:lnTo>
                    <a:pt x="1101" y="12839"/>
                  </a:lnTo>
                  <a:lnTo>
                    <a:pt x="1211" y="12912"/>
                  </a:lnTo>
                  <a:lnTo>
                    <a:pt x="1247" y="12985"/>
                  </a:lnTo>
                  <a:lnTo>
                    <a:pt x="1247" y="13059"/>
                  </a:lnTo>
                  <a:lnTo>
                    <a:pt x="1284" y="13242"/>
                  </a:lnTo>
                  <a:lnTo>
                    <a:pt x="991" y="13095"/>
                  </a:lnTo>
                  <a:lnTo>
                    <a:pt x="844" y="13059"/>
                  </a:lnTo>
                  <a:lnTo>
                    <a:pt x="697" y="13022"/>
                  </a:lnTo>
                  <a:lnTo>
                    <a:pt x="844" y="12765"/>
                  </a:lnTo>
                  <a:lnTo>
                    <a:pt x="954" y="12582"/>
                  </a:lnTo>
                  <a:close/>
                  <a:moveTo>
                    <a:pt x="2715" y="10858"/>
                  </a:moveTo>
                  <a:lnTo>
                    <a:pt x="2641" y="10931"/>
                  </a:lnTo>
                  <a:lnTo>
                    <a:pt x="2641" y="10968"/>
                  </a:lnTo>
                  <a:lnTo>
                    <a:pt x="2788" y="11151"/>
                  </a:lnTo>
                  <a:lnTo>
                    <a:pt x="2935" y="11261"/>
                  </a:lnTo>
                  <a:lnTo>
                    <a:pt x="3302" y="11445"/>
                  </a:lnTo>
                  <a:lnTo>
                    <a:pt x="3778" y="11775"/>
                  </a:lnTo>
                  <a:lnTo>
                    <a:pt x="4255" y="12105"/>
                  </a:lnTo>
                  <a:lnTo>
                    <a:pt x="5099" y="12765"/>
                  </a:lnTo>
                  <a:lnTo>
                    <a:pt x="5539" y="13095"/>
                  </a:lnTo>
                  <a:lnTo>
                    <a:pt x="5759" y="13242"/>
                  </a:lnTo>
                  <a:lnTo>
                    <a:pt x="5869" y="13279"/>
                  </a:lnTo>
                  <a:lnTo>
                    <a:pt x="6053" y="13279"/>
                  </a:lnTo>
                  <a:lnTo>
                    <a:pt x="6126" y="13242"/>
                  </a:lnTo>
                  <a:lnTo>
                    <a:pt x="6163" y="13169"/>
                  </a:lnTo>
                  <a:lnTo>
                    <a:pt x="6126" y="13059"/>
                  </a:lnTo>
                  <a:lnTo>
                    <a:pt x="6089" y="12985"/>
                  </a:lnTo>
                  <a:lnTo>
                    <a:pt x="6016" y="12875"/>
                  </a:lnTo>
                  <a:lnTo>
                    <a:pt x="5869" y="12729"/>
                  </a:lnTo>
                  <a:lnTo>
                    <a:pt x="5502" y="12472"/>
                  </a:lnTo>
                  <a:lnTo>
                    <a:pt x="4512" y="11738"/>
                  </a:lnTo>
                  <a:lnTo>
                    <a:pt x="4035" y="11408"/>
                  </a:lnTo>
                  <a:lnTo>
                    <a:pt x="3522" y="11078"/>
                  </a:lnTo>
                  <a:lnTo>
                    <a:pt x="3338" y="11005"/>
                  </a:lnTo>
                  <a:lnTo>
                    <a:pt x="3118" y="10895"/>
                  </a:lnTo>
                  <a:lnTo>
                    <a:pt x="2935" y="10858"/>
                  </a:lnTo>
                  <a:close/>
                  <a:moveTo>
                    <a:pt x="13756" y="12252"/>
                  </a:moveTo>
                  <a:lnTo>
                    <a:pt x="13719" y="12362"/>
                  </a:lnTo>
                  <a:lnTo>
                    <a:pt x="13719" y="12619"/>
                  </a:lnTo>
                  <a:lnTo>
                    <a:pt x="13719" y="12912"/>
                  </a:lnTo>
                  <a:lnTo>
                    <a:pt x="13756" y="12985"/>
                  </a:lnTo>
                  <a:lnTo>
                    <a:pt x="13793" y="13022"/>
                  </a:lnTo>
                  <a:lnTo>
                    <a:pt x="13719" y="13095"/>
                  </a:lnTo>
                  <a:lnTo>
                    <a:pt x="13389" y="13536"/>
                  </a:lnTo>
                  <a:lnTo>
                    <a:pt x="13426" y="13132"/>
                  </a:lnTo>
                  <a:lnTo>
                    <a:pt x="13462" y="12912"/>
                  </a:lnTo>
                  <a:lnTo>
                    <a:pt x="13462" y="12765"/>
                  </a:lnTo>
                  <a:lnTo>
                    <a:pt x="13426" y="12655"/>
                  </a:lnTo>
                  <a:lnTo>
                    <a:pt x="13756" y="12252"/>
                  </a:lnTo>
                  <a:close/>
                  <a:moveTo>
                    <a:pt x="4402" y="8694"/>
                  </a:moveTo>
                  <a:lnTo>
                    <a:pt x="4329" y="8730"/>
                  </a:lnTo>
                  <a:lnTo>
                    <a:pt x="4255" y="8804"/>
                  </a:lnTo>
                  <a:lnTo>
                    <a:pt x="4255" y="8877"/>
                  </a:lnTo>
                  <a:lnTo>
                    <a:pt x="4255" y="8987"/>
                  </a:lnTo>
                  <a:lnTo>
                    <a:pt x="4292" y="9060"/>
                  </a:lnTo>
                  <a:lnTo>
                    <a:pt x="4365" y="9134"/>
                  </a:lnTo>
                  <a:lnTo>
                    <a:pt x="4512" y="9207"/>
                  </a:lnTo>
                  <a:lnTo>
                    <a:pt x="4842" y="9354"/>
                  </a:lnTo>
                  <a:lnTo>
                    <a:pt x="5136" y="9501"/>
                  </a:lnTo>
                  <a:lnTo>
                    <a:pt x="5392" y="9647"/>
                  </a:lnTo>
                  <a:lnTo>
                    <a:pt x="5869" y="10014"/>
                  </a:lnTo>
                  <a:lnTo>
                    <a:pt x="6346" y="10418"/>
                  </a:lnTo>
                  <a:lnTo>
                    <a:pt x="6786" y="10858"/>
                  </a:lnTo>
                  <a:lnTo>
                    <a:pt x="8584" y="12398"/>
                  </a:lnTo>
                  <a:lnTo>
                    <a:pt x="9501" y="13169"/>
                  </a:lnTo>
                  <a:lnTo>
                    <a:pt x="9721" y="13315"/>
                  </a:lnTo>
                  <a:lnTo>
                    <a:pt x="9941" y="13462"/>
                  </a:lnTo>
                  <a:lnTo>
                    <a:pt x="10161" y="13572"/>
                  </a:lnTo>
                  <a:lnTo>
                    <a:pt x="10271" y="13609"/>
                  </a:lnTo>
                  <a:lnTo>
                    <a:pt x="10381" y="13609"/>
                  </a:lnTo>
                  <a:lnTo>
                    <a:pt x="10454" y="13572"/>
                  </a:lnTo>
                  <a:lnTo>
                    <a:pt x="10491" y="13536"/>
                  </a:lnTo>
                  <a:lnTo>
                    <a:pt x="10528" y="13462"/>
                  </a:lnTo>
                  <a:lnTo>
                    <a:pt x="10491" y="13389"/>
                  </a:lnTo>
                  <a:lnTo>
                    <a:pt x="10418" y="13242"/>
                  </a:lnTo>
                  <a:lnTo>
                    <a:pt x="10271" y="13132"/>
                  </a:lnTo>
                  <a:lnTo>
                    <a:pt x="9978" y="12949"/>
                  </a:lnTo>
                  <a:lnTo>
                    <a:pt x="9537" y="12619"/>
                  </a:lnTo>
                  <a:lnTo>
                    <a:pt x="9134" y="12288"/>
                  </a:lnTo>
                  <a:lnTo>
                    <a:pt x="7557" y="10931"/>
                  </a:lnTo>
                  <a:lnTo>
                    <a:pt x="6823" y="10271"/>
                  </a:lnTo>
                  <a:lnTo>
                    <a:pt x="6089" y="9647"/>
                  </a:lnTo>
                  <a:lnTo>
                    <a:pt x="5686" y="9354"/>
                  </a:lnTo>
                  <a:lnTo>
                    <a:pt x="5246" y="9097"/>
                  </a:lnTo>
                  <a:lnTo>
                    <a:pt x="4769" y="8950"/>
                  </a:lnTo>
                  <a:lnTo>
                    <a:pt x="4549" y="8840"/>
                  </a:lnTo>
                  <a:lnTo>
                    <a:pt x="4475" y="8767"/>
                  </a:lnTo>
                  <a:lnTo>
                    <a:pt x="4439" y="8694"/>
                  </a:lnTo>
                  <a:close/>
                  <a:moveTo>
                    <a:pt x="1541" y="13022"/>
                  </a:moveTo>
                  <a:lnTo>
                    <a:pt x="2091" y="13389"/>
                  </a:lnTo>
                  <a:lnTo>
                    <a:pt x="2091" y="13572"/>
                  </a:lnTo>
                  <a:lnTo>
                    <a:pt x="2126" y="13749"/>
                  </a:lnTo>
                  <a:lnTo>
                    <a:pt x="1504" y="13389"/>
                  </a:lnTo>
                  <a:lnTo>
                    <a:pt x="1578" y="13352"/>
                  </a:lnTo>
                  <a:lnTo>
                    <a:pt x="1614" y="13315"/>
                  </a:lnTo>
                  <a:lnTo>
                    <a:pt x="1614" y="13279"/>
                  </a:lnTo>
                  <a:lnTo>
                    <a:pt x="1614" y="13205"/>
                  </a:lnTo>
                  <a:lnTo>
                    <a:pt x="1541" y="13095"/>
                  </a:lnTo>
                  <a:lnTo>
                    <a:pt x="1541" y="13022"/>
                  </a:lnTo>
                  <a:close/>
                  <a:moveTo>
                    <a:pt x="13206" y="12949"/>
                  </a:moveTo>
                  <a:lnTo>
                    <a:pt x="13169" y="13022"/>
                  </a:lnTo>
                  <a:lnTo>
                    <a:pt x="13059" y="13756"/>
                  </a:lnTo>
                  <a:lnTo>
                    <a:pt x="13059" y="13829"/>
                  </a:lnTo>
                  <a:lnTo>
                    <a:pt x="13096" y="13866"/>
                  </a:lnTo>
                  <a:lnTo>
                    <a:pt x="12912" y="14086"/>
                  </a:lnTo>
                  <a:lnTo>
                    <a:pt x="12912" y="13719"/>
                  </a:lnTo>
                  <a:lnTo>
                    <a:pt x="12875" y="13352"/>
                  </a:lnTo>
                  <a:lnTo>
                    <a:pt x="13206" y="12949"/>
                  </a:lnTo>
                  <a:close/>
                  <a:moveTo>
                    <a:pt x="2458" y="13646"/>
                  </a:moveTo>
                  <a:lnTo>
                    <a:pt x="2641" y="13792"/>
                  </a:lnTo>
                  <a:lnTo>
                    <a:pt x="2788" y="13902"/>
                  </a:lnTo>
                  <a:lnTo>
                    <a:pt x="2788" y="14086"/>
                  </a:lnTo>
                  <a:lnTo>
                    <a:pt x="2825" y="14233"/>
                  </a:lnTo>
                  <a:lnTo>
                    <a:pt x="2605" y="14086"/>
                  </a:lnTo>
                  <a:lnTo>
                    <a:pt x="2385" y="13939"/>
                  </a:lnTo>
                  <a:lnTo>
                    <a:pt x="2495" y="13939"/>
                  </a:lnTo>
                  <a:lnTo>
                    <a:pt x="2568" y="13866"/>
                  </a:lnTo>
                  <a:lnTo>
                    <a:pt x="2568" y="13829"/>
                  </a:lnTo>
                  <a:lnTo>
                    <a:pt x="2568" y="13756"/>
                  </a:lnTo>
                  <a:lnTo>
                    <a:pt x="2458" y="13646"/>
                  </a:lnTo>
                  <a:close/>
                  <a:moveTo>
                    <a:pt x="3595" y="9794"/>
                  </a:moveTo>
                  <a:lnTo>
                    <a:pt x="3558" y="9831"/>
                  </a:lnTo>
                  <a:lnTo>
                    <a:pt x="3522" y="9867"/>
                  </a:lnTo>
                  <a:lnTo>
                    <a:pt x="3558" y="9977"/>
                  </a:lnTo>
                  <a:lnTo>
                    <a:pt x="3595" y="10088"/>
                  </a:lnTo>
                  <a:lnTo>
                    <a:pt x="3815" y="10234"/>
                  </a:lnTo>
                  <a:lnTo>
                    <a:pt x="4659" y="10821"/>
                  </a:lnTo>
                  <a:lnTo>
                    <a:pt x="5466" y="11518"/>
                  </a:lnTo>
                  <a:lnTo>
                    <a:pt x="6236" y="12178"/>
                  </a:lnTo>
                  <a:lnTo>
                    <a:pt x="7080" y="12839"/>
                  </a:lnTo>
                  <a:lnTo>
                    <a:pt x="7923" y="13462"/>
                  </a:lnTo>
                  <a:lnTo>
                    <a:pt x="8730" y="14049"/>
                  </a:lnTo>
                  <a:lnTo>
                    <a:pt x="9134" y="14343"/>
                  </a:lnTo>
                  <a:lnTo>
                    <a:pt x="9574" y="14563"/>
                  </a:lnTo>
                  <a:lnTo>
                    <a:pt x="9684" y="14563"/>
                  </a:lnTo>
                  <a:lnTo>
                    <a:pt x="9794" y="14526"/>
                  </a:lnTo>
                  <a:lnTo>
                    <a:pt x="9868" y="14453"/>
                  </a:lnTo>
                  <a:lnTo>
                    <a:pt x="9904" y="14416"/>
                  </a:lnTo>
                  <a:lnTo>
                    <a:pt x="9904" y="14379"/>
                  </a:lnTo>
                  <a:lnTo>
                    <a:pt x="9904" y="14306"/>
                  </a:lnTo>
                  <a:lnTo>
                    <a:pt x="9868" y="14269"/>
                  </a:lnTo>
                  <a:lnTo>
                    <a:pt x="9794" y="14196"/>
                  </a:lnTo>
                  <a:lnTo>
                    <a:pt x="9721" y="14159"/>
                  </a:lnTo>
                  <a:lnTo>
                    <a:pt x="9501" y="14012"/>
                  </a:lnTo>
                  <a:lnTo>
                    <a:pt x="9281" y="13866"/>
                  </a:lnTo>
                  <a:lnTo>
                    <a:pt x="8290" y="13205"/>
                  </a:lnTo>
                  <a:lnTo>
                    <a:pt x="7373" y="12508"/>
                  </a:lnTo>
                  <a:lnTo>
                    <a:pt x="6493" y="11812"/>
                  </a:lnTo>
                  <a:lnTo>
                    <a:pt x="5649" y="11115"/>
                  </a:lnTo>
                  <a:lnTo>
                    <a:pt x="4769" y="10418"/>
                  </a:lnTo>
                  <a:lnTo>
                    <a:pt x="4549" y="10234"/>
                  </a:lnTo>
                  <a:lnTo>
                    <a:pt x="4145" y="9977"/>
                  </a:lnTo>
                  <a:lnTo>
                    <a:pt x="3925" y="9867"/>
                  </a:lnTo>
                  <a:lnTo>
                    <a:pt x="3742" y="9794"/>
                  </a:lnTo>
                  <a:close/>
                  <a:moveTo>
                    <a:pt x="3155" y="14122"/>
                  </a:moveTo>
                  <a:lnTo>
                    <a:pt x="3778" y="14563"/>
                  </a:lnTo>
                  <a:lnTo>
                    <a:pt x="3742" y="14746"/>
                  </a:lnTo>
                  <a:lnTo>
                    <a:pt x="3742" y="14856"/>
                  </a:lnTo>
                  <a:lnTo>
                    <a:pt x="3338" y="14563"/>
                  </a:lnTo>
                  <a:lnTo>
                    <a:pt x="3338" y="14489"/>
                  </a:lnTo>
                  <a:lnTo>
                    <a:pt x="3302" y="14416"/>
                  </a:lnTo>
                  <a:lnTo>
                    <a:pt x="3192" y="14269"/>
                  </a:lnTo>
                  <a:lnTo>
                    <a:pt x="3155" y="14122"/>
                  </a:lnTo>
                  <a:close/>
                  <a:moveTo>
                    <a:pt x="12692" y="13536"/>
                  </a:moveTo>
                  <a:lnTo>
                    <a:pt x="12619" y="13976"/>
                  </a:lnTo>
                  <a:lnTo>
                    <a:pt x="12582" y="14416"/>
                  </a:lnTo>
                  <a:lnTo>
                    <a:pt x="12582" y="14489"/>
                  </a:lnTo>
                  <a:lnTo>
                    <a:pt x="12142" y="15040"/>
                  </a:lnTo>
                  <a:lnTo>
                    <a:pt x="12142" y="14893"/>
                  </a:lnTo>
                  <a:lnTo>
                    <a:pt x="12142" y="14563"/>
                  </a:lnTo>
                  <a:lnTo>
                    <a:pt x="12105" y="14269"/>
                  </a:lnTo>
                  <a:lnTo>
                    <a:pt x="12692" y="13536"/>
                  </a:lnTo>
                  <a:close/>
                  <a:moveTo>
                    <a:pt x="4035" y="14746"/>
                  </a:moveTo>
                  <a:lnTo>
                    <a:pt x="4402" y="15003"/>
                  </a:lnTo>
                  <a:lnTo>
                    <a:pt x="4402" y="15040"/>
                  </a:lnTo>
                  <a:lnTo>
                    <a:pt x="4402" y="15150"/>
                  </a:lnTo>
                  <a:lnTo>
                    <a:pt x="4439" y="15223"/>
                  </a:lnTo>
                  <a:lnTo>
                    <a:pt x="4549" y="15370"/>
                  </a:lnTo>
                  <a:lnTo>
                    <a:pt x="4659" y="15553"/>
                  </a:lnTo>
                  <a:lnTo>
                    <a:pt x="4255" y="15223"/>
                  </a:lnTo>
                  <a:lnTo>
                    <a:pt x="4255" y="15150"/>
                  </a:lnTo>
                  <a:lnTo>
                    <a:pt x="4219" y="15076"/>
                  </a:lnTo>
                  <a:lnTo>
                    <a:pt x="4109" y="14966"/>
                  </a:lnTo>
                  <a:lnTo>
                    <a:pt x="4035" y="14856"/>
                  </a:lnTo>
                  <a:lnTo>
                    <a:pt x="4035" y="14746"/>
                  </a:lnTo>
                  <a:close/>
                  <a:moveTo>
                    <a:pt x="11922" y="14489"/>
                  </a:moveTo>
                  <a:lnTo>
                    <a:pt x="11885" y="14856"/>
                  </a:lnTo>
                  <a:lnTo>
                    <a:pt x="11848" y="15113"/>
                  </a:lnTo>
                  <a:lnTo>
                    <a:pt x="11848" y="15260"/>
                  </a:lnTo>
                  <a:lnTo>
                    <a:pt x="11848" y="15370"/>
                  </a:lnTo>
                  <a:lnTo>
                    <a:pt x="11555" y="15700"/>
                  </a:lnTo>
                  <a:lnTo>
                    <a:pt x="11592" y="15480"/>
                  </a:lnTo>
                  <a:lnTo>
                    <a:pt x="11555" y="15223"/>
                  </a:lnTo>
                  <a:lnTo>
                    <a:pt x="11555" y="15150"/>
                  </a:lnTo>
                  <a:lnTo>
                    <a:pt x="11482" y="15113"/>
                  </a:lnTo>
                  <a:lnTo>
                    <a:pt x="11445" y="15113"/>
                  </a:lnTo>
                  <a:lnTo>
                    <a:pt x="11922" y="14489"/>
                  </a:lnTo>
                  <a:close/>
                  <a:moveTo>
                    <a:pt x="4769" y="15223"/>
                  </a:moveTo>
                  <a:lnTo>
                    <a:pt x="5026" y="15406"/>
                  </a:lnTo>
                  <a:lnTo>
                    <a:pt x="5576" y="15810"/>
                  </a:lnTo>
                  <a:lnTo>
                    <a:pt x="5576" y="15883"/>
                  </a:lnTo>
                  <a:lnTo>
                    <a:pt x="5576" y="16177"/>
                  </a:lnTo>
                  <a:lnTo>
                    <a:pt x="5576" y="16287"/>
                  </a:lnTo>
                  <a:lnTo>
                    <a:pt x="4916" y="15773"/>
                  </a:lnTo>
                  <a:lnTo>
                    <a:pt x="4952" y="15663"/>
                  </a:lnTo>
                  <a:lnTo>
                    <a:pt x="4952" y="15553"/>
                  </a:lnTo>
                  <a:lnTo>
                    <a:pt x="4916" y="15480"/>
                  </a:lnTo>
                  <a:lnTo>
                    <a:pt x="4879" y="15370"/>
                  </a:lnTo>
                  <a:lnTo>
                    <a:pt x="4769" y="15223"/>
                  </a:lnTo>
                  <a:close/>
                  <a:moveTo>
                    <a:pt x="5833" y="15993"/>
                  </a:moveTo>
                  <a:lnTo>
                    <a:pt x="6456" y="16507"/>
                  </a:lnTo>
                  <a:lnTo>
                    <a:pt x="6420" y="16580"/>
                  </a:lnTo>
                  <a:lnTo>
                    <a:pt x="6383" y="16690"/>
                  </a:lnTo>
                  <a:lnTo>
                    <a:pt x="6346" y="16874"/>
                  </a:lnTo>
                  <a:lnTo>
                    <a:pt x="5869" y="16507"/>
                  </a:lnTo>
                  <a:lnTo>
                    <a:pt x="5869" y="16323"/>
                  </a:lnTo>
                  <a:lnTo>
                    <a:pt x="5869" y="16140"/>
                  </a:lnTo>
                  <a:lnTo>
                    <a:pt x="5833" y="15993"/>
                  </a:lnTo>
                  <a:close/>
                  <a:moveTo>
                    <a:pt x="11298" y="15260"/>
                  </a:moveTo>
                  <a:lnTo>
                    <a:pt x="11298" y="15443"/>
                  </a:lnTo>
                  <a:lnTo>
                    <a:pt x="11225" y="15957"/>
                  </a:lnTo>
                  <a:lnTo>
                    <a:pt x="11225" y="16030"/>
                  </a:lnTo>
                  <a:lnTo>
                    <a:pt x="11261" y="16067"/>
                  </a:lnTo>
                  <a:lnTo>
                    <a:pt x="10088" y="17387"/>
                  </a:lnTo>
                  <a:lnTo>
                    <a:pt x="10088" y="17130"/>
                  </a:lnTo>
                  <a:lnTo>
                    <a:pt x="10088" y="16984"/>
                  </a:lnTo>
                  <a:lnTo>
                    <a:pt x="10308" y="16653"/>
                  </a:lnTo>
                  <a:lnTo>
                    <a:pt x="10821" y="15920"/>
                  </a:lnTo>
                  <a:lnTo>
                    <a:pt x="10785" y="16067"/>
                  </a:lnTo>
                  <a:lnTo>
                    <a:pt x="10711" y="16287"/>
                  </a:lnTo>
                  <a:lnTo>
                    <a:pt x="10711" y="16397"/>
                  </a:lnTo>
                  <a:lnTo>
                    <a:pt x="10711" y="16507"/>
                  </a:lnTo>
                  <a:lnTo>
                    <a:pt x="10748" y="16543"/>
                  </a:lnTo>
                  <a:lnTo>
                    <a:pt x="10785" y="16543"/>
                  </a:lnTo>
                  <a:lnTo>
                    <a:pt x="10895" y="16470"/>
                  </a:lnTo>
                  <a:lnTo>
                    <a:pt x="10968" y="16360"/>
                  </a:lnTo>
                  <a:lnTo>
                    <a:pt x="11005" y="16103"/>
                  </a:lnTo>
                  <a:lnTo>
                    <a:pt x="11005" y="15663"/>
                  </a:lnTo>
                  <a:lnTo>
                    <a:pt x="11225" y="15370"/>
                  </a:lnTo>
                  <a:lnTo>
                    <a:pt x="11298" y="15260"/>
                  </a:lnTo>
                  <a:close/>
                  <a:moveTo>
                    <a:pt x="6566" y="16580"/>
                  </a:moveTo>
                  <a:lnTo>
                    <a:pt x="7006" y="17020"/>
                  </a:lnTo>
                  <a:lnTo>
                    <a:pt x="7006" y="17240"/>
                  </a:lnTo>
                  <a:lnTo>
                    <a:pt x="7006" y="17460"/>
                  </a:lnTo>
                  <a:lnTo>
                    <a:pt x="6896" y="17350"/>
                  </a:lnTo>
                  <a:lnTo>
                    <a:pt x="6640" y="17130"/>
                  </a:lnTo>
                  <a:lnTo>
                    <a:pt x="6640" y="17020"/>
                  </a:lnTo>
                  <a:lnTo>
                    <a:pt x="6603" y="16800"/>
                  </a:lnTo>
                  <a:lnTo>
                    <a:pt x="6566" y="16580"/>
                  </a:lnTo>
                  <a:close/>
                  <a:moveTo>
                    <a:pt x="9464" y="404"/>
                  </a:moveTo>
                  <a:lnTo>
                    <a:pt x="9684" y="440"/>
                  </a:lnTo>
                  <a:lnTo>
                    <a:pt x="9868" y="477"/>
                  </a:lnTo>
                  <a:lnTo>
                    <a:pt x="10051" y="587"/>
                  </a:lnTo>
                  <a:lnTo>
                    <a:pt x="10418" y="844"/>
                  </a:lnTo>
                  <a:lnTo>
                    <a:pt x="10711" y="1064"/>
                  </a:lnTo>
                  <a:lnTo>
                    <a:pt x="12582" y="2421"/>
                  </a:lnTo>
                  <a:lnTo>
                    <a:pt x="14489" y="3815"/>
                  </a:lnTo>
                  <a:lnTo>
                    <a:pt x="15443" y="4512"/>
                  </a:lnTo>
                  <a:lnTo>
                    <a:pt x="15700" y="4732"/>
                  </a:lnTo>
                  <a:lnTo>
                    <a:pt x="15847" y="4805"/>
                  </a:lnTo>
                  <a:lnTo>
                    <a:pt x="15993" y="4879"/>
                  </a:lnTo>
                  <a:lnTo>
                    <a:pt x="15590" y="5356"/>
                  </a:lnTo>
                  <a:lnTo>
                    <a:pt x="15223" y="5869"/>
                  </a:lnTo>
                  <a:lnTo>
                    <a:pt x="15040" y="6089"/>
                  </a:lnTo>
                  <a:lnTo>
                    <a:pt x="14856" y="6383"/>
                  </a:lnTo>
                  <a:lnTo>
                    <a:pt x="14783" y="6529"/>
                  </a:lnTo>
                  <a:lnTo>
                    <a:pt x="14746" y="6639"/>
                  </a:lnTo>
                  <a:lnTo>
                    <a:pt x="14746" y="6786"/>
                  </a:lnTo>
                  <a:lnTo>
                    <a:pt x="14856" y="6896"/>
                  </a:lnTo>
                  <a:lnTo>
                    <a:pt x="14966" y="7006"/>
                  </a:lnTo>
                  <a:lnTo>
                    <a:pt x="15076" y="7080"/>
                  </a:lnTo>
                  <a:lnTo>
                    <a:pt x="15370" y="7190"/>
                  </a:lnTo>
                  <a:lnTo>
                    <a:pt x="15957" y="7300"/>
                  </a:lnTo>
                  <a:lnTo>
                    <a:pt x="16727" y="7446"/>
                  </a:lnTo>
                  <a:lnTo>
                    <a:pt x="17021" y="7520"/>
                  </a:lnTo>
                  <a:lnTo>
                    <a:pt x="16984" y="7593"/>
                  </a:lnTo>
                  <a:lnTo>
                    <a:pt x="16470" y="8143"/>
                  </a:lnTo>
                  <a:lnTo>
                    <a:pt x="15993" y="8730"/>
                  </a:lnTo>
                  <a:lnTo>
                    <a:pt x="15040" y="9904"/>
                  </a:lnTo>
                  <a:lnTo>
                    <a:pt x="12912" y="12508"/>
                  </a:lnTo>
                  <a:lnTo>
                    <a:pt x="11848" y="13792"/>
                  </a:lnTo>
                  <a:lnTo>
                    <a:pt x="10821" y="15113"/>
                  </a:lnTo>
                  <a:lnTo>
                    <a:pt x="10344" y="15736"/>
                  </a:lnTo>
                  <a:lnTo>
                    <a:pt x="9904" y="16397"/>
                  </a:lnTo>
                  <a:lnTo>
                    <a:pt x="9464" y="17057"/>
                  </a:lnTo>
                  <a:lnTo>
                    <a:pt x="9317" y="17277"/>
                  </a:lnTo>
                  <a:lnTo>
                    <a:pt x="9207" y="17497"/>
                  </a:lnTo>
                  <a:lnTo>
                    <a:pt x="8987" y="17387"/>
                  </a:lnTo>
                  <a:lnTo>
                    <a:pt x="8767" y="17350"/>
                  </a:lnTo>
                  <a:lnTo>
                    <a:pt x="8290" y="17204"/>
                  </a:lnTo>
                  <a:lnTo>
                    <a:pt x="7997" y="17094"/>
                  </a:lnTo>
                  <a:lnTo>
                    <a:pt x="7740" y="16910"/>
                  </a:lnTo>
                  <a:lnTo>
                    <a:pt x="7483" y="16727"/>
                  </a:lnTo>
                  <a:lnTo>
                    <a:pt x="7227" y="16507"/>
                  </a:lnTo>
                  <a:lnTo>
                    <a:pt x="6750" y="16067"/>
                  </a:lnTo>
                  <a:lnTo>
                    <a:pt x="6273" y="15663"/>
                  </a:lnTo>
                  <a:lnTo>
                    <a:pt x="5723" y="15296"/>
                  </a:lnTo>
                  <a:lnTo>
                    <a:pt x="5209" y="14929"/>
                  </a:lnTo>
                  <a:lnTo>
                    <a:pt x="3045" y="13462"/>
                  </a:lnTo>
                  <a:lnTo>
                    <a:pt x="1908" y="12619"/>
                  </a:lnTo>
                  <a:lnTo>
                    <a:pt x="1321" y="12215"/>
                  </a:lnTo>
                  <a:lnTo>
                    <a:pt x="697" y="11848"/>
                  </a:lnTo>
                  <a:lnTo>
                    <a:pt x="624" y="11812"/>
                  </a:lnTo>
                  <a:lnTo>
                    <a:pt x="1614" y="10381"/>
                  </a:lnTo>
                  <a:lnTo>
                    <a:pt x="2641" y="8950"/>
                  </a:lnTo>
                  <a:lnTo>
                    <a:pt x="3668" y="7556"/>
                  </a:lnTo>
                  <a:lnTo>
                    <a:pt x="4732" y="6163"/>
                  </a:lnTo>
                  <a:lnTo>
                    <a:pt x="6970" y="3338"/>
                  </a:lnTo>
                  <a:lnTo>
                    <a:pt x="8144" y="1944"/>
                  </a:lnTo>
                  <a:lnTo>
                    <a:pt x="8730" y="1284"/>
                  </a:lnTo>
                  <a:lnTo>
                    <a:pt x="9244" y="550"/>
                  </a:lnTo>
                  <a:lnTo>
                    <a:pt x="9281" y="477"/>
                  </a:lnTo>
                  <a:lnTo>
                    <a:pt x="9281" y="404"/>
                  </a:lnTo>
                  <a:close/>
                  <a:moveTo>
                    <a:pt x="7227" y="17204"/>
                  </a:moveTo>
                  <a:lnTo>
                    <a:pt x="7667" y="17460"/>
                  </a:lnTo>
                  <a:lnTo>
                    <a:pt x="8107" y="17681"/>
                  </a:lnTo>
                  <a:lnTo>
                    <a:pt x="8070" y="17937"/>
                  </a:lnTo>
                  <a:lnTo>
                    <a:pt x="8107" y="18194"/>
                  </a:lnTo>
                  <a:lnTo>
                    <a:pt x="7850" y="18084"/>
                  </a:lnTo>
                  <a:lnTo>
                    <a:pt x="7447" y="17791"/>
                  </a:lnTo>
                  <a:lnTo>
                    <a:pt x="7410" y="17644"/>
                  </a:lnTo>
                  <a:lnTo>
                    <a:pt x="7337" y="17497"/>
                  </a:lnTo>
                  <a:lnTo>
                    <a:pt x="7227" y="17204"/>
                  </a:lnTo>
                  <a:close/>
                  <a:moveTo>
                    <a:pt x="9831" y="17460"/>
                  </a:moveTo>
                  <a:lnTo>
                    <a:pt x="9868" y="17534"/>
                  </a:lnTo>
                  <a:lnTo>
                    <a:pt x="9904" y="17571"/>
                  </a:lnTo>
                  <a:lnTo>
                    <a:pt x="9464" y="18084"/>
                  </a:lnTo>
                  <a:lnTo>
                    <a:pt x="9207" y="18341"/>
                  </a:lnTo>
                  <a:lnTo>
                    <a:pt x="9171" y="18231"/>
                  </a:lnTo>
                  <a:lnTo>
                    <a:pt x="9134" y="18121"/>
                  </a:lnTo>
                  <a:lnTo>
                    <a:pt x="9134" y="17974"/>
                  </a:lnTo>
                  <a:lnTo>
                    <a:pt x="9317" y="17974"/>
                  </a:lnTo>
                  <a:lnTo>
                    <a:pt x="9317" y="17937"/>
                  </a:lnTo>
                  <a:lnTo>
                    <a:pt x="9391" y="17937"/>
                  </a:lnTo>
                  <a:lnTo>
                    <a:pt x="9464" y="17901"/>
                  </a:lnTo>
                  <a:lnTo>
                    <a:pt x="9574" y="17827"/>
                  </a:lnTo>
                  <a:lnTo>
                    <a:pt x="9647" y="17681"/>
                  </a:lnTo>
                  <a:lnTo>
                    <a:pt x="9794" y="17460"/>
                  </a:lnTo>
                  <a:close/>
                  <a:moveTo>
                    <a:pt x="9464" y="0"/>
                  </a:moveTo>
                  <a:lnTo>
                    <a:pt x="9281" y="37"/>
                  </a:lnTo>
                  <a:lnTo>
                    <a:pt x="9134" y="110"/>
                  </a:lnTo>
                  <a:lnTo>
                    <a:pt x="9024" y="147"/>
                  </a:lnTo>
                  <a:lnTo>
                    <a:pt x="8951" y="257"/>
                  </a:lnTo>
                  <a:lnTo>
                    <a:pt x="8914" y="294"/>
                  </a:lnTo>
                  <a:lnTo>
                    <a:pt x="8914" y="330"/>
                  </a:lnTo>
                  <a:lnTo>
                    <a:pt x="8327" y="954"/>
                  </a:lnTo>
                  <a:lnTo>
                    <a:pt x="7740" y="1614"/>
                  </a:lnTo>
                  <a:lnTo>
                    <a:pt x="6640" y="2971"/>
                  </a:lnTo>
                  <a:lnTo>
                    <a:pt x="5502" y="4365"/>
                  </a:lnTo>
                  <a:lnTo>
                    <a:pt x="4402" y="5759"/>
                  </a:lnTo>
                  <a:lnTo>
                    <a:pt x="2421" y="8400"/>
                  </a:lnTo>
                  <a:lnTo>
                    <a:pt x="477" y="11041"/>
                  </a:lnTo>
                  <a:lnTo>
                    <a:pt x="330" y="11261"/>
                  </a:lnTo>
                  <a:lnTo>
                    <a:pt x="37" y="11701"/>
                  </a:lnTo>
                  <a:lnTo>
                    <a:pt x="0" y="11775"/>
                  </a:lnTo>
                  <a:lnTo>
                    <a:pt x="0" y="11885"/>
                  </a:lnTo>
                  <a:lnTo>
                    <a:pt x="37" y="11958"/>
                  </a:lnTo>
                  <a:lnTo>
                    <a:pt x="74" y="12032"/>
                  </a:lnTo>
                  <a:lnTo>
                    <a:pt x="147" y="12068"/>
                  </a:lnTo>
                  <a:lnTo>
                    <a:pt x="220" y="12105"/>
                  </a:lnTo>
                  <a:lnTo>
                    <a:pt x="294" y="12105"/>
                  </a:lnTo>
                  <a:lnTo>
                    <a:pt x="404" y="12068"/>
                  </a:lnTo>
                  <a:lnTo>
                    <a:pt x="440" y="12142"/>
                  </a:lnTo>
                  <a:lnTo>
                    <a:pt x="697" y="12398"/>
                  </a:lnTo>
                  <a:lnTo>
                    <a:pt x="587" y="12508"/>
                  </a:lnTo>
                  <a:lnTo>
                    <a:pt x="514" y="12655"/>
                  </a:lnTo>
                  <a:lnTo>
                    <a:pt x="440" y="12802"/>
                  </a:lnTo>
                  <a:lnTo>
                    <a:pt x="404" y="12949"/>
                  </a:lnTo>
                  <a:lnTo>
                    <a:pt x="404" y="13022"/>
                  </a:lnTo>
                  <a:lnTo>
                    <a:pt x="440" y="13059"/>
                  </a:lnTo>
                  <a:lnTo>
                    <a:pt x="514" y="13095"/>
                  </a:lnTo>
                  <a:lnTo>
                    <a:pt x="550" y="13095"/>
                  </a:lnTo>
                  <a:lnTo>
                    <a:pt x="624" y="13205"/>
                  </a:lnTo>
                  <a:lnTo>
                    <a:pt x="697" y="13315"/>
                  </a:lnTo>
                  <a:lnTo>
                    <a:pt x="881" y="13462"/>
                  </a:lnTo>
                  <a:lnTo>
                    <a:pt x="1284" y="13719"/>
                  </a:lnTo>
                  <a:lnTo>
                    <a:pt x="2385" y="14416"/>
                  </a:lnTo>
                  <a:lnTo>
                    <a:pt x="3558" y="15223"/>
                  </a:lnTo>
                  <a:lnTo>
                    <a:pt x="4659" y="16103"/>
                  </a:lnTo>
                  <a:lnTo>
                    <a:pt x="6420" y="17534"/>
                  </a:lnTo>
                  <a:lnTo>
                    <a:pt x="6420" y="17571"/>
                  </a:lnTo>
                  <a:lnTo>
                    <a:pt x="6493" y="17644"/>
                  </a:lnTo>
                  <a:lnTo>
                    <a:pt x="6566" y="17644"/>
                  </a:lnTo>
                  <a:lnTo>
                    <a:pt x="6823" y="17864"/>
                  </a:lnTo>
                  <a:lnTo>
                    <a:pt x="7300" y="18231"/>
                  </a:lnTo>
                  <a:lnTo>
                    <a:pt x="7777" y="18561"/>
                  </a:lnTo>
                  <a:lnTo>
                    <a:pt x="8034" y="18671"/>
                  </a:lnTo>
                  <a:lnTo>
                    <a:pt x="8254" y="18781"/>
                  </a:lnTo>
                  <a:lnTo>
                    <a:pt x="8510" y="18854"/>
                  </a:lnTo>
                  <a:lnTo>
                    <a:pt x="8620" y="18854"/>
                  </a:lnTo>
                  <a:lnTo>
                    <a:pt x="8767" y="18818"/>
                  </a:lnTo>
                  <a:lnTo>
                    <a:pt x="8804" y="18744"/>
                  </a:lnTo>
                  <a:lnTo>
                    <a:pt x="8840" y="18708"/>
                  </a:lnTo>
                  <a:lnTo>
                    <a:pt x="8840" y="18634"/>
                  </a:lnTo>
                  <a:lnTo>
                    <a:pt x="8804" y="18561"/>
                  </a:lnTo>
                  <a:lnTo>
                    <a:pt x="8730" y="18488"/>
                  </a:lnTo>
                  <a:lnTo>
                    <a:pt x="8620" y="18414"/>
                  </a:lnTo>
                  <a:lnTo>
                    <a:pt x="8437" y="18341"/>
                  </a:lnTo>
                  <a:lnTo>
                    <a:pt x="8400" y="18341"/>
                  </a:lnTo>
                  <a:lnTo>
                    <a:pt x="8400" y="18157"/>
                  </a:lnTo>
                  <a:lnTo>
                    <a:pt x="8400" y="17974"/>
                  </a:lnTo>
                  <a:lnTo>
                    <a:pt x="8364" y="17791"/>
                  </a:lnTo>
                  <a:lnTo>
                    <a:pt x="8620" y="17864"/>
                  </a:lnTo>
                  <a:lnTo>
                    <a:pt x="8951" y="17937"/>
                  </a:lnTo>
                  <a:lnTo>
                    <a:pt x="8877" y="18121"/>
                  </a:lnTo>
                  <a:lnTo>
                    <a:pt x="8877" y="18267"/>
                  </a:lnTo>
                  <a:lnTo>
                    <a:pt x="8914" y="18451"/>
                  </a:lnTo>
                  <a:lnTo>
                    <a:pt x="8987" y="18598"/>
                  </a:lnTo>
                  <a:lnTo>
                    <a:pt x="8877" y="18781"/>
                  </a:lnTo>
                  <a:lnTo>
                    <a:pt x="8877" y="18854"/>
                  </a:lnTo>
                  <a:lnTo>
                    <a:pt x="8914" y="18964"/>
                  </a:lnTo>
                  <a:lnTo>
                    <a:pt x="9024" y="19001"/>
                  </a:lnTo>
                  <a:lnTo>
                    <a:pt x="9097" y="18964"/>
                  </a:lnTo>
                  <a:lnTo>
                    <a:pt x="9281" y="18854"/>
                  </a:lnTo>
                  <a:lnTo>
                    <a:pt x="9427" y="18708"/>
                  </a:lnTo>
                  <a:lnTo>
                    <a:pt x="9721" y="18414"/>
                  </a:lnTo>
                  <a:lnTo>
                    <a:pt x="10344" y="17717"/>
                  </a:lnTo>
                  <a:lnTo>
                    <a:pt x="11555" y="16397"/>
                  </a:lnTo>
                  <a:lnTo>
                    <a:pt x="12802" y="14929"/>
                  </a:lnTo>
                  <a:lnTo>
                    <a:pt x="14013" y="13462"/>
                  </a:lnTo>
                  <a:lnTo>
                    <a:pt x="15150" y="11958"/>
                  </a:lnTo>
                  <a:lnTo>
                    <a:pt x="16214" y="10454"/>
                  </a:lnTo>
                  <a:lnTo>
                    <a:pt x="17314" y="8950"/>
                  </a:lnTo>
                  <a:lnTo>
                    <a:pt x="17791" y="8253"/>
                  </a:lnTo>
                  <a:lnTo>
                    <a:pt x="18011" y="7887"/>
                  </a:lnTo>
                  <a:lnTo>
                    <a:pt x="18231" y="7483"/>
                  </a:lnTo>
                  <a:lnTo>
                    <a:pt x="18304" y="7483"/>
                  </a:lnTo>
                  <a:lnTo>
                    <a:pt x="18341" y="7446"/>
                  </a:lnTo>
                  <a:lnTo>
                    <a:pt x="18378" y="7373"/>
                  </a:lnTo>
                  <a:lnTo>
                    <a:pt x="18378" y="7300"/>
                  </a:lnTo>
                  <a:lnTo>
                    <a:pt x="18268" y="7080"/>
                  </a:lnTo>
                  <a:lnTo>
                    <a:pt x="18158" y="6860"/>
                  </a:lnTo>
                  <a:lnTo>
                    <a:pt x="17828" y="6493"/>
                  </a:lnTo>
                  <a:lnTo>
                    <a:pt x="17644" y="6346"/>
                  </a:lnTo>
                  <a:lnTo>
                    <a:pt x="17424" y="6199"/>
                  </a:lnTo>
                  <a:lnTo>
                    <a:pt x="17277" y="6126"/>
                  </a:lnTo>
                  <a:lnTo>
                    <a:pt x="17131" y="6089"/>
                  </a:lnTo>
                  <a:lnTo>
                    <a:pt x="16910" y="5576"/>
                  </a:lnTo>
                  <a:lnTo>
                    <a:pt x="16837" y="5319"/>
                  </a:lnTo>
                  <a:lnTo>
                    <a:pt x="16800" y="5062"/>
                  </a:lnTo>
                  <a:lnTo>
                    <a:pt x="16800" y="4915"/>
                  </a:lnTo>
                  <a:lnTo>
                    <a:pt x="16727" y="4769"/>
                  </a:lnTo>
                  <a:lnTo>
                    <a:pt x="16654" y="4695"/>
                  </a:lnTo>
                  <a:lnTo>
                    <a:pt x="16470" y="4695"/>
                  </a:lnTo>
                  <a:lnTo>
                    <a:pt x="16397" y="4732"/>
                  </a:lnTo>
                  <a:lnTo>
                    <a:pt x="16360" y="4769"/>
                  </a:lnTo>
                  <a:lnTo>
                    <a:pt x="16397" y="4842"/>
                  </a:lnTo>
                  <a:lnTo>
                    <a:pt x="16434" y="4879"/>
                  </a:lnTo>
                  <a:lnTo>
                    <a:pt x="16434" y="4915"/>
                  </a:lnTo>
                  <a:lnTo>
                    <a:pt x="16434" y="5099"/>
                  </a:lnTo>
                  <a:lnTo>
                    <a:pt x="16434" y="5356"/>
                  </a:lnTo>
                  <a:lnTo>
                    <a:pt x="16470" y="5539"/>
                  </a:lnTo>
                  <a:lnTo>
                    <a:pt x="16544" y="5759"/>
                  </a:lnTo>
                  <a:lnTo>
                    <a:pt x="16690" y="6126"/>
                  </a:lnTo>
                  <a:lnTo>
                    <a:pt x="16984" y="7006"/>
                  </a:lnTo>
                  <a:lnTo>
                    <a:pt x="17021" y="7080"/>
                  </a:lnTo>
                  <a:lnTo>
                    <a:pt x="16544" y="6970"/>
                  </a:lnTo>
                  <a:lnTo>
                    <a:pt x="15920" y="6860"/>
                  </a:lnTo>
                  <a:lnTo>
                    <a:pt x="15296" y="6713"/>
                  </a:lnTo>
                  <a:lnTo>
                    <a:pt x="15186" y="6639"/>
                  </a:lnTo>
                  <a:lnTo>
                    <a:pt x="15223" y="6603"/>
                  </a:lnTo>
                  <a:lnTo>
                    <a:pt x="15333" y="6419"/>
                  </a:lnTo>
                  <a:lnTo>
                    <a:pt x="15700" y="5906"/>
                  </a:lnTo>
                  <a:lnTo>
                    <a:pt x="16030" y="5392"/>
                  </a:lnTo>
                  <a:lnTo>
                    <a:pt x="16287" y="4915"/>
                  </a:lnTo>
                  <a:lnTo>
                    <a:pt x="16360" y="4842"/>
                  </a:lnTo>
                  <a:lnTo>
                    <a:pt x="16360" y="4732"/>
                  </a:lnTo>
                  <a:lnTo>
                    <a:pt x="16324" y="4622"/>
                  </a:lnTo>
                  <a:lnTo>
                    <a:pt x="16250" y="4512"/>
                  </a:lnTo>
                  <a:lnTo>
                    <a:pt x="16067" y="4329"/>
                  </a:lnTo>
                  <a:lnTo>
                    <a:pt x="15590" y="4035"/>
                  </a:lnTo>
                  <a:lnTo>
                    <a:pt x="14526" y="3265"/>
                  </a:lnTo>
                  <a:lnTo>
                    <a:pt x="12435" y="1724"/>
                  </a:lnTo>
                  <a:lnTo>
                    <a:pt x="11445" y="1027"/>
                  </a:lnTo>
                  <a:lnTo>
                    <a:pt x="10454" y="330"/>
                  </a:lnTo>
                  <a:lnTo>
                    <a:pt x="10124" y="147"/>
                  </a:lnTo>
                  <a:lnTo>
                    <a:pt x="9794" y="37"/>
                  </a:lnTo>
                  <a:lnTo>
                    <a:pt x="9611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6" name="Google Shape;302;p5">
              <a:extLst>
                <a:ext uri="{FF2B5EF4-FFF2-40B4-BE49-F238E27FC236}">
                  <a16:creationId xmlns:a16="http://schemas.microsoft.com/office/drawing/2014/main" id="{EAFCDCFF-A04B-4537-A2FB-EC93CEBC104E}"/>
                </a:ext>
              </a:extLst>
            </p:cNvPr>
            <p:cNvSpPr/>
            <p:nvPr/>
          </p:nvSpPr>
          <p:spPr>
            <a:xfrm>
              <a:off x="6855475" y="1544725"/>
              <a:ext cx="444800" cy="353100"/>
            </a:xfrm>
            <a:custGeom>
              <a:avLst/>
              <a:gdLst/>
              <a:ahLst/>
              <a:cxnLst/>
              <a:rect l="l" t="t" r="r" b="b"/>
              <a:pathLst>
                <a:path w="17792" h="14124" extrusionOk="0">
                  <a:moveTo>
                    <a:pt x="10565" y="2275"/>
                  </a:moveTo>
                  <a:lnTo>
                    <a:pt x="10785" y="2312"/>
                  </a:lnTo>
                  <a:lnTo>
                    <a:pt x="11189" y="2422"/>
                  </a:lnTo>
                  <a:lnTo>
                    <a:pt x="11555" y="2605"/>
                  </a:lnTo>
                  <a:lnTo>
                    <a:pt x="11445" y="2605"/>
                  </a:lnTo>
                  <a:lnTo>
                    <a:pt x="10638" y="2899"/>
                  </a:lnTo>
                  <a:lnTo>
                    <a:pt x="9868" y="3192"/>
                  </a:lnTo>
                  <a:lnTo>
                    <a:pt x="9245" y="3449"/>
                  </a:lnTo>
                  <a:lnTo>
                    <a:pt x="8584" y="3706"/>
                  </a:lnTo>
                  <a:lnTo>
                    <a:pt x="7961" y="4036"/>
                  </a:lnTo>
                  <a:lnTo>
                    <a:pt x="7667" y="4219"/>
                  </a:lnTo>
                  <a:lnTo>
                    <a:pt x="7410" y="4439"/>
                  </a:lnTo>
                  <a:lnTo>
                    <a:pt x="7631" y="4073"/>
                  </a:lnTo>
                  <a:lnTo>
                    <a:pt x="7887" y="3743"/>
                  </a:lnTo>
                  <a:lnTo>
                    <a:pt x="8144" y="3412"/>
                  </a:lnTo>
                  <a:lnTo>
                    <a:pt x="8438" y="3156"/>
                  </a:lnTo>
                  <a:lnTo>
                    <a:pt x="8768" y="2899"/>
                  </a:lnTo>
                  <a:lnTo>
                    <a:pt x="9098" y="2679"/>
                  </a:lnTo>
                  <a:lnTo>
                    <a:pt x="9501" y="2495"/>
                  </a:lnTo>
                  <a:lnTo>
                    <a:pt x="9905" y="2349"/>
                  </a:lnTo>
                  <a:lnTo>
                    <a:pt x="10125" y="2312"/>
                  </a:lnTo>
                  <a:lnTo>
                    <a:pt x="10345" y="2275"/>
                  </a:lnTo>
                  <a:close/>
                  <a:moveTo>
                    <a:pt x="1285" y="2129"/>
                  </a:moveTo>
                  <a:lnTo>
                    <a:pt x="1248" y="2165"/>
                  </a:lnTo>
                  <a:lnTo>
                    <a:pt x="1101" y="2275"/>
                  </a:lnTo>
                  <a:lnTo>
                    <a:pt x="991" y="2422"/>
                  </a:lnTo>
                  <a:lnTo>
                    <a:pt x="808" y="2715"/>
                  </a:lnTo>
                  <a:lnTo>
                    <a:pt x="588" y="2605"/>
                  </a:lnTo>
                  <a:lnTo>
                    <a:pt x="441" y="2422"/>
                  </a:lnTo>
                  <a:lnTo>
                    <a:pt x="258" y="2239"/>
                  </a:lnTo>
                  <a:lnTo>
                    <a:pt x="184" y="2202"/>
                  </a:lnTo>
                  <a:lnTo>
                    <a:pt x="111" y="2202"/>
                  </a:lnTo>
                  <a:lnTo>
                    <a:pt x="37" y="2239"/>
                  </a:lnTo>
                  <a:lnTo>
                    <a:pt x="1" y="2312"/>
                  </a:lnTo>
                  <a:lnTo>
                    <a:pt x="1" y="2495"/>
                  </a:lnTo>
                  <a:lnTo>
                    <a:pt x="74" y="2642"/>
                  </a:lnTo>
                  <a:lnTo>
                    <a:pt x="147" y="2789"/>
                  </a:lnTo>
                  <a:lnTo>
                    <a:pt x="258" y="2936"/>
                  </a:lnTo>
                  <a:lnTo>
                    <a:pt x="404" y="3046"/>
                  </a:lnTo>
                  <a:lnTo>
                    <a:pt x="588" y="3119"/>
                  </a:lnTo>
                  <a:lnTo>
                    <a:pt x="294" y="3706"/>
                  </a:lnTo>
                  <a:lnTo>
                    <a:pt x="74" y="4293"/>
                  </a:lnTo>
                  <a:lnTo>
                    <a:pt x="74" y="4403"/>
                  </a:lnTo>
                  <a:lnTo>
                    <a:pt x="74" y="4476"/>
                  </a:lnTo>
                  <a:lnTo>
                    <a:pt x="147" y="4549"/>
                  </a:lnTo>
                  <a:lnTo>
                    <a:pt x="221" y="4586"/>
                  </a:lnTo>
                  <a:lnTo>
                    <a:pt x="294" y="4623"/>
                  </a:lnTo>
                  <a:lnTo>
                    <a:pt x="368" y="4586"/>
                  </a:lnTo>
                  <a:lnTo>
                    <a:pt x="441" y="4549"/>
                  </a:lnTo>
                  <a:lnTo>
                    <a:pt x="514" y="4476"/>
                  </a:lnTo>
                  <a:lnTo>
                    <a:pt x="991" y="3339"/>
                  </a:lnTo>
                  <a:lnTo>
                    <a:pt x="1248" y="2789"/>
                  </a:lnTo>
                  <a:lnTo>
                    <a:pt x="1321" y="2495"/>
                  </a:lnTo>
                  <a:lnTo>
                    <a:pt x="1395" y="2202"/>
                  </a:lnTo>
                  <a:lnTo>
                    <a:pt x="1358" y="2165"/>
                  </a:lnTo>
                  <a:lnTo>
                    <a:pt x="1321" y="2129"/>
                  </a:lnTo>
                  <a:close/>
                  <a:moveTo>
                    <a:pt x="11702" y="2715"/>
                  </a:moveTo>
                  <a:lnTo>
                    <a:pt x="11959" y="2936"/>
                  </a:lnTo>
                  <a:lnTo>
                    <a:pt x="12142" y="3156"/>
                  </a:lnTo>
                  <a:lnTo>
                    <a:pt x="12216" y="3266"/>
                  </a:lnTo>
                  <a:lnTo>
                    <a:pt x="11812" y="3412"/>
                  </a:lnTo>
                  <a:lnTo>
                    <a:pt x="11445" y="3559"/>
                  </a:lnTo>
                  <a:lnTo>
                    <a:pt x="9758" y="4183"/>
                  </a:lnTo>
                  <a:lnTo>
                    <a:pt x="8254" y="4770"/>
                  </a:lnTo>
                  <a:lnTo>
                    <a:pt x="7484" y="5100"/>
                  </a:lnTo>
                  <a:lnTo>
                    <a:pt x="7117" y="5283"/>
                  </a:lnTo>
                  <a:lnTo>
                    <a:pt x="6787" y="5503"/>
                  </a:lnTo>
                  <a:lnTo>
                    <a:pt x="7337" y="4549"/>
                  </a:lnTo>
                  <a:lnTo>
                    <a:pt x="7374" y="4549"/>
                  </a:lnTo>
                  <a:lnTo>
                    <a:pt x="8364" y="4073"/>
                  </a:lnTo>
                  <a:lnTo>
                    <a:pt x="9355" y="3632"/>
                  </a:lnTo>
                  <a:lnTo>
                    <a:pt x="11409" y="2862"/>
                  </a:lnTo>
                  <a:lnTo>
                    <a:pt x="11445" y="2936"/>
                  </a:lnTo>
                  <a:lnTo>
                    <a:pt x="11519" y="2972"/>
                  </a:lnTo>
                  <a:lnTo>
                    <a:pt x="11592" y="3009"/>
                  </a:lnTo>
                  <a:lnTo>
                    <a:pt x="11666" y="2972"/>
                  </a:lnTo>
                  <a:lnTo>
                    <a:pt x="11739" y="2899"/>
                  </a:lnTo>
                  <a:lnTo>
                    <a:pt x="11739" y="2789"/>
                  </a:lnTo>
                  <a:lnTo>
                    <a:pt x="11702" y="2715"/>
                  </a:lnTo>
                  <a:close/>
                  <a:moveTo>
                    <a:pt x="12326" y="3522"/>
                  </a:moveTo>
                  <a:lnTo>
                    <a:pt x="12399" y="3596"/>
                  </a:lnTo>
                  <a:lnTo>
                    <a:pt x="12436" y="3596"/>
                  </a:lnTo>
                  <a:lnTo>
                    <a:pt x="12583" y="3926"/>
                  </a:lnTo>
                  <a:lnTo>
                    <a:pt x="12546" y="3926"/>
                  </a:lnTo>
                  <a:lnTo>
                    <a:pt x="12473" y="3963"/>
                  </a:lnTo>
                  <a:lnTo>
                    <a:pt x="12289" y="4109"/>
                  </a:lnTo>
                  <a:lnTo>
                    <a:pt x="12106" y="4219"/>
                  </a:lnTo>
                  <a:lnTo>
                    <a:pt x="11702" y="4403"/>
                  </a:lnTo>
                  <a:lnTo>
                    <a:pt x="11262" y="4586"/>
                  </a:lnTo>
                  <a:lnTo>
                    <a:pt x="10822" y="4733"/>
                  </a:lnTo>
                  <a:lnTo>
                    <a:pt x="9941" y="5026"/>
                  </a:lnTo>
                  <a:lnTo>
                    <a:pt x="9061" y="5393"/>
                  </a:lnTo>
                  <a:lnTo>
                    <a:pt x="8217" y="5723"/>
                  </a:lnTo>
                  <a:lnTo>
                    <a:pt x="7374" y="6127"/>
                  </a:lnTo>
                  <a:lnTo>
                    <a:pt x="6750" y="6384"/>
                  </a:lnTo>
                  <a:lnTo>
                    <a:pt x="6420" y="6567"/>
                  </a:lnTo>
                  <a:lnTo>
                    <a:pt x="6090" y="6750"/>
                  </a:lnTo>
                  <a:lnTo>
                    <a:pt x="6310" y="6384"/>
                  </a:lnTo>
                  <a:lnTo>
                    <a:pt x="6677" y="5650"/>
                  </a:lnTo>
                  <a:lnTo>
                    <a:pt x="7410" y="5467"/>
                  </a:lnTo>
                  <a:lnTo>
                    <a:pt x="8107" y="5173"/>
                  </a:lnTo>
                  <a:lnTo>
                    <a:pt x="9465" y="4623"/>
                  </a:lnTo>
                  <a:lnTo>
                    <a:pt x="10932" y="4073"/>
                  </a:lnTo>
                  <a:lnTo>
                    <a:pt x="11629" y="3816"/>
                  </a:lnTo>
                  <a:lnTo>
                    <a:pt x="12326" y="3522"/>
                  </a:lnTo>
                  <a:close/>
                  <a:moveTo>
                    <a:pt x="5100" y="8401"/>
                  </a:moveTo>
                  <a:lnTo>
                    <a:pt x="4989" y="8438"/>
                  </a:lnTo>
                  <a:lnTo>
                    <a:pt x="4953" y="8474"/>
                  </a:lnTo>
                  <a:lnTo>
                    <a:pt x="4953" y="8511"/>
                  </a:lnTo>
                  <a:lnTo>
                    <a:pt x="4916" y="8768"/>
                  </a:lnTo>
                  <a:lnTo>
                    <a:pt x="4879" y="8988"/>
                  </a:lnTo>
                  <a:lnTo>
                    <a:pt x="4879" y="9245"/>
                  </a:lnTo>
                  <a:lnTo>
                    <a:pt x="4916" y="9355"/>
                  </a:lnTo>
                  <a:lnTo>
                    <a:pt x="4989" y="9465"/>
                  </a:lnTo>
                  <a:lnTo>
                    <a:pt x="5026" y="9501"/>
                  </a:lnTo>
                  <a:lnTo>
                    <a:pt x="5173" y="9501"/>
                  </a:lnTo>
                  <a:lnTo>
                    <a:pt x="5210" y="9465"/>
                  </a:lnTo>
                  <a:lnTo>
                    <a:pt x="5283" y="9391"/>
                  </a:lnTo>
                  <a:lnTo>
                    <a:pt x="5320" y="9281"/>
                  </a:lnTo>
                  <a:lnTo>
                    <a:pt x="5320" y="9061"/>
                  </a:lnTo>
                  <a:lnTo>
                    <a:pt x="5320" y="8768"/>
                  </a:lnTo>
                  <a:lnTo>
                    <a:pt x="5283" y="8511"/>
                  </a:lnTo>
                  <a:lnTo>
                    <a:pt x="5246" y="8474"/>
                  </a:lnTo>
                  <a:lnTo>
                    <a:pt x="5210" y="8438"/>
                  </a:lnTo>
                  <a:lnTo>
                    <a:pt x="5100" y="8401"/>
                  </a:lnTo>
                  <a:close/>
                  <a:moveTo>
                    <a:pt x="5210" y="9685"/>
                  </a:moveTo>
                  <a:lnTo>
                    <a:pt x="5136" y="9722"/>
                  </a:lnTo>
                  <a:lnTo>
                    <a:pt x="5063" y="9758"/>
                  </a:lnTo>
                  <a:lnTo>
                    <a:pt x="5026" y="9795"/>
                  </a:lnTo>
                  <a:lnTo>
                    <a:pt x="4989" y="9905"/>
                  </a:lnTo>
                  <a:lnTo>
                    <a:pt x="4989" y="9978"/>
                  </a:lnTo>
                  <a:lnTo>
                    <a:pt x="4916" y="10308"/>
                  </a:lnTo>
                  <a:lnTo>
                    <a:pt x="4916" y="10639"/>
                  </a:lnTo>
                  <a:lnTo>
                    <a:pt x="4953" y="10749"/>
                  </a:lnTo>
                  <a:lnTo>
                    <a:pt x="4989" y="10785"/>
                  </a:lnTo>
                  <a:lnTo>
                    <a:pt x="5063" y="10822"/>
                  </a:lnTo>
                  <a:lnTo>
                    <a:pt x="5173" y="10822"/>
                  </a:lnTo>
                  <a:lnTo>
                    <a:pt x="5246" y="10785"/>
                  </a:lnTo>
                  <a:lnTo>
                    <a:pt x="5283" y="10749"/>
                  </a:lnTo>
                  <a:lnTo>
                    <a:pt x="5283" y="10639"/>
                  </a:lnTo>
                  <a:lnTo>
                    <a:pt x="5283" y="10272"/>
                  </a:lnTo>
                  <a:lnTo>
                    <a:pt x="5356" y="9905"/>
                  </a:lnTo>
                  <a:lnTo>
                    <a:pt x="5356" y="9832"/>
                  </a:lnTo>
                  <a:lnTo>
                    <a:pt x="5320" y="9758"/>
                  </a:lnTo>
                  <a:lnTo>
                    <a:pt x="5283" y="9722"/>
                  </a:lnTo>
                  <a:lnTo>
                    <a:pt x="5210" y="9685"/>
                  </a:lnTo>
                  <a:close/>
                  <a:moveTo>
                    <a:pt x="14600" y="9501"/>
                  </a:moveTo>
                  <a:lnTo>
                    <a:pt x="14563" y="9575"/>
                  </a:lnTo>
                  <a:lnTo>
                    <a:pt x="14490" y="9868"/>
                  </a:lnTo>
                  <a:lnTo>
                    <a:pt x="14417" y="10125"/>
                  </a:lnTo>
                  <a:lnTo>
                    <a:pt x="14380" y="10712"/>
                  </a:lnTo>
                  <a:lnTo>
                    <a:pt x="14417" y="10785"/>
                  </a:lnTo>
                  <a:lnTo>
                    <a:pt x="14453" y="10859"/>
                  </a:lnTo>
                  <a:lnTo>
                    <a:pt x="14527" y="10895"/>
                  </a:lnTo>
                  <a:lnTo>
                    <a:pt x="14600" y="10932"/>
                  </a:lnTo>
                  <a:lnTo>
                    <a:pt x="14673" y="10932"/>
                  </a:lnTo>
                  <a:lnTo>
                    <a:pt x="14747" y="10895"/>
                  </a:lnTo>
                  <a:lnTo>
                    <a:pt x="14783" y="10859"/>
                  </a:lnTo>
                  <a:lnTo>
                    <a:pt x="14820" y="10785"/>
                  </a:lnTo>
                  <a:lnTo>
                    <a:pt x="14820" y="10639"/>
                  </a:lnTo>
                  <a:lnTo>
                    <a:pt x="14820" y="10088"/>
                  </a:lnTo>
                  <a:lnTo>
                    <a:pt x="14820" y="9832"/>
                  </a:lnTo>
                  <a:lnTo>
                    <a:pt x="14747" y="9575"/>
                  </a:lnTo>
                  <a:lnTo>
                    <a:pt x="14710" y="9501"/>
                  </a:lnTo>
                  <a:close/>
                  <a:moveTo>
                    <a:pt x="12729" y="4183"/>
                  </a:moveTo>
                  <a:lnTo>
                    <a:pt x="12986" y="4880"/>
                  </a:lnTo>
                  <a:lnTo>
                    <a:pt x="12766" y="4990"/>
                  </a:lnTo>
                  <a:lnTo>
                    <a:pt x="12509" y="5100"/>
                  </a:lnTo>
                  <a:lnTo>
                    <a:pt x="12032" y="5320"/>
                  </a:lnTo>
                  <a:lnTo>
                    <a:pt x="10969" y="5833"/>
                  </a:lnTo>
                  <a:lnTo>
                    <a:pt x="9978" y="6310"/>
                  </a:lnTo>
                  <a:lnTo>
                    <a:pt x="8988" y="6714"/>
                  </a:lnTo>
                  <a:lnTo>
                    <a:pt x="8071" y="7007"/>
                  </a:lnTo>
                  <a:lnTo>
                    <a:pt x="7117" y="7301"/>
                  </a:lnTo>
                  <a:lnTo>
                    <a:pt x="6677" y="7484"/>
                  </a:lnTo>
                  <a:lnTo>
                    <a:pt x="6237" y="7704"/>
                  </a:lnTo>
                  <a:lnTo>
                    <a:pt x="5796" y="7924"/>
                  </a:lnTo>
                  <a:lnTo>
                    <a:pt x="5430" y="8218"/>
                  </a:lnTo>
                  <a:lnTo>
                    <a:pt x="5393" y="8254"/>
                  </a:lnTo>
                  <a:lnTo>
                    <a:pt x="5393" y="8291"/>
                  </a:lnTo>
                  <a:lnTo>
                    <a:pt x="5430" y="8328"/>
                  </a:lnTo>
                  <a:lnTo>
                    <a:pt x="5466" y="8328"/>
                  </a:lnTo>
                  <a:lnTo>
                    <a:pt x="6420" y="7961"/>
                  </a:lnTo>
                  <a:lnTo>
                    <a:pt x="7337" y="7594"/>
                  </a:lnTo>
                  <a:lnTo>
                    <a:pt x="8364" y="7264"/>
                  </a:lnTo>
                  <a:lnTo>
                    <a:pt x="9391" y="6897"/>
                  </a:lnTo>
                  <a:lnTo>
                    <a:pt x="10345" y="6530"/>
                  </a:lnTo>
                  <a:lnTo>
                    <a:pt x="11262" y="6090"/>
                  </a:lnTo>
                  <a:lnTo>
                    <a:pt x="12326" y="5577"/>
                  </a:lnTo>
                  <a:lnTo>
                    <a:pt x="12729" y="5393"/>
                  </a:lnTo>
                  <a:lnTo>
                    <a:pt x="12913" y="5283"/>
                  </a:lnTo>
                  <a:lnTo>
                    <a:pt x="13133" y="5210"/>
                  </a:lnTo>
                  <a:lnTo>
                    <a:pt x="13169" y="5356"/>
                  </a:lnTo>
                  <a:lnTo>
                    <a:pt x="13426" y="5870"/>
                  </a:lnTo>
                  <a:lnTo>
                    <a:pt x="13390" y="5870"/>
                  </a:lnTo>
                  <a:lnTo>
                    <a:pt x="13353" y="5797"/>
                  </a:lnTo>
                  <a:lnTo>
                    <a:pt x="13280" y="5760"/>
                  </a:lnTo>
                  <a:lnTo>
                    <a:pt x="13206" y="5723"/>
                  </a:lnTo>
                  <a:lnTo>
                    <a:pt x="13133" y="5760"/>
                  </a:lnTo>
                  <a:lnTo>
                    <a:pt x="12216" y="6237"/>
                  </a:lnTo>
                  <a:lnTo>
                    <a:pt x="11299" y="6677"/>
                  </a:lnTo>
                  <a:lnTo>
                    <a:pt x="10345" y="7081"/>
                  </a:lnTo>
                  <a:lnTo>
                    <a:pt x="9428" y="7484"/>
                  </a:lnTo>
                  <a:lnTo>
                    <a:pt x="8474" y="7851"/>
                  </a:lnTo>
                  <a:lnTo>
                    <a:pt x="7520" y="8181"/>
                  </a:lnTo>
                  <a:lnTo>
                    <a:pt x="6640" y="8474"/>
                  </a:lnTo>
                  <a:lnTo>
                    <a:pt x="6163" y="8658"/>
                  </a:lnTo>
                  <a:lnTo>
                    <a:pt x="5980" y="8768"/>
                  </a:lnTo>
                  <a:lnTo>
                    <a:pt x="5760" y="8878"/>
                  </a:lnTo>
                  <a:lnTo>
                    <a:pt x="5760" y="8915"/>
                  </a:lnTo>
                  <a:lnTo>
                    <a:pt x="5760" y="8951"/>
                  </a:lnTo>
                  <a:lnTo>
                    <a:pt x="6273" y="8951"/>
                  </a:lnTo>
                  <a:lnTo>
                    <a:pt x="6713" y="8805"/>
                  </a:lnTo>
                  <a:lnTo>
                    <a:pt x="7631" y="8511"/>
                  </a:lnTo>
                  <a:lnTo>
                    <a:pt x="8621" y="8144"/>
                  </a:lnTo>
                  <a:lnTo>
                    <a:pt x="9611" y="7777"/>
                  </a:lnTo>
                  <a:lnTo>
                    <a:pt x="10528" y="7411"/>
                  </a:lnTo>
                  <a:lnTo>
                    <a:pt x="11409" y="7007"/>
                  </a:lnTo>
                  <a:lnTo>
                    <a:pt x="12289" y="6604"/>
                  </a:lnTo>
                  <a:lnTo>
                    <a:pt x="13133" y="6163"/>
                  </a:lnTo>
                  <a:lnTo>
                    <a:pt x="13206" y="6200"/>
                  </a:lnTo>
                  <a:lnTo>
                    <a:pt x="13316" y="6200"/>
                  </a:lnTo>
                  <a:lnTo>
                    <a:pt x="13390" y="6163"/>
                  </a:lnTo>
                  <a:lnTo>
                    <a:pt x="13463" y="6090"/>
                  </a:lnTo>
                  <a:lnTo>
                    <a:pt x="13500" y="6053"/>
                  </a:lnTo>
                  <a:lnTo>
                    <a:pt x="13866" y="6714"/>
                  </a:lnTo>
                  <a:lnTo>
                    <a:pt x="13646" y="6787"/>
                  </a:lnTo>
                  <a:lnTo>
                    <a:pt x="13463" y="6860"/>
                  </a:lnTo>
                  <a:lnTo>
                    <a:pt x="12913" y="7081"/>
                  </a:lnTo>
                  <a:lnTo>
                    <a:pt x="12399" y="7337"/>
                  </a:lnTo>
                  <a:lnTo>
                    <a:pt x="11225" y="7961"/>
                  </a:lnTo>
                  <a:lnTo>
                    <a:pt x="10675" y="8254"/>
                  </a:lnTo>
                  <a:lnTo>
                    <a:pt x="10052" y="8548"/>
                  </a:lnTo>
                  <a:lnTo>
                    <a:pt x="9428" y="8768"/>
                  </a:lnTo>
                  <a:lnTo>
                    <a:pt x="8804" y="8951"/>
                  </a:lnTo>
                  <a:lnTo>
                    <a:pt x="7520" y="9318"/>
                  </a:lnTo>
                  <a:lnTo>
                    <a:pt x="6200" y="9722"/>
                  </a:lnTo>
                  <a:lnTo>
                    <a:pt x="5796" y="9868"/>
                  </a:lnTo>
                  <a:lnTo>
                    <a:pt x="5650" y="10015"/>
                  </a:lnTo>
                  <a:lnTo>
                    <a:pt x="5576" y="10052"/>
                  </a:lnTo>
                  <a:lnTo>
                    <a:pt x="5576" y="10015"/>
                  </a:lnTo>
                  <a:lnTo>
                    <a:pt x="5540" y="9978"/>
                  </a:lnTo>
                  <a:lnTo>
                    <a:pt x="5540" y="10015"/>
                  </a:lnTo>
                  <a:lnTo>
                    <a:pt x="5503" y="10088"/>
                  </a:lnTo>
                  <a:lnTo>
                    <a:pt x="5503" y="10198"/>
                  </a:lnTo>
                  <a:lnTo>
                    <a:pt x="5540" y="10235"/>
                  </a:lnTo>
                  <a:lnTo>
                    <a:pt x="5576" y="10235"/>
                  </a:lnTo>
                  <a:lnTo>
                    <a:pt x="5796" y="10125"/>
                  </a:lnTo>
                  <a:lnTo>
                    <a:pt x="6017" y="10052"/>
                  </a:lnTo>
                  <a:lnTo>
                    <a:pt x="6530" y="9942"/>
                  </a:lnTo>
                  <a:lnTo>
                    <a:pt x="7704" y="9575"/>
                  </a:lnTo>
                  <a:lnTo>
                    <a:pt x="8878" y="9281"/>
                  </a:lnTo>
                  <a:lnTo>
                    <a:pt x="9465" y="9098"/>
                  </a:lnTo>
                  <a:lnTo>
                    <a:pt x="10015" y="8878"/>
                  </a:lnTo>
                  <a:lnTo>
                    <a:pt x="10528" y="8695"/>
                  </a:lnTo>
                  <a:lnTo>
                    <a:pt x="11005" y="8438"/>
                  </a:lnTo>
                  <a:lnTo>
                    <a:pt x="11959" y="7924"/>
                  </a:lnTo>
                  <a:lnTo>
                    <a:pt x="12473" y="7667"/>
                  </a:lnTo>
                  <a:lnTo>
                    <a:pt x="12986" y="7411"/>
                  </a:lnTo>
                  <a:lnTo>
                    <a:pt x="13573" y="7191"/>
                  </a:lnTo>
                  <a:lnTo>
                    <a:pt x="13756" y="7117"/>
                  </a:lnTo>
                  <a:lnTo>
                    <a:pt x="14013" y="7044"/>
                  </a:lnTo>
                  <a:lnTo>
                    <a:pt x="14050" y="7081"/>
                  </a:lnTo>
                  <a:lnTo>
                    <a:pt x="14160" y="7081"/>
                  </a:lnTo>
                  <a:lnTo>
                    <a:pt x="14197" y="7191"/>
                  </a:lnTo>
                  <a:lnTo>
                    <a:pt x="13830" y="7374"/>
                  </a:lnTo>
                  <a:lnTo>
                    <a:pt x="13500" y="7594"/>
                  </a:lnTo>
                  <a:lnTo>
                    <a:pt x="12436" y="8218"/>
                  </a:lnTo>
                  <a:lnTo>
                    <a:pt x="11335" y="8768"/>
                  </a:lnTo>
                  <a:lnTo>
                    <a:pt x="10198" y="9245"/>
                  </a:lnTo>
                  <a:lnTo>
                    <a:pt x="9061" y="9685"/>
                  </a:lnTo>
                  <a:lnTo>
                    <a:pt x="7887" y="10088"/>
                  </a:lnTo>
                  <a:lnTo>
                    <a:pt x="6750" y="10455"/>
                  </a:lnTo>
                  <a:lnTo>
                    <a:pt x="6200" y="10639"/>
                  </a:lnTo>
                  <a:lnTo>
                    <a:pt x="5906" y="10749"/>
                  </a:lnTo>
                  <a:lnTo>
                    <a:pt x="5650" y="10895"/>
                  </a:lnTo>
                  <a:lnTo>
                    <a:pt x="5613" y="10932"/>
                  </a:lnTo>
                  <a:lnTo>
                    <a:pt x="5613" y="10969"/>
                  </a:lnTo>
                  <a:lnTo>
                    <a:pt x="5613" y="11005"/>
                  </a:lnTo>
                  <a:lnTo>
                    <a:pt x="5686" y="11042"/>
                  </a:lnTo>
                  <a:lnTo>
                    <a:pt x="5943" y="11005"/>
                  </a:lnTo>
                  <a:lnTo>
                    <a:pt x="6200" y="10969"/>
                  </a:lnTo>
                  <a:lnTo>
                    <a:pt x="6713" y="10822"/>
                  </a:lnTo>
                  <a:lnTo>
                    <a:pt x="7337" y="10602"/>
                  </a:lnTo>
                  <a:lnTo>
                    <a:pt x="7961" y="10419"/>
                  </a:lnTo>
                  <a:lnTo>
                    <a:pt x="9208" y="10015"/>
                  </a:lnTo>
                  <a:lnTo>
                    <a:pt x="10418" y="9538"/>
                  </a:lnTo>
                  <a:lnTo>
                    <a:pt x="11445" y="9061"/>
                  </a:lnTo>
                  <a:lnTo>
                    <a:pt x="12473" y="8584"/>
                  </a:lnTo>
                  <a:lnTo>
                    <a:pt x="13573" y="7961"/>
                  </a:lnTo>
                  <a:lnTo>
                    <a:pt x="14013" y="7741"/>
                  </a:lnTo>
                  <a:lnTo>
                    <a:pt x="14233" y="7594"/>
                  </a:lnTo>
                  <a:lnTo>
                    <a:pt x="14417" y="7447"/>
                  </a:lnTo>
                  <a:lnTo>
                    <a:pt x="14527" y="7594"/>
                  </a:lnTo>
                  <a:lnTo>
                    <a:pt x="14527" y="7631"/>
                  </a:lnTo>
                  <a:lnTo>
                    <a:pt x="14417" y="7961"/>
                  </a:lnTo>
                  <a:lnTo>
                    <a:pt x="14417" y="8328"/>
                  </a:lnTo>
                  <a:lnTo>
                    <a:pt x="14343" y="8254"/>
                  </a:lnTo>
                  <a:lnTo>
                    <a:pt x="14233" y="8254"/>
                  </a:lnTo>
                  <a:lnTo>
                    <a:pt x="13830" y="8438"/>
                  </a:lnTo>
                  <a:lnTo>
                    <a:pt x="13426" y="8658"/>
                  </a:lnTo>
                  <a:lnTo>
                    <a:pt x="12693" y="9135"/>
                  </a:lnTo>
                  <a:lnTo>
                    <a:pt x="12252" y="9428"/>
                  </a:lnTo>
                  <a:lnTo>
                    <a:pt x="11776" y="9685"/>
                  </a:lnTo>
                  <a:lnTo>
                    <a:pt x="11299" y="9942"/>
                  </a:lnTo>
                  <a:lnTo>
                    <a:pt x="10822" y="10125"/>
                  </a:lnTo>
                  <a:lnTo>
                    <a:pt x="8658" y="10822"/>
                  </a:lnTo>
                  <a:lnTo>
                    <a:pt x="7741" y="11115"/>
                  </a:lnTo>
                  <a:lnTo>
                    <a:pt x="7300" y="11262"/>
                  </a:lnTo>
                  <a:lnTo>
                    <a:pt x="6860" y="11446"/>
                  </a:lnTo>
                  <a:lnTo>
                    <a:pt x="5283" y="11409"/>
                  </a:lnTo>
                  <a:lnTo>
                    <a:pt x="5246" y="11189"/>
                  </a:lnTo>
                  <a:lnTo>
                    <a:pt x="5173" y="11115"/>
                  </a:lnTo>
                  <a:lnTo>
                    <a:pt x="5026" y="11115"/>
                  </a:lnTo>
                  <a:lnTo>
                    <a:pt x="4989" y="11189"/>
                  </a:lnTo>
                  <a:lnTo>
                    <a:pt x="4953" y="11409"/>
                  </a:lnTo>
                  <a:lnTo>
                    <a:pt x="4182" y="11336"/>
                  </a:lnTo>
                  <a:lnTo>
                    <a:pt x="3816" y="11336"/>
                  </a:lnTo>
                  <a:lnTo>
                    <a:pt x="3412" y="11372"/>
                  </a:lnTo>
                  <a:lnTo>
                    <a:pt x="3119" y="11409"/>
                  </a:lnTo>
                  <a:lnTo>
                    <a:pt x="2862" y="11556"/>
                  </a:lnTo>
                  <a:lnTo>
                    <a:pt x="2825" y="11005"/>
                  </a:lnTo>
                  <a:lnTo>
                    <a:pt x="2715" y="9428"/>
                  </a:lnTo>
                  <a:lnTo>
                    <a:pt x="2715" y="9171"/>
                  </a:lnTo>
                  <a:lnTo>
                    <a:pt x="2972" y="9171"/>
                  </a:lnTo>
                  <a:lnTo>
                    <a:pt x="3265" y="9135"/>
                  </a:lnTo>
                  <a:lnTo>
                    <a:pt x="3522" y="9061"/>
                  </a:lnTo>
                  <a:lnTo>
                    <a:pt x="3779" y="8988"/>
                  </a:lnTo>
                  <a:lnTo>
                    <a:pt x="4036" y="8841"/>
                  </a:lnTo>
                  <a:lnTo>
                    <a:pt x="4293" y="8695"/>
                  </a:lnTo>
                  <a:lnTo>
                    <a:pt x="4733" y="8401"/>
                  </a:lnTo>
                  <a:lnTo>
                    <a:pt x="5063" y="8108"/>
                  </a:lnTo>
                  <a:lnTo>
                    <a:pt x="5356" y="7777"/>
                  </a:lnTo>
                  <a:lnTo>
                    <a:pt x="5613" y="7447"/>
                  </a:lnTo>
                  <a:lnTo>
                    <a:pt x="5870" y="7117"/>
                  </a:lnTo>
                  <a:lnTo>
                    <a:pt x="6273" y="7007"/>
                  </a:lnTo>
                  <a:lnTo>
                    <a:pt x="6640" y="6824"/>
                  </a:lnTo>
                  <a:lnTo>
                    <a:pt x="7410" y="6420"/>
                  </a:lnTo>
                  <a:lnTo>
                    <a:pt x="8401" y="5980"/>
                  </a:lnTo>
                  <a:lnTo>
                    <a:pt x="9355" y="5577"/>
                  </a:lnTo>
                  <a:lnTo>
                    <a:pt x="10308" y="5246"/>
                  </a:lnTo>
                  <a:lnTo>
                    <a:pt x="11262" y="4880"/>
                  </a:lnTo>
                  <a:lnTo>
                    <a:pt x="12032" y="4623"/>
                  </a:lnTo>
                  <a:lnTo>
                    <a:pt x="12436" y="4403"/>
                  </a:lnTo>
                  <a:lnTo>
                    <a:pt x="12619" y="4219"/>
                  </a:lnTo>
                  <a:lnTo>
                    <a:pt x="12729" y="4183"/>
                  </a:lnTo>
                  <a:close/>
                  <a:moveTo>
                    <a:pt x="2385" y="1"/>
                  </a:moveTo>
                  <a:lnTo>
                    <a:pt x="2238" y="38"/>
                  </a:lnTo>
                  <a:lnTo>
                    <a:pt x="2202" y="74"/>
                  </a:lnTo>
                  <a:lnTo>
                    <a:pt x="2165" y="111"/>
                  </a:lnTo>
                  <a:lnTo>
                    <a:pt x="2055" y="368"/>
                  </a:lnTo>
                  <a:lnTo>
                    <a:pt x="1982" y="515"/>
                  </a:lnTo>
                  <a:lnTo>
                    <a:pt x="1578" y="1432"/>
                  </a:lnTo>
                  <a:lnTo>
                    <a:pt x="1541" y="1542"/>
                  </a:lnTo>
                  <a:lnTo>
                    <a:pt x="1578" y="1615"/>
                  </a:lnTo>
                  <a:lnTo>
                    <a:pt x="1615" y="1688"/>
                  </a:lnTo>
                  <a:lnTo>
                    <a:pt x="1688" y="1762"/>
                  </a:lnTo>
                  <a:lnTo>
                    <a:pt x="1761" y="1798"/>
                  </a:lnTo>
                  <a:lnTo>
                    <a:pt x="1835" y="1798"/>
                  </a:lnTo>
                  <a:lnTo>
                    <a:pt x="1908" y="1762"/>
                  </a:lnTo>
                  <a:lnTo>
                    <a:pt x="1982" y="1652"/>
                  </a:lnTo>
                  <a:lnTo>
                    <a:pt x="2128" y="1358"/>
                  </a:lnTo>
                  <a:lnTo>
                    <a:pt x="2092" y="2165"/>
                  </a:lnTo>
                  <a:lnTo>
                    <a:pt x="2092" y="2972"/>
                  </a:lnTo>
                  <a:lnTo>
                    <a:pt x="2055" y="4073"/>
                  </a:lnTo>
                  <a:lnTo>
                    <a:pt x="1982" y="4109"/>
                  </a:lnTo>
                  <a:lnTo>
                    <a:pt x="1835" y="4073"/>
                  </a:lnTo>
                  <a:lnTo>
                    <a:pt x="1725" y="3999"/>
                  </a:lnTo>
                  <a:lnTo>
                    <a:pt x="1615" y="3999"/>
                  </a:lnTo>
                  <a:lnTo>
                    <a:pt x="1541" y="4036"/>
                  </a:lnTo>
                  <a:lnTo>
                    <a:pt x="1505" y="4109"/>
                  </a:lnTo>
                  <a:lnTo>
                    <a:pt x="1541" y="4219"/>
                  </a:lnTo>
                  <a:lnTo>
                    <a:pt x="1651" y="4293"/>
                  </a:lnTo>
                  <a:lnTo>
                    <a:pt x="1761" y="4366"/>
                  </a:lnTo>
                  <a:lnTo>
                    <a:pt x="1908" y="4403"/>
                  </a:lnTo>
                  <a:lnTo>
                    <a:pt x="2055" y="4439"/>
                  </a:lnTo>
                  <a:lnTo>
                    <a:pt x="2055" y="5540"/>
                  </a:lnTo>
                  <a:lnTo>
                    <a:pt x="1908" y="5577"/>
                  </a:lnTo>
                  <a:lnTo>
                    <a:pt x="1651" y="5613"/>
                  </a:lnTo>
                  <a:lnTo>
                    <a:pt x="1615" y="5687"/>
                  </a:lnTo>
                  <a:lnTo>
                    <a:pt x="1541" y="5723"/>
                  </a:lnTo>
                  <a:lnTo>
                    <a:pt x="1541" y="5760"/>
                  </a:lnTo>
                  <a:lnTo>
                    <a:pt x="1505" y="5797"/>
                  </a:lnTo>
                  <a:lnTo>
                    <a:pt x="1541" y="5833"/>
                  </a:lnTo>
                  <a:lnTo>
                    <a:pt x="1578" y="5833"/>
                  </a:lnTo>
                  <a:lnTo>
                    <a:pt x="1651" y="5907"/>
                  </a:lnTo>
                  <a:lnTo>
                    <a:pt x="2055" y="5907"/>
                  </a:lnTo>
                  <a:lnTo>
                    <a:pt x="2092" y="6200"/>
                  </a:lnTo>
                  <a:lnTo>
                    <a:pt x="2092" y="7154"/>
                  </a:lnTo>
                  <a:lnTo>
                    <a:pt x="1835" y="7227"/>
                  </a:lnTo>
                  <a:lnTo>
                    <a:pt x="1541" y="7374"/>
                  </a:lnTo>
                  <a:lnTo>
                    <a:pt x="1505" y="7411"/>
                  </a:lnTo>
                  <a:lnTo>
                    <a:pt x="1505" y="7447"/>
                  </a:lnTo>
                  <a:lnTo>
                    <a:pt x="1541" y="7484"/>
                  </a:lnTo>
                  <a:lnTo>
                    <a:pt x="1578" y="7521"/>
                  </a:lnTo>
                  <a:lnTo>
                    <a:pt x="2092" y="7521"/>
                  </a:lnTo>
                  <a:lnTo>
                    <a:pt x="2165" y="8951"/>
                  </a:lnTo>
                  <a:lnTo>
                    <a:pt x="2165" y="8988"/>
                  </a:lnTo>
                  <a:lnTo>
                    <a:pt x="1982" y="8951"/>
                  </a:lnTo>
                  <a:lnTo>
                    <a:pt x="1578" y="8951"/>
                  </a:lnTo>
                  <a:lnTo>
                    <a:pt x="1505" y="8988"/>
                  </a:lnTo>
                  <a:lnTo>
                    <a:pt x="1468" y="9061"/>
                  </a:lnTo>
                  <a:lnTo>
                    <a:pt x="1468" y="9135"/>
                  </a:lnTo>
                  <a:lnTo>
                    <a:pt x="1541" y="9208"/>
                  </a:lnTo>
                  <a:lnTo>
                    <a:pt x="1688" y="9245"/>
                  </a:lnTo>
                  <a:lnTo>
                    <a:pt x="1835" y="9318"/>
                  </a:lnTo>
                  <a:lnTo>
                    <a:pt x="2202" y="9391"/>
                  </a:lnTo>
                  <a:lnTo>
                    <a:pt x="2238" y="10419"/>
                  </a:lnTo>
                  <a:lnTo>
                    <a:pt x="2018" y="10419"/>
                  </a:lnTo>
                  <a:lnTo>
                    <a:pt x="1798" y="10455"/>
                  </a:lnTo>
                  <a:lnTo>
                    <a:pt x="1725" y="10529"/>
                  </a:lnTo>
                  <a:lnTo>
                    <a:pt x="1651" y="10602"/>
                  </a:lnTo>
                  <a:lnTo>
                    <a:pt x="1578" y="10675"/>
                  </a:lnTo>
                  <a:lnTo>
                    <a:pt x="1615" y="10749"/>
                  </a:lnTo>
                  <a:lnTo>
                    <a:pt x="1688" y="10822"/>
                  </a:lnTo>
                  <a:lnTo>
                    <a:pt x="2128" y="10822"/>
                  </a:lnTo>
                  <a:lnTo>
                    <a:pt x="2275" y="10859"/>
                  </a:lnTo>
                  <a:lnTo>
                    <a:pt x="2275" y="10895"/>
                  </a:lnTo>
                  <a:lnTo>
                    <a:pt x="2312" y="11702"/>
                  </a:lnTo>
                  <a:lnTo>
                    <a:pt x="2348" y="11959"/>
                  </a:lnTo>
                  <a:lnTo>
                    <a:pt x="2385" y="12106"/>
                  </a:lnTo>
                  <a:lnTo>
                    <a:pt x="2495" y="12216"/>
                  </a:lnTo>
                  <a:lnTo>
                    <a:pt x="2568" y="12253"/>
                  </a:lnTo>
                  <a:lnTo>
                    <a:pt x="2679" y="12253"/>
                  </a:lnTo>
                  <a:lnTo>
                    <a:pt x="2752" y="12216"/>
                  </a:lnTo>
                  <a:lnTo>
                    <a:pt x="2789" y="12143"/>
                  </a:lnTo>
                  <a:lnTo>
                    <a:pt x="2825" y="12106"/>
                  </a:lnTo>
                  <a:lnTo>
                    <a:pt x="3009" y="11959"/>
                  </a:lnTo>
                  <a:lnTo>
                    <a:pt x="3265" y="11886"/>
                  </a:lnTo>
                  <a:lnTo>
                    <a:pt x="3486" y="11849"/>
                  </a:lnTo>
                  <a:lnTo>
                    <a:pt x="3742" y="11849"/>
                  </a:lnTo>
                  <a:lnTo>
                    <a:pt x="3742" y="12033"/>
                  </a:lnTo>
                  <a:lnTo>
                    <a:pt x="3742" y="12216"/>
                  </a:lnTo>
                  <a:lnTo>
                    <a:pt x="3816" y="12363"/>
                  </a:lnTo>
                  <a:lnTo>
                    <a:pt x="3889" y="12509"/>
                  </a:lnTo>
                  <a:lnTo>
                    <a:pt x="3962" y="12583"/>
                  </a:lnTo>
                  <a:lnTo>
                    <a:pt x="4036" y="12546"/>
                  </a:lnTo>
                  <a:lnTo>
                    <a:pt x="4109" y="12509"/>
                  </a:lnTo>
                  <a:lnTo>
                    <a:pt x="4146" y="12436"/>
                  </a:lnTo>
                  <a:lnTo>
                    <a:pt x="4072" y="12216"/>
                  </a:lnTo>
                  <a:lnTo>
                    <a:pt x="4036" y="12069"/>
                  </a:lnTo>
                  <a:lnTo>
                    <a:pt x="4036" y="11886"/>
                  </a:lnTo>
                  <a:lnTo>
                    <a:pt x="5063" y="11922"/>
                  </a:lnTo>
                  <a:lnTo>
                    <a:pt x="5063" y="12143"/>
                  </a:lnTo>
                  <a:lnTo>
                    <a:pt x="5100" y="12619"/>
                  </a:lnTo>
                  <a:lnTo>
                    <a:pt x="5136" y="12693"/>
                  </a:lnTo>
                  <a:lnTo>
                    <a:pt x="5173" y="12766"/>
                  </a:lnTo>
                  <a:lnTo>
                    <a:pt x="5320" y="12766"/>
                  </a:lnTo>
                  <a:lnTo>
                    <a:pt x="5466" y="12729"/>
                  </a:lnTo>
                  <a:lnTo>
                    <a:pt x="5503" y="12619"/>
                  </a:lnTo>
                  <a:lnTo>
                    <a:pt x="5540" y="12473"/>
                  </a:lnTo>
                  <a:lnTo>
                    <a:pt x="5466" y="12363"/>
                  </a:lnTo>
                  <a:lnTo>
                    <a:pt x="5393" y="12326"/>
                  </a:lnTo>
                  <a:lnTo>
                    <a:pt x="5356" y="12106"/>
                  </a:lnTo>
                  <a:lnTo>
                    <a:pt x="5283" y="11922"/>
                  </a:lnTo>
                  <a:lnTo>
                    <a:pt x="5906" y="11959"/>
                  </a:lnTo>
                  <a:lnTo>
                    <a:pt x="6493" y="11959"/>
                  </a:lnTo>
                  <a:lnTo>
                    <a:pt x="6493" y="11996"/>
                  </a:lnTo>
                  <a:lnTo>
                    <a:pt x="6457" y="12179"/>
                  </a:lnTo>
                  <a:lnTo>
                    <a:pt x="6420" y="12399"/>
                  </a:lnTo>
                  <a:lnTo>
                    <a:pt x="6457" y="12583"/>
                  </a:lnTo>
                  <a:lnTo>
                    <a:pt x="6567" y="12766"/>
                  </a:lnTo>
                  <a:lnTo>
                    <a:pt x="6603" y="12840"/>
                  </a:lnTo>
                  <a:lnTo>
                    <a:pt x="6677" y="12876"/>
                  </a:lnTo>
                  <a:lnTo>
                    <a:pt x="6750" y="12876"/>
                  </a:lnTo>
                  <a:lnTo>
                    <a:pt x="6824" y="12840"/>
                  </a:lnTo>
                  <a:lnTo>
                    <a:pt x="6897" y="12766"/>
                  </a:lnTo>
                  <a:lnTo>
                    <a:pt x="6897" y="12729"/>
                  </a:lnTo>
                  <a:lnTo>
                    <a:pt x="6897" y="12656"/>
                  </a:lnTo>
                  <a:lnTo>
                    <a:pt x="6824" y="12619"/>
                  </a:lnTo>
                  <a:lnTo>
                    <a:pt x="6787" y="12583"/>
                  </a:lnTo>
                  <a:lnTo>
                    <a:pt x="6713" y="12399"/>
                  </a:lnTo>
                  <a:lnTo>
                    <a:pt x="6677" y="12216"/>
                  </a:lnTo>
                  <a:lnTo>
                    <a:pt x="6640" y="11996"/>
                  </a:lnTo>
                  <a:lnTo>
                    <a:pt x="6640" y="11959"/>
                  </a:lnTo>
                  <a:lnTo>
                    <a:pt x="7924" y="11996"/>
                  </a:lnTo>
                  <a:lnTo>
                    <a:pt x="7851" y="12033"/>
                  </a:lnTo>
                  <a:lnTo>
                    <a:pt x="7814" y="12106"/>
                  </a:lnTo>
                  <a:lnTo>
                    <a:pt x="7777" y="12253"/>
                  </a:lnTo>
                  <a:lnTo>
                    <a:pt x="7777" y="12399"/>
                  </a:lnTo>
                  <a:lnTo>
                    <a:pt x="7777" y="12509"/>
                  </a:lnTo>
                  <a:lnTo>
                    <a:pt x="7814" y="12619"/>
                  </a:lnTo>
                  <a:lnTo>
                    <a:pt x="7887" y="12729"/>
                  </a:lnTo>
                  <a:lnTo>
                    <a:pt x="7961" y="12766"/>
                  </a:lnTo>
                  <a:lnTo>
                    <a:pt x="8034" y="12729"/>
                  </a:lnTo>
                  <a:lnTo>
                    <a:pt x="8107" y="12693"/>
                  </a:lnTo>
                  <a:lnTo>
                    <a:pt x="8144" y="12619"/>
                  </a:lnTo>
                  <a:lnTo>
                    <a:pt x="8107" y="12473"/>
                  </a:lnTo>
                  <a:lnTo>
                    <a:pt x="8071" y="12289"/>
                  </a:lnTo>
                  <a:lnTo>
                    <a:pt x="8071" y="12179"/>
                  </a:lnTo>
                  <a:lnTo>
                    <a:pt x="8034" y="12106"/>
                  </a:lnTo>
                  <a:lnTo>
                    <a:pt x="8034" y="12033"/>
                  </a:lnTo>
                  <a:lnTo>
                    <a:pt x="8034" y="11996"/>
                  </a:lnTo>
                  <a:lnTo>
                    <a:pt x="9391" y="11996"/>
                  </a:lnTo>
                  <a:lnTo>
                    <a:pt x="9318" y="12216"/>
                  </a:lnTo>
                  <a:lnTo>
                    <a:pt x="9318" y="12473"/>
                  </a:lnTo>
                  <a:lnTo>
                    <a:pt x="9355" y="12546"/>
                  </a:lnTo>
                  <a:lnTo>
                    <a:pt x="9428" y="12583"/>
                  </a:lnTo>
                  <a:lnTo>
                    <a:pt x="9611" y="12583"/>
                  </a:lnTo>
                  <a:lnTo>
                    <a:pt x="9685" y="12546"/>
                  </a:lnTo>
                  <a:lnTo>
                    <a:pt x="9721" y="12473"/>
                  </a:lnTo>
                  <a:lnTo>
                    <a:pt x="9721" y="12436"/>
                  </a:lnTo>
                  <a:lnTo>
                    <a:pt x="9721" y="12363"/>
                  </a:lnTo>
                  <a:lnTo>
                    <a:pt x="9611" y="12326"/>
                  </a:lnTo>
                  <a:lnTo>
                    <a:pt x="9611" y="11996"/>
                  </a:lnTo>
                  <a:lnTo>
                    <a:pt x="10638" y="11996"/>
                  </a:lnTo>
                  <a:lnTo>
                    <a:pt x="10675" y="12253"/>
                  </a:lnTo>
                  <a:lnTo>
                    <a:pt x="10748" y="12509"/>
                  </a:lnTo>
                  <a:lnTo>
                    <a:pt x="10822" y="12583"/>
                  </a:lnTo>
                  <a:lnTo>
                    <a:pt x="10969" y="12583"/>
                  </a:lnTo>
                  <a:lnTo>
                    <a:pt x="11005" y="12509"/>
                  </a:lnTo>
                  <a:lnTo>
                    <a:pt x="11042" y="12399"/>
                  </a:lnTo>
                  <a:lnTo>
                    <a:pt x="10969" y="12179"/>
                  </a:lnTo>
                  <a:lnTo>
                    <a:pt x="10895" y="11996"/>
                  </a:lnTo>
                  <a:lnTo>
                    <a:pt x="12106" y="11996"/>
                  </a:lnTo>
                  <a:lnTo>
                    <a:pt x="12069" y="12069"/>
                  </a:lnTo>
                  <a:lnTo>
                    <a:pt x="12032" y="12143"/>
                  </a:lnTo>
                  <a:lnTo>
                    <a:pt x="11996" y="12363"/>
                  </a:lnTo>
                  <a:lnTo>
                    <a:pt x="12032" y="12473"/>
                  </a:lnTo>
                  <a:lnTo>
                    <a:pt x="12069" y="12619"/>
                  </a:lnTo>
                  <a:lnTo>
                    <a:pt x="12142" y="12729"/>
                  </a:lnTo>
                  <a:lnTo>
                    <a:pt x="12216" y="12803"/>
                  </a:lnTo>
                  <a:lnTo>
                    <a:pt x="12289" y="12840"/>
                  </a:lnTo>
                  <a:lnTo>
                    <a:pt x="12362" y="12803"/>
                  </a:lnTo>
                  <a:lnTo>
                    <a:pt x="12399" y="12766"/>
                  </a:lnTo>
                  <a:lnTo>
                    <a:pt x="12399" y="12693"/>
                  </a:lnTo>
                  <a:lnTo>
                    <a:pt x="12362" y="12546"/>
                  </a:lnTo>
                  <a:lnTo>
                    <a:pt x="12289" y="12363"/>
                  </a:lnTo>
                  <a:lnTo>
                    <a:pt x="12252" y="12179"/>
                  </a:lnTo>
                  <a:lnTo>
                    <a:pt x="12252" y="11959"/>
                  </a:lnTo>
                  <a:lnTo>
                    <a:pt x="13353" y="11959"/>
                  </a:lnTo>
                  <a:lnTo>
                    <a:pt x="13280" y="12106"/>
                  </a:lnTo>
                  <a:lnTo>
                    <a:pt x="13243" y="12253"/>
                  </a:lnTo>
                  <a:lnTo>
                    <a:pt x="13243" y="12436"/>
                  </a:lnTo>
                  <a:lnTo>
                    <a:pt x="13316" y="12583"/>
                  </a:lnTo>
                  <a:lnTo>
                    <a:pt x="13353" y="12619"/>
                  </a:lnTo>
                  <a:lnTo>
                    <a:pt x="13426" y="12656"/>
                  </a:lnTo>
                  <a:lnTo>
                    <a:pt x="13500" y="12656"/>
                  </a:lnTo>
                  <a:lnTo>
                    <a:pt x="13573" y="12583"/>
                  </a:lnTo>
                  <a:lnTo>
                    <a:pt x="13610" y="12436"/>
                  </a:lnTo>
                  <a:lnTo>
                    <a:pt x="13536" y="12216"/>
                  </a:lnTo>
                  <a:lnTo>
                    <a:pt x="13536" y="12069"/>
                  </a:lnTo>
                  <a:lnTo>
                    <a:pt x="13573" y="11922"/>
                  </a:lnTo>
                  <a:lnTo>
                    <a:pt x="14563" y="11886"/>
                  </a:lnTo>
                  <a:lnTo>
                    <a:pt x="14563" y="11886"/>
                  </a:lnTo>
                  <a:lnTo>
                    <a:pt x="14527" y="12363"/>
                  </a:lnTo>
                  <a:lnTo>
                    <a:pt x="14563" y="12436"/>
                  </a:lnTo>
                  <a:lnTo>
                    <a:pt x="14637" y="12509"/>
                  </a:lnTo>
                  <a:lnTo>
                    <a:pt x="14747" y="12509"/>
                  </a:lnTo>
                  <a:lnTo>
                    <a:pt x="14820" y="12473"/>
                  </a:lnTo>
                  <a:lnTo>
                    <a:pt x="14893" y="12399"/>
                  </a:lnTo>
                  <a:lnTo>
                    <a:pt x="14967" y="12289"/>
                  </a:lnTo>
                  <a:lnTo>
                    <a:pt x="14967" y="12179"/>
                  </a:lnTo>
                  <a:lnTo>
                    <a:pt x="14967" y="12069"/>
                  </a:lnTo>
                  <a:lnTo>
                    <a:pt x="14930" y="11996"/>
                  </a:lnTo>
                  <a:lnTo>
                    <a:pt x="14857" y="11959"/>
                  </a:lnTo>
                  <a:lnTo>
                    <a:pt x="14857" y="11886"/>
                  </a:lnTo>
                  <a:lnTo>
                    <a:pt x="16618" y="11776"/>
                  </a:lnTo>
                  <a:lnTo>
                    <a:pt x="16654" y="11812"/>
                  </a:lnTo>
                  <a:lnTo>
                    <a:pt x="16544" y="11996"/>
                  </a:lnTo>
                  <a:lnTo>
                    <a:pt x="16361" y="12179"/>
                  </a:lnTo>
                  <a:lnTo>
                    <a:pt x="16287" y="12289"/>
                  </a:lnTo>
                  <a:lnTo>
                    <a:pt x="16251" y="12363"/>
                  </a:lnTo>
                  <a:lnTo>
                    <a:pt x="16287" y="12436"/>
                  </a:lnTo>
                  <a:lnTo>
                    <a:pt x="16324" y="12509"/>
                  </a:lnTo>
                  <a:lnTo>
                    <a:pt x="16397" y="12546"/>
                  </a:lnTo>
                  <a:lnTo>
                    <a:pt x="16471" y="12583"/>
                  </a:lnTo>
                  <a:lnTo>
                    <a:pt x="16544" y="12583"/>
                  </a:lnTo>
                  <a:lnTo>
                    <a:pt x="16581" y="12546"/>
                  </a:lnTo>
                  <a:lnTo>
                    <a:pt x="16728" y="12473"/>
                  </a:lnTo>
                  <a:lnTo>
                    <a:pt x="16801" y="12363"/>
                  </a:lnTo>
                  <a:lnTo>
                    <a:pt x="16984" y="12106"/>
                  </a:lnTo>
                  <a:lnTo>
                    <a:pt x="17461" y="11482"/>
                  </a:lnTo>
                  <a:lnTo>
                    <a:pt x="17461" y="11409"/>
                  </a:lnTo>
                  <a:lnTo>
                    <a:pt x="17461" y="11336"/>
                  </a:lnTo>
                  <a:lnTo>
                    <a:pt x="17461" y="11262"/>
                  </a:lnTo>
                  <a:lnTo>
                    <a:pt x="17425" y="11189"/>
                  </a:lnTo>
                  <a:lnTo>
                    <a:pt x="17058" y="10895"/>
                  </a:lnTo>
                  <a:lnTo>
                    <a:pt x="16728" y="10639"/>
                  </a:lnTo>
                  <a:lnTo>
                    <a:pt x="16654" y="10602"/>
                  </a:lnTo>
                  <a:lnTo>
                    <a:pt x="16581" y="10602"/>
                  </a:lnTo>
                  <a:lnTo>
                    <a:pt x="16544" y="10639"/>
                  </a:lnTo>
                  <a:lnTo>
                    <a:pt x="16471" y="10675"/>
                  </a:lnTo>
                  <a:lnTo>
                    <a:pt x="16434" y="10785"/>
                  </a:lnTo>
                  <a:lnTo>
                    <a:pt x="16434" y="10859"/>
                  </a:lnTo>
                  <a:lnTo>
                    <a:pt x="16471" y="10932"/>
                  </a:lnTo>
                  <a:lnTo>
                    <a:pt x="16801" y="11226"/>
                  </a:lnTo>
                  <a:lnTo>
                    <a:pt x="13940" y="11372"/>
                  </a:lnTo>
                  <a:lnTo>
                    <a:pt x="14050" y="11336"/>
                  </a:lnTo>
                  <a:lnTo>
                    <a:pt x="14270" y="11189"/>
                  </a:lnTo>
                  <a:lnTo>
                    <a:pt x="14343" y="11115"/>
                  </a:lnTo>
                  <a:lnTo>
                    <a:pt x="14417" y="11005"/>
                  </a:lnTo>
                  <a:lnTo>
                    <a:pt x="14417" y="10932"/>
                  </a:lnTo>
                  <a:lnTo>
                    <a:pt x="14380" y="10895"/>
                  </a:lnTo>
                  <a:lnTo>
                    <a:pt x="14233" y="10895"/>
                  </a:lnTo>
                  <a:lnTo>
                    <a:pt x="14123" y="10932"/>
                  </a:lnTo>
                  <a:lnTo>
                    <a:pt x="13903" y="11079"/>
                  </a:lnTo>
                  <a:lnTo>
                    <a:pt x="13720" y="11226"/>
                  </a:lnTo>
                  <a:lnTo>
                    <a:pt x="13573" y="11409"/>
                  </a:lnTo>
                  <a:lnTo>
                    <a:pt x="12289" y="11446"/>
                  </a:lnTo>
                  <a:lnTo>
                    <a:pt x="12546" y="11336"/>
                  </a:lnTo>
                  <a:lnTo>
                    <a:pt x="12839" y="11226"/>
                  </a:lnTo>
                  <a:lnTo>
                    <a:pt x="13169" y="11079"/>
                  </a:lnTo>
                  <a:lnTo>
                    <a:pt x="13500" y="10895"/>
                  </a:lnTo>
                  <a:lnTo>
                    <a:pt x="13793" y="10675"/>
                  </a:lnTo>
                  <a:lnTo>
                    <a:pt x="14050" y="10419"/>
                  </a:lnTo>
                  <a:lnTo>
                    <a:pt x="14087" y="10308"/>
                  </a:lnTo>
                  <a:lnTo>
                    <a:pt x="14050" y="10235"/>
                  </a:lnTo>
                  <a:lnTo>
                    <a:pt x="13976" y="10198"/>
                  </a:lnTo>
                  <a:lnTo>
                    <a:pt x="13903" y="10235"/>
                  </a:lnTo>
                  <a:lnTo>
                    <a:pt x="13646" y="10382"/>
                  </a:lnTo>
                  <a:lnTo>
                    <a:pt x="13390" y="10565"/>
                  </a:lnTo>
                  <a:lnTo>
                    <a:pt x="13133" y="10749"/>
                  </a:lnTo>
                  <a:lnTo>
                    <a:pt x="12876" y="10895"/>
                  </a:lnTo>
                  <a:lnTo>
                    <a:pt x="12583" y="11042"/>
                  </a:lnTo>
                  <a:lnTo>
                    <a:pt x="12289" y="11152"/>
                  </a:lnTo>
                  <a:lnTo>
                    <a:pt x="11996" y="11299"/>
                  </a:lnTo>
                  <a:lnTo>
                    <a:pt x="11702" y="11446"/>
                  </a:lnTo>
                  <a:lnTo>
                    <a:pt x="10162" y="11482"/>
                  </a:lnTo>
                  <a:lnTo>
                    <a:pt x="10602" y="11299"/>
                  </a:lnTo>
                  <a:lnTo>
                    <a:pt x="12216" y="10639"/>
                  </a:lnTo>
                  <a:lnTo>
                    <a:pt x="12766" y="10455"/>
                  </a:lnTo>
                  <a:lnTo>
                    <a:pt x="13316" y="10162"/>
                  </a:lnTo>
                  <a:lnTo>
                    <a:pt x="13573" y="10015"/>
                  </a:lnTo>
                  <a:lnTo>
                    <a:pt x="13793" y="9832"/>
                  </a:lnTo>
                  <a:lnTo>
                    <a:pt x="13976" y="9612"/>
                  </a:lnTo>
                  <a:lnTo>
                    <a:pt x="14087" y="9355"/>
                  </a:lnTo>
                  <a:lnTo>
                    <a:pt x="14087" y="9245"/>
                  </a:lnTo>
                  <a:lnTo>
                    <a:pt x="14050" y="9208"/>
                  </a:lnTo>
                  <a:lnTo>
                    <a:pt x="13940" y="9171"/>
                  </a:lnTo>
                  <a:lnTo>
                    <a:pt x="13866" y="9208"/>
                  </a:lnTo>
                  <a:lnTo>
                    <a:pt x="13463" y="9612"/>
                  </a:lnTo>
                  <a:lnTo>
                    <a:pt x="13243" y="9795"/>
                  </a:lnTo>
                  <a:lnTo>
                    <a:pt x="12986" y="9978"/>
                  </a:lnTo>
                  <a:lnTo>
                    <a:pt x="12693" y="10125"/>
                  </a:lnTo>
                  <a:lnTo>
                    <a:pt x="12399" y="10235"/>
                  </a:lnTo>
                  <a:lnTo>
                    <a:pt x="11776" y="10492"/>
                  </a:lnTo>
                  <a:lnTo>
                    <a:pt x="10418" y="11042"/>
                  </a:lnTo>
                  <a:lnTo>
                    <a:pt x="9905" y="11262"/>
                  </a:lnTo>
                  <a:lnTo>
                    <a:pt x="9428" y="11482"/>
                  </a:lnTo>
                  <a:lnTo>
                    <a:pt x="7667" y="11482"/>
                  </a:lnTo>
                  <a:lnTo>
                    <a:pt x="8621" y="11152"/>
                  </a:lnTo>
                  <a:lnTo>
                    <a:pt x="10895" y="10419"/>
                  </a:lnTo>
                  <a:lnTo>
                    <a:pt x="11335" y="10235"/>
                  </a:lnTo>
                  <a:lnTo>
                    <a:pt x="11776" y="10052"/>
                  </a:lnTo>
                  <a:lnTo>
                    <a:pt x="12179" y="9832"/>
                  </a:lnTo>
                  <a:lnTo>
                    <a:pt x="12583" y="9575"/>
                  </a:lnTo>
                  <a:lnTo>
                    <a:pt x="13426" y="9025"/>
                  </a:lnTo>
                  <a:lnTo>
                    <a:pt x="13866" y="8768"/>
                  </a:lnTo>
                  <a:lnTo>
                    <a:pt x="14307" y="8548"/>
                  </a:lnTo>
                  <a:lnTo>
                    <a:pt x="14380" y="8511"/>
                  </a:lnTo>
                  <a:lnTo>
                    <a:pt x="14417" y="8474"/>
                  </a:lnTo>
                  <a:lnTo>
                    <a:pt x="14417" y="8841"/>
                  </a:lnTo>
                  <a:lnTo>
                    <a:pt x="14453" y="8915"/>
                  </a:lnTo>
                  <a:lnTo>
                    <a:pt x="14490" y="8951"/>
                  </a:lnTo>
                  <a:lnTo>
                    <a:pt x="14527" y="8988"/>
                  </a:lnTo>
                  <a:lnTo>
                    <a:pt x="14600" y="9025"/>
                  </a:lnTo>
                  <a:lnTo>
                    <a:pt x="14673" y="8988"/>
                  </a:lnTo>
                  <a:lnTo>
                    <a:pt x="14747" y="8951"/>
                  </a:lnTo>
                  <a:lnTo>
                    <a:pt x="14783" y="8915"/>
                  </a:lnTo>
                  <a:lnTo>
                    <a:pt x="14783" y="8841"/>
                  </a:lnTo>
                  <a:lnTo>
                    <a:pt x="14783" y="8291"/>
                  </a:lnTo>
                  <a:lnTo>
                    <a:pt x="14747" y="8034"/>
                  </a:lnTo>
                  <a:lnTo>
                    <a:pt x="14673" y="7777"/>
                  </a:lnTo>
                  <a:lnTo>
                    <a:pt x="15077" y="8181"/>
                  </a:lnTo>
                  <a:lnTo>
                    <a:pt x="15517" y="8584"/>
                  </a:lnTo>
                  <a:lnTo>
                    <a:pt x="15737" y="8768"/>
                  </a:lnTo>
                  <a:lnTo>
                    <a:pt x="15847" y="8841"/>
                  </a:lnTo>
                  <a:lnTo>
                    <a:pt x="15994" y="8878"/>
                  </a:lnTo>
                  <a:lnTo>
                    <a:pt x="16361" y="8915"/>
                  </a:lnTo>
                  <a:lnTo>
                    <a:pt x="16764" y="8915"/>
                  </a:lnTo>
                  <a:lnTo>
                    <a:pt x="17204" y="8878"/>
                  </a:lnTo>
                  <a:lnTo>
                    <a:pt x="17608" y="8731"/>
                  </a:lnTo>
                  <a:lnTo>
                    <a:pt x="17681" y="8695"/>
                  </a:lnTo>
                  <a:lnTo>
                    <a:pt x="17755" y="8584"/>
                  </a:lnTo>
                  <a:lnTo>
                    <a:pt x="17791" y="8511"/>
                  </a:lnTo>
                  <a:lnTo>
                    <a:pt x="17755" y="8438"/>
                  </a:lnTo>
                  <a:lnTo>
                    <a:pt x="17718" y="8328"/>
                  </a:lnTo>
                  <a:lnTo>
                    <a:pt x="17681" y="8291"/>
                  </a:lnTo>
                  <a:lnTo>
                    <a:pt x="17571" y="8254"/>
                  </a:lnTo>
                  <a:lnTo>
                    <a:pt x="17461" y="8254"/>
                  </a:lnTo>
                  <a:lnTo>
                    <a:pt x="17131" y="8364"/>
                  </a:lnTo>
                  <a:lnTo>
                    <a:pt x="16764" y="8401"/>
                  </a:lnTo>
                  <a:lnTo>
                    <a:pt x="16397" y="8438"/>
                  </a:lnTo>
                  <a:lnTo>
                    <a:pt x="16177" y="8401"/>
                  </a:lnTo>
                  <a:lnTo>
                    <a:pt x="16031" y="8364"/>
                  </a:lnTo>
                  <a:lnTo>
                    <a:pt x="15480" y="7888"/>
                  </a:lnTo>
                  <a:lnTo>
                    <a:pt x="15004" y="7374"/>
                  </a:lnTo>
                  <a:lnTo>
                    <a:pt x="14563" y="6824"/>
                  </a:lnTo>
                  <a:lnTo>
                    <a:pt x="14160" y="6237"/>
                  </a:lnTo>
                  <a:lnTo>
                    <a:pt x="13830" y="5613"/>
                  </a:lnTo>
                  <a:lnTo>
                    <a:pt x="13536" y="4990"/>
                  </a:lnTo>
                  <a:lnTo>
                    <a:pt x="13096" y="3926"/>
                  </a:lnTo>
                  <a:lnTo>
                    <a:pt x="12803" y="3412"/>
                  </a:lnTo>
                  <a:lnTo>
                    <a:pt x="12509" y="2936"/>
                  </a:lnTo>
                  <a:lnTo>
                    <a:pt x="12326" y="2752"/>
                  </a:lnTo>
                  <a:lnTo>
                    <a:pt x="12142" y="2532"/>
                  </a:lnTo>
                  <a:lnTo>
                    <a:pt x="11959" y="2349"/>
                  </a:lnTo>
                  <a:lnTo>
                    <a:pt x="11739" y="2202"/>
                  </a:lnTo>
                  <a:lnTo>
                    <a:pt x="11482" y="2092"/>
                  </a:lnTo>
                  <a:lnTo>
                    <a:pt x="11225" y="1982"/>
                  </a:lnTo>
                  <a:lnTo>
                    <a:pt x="10932" y="1908"/>
                  </a:lnTo>
                  <a:lnTo>
                    <a:pt x="10602" y="1872"/>
                  </a:lnTo>
                  <a:lnTo>
                    <a:pt x="10308" y="1872"/>
                  </a:lnTo>
                  <a:lnTo>
                    <a:pt x="9978" y="1908"/>
                  </a:lnTo>
                  <a:lnTo>
                    <a:pt x="9685" y="1982"/>
                  </a:lnTo>
                  <a:lnTo>
                    <a:pt x="9391" y="2055"/>
                  </a:lnTo>
                  <a:lnTo>
                    <a:pt x="9098" y="2202"/>
                  </a:lnTo>
                  <a:lnTo>
                    <a:pt x="8841" y="2349"/>
                  </a:lnTo>
                  <a:lnTo>
                    <a:pt x="8584" y="2495"/>
                  </a:lnTo>
                  <a:lnTo>
                    <a:pt x="8327" y="2715"/>
                  </a:lnTo>
                  <a:lnTo>
                    <a:pt x="7887" y="3119"/>
                  </a:lnTo>
                  <a:lnTo>
                    <a:pt x="7484" y="3632"/>
                  </a:lnTo>
                  <a:lnTo>
                    <a:pt x="7117" y="4146"/>
                  </a:lnTo>
                  <a:lnTo>
                    <a:pt x="6787" y="4660"/>
                  </a:lnTo>
                  <a:lnTo>
                    <a:pt x="6127" y="5833"/>
                  </a:lnTo>
                  <a:lnTo>
                    <a:pt x="5796" y="6457"/>
                  </a:lnTo>
                  <a:lnTo>
                    <a:pt x="5430" y="7044"/>
                  </a:lnTo>
                  <a:lnTo>
                    <a:pt x="4989" y="7594"/>
                  </a:lnTo>
                  <a:lnTo>
                    <a:pt x="4769" y="7851"/>
                  </a:lnTo>
                  <a:lnTo>
                    <a:pt x="4513" y="8071"/>
                  </a:lnTo>
                  <a:lnTo>
                    <a:pt x="4256" y="8291"/>
                  </a:lnTo>
                  <a:lnTo>
                    <a:pt x="3962" y="8474"/>
                  </a:lnTo>
                  <a:lnTo>
                    <a:pt x="3669" y="8621"/>
                  </a:lnTo>
                  <a:lnTo>
                    <a:pt x="3339" y="8731"/>
                  </a:lnTo>
                  <a:lnTo>
                    <a:pt x="3009" y="8841"/>
                  </a:lnTo>
                  <a:lnTo>
                    <a:pt x="2715" y="8915"/>
                  </a:lnTo>
                  <a:lnTo>
                    <a:pt x="2605" y="6200"/>
                  </a:lnTo>
                  <a:lnTo>
                    <a:pt x="2568" y="3119"/>
                  </a:lnTo>
                  <a:lnTo>
                    <a:pt x="2605" y="1505"/>
                  </a:lnTo>
                  <a:lnTo>
                    <a:pt x="2568" y="1138"/>
                  </a:lnTo>
                  <a:lnTo>
                    <a:pt x="2715" y="1395"/>
                  </a:lnTo>
                  <a:lnTo>
                    <a:pt x="2862" y="1652"/>
                  </a:lnTo>
                  <a:lnTo>
                    <a:pt x="2899" y="1725"/>
                  </a:lnTo>
                  <a:lnTo>
                    <a:pt x="2972" y="1762"/>
                  </a:lnTo>
                  <a:lnTo>
                    <a:pt x="3119" y="1762"/>
                  </a:lnTo>
                  <a:lnTo>
                    <a:pt x="3192" y="1688"/>
                  </a:lnTo>
                  <a:lnTo>
                    <a:pt x="3229" y="1652"/>
                  </a:lnTo>
                  <a:lnTo>
                    <a:pt x="3265" y="1578"/>
                  </a:lnTo>
                  <a:lnTo>
                    <a:pt x="3265" y="1505"/>
                  </a:lnTo>
                  <a:lnTo>
                    <a:pt x="3155" y="1138"/>
                  </a:lnTo>
                  <a:lnTo>
                    <a:pt x="2972" y="771"/>
                  </a:lnTo>
                  <a:lnTo>
                    <a:pt x="2568" y="111"/>
                  </a:lnTo>
                  <a:lnTo>
                    <a:pt x="2495" y="38"/>
                  </a:lnTo>
                  <a:lnTo>
                    <a:pt x="2385" y="1"/>
                  </a:lnTo>
                  <a:close/>
                  <a:moveTo>
                    <a:pt x="15554" y="12546"/>
                  </a:moveTo>
                  <a:lnTo>
                    <a:pt x="15480" y="12583"/>
                  </a:lnTo>
                  <a:lnTo>
                    <a:pt x="15370" y="12619"/>
                  </a:lnTo>
                  <a:lnTo>
                    <a:pt x="15224" y="12766"/>
                  </a:lnTo>
                  <a:lnTo>
                    <a:pt x="15077" y="12913"/>
                  </a:lnTo>
                  <a:lnTo>
                    <a:pt x="15077" y="12950"/>
                  </a:lnTo>
                  <a:lnTo>
                    <a:pt x="14820" y="12803"/>
                  </a:lnTo>
                  <a:lnTo>
                    <a:pt x="14527" y="12693"/>
                  </a:lnTo>
                  <a:lnTo>
                    <a:pt x="14453" y="12693"/>
                  </a:lnTo>
                  <a:lnTo>
                    <a:pt x="14417" y="12729"/>
                  </a:lnTo>
                  <a:lnTo>
                    <a:pt x="14380" y="12803"/>
                  </a:lnTo>
                  <a:lnTo>
                    <a:pt x="14380" y="12876"/>
                  </a:lnTo>
                  <a:lnTo>
                    <a:pt x="14563" y="13096"/>
                  </a:lnTo>
                  <a:lnTo>
                    <a:pt x="14783" y="13316"/>
                  </a:lnTo>
                  <a:lnTo>
                    <a:pt x="14673" y="13463"/>
                  </a:lnTo>
                  <a:lnTo>
                    <a:pt x="14490" y="13720"/>
                  </a:lnTo>
                  <a:lnTo>
                    <a:pt x="14417" y="13867"/>
                  </a:lnTo>
                  <a:lnTo>
                    <a:pt x="14417" y="14013"/>
                  </a:lnTo>
                  <a:lnTo>
                    <a:pt x="14453" y="14087"/>
                  </a:lnTo>
                  <a:lnTo>
                    <a:pt x="14490" y="14123"/>
                  </a:lnTo>
                  <a:lnTo>
                    <a:pt x="14600" y="14123"/>
                  </a:lnTo>
                  <a:lnTo>
                    <a:pt x="14673" y="14087"/>
                  </a:lnTo>
                  <a:lnTo>
                    <a:pt x="14783" y="14050"/>
                  </a:lnTo>
                  <a:lnTo>
                    <a:pt x="14893" y="13903"/>
                  </a:lnTo>
                  <a:lnTo>
                    <a:pt x="15150" y="13573"/>
                  </a:lnTo>
                  <a:lnTo>
                    <a:pt x="15590" y="13903"/>
                  </a:lnTo>
                  <a:lnTo>
                    <a:pt x="15700" y="13940"/>
                  </a:lnTo>
                  <a:lnTo>
                    <a:pt x="15774" y="13940"/>
                  </a:lnTo>
                  <a:lnTo>
                    <a:pt x="15847" y="13903"/>
                  </a:lnTo>
                  <a:lnTo>
                    <a:pt x="15884" y="13830"/>
                  </a:lnTo>
                  <a:lnTo>
                    <a:pt x="15921" y="13757"/>
                  </a:lnTo>
                  <a:lnTo>
                    <a:pt x="15921" y="13647"/>
                  </a:lnTo>
                  <a:lnTo>
                    <a:pt x="15921" y="13573"/>
                  </a:lnTo>
                  <a:lnTo>
                    <a:pt x="15847" y="13500"/>
                  </a:lnTo>
                  <a:lnTo>
                    <a:pt x="15407" y="13170"/>
                  </a:lnTo>
                  <a:lnTo>
                    <a:pt x="15480" y="13096"/>
                  </a:lnTo>
                  <a:lnTo>
                    <a:pt x="15590" y="12876"/>
                  </a:lnTo>
                  <a:lnTo>
                    <a:pt x="15664" y="12803"/>
                  </a:lnTo>
                  <a:lnTo>
                    <a:pt x="15737" y="12766"/>
                  </a:lnTo>
                  <a:lnTo>
                    <a:pt x="15774" y="12729"/>
                  </a:lnTo>
                  <a:lnTo>
                    <a:pt x="15811" y="12693"/>
                  </a:lnTo>
                  <a:lnTo>
                    <a:pt x="15811" y="12656"/>
                  </a:lnTo>
                  <a:lnTo>
                    <a:pt x="15774" y="12656"/>
                  </a:lnTo>
                  <a:lnTo>
                    <a:pt x="15664" y="12583"/>
                  </a:lnTo>
                  <a:lnTo>
                    <a:pt x="15554" y="12546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7" name="Google Shape;303;p5">
              <a:extLst>
                <a:ext uri="{FF2B5EF4-FFF2-40B4-BE49-F238E27FC236}">
                  <a16:creationId xmlns:a16="http://schemas.microsoft.com/office/drawing/2014/main" id="{B03CCECA-6177-4D99-BD5A-F4862FBCB7D9}"/>
                </a:ext>
              </a:extLst>
            </p:cNvPr>
            <p:cNvSpPr/>
            <p:nvPr/>
          </p:nvSpPr>
          <p:spPr>
            <a:xfrm>
              <a:off x="6844475" y="1037625"/>
              <a:ext cx="414525" cy="389750"/>
            </a:xfrm>
            <a:custGeom>
              <a:avLst/>
              <a:gdLst/>
              <a:ahLst/>
              <a:cxnLst/>
              <a:rect l="l" t="t" r="r" b="b"/>
              <a:pathLst>
                <a:path w="16581" h="15590" extrusionOk="0">
                  <a:moveTo>
                    <a:pt x="13793" y="2568"/>
                  </a:moveTo>
                  <a:lnTo>
                    <a:pt x="14123" y="2641"/>
                  </a:lnTo>
                  <a:lnTo>
                    <a:pt x="14123" y="2678"/>
                  </a:lnTo>
                  <a:lnTo>
                    <a:pt x="14086" y="2825"/>
                  </a:lnTo>
                  <a:lnTo>
                    <a:pt x="14013" y="2935"/>
                  </a:lnTo>
                  <a:lnTo>
                    <a:pt x="13866" y="3045"/>
                  </a:lnTo>
                  <a:lnTo>
                    <a:pt x="13756" y="3081"/>
                  </a:lnTo>
                  <a:lnTo>
                    <a:pt x="13573" y="2971"/>
                  </a:lnTo>
                  <a:lnTo>
                    <a:pt x="13609" y="2788"/>
                  </a:lnTo>
                  <a:lnTo>
                    <a:pt x="13683" y="2678"/>
                  </a:lnTo>
                  <a:lnTo>
                    <a:pt x="13720" y="2605"/>
                  </a:lnTo>
                  <a:lnTo>
                    <a:pt x="13793" y="2568"/>
                  </a:lnTo>
                  <a:close/>
                  <a:moveTo>
                    <a:pt x="9428" y="3705"/>
                  </a:moveTo>
                  <a:lnTo>
                    <a:pt x="9831" y="4475"/>
                  </a:lnTo>
                  <a:lnTo>
                    <a:pt x="10161" y="5246"/>
                  </a:lnTo>
                  <a:lnTo>
                    <a:pt x="8327" y="4402"/>
                  </a:lnTo>
                  <a:lnTo>
                    <a:pt x="8878" y="4035"/>
                  </a:lnTo>
                  <a:lnTo>
                    <a:pt x="9428" y="3705"/>
                  </a:lnTo>
                  <a:close/>
                  <a:moveTo>
                    <a:pt x="5283" y="3668"/>
                  </a:moveTo>
                  <a:lnTo>
                    <a:pt x="6383" y="4072"/>
                  </a:lnTo>
                  <a:lnTo>
                    <a:pt x="7410" y="4512"/>
                  </a:lnTo>
                  <a:lnTo>
                    <a:pt x="6383" y="5319"/>
                  </a:lnTo>
                  <a:lnTo>
                    <a:pt x="5393" y="6163"/>
                  </a:lnTo>
                  <a:lnTo>
                    <a:pt x="5319" y="5282"/>
                  </a:lnTo>
                  <a:lnTo>
                    <a:pt x="5283" y="4365"/>
                  </a:lnTo>
                  <a:lnTo>
                    <a:pt x="5283" y="3668"/>
                  </a:lnTo>
                  <a:close/>
                  <a:moveTo>
                    <a:pt x="13096" y="2494"/>
                  </a:moveTo>
                  <a:lnTo>
                    <a:pt x="13023" y="2641"/>
                  </a:lnTo>
                  <a:lnTo>
                    <a:pt x="12986" y="2825"/>
                  </a:lnTo>
                  <a:lnTo>
                    <a:pt x="12949" y="3008"/>
                  </a:lnTo>
                  <a:lnTo>
                    <a:pt x="12986" y="3191"/>
                  </a:lnTo>
                  <a:lnTo>
                    <a:pt x="13096" y="3412"/>
                  </a:lnTo>
                  <a:lnTo>
                    <a:pt x="13243" y="3595"/>
                  </a:lnTo>
                  <a:lnTo>
                    <a:pt x="13426" y="3705"/>
                  </a:lnTo>
                  <a:lnTo>
                    <a:pt x="13646" y="3778"/>
                  </a:lnTo>
                  <a:lnTo>
                    <a:pt x="13793" y="3815"/>
                  </a:lnTo>
                  <a:lnTo>
                    <a:pt x="13536" y="4512"/>
                  </a:lnTo>
                  <a:lnTo>
                    <a:pt x="13243" y="5209"/>
                  </a:lnTo>
                  <a:lnTo>
                    <a:pt x="12913" y="5869"/>
                  </a:lnTo>
                  <a:lnTo>
                    <a:pt x="12546" y="6529"/>
                  </a:lnTo>
                  <a:lnTo>
                    <a:pt x="11665" y="6016"/>
                  </a:lnTo>
                  <a:lnTo>
                    <a:pt x="10785" y="5576"/>
                  </a:lnTo>
                  <a:lnTo>
                    <a:pt x="10602" y="5026"/>
                  </a:lnTo>
                  <a:lnTo>
                    <a:pt x="10345" y="4475"/>
                  </a:lnTo>
                  <a:lnTo>
                    <a:pt x="10125" y="3962"/>
                  </a:lnTo>
                  <a:lnTo>
                    <a:pt x="9831" y="3448"/>
                  </a:lnTo>
                  <a:lnTo>
                    <a:pt x="10602" y="3045"/>
                  </a:lnTo>
                  <a:lnTo>
                    <a:pt x="11005" y="2898"/>
                  </a:lnTo>
                  <a:lnTo>
                    <a:pt x="11409" y="2751"/>
                  </a:lnTo>
                  <a:lnTo>
                    <a:pt x="11849" y="2641"/>
                  </a:lnTo>
                  <a:lnTo>
                    <a:pt x="12252" y="2568"/>
                  </a:lnTo>
                  <a:lnTo>
                    <a:pt x="12692" y="2494"/>
                  </a:lnTo>
                  <a:close/>
                  <a:moveTo>
                    <a:pt x="2605" y="6713"/>
                  </a:moveTo>
                  <a:lnTo>
                    <a:pt x="2678" y="6750"/>
                  </a:lnTo>
                  <a:lnTo>
                    <a:pt x="2752" y="6823"/>
                  </a:lnTo>
                  <a:lnTo>
                    <a:pt x="2788" y="6970"/>
                  </a:lnTo>
                  <a:lnTo>
                    <a:pt x="2752" y="7116"/>
                  </a:lnTo>
                  <a:lnTo>
                    <a:pt x="2715" y="7153"/>
                  </a:lnTo>
                  <a:lnTo>
                    <a:pt x="2605" y="7226"/>
                  </a:lnTo>
                  <a:lnTo>
                    <a:pt x="2458" y="7336"/>
                  </a:lnTo>
                  <a:lnTo>
                    <a:pt x="2165" y="7116"/>
                  </a:lnTo>
                  <a:lnTo>
                    <a:pt x="2275" y="6970"/>
                  </a:lnTo>
                  <a:lnTo>
                    <a:pt x="2275" y="6896"/>
                  </a:lnTo>
                  <a:lnTo>
                    <a:pt x="2458" y="6860"/>
                  </a:lnTo>
                  <a:lnTo>
                    <a:pt x="2715" y="6860"/>
                  </a:lnTo>
                  <a:lnTo>
                    <a:pt x="2715" y="6823"/>
                  </a:lnTo>
                  <a:lnTo>
                    <a:pt x="2678" y="6786"/>
                  </a:lnTo>
                  <a:lnTo>
                    <a:pt x="2605" y="6713"/>
                  </a:lnTo>
                  <a:close/>
                  <a:moveTo>
                    <a:pt x="8364" y="6529"/>
                  </a:moveTo>
                  <a:lnTo>
                    <a:pt x="8547" y="6566"/>
                  </a:lnTo>
                  <a:lnTo>
                    <a:pt x="8657" y="6603"/>
                  </a:lnTo>
                  <a:lnTo>
                    <a:pt x="8657" y="6713"/>
                  </a:lnTo>
                  <a:lnTo>
                    <a:pt x="8694" y="6860"/>
                  </a:lnTo>
                  <a:lnTo>
                    <a:pt x="8694" y="6970"/>
                  </a:lnTo>
                  <a:lnTo>
                    <a:pt x="8694" y="7116"/>
                  </a:lnTo>
                  <a:lnTo>
                    <a:pt x="8657" y="7226"/>
                  </a:lnTo>
                  <a:lnTo>
                    <a:pt x="8621" y="7336"/>
                  </a:lnTo>
                  <a:lnTo>
                    <a:pt x="8547" y="7446"/>
                  </a:lnTo>
                  <a:lnTo>
                    <a:pt x="8364" y="7446"/>
                  </a:lnTo>
                  <a:lnTo>
                    <a:pt x="8107" y="7520"/>
                  </a:lnTo>
                  <a:lnTo>
                    <a:pt x="7850" y="7593"/>
                  </a:lnTo>
                  <a:lnTo>
                    <a:pt x="7704" y="7483"/>
                  </a:lnTo>
                  <a:lnTo>
                    <a:pt x="7630" y="7336"/>
                  </a:lnTo>
                  <a:lnTo>
                    <a:pt x="7557" y="7190"/>
                  </a:lnTo>
                  <a:lnTo>
                    <a:pt x="7594" y="7006"/>
                  </a:lnTo>
                  <a:lnTo>
                    <a:pt x="7667" y="6750"/>
                  </a:lnTo>
                  <a:lnTo>
                    <a:pt x="7777" y="6750"/>
                  </a:lnTo>
                  <a:lnTo>
                    <a:pt x="7850" y="6786"/>
                  </a:lnTo>
                  <a:lnTo>
                    <a:pt x="7924" y="6750"/>
                  </a:lnTo>
                  <a:lnTo>
                    <a:pt x="7960" y="6713"/>
                  </a:lnTo>
                  <a:lnTo>
                    <a:pt x="8071" y="6566"/>
                  </a:lnTo>
                  <a:lnTo>
                    <a:pt x="8364" y="6529"/>
                  </a:lnTo>
                  <a:close/>
                  <a:moveTo>
                    <a:pt x="3155" y="3191"/>
                  </a:moveTo>
                  <a:lnTo>
                    <a:pt x="3595" y="3228"/>
                  </a:lnTo>
                  <a:lnTo>
                    <a:pt x="4036" y="3301"/>
                  </a:lnTo>
                  <a:lnTo>
                    <a:pt x="4439" y="3412"/>
                  </a:lnTo>
                  <a:lnTo>
                    <a:pt x="4879" y="3522"/>
                  </a:lnTo>
                  <a:lnTo>
                    <a:pt x="4843" y="4072"/>
                  </a:lnTo>
                  <a:lnTo>
                    <a:pt x="4843" y="4659"/>
                  </a:lnTo>
                  <a:lnTo>
                    <a:pt x="4879" y="5282"/>
                  </a:lnTo>
                  <a:lnTo>
                    <a:pt x="4989" y="6529"/>
                  </a:lnTo>
                  <a:lnTo>
                    <a:pt x="4182" y="7263"/>
                  </a:lnTo>
                  <a:lnTo>
                    <a:pt x="3779" y="7630"/>
                  </a:lnTo>
                  <a:lnTo>
                    <a:pt x="3375" y="8033"/>
                  </a:lnTo>
                  <a:lnTo>
                    <a:pt x="3265" y="7960"/>
                  </a:lnTo>
                  <a:lnTo>
                    <a:pt x="2898" y="7667"/>
                  </a:lnTo>
                  <a:lnTo>
                    <a:pt x="3008" y="7520"/>
                  </a:lnTo>
                  <a:lnTo>
                    <a:pt x="3119" y="7410"/>
                  </a:lnTo>
                  <a:lnTo>
                    <a:pt x="3155" y="7336"/>
                  </a:lnTo>
                  <a:lnTo>
                    <a:pt x="3192" y="7300"/>
                  </a:lnTo>
                  <a:lnTo>
                    <a:pt x="3192" y="7153"/>
                  </a:lnTo>
                  <a:lnTo>
                    <a:pt x="3229" y="6933"/>
                  </a:lnTo>
                  <a:lnTo>
                    <a:pt x="3192" y="6823"/>
                  </a:lnTo>
                  <a:lnTo>
                    <a:pt x="3155" y="6676"/>
                  </a:lnTo>
                  <a:lnTo>
                    <a:pt x="3119" y="6566"/>
                  </a:lnTo>
                  <a:lnTo>
                    <a:pt x="3045" y="6456"/>
                  </a:lnTo>
                  <a:lnTo>
                    <a:pt x="2972" y="6383"/>
                  </a:lnTo>
                  <a:lnTo>
                    <a:pt x="2862" y="6309"/>
                  </a:lnTo>
                  <a:lnTo>
                    <a:pt x="2752" y="6273"/>
                  </a:lnTo>
                  <a:lnTo>
                    <a:pt x="2605" y="6236"/>
                  </a:lnTo>
                  <a:lnTo>
                    <a:pt x="2495" y="6236"/>
                  </a:lnTo>
                  <a:lnTo>
                    <a:pt x="2348" y="6273"/>
                  </a:lnTo>
                  <a:lnTo>
                    <a:pt x="2128" y="6383"/>
                  </a:lnTo>
                  <a:lnTo>
                    <a:pt x="1908" y="6529"/>
                  </a:lnTo>
                  <a:lnTo>
                    <a:pt x="1761" y="6713"/>
                  </a:lnTo>
                  <a:lnTo>
                    <a:pt x="1321" y="6309"/>
                  </a:lnTo>
                  <a:lnTo>
                    <a:pt x="954" y="5833"/>
                  </a:lnTo>
                  <a:lnTo>
                    <a:pt x="734" y="5502"/>
                  </a:lnTo>
                  <a:lnTo>
                    <a:pt x="624" y="5172"/>
                  </a:lnTo>
                  <a:lnTo>
                    <a:pt x="551" y="4805"/>
                  </a:lnTo>
                  <a:lnTo>
                    <a:pt x="514" y="4439"/>
                  </a:lnTo>
                  <a:lnTo>
                    <a:pt x="551" y="4255"/>
                  </a:lnTo>
                  <a:lnTo>
                    <a:pt x="624" y="4072"/>
                  </a:lnTo>
                  <a:lnTo>
                    <a:pt x="734" y="3925"/>
                  </a:lnTo>
                  <a:lnTo>
                    <a:pt x="844" y="3778"/>
                  </a:lnTo>
                  <a:lnTo>
                    <a:pt x="991" y="3668"/>
                  </a:lnTo>
                  <a:lnTo>
                    <a:pt x="1174" y="3558"/>
                  </a:lnTo>
                  <a:lnTo>
                    <a:pt x="1541" y="3412"/>
                  </a:lnTo>
                  <a:lnTo>
                    <a:pt x="1908" y="3265"/>
                  </a:lnTo>
                  <a:lnTo>
                    <a:pt x="2312" y="3191"/>
                  </a:lnTo>
                  <a:close/>
                  <a:moveTo>
                    <a:pt x="11005" y="6199"/>
                  </a:moveTo>
                  <a:lnTo>
                    <a:pt x="12289" y="6896"/>
                  </a:lnTo>
                  <a:lnTo>
                    <a:pt x="11885" y="7483"/>
                  </a:lnTo>
                  <a:lnTo>
                    <a:pt x="11482" y="8033"/>
                  </a:lnTo>
                  <a:lnTo>
                    <a:pt x="11335" y="7410"/>
                  </a:lnTo>
                  <a:lnTo>
                    <a:pt x="11188" y="6750"/>
                  </a:lnTo>
                  <a:lnTo>
                    <a:pt x="11005" y="6199"/>
                  </a:lnTo>
                  <a:close/>
                  <a:moveTo>
                    <a:pt x="7264" y="8180"/>
                  </a:moveTo>
                  <a:lnTo>
                    <a:pt x="7410" y="8253"/>
                  </a:lnTo>
                  <a:lnTo>
                    <a:pt x="7594" y="8290"/>
                  </a:lnTo>
                  <a:lnTo>
                    <a:pt x="7960" y="8290"/>
                  </a:lnTo>
                  <a:lnTo>
                    <a:pt x="7704" y="8327"/>
                  </a:lnTo>
                  <a:lnTo>
                    <a:pt x="7557" y="8327"/>
                  </a:lnTo>
                  <a:lnTo>
                    <a:pt x="7447" y="8290"/>
                  </a:lnTo>
                  <a:lnTo>
                    <a:pt x="7337" y="8253"/>
                  </a:lnTo>
                  <a:lnTo>
                    <a:pt x="7264" y="8180"/>
                  </a:lnTo>
                  <a:close/>
                  <a:moveTo>
                    <a:pt x="8181" y="5979"/>
                  </a:moveTo>
                  <a:lnTo>
                    <a:pt x="7997" y="6016"/>
                  </a:lnTo>
                  <a:lnTo>
                    <a:pt x="7814" y="6089"/>
                  </a:lnTo>
                  <a:lnTo>
                    <a:pt x="7667" y="6236"/>
                  </a:lnTo>
                  <a:lnTo>
                    <a:pt x="7410" y="6346"/>
                  </a:lnTo>
                  <a:lnTo>
                    <a:pt x="7190" y="6529"/>
                  </a:lnTo>
                  <a:lnTo>
                    <a:pt x="6970" y="6713"/>
                  </a:lnTo>
                  <a:lnTo>
                    <a:pt x="6787" y="6933"/>
                  </a:lnTo>
                  <a:lnTo>
                    <a:pt x="6677" y="7080"/>
                  </a:lnTo>
                  <a:lnTo>
                    <a:pt x="6640" y="7263"/>
                  </a:lnTo>
                  <a:lnTo>
                    <a:pt x="6567" y="7410"/>
                  </a:lnTo>
                  <a:lnTo>
                    <a:pt x="6567" y="7593"/>
                  </a:lnTo>
                  <a:lnTo>
                    <a:pt x="6567" y="7923"/>
                  </a:lnTo>
                  <a:lnTo>
                    <a:pt x="6677" y="8253"/>
                  </a:lnTo>
                  <a:lnTo>
                    <a:pt x="6787" y="8437"/>
                  </a:lnTo>
                  <a:lnTo>
                    <a:pt x="6897" y="8584"/>
                  </a:lnTo>
                  <a:lnTo>
                    <a:pt x="7043" y="8694"/>
                  </a:lnTo>
                  <a:lnTo>
                    <a:pt x="7190" y="8767"/>
                  </a:lnTo>
                  <a:lnTo>
                    <a:pt x="7374" y="8804"/>
                  </a:lnTo>
                  <a:lnTo>
                    <a:pt x="7557" y="8840"/>
                  </a:lnTo>
                  <a:lnTo>
                    <a:pt x="7924" y="8840"/>
                  </a:lnTo>
                  <a:lnTo>
                    <a:pt x="8254" y="8767"/>
                  </a:lnTo>
                  <a:lnTo>
                    <a:pt x="8584" y="8620"/>
                  </a:lnTo>
                  <a:lnTo>
                    <a:pt x="8914" y="8364"/>
                  </a:lnTo>
                  <a:lnTo>
                    <a:pt x="9208" y="8070"/>
                  </a:lnTo>
                  <a:lnTo>
                    <a:pt x="9464" y="7740"/>
                  </a:lnTo>
                  <a:lnTo>
                    <a:pt x="9538" y="7593"/>
                  </a:lnTo>
                  <a:lnTo>
                    <a:pt x="9611" y="7410"/>
                  </a:lnTo>
                  <a:lnTo>
                    <a:pt x="9648" y="7226"/>
                  </a:lnTo>
                  <a:lnTo>
                    <a:pt x="9648" y="7043"/>
                  </a:lnTo>
                  <a:lnTo>
                    <a:pt x="9648" y="6860"/>
                  </a:lnTo>
                  <a:lnTo>
                    <a:pt x="9574" y="6713"/>
                  </a:lnTo>
                  <a:lnTo>
                    <a:pt x="9464" y="6529"/>
                  </a:lnTo>
                  <a:lnTo>
                    <a:pt x="9354" y="6419"/>
                  </a:lnTo>
                  <a:lnTo>
                    <a:pt x="9208" y="6273"/>
                  </a:lnTo>
                  <a:lnTo>
                    <a:pt x="9061" y="6199"/>
                  </a:lnTo>
                  <a:lnTo>
                    <a:pt x="8731" y="6053"/>
                  </a:lnTo>
                  <a:lnTo>
                    <a:pt x="8364" y="5979"/>
                  </a:lnTo>
                  <a:close/>
                  <a:moveTo>
                    <a:pt x="5063" y="7080"/>
                  </a:moveTo>
                  <a:lnTo>
                    <a:pt x="5246" y="8180"/>
                  </a:lnTo>
                  <a:lnTo>
                    <a:pt x="5466" y="9281"/>
                  </a:lnTo>
                  <a:lnTo>
                    <a:pt x="4622" y="8804"/>
                  </a:lnTo>
                  <a:lnTo>
                    <a:pt x="3779" y="8290"/>
                  </a:lnTo>
                  <a:lnTo>
                    <a:pt x="4439" y="7667"/>
                  </a:lnTo>
                  <a:lnTo>
                    <a:pt x="5063" y="7080"/>
                  </a:lnTo>
                  <a:close/>
                  <a:moveTo>
                    <a:pt x="7887" y="4732"/>
                  </a:moveTo>
                  <a:lnTo>
                    <a:pt x="9171" y="5282"/>
                  </a:lnTo>
                  <a:lnTo>
                    <a:pt x="10381" y="5869"/>
                  </a:lnTo>
                  <a:lnTo>
                    <a:pt x="10602" y="6529"/>
                  </a:lnTo>
                  <a:lnTo>
                    <a:pt x="10785" y="7190"/>
                  </a:lnTo>
                  <a:lnTo>
                    <a:pt x="10932" y="7850"/>
                  </a:lnTo>
                  <a:lnTo>
                    <a:pt x="11078" y="8547"/>
                  </a:lnTo>
                  <a:lnTo>
                    <a:pt x="10565" y="9097"/>
                  </a:lnTo>
                  <a:lnTo>
                    <a:pt x="10015" y="9647"/>
                  </a:lnTo>
                  <a:lnTo>
                    <a:pt x="9428" y="10161"/>
                  </a:lnTo>
                  <a:lnTo>
                    <a:pt x="8841" y="10674"/>
                  </a:lnTo>
                  <a:lnTo>
                    <a:pt x="8107" y="10418"/>
                  </a:lnTo>
                  <a:lnTo>
                    <a:pt x="7374" y="10161"/>
                  </a:lnTo>
                  <a:lnTo>
                    <a:pt x="6677" y="9867"/>
                  </a:lnTo>
                  <a:lnTo>
                    <a:pt x="5980" y="9537"/>
                  </a:lnTo>
                  <a:lnTo>
                    <a:pt x="5723" y="8143"/>
                  </a:lnTo>
                  <a:lnTo>
                    <a:pt x="5466" y="6713"/>
                  </a:lnTo>
                  <a:lnTo>
                    <a:pt x="6677" y="5722"/>
                  </a:lnTo>
                  <a:lnTo>
                    <a:pt x="7887" y="4732"/>
                  </a:lnTo>
                  <a:close/>
                  <a:moveTo>
                    <a:pt x="11152" y="9171"/>
                  </a:moveTo>
                  <a:lnTo>
                    <a:pt x="11225" y="10161"/>
                  </a:lnTo>
                  <a:lnTo>
                    <a:pt x="11225" y="11188"/>
                  </a:lnTo>
                  <a:lnTo>
                    <a:pt x="11225" y="11225"/>
                  </a:lnTo>
                  <a:lnTo>
                    <a:pt x="10308" y="11041"/>
                  </a:lnTo>
                  <a:lnTo>
                    <a:pt x="9391" y="10821"/>
                  </a:lnTo>
                  <a:lnTo>
                    <a:pt x="10015" y="10308"/>
                  </a:lnTo>
                  <a:lnTo>
                    <a:pt x="10565" y="9794"/>
                  </a:lnTo>
                  <a:lnTo>
                    <a:pt x="11152" y="9171"/>
                  </a:lnTo>
                  <a:close/>
                  <a:moveTo>
                    <a:pt x="12729" y="7153"/>
                  </a:moveTo>
                  <a:lnTo>
                    <a:pt x="13243" y="7483"/>
                  </a:lnTo>
                  <a:lnTo>
                    <a:pt x="13756" y="7813"/>
                  </a:lnTo>
                  <a:lnTo>
                    <a:pt x="14233" y="8180"/>
                  </a:lnTo>
                  <a:lnTo>
                    <a:pt x="14673" y="8584"/>
                  </a:lnTo>
                  <a:lnTo>
                    <a:pt x="15113" y="9024"/>
                  </a:lnTo>
                  <a:lnTo>
                    <a:pt x="15480" y="9464"/>
                  </a:lnTo>
                  <a:lnTo>
                    <a:pt x="15810" y="9941"/>
                  </a:lnTo>
                  <a:lnTo>
                    <a:pt x="16067" y="10454"/>
                  </a:lnTo>
                  <a:lnTo>
                    <a:pt x="16251" y="11005"/>
                  </a:lnTo>
                  <a:lnTo>
                    <a:pt x="16177" y="11041"/>
                  </a:lnTo>
                  <a:lnTo>
                    <a:pt x="15957" y="11188"/>
                  </a:lnTo>
                  <a:lnTo>
                    <a:pt x="15700" y="11298"/>
                  </a:lnTo>
                  <a:lnTo>
                    <a:pt x="15444" y="11371"/>
                  </a:lnTo>
                  <a:lnTo>
                    <a:pt x="15187" y="11445"/>
                  </a:lnTo>
                  <a:lnTo>
                    <a:pt x="15113" y="11371"/>
                  </a:lnTo>
                  <a:lnTo>
                    <a:pt x="15077" y="11408"/>
                  </a:lnTo>
                  <a:lnTo>
                    <a:pt x="14233" y="11445"/>
                  </a:lnTo>
                  <a:lnTo>
                    <a:pt x="13389" y="11408"/>
                  </a:lnTo>
                  <a:lnTo>
                    <a:pt x="12582" y="11371"/>
                  </a:lnTo>
                  <a:lnTo>
                    <a:pt x="11739" y="11298"/>
                  </a:lnTo>
                  <a:lnTo>
                    <a:pt x="11702" y="10198"/>
                  </a:lnTo>
                  <a:lnTo>
                    <a:pt x="11665" y="9464"/>
                  </a:lnTo>
                  <a:lnTo>
                    <a:pt x="11592" y="8694"/>
                  </a:lnTo>
                  <a:lnTo>
                    <a:pt x="12179" y="7923"/>
                  </a:lnTo>
                  <a:lnTo>
                    <a:pt x="12729" y="7153"/>
                  </a:lnTo>
                  <a:close/>
                  <a:moveTo>
                    <a:pt x="6126" y="10161"/>
                  </a:moveTo>
                  <a:lnTo>
                    <a:pt x="6787" y="10454"/>
                  </a:lnTo>
                  <a:lnTo>
                    <a:pt x="7447" y="10711"/>
                  </a:lnTo>
                  <a:lnTo>
                    <a:pt x="8327" y="11005"/>
                  </a:lnTo>
                  <a:lnTo>
                    <a:pt x="7557" y="11555"/>
                  </a:lnTo>
                  <a:lnTo>
                    <a:pt x="6713" y="11995"/>
                  </a:lnTo>
                  <a:lnTo>
                    <a:pt x="6603" y="12068"/>
                  </a:lnTo>
                  <a:lnTo>
                    <a:pt x="6346" y="11078"/>
                  </a:lnTo>
                  <a:lnTo>
                    <a:pt x="6126" y="10161"/>
                  </a:lnTo>
                  <a:close/>
                  <a:moveTo>
                    <a:pt x="3449" y="8657"/>
                  </a:moveTo>
                  <a:lnTo>
                    <a:pt x="3889" y="8950"/>
                  </a:lnTo>
                  <a:lnTo>
                    <a:pt x="4733" y="9427"/>
                  </a:lnTo>
                  <a:lnTo>
                    <a:pt x="5613" y="9904"/>
                  </a:lnTo>
                  <a:lnTo>
                    <a:pt x="5870" y="11078"/>
                  </a:lnTo>
                  <a:lnTo>
                    <a:pt x="6016" y="11665"/>
                  </a:lnTo>
                  <a:lnTo>
                    <a:pt x="6200" y="12288"/>
                  </a:lnTo>
                  <a:lnTo>
                    <a:pt x="5686" y="12509"/>
                  </a:lnTo>
                  <a:lnTo>
                    <a:pt x="5136" y="12729"/>
                  </a:lnTo>
                  <a:lnTo>
                    <a:pt x="4622" y="12875"/>
                  </a:lnTo>
                  <a:lnTo>
                    <a:pt x="4072" y="12985"/>
                  </a:lnTo>
                  <a:lnTo>
                    <a:pt x="3705" y="12985"/>
                  </a:lnTo>
                  <a:lnTo>
                    <a:pt x="3375" y="12949"/>
                  </a:lnTo>
                  <a:lnTo>
                    <a:pt x="3045" y="12875"/>
                  </a:lnTo>
                  <a:lnTo>
                    <a:pt x="2715" y="12692"/>
                  </a:lnTo>
                  <a:lnTo>
                    <a:pt x="2568" y="12582"/>
                  </a:lnTo>
                  <a:lnTo>
                    <a:pt x="2458" y="12435"/>
                  </a:lnTo>
                  <a:lnTo>
                    <a:pt x="2348" y="12288"/>
                  </a:lnTo>
                  <a:lnTo>
                    <a:pt x="2275" y="12105"/>
                  </a:lnTo>
                  <a:lnTo>
                    <a:pt x="2165" y="11775"/>
                  </a:lnTo>
                  <a:lnTo>
                    <a:pt x="2165" y="11371"/>
                  </a:lnTo>
                  <a:lnTo>
                    <a:pt x="2201" y="11005"/>
                  </a:lnTo>
                  <a:lnTo>
                    <a:pt x="2275" y="10638"/>
                  </a:lnTo>
                  <a:lnTo>
                    <a:pt x="2385" y="10271"/>
                  </a:lnTo>
                  <a:lnTo>
                    <a:pt x="2532" y="9941"/>
                  </a:lnTo>
                  <a:lnTo>
                    <a:pt x="2715" y="9574"/>
                  </a:lnTo>
                  <a:lnTo>
                    <a:pt x="2935" y="9281"/>
                  </a:lnTo>
                  <a:lnTo>
                    <a:pt x="3192" y="8950"/>
                  </a:lnTo>
                  <a:lnTo>
                    <a:pt x="3449" y="8657"/>
                  </a:lnTo>
                  <a:close/>
                  <a:moveTo>
                    <a:pt x="8291" y="14049"/>
                  </a:moveTo>
                  <a:lnTo>
                    <a:pt x="8401" y="14086"/>
                  </a:lnTo>
                  <a:lnTo>
                    <a:pt x="8401" y="14196"/>
                  </a:lnTo>
                  <a:lnTo>
                    <a:pt x="8401" y="14343"/>
                  </a:lnTo>
                  <a:lnTo>
                    <a:pt x="8364" y="14489"/>
                  </a:lnTo>
                  <a:lnTo>
                    <a:pt x="8291" y="14599"/>
                  </a:lnTo>
                  <a:lnTo>
                    <a:pt x="8181" y="14673"/>
                  </a:lnTo>
                  <a:lnTo>
                    <a:pt x="7960" y="14489"/>
                  </a:lnTo>
                  <a:lnTo>
                    <a:pt x="7777" y="14306"/>
                  </a:lnTo>
                  <a:lnTo>
                    <a:pt x="7850" y="14159"/>
                  </a:lnTo>
                  <a:lnTo>
                    <a:pt x="7997" y="14086"/>
                  </a:lnTo>
                  <a:lnTo>
                    <a:pt x="8144" y="14049"/>
                  </a:lnTo>
                  <a:close/>
                  <a:moveTo>
                    <a:pt x="8914" y="11188"/>
                  </a:moveTo>
                  <a:lnTo>
                    <a:pt x="10051" y="11481"/>
                  </a:lnTo>
                  <a:lnTo>
                    <a:pt x="11225" y="11702"/>
                  </a:lnTo>
                  <a:lnTo>
                    <a:pt x="11188" y="12288"/>
                  </a:lnTo>
                  <a:lnTo>
                    <a:pt x="11115" y="12839"/>
                  </a:lnTo>
                  <a:lnTo>
                    <a:pt x="10968" y="13426"/>
                  </a:lnTo>
                  <a:lnTo>
                    <a:pt x="10822" y="13976"/>
                  </a:lnTo>
                  <a:lnTo>
                    <a:pt x="10638" y="14269"/>
                  </a:lnTo>
                  <a:lnTo>
                    <a:pt x="10455" y="14563"/>
                  </a:lnTo>
                  <a:lnTo>
                    <a:pt x="10198" y="14819"/>
                  </a:lnTo>
                  <a:lnTo>
                    <a:pt x="9905" y="15003"/>
                  </a:lnTo>
                  <a:lnTo>
                    <a:pt x="9648" y="15113"/>
                  </a:lnTo>
                  <a:lnTo>
                    <a:pt x="9391" y="15150"/>
                  </a:lnTo>
                  <a:lnTo>
                    <a:pt x="9098" y="15113"/>
                  </a:lnTo>
                  <a:lnTo>
                    <a:pt x="8841" y="15040"/>
                  </a:lnTo>
                  <a:lnTo>
                    <a:pt x="8951" y="14856"/>
                  </a:lnTo>
                  <a:lnTo>
                    <a:pt x="8988" y="14673"/>
                  </a:lnTo>
                  <a:lnTo>
                    <a:pt x="9061" y="14453"/>
                  </a:lnTo>
                  <a:lnTo>
                    <a:pt x="9061" y="14269"/>
                  </a:lnTo>
                  <a:lnTo>
                    <a:pt x="9024" y="14086"/>
                  </a:lnTo>
                  <a:lnTo>
                    <a:pt x="8951" y="13976"/>
                  </a:lnTo>
                  <a:lnTo>
                    <a:pt x="8841" y="13829"/>
                  </a:lnTo>
                  <a:lnTo>
                    <a:pt x="8731" y="13756"/>
                  </a:lnTo>
                  <a:lnTo>
                    <a:pt x="8547" y="13646"/>
                  </a:lnTo>
                  <a:lnTo>
                    <a:pt x="8401" y="13609"/>
                  </a:lnTo>
                  <a:lnTo>
                    <a:pt x="8254" y="13572"/>
                  </a:lnTo>
                  <a:lnTo>
                    <a:pt x="8071" y="13572"/>
                  </a:lnTo>
                  <a:lnTo>
                    <a:pt x="7887" y="13609"/>
                  </a:lnTo>
                  <a:lnTo>
                    <a:pt x="7740" y="13682"/>
                  </a:lnTo>
                  <a:lnTo>
                    <a:pt x="7594" y="13792"/>
                  </a:lnTo>
                  <a:lnTo>
                    <a:pt x="7447" y="13902"/>
                  </a:lnTo>
                  <a:lnTo>
                    <a:pt x="7264" y="13609"/>
                  </a:lnTo>
                  <a:lnTo>
                    <a:pt x="7080" y="13242"/>
                  </a:lnTo>
                  <a:lnTo>
                    <a:pt x="6897" y="12912"/>
                  </a:lnTo>
                  <a:lnTo>
                    <a:pt x="6750" y="12545"/>
                  </a:lnTo>
                  <a:lnTo>
                    <a:pt x="7814" y="11958"/>
                  </a:lnTo>
                  <a:lnTo>
                    <a:pt x="8364" y="11591"/>
                  </a:lnTo>
                  <a:lnTo>
                    <a:pt x="8914" y="11188"/>
                  </a:lnTo>
                  <a:close/>
                  <a:moveTo>
                    <a:pt x="6493" y="0"/>
                  </a:moveTo>
                  <a:lnTo>
                    <a:pt x="6163" y="294"/>
                  </a:lnTo>
                  <a:lnTo>
                    <a:pt x="5870" y="624"/>
                  </a:lnTo>
                  <a:lnTo>
                    <a:pt x="5613" y="991"/>
                  </a:lnTo>
                  <a:lnTo>
                    <a:pt x="5429" y="1394"/>
                  </a:lnTo>
                  <a:lnTo>
                    <a:pt x="5246" y="1798"/>
                  </a:lnTo>
                  <a:lnTo>
                    <a:pt x="5099" y="2201"/>
                  </a:lnTo>
                  <a:lnTo>
                    <a:pt x="5026" y="2641"/>
                  </a:lnTo>
                  <a:lnTo>
                    <a:pt x="4953" y="3081"/>
                  </a:lnTo>
                  <a:lnTo>
                    <a:pt x="4219" y="2898"/>
                  </a:lnTo>
                  <a:lnTo>
                    <a:pt x="3485" y="2788"/>
                  </a:lnTo>
                  <a:lnTo>
                    <a:pt x="2752" y="2715"/>
                  </a:lnTo>
                  <a:lnTo>
                    <a:pt x="2385" y="2751"/>
                  </a:lnTo>
                  <a:lnTo>
                    <a:pt x="2055" y="2788"/>
                  </a:lnTo>
                  <a:lnTo>
                    <a:pt x="1725" y="2825"/>
                  </a:lnTo>
                  <a:lnTo>
                    <a:pt x="1394" y="2898"/>
                  </a:lnTo>
                  <a:lnTo>
                    <a:pt x="1101" y="3045"/>
                  </a:lnTo>
                  <a:lnTo>
                    <a:pt x="808" y="3191"/>
                  </a:lnTo>
                  <a:lnTo>
                    <a:pt x="551" y="3338"/>
                  </a:lnTo>
                  <a:lnTo>
                    <a:pt x="367" y="3558"/>
                  </a:lnTo>
                  <a:lnTo>
                    <a:pt x="184" y="3815"/>
                  </a:lnTo>
                  <a:lnTo>
                    <a:pt x="74" y="4108"/>
                  </a:lnTo>
                  <a:lnTo>
                    <a:pt x="1" y="4402"/>
                  </a:lnTo>
                  <a:lnTo>
                    <a:pt x="1" y="4732"/>
                  </a:lnTo>
                  <a:lnTo>
                    <a:pt x="37" y="5026"/>
                  </a:lnTo>
                  <a:lnTo>
                    <a:pt x="147" y="5356"/>
                  </a:lnTo>
                  <a:lnTo>
                    <a:pt x="257" y="5649"/>
                  </a:lnTo>
                  <a:lnTo>
                    <a:pt x="441" y="5943"/>
                  </a:lnTo>
                  <a:lnTo>
                    <a:pt x="624" y="6236"/>
                  </a:lnTo>
                  <a:lnTo>
                    <a:pt x="844" y="6493"/>
                  </a:lnTo>
                  <a:lnTo>
                    <a:pt x="1211" y="6860"/>
                  </a:lnTo>
                  <a:lnTo>
                    <a:pt x="1615" y="7263"/>
                  </a:lnTo>
                  <a:lnTo>
                    <a:pt x="1615" y="7300"/>
                  </a:lnTo>
                  <a:lnTo>
                    <a:pt x="1615" y="7520"/>
                  </a:lnTo>
                  <a:lnTo>
                    <a:pt x="1688" y="7777"/>
                  </a:lnTo>
                  <a:lnTo>
                    <a:pt x="1725" y="7887"/>
                  </a:lnTo>
                  <a:lnTo>
                    <a:pt x="1835" y="7960"/>
                  </a:lnTo>
                  <a:lnTo>
                    <a:pt x="1908" y="8033"/>
                  </a:lnTo>
                  <a:lnTo>
                    <a:pt x="2055" y="8070"/>
                  </a:lnTo>
                  <a:lnTo>
                    <a:pt x="2165" y="8107"/>
                  </a:lnTo>
                  <a:lnTo>
                    <a:pt x="2275" y="8070"/>
                  </a:lnTo>
                  <a:lnTo>
                    <a:pt x="2532" y="7997"/>
                  </a:lnTo>
                  <a:lnTo>
                    <a:pt x="3045" y="8400"/>
                  </a:lnTo>
                  <a:lnTo>
                    <a:pt x="2642" y="8914"/>
                  </a:lnTo>
                  <a:lnTo>
                    <a:pt x="2312" y="9464"/>
                  </a:lnTo>
                  <a:lnTo>
                    <a:pt x="2018" y="10051"/>
                  </a:lnTo>
                  <a:lnTo>
                    <a:pt x="1871" y="10344"/>
                  </a:lnTo>
                  <a:lnTo>
                    <a:pt x="1798" y="10674"/>
                  </a:lnTo>
                  <a:lnTo>
                    <a:pt x="1725" y="10968"/>
                  </a:lnTo>
                  <a:lnTo>
                    <a:pt x="1688" y="11261"/>
                  </a:lnTo>
                  <a:lnTo>
                    <a:pt x="1688" y="11555"/>
                  </a:lnTo>
                  <a:lnTo>
                    <a:pt x="1725" y="11885"/>
                  </a:lnTo>
                  <a:lnTo>
                    <a:pt x="1798" y="12142"/>
                  </a:lnTo>
                  <a:lnTo>
                    <a:pt x="1908" y="12435"/>
                  </a:lnTo>
                  <a:lnTo>
                    <a:pt x="2055" y="12692"/>
                  </a:lnTo>
                  <a:lnTo>
                    <a:pt x="2238" y="12912"/>
                  </a:lnTo>
                  <a:lnTo>
                    <a:pt x="2495" y="13132"/>
                  </a:lnTo>
                  <a:lnTo>
                    <a:pt x="2788" y="13279"/>
                  </a:lnTo>
                  <a:lnTo>
                    <a:pt x="3045" y="13389"/>
                  </a:lnTo>
                  <a:lnTo>
                    <a:pt x="3375" y="13426"/>
                  </a:lnTo>
                  <a:lnTo>
                    <a:pt x="3669" y="13462"/>
                  </a:lnTo>
                  <a:lnTo>
                    <a:pt x="3999" y="13462"/>
                  </a:lnTo>
                  <a:lnTo>
                    <a:pt x="4292" y="13426"/>
                  </a:lnTo>
                  <a:lnTo>
                    <a:pt x="4586" y="13389"/>
                  </a:lnTo>
                  <a:lnTo>
                    <a:pt x="5026" y="13242"/>
                  </a:lnTo>
                  <a:lnTo>
                    <a:pt x="5503" y="13095"/>
                  </a:lnTo>
                  <a:lnTo>
                    <a:pt x="5906" y="12949"/>
                  </a:lnTo>
                  <a:lnTo>
                    <a:pt x="6346" y="12729"/>
                  </a:lnTo>
                  <a:lnTo>
                    <a:pt x="6530" y="13169"/>
                  </a:lnTo>
                  <a:lnTo>
                    <a:pt x="6713" y="13572"/>
                  </a:lnTo>
                  <a:lnTo>
                    <a:pt x="6970" y="13976"/>
                  </a:lnTo>
                  <a:lnTo>
                    <a:pt x="7227" y="14343"/>
                  </a:lnTo>
                  <a:lnTo>
                    <a:pt x="7153" y="14526"/>
                  </a:lnTo>
                  <a:lnTo>
                    <a:pt x="7117" y="14709"/>
                  </a:lnTo>
                  <a:lnTo>
                    <a:pt x="7153" y="14893"/>
                  </a:lnTo>
                  <a:lnTo>
                    <a:pt x="7227" y="15076"/>
                  </a:lnTo>
                  <a:lnTo>
                    <a:pt x="7337" y="15223"/>
                  </a:lnTo>
                  <a:lnTo>
                    <a:pt x="7484" y="15333"/>
                  </a:lnTo>
                  <a:lnTo>
                    <a:pt x="7630" y="15406"/>
                  </a:lnTo>
                  <a:lnTo>
                    <a:pt x="7777" y="15480"/>
                  </a:lnTo>
                  <a:lnTo>
                    <a:pt x="7924" y="15516"/>
                  </a:lnTo>
                  <a:lnTo>
                    <a:pt x="8107" y="15516"/>
                  </a:lnTo>
                  <a:lnTo>
                    <a:pt x="8254" y="15480"/>
                  </a:lnTo>
                  <a:lnTo>
                    <a:pt x="8437" y="15406"/>
                  </a:lnTo>
                  <a:lnTo>
                    <a:pt x="8474" y="15406"/>
                  </a:lnTo>
                  <a:lnTo>
                    <a:pt x="8804" y="15516"/>
                  </a:lnTo>
                  <a:lnTo>
                    <a:pt x="9171" y="15590"/>
                  </a:lnTo>
                  <a:lnTo>
                    <a:pt x="9501" y="15590"/>
                  </a:lnTo>
                  <a:lnTo>
                    <a:pt x="9868" y="15516"/>
                  </a:lnTo>
                  <a:lnTo>
                    <a:pt x="10161" y="15406"/>
                  </a:lnTo>
                  <a:lnTo>
                    <a:pt x="10418" y="15260"/>
                  </a:lnTo>
                  <a:lnTo>
                    <a:pt x="10675" y="15040"/>
                  </a:lnTo>
                  <a:lnTo>
                    <a:pt x="10858" y="14819"/>
                  </a:lnTo>
                  <a:lnTo>
                    <a:pt x="11042" y="14563"/>
                  </a:lnTo>
                  <a:lnTo>
                    <a:pt x="11188" y="14269"/>
                  </a:lnTo>
                  <a:lnTo>
                    <a:pt x="11299" y="13976"/>
                  </a:lnTo>
                  <a:lnTo>
                    <a:pt x="11409" y="13682"/>
                  </a:lnTo>
                  <a:lnTo>
                    <a:pt x="11519" y="13242"/>
                  </a:lnTo>
                  <a:lnTo>
                    <a:pt x="11629" y="12765"/>
                  </a:lnTo>
                  <a:lnTo>
                    <a:pt x="11665" y="12252"/>
                  </a:lnTo>
                  <a:lnTo>
                    <a:pt x="11702" y="11775"/>
                  </a:lnTo>
                  <a:lnTo>
                    <a:pt x="12619" y="11848"/>
                  </a:lnTo>
                  <a:lnTo>
                    <a:pt x="13499" y="11922"/>
                  </a:lnTo>
                  <a:lnTo>
                    <a:pt x="14416" y="11922"/>
                  </a:lnTo>
                  <a:lnTo>
                    <a:pt x="15297" y="11885"/>
                  </a:lnTo>
                  <a:lnTo>
                    <a:pt x="15333" y="11848"/>
                  </a:lnTo>
                  <a:lnTo>
                    <a:pt x="15333" y="11775"/>
                  </a:lnTo>
                  <a:lnTo>
                    <a:pt x="15590" y="11702"/>
                  </a:lnTo>
                  <a:lnTo>
                    <a:pt x="15884" y="11628"/>
                  </a:lnTo>
                  <a:lnTo>
                    <a:pt x="16140" y="11481"/>
                  </a:lnTo>
                  <a:lnTo>
                    <a:pt x="16397" y="11335"/>
                  </a:lnTo>
                  <a:lnTo>
                    <a:pt x="16507" y="11335"/>
                  </a:lnTo>
                  <a:lnTo>
                    <a:pt x="16544" y="11298"/>
                  </a:lnTo>
                  <a:lnTo>
                    <a:pt x="16581" y="11225"/>
                  </a:lnTo>
                  <a:lnTo>
                    <a:pt x="16544" y="10931"/>
                  </a:lnTo>
                  <a:lnTo>
                    <a:pt x="16471" y="10638"/>
                  </a:lnTo>
                  <a:lnTo>
                    <a:pt x="16397" y="10344"/>
                  </a:lnTo>
                  <a:lnTo>
                    <a:pt x="16287" y="10088"/>
                  </a:lnTo>
                  <a:lnTo>
                    <a:pt x="15994" y="9537"/>
                  </a:lnTo>
                  <a:lnTo>
                    <a:pt x="15627" y="9060"/>
                  </a:lnTo>
                  <a:lnTo>
                    <a:pt x="15223" y="8584"/>
                  </a:lnTo>
                  <a:lnTo>
                    <a:pt x="14783" y="8143"/>
                  </a:lnTo>
                  <a:lnTo>
                    <a:pt x="14306" y="7740"/>
                  </a:lnTo>
                  <a:lnTo>
                    <a:pt x="13793" y="7336"/>
                  </a:lnTo>
                  <a:lnTo>
                    <a:pt x="12949" y="6786"/>
                  </a:lnTo>
                  <a:lnTo>
                    <a:pt x="13353" y="6053"/>
                  </a:lnTo>
                  <a:lnTo>
                    <a:pt x="13720" y="5319"/>
                  </a:lnTo>
                  <a:lnTo>
                    <a:pt x="14050" y="4549"/>
                  </a:lnTo>
                  <a:lnTo>
                    <a:pt x="14306" y="3778"/>
                  </a:lnTo>
                  <a:lnTo>
                    <a:pt x="14306" y="3632"/>
                  </a:lnTo>
                  <a:lnTo>
                    <a:pt x="14453" y="3522"/>
                  </a:lnTo>
                  <a:lnTo>
                    <a:pt x="14600" y="3375"/>
                  </a:lnTo>
                  <a:lnTo>
                    <a:pt x="14747" y="3155"/>
                  </a:lnTo>
                  <a:lnTo>
                    <a:pt x="14820" y="2935"/>
                  </a:lnTo>
                  <a:lnTo>
                    <a:pt x="14820" y="2678"/>
                  </a:lnTo>
                  <a:lnTo>
                    <a:pt x="14747" y="2421"/>
                  </a:lnTo>
                  <a:lnTo>
                    <a:pt x="14637" y="2238"/>
                  </a:lnTo>
                  <a:lnTo>
                    <a:pt x="14490" y="2054"/>
                  </a:lnTo>
                  <a:lnTo>
                    <a:pt x="14270" y="1944"/>
                  </a:lnTo>
                  <a:lnTo>
                    <a:pt x="14160" y="1908"/>
                  </a:lnTo>
                  <a:lnTo>
                    <a:pt x="14013" y="1908"/>
                  </a:lnTo>
                  <a:lnTo>
                    <a:pt x="13830" y="1944"/>
                  </a:lnTo>
                  <a:lnTo>
                    <a:pt x="13683" y="2018"/>
                  </a:lnTo>
                  <a:lnTo>
                    <a:pt x="13536" y="2091"/>
                  </a:lnTo>
                  <a:lnTo>
                    <a:pt x="13389" y="2201"/>
                  </a:lnTo>
                  <a:lnTo>
                    <a:pt x="12949" y="2128"/>
                  </a:lnTo>
                  <a:lnTo>
                    <a:pt x="12472" y="2164"/>
                  </a:lnTo>
                  <a:lnTo>
                    <a:pt x="12032" y="2201"/>
                  </a:lnTo>
                  <a:lnTo>
                    <a:pt x="11592" y="2274"/>
                  </a:lnTo>
                  <a:lnTo>
                    <a:pt x="11115" y="2421"/>
                  </a:lnTo>
                  <a:lnTo>
                    <a:pt x="10675" y="2568"/>
                  </a:lnTo>
                  <a:lnTo>
                    <a:pt x="10271" y="2751"/>
                  </a:lnTo>
                  <a:lnTo>
                    <a:pt x="9831" y="2971"/>
                  </a:lnTo>
                  <a:lnTo>
                    <a:pt x="9611" y="3081"/>
                  </a:lnTo>
                  <a:lnTo>
                    <a:pt x="9208" y="2421"/>
                  </a:lnTo>
                  <a:lnTo>
                    <a:pt x="8767" y="1761"/>
                  </a:lnTo>
                  <a:lnTo>
                    <a:pt x="8254" y="1137"/>
                  </a:lnTo>
                  <a:lnTo>
                    <a:pt x="7740" y="550"/>
                  </a:lnTo>
                  <a:lnTo>
                    <a:pt x="7630" y="477"/>
                  </a:lnTo>
                  <a:lnTo>
                    <a:pt x="7520" y="477"/>
                  </a:lnTo>
                  <a:lnTo>
                    <a:pt x="7117" y="624"/>
                  </a:lnTo>
                  <a:lnTo>
                    <a:pt x="6713" y="807"/>
                  </a:lnTo>
                  <a:lnTo>
                    <a:pt x="6640" y="844"/>
                  </a:lnTo>
                  <a:lnTo>
                    <a:pt x="6603" y="881"/>
                  </a:lnTo>
                  <a:lnTo>
                    <a:pt x="6640" y="991"/>
                  </a:lnTo>
                  <a:lnTo>
                    <a:pt x="6677" y="1064"/>
                  </a:lnTo>
                  <a:lnTo>
                    <a:pt x="6787" y="1064"/>
                  </a:lnTo>
                  <a:lnTo>
                    <a:pt x="7153" y="1027"/>
                  </a:lnTo>
                  <a:lnTo>
                    <a:pt x="7484" y="991"/>
                  </a:lnTo>
                  <a:lnTo>
                    <a:pt x="7960" y="1541"/>
                  </a:lnTo>
                  <a:lnTo>
                    <a:pt x="8401" y="2091"/>
                  </a:lnTo>
                  <a:lnTo>
                    <a:pt x="8841" y="2715"/>
                  </a:lnTo>
                  <a:lnTo>
                    <a:pt x="9208" y="3301"/>
                  </a:lnTo>
                  <a:lnTo>
                    <a:pt x="8511" y="3742"/>
                  </a:lnTo>
                  <a:lnTo>
                    <a:pt x="7850" y="4219"/>
                  </a:lnTo>
                  <a:lnTo>
                    <a:pt x="6603" y="3668"/>
                  </a:lnTo>
                  <a:lnTo>
                    <a:pt x="5980" y="3412"/>
                  </a:lnTo>
                  <a:lnTo>
                    <a:pt x="5319" y="3191"/>
                  </a:lnTo>
                  <a:lnTo>
                    <a:pt x="5393" y="2788"/>
                  </a:lnTo>
                  <a:lnTo>
                    <a:pt x="5466" y="2384"/>
                  </a:lnTo>
                  <a:lnTo>
                    <a:pt x="5576" y="1981"/>
                  </a:lnTo>
                  <a:lnTo>
                    <a:pt x="5723" y="1577"/>
                  </a:lnTo>
                  <a:lnTo>
                    <a:pt x="5906" y="1211"/>
                  </a:lnTo>
                  <a:lnTo>
                    <a:pt x="6126" y="844"/>
                  </a:lnTo>
                  <a:lnTo>
                    <a:pt x="6383" y="514"/>
                  </a:lnTo>
                  <a:lnTo>
                    <a:pt x="6640" y="184"/>
                  </a:lnTo>
                  <a:lnTo>
                    <a:pt x="6677" y="110"/>
                  </a:lnTo>
                  <a:lnTo>
                    <a:pt x="6677" y="37"/>
                  </a:lnTo>
                  <a:lnTo>
                    <a:pt x="6603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8" name="Google Shape;304;p5">
              <a:extLst>
                <a:ext uri="{FF2B5EF4-FFF2-40B4-BE49-F238E27FC236}">
                  <a16:creationId xmlns:a16="http://schemas.microsoft.com/office/drawing/2014/main" id="{E656BAEA-E78A-4EBB-8A6C-516ADC08DF62}"/>
                </a:ext>
              </a:extLst>
            </p:cNvPr>
            <p:cNvSpPr/>
            <p:nvPr/>
          </p:nvSpPr>
          <p:spPr>
            <a:xfrm>
              <a:off x="6553775" y="1840025"/>
              <a:ext cx="234775" cy="276975"/>
            </a:xfrm>
            <a:custGeom>
              <a:avLst/>
              <a:gdLst/>
              <a:ahLst/>
              <a:cxnLst/>
              <a:rect l="l" t="t" r="r" b="b"/>
              <a:pathLst>
                <a:path w="9391" h="11079" extrusionOk="0">
                  <a:moveTo>
                    <a:pt x="4916" y="441"/>
                  </a:moveTo>
                  <a:lnTo>
                    <a:pt x="5026" y="477"/>
                  </a:lnTo>
                  <a:lnTo>
                    <a:pt x="5099" y="551"/>
                  </a:lnTo>
                  <a:lnTo>
                    <a:pt x="5099" y="771"/>
                  </a:lnTo>
                  <a:lnTo>
                    <a:pt x="5026" y="954"/>
                  </a:lnTo>
                  <a:lnTo>
                    <a:pt x="4953" y="1064"/>
                  </a:lnTo>
                  <a:lnTo>
                    <a:pt x="4842" y="1138"/>
                  </a:lnTo>
                  <a:lnTo>
                    <a:pt x="4732" y="1174"/>
                  </a:lnTo>
                  <a:lnTo>
                    <a:pt x="4622" y="1138"/>
                  </a:lnTo>
                  <a:lnTo>
                    <a:pt x="4366" y="1028"/>
                  </a:lnTo>
                  <a:lnTo>
                    <a:pt x="4439" y="917"/>
                  </a:lnTo>
                  <a:lnTo>
                    <a:pt x="4439" y="771"/>
                  </a:lnTo>
                  <a:lnTo>
                    <a:pt x="4402" y="697"/>
                  </a:lnTo>
                  <a:lnTo>
                    <a:pt x="4366" y="661"/>
                  </a:lnTo>
                  <a:lnTo>
                    <a:pt x="4476" y="551"/>
                  </a:lnTo>
                  <a:lnTo>
                    <a:pt x="4622" y="477"/>
                  </a:lnTo>
                  <a:lnTo>
                    <a:pt x="4769" y="441"/>
                  </a:lnTo>
                  <a:close/>
                  <a:moveTo>
                    <a:pt x="3375" y="6493"/>
                  </a:moveTo>
                  <a:lnTo>
                    <a:pt x="3375" y="6530"/>
                  </a:lnTo>
                  <a:lnTo>
                    <a:pt x="3339" y="6530"/>
                  </a:lnTo>
                  <a:lnTo>
                    <a:pt x="3375" y="6493"/>
                  </a:lnTo>
                  <a:close/>
                  <a:moveTo>
                    <a:pt x="4292" y="6933"/>
                  </a:moveTo>
                  <a:lnTo>
                    <a:pt x="4256" y="7007"/>
                  </a:lnTo>
                  <a:lnTo>
                    <a:pt x="4219" y="6970"/>
                  </a:lnTo>
                  <a:lnTo>
                    <a:pt x="4292" y="6933"/>
                  </a:lnTo>
                  <a:close/>
                  <a:moveTo>
                    <a:pt x="5209" y="4219"/>
                  </a:moveTo>
                  <a:lnTo>
                    <a:pt x="5429" y="4329"/>
                  </a:lnTo>
                  <a:lnTo>
                    <a:pt x="5649" y="4439"/>
                  </a:lnTo>
                  <a:lnTo>
                    <a:pt x="5686" y="4549"/>
                  </a:lnTo>
                  <a:lnTo>
                    <a:pt x="5723" y="4586"/>
                  </a:lnTo>
                  <a:lnTo>
                    <a:pt x="5796" y="4586"/>
                  </a:lnTo>
                  <a:lnTo>
                    <a:pt x="6016" y="4879"/>
                  </a:lnTo>
                  <a:lnTo>
                    <a:pt x="6163" y="5173"/>
                  </a:lnTo>
                  <a:lnTo>
                    <a:pt x="6200" y="5503"/>
                  </a:lnTo>
                  <a:lnTo>
                    <a:pt x="6200" y="5833"/>
                  </a:lnTo>
                  <a:lnTo>
                    <a:pt x="6090" y="6126"/>
                  </a:lnTo>
                  <a:lnTo>
                    <a:pt x="5943" y="6420"/>
                  </a:lnTo>
                  <a:lnTo>
                    <a:pt x="5796" y="6603"/>
                  </a:lnTo>
                  <a:lnTo>
                    <a:pt x="5649" y="6750"/>
                  </a:lnTo>
                  <a:lnTo>
                    <a:pt x="5649" y="6713"/>
                  </a:lnTo>
                  <a:lnTo>
                    <a:pt x="5649" y="6566"/>
                  </a:lnTo>
                  <a:lnTo>
                    <a:pt x="5649" y="6383"/>
                  </a:lnTo>
                  <a:lnTo>
                    <a:pt x="5613" y="6346"/>
                  </a:lnTo>
                  <a:lnTo>
                    <a:pt x="5576" y="6310"/>
                  </a:lnTo>
                  <a:lnTo>
                    <a:pt x="5539" y="6310"/>
                  </a:lnTo>
                  <a:lnTo>
                    <a:pt x="5503" y="6346"/>
                  </a:lnTo>
                  <a:lnTo>
                    <a:pt x="5393" y="6493"/>
                  </a:lnTo>
                  <a:lnTo>
                    <a:pt x="5356" y="6676"/>
                  </a:lnTo>
                  <a:lnTo>
                    <a:pt x="5319" y="6933"/>
                  </a:lnTo>
                  <a:lnTo>
                    <a:pt x="5099" y="7007"/>
                  </a:lnTo>
                  <a:lnTo>
                    <a:pt x="5099" y="6860"/>
                  </a:lnTo>
                  <a:lnTo>
                    <a:pt x="5099" y="6713"/>
                  </a:lnTo>
                  <a:lnTo>
                    <a:pt x="5136" y="6566"/>
                  </a:lnTo>
                  <a:lnTo>
                    <a:pt x="5209" y="6456"/>
                  </a:lnTo>
                  <a:lnTo>
                    <a:pt x="5246" y="6420"/>
                  </a:lnTo>
                  <a:lnTo>
                    <a:pt x="5209" y="6383"/>
                  </a:lnTo>
                  <a:lnTo>
                    <a:pt x="5173" y="6346"/>
                  </a:lnTo>
                  <a:lnTo>
                    <a:pt x="5136" y="6346"/>
                  </a:lnTo>
                  <a:lnTo>
                    <a:pt x="4953" y="6456"/>
                  </a:lnTo>
                  <a:lnTo>
                    <a:pt x="4842" y="6640"/>
                  </a:lnTo>
                  <a:lnTo>
                    <a:pt x="4769" y="6823"/>
                  </a:lnTo>
                  <a:lnTo>
                    <a:pt x="4769" y="7043"/>
                  </a:lnTo>
                  <a:lnTo>
                    <a:pt x="4696" y="7043"/>
                  </a:lnTo>
                  <a:lnTo>
                    <a:pt x="4659" y="7007"/>
                  </a:lnTo>
                  <a:lnTo>
                    <a:pt x="4622" y="6970"/>
                  </a:lnTo>
                  <a:lnTo>
                    <a:pt x="4586" y="6970"/>
                  </a:lnTo>
                  <a:lnTo>
                    <a:pt x="5026" y="6016"/>
                  </a:lnTo>
                  <a:lnTo>
                    <a:pt x="5026" y="5943"/>
                  </a:lnTo>
                  <a:lnTo>
                    <a:pt x="4989" y="5906"/>
                  </a:lnTo>
                  <a:lnTo>
                    <a:pt x="4953" y="5906"/>
                  </a:lnTo>
                  <a:lnTo>
                    <a:pt x="4916" y="5943"/>
                  </a:lnTo>
                  <a:lnTo>
                    <a:pt x="4402" y="6750"/>
                  </a:lnTo>
                  <a:lnTo>
                    <a:pt x="4366" y="6676"/>
                  </a:lnTo>
                  <a:lnTo>
                    <a:pt x="4329" y="6640"/>
                  </a:lnTo>
                  <a:lnTo>
                    <a:pt x="4256" y="6640"/>
                  </a:lnTo>
                  <a:lnTo>
                    <a:pt x="4439" y="6236"/>
                  </a:lnTo>
                  <a:lnTo>
                    <a:pt x="4659" y="5796"/>
                  </a:lnTo>
                  <a:lnTo>
                    <a:pt x="4696" y="5759"/>
                  </a:lnTo>
                  <a:lnTo>
                    <a:pt x="4659" y="5723"/>
                  </a:lnTo>
                  <a:lnTo>
                    <a:pt x="4586" y="5723"/>
                  </a:lnTo>
                  <a:lnTo>
                    <a:pt x="4182" y="6273"/>
                  </a:lnTo>
                  <a:lnTo>
                    <a:pt x="3999" y="6566"/>
                  </a:lnTo>
                  <a:lnTo>
                    <a:pt x="3852" y="6860"/>
                  </a:lnTo>
                  <a:lnTo>
                    <a:pt x="3669" y="6786"/>
                  </a:lnTo>
                  <a:lnTo>
                    <a:pt x="3779" y="6750"/>
                  </a:lnTo>
                  <a:lnTo>
                    <a:pt x="3852" y="6640"/>
                  </a:lnTo>
                  <a:lnTo>
                    <a:pt x="3889" y="6566"/>
                  </a:lnTo>
                  <a:lnTo>
                    <a:pt x="3889" y="6420"/>
                  </a:lnTo>
                  <a:lnTo>
                    <a:pt x="3889" y="6383"/>
                  </a:lnTo>
                  <a:lnTo>
                    <a:pt x="3815" y="6383"/>
                  </a:lnTo>
                  <a:lnTo>
                    <a:pt x="3999" y="6163"/>
                  </a:lnTo>
                  <a:lnTo>
                    <a:pt x="4512" y="5539"/>
                  </a:lnTo>
                  <a:lnTo>
                    <a:pt x="4512" y="5466"/>
                  </a:lnTo>
                  <a:lnTo>
                    <a:pt x="4476" y="5429"/>
                  </a:lnTo>
                  <a:lnTo>
                    <a:pt x="4402" y="5429"/>
                  </a:lnTo>
                  <a:lnTo>
                    <a:pt x="3779" y="6016"/>
                  </a:lnTo>
                  <a:lnTo>
                    <a:pt x="3632" y="6126"/>
                  </a:lnTo>
                  <a:lnTo>
                    <a:pt x="3595" y="6090"/>
                  </a:lnTo>
                  <a:lnTo>
                    <a:pt x="3559" y="6090"/>
                  </a:lnTo>
                  <a:lnTo>
                    <a:pt x="3485" y="6126"/>
                  </a:lnTo>
                  <a:lnTo>
                    <a:pt x="3669" y="5869"/>
                  </a:lnTo>
                  <a:lnTo>
                    <a:pt x="3889" y="5649"/>
                  </a:lnTo>
                  <a:lnTo>
                    <a:pt x="4146" y="5466"/>
                  </a:lnTo>
                  <a:lnTo>
                    <a:pt x="4402" y="5283"/>
                  </a:lnTo>
                  <a:lnTo>
                    <a:pt x="4439" y="5246"/>
                  </a:lnTo>
                  <a:lnTo>
                    <a:pt x="4402" y="5209"/>
                  </a:lnTo>
                  <a:lnTo>
                    <a:pt x="4402" y="5173"/>
                  </a:lnTo>
                  <a:lnTo>
                    <a:pt x="4329" y="5136"/>
                  </a:lnTo>
                  <a:lnTo>
                    <a:pt x="3962" y="5319"/>
                  </a:lnTo>
                  <a:lnTo>
                    <a:pt x="3632" y="5539"/>
                  </a:lnTo>
                  <a:lnTo>
                    <a:pt x="3339" y="5796"/>
                  </a:lnTo>
                  <a:lnTo>
                    <a:pt x="3082" y="6126"/>
                  </a:lnTo>
                  <a:lnTo>
                    <a:pt x="3045" y="6016"/>
                  </a:lnTo>
                  <a:lnTo>
                    <a:pt x="3082" y="5980"/>
                  </a:lnTo>
                  <a:lnTo>
                    <a:pt x="3339" y="5613"/>
                  </a:lnTo>
                  <a:lnTo>
                    <a:pt x="3632" y="5283"/>
                  </a:lnTo>
                  <a:lnTo>
                    <a:pt x="3962" y="4952"/>
                  </a:lnTo>
                  <a:lnTo>
                    <a:pt x="4292" y="4659"/>
                  </a:lnTo>
                  <a:lnTo>
                    <a:pt x="4292" y="4622"/>
                  </a:lnTo>
                  <a:lnTo>
                    <a:pt x="4256" y="4586"/>
                  </a:lnTo>
                  <a:lnTo>
                    <a:pt x="4219" y="4586"/>
                  </a:lnTo>
                  <a:lnTo>
                    <a:pt x="3925" y="4732"/>
                  </a:lnTo>
                  <a:lnTo>
                    <a:pt x="3632" y="4879"/>
                  </a:lnTo>
                  <a:lnTo>
                    <a:pt x="3375" y="5099"/>
                  </a:lnTo>
                  <a:lnTo>
                    <a:pt x="3155" y="5356"/>
                  </a:lnTo>
                  <a:lnTo>
                    <a:pt x="3228" y="5209"/>
                  </a:lnTo>
                  <a:lnTo>
                    <a:pt x="3339" y="5062"/>
                  </a:lnTo>
                  <a:lnTo>
                    <a:pt x="3559" y="4842"/>
                  </a:lnTo>
                  <a:lnTo>
                    <a:pt x="3852" y="4622"/>
                  </a:lnTo>
                  <a:lnTo>
                    <a:pt x="4146" y="4476"/>
                  </a:lnTo>
                  <a:lnTo>
                    <a:pt x="4402" y="4366"/>
                  </a:lnTo>
                  <a:lnTo>
                    <a:pt x="4659" y="4292"/>
                  </a:lnTo>
                  <a:lnTo>
                    <a:pt x="4953" y="4219"/>
                  </a:lnTo>
                  <a:close/>
                  <a:moveTo>
                    <a:pt x="807" y="8767"/>
                  </a:moveTo>
                  <a:lnTo>
                    <a:pt x="807" y="8841"/>
                  </a:lnTo>
                  <a:lnTo>
                    <a:pt x="844" y="8914"/>
                  </a:lnTo>
                  <a:lnTo>
                    <a:pt x="918" y="8951"/>
                  </a:lnTo>
                  <a:lnTo>
                    <a:pt x="1138" y="8951"/>
                  </a:lnTo>
                  <a:lnTo>
                    <a:pt x="1211" y="8987"/>
                  </a:lnTo>
                  <a:lnTo>
                    <a:pt x="1321" y="8987"/>
                  </a:lnTo>
                  <a:lnTo>
                    <a:pt x="1321" y="9061"/>
                  </a:lnTo>
                  <a:lnTo>
                    <a:pt x="1321" y="9097"/>
                  </a:lnTo>
                  <a:lnTo>
                    <a:pt x="1248" y="9171"/>
                  </a:lnTo>
                  <a:lnTo>
                    <a:pt x="1174" y="9207"/>
                  </a:lnTo>
                  <a:lnTo>
                    <a:pt x="954" y="9244"/>
                  </a:lnTo>
                  <a:lnTo>
                    <a:pt x="844" y="9207"/>
                  </a:lnTo>
                  <a:lnTo>
                    <a:pt x="697" y="9134"/>
                  </a:lnTo>
                  <a:lnTo>
                    <a:pt x="587" y="9061"/>
                  </a:lnTo>
                  <a:lnTo>
                    <a:pt x="551" y="8951"/>
                  </a:lnTo>
                  <a:lnTo>
                    <a:pt x="661" y="8841"/>
                  </a:lnTo>
                  <a:lnTo>
                    <a:pt x="807" y="8767"/>
                  </a:lnTo>
                  <a:close/>
                  <a:moveTo>
                    <a:pt x="8511" y="8657"/>
                  </a:moveTo>
                  <a:lnTo>
                    <a:pt x="8621" y="8694"/>
                  </a:lnTo>
                  <a:lnTo>
                    <a:pt x="8731" y="8731"/>
                  </a:lnTo>
                  <a:lnTo>
                    <a:pt x="8841" y="8804"/>
                  </a:lnTo>
                  <a:lnTo>
                    <a:pt x="8951" y="8877"/>
                  </a:lnTo>
                  <a:lnTo>
                    <a:pt x="8987" y="8987"/>
                  </a:lnTo>
                  <a:lnTo>
                    <a:pt x="9024" y="9097"/>
                  </a:lnTo>
                  <a:lnTo>
                    <a:pt x="9024" y="9134"/>
                  </a:lnTo>
                  <a:lnTo>
                    <a:pt x="8987" y="9134"/>
                  </a:lnTo>
                  <a:lnTo>
                    <a:pt x="8877" y="9097"/>
                  </a:lnTo>
                  <a:lnTo>
                    <a:pt x="8804" y="9134"/>
                  </a:lnTo>
                  <a:lnTo>
                    <a:pt x="8731" y="9171"/>
                  </a:lnTo>
                  <a:lnTo>
                    <a:pt x="8621" y="9281"/>
                  </a:lnTo>
                  <a:lnTo>
                    <a:pt x="8474" y="9354"/>
                  </a:lnTo>
                  <a:lnTo>
                    <a:pt x="8327" y="9318"/>
                  </a:lnTo>
                  <a:lnTo>
                    <a:pt x="8254" y="9244"/>
                  </a:lnTo>
                  <a:lnTo>
                    <a:pt x="8217" y="9171"/>
                  </a:lnTo>
                  <a:lnTo>
                    <a:pt x="8217" y="9024"/>
                  </a:lnTo>
                  <a:lnTo>
                    <a:pt x="8254" y="8841"/>
                  </a:lnTo>
                  <a:lnTo>
                    <a:pt x="8254" y="8694"/>
                  </a:lnTo>
                  <a:lnTo>
                    <a:pt x="8511" y="8657"/>
                  </a:lnTo>
                  <a:close/>
                  <a:moveTo>
                    <a:pt x="5026" y="9501"/>
                  </a:moveTo>
                  <a:lnTo>
                    <a:pt x="5063" y="9574"/>
                  </a:lnTo>
                  <a:lnTo>
                    <a:pt x="4989" y="9538"/>
                  </a:lnTo>
                  <a:lnTo>
                    <a:pt x="5026" y="9501"/>
                  </a:lnTo>
                  <a:close/>
                  <a:moveTo>
                    <a:pt x="4696" y="9868"/>
                  </a:moveTo>
                  <a:lnTo>
                    <a:pt x="4953" y="9941"/>
                  </a:lnTo>
                  <a:lnTo>
                    <a:pt x="4916" y="10014"/>
                  </a:lnTo>
                  <a:lnTo>
                    <a:pt x="4879" y="10271"/>
                  </a:lnTo>
                  <a:lnTo>
                    <a:pt x="4842" y="10308"/>
                  </a:lnTo>
                  <a:lnTo>
                    <a:pt x="4549" y="10308"/>
                  </a:lnTo>
                  <a:lnTo>
                    <a:pt x="4439" y="10235"/>
                  </a:lnTo>
                  <a:lnTo>
                    <a:pt x="4329" y="10125"/>
                  </a:lnTo>
                  <a:lnTo>
                    <a:pt x="4292" y="10051"/>
                  </a:lnTo>
                  <a:lnTo>
                    <a:pt x="4256" y="9941"/>
                  </a:lnTo>
                  <a:lnTo>
                    <a:pt x="4329" y="9904"/>
                  </a:lnTo>
                  <a:lnTo>
                    <a:pt x="4439" y="9868"/>
                  </a:lnTo>
                  <a:close/>
                  <a:moveTo>
                    <a:pt x="4806" y="0"/>
                  </a:moveTo>
                  <a:lnTo>
                    <a:pt x="4622" y="37"/>
                  </a:lnTo>
                  <a:lnTo>
                    <a:pt x="4476" y="110"/>
                  </a:lnTo>
                  <a:lnTo>
                    <a:pt x="4292" y="147"/>
                  </a:lnTo>
                  <a:lnTo>
                    <a:pt x="4146" y="257"/>
                  </a:lnTo>
                  <a:lnTo>
                    <a:pt x="3999" y="367"/>
                  </a:lnTo>
                  <a:lnTo>
                    <a:pt x="3889" y="477"/>
                  </a:lnTo>
                  <a:lnTo>
                    <a:pt x="3779" y="624"/>
                  </a:lnTo>
                  <a:lnTo>
                    <a:pt x="3705" y="807"/>
                  </a:lnTo>
                  <a:lnTo>
                    <a:pt x="3669" y="954"/>
                  </a:lnTo>
                  <a:lnTo>
                    <a:pt x="3669" y="1138"/>
                  </a:lnTo>
                  <a:lnTo>
                    <a:pt x="3705" y="1321"/>
                  </a:lnTo>
                  <a:lnTo>
                    <a:pt x="3815" y="1578"/>
                  </a:lnTo>
                  <a:lnTo>
                    <a:pt x="3999" y="1761"/>
                  </a:lnTo>
                  <a:lnTo>
                    <a:pt x="4182" y="1871"/>
                  </a:lnTo>
                  <a:lnTo>
                    <a:pt x="4402" y="1945"/>
                  </a:lnTo>
                  <a:lnTo>
                    <a:pt x="4366" y="2055"/>
                  </a:lnTo>
                  <a:lnTo>
                    <a:pt x="4329" y="2165"/>
                  </a:lnTo>
                  <a:lnTo>
                    <a:pt x="4329" y="2531"/>
                  </a:lnTo>
                  <a:lnTo>
                    <a:pt x="4329" y="2898"/>
                  </a:lnTo>
                  <a:lnTo>
                    <a:pt x="4329" y="3522"/>
                  </a:lnTo>
                  <a:lnTo>
                    <a:pt x="4329" y="3669"/>
                  </a:lnTo>
                  <a:lnTo>
                    <a:pt x="4366" y="3779"/>
                  </a:lnTo>
                  <a:lnTo>
                    <a:pt x="4072" y="3925"/>
                  </a:lnTo>
                  <a:lnTo>
                    <a:pt x="3815" y="4109"/>
                  </a:lnTo>
                  <a:lnTo>
                    <a:pt x="3742" y="4182"/>
                  </a:lnTo>
                  <a:lnTo>
                    <a:pt x="3742" y="4255"/>
                  </a:lnTo>
                  <a:lnTo>
                    <a:pt x="3522" y="4402"/>
                  </a:lnTo>
                  <a:lnTo>
                    <a:pt x="3339" y="4549"/>
                  </a:lnTo>
                  <a:lnTo>
                    <a:pt x="3155" y="4696"/>
                  </a:lnTo>
                  <a:lnTo>
                    <a:pt x="3008" y="4879"/>
                  </a:lnTo>
                  <a:lnTo>
                    <a:pt x="2862" y="5062"/>
                  </a:lnTo>
                  <a:lnTo>
                    <a:pt x="2752" y="5283"/>
                  </a:lnTo>
                  <a:lnTo>
                    <a:pt x="2678" y="5503"/>
                  </a:lnTo>
                  <a:lnTo>
                    <a:pt x="2642" y="5686"/>
                  </a:lnTo>
                  <a:lnTo>
                    <a:pt x="2642" y="5906"/>
                  </a:lnTo>
                  <a:lnTo>
                    <a:pt x="2678" y="6126"/>
                  </a:lnTo>
                  <a:lnTo>
                    <a:pt x="2752" y="6346"/>
                  </a:lnTo>
                  <a:lnTo>
                    <a:pt x="2825" y="6566"/>
                  </a:lnTo>
                  <a:lnTo>
                    <a:pt x="2898" y="6676"/>
                  </a:lnTo>
                  <a:lnTo>
                    <a:pt x="2421" y="7080"/>
                  </a:lnTo>
                  <a:lnTo>
                    <a:pt x="1908" y="7447"/>
                  </a:lnTo>
                  <a:lnTo>
                    <a:pt x="1431" y="7850"/>
                  </a:lnTo>
                  <a:lnTo>
                    <a:pt x="1211" y="8070"/>
                  </a:lnTo>
                  <a:lnTo>
                    <a:pt x="991" y="8327"/>
                  </a:lnTo>
                  <a:lnTo>
                    <a:pt x="771" y="8364"/>
                  </a:lnTo>
                  <a:lnTo>
                    <a:pt x="624" y="8327"/>
                  </a:lnTo>
                  <a:lnTo>
                    <a:pt x="477" y="8327"/>
                  </a:lnTo>
                  <a:lnTo>
                    <a:pt x="367" y="8364"/>
                  </a:lnTo>
                  <a:lnTo>
                    <a:pt x="257" y="8437"/>
                  </a:lnTo>
                  <a:lnTo>
                    <a:pt x="184" y="8511"/>
                  </a:lnTo>
                  <a:lnTo>
                    <a:pt x="111" y="8584"/>
                  </a:lnTo>
                  <a:lnTo>
                    <a:pt x="37" y="8804"/>
                  </a:lnTo>
                  <a:lnTo>
                    <a:pt x="0" y="9061"/>
                  </a:lnTo>
                  <a:lnTo>
                    <a:pt x="0" y="9318"/>
                  </a:lnTo>
                  <a:lnTo>
                    <a:pt x="74" y="9538"/>
                  </a:lnTo>
                  <a:lnTo>
                    <a:pt x="257" y="9684"/>
                  </a:lnTo>
                  <a:lnTo>
                    <a:pt x="477" y="9831"/>
                  </a:lnTo>
                  <a:lnTo>
                    <a:pt x="697" y="9904"/>
                  </a:lnTo>
                  <a:lnTo>
                    <a:pt x="954" y="9941"/>
                  </a:lnTo>
                  <a:lnTo>
                    <a:pt x="1174" y="9904"/>
                  </a:lnTo>
                  <a:lnTo>
                    <a:pt x="1431" y="9868"/>
                  </a:lnTo>
                  <a:lnTo>
                    <a:pt x="1651" y="9794"/>
                  </a:lnTo>
                  <a:lnTo>
                    <a:pt x="1798" y="9648"/>
                  </a:lnTo>
                  <a:lnTo>
                    <a:pt x="1908" y="9574"/>
                  </a:lnTo>
                  <a:lnTo>
                    <a:pt x="1945" y="9464"/>
                  </a:lnTo>
                  <a:lnTo>
                    <a:pt x="1981" y="9354"/>
                  </a:lnTo>
                  <a:lnTo>
                    <a:pt x="1981" y="9207"/>
                  </a:lnTo>
                  <a:lnTo>
                    <a:pt x="1908" y="8987"/>
                  </a:lnTo>
                  <a:lnTo>
                    <a:pt x="1798" y="8767"/>
                  </a:lnTo>
                  <a:lnTo>
                    <a:pt x="1651" y="8584"/>
                  </a:lnTo>
                  <a:lnTo>
                    <a:pt x="1431" y="8437"/>
                  </a:lnTo>
                  <a:lnTo>
                    <a:pt x="1394" y="8437"/>
                  </a:lnTo>
                  <a:lnTo>
                    <a:pt x="1578" y="8254"/>
                  </a:lnTo>
                  <a:lnTo>
                    <a:pt x="1761" y="8070"/>
                  </a:lnTo>
                  <a:lnTo>
                    <a:pt x="2165" y="7777"/>
                  </a:lnTo>
                  <a:lnTo>
                    <a:pt x="2421" y="7557"/>
                  </a:lnTo>
                  <a:lnTo>
                    <a:pt x="2642" y="7337"/>
                  </a:lnTo>
                  <a:lnTo>
                    <a:pt x="2862" y="7080"/>
                  </a:lnTo>
                  <a:lnTo>
                    <a:pt x="3008" y="6786"/>
                  </a:lnTo>
                  <a:lnTo>
                    <a:pt x="3118" y="6897"/>
                  </a:lnTo>
                  <a:lnTo>
                    <a:pt x="3302" y="7043"/>
                  </a:lnTo>
                  <a:lnTo>
                    <a:pt x="3632" y="7227"/>
                  </a:lnTo>
                  <a:lnTo>
                    <a:pt x="3999" y="7337"/>
                  </a:lnTo>
                  <a:lnTo>
                    <a:pt x="4366" y="7410"/>
                  </a:lnTo>
                  <a:lnTo>
                    <a:pt x="4439" y="7410"/>
                  </a:lnTo>
                  <a:lnTo>
                    <a:pt x="4402" y="7887"/>
                  </a:lnTo>
                  <a:lnTo>
                    <a:pt x="4402" y="8364"/>
                  </a:lnTo>
                  <a:lnTo>
                    <a:pt x="4439" y="9318"/>
                  </a:lnTo>
                  <a:lnTo>
                    <a:pt x="4256" y="9391"/>
                  </a:lnTo>
                  <a:lnTo>
                    <a:pt x="4109" y="9464"/>
                  </a:lnTo>
                  <a:lnTo>
                    <a:pt x="3999" y="9574"/>
                  </a:lnTo>
                  <a:lnTo>
                    <a:pt x="3925" y="9684"/>
                  </a:lnTo>
                  <a:lnTo>
                    <a:pt x="3889" y="9794"/>
                  </a:lnTo>
                  <a:lnTo>
                    <a:pt x="3852" y="9941"/>
                  </a:lnTo>
                  <a:lnTo>
                    <a:pt x="3815" y="10125"/>
                  </a:lnTo>
                  <a:lnTo>
                    <a:pt x="3852" y="10271"/>
                  </a:lnTo>
                  <a:lnTo>
                    <a:pt x="3925" y="10565"/>
                  </a:lnTo>
                  <a:lnTo>
                    <a:pt x="4072" y="10821"/>
                  </a:lnTo>
                  <a:lnTo>
                    <a:pt x="4182" y="10895"/>
                  </a:lnTo>
                  <a:lnTo>
                    <a:pt x="4329" y="10968"/>
                  </a:lnTo>
                  <a:lnTo>
                    <a:pt x="4439" y="11042"/>
                  </a:lnTo>
                  <a:lnTo>
                    <a:pt x="4586" y="11078"/>
                  </a:lnTo>
                  <a:lnTo>
                    <a:pt x="4879" y="11078"/>
                  </a:lnTo>
                  <a:lnTo>
                    <a:pt x="5173" y="11005"/>
                  </a:lnTo>
                  <a:lnTo>
                    <a:pt x="5283" y="10932"/>
                  </a:lnTo>
                  <a:lnTo>
                    <a:pt x="5393" y="10821"/>
                  </a:lnTo>
                  <a:lnTo>
                    <a:pt x="5466" y="10711"/>
                  </a:lnTo>
                  <a:lnTo>
                    <a:pt x="5503" y="10601"/>
                  </a:lnTo>
                  <a:lnTo>
                    <a:pt x="5576" y="10308"/>
                  </a:lnTo>
                  <a:lnTo>
                    <a:pt x="5539" y="10051"/>
                  </a:lnTo>
                  <a:lnTo>
                    <a:pt x="5503" y="9904"/>
                  </a:lnTo>
                  <a:lnTo>
                    <a:pt x="5393" y="9794"/>
                  </a:lnTo>
                  <a:lnTo>
                    <a:pt x="5319" y="9684"/>
                  </a:lnTo>
                  <a:lnTo>
                    <a:pt x="5173" y="9611"/>
                  </a:lnTo>
                  <a:lnTo>
                    <a:pt x="5136" y="9428"/>
                  </a:lnTo>
                  <a:lnTo>
                    <a:pt x="5099" y="9354"/>
                  </a:lnTo>
                  <a:lnTo>
                    <a:pt x="4842" y="9354"/>
                  </a:lnTo>
                  <a:lnTo>
                    <a:pt x="4806" y="8474"/>
                  </a:lnTo>
                  <a:lnTo>
                    <a:pt x="4806" y="7960"/>
                  </a:lnTo>
                  <a:lnTo>
                    <a:pt x="4769" y="7447"/>
                  </a:lnTo>
                  <a:lnTo>
                    <a:pt x="5136" y="7410"/>
                  </a:lnTo>
                  <a:lnTo>
                    <a:pt x="5503" y="7300"/>
                  </a:lnTo>
                  <a:lnTo>
                    <a:pt x="5833" y="7117"/>
                  </a:lnTo>
                  <a:lnTo>
                    <a:pt x="6126" y="6860"/>
                  </a:lnTo>
                  <a:lnTo>
                    <a:pt x="6200" y="6786"/>
                  </a:lnTo>
                  <a:lnTo>
                    <a:pt x="6310" y="6933"/>
                  </a:lnTo>
                  <a:lnTo>
                    <a:pt x="6493" y="7080"/>
                  </a:lnTo>
                  <a:lnTo>
                    <a:pt x="6677" y="7190"/>
                  </a:lnTo>
                  <a:lnTo>
                    <a:pt x="6860" y="7300"/>
                  </a:lnTo>
                  <a:lnTo>
                    <a:pt x="7043" y="7630"/>
                  </a:lnTo>
                  <a:lnTo>
                    <a:pt x="7263" y="7997"/>
                  </a:lnTo>
                  <a:lnTo>
                    <a:pt x="7557" y="8437"/>
                  </a:lnTo>
                  <a:lnTo>
                    <a:pt x="7667" y="8584"/>
                  </a:lnTo>
                  <a:lnTo>
                    <a:pt x="7557" y="8767"/>
                  </a:lnTo>
                  <a:lnTo>
                    <a:pt x="7484" y="8951"/>
                  </a:lnTo>
                  <a:lnTo>
                    <a:pt x="7447" y="9097"/>
                  </a:lnTo>
                  <a:lnTo>
                    <a:pt x="7447" y="9281"/>
                  </a:lnTo>
                  <a:lnTo>
                    <a:pt x="7484" y="9428"/>
                  </a:lnTo>
                  <a:lnTo>
                    <a:pt x="7520" y="9611"/>
                  </a:lnTo>
                  <a:lnTo>
                    <a:pt x="7594" y="9758"/>
                  </a:lnTo>
                  <a:lnTo>
                    <a:pt x="7704" y="9904"/>
                  </a:lnTo>
                  <a:lnTo>
                    <a:pt x="7850" y="10014"/>
                  </a:lnTo>
                  <a:lnTo>
                    <a:pt x="7960" y="10125"/>
                  </a:lnTo>
                  <a:lnTo>
                    <a:pt x="8107" y="10161"/>
                  </a:lnTo>
                  <a:lnTo>
                    <a:pt x="8254" y="10198"/>
                  </a:lnTo>
                  <a:lnTo>
                    <a:pt x="8547" y="10198"/>
                  </a:lnTo>
                  <a:lnTo>
                    <a:pt x="8694" y="10125"/>
                  </a:lnTo>
                  <a:lnTo>
                    <a:pt x="8877" y="10051"/>
                  </a:lnTo>
                  <a:lnTo>
                    <a:pt x="9098" y="9831"/>
                  </a:lnTo>
                  <a:lnTo>
                    <a:pt x="9281" y="9538"/>
                  </a:lnTo>
                  <a:lnTo>
                    <a:pt x="9354" y="9391"/>
                  </a:lnTo>
                  <a:lnTo>
                    <a:pt x="9391" y="9244"/>
                  </a:lnTo>
                  <a:lnTo>
                    <a:pt x="9391" y="9061"/>
                  </a:lnTo>
                  <a:lnTo>
                    <a:pt x="9391" y="8914"/>
                  </a:lnTo>
                  <a:lnTo>
                    <a:pt x="9318" y="8767"/>
                  </a:lnTo>
                  <a:lnTo>
                    <a:pt x="9244" y="8621"/>
                  </a:lnTo>
                  <a:lnTo>
                    <a:pt x="9134" y="8511"/>
                  </a:lnTo>
                  <a:lnTo>
                    <a:pt x="8987" y="8437"/>
                  </a:lnTo>
                  <a:lnTo>
                    <a:pt x="8841" y="8364"/>
                  </a:lnTo>
                  <a:lnTo>
                    <a:pt x="8694" y="8327"/>
                  </a:lnTo>
                  <a:lnTo>
                    <a:pt x="8364" y="8290"/>
                  </a:lnTo>
                  <a:lnTo>
                    <a:pt x="8180" y="8290"/>
                  </a:lnTo>
                  <a:lnTo>
                    <a:pt x="7997" y="8364"/>
                  </a:lnTo>
                  <a:lnTo>
                    <a:pt x="7924" y="8217"/>
                  </a:lnTo>
                  <a:lnTo>
                    <a:pt x="7814" y="8070"/>
                  </a:lnTo>
                  <a:lnTo>
                    <a:pt x="7557" y="7667"/>
                  </a:lnTo>
                  <a:lnTo>
                    <a:pt x="7300" y="7300"/>
                  </a:lnTo>
                  <a:lnTo>
                    <a:pt x="7227" y="7153"/>
                  </a:lnTo>
                  <a:lnTo>
                    <a:pt x="7153" y="7007"/>
                  </a:lnTo>
                  <a:lnTo>
                    <a:pt x="7043" y="6933"/>
                  </a:lnTo>
                  <a:lnTo>
                    <a:pt x="6897" y="6897"/>
                  </a:lnTo>
                  <a:lnTo>
                    <a:pt x="6640" y="6750"/>
                  </a:lnTo>
                  <a:lnTo>
                    <a:pt x="6346" y="6530"/>
                  </a:lnTo>
                  <a:lnTo>
                    <a:pt x="6530" y="6236"/>
                  </a:lnTo>
                  <a:lnTo>
                    <a:pt x="6603" y="5869"/>
                  </a:lnTo>
                  <a:lnTo>
                    <a:pt x="6603" y="5503"/>
                  </a:lnTo>
                  <a:lnTo>
                    <a:pt x="6567" y="5173"/>
                  </a:lnTo>
                  <a:lnTo>
                    <a:pt x="6456" y="4842"/>
                  </a:lnTo>
                  <a:lnTo>
                    <a:pt x="6310" y="4586"/>
                  </a:lnTo>
                  <a:lnTo>
                    <a:pt x="6126" y="4329"/>
                  </a:lnTo>
                  <a:lnTo>
                    <a:pt x="5870" y="4109"/>
                  </a:lnTo>
                  <a:lnTo>
                    <a:pt x="5613" y="3962"/>
                  </a:lnTo>
                  <a:lnTo>
                    <a:pt x="5356" y="3815"/>
                  </a:lnTo>
                  <a:lnTo>
                    <a:pt x="5026" y="3742"/>
                  </a:lnTo>
                  <a:lnTo>
                    <a:pt x="4732" y="3742"/>
                  </a:lnTo>
                  <a:lnTo>
                    <a:pt x="4732" y="3522"/>
                  </a:lnTo>
                  <a:lnTo>
                    <a:pt x="4696" y="2678"/>
                  </a:lnTo>
                  <a:lnTo>
                    <a:pt x="4732" y="2385"/>
                  </a:lnTo>
                  <a:lnTo>
                    <a:pt x="4696" y="2165"/>
                  </a:lnTo>
                  <a:lnTo>
                    <a:pt x="4659" y="1981"/>
                  </a:lnTo>
                  <a:lnTo>
                    <a:pt x="4842" y="1945"/>
                  </a:lnTo>
                  <a:lnTo>
                    <a:pt x="5063" y="1871"/>
                  </a:lnTo>
                  <a:lnTo>
                    <a:pt x="5246" y="1761"/>
                  </a:lnTo>
                  <a:lnTo>
                    <a:pt x="5393" y="1651"/>
                  </a:lnTo>
                  <a:lnTo>
                    <a:pt x="5539" y="1468"/>
                  </a:lnTo>
                  <a:lnTo>
                    <a:pt x="5613" y="1284"/>
                  </a:lnTo>
                  <a:lnTo>
                    <a:pt x="5686" y="1101"/>
                  </a:lnTo>
                  <a:lnTo>
                    <a:pt x="5686" y="844"/>
                  </a:lnTo>
                  <a:lnTo>
                    <a:pt x="5613" y="624"/>
                  </a:lnTo>
                  <a:lnTo>
                    <a:pt x="5503" y="404"/>
                  </a:lnTo>
                  <a:lnTo>
                    <a:pt x="5466" y="257"/>
                  </a:lnTo>
                  <a:lnTo>
                    <a:pt x="5429" y="184"/>
                  </a:lnTo>
                  <a:lnTo>
                    <a:pt x="5356" y="147"/>
                  </a:lnTo>
                  <a:lnTo>
                    <a:pt x="5209" y="147"/>
                  </a:lnTo>
                  <a:lnTo>
                    <a:pt x="5063" y="110"/>
                  </a:lnTo>
                  <a:lnTo>
                    <a:pt x="4989" y="37"/>
                  </a:lnTo>
                  <a:lnTo>
                    <a:pt x="4806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9" name="Google Shape;305;p5">
              <a:extLst>
                <a:ext uri="{FF2B5EF4-FFF2-40B4-BE49-F238E27FC236}">
                  <a16:creationId xmlns:a16="http://schemas.microsoft.com/office/drawing/2014/main" id="{F6D1A9BC-6312-449B-A3B4-2CFCB3CABA69}"/>
                </a:ext>
              </a:extLst>
            </p:cNvPr>
            <p:cNvSpPr/>
            <p:nvPr/>
          </p:nvSpPr>
          <p:spPr>
            <a:xfrm>
              <a:off x="6618875" y="2550725"/>
              <a:ext cx="408125" cy="156850"/>
            </a:xfrm>
            <a:custGeom>
              <a:avLst/>
              <a:gdLst/>
              <a:ahLst/>
              <a:cxnLst/>
              <a:rect l="l" t="t" r="r" b="b"/>
              <a:pathLst>
                <a:path w="16325" h="6274" extrusionOk="0">
                  <a:moveTo>
                    <a:pt x="14710" y="1"/>
                  </a:moveTo>
                  <a:lnTo>
                    <a:pt x="14527" y="74"/>
                  </a:lnTo>
                  <a:lnTo>
                    <a:pt x="14380" y="147"/>
                  </a:lnTo>
                  <a:lnTo>
                    <a:pt x="14270" y="221"/>
                  </a:lnTo>
                  <a:lnTo>
                    <a:pt x="14270" y="257"/>
                  </a:lnTo>
                  <a:lnTo>
                    <a:pt x="14197" y="221"/>
                  </a:lnTo>
                  <a:lnTo>
                    <a:pt x="14087" y="221"/>
                  </a:lnTo>
                  <a:lnTo>
                    <a:pt x="14013" y="294"/>
                  </a:lnTo>
                  <a:lnTo>
                    <a:pt x="13977" y="331"/>
                  </a:lnTo>
                  <a:lnTo>
                    <a:pt x="13977" y="441"/>
                  </a:lnTo>
                  <a:lnTo>
                    <a:pt x="14013" y="551"/>
                  </a:lnTo>
                  <a:lnTo>
                    <a:pt x="14050" y="587"/>
                  </a:lnTo>
                  <a:lnTo>
                    <a:pt x="14123" y="624"/>
                  </a:lnTo>
                  <a:lnTo>
                    <a:pt x="14343" y="624"/>
                  </a:lnTo>
                  <a:lnTo>
                    <a:pt x="14527" y="551"/>
                  </a:lnTo>
                  <a:lnTo>
                    <a:pt x="14710" y="477"/>
                  </a:lnTo>
                  <a:lnTo>
                    <a:pt x="14894" y="441"/>
                  </a:lnTo>
                  <a:lnTo>
                    <a:pt x="14967" y="477"/>
                  </a:lnTo>
                  <a:lnTo>
                    <a:pt x="15004" y="514"/>
                  </a:lnTo>
                  <a:lnTo>
                    <a:pt x="14967" y="587"/>
                  </a:lnTo>
                  <a:lnTo>
                    <a:pt x="14930" y="661"/>
                  </a:lnTo>
                  <a:lnTo>
                    <a:pt x="14747" y="881"/>
                  </a:lnTo>
                  <a:lnTo>
                    <a:pt x="14123" y="1725"/>
                  </a:lnTo>
                  <a:lnTo>
                    <a:pt x="14123" y="1798"/>
                  </a:lnTo>
                  <a:lnTo>
                    <a:pt x="14087" y="1871"/>
                  </a:lnTo>
                  <a:lnTo>
                    <a:pt x="14123" y="1981"/>
                  </a:lnTo>
                  <a:lnTo>
                    <a:pt x="14233" y="2055"/>
                  </a:lnTo>
                  <a:lnTo>
                    <a:pt x="14343" y="2091"/>
                  </a:lnTo>
                  <a:lnTo>
                    <a:pt x="14820" y="2091"/>
                  </a:lnTo>
                  <a:lnTo>
                    <a:pt x="15260" y="2055"/>
                  </a:lnTo>
                  <a:lnTo>
                    <a:pt x="15774" y="1945"/>
                  </a:lnTo>
                  <a:lnTo>
                    <a:pt x="16031" y="1871"/>
                  </a:lnTo>
                  <a:lnTo>
                    <a:pt x="16251" y="1761"/>
                  </a:lnTo>
                  <a:lnTo>
                    <a:pt x="16324" y="1651"/>
                  </a:lnTo>
                  <a:lnTo>
                    <a:pt x="16324" y="1541"/>
                  </a:lnTo>
                  <a:lnTo>
                    <a:pt x="16288" y="1468"/>
                  </a:lnTo>
                  <a:lnTo>
                    <a:pt x="16214" y="1431"/>
                  </a:lnTo>
                  <a:lnTo>
                    <a:pt x="16141" y="1394"/>
                  </a:lnTo>
                  <a:lnTo>
                    <a:pt x="15957" y="1431"/>
                  </a:lnTo>
                  <a:lnTo>
                    <a:pt x="15774" y="1468"/>
                  </a:lnTo>
                  <a:lnTo>
                    <a:pt x="15370" y="1541"/>
                  </a:lnTo>
                  <a:lnTo>
                    <a:pt x="14820" y="1615"/>
                  </a:lnTo>
                  <a:lnTo>
                    <a:pt x="14820" y="1615"/>
                  </a:lnTo>
                  <a:lnTo>
                    <a:pt x="15260" y="1028"/>
                  </a:lnTo>
                  <a:lnTo>
                    <a:pt x="15370" y="844"/>
                  </a:lnTo>
                  <a:lnTo>
                    <a:pt x="15481" y="698"/>
                  </a:lnTo>
                  <a:lnTo>
                    <a:pt x="15517" y="477"/>
                  </a:lnTo>
                  <a:lnTo>
                    <a:pt x="15517" y="404"/>
                  </a:lnTo>
                  <a:lnTo>
                    <a:pt x="15481" y="294"/>
                  </a:lnTo>
                  <a:lnTo>
                    <a:pt x="15370" y="184"/>
                  </a:lnTo>
                  <a:lnTo>
                    <a:pt x="15224" y="74"/>
                  </a:lnTo>
                  <a:lnTo>
                    <a:pt x="15077" y="37"/>
                  </a:lnTo>
                  <a:lnTo>
                    <a:pt x="14894" y="1"/>
                  </a:lnTo>
                  <a:close/>
                  <a:moveTo>
                    <a:pt x="6604" y="2788"/>
                  </a:moveTo>
                  <a:lnTo>
                    <a:pt x="6163" y="2898"/>
                  </a:lnTo>
                  <a:lnTo>
                    <a:pt x="5576" y="2972"/>
                  </a:lnTo>
                  <a:lnTo>
                    <a:pt x="5283" y="3045"/>
                  </a:lnTo>
                  <a:lnTo>
                    <a:pt x="4990" y="3118"/>
                  </a:lnTo>
                  <a:lnTo>
                    <a:pt x="4953" y="3155"/>
                  </a:lnTo>
                  <a:lnTo>
                    <a:pt x="4880" y="3229"/>
                  </a:lnTo>
                  <a:lnTo>
                    <a:pt x="4880" y="3302"/>
                  </a:lnTo>
                  <a:lnTo>
                    <a:pt x="4880" y="3339"/>
                  </a:lnTo>
                  <a:lnTo>
                    <a:pt x="4880" y="3412"/>
                  </a:lnTo>
                  <a:lnTo>
                    <a:pt x="4916" y="3485"/>
                  </a:lnTo>
                  <a:lnTo>
                    <a:pt x="4990" y="3522"/>
                  </a:lnTo>
                  <a:lnTo>
                    <a:pt x="5063" y="3522"/>
                  </a:lnTo>
                  <a:lnTo>
                    <a:pt x="5613" y="3485"/>
                  </a:lnTo>
                  <a:lnTo>
                    <a:pt x="6163" y="3412"/>
                  </a:lnTo>
                  <a:lnTo>
                    <a:pt x="6640" y="3339"/>
                  </a:lnTo>
                  <a:lnTo>
                    <a:pt x="6860" y="3265"/>
                  </a:lnTo>
                  <a:lnTo>
                    <a:pt x="6970" y="3192"/>
                  </a:lnTo>
                  <a:lnTo>
                    <a:pt x="7044" y="3118"/>
                  </a:lnTo>
                  <a:lnTo>
                    <a:pt x="7044" y="3008"/>
                  </a:lnTo>
                  <a:lnTo>
                    <a:pt x="7044" y="2972"/>
                  </a:lnTo>
                  <a:lnTo>
                    <a:pt x="7007" y="2898"/>
                  </a:lnTo>
                  <a:lnTo>
                    <a:pt x="6897" y="2862"/>
                  </a:lnTo>
                  <a:lnTo>
                    <a:pt x="6824" y="2825"/>
                  </a:lnTo>
                  <a:lnTo>
                    <a:pt x="6604" y="2788"/>
                  </a:lnTo>
                  <a:close/>
                  <a:moveTo>
                    <a:pt x="13500" y="1945"/>
                  </a:moveTo>
                  <a:lnTo>
                    <a:pt x="13280" y="1981"/>
                  </a:lnTo>
                  <a:lnTo>
                    <a:pt x="13060" y="2018"/>
                  </a:lnTo>
                  <a:lnTo>
                    <a:pt x="12876" y="2055"/>
                  </a:lnTo>
                  <a:lnTo>
                    <a:pt x="12693" y="2201"/>
                  </a:lnTo>
                  <a:lnTo>
                    <a:pt x="12546" y="2275"/>
                  </a:lnTo>
                  <a:lnTo>
                    <a:pt x="12436" y="2422"/>
                  </a:lnTo>
                  <a:lnTo>
                    <a:pt x="12289" y="2678"/>
                  </a:lnTo>
                  <a:lnTo>
                    <a:pt x="12179" y="3008"/>
                  </a:lnTo>
                  <a:lnTo>
                    <a:pt x="12179" y="3339"/>
                  </a:lnTo>
                  <a:lnTo>
                    <a:pt x="12179" y="3522"/>
                  </a:lnTo>
                  <a:lnTo>
                    <a:pt x="12216" y="3669"/>
                  </a:lnTo>
                  <a:lnTo>
                    <a:pt x="12289" y="3815"/>
                  </a:lnTo>
                  <a:lnTo>
                    <a:pt x="12363" y="3962"/>
                  </a:lnTo>
                  <a:lnTo>
                    <a:pt x="12473" y="4109"/>
                  </a:lnTo>
                  <a:lnTo>
                    <a:pt x="12583" y="4219"/>
                  </a:lnTo>
                  <a:lnTo>
                    <a:pt x="12729" y="4292"/>
                  </a:lnTo>
                  <a:lnTo>
                    <a:pt x="12876" y="4366"/>
                  </a:lnTo>
                  <a:lnTo>
                    <a:pt x="12986" y="4402"/>
                  </a:lnTo>
                  <a:lnTo>
                    <a:pt x="13096" y="4402"/>
                  </a:lnTo>
                  <a:lnTo>
                    <a:pt x="13353" y="4329"/>
                  </a:lnTo>
                  <a:lnTo>
                    <a:pt x="13757" y="4146"/>
                  </a:lnTo>
                  <a:lnTo>
                    <a:pt x="14197" y="3999"/>
                  </a:lnTo>
                  <a:lnTo>
                    <a:pt x="14417" y="3852"/>
                  </a:lnTo>
                  <a:lnTo>
                    <a:pt x="14564" y="3705"/>
                  </a:lnTo>
                  <a:lnTo>
                    <a:pt x="14600" y="3632"/>
                  </a:lnTo>
                  <a:lnTo>
                    <a:pt x="14564" y="3559"/>
                  </a:lnTo>
                  <a:lnTo>
                    <a:pt x="14527" y="3485"/>
                  </a:lnTo>
                  <a:lnTo>
                    <a:pt x="14453" y="3449"/>
                  </a:lnTo>
                  <a:lnTo>
                    <a:pt x="14343" y="3412"/>
                  </a:lnTo>
                  <a:lnTo>
                    <a:pt x="14197" y="3449"/>
                  </a:lnTo>
                  <a:lnTo>
                    <a:pt x="13940" y="3522"/>
                  </a:lnTo>
                  <a:lnTo>
                    <a:pt x="13426" y="3742"/>
                  </a:lnTo>
                  <a:lnTo>
                    <a:pt x="13280" y="3815"/>
                  </a:lnTo>
                  <a:lnTo>
                    <a:pt x="13133" y="3852"/>
                  </a:lnTo>
                  <a:lnTo>
                    <a:pt x="12986" y="3852"/>
                  </a:lnTo>
                  <a:lnTo>
                    <a:pt x="12839" y="3779"/>
                  </a:lnTo>
                  <a:lnTo>
                    <a:pt x="12766" y="3669"/>
                  </a:lnTo>
                  <a:lnTo>
                    <a:pt x="12729" y="3559"/>
                  </a:lnTo>
                  <a:lnTo>
                    <a:pt x="12656" y="3339"/>
                  </a:lnTo>
                  <a:lnTo>
                    <a:pt x="12656" y="3118"/>
                  </a:lnTo>
                  <a:lnTo>
                    <a:pt x="12729" y="2898"/>
                  </a:lnTo>
                  <a:lnTo>
                    <a:pt x="12839" y="2715"/>
                  </a:lnTo>
                  <a:lnTo>
                    <a:pt x="12986" y="2532"/>
                  </a:lnTo>
                  <a:lnTo>
                    <a:pt x="13133" y="2458"/>
                  </a:lnTo>
                  <a:lnTo>
                    <a:pt x="13280" y="2422"/>
                  </a:lnTo>
                  <a:lnTo>
                    <a:pt x="13610" y="2385"/>
                  </a:lnTo>
                  <a:lnTo>
                    <a:pt x="13940" y="2348"/>
                  </a:lnTo>
                  <a:lnTo>
                    <a:pt x="14307" y="2348"/>
                  </a:lnTo>
                  <a:lnTo>
                    <a:pt x="14307" y="2311"/>
                  </a:lnTo>
                  <a:lnTo>
                    <a:pt x="14307" y="2275"/>
                  </a:lnTo>
                  <a:lnTo>
                    <a:pt x="14307" y="2238"/>
                  </a:lnTo>
                  <a:lnTo>
                    <a:pt x="14123" y="2128"/>
                  </a:lnTo>
                  <a:lnTo>
                    <a:pt x="13903" y="2055"/>
                  </a:lnTo>
                  <a:lnTo>
                    <a:pt x="13720" y="1981"/>
                  </a:lnTo>
                  <a:lnTo>
                    <a:pt x="13500" y="1945"/>
                  </a:lnTo>
                  <a:close/>
                  <a:moveTo>
                    <a:pt x="6787" y="4182"/>
                  </a:moveTo>
                  <a:lnTo>
                    <a:pt x="6347" y="4292"/>
                  </a:lnTo>
                  <a:lnTo>
                    <a:pt x="5907" y="4366"/>
                  </a:lnTo>
                  <a:lnTo>
                    <a:pt x="5466" y="4439"/>
                  </a:lnTo>
                  <a:lnTo>
                    <a:pt x="5063" y="4549"/>
                  </a:lnTo>
                  <a:lnTo>
                    <a:pt x="4990" y="4622"/>
                  </a:lnTo>
                  <a:lnTo>
                    <a:pt x="4953" y="4696"/>
                  </a:lnTo>
                  <a:lnTo>
                    <a:pt x="4953" y="4806"/>
                  </a:lnTo>
                  <a:lnTo>
                    <a:pt x="5063" y="4843"/>
                  </a:lnTo>
                  <a:lnTo>
                    <a:pt x="5283" y="4879"/>
                  </a:lnTo>
                  <a:lnTo>
                    <a:pt x="5980" y="4879"/>
                  </a:lnTo>
                  <a:lnTo>
                    <a:pt x="6457" y="4769"/>
                  </a:lnTo>
                  <a:lnTo>
                    <a:pt x="6897" y="4659"/>
                  </a:lnTo>
                  <a:lnTo>
                    <a:pt x="6970" y="4622"/>
                  </a:lnTo>
                  <a:lnTo>
                    <a:pt x="7044" y="4586"/>
                  </a:lnTo>
                  <a:lnTo>
                    <a:pt x="7080" y="4512"/>
                  </a:lnTo>
                  <a:lnTo>
                    <a:pt x="7117" y="4439"/>
                  </a:lnTo>
                  <a:lnTo>
                    <a:pt x="7080" y="4292"/>
                  </a:lnTo>
                  <a:lnTo>
                    <a:pt x="7007" y="4219"/>
                  </a:lnTo>
                  <a:lnTo>
                    <a:pt x="6934" y="4182"/>
                  </a:lnTo>
                  <a:close/>
                  <a:moveTo>
                    <a:pt x="11079" y="2055"/>
                  </a:moveTo>
                  <a:lnTo>
                    <a:pt x="10785" y="2091"/>
                  </a:lnTo>
                  <a:lnTo>
                    <a:pt x="10565" y="2165"/>
                  </a:lnTo>
                  <a:lnTo>
                    <a:pt x="10382" y="2311"/>
                  </a:lnTo>
                  <a:lnTo>
                    <a:pt x="10235" y="2495"/>
                  </a:lnTo>
                  <a:lnTo>
                    <a:pt x="10198" y="2385"/>
                  </a:lnTo>
                  <a:lnTo>
                    <a:pt x="10088" y="2348"/>
                  </a:lnTo>
                  <a:lnTo>
                    <a:pt x="9942" y="2311"/>
                  </a:lnTo>
                  <a:lnTo>
                    <a:pt x="9611" y="2311"/>
                  </a:lnTo>
                  <a:lnTo>
                    <a:pt x="9501" y="2348"/>
                  </a:lnTo>
                  <a:lnTo>
                    <a:pt x="9208" y="2495"/>
                  </a:lnTo>
                  <a:lnTo>
                    <a:pt x="8988" y="2678"/>
                  </a:lnTo>
                  <a:lnTo>
                    <a:pt x="8951" y="2568"/>
                  </a:lnTo>
                  <a:lnTo>
                    <a:pt x="8915" y="2532"/>
                  </a:lnTo>
                  <a:lnTo>
                    <a:pt x="8878" y="2532"/>
                  </a:lnTo>
                  <a:lnTo>
                    <a:pt x="8804" y="2568"/>
                  </a:lnTo>
                  <a:lnTo>
                    <a:pt x="8731" y="2752"/>
                  </a:lnTo>
                  <a:lnTo>
                    <a:pt x="8658" y="2935"/>
                  </a:lnTo>
                  <a:lnTo>
                    <a:pt x="8621" y="3339"/>
                  </a:lnTo>
                  <a:lnTo>
                    <a:pt x="8584" y="3705"/>
                  </a:lnTo>
                  <a:lnTo>
                    <a:pt x="8621" y="4072"/>
                  </a:lnTo>
                  <a:lnTo>
                    <a:pt x="8694" y="4439"/>
                  </a:lnTo>
                  <a:lnTo>
                    <a:pt x="8768" y="4806"/>
                  </a:lnTo>
                  <a:lnTo>
                    <a:pt x="8804" y="4879"/>
                  </a:lnTo>
                  <a:lnTo>
                    <a:pt x="8878" y="4953"/>
                  </a:lnTo>
                  <a:lnTo>
                    <a:pt x="8951" y="4989"/>
                  </a:lnTo>
                  <a:lnTo>
                    <a:pt x="9061" y="4953"/>
                  </a:lnTo>
                  <a:lnTo>
                    <a:pt x="9135" y="4916"/>
                  </a:lnTo>
                  <a:lnTo>
                    <a:pt x="9208" y="4879"/>
                  </a:lnTo>
                  <a:lnTo>
                    <a:pt x="9245" y="4769"/>
                  </a:lnTo>
                  <a:lnTo>
                    <a:pt x="9208" y="4659"/>
                  </a:lnTo>
                  <a:lnTo>
                    <a:pt x="9135" y="4182"/>
                  </a:lnTo>
                  <a:lnTo>
                    <a:pt x="9098" y="3669"/>
                  </a:lnTo>
                  <a:lnTo>
                    <a:pt x="9135" y="3339"/>
                  </a:lnTo>
                  <a:lnTo>
                    <a:pt x="9208" y="3118"/>
                  </a:lnTo>
                  <a:lnTo>
                    <a:pt x="9391" y="2972"/>
                  </a:lnTo>
                  <a:lnTo>
                    <a:pt x="9575" y="2825"/>
                  </a:lnTo>
                  <a:lnTo>
                    <a:pt x="9795" y="2788"/>
                  </a:lnTo>
                  <a:lnTo>
                    <a:pt x="9868" y="4072"/>
                  </a:lnTo>
                  <a:lnTo>
                    <a:pt x="9905" y="4146"/>
                  </a:lnTo>
                  <a:lnTo>
                    <a:pt x="9942" y="4219"/>
                  </a:lnTo>
                  <a:lnTo>
                    <a:pt x="10015" y="4292"/>
                  </a:lnTo>
                  <a:lnTo>
                    <a:pt x="10125" y="4292"/>
                  </a:lnTo>
                  <a:lnTo>
                    <a:pt x="10198" y="4329"/>
                  </a:lnTo>
                  <a:lnTo>
                    <a:pt x="10272" y="4292"/>
                  </a:lnTo>
                  <a:lnTo>
                    <a:pt x="10308" y="4219"/>
                  </a:lnTo>
                  <a:lnTo>
                    <a:pt x="10345" y="4146"/>
                  </a:lnTo>
                  <a:lnTo>
                    <a:pt x="10455" y="3559"/>
                  </a:lnTo>
                  <a:lnTo>
                    <a:pt x="10565" y="3008"/>
                  </a:lnTo>
                  <a:lnTo>
                    <a:pt x="10602" y="2862"/>
                  </a:lnTo>
                  <a:lnTo>
                    <a:pt x="10675" y="2752"/>
                  </a:lnTo>
                  <a:lnTo>
                    <a:pt x="10785" y="2642"/>
                  </a:lnTo>
                  <a:lnTo>
                    <a:pt x="10895" y="2568"/>
                  </a:lnTo>
                  <a:lnTo>
                    <a:pt x="11079" y="2568"/>
                  </a:lnTo>
                  <a:lnTo>
                    <a:pt x="11115" y="2642"/>
                  </a:lnTo>
                  <a:lnTo>
                    <a:pt x="11115" y="2752"/>
                  </a:lnTo>
                  <a:lnTo>
                    <a:pt x="11115" y="2862"/>
                  </a:lnTo>
                  <a:lnTo>
                    <a:pt x="11189" y="3449"/>
                  </a:lnTo>
                  <a:lnTo>
                    <a:pt x="11299" y="4036"/>
                  </a:lnTo>
                  <a:lnTo>
                    <a:pt x="11372" y="4256"/>
                  </a:lnTo>
                  <a:lnTo>
                    <a:pt x="11446" y="4512"/>
                  </a:lnTo>
                  <a:lnTo>
                    <a:pt x="11556" y="4732"/>
                  </a:lnTo>
                  <a:lnTo>
                    <a:pt x="11629" y="4806"/>
                  </a:lnTo>
                  <a:lnTo>
                    <a:pt x="11739" y="4843"/>
                  </a:lnTo>
                  <a:lnTo>
                    <a:pt x="11849" y="4843"/>
                  </a:lnTo>
                  <a:lnTo>
                    <a:pt x="11922" y="4806"/>
                  </a:lnTo>
                  <a:lnTo>
                    <a:pt x="11996" y="4769"/>
                  </a:lnTo>
                  <a:lnTo>
                    <a:pt x="12032" y="4696"/>
                  </a:lnTo>
                  <a:lnTo>
                    <a:pt x="12069" y="4586"/>
                  </a:lnTo>
                  <a:lnTo>
                    <a:pt x="11996" y="4476"/>
                  </a:lnTo>
                  <a:lnTo>
                    <a:pt x="11922" y="4402"/>
                  </a:lnTo>
                  <a:lnTo>
                    <a:pt x="11886" y="4256"/>
                  </a:lnTo>
                  <a:lnTo>
                    <a:pt x="11812" y="4072"/>
                  </a:lnTo>
                  <a:lnTo>
                    <a:pt x="11776" y="3779"/>
                  </a:lnTo>
                  <a:lnTo>
                    <a:pt x="11666" y="3339"/>
                  </a:lnTo>
                  <a:lnTo>
                    <a:pt x="11629" y="2862"/>
                  </a:lnTo>
                  <a:lnTo>
                    <a:pt x="11629" y="2532"/>
                  </a:lnTo>
                  <a:lnTo>
                    <a:pt x="11592" y="2385"/>
                  </a:lnTo>
                  <a:lnTo>
                    <a:pt x="11482" y="2275"/>
                  </a:lnTo>
                  <a:lnTo>
                    <a:pt x="11299" y="2128"/>
                  </a:lnTo>
                  <a:lnTo>
                    <a:pt x="11189" y="2091"/>
                  </a:lnTo>
                  <a:lnTo>
                    <a:pt x="11079" y="2055"/>
                  </a:lnTo>
                  <a:close/>
                  <a:moveTo>
                    <a:pt x="2715" y="1138"/>
                  </a:moveTo>
                  <a:lnTo>
                    <a:pt x="2569" y="1174"/>
                  </a:lnTo>
                  <a:lnTo>
                    <a:pt x="2422" y="1284"/>
                  </a:lnTo>
                  <a:lnTo>
                    <a:pt x="2385" y="1358"/>
                  </a:lnTo>
                  <a:lnTo>
                    <a:pt x="2165" y="1284"/>
                  </a:lnTo>
                  <a:lnTo>
                    <a:pt x="1762" y="1284"/>
                  </a:lnTo>
                  <a:lnTo>
                    <a:pt x="1542" y="1358"/>
                  </a:lnTo>
                  <a:lnTo>
                    <a:pt x="771" y="1504"/>
                  </a:lnTo>
                  <a:lnTo>
                    <a:pt x="368" y="1651"/>
                  </a:lnTo>
                  <a:lnTo>
                    <a:pt x="184" y="1725"/>
                  </a:lnTo>
                  <a:lnTo>
                    <a:pt x="38" y="1835"/>
                  </a:lnTo>
                  <a:lnTo>
                    <a:pt x="1" y="1908"/>
                  </a:lnTo>
                  <a:lnTo>
                    <a:pt x="1" y="1981"/>
                  </a:lnTo>
                  <a:lnTo>
                    <a:pt x="38" y="2018"/>
                  </a:lnTo>
                  <a:lnTo>
                    <a:pt x="111" y="2055"/>
                  </a:lnTo>
                  <a:lnTo>
                    <a:pt x="74" y="2348"/>
                  </a:lnTo>
                  <a:lnTo>
                    <a:pt x="74" y="2642"/>
                  </a:lnTo>
                  <a:lnTo>
                    <a:pt x="74" y="3705"/>
                  </a:lnTo>
                  <a:lnTo>
                    <a:pt x="111" y="4843"/>
                  </a:lnTo>
                  <a:lnTo>
                    <a:pt x="148" y="5980"/>
                  </a:lnTo>
                  <a:lnTo>
                    <a:pt x="184" y="6090"/>
                  </a:lnTo>
                  <a:lnTo>
                    <a:pt x="294" y="6200"/>
                  </a:lnTo>
                  <a:lnTo>
                    <a:pt x="404" y="6236"/>
                  </a:lnTo>
                  <a:lnTo>
                    <a:pt x="514" y="6200"/>
                  </a:lnTo>
                  <a:lnTo>
                    <a:pt x="624" y="6236"/>
                  </a:lnTo>
                  <a:lnTo>
                    <a:pt x="845" y="6273"/>
                  </a:lnTo>
                  <a:lnTo>
                    <a:pt x="1028" y="6236"/>
                  </a:lnTo>
                  <a:lnTo>
                    <a:pt x="1395" y="6163"/>
                  </a:lnTo>
                  <a:lnTo>
                    <a:pt x="2385" y="5980"/>
                  </a:lnTo>
                  <a:lnTo>
                    <a:pt x="2605" y="5943"/>
                  </a:lnTo>
                  <a:lnTo>
                    <a:pt x="2752" y="5906"/>
                  </a:lnTo>
                  <a:lnTo>
                    <a:pt x="2899" y="5833"/>
                  </a:lnTo>
                  <a:lnTo>
                    <a:pt x="2972" y="5686"/>
                  </a:lnTo>
                  <a:lnTo>
                    <a:pt x="2972" y="5576"/>
                  </a:lnTo>
                  <a:lnTo>
                    <a:pt x="2935" y="5503"/>
                  </a:lnTo>
                  <a:lnTo>
                    <a:pt x="2825" y="5429"/>
                  </a:lnTo>
                  <a:lnTo>
                    <a:pt x="2679" y="5393"/>
                  </a:lnTo>
                  <a:lnTo>
                    <a:pt x="2532" y="5393"/>
                  </a:lnTo>
                  <a:lnTo>
                    <a:pt x="2385" y="5429"/>
                  </a:lnTo>
                  <a:lnTo>
                    <a:pt x="2055" y="5503"/>
                  </a:lnTo>
                  <a:lnTo>
                    <a:pt x="1762" y="5576"/>
                  </a:lnTo>
                  <a:lnTo>
                    <a:pt x="1028" y="5723"/>
                  </a:lnTo>
                  <a:lnTo>
                    <a:pt x="698" y="5796"/>
                  </a:lnTo>
                  <a:lnTo>
                    <a:pt x="661" y="4953"/>
                  </a:lnTo>
                  <a:lnTo>
                    <a:pt x="624" y="4109"/>
                  </a:lnTo>
                  <a:lnTo>
                    <a:pt x="845" y="4109"/>
                  </a:lnTo>
                  <a:lnTo>
                    <a:pt x="1028" y="4072"/>
                  </a:lnTo>
                  <a:lnTo>
                    <a:pt x="1431" y="3962"/>
                  </a:lnTo>
                  <a:lnTo>
                    <a:pt x="2459" y="3742"/>
                  </a:lnTo>
                  <a:lnTo>
                    <a:pt x="2495" y="3779"/>
                  </a:lnTo>
                  <a:lnTo>
                    <a:pt x="2605" y="3779"/>
                  </a:lnTo>
                  <a:lnTo>
                    <a:pt x="2679" y="3742"/>
                  </a:lnTo>
                  <a:lnTo>
                    <a:pt x="2752" y="3705"/>
                  </a:lnTo>
                  <a:lnTo>
                    <a:pt x="2789" y="3669"/>
                  </a:lnTo>
                  <a:lnTo>
                    <a:pt x="2862" y="3559"/>
                  </a:lnTo>
                  <a:lnTo>
                    <a:pt x="2899" y="3485"/>
                  </a:lnTo>
                  <a:lnTo>
                    <a:pt x="2899" y="3412"/>
                  </a:lnTo>
                  <a:lnTo>
                    <a:pt x="2862" y="3339"/>
                  </a:lnTo>
                  <a:lnTo>
                    <a:pt x="2825" y="3265"/>
                  </a:lnTo>
                  <a:lnTo>
                    <a:pt x="2715" y="3155"/>
                  </a:lnTo>
                  <a:lnTo>
                    <a:pt x="2532" y="3155"/>
                  </a:lnTo>
                  <a:lnTo>
                    <a:pt x="1431" y="3449"/>
                  </a:lnTo>
                  <a:lnTo>
                    <a:pt x="1028" y="3522"/>
                  </a:lnTo>
                  <a:lnTo>
                    <a:pt x="808" y="3595"/>
                  </a:lnTo>
                  <a:lnTo>
                    <a:pt x="624" y="3632"/>
                  </a:lnTo>
                  <a:lnTo>
                    <a:pt x="588" y="2788"/>
                  </a:lnTo>
                  <a:lnTo>
                    <a:pt x="588" y="2458"/>
                  </a:lnTo>
                  <a:lnTo>
                    <a:pt x="551" y="2091"/>
                  </a:lnTo>
                  <a:lnTo>
                    <a:pt x="1065" y="1981"/>
                  </a:lnTo>
                  <a:lnTo>
                    <a:pt x="1615" y="1835"/>
                  </a:lnTo>
                  <a:lnTo>
                    <a:pt x="1798" y="1798"/>
                  </a:lnTo>
                  <a:lnTo>
                    <a:pt x="2055" y="1798"/>
                  </a:lnTo>
                  <a:lnTo>
                    <a:pt x="2165" y="1871"/>
                  </a:lnTo>
                  <a:lnTo>
                    <a:pt x="2238" y="1908"/>
                  </a:lnTo>
                  <a:lnTo>
                    <a:pt x="2312" y="1945"/>
                  </a:lnTo>
                  <a:lnTo>
                    <a:pt x="2422" y="1945"/>
                  </a:lnTo>
                  <a:lnTo>
                    <a:pt x="2495" y="1908"/>
                  </a:lnTo>
                  <a:lnTo>
                    <a:pt x="3009" y="1651"/>
                  </a:lnTo>
                  <a:lnTo>
                    <a:pt x="3082" y="1615"/>
                  </a:lnTo>
                  <a:lnTo>
                    <a:pt x="3119" y="1578"/>
                  </a:lnTo>
                  <a:lnTo>
                    <a:pt x="3156" y="1431"/>
                  </a:lnTo>
                  <a:lnTo>
                    <a:pt x="3119" y="1284"/>
                  </a:lnTo>
                  <a:lnTo>
                    <a:pt x="3082" y="1248"/>
                  </a:lnTo>
                  <a:lnTo>
                    <a:pt x="3009" y="1174"/>
                  </a:lnTo>
                  <a:lnTo>
                    <a:pt x="2862" y="1138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0" name="Google Shape;306;p5">
              <a:extLst>
                <a:ext uri="{FF2B5EF4-FFF2-40B4-BE49-F238E27FC236}">
                  <a16:creationId xmlns:a16="http://schemas.microsoft.com/office/drawing/2014/main" id="{EAEA8E4A-B0B7-4BF1-B03A-FD5E787D3083}"/>
                </a:ext>
              </a:extLst>
            </p:cNvPr>
            <p:cNvSpPr/>
            <p:nvPr/>
          </p:nvSpPr>
          <p:spPr>
            <a:xfrm>
              <a:off x="6336425" y="4507675"/>
              <a:ext cx="520000" cy="365000"/>
            </a:xfrm>
            <a:custGeom>
              <a:avLst/>
              <a:gdLst/>
              <a:ahLst/>
              <a:cxnLst/>
              <a:rect l="l" t="t" r="r" b="b"/>
              <a:pathLst>
                <a:path w="20800" h="14600" extrusionOk="0">
                  <a:moveTo>
                    <a:pt x="5466" y="441"/>
                  </a:moveTo>
                  <a:lnTo>
                    <a:pt x="5650" y="478"/>
                  </a:lnTo>
                  <a:lnTo>
                    <a:pt x="5577" y="478"/>
                  </a:lnTo>
                  <a:lnTo>
                    <a:pt x="5466" y="441"/>
                  </a:lnTo>
                  <a:close/>
                  <a:moveTo>
                    <a:pt x="4843" y="478"/>
                  </a:moveTo>
                  <a:lnTo>
                    <a:pt x="4806" y="514"/>
                  </a:lnTo>
                  <a:lnTo>
                    <a:pt x="4586" y="551"/>
                  </a:lnTo>
                  <a:lnTo>
                    <a:pt x="4843" y="478"/>
                  </a:lnTo>
                  <a:close/>
                  <a:moveTo>
                    <a:pt x="5173" y="808"/>
                  </a:moveTo>
                  <a:lnTo>
                    <a:pt x="5210" y="844"/>
                  </a:lnTo>
                  <a:lnTo>
                    <a:pt x="5246" y="918"/>
                  </a:lnTo>
                  <a:lnTo>
                    <a:pt x="5356" y="991"/>
                  </a:lnTo>
                  <a:lnTo>
                    <a:pt x="5503" y="1028"/>
                  </a:lnTo>
                  <a:lnTo>
                    <a:pt x="5760" y="1028"/>
                  </a:lnTo>
                  <a:lnTo>
                    <a:pt x="5870" y="991"/>
                  </a:lnTo>
                  <a:lnTo>
                    <a:pt x="5980" y="991"/>
                  </a:lnTo>
                  <a:lnTo>
                    <a:pt x="6017" y="1028"/>
                  </a:lnTo>
                  <a:lnTo>
                    <a:pt x="6053" y="1101"/>
                  </a:lnTo>
                  <a:lnTo>
                    <a:pt x="6163" y="1431"/>
                  </a:lnTo>
                  <a:lnTo>
                    <a:pt x="6163" y="1725"/>
                  </a:lnTo>
                  <a:lnTo>
                    <a:pt x="6127" y="2055"/>
                  </a:lnTo>
                  <a:lnTo>
                    <a:pt x="6053" y="2348"/>
                  </a:lnTo>
                  <a:lnTo>
                    <a:pt x="5980" y="2532"/>
                  </a:lnTo>
                  <a:lnTo>
                    <a:pt x="5907" y="2715"/>
                  </a:lnTo>
                  <a:lnTo>
                    <a:pt x="5650" y="3009"/>
                  </a:lnTo>
                  <a:lnTo>
                    <a:pt x="5393" y="3229"/>
                  </a:lnTo>
                  <a:lnTo>
                    <a:pt x="5063" y="3412"/>
                  </a:lnTo>
                  <a:lnTo>
                    <a:pt x="5063" y="3375"/>
                  </a:lnTo>
                  <a:lnTo>
                    <a:pt x="5063" y="3302"/>
                  </a:lnTo>
                  <a:lnTo>
                    <a:pt x="5026" y="3265"/>
                  </a:lnTo>
                  <a:lnTo>
                    <a:pt x="4953" y="3229"/>
                  </a:lnTo>
                  <a:lnTo>
                    <a:pt x="4880" y="3229"/>
                  </a:lnTo>
                  <a:lnTo>
                    <a:pt x="5063" y="2789"/>
                  </a:lnTo>
                  <a:lnTo>
                    <a:pt x="5063" y="2715"/>
                  </a:lnTo>
                  <a:lnTo>
                    <a:pt x="4990" y="2679"/>
                  </a:lnTo>
                  <a:lnTo>
                    <a:pt x="4953" y="2679"/>
                  </a:lnTo>
                  <a:lnTo>
                    <a:pt x="4880" y="2715"/>
                  </a:lnTo>
                  <a:lnTo>
                    <a:pt x="4549" y="3229"/>
                  </a:lnTo>
                  <a:lnTo>
                    <a:pt x="4329" y="3559"/>
                  </a:lnTo>
                  <a:lnTo>
                    <a:pt x="4109" y="3522"/>
                  </a:lnTo>
                  <a:lnTo>
                    <a:pt x="3853" y="3486"/>
                  </a:lnTo>
                  <a:lnTo>
                    <a:pt x="3706" y="3449"/>
                  </a:lnTo>
                  <a:lnTo>
                    <a:pt x="3999" y="3192"/>
                  </a:lnTo>
                  <a:lnTo>
                    <a:pt x="4586" y="2642"/>
                  </a:lnTo>
                  <a:lnTo>
                    <a:pt x="4586" y="2568"/>
                  </a:lnTo>
                  <a:lnTo>
                    <a:pt x="4586" y="2495"/>
                  </a:lnTo>
                  <a:lnTo>
                    <a:pt x="4513" y="2458"/>
                  </a:lnTo>
                  <a:lnTo>
                    <a:pt x="4439" y="2458"/>
                  </a:lnTo>
                  <a:lnTo>
                    <a:pt x="3486" y="3119"/>
                  </a:lnTo>
                  <a:lnTo>
                    <a:pt x="3302" y="3265"/>
                  </a:lnTo>
                  <a:lnTo>
                    <a:pt x="3229" y="3192"/>
                  </a:lnTo>
                  <a:lnTo>
                    <a:pt x="3266" y="3082"/>
                  </a:lnTo>
                  <a:lnTo>
                    <a:pt x="3302" y="3009"/>
                  </a:lnTo>
                  <a:lnTo>
                    <a:pt x="3266" y="2935"/>
                  </a:lnTo>
                  <a:lnTo>
                    <a:pt x="3229" y="2899"/>
                  </a:lnTo>
                  <a:lnTo>
                    <a:pt x="3339" y="2935"/>
                  </a:lnTo>
                  <a:lnTo>
                    <a:pt x="3669" y="2752"/>
                  </a:lnTo>
                  <a:lnTo>
                    <a:pt x="4733" y="2055"/>
                  </a:lnTo>
                  <a:lnTo>
                    <a:pt x="4770" y="1982"/>
                  </a:lnTo>
                  <a:lnTo>
                    <a:pt x="4770" y="1945"/>
                  </a:lnTo>
                  <a:lnTo>
                    <a:pt x="4733" y="1872"/>
                  </a:lnTo>
                  <a:lnTo>
                    <a:pt x="4660" y="1872"/>
                  </a:lnTo>
                  <a:lnTo>
                    <a:pt x="4329" y="1982"/>
                  </a:lnTo>
                  <a:lnTo>
                    <a:pt x="3816" y="2202"/>
                  </a:lnTo>
                  <a:lnTo>
                    <a:pt x="3302" y="2458"/>
                  </a:lnTo>
                  <a:lnTo>
                    <a:pt x="3082" y="2642"/>
                  </a:lnTo>
                  <a:lnTo>
                    <a:pt x="2935" y="2789"/>
                  </a:lnTo>
                  <a:lnTo>
                    <a:pt x="2899" y="2605"/>
                  </a:lnTo>
                  <a:lnTo>
                    <a:pt x="2899" y="2458"/>
                  </a:lnTo>
                  <a:lnTo>
                    <a:pt x="3082" y="2385"/>
                  </a:lnTo>
                  <a:lnTo>
                    <a:pt x="3266" y="2238"/>
                  </a:lnTo>
                  <a:lnTo>
                    <a:pt x="3632" y="2018"/>
                  </a:lnTo>
                  <a:lnTo>
                    <a:pt x="4109" y="1725"/>
                  </a:lnTo>
                  <a:lnTo>
                    <a:pt x="4586" y="1505"/>
                  </a:lnTo>
                  <a:lnTo>
                    <a:pt x="4660" y="1431"/>
                  </a:lnTo>
                  <a:lnTo>
                    <a:pt x="4660" y="1358"/>
                  </a:lnTo>
                  <a:lnTo>
                    <a:pt x="4586" y="1321"/>
                  </a:lnTo>
                  <a:lnTo>
                    <a:pt x="4513" y="1285"/>
                  </a:lnTo>
                  <a:lnTo>
                    <a:pt x="4256" y="1358"/>
                  </a:lnTo>
                  <a:lnTo>
                    <a:pt x="3963" y="1431"/>
                  </a:lnTo>
                  <a:lnTo>
                    <a:pt x="3706" y="1505"/>
                  </a:lnTo>
                  <a:lnTo>
                    <a:pt x="3449" y="1651"/>
                  </a:lnTo>
                  <a:lnTo>
                    <a:pt x="3156" y="1798"/>
                  </a:lnTo>
                  <a:lnTo>
                    <a:pt x="3302" y="1578"/>
                  </a:lnTo>
                  <a:lnTo>
                    <a:pt x="3486" y="1358"/>
                  </a:lnTo>
                  <a:lnTo>
                    <a:pt x="3779" y="1211"/>
                  </a:lnTo>
                  <a:lnTo>
                    <a:pt x="4109" y="1065"/>
                  </a:lnTo>
                  <a:lnTo>
                    <a:pt x="4733" y="844"/>
                  </a:lnTo>
                  <a:lnTo>
                    <a:pt x="4770" y="918"/>
                  </a:lnTo>
                  <a:lnTo>
                    <a:pt x="4843" y="991"/>
                  </a:lnTo>
                  <a:lnTo>
                    <a:pt x="4916" y="991"/>
                  </a:lnTo>
                  <a:lnTo>
                    <a:pt x="4990" y="1028"/>
                  </a:lnTo>
                  <a:lnTo>
                    <a:pt x="5063" y="991"/>
                  </a:lnTo>
                  <a:lnTo>
                    <a:pt x="5100" y="955"/>
                  </a:lnTo>
                  <a:lnTo>
                    <a:pt x="5173" y="881"/>
                  </a:lnTo>
                  <a:lnTo>
                    <a:pt x="5173" y="808"/>
                  </a:lnTo>
                  <a:close/>
                  <a:moveTo>
                    <a:pt x="9648" y="3302"/>
                  </a:moveTo>
                  <a:lnTo>
                    <a:pt x="9905" y="3375"/>
                  </a:lnTo>
                  <a:lnTo>
                    <a:pt x="9905" y="3412"/>
                  </a:lnTo>
                  <a:lnTo>
                    <a:pt x="10125" y="3632"/>
                  </a:lnTo>
                  <a:lnTo>
                    <a:pt x="10308" y="3889"/>
                  </a:lnTo>
                  <a:lnTo>
                    <a:pt x="10162" y="4036"/>
                  </a:lnTo>
                  <a:lnTo>
                    <a:pt x="9978" y="4182"/>
                  </a:lnTo>
                  <a:lnTo>
                    <a:pt x="9795" y="4293"/>
                  </a:lnTo>
                  <a:lnTo>
                    <a:pt x="9612" y="4329"/>
                  </a:lnTo>
                  <a:lnTo>
                    <a:pt x="9501" y="4293"/>
                  </a:lnTo>
                  <a:lnTo>
                    <a:pt x="9428" y="4256"/>
                  </a:lnTo>
                  <a:lnTo>
                    <a:pt x="9501" y="4146"/>
                  </a:lnTo>
                  <a:lnTo>
                    <a:pt x="9501" y="4072"/>
                  </a:lnTo>
                  <a:lnTo>
                    <a:pt x="9465" y="3999"/>
                  </a:lnTo>
                  <a:lnTo>
                    <a:pt x="9391" y="3926"/>
                  </a:lnTo>
                  <a:lnTo>
                    <a:pt x="9245" y="3926"/>
                  </a:lnTo>
                  <a:lnTo>
                    <a:pt x="9465" y="3816"/>
                  </a:lnTo>
                  <a:lnTo>
                    <a:pt x="9501" y="3779"/>
                  </a:lnTo>
                  <a:lnTo>
                    <a:pt x="9538" y="3742"/>
                  </a:lnTo>
                  <a:lnTo>
                    <a:pt x="9538" y="3632"/>
                  </a:lnTo>
                  <a:lnTo>
                    <a:pt x="9465" y="3559"/>
                  </a:lnTo>
                  <a:lnTo>
                    <a:pt x="9391" y="3522"/>
                  </a:lnTo>
                  <a:lnTo>
                    <a:pt x="9355" y="3522"/>
                  </a:lnTo>
                  <a:lnTo>
                    <a:pt x="9061" y="3632"/>
                  </a:lnTo>
                  <a:lnTo>
                    <a:pt x="9208" y="3375"/>
                  </a:lnTo>
                  <a:lnTo>
                    <a:pt x="9281" y="3412"/>
                  </a:lnTo>
                  <a:lnTo>
                    <a:pt x="9355" y="3412"/>
                  </a:lnTo>
                  <a:lnTo>
                    <a:pt x="9501" y="3375"/>
                  </a:lnTo>
                  <a:lnTo>
                    <a:pt x="9648" y="3302"/>
                  </a:lnTo>
                  <a:close/>
                  <a:moveTo>
                    <a:pt x="1505" y="4329"/>
                  </a:moveTo>
                  <a:lnTo>
                    <a:pt x="1615" y="4366"/>
                  </a:lnTo>
                  <a:lnTo>
                    <a:pt x="1725" y="4439"/>
                  </a:lnTo>
                  <a:lnTo>
                    <a:pt x="1872" y="4586"/>
                  </a:lnTo>
                  <a:lnTo>
                    <a:pt x="1908" y="4769"/>
                  </a:lnTo>
                  <a:lnTo>
                    <a:pt x="1945" y="4916"/>
                  </a:lnTo>
                  <a:lnTo>
                    <a:pt x="1908" y="5100"/>
                  </a:lnTo>
                  <a:lnTo>
                    <a:pt x="1872" y="5246"/>
                  </a:lnTo>
                  <a:lnTo>
                    <a:pt x="1762" y="5393"/>
                  </a:lnTo>
                  <a:lnTo>
                    <a:pt x="1615" y="5503"/>
                  </a:lnTo>
                  <a:lnTo>
                    <a:pt x="1468" y="5576"/>
                  </a:lnTo>
                  <a:lnTo>
                    <a:pt x="1432" y="5430"/>
                  </a:lnTo>
                  <a:lnTo>
                    <a:pt x="1432" y="5283"/>
                  </a:lnTo>
                  <a:lnTo>
                    <a:pt x="1432" y="5210"/>
                  </a:lnTo>
                  <a:lnTo>
                    <a:pt x="1395" y="5136"/>
                  </a:lnTo>
                  <a:lnTo>
                    <a:pt x="1395" y="5063"/>
                  </a:lnTo>
                  <a:lnTo>
                    <a:pt x="1321" y="4989"/>
                  </a:lnTo>
                  <a:lnTo>
                    <a:pt x="1285" y="4953"/>
                  </a:lnTo>
                  <a:lnTo>
                    <a:pt x="1175" y="4989"/>
                  </a:lnTo>
                  <a:lnTo>
                    <a:pt x="1028" y="5063"/>
                  </a:lnTo>
                  <a:lnTo>
                    <a:pt x="1138" y="4989"/>
                  </a:lnTo>
                  <a:lnTo>
                    <a:pt x="1321" y="4879"/>
                  </a:lnTo>
                  <a:lnTo>
                    <a:pt x="1468" y="4769"/>
                  </a:lnTo>
                  <a:lnTo>
                    <a:pt x="1542" y="4696"/>
                  </a:lnTo>
                  <a:lnTo>
                    <a:pt x="1505" y="4623"/>
                  </a:lnTo>
                  <a:lnTo>
                    <a:pt x="1468" y="4549"/>
                  </a:lnTo>
                  <a:lnTo>
                    <a:pt x="1395" y="4513"/>
                  </a:lnTo>
                  <a:lnTo>
                    <a:pt x="1432" y="4476"/>
                  </a:lnTo>
                  <a:lnTo>
                    <a:pt x="1468" y="4439"/>
                  </a:lnTo>
                  <a:lnTo>
                    <a:pt x="1468" y="4403"/>
                  </a:lnTo>
                  <a:lnTo>
                    <a:pt x="1432" y="4329"/>
                  </a:lnTo>
                  <a:close/>
                  <a:moveTo>
                    <a:pt x="1138" y="5576"/>
                  </a:moveTo>
                  <a:lnTo>
                    <a:pt x="1138" y="5650"/>
                  </a:lnTo>
                  <a:lnTo>
                    <a:pt x="1028" y="5613"/>
                  </a:lnTo>
                  <a:lnTo>
                    <a:pt x="1138" y="5576"/>
                  </a:lnTo>
                  <a:close/>
                  <a:moveTo>
                    <a:pt x="7887" y="5907"/>
                  </a:moveTo>
                  <a:lnTo>
                    <a:pt x="8218" y="5980"/>
                  </a:lnTo>
                  <a:lnTo>
                    <a:pt x="8291" y="6090"/>
                  </a:lnTo>
                  <a:lnTo>
                    <a:pt x="8401" y="6163"/>
                  </a:lnTo>
                  <a:lnTo>
                    <a:pt x="8511" y="6273"/>
                  </a:lnTo>
                  <a:lnTo>
                    <a:pt x="8621" y="6383"/>
                  </a:lnTo>
                  <a:lnTo>
                    <a:pt x="8694" y="6530"/>
                  </a:lnTo>
                  <a:lnTo>
                    <a:pt x="8768" y="6677"/>
                  </a:lnTo>
                  <a:lnTo>
                    <a:pt x="8805" y="6934"/>
                  </a:lnTo>
                  <a:lnTo>
                    <a:pt x="8768" y="7154"/>
                  </a:lnTo>
                  <a:lnTo>
                    <a:pt x="8658" y="7374"/>
                  </a:lnTo>
                  <a:lnTo>
                    <a:pt x="8548" y="7557"/>
                  </a:lnTo>
                  <a:lnTo>
                    <a:pt x="8438" y="7704"/>
                  </a:lnTo>
                  <a:lnTo>
                    <a:pt x="8291" y="7814"/>
                  </a:lnTo>
                  <a:lnTo>
                    <a:pt x="8144" y="7887"/>
                  </a:lnTo>
                  <a:lnTo>
                    <a:pt x="7998" y="7961"/>
                  </a:lnTo>
                  <a:lnTo>
                    <a:pt x="8071" y="7594"/>
                  </a:lnTo>
                  <a:lnTo>
                    <a:pt x="8071" y="7520"/>
                  </a:lnTo>
                  <a:lnTo>
                    <a:pt x="8034" y="7484"/>
                  </a:lnTo>
                  <a:lnTo>
                    <a:pt x="7961" y="7484"/>
                  </a:lnTo>
                  <a:lnTo>
                    <a:pt x="7924" y="7520"/>
                  </a:lnTo>
                  <a:lnTo>
                    <a:pt x="7741" y="7741"/>
                  </a:lnTo>
                  <a:lnTo>
                    <a:pt x="7557" y="7997"/>
                  </a:lnTo>
                  <a:lnTo>
                    <a:pt x="7264" y="7924"/>
                  </a:lnTo>
                  <a:lnTo>
                    <a:pt x="7484" y="7594"/>
                  </a:lnTo>
                  <a:lnTo>
                    <a:pt x="7741" y="7337"/>
                  </a:lnTo>
                  <a:lnTo>
                    <a:pt x="7741" y="7264"/>
                  </a:lnTo>
                  <a:lnTo>
                    <a:pt x="7741" y="7227"/>
                  </a:lnTo>
                  <a:lnTo>
                    <a:pt x="7631" y="7227"/>
                  </a:lnTo>
                  <a:lnTo>
                    <a:pt x="7447" y="7337"/>
                  </a:lnTo>
                  <a:lnTo>
                    <a:pt x="7264" y="7447"/>
                  </a:lnTo>
                  <a:lnTo>
                    <a:pt x="7080" y="7594"/>
                  </a:lnTo>
                  <a:lnTo>
                    <a:pt x="6934" y="7777"/>
                  </a:lnTo>
                  <a:lnTo>
                    <a:pt x="6860" y="7704"/>
                  </a:lnTo>
                  <a:lnTo>
                    <a:pt x="6714" y="7557"/>
                  </a:lnTo>
                  <a:lnTo>
                    <a:pt x="7227" y="7264"/>
                  </a:lnTo>
                  <a:lnTo>
                    <a:pt x="7741" y="6934"/>
                  </a:lnTo>
                  <a:lnTo>
                    <a:pt x="7741" y="6897"/>
                  </a:lnTo>
                  <a:lnTo>
                    <a:pt x="7704" y="6860"/>
                  </a:lnTo>
                  <a:lnTo>
                    <a:pt x="7411" y="6860"/>
                  </a:lnTo>
                  <a:lnTo>
                    <a:pt x="7080" y="6934"/>
                  </a:lnTo>
                  <a:lnTo>
                    <a:pt x="6787" y="7044"/>
                  </a:lnTo>
                  <a:lnTo>
                    <a:pt x="6530" y="7227"/>
                  </a:lnTo>
                  <a:lnTo>
                    <a:pt x="6494" y="7007"/>
                  </a:lnTo>
                  <a:lnTo>
                    <a:pt x="6494" y="6750"/>
                  </a:lnTo>
                  <a:lnTo>
                    <a:pt x="6604" y="6713"/>
                  </a:lnTo>
                  <a:lnTo>
                    <a:pt x="6970" y="6603"/>
                  </a:lnTo>
                  <a:lnTo>
                    <a:pt x="7117" y="6530"/>
                  </a:lnTo>
                  <a:lnTo>
                    <a:pt x="7301" y="6420"/>
                  </a:lnTo>
                  <a:lnTo>
                    <a:pt x="7337" y="6347"/>
                  </a:lnTo>
                  <a:lnTo>
                    <a:pt x="7337" y="6310"/>
                  </a:lnTo>
                  <a:lnTo>
                    <a:pt x="7301" y="6310"/>
                  </a:lnTo>
                  <a:lnTo>
                    <a:pt x="7007" y="6273"/>
                  </a:lnTo>
                  <a:lnTo>
                    <a:pt x="6750" y="6310"/>
                  </a:lnTo>
                  <a:lnTo>
                    <a:pt x="6750" y="6310"/>
                  </a:lnTo>
                  <a:lnTo>
                    <a:pt x="6860" y="6200"/>
                  </a:lnTo>
                  <a:lnTo>
                    <a:pt x="6970" y="6090"/>
                  </a:lnTo>
                  <a:lnTo>
                    <a:pt x="7117" y="6017"/>
                  </a:lnTo>
                  <a:lnTo>
                    <a:pt x="7264" y="5943"/>
                  </a:lnTo>
                  <a:lnTo>
                    <a:pt x="7557" y="5907"/>
                  </a:lnTo>
                  <a:close/>
                  <a:moveTo>
                    <a:pt x="4953" y="1"/>
                  </a:moveTo>
                  <a:lnTo>
                    <a:pt x="4733" y="37"/>
                  </a:lnTo>
                  <a:lnTo>
                    <a:pt x="4476" y="111"/>
                  </a:lnTo>
                  <a:lnTo>
                    <a:pt x="4256" y="184"/>
                  </a:lnTo>
                  <a:lnTo>
                    <a:pt x="4036" y="294"/>
                  </a:lnTo>
                  <a:lnTo>
                    <a:pt x="3632" y="551"/>
                  </a:lnTo>
                  <a:lnTo>
                    <a:pt x="3302" y="881"/>
                  </a:lnTo>
                  <a:lnTo>
                    <a:pt x="2972" y="1248"/>
                  </a:lnTo>
                  <a:lnTo>
                    <a:pt x="2679" y="1651"/>
                  </a:lnTo>
                  <a:lnTo>
                    <a:pt x="2569" y="1872"/>
                  </a:lnTo>
                  <a:lnTo>
                    <a:pt x="2495" y="2092"/>
                  </a:lnTo>
                  <a:lnTo>
                    <a:pt x="2422" y="2348"/>
                  </a:lnTo>
                  <a:lnTo>
                    <a:pt x="2385" y="2568"/>
                  </a:lnTo>
                  <a:lnTo>
                    <a:pt x="2422" y="2789"/>
                  </a:lnTo>
                  <a:lnTo>
                    <a:pt x="2459" y="2935"/>
                  </a:lnTo>
                  <a:lnTo>
                    <a:pt x="2532" y="3119"/>
                  </a:lnTo>
                  <a:lnTo>
                    <a:pt x="2605" y="3265"/>
                  </a:lnTo>
                  <a:lnTo>
                    <a:pt x="2495" y="3339"/>
                  </a:lnTo>
                  <a:lnTo>
                    <a:pt x="2018" y="3559"/>
                  </a:lnTo>
                  <a:lnTo>
                    <a:pt x="1798" y="3706"/>
                  </a:lnTo>
                  <a:lnTo>
                    <a:pt x="1688" y="3779"/>
                  </a:lnTo>
                  <a:lnTo>
                    <a:pt x="1578" y="3852"/>
                  </a:lnTo>
                  <a:lnTo>
                    <a:pt x="1065" y="3852"/>
                  </a:lnTo>
                  <a:lnTo>
                    <a:pt x="881" y="3926"/>
                  </a:lnTo>
                  <a:lnTo>
                    <a:pt x="735" y="3999"/>
                  </a:lnTo>
                  <a:lnTo>
                    <a:pt x="588" y="4109"/>
                  </a:lnTo>
                  <a:lnTo>
                    <a:pt x="478" y="4256"/>
                  </a:lnTo>
                  <a:lnTo>
                    <a:pt x="368" y="4403"/>
                  </a:lnTo>
                  <a:lnTo>
                    <a:pt x="184" y="4623"/>
                  </a:lnTo>
                  <a:lnTo>
                    <a:pt x="74" y="4879"/>
                  </a:lnTo>
                  <a:lnTo>
                    <a:pt x="38" y="4989"/>
                  </a:lnTo>
                  <a:lnTo>
                    <a:pt x="1" y="5136"/>
                  </a:lnTo>
                  <a:lnTo>
                    <a:pt x="38" y="5283"/>
                  </a:lnTo>
                  <a:lnTo>
                    <a:pt x="74" y="5430"/>
                  </a:lnTo>
                  <a:lnTo>
                    <a:pt x="184" y="5576"/>
                  </a:lnTo>
                  <a:lnTo>
                    <a:pt x="258" y="5723"/>
                  </a:lnTo>
                  <a:lnTo>
                    <a:pt x="404" y="5833"/>
                  </a:lnTo>
                  <a:lnTo>
                    <a:pt x="514" y="5943"/>
                  </a:lnTo>
                  <a:lnTo>
                    <a:pt x="661" y="6017"/>
                  </a:lnTo>
                  <a:lnTo>
                    <a:pt x="845" y="6053"/>
                  </a:lnTo>
                  <a:lnTo>
                    <a:pt x="1175" y="6127"/>
                  </a:lnTo>
                  <a:lnTo>
                    <a:pt x="1358" y="6127"/>
                  </a:lnTo>
                  <a:lnTo>
                    <a:pt x="1505" y="6090"/>
                  </a:lnTo>
                  <a:lnTo>
                    <a:pt x="1688" y="6053"/>
                  </a:lnTo>
                  <a:lnTo>
                    <a:pt x="1835" y="5980"/>
                  </a:lnTo>
                  <a:lnTo>
                    <a:pt x="2055" y="5760"/>
                  </a:lnTo>
                  <a:lnTo>
                    <a:pt x="2275" y="5503"/>
                  </a:lnTo>
                  <a:lnTo>
                    <a:pt x="2385" y="5210"/>
                  </a:lnTo>
                  <a:lnTo>
                    <a:pt x="2422" y="5063"/>
                  </a:lnTo>
                  <a:lnTo>
                    <a:pt x="2422" y="4879"/>
                  </a:lnTo>
                  <a:lnTo>
                    <a:pt x="2385" y="4733"/>
                  </a:lnTo>
                  <a:lnTo>
                    <a:pt x="2349" y="4586"/>
                  </a:lnTo>
                  <a:lnTo>
                    <a:pt x="2275" y="4403"/>
                  </a:lnTo>
                  <a:lnTo>
                    <a:pt x="2202" y="4256"/>
                  </a:lnTo>
                  <a:lnTo>
                    <a:pt x="2092" y="4146"/>
                  </a:lnTo>
                  <a:lnTo>
                    <a:pt x="2055" y="4109"/>
                  </a:lnTo>
                  <a:lnTo>
                    <a:pt x="2165" y="4036"/>
                  </a:lnTo>
                  <a:lnTo>
                    <a:pt x="2495" y="3816"/>
                  </a:lnTo>
                  <a:lnTo>
                    <a:pt x="2679" y="3669"/>
                  </a:lnTo>
                  <a:lnTo>
                    <a:pt x="2862" y="3522"/>
                  </a:lnTo>
                  <a:lnTo>
                    <a:pt x="3119" y="3706"/>
                  </a:lnTo>
                  <a:lnTo>
                    <a:pt x="3156" y="3779"/>
                  </a:lnTo>
                  <a:lnTo>
                    <a:pt x="3229" y="3816"/>
                  </a:lnTo>
                  <a:lnTo>
                    <a:pt x="3339" y="3816"/>
                  </a:lnTo>
                  <a:lnTo>
                    <a:pt x="3706" y="3962"/>
                  </a:lnTo>
                  <a:lnTo>
                    <a:pt x="4109" y="4036"/>
                  </a:lnTo>
                  <a:lnTo>
                    <a:pt x="4513" y="4072"/>
                  </a:lnTo>
                  <a:lnTo>
                    <a:pt x="4880" y="3999"/>
                  </a:lnTo>
                  <a:lnTo>
                    <a:pt x="5246" y="3889"/>
                  </a:lnTo>
                  <a:lnTo>
                    <a:pt x="5283" y="3962"/>
                  </a:lnTo>
                  <a:lnTo>
                    <a:pt x="5320" y="4036"/>
                  </a:lnTo>
                  <a:lnTo>
                    <a:pt x="5540" y="4219"/>
                  </a:lnTo>
                  <a:lnTo>
                    <a:pt x="5723" y="4439"/>
                  </a:lnTo>
                  <a:lnTo>
                    <a:pt x="5980" y="4916"/>
                  </a:lnTo>
                  <a:lnTo>
                    <a:pt x="6200" y="5430"/>
                  </a:lnTo>
                  <a:lnTo>
                    <a:pt x="6347" y="5650"/>
                  </a:lnTo>
                  <a:lnTo>
                    <a:pt x="6530" y="5870"/>
                  </a:lnTo>
                  <a:lnTo>
                    <a:pt x="6347" y="6017"/>
                  </a:lnTo>
                  <a:lnTo>
                    <a:pt x="6237" y="6200"/>
                  </a:lnTo>
                  <a:lnTo>
                    <a:pt x="6127" y="6383"/>
                  </a:lnTo>
                  <a:lnTo>
                    <a:pt x="6053" y="6567"/>
                  </a:lnTo>
                  <a:lnTo>
                    <a:pt x="5797" y="6713"/>
                  </a:lnTo>
                  <a:lnTo>
                    <a:pt x="5723" y="6824"/>
                  </a:lnTo>
                  <a:lnTo>
                    <a:pt x="5723" y="6934"/>
                  </a:lnTo>
                  <a:lnTo>
                    <a:pt x="5760" y="7044"/>
                  </a:lnTo>
                  <a:lnTo>
                    <a:pt x="5833" y="7080"/>
                  </a:lnTo>
                  <a:lnTo>
                    <a:pt x="6017" y="7080"/>
                  </a:lnTo>
                  <a:lnTo>
                    <a:pt x="6053" y="7300"/>
                  </a:lnTo>
                  <a:lnTo>
                    <a:pt x="6127" y="7520"/>
                  </a:lnTo>
                  <a:lnTo>
                    <a:pt x="6127" y="7631"/>
                  </a:lnTo>
                  <a:lnTo>
                    <a:pt x="6127" y="7741"/>
                  </a:lnTo>
                  <a:lnTo>
                    <a:pt x="6200" y="7814"/>
                  </a:lnTo>
                  <a:lnTo>
                    <a:pt x="6310" y="7851"/>
                  </a:lnTo>
                  <a:lnTo>
                    <a:pt x="6347" y="7851"/>
                  </a:lnTo>
                  <a:lnTo>
                    <a:pt x="6494" y="8034"/>
                  </a:lnTo>
                  <a:lnTo>
                    <a:pt x="6640" y="8144"/>
                  </a:lnTo>
                  <a:lnTo>
                    <a:pt x="6787" y="8254"/>
                  </a:lnTo>
                  <a:lnTo>
                    <a:pt x="6860" y="8291"/>
                  </a:lnTo>
                  <a:lnTo>
                    <a:pt x="6934" y="8327"/>
                  </a:lnTo>
                  <a:lnTo>
                    <a:pt x="7191" y="8438"/>
                  </a:lnTo>
                  <a:lnTo>
                    <a:pt x="7447" y="8474"/>
                  </a:lnTo>
                  <a:lnTo>
                    <a:pt x="7741" y="8474"/>
                  </a:lnTo>
                  <a:lnTo>
                    <a:pt x="7998" y="8438"/>
                  </a:lnTo>
                  <a:lnTo>
                    <a:pt x="8254" y="8364"/>
                  </a:lnTo>
                  <a:lnTo>
                    <a:pt x="8511" y="8254"/>
                  </a:lnTo>
                  <a:lnTo>
                    <a:pt x="8731" y="8071"/>
                  </a:lnTo>
                  <a:lnTo>
                    <a:pt x="8915" y="7887"/>
                  </a:lnTo>
                  <a:lnTo>
                    <a:pt x="9098" y="7631"/>
                  </a:lnTo>
                  <a:lnTo>
                    <a:pt x="9245" y="7300"/>
                  </a:lnTo>
                  <a:lnTo>
                    <a:pt x="9281" y="7007"/>
                  </a:lnTo>
                  <a:lnTo>
                    <a:pt x="9318" y="6824"/>
                  </a:lnTo>
                  <a:lnTo>
                    <a:pt x="9281" y="6677"/>
                  </a:lnTo>
                  <a:lnTo>
                    <a:pt x="9208" y="6457"/>
                  </a:lnTo>
                  <a:lnTo>
                    <a:pt x="9135" y="6200"/>
                  </a:lnTo>
                  <a:lnTo>
                    <a:pt x="8951" y="5980"/>
                  </a:lnTo>
                  <a:lnTo>
                    <a:pt x="8878" y="5907"/>
                  </a:lnTo>
                  <a:lnTo>
                    <a:pt x="8768" y="5833"/>
                  </a:lnTo>
                  <a:lnTo>
                    <a:pt x="8805" y="5686"/>
                  </a:lnTo>
                  <a:lnTo>
                    <a:pt x="9025" y="5246"/>
                  </a:lnTo>
                  <a:lnTo>
                    <a:pt x="9208" y="4769"/>
                  </a:lnTo>
                  <a:lnTo>
                    <a:pt x="9428" y="4806"/>
                  </a:lnTo>
                  <a:lnTo>
                    <a:pt x="9648" y="4806"/>
                  </a:lnTo>
                  <a:lnTo>
                    <a:pt x="9832" y="4733"/>
                  </a:lnTo>
                  <a:lnTo>
                    <a:pt x="10052" y="4659"/>
                  </a:lnTo>
                  <a:lnTo>
                    <a:pt x="10235" y="4549"/>
                  </a:lnTo>
                  <a:lnTo>
                    <a:pt x="10419" y="4403"/>
                  </a:lnTo>
                  <a:lnTo>
                    <a:pt x="10712" y="4109"/>
                  </a:lnTo>
                  <a:lnTo>
                    <a:pt x="10785" y="3962"/>
                  </a:lnTo>
                  <a:lnTo>
                    <a:pt x="10785" y="3816"/>
                  </a:lnTo>
                  <a:lnTo>
                    <a:pt x="10639" y="3559"/>
                  </a:lnTo>
                  <a:lnTo>
                    <a:pt x="10492" y="3339"/>
                  </a:lnTo>
                  <a:lnTo>
                    <a:pt x="10345" y="3155"/>
                  </a:lnTo>
                  <a:lnTo>
                    <a:pt x="10125" y="2972"/>
                  </a:lnTo>
                  <a:lnTo>
                    <a:pt x="9905" y="2825"/>
                  </a:lnTo>
                  <a:lnTo>
                    <a:pt x="9795" y="2789"/>
                  </a:lnTo>
                  <a:lnTo>
                    <a:pt x="9685" y="2752"/>
                  </a:lnTo>
                  <a:lnTo>
                    <a:pt x="9501" y="2862"/>
                  </a:lnTo>
                  <a:lnTo>
                    <a:pt x="9391" y="2825"/>
                  </a:lnTo>
                  <a:lnTo>
                    <a:pt x="9318" y="2862"/>
                  </a:lnTo>
                  <a:lnTo>
                    <a:pt x="9025" y="3009"/>
                  </a:lnTo>
                  <a:lnTo>
                    <a:pt x="8768" y="3192"/>
                  </a:lnTo>
                  <a:lnTo>
                    <a:pt x="8658" y="3302"/>
                  </a:lnTo>
                  <a:lnTo>
                    <a:pt x="8548" y="3449"/>
                  </a:lnTo>
                  <a:lnTo>
                    <a:pt x="8474" y="3559"/>
                  </a:lnTo>
                  <a:lnTo>
                    <a:pt x="8438" y="3742"/>
                  </a:lnTo>
                  <a:lnTo>
                    <a:pt x="8438" y="3852"/>
                  </a:lnTo>
                  <a:lnTo>
                    <a:pt x="8438" y="3962"/>
                  </a:lnTo>
                  <a:lnTo>
                    <a:pt x="8474" y="4182"/>
                  </a:lnTo>
                  <a:lnTo>
                    <a:pt x="8621" y="4403"/>
                  </a:lnTo>
                  <a:lnTo>
                    <a:pt x="8768" y="4549"/>
                  </a:lnTo>
                  <a:lnTo>
                    <a:pt x="8878" y="4623"/>
                  </a:lnTo>
                  <a:lnTo>
                    <a:pt x="8694" y="4879"/>
                  </a:lnTo>
                  <a:lnTo>
                    <a:pt x="8548" y="5136"/>
                  </a:lnTo>
                  <a:lnTo>
                    <a:pt x="8291" y="5613"/>
                  </a:lnTo>
                  <a:lnTo>
                    <a:pt x="8144" y="5540"/>
                  </a:lnTo>
                  <a:lnTo>
                    <a:pt x="7961" y="5503"/>
                  </a:lnTo>
                  <a:lnTo>
                    <a:pt x="7777" y="5466"/>
                  </a:lnTo>
                  <a:lnTo>
                    <a:pt x="7411" y="5466"/>
                  </a:lnTo>
                  <a:lnTo>
                    <a:pt x="7227" y="5503"/>
                  </a:lnTo>
                  <a:lnTo>
                    <a:pt x="7044" y="5540"/>
                  </a:lnTo>
                  <a:lnTo>
                    <a:pt x="6860" y="5650"/>
                  </a:lnTo>
                  <a:lnTo>
                    <a:pt x="6750" y="5320"/>
                  </a:lnTo>
                  <a:lnTo>
                    <a:pt x="6604" y="5026"/>
                  </a:lnTo>
                  <a:lnTo>
                    <a:pt x="6273" y="4476"/>
                  </a:lnTo>
                  <a:lnTo>
                    <a:pt x="6163" y="4256"/>
                  </a:lnTo>
                  <a:lnTo>
                    <a:pt x="6053" y="4072"/>
                  </a:lnTo>
                  <a:lnTo>
                    <a:pt x="5870" y="3889"/>
                  </a:lnTo>
                  <a:lnTo>
                    <a:pt x="5687" y="3779"/>
                  </a:lnTo>
                  <a:lnTo>
                    <a:pt x="5723" y="3706"/>
                  </a:lnTo>
                  <a:lnTo>
                    <a:pt x="5723" y="3632"/>
                  </a:lnTo>
                  <a:lnTo>
                    <a:pt x="5907" y="3486"/>
                  </a:lnTo>
                  <a:lnTo>
                    <a:pt x="6053" y="3339"/>
                  </a:lnTo>
                  <a:lnTo>
                    <a:pt x="6200" y="3155"/>
                  </a:lnTo>
                  <a:lnTo>
                    <a:pt x="6347" y="2972"/>
                  </a:lnTo>
                  <a:lnTo>
                    <a:pt x="6457" y="2752"/>
                  </a:lnTo>
                  <a:lnTo>
                    <a:pt x="6530" y="2532"/>
                  </a:lnTo>
                  <a:lnTo>
                    <a:pt x="6604" y="2312"/>
                  </a:lnTo>
                  <a:lnTo>
                    <a:pt x="6677" y="2055"/>
                  </a:lnTo>
                  <a:lnTo>
                    <a:pt x="6677" y="1615"/>
                  </a:lnTo>
                  <a:lnTo>
                    <a:pt x="6677" y="1358"/>
                  </a:lnTo>
                  <a:lnTo>
                    <a:pt x="6640" y="1138"/>
                  </a:lnTo>
                  <a:lnTo>
                    <a:pt x="6567" y="881"/>
                  </a:lnTo>
                  <a:lnTo>
                    <a:pt x="6457" y="698"/>
                  </a:lnTo>
                  <a:lnTo>
                    <a:pt x="6273" y="551"/>
                  </a:lnTo>
                  <a:lnTo>
                    <a:pt x="6200" y="478"/>
                  </a:lnTo>
                  <a:lnTo>
                    <a:pt x="6090" y="478"/>
                  </a:lnTo>
                  <a:lnTo>
                    <a:pt x="6017" y="331"/>
                  </a:lnTo>
                  <a:lnTo>
                    <a:pt x="5907" y="221"/>
                  </a:lnTo>
                  <a:lnTo>
                    <a:pt x="5760" y="148"/>
                  </a:lnTo>
                  <a:lnTo>
                    <a:pt x="5613" y="74"/>
                  </a:lnTo>
                  <a:lnTo>
                    <a:pt x="5283" y="1"/>
                  </a:lnTo>
                  <a:close/>
                  <a:moveTo>
                    <a:pt x="15114" y="6750"/>
                  </a:moveTo>
                  <a:lnTo>
                    <a:pt x="15187" y="6787"/>
                  </a:lnTo>
                  <a:lnTo>
                    <a:pt x="15481" y="6897"/>
                  </a:lnTo>
                  <a:lnTo>
                    <a:pt x="15591" y="6970"/>
                  </a:lnTo>
                  <a:lnTo>
                    <a:pt x="15737" y="7044"/>
                  </a:lnTo>
                  <a:lnTo>
                    <a:pt x="15847" y="7190"/>
                  </a:lnTo>
                  <a:lnTo>
                    <a:pt x="15921" y="7337"/>
                  </a:lnTo>
                  <a:lnTo>
                    <a:pt x="16068" y="7667"/>
                  </a:lnTo>
                  <a:lnTo>
                    <a:pt x="16141" y="8034"/>
                  </a:lnTo>
                  <a:lnTo>
                    <a:pt x="16178" y="8438"/>
                  </a:lnTo>
                  <a:lnTo>
                    <a:pt x="16178" y="8621"/>
                  </a:lnTo>
                  <a:lnTo>
                    <a:pt x="16141" y="8804"/>
                  </a:lnTo>
                  <a:lnTo>
                    <a:pt x="16068" y="8988"/>
                  </a:lnTo>
                  <a:lnTo>
                    <a:pt x="15957" y="9134"/>
                  </a:lnTo>
                  <a:lnTo>
                    <a:pt x="15701" y="9355"/>
                  </a:lnTo>
                  <a:lnTo>
                    <a:pt x="15407" y="9575"/>
                  </a:lnTo>
                  <a:lnTo>
                    <a:pt x="15077" y="9758"/>
                  </a:lnTo>
                  <a:lnTo>
                    <a:pt x="14710" y="9905"/>
                  </a:lnTo>
                  <a:lnTo>
                    <a:pt x="14710" y="9905"/>
                  </a:lnTo>
                  <a:lnTo>
                    <a:pt x="15187" y="9208"/>
                  </a:lnTo>
                  <a:lnTo>
                    <a:pt x="15187" y="9134"/>
                  </a:lnTo>
                  <a:lnTo>
                    <a:pt x="15150" y="9098"/>
                  </a:lnTo>
                  <a:lnTo>
                    <a:pt x="15114" y="9061"/>
                  </a:lnTo>
                  <a:lnTo>
                    <a:pt x="15040" y="9098"/>
                  </a:lnTo>
                  <a:lnTo>
                    <a:pt x="14564" y="9538"/>
                  </a:lnTo>
                  <a:lnTo>
                    <a:pt x="14123" y="9978"/>
                  </a:lnTo>
                  <a:lnTo>
                    <a:pt x="13940" y="9978"/>
                  </a:lnTo>
                  <a:lnTo>
                    <a:pt x="13757" y="9905"/>
                  </a:lnTo>
                  <a:lnTo>
                    <a:pt x="13940" y="9648"/>
                  </a:lnTo>
                  <a:lnTo>
                    <a:pt x="14160" y="9391"/>
                  </a:lnTo>
                  <a:lnTo>
                    <a:pt x="14380" y="9134"/>
                  </a:lnTo>
                  <a:lnTo>
                    <a:pt x="14637" y="8914"/>
                  </a:lnTo>
                  <a:lnTo>
                    <a:pt x="14674" y="8841"/>
                  </a:lnTo>
                  <a:lnTo>
                    <a:pt x="14674" y="8804"/>
                  </a:lnTo>
                  <a:lnTo>
                    <a:pt x="14637" y="8731"/>
                  </a:lnTo>
                  <a:lnTo>
                    <a:pt x="14564" y="8731"/>
                  </a:lnTo>
                  <a:lnTo>
                    <a:pt x="14784" y="8584"/>
                  </a:lnTo>
                  <a:lnTo>
                    <a:pt x="14820" y="8511"/>
                  </a:lnTo>
                  <a:lnTo>
                    <a:pt x="14784" y="8438"/>
                  </a:lnTo>
                  <a:lnTo>
                    <a:pt x="14710" y="8401"/>
                  </a:lnTo>
                  <a:lnTo>
                    <a:pt x="14637" y="8401"/>
                  </a:lnTo>
                  <a:lnTo>
                    <a:pt x="14233" y="8621"/>
                  </a:lnTo>
                  <a:lnTo>
                    <a:pt x="13867" y="8841"/>
                  </a:lnTo>
                  <a:lnTo>
                    <a:pt x="13500" y="9061"/>
                  </a:lnTo>
                  <a:lnTo>
                    <a:pt x="13170" y="9318"/>
                  </a:lnTo>
                  <a:lnTo>
                    <a:pt x="13060" y="9098"/>
                  </a:lnTo>
                  <a:lnTo>
                    <a:pt x="13720" y="8658"/>
                  </a:lnTo>
                  <a:lnTo>
                    <a:pt x="14417" y="8291"/>
                  </a:lnTo>
                  <a:lnTo>
                    <a:pt x="14454" y="8217"/>
                  </a:lnTo>
                  <a:lnTo>
                    <a:pt x="14454" y="8144"/>
                  </a:lnTo>
                  <a:lnTo>
                    <a:pt x="14417" y="8107"/>
                  </a:lnTo>
                  <a:lnTo>
                    <a:pt x="14343" y="8107"/>
                  </a:lnTo>
                  <a:lnTo>
                    <a:pt x="13647" y="8364"/>
                  </a:lnTo>
                  <a:lnTo>
                    <a:pt x="12986" y="8658"/>
                  </a:lnTo>
                  <a:lnTo>
                    <a:pt x="12986" y="8474"/>
                  </a:lnTo>
                  <a:lnTo>
                    <a:pt x="13133" y="8401"/>
                  </a:lnTo>
                  <a:lnTo>
                    <a:pt x="13243" y="8327"/>
                  </a:lnTo>
                  <a:lnTo>
                    <a:pt x="13500" y="8144"/>
                  </a:lnTo>
                  <a:lnTo>
                    <a:pt x="14013" y="7924"/>
                  </a:lnTo>
                  <a:lnTo>
                    <a:pt x="14307" y="7814"/>
                  </a:lnTo>
                  <a:lnTo>
                    <a:pt x="14564" y="7777"/>
                  </a:lnTo>
                  <a:lnTo>
                    <a:pt x="14600" y="7741"/>
                  </a:lnTo>
                  <a:lnTo>
                    <a:pt x="14600" y="7704"/>
                  </a:lnTo>
                  <a:lnTo>
                    <a:pt x="14564" y="7667"/>
                  </a:lnTo>
                  <a:lnTo>
                    <a:pt x="14233" y="7667"/>
                  </a:lnTo>
                  <a:lnTo>
                    <a:pt x="13903" y="7704"/>
                  </a:lnTo>
                  <a:lnTo>
                    <a:pt x="13573" y="7777"/>
                  </a:lnTo>
                  <a:lnTo>
                    <a:pt x="13280" y="7851"/>
                  </a:lnTo>
                  <a:lnTo>
                    <a:pt x="13500" y="7594"/>
                  </a:lnTo>
                  <a:lnTo>
                    <a:pt x="14087" y="7484"/>
                  </a:lnTo>
                  <a:lnTo>
                    <a:pt x="14380" y="7410"/>
                  </a:lnTo>
                  <a:lnTo>
                    <a:pt x="14674" y="7264"/>
                  </a:lnTo>
                  <a:lnTo>
                    <a:pt x="14710" y="7227"/>
                  </a:lnTo>
                  <a:lnTo>
                    <a:pt x="14710" y="7190"/>
                  </a:lnTo>
                  <a:lnTo>
                    <a:pt x="14710" y="7154"/>
                  </a:lnTo>
                  <a:lnTo>
                    <a:pt x="14637" y="7117"/>
                  </a:lnTo>
                  <a:lnTo>
                    <a:pt x="14343" y="7080"/>
                  </a:lnTo>
                  <a:lnTo>
                    <a:pt x="14013" y="7080"/>
                  </a:lnTo>
                  <a:lnTo>
                    <a:pt x="14270" y="6934"/>
                  </a:lnTo>
                  <a:lnTo>
                    <a:pt x="14527" y="6824"/>
                  </a:lnTo>
                  <a:lnTo>
                    <a:pt x="14820" y="6750"/>
                  </a:lnTo>
                  <a:close/>
                  <a:moveTo>
                    <a:pt x="5246" y="9098"/>
                  </a:moveTo>
                  <a:lnTo>
                    <a:pt x="5320" y="9208"/>
                  </a:lnTo>
                  <a:lnTo>
                    <a:pt x="5393" y="9245"/>
                  </a:lnTo>
                  <a:lnTo>
                    <a:pt x="5577" y="9245"/>
                  </a:lnTo>
                  <a:lnTo>
                    <a:pt x="5650" y="9281"/>
                  </a:lnTo>
                  <a:lnTo>
                    <a:pt x="5760" y="9318"/>
                  </a:lnTo>
                  <a:lnTo>
                    <a:pt x="5833" y="9391"/>
                  </a:lnTo>
                  <a:lnTo>
                    <a:pt x="5870" y="9465"/>
                  </a:lnTo>
                  <a:lnTo>
                    <a:pt x="5907" y="9538"/>
                  </a:lnTo>
                  <a:lnTo>
                    <a:pt x="5907" y="9648"/>
                  </a:lnTo>
                  <a:lnTo>
                    <a:pt x="5870" y="9758"/>
                  </a:lnTo>
                  <a:lnTo>
                    <a:pt x="5797" y="9831"/>
                  </a:lnTo>
                  <a:lnTo>
                    <a:pt x="5723" y="9905"/>
                  </a:lnTo>
                  <a:lnTo>
                    <a:pt x="5650" y="9978"/>
                  </a:lnTo>
                  <a:lnTo>
                    <a:pt x="5540" y="10015"/>
                  </a:lnTo>
                  <a:lnTo>
                    <a:pt x="5466" y="9868"/>
                  </a:lnTo>
                  <a:lnTo>
                    <a:pt x="5356" y="9758"/>
                  </a:lnTo>
                  <a:lnTo>
                    <a:pt x="5210" y="9685"/>
                  </a:lnTo>
                  <a:lnTo>
                    <a:pt x="5026" y="9648"/>
                  </a:lnTo>
                  <a:lnTo>
                    <a:pt x="5063" y="9648"/>
                  </a:lnTo>
                  <a:lnTo>
                    <a:pt x="5210" y="9575"/>
                  </a:lnTo>
                  <a:lnTo>
                    <a:pt x="5283" y="9538"/>
                  </a:lnTo>
                  <a:lnTo>
                    <a:pt x="5283" y="9501"/>
                  </a:lnTo>
                  <a:lnTo>
                    <a:pt x="5283" y="9355"/>
                  </a:lnTo>
                  <a:lnTo>
                    <a:pt x="5210" y="9245"/>
                  </a:lnTo>
                  <a:lnTo>
                    <a:pt x="5100" y="9245"/>
                  </a:lnTo>
                  <a:lnTo>
                    <a:pt x="4953" y="9281"/>
                  </a:lnTo>
                  <a:lnTo>
                    <a:pt x="4806" y="9355"/>
                  </a:lnTo>
                  <a:lnTo>
                    <a:pt x="4806" y="9355"/>
                  </a:lnTo>
                  <a:lnTo>
                    <a:pt x="4843" y="9281"/>
                  </a:lnTo>
                  <a:lnTo>
                    <a:pt x="4880" y="9208"/>
                  </a:lnTo>
                  <a:lnTo>
                    <a:pt x="4843" y="9171"/>
                  </a:lnTo>
                  <a:lnTo>
                    <a:pt x="5026" y="9134"/>
                  </a:lnTo>
                  <a:lnTo>
                    <a:pt x="5246" y="9098"/>
                  </a:lnTo>
                  <a:close/>
                  <a:moveTo>
                    <a:pt x="6347" y="8034"/>
                  </a:moveTo>
                  <a:lnTo>
                    <a:pt x="6347" y="8071"/>
                  </a:lnTo>
                  <a:lnTo>
                    <a:pt x="6310" y="8181"/>
                  </a:lnTo>
                  <a:lnTo>
                    <a:pt x="6127" y="8254"/>
                  </a:lnTo>
                  <a:lnTo>
                    <a:pt x="5980" y="8364"/>
                  </a:lnTo>
                  <a:lnTo>
                    <a:pt x="5687" y="8621"/>
                  </a:lnTo>
                  <a:lnTo>
                    <a:pt x="5577" y="8621"/>
                  </a:lnTo>
                  <a:lnTo>
                    <a:pt x="5466" y="8694"/>
                  </a:lnTo>
                  <a:lnTo>
                    <a:pt x="5393" y="8768"/>
                  </a:lnTo>
                  <a:lnTo>
                    <a:pt x="5246" y="8731"/>
                  </a:lnTo>
                  <a:lnTo>
                    <a:pt x="4806" y="8731"/>
                  </a:lnTo>
                  <a:lnTo>
                    <a:pt x="4549" y="8841"/>
                  </a:lnTo>
                  <a:lnTo>
                    <a:pt x="4293" y="9024"/>
                  </a:lnTo>
                  <a:lnTo>
                    <a:pt x="4183" y="9171"/>
                  </a:lnTo>
                  <a:lnTo>
                    <a:pt x="4073" y="9355"/>
                  </a:lnTo>
                  <a:lnTo>
                    <a:pt x="4073" y="9501"/>
                  </a:lnTo>
                  <a:lnTo>
                    <a:pt x="4073" y="9648"/>
                  </a:lnTo>
                  <a:lnTo>
                    <a:pt x="4073" y="9721"/>
                  </a:lnTo>
                  <a:lnTo>
                    <a:pt x="4146" y="9831"/>
                  </a:lnTo>
                  <a:lnTo>
                    <a:pt x="4256" y="9978"/>
                  </a:lnTo>
                  <a:lnTo>
                    <a:pt x="4439" y="10162"/>
                  </a:lnTo>
                  <a:lnTo>
                    <a:pt x="4623" y="10308"/>
                  </a:lnTo>
                  <a:lnTo>
                    <a:pt x="4843" y="10382"/>
                  </a:lnTo>
                  <a:lnTo>
                    <a:pt x="5026" y="10455"/>
                  </a:lnTo>
                  <a:lnTo>
                    <a:pt x="5246" y="10492"/>
                  </a:lnTo>
                  <a:lnTo>
                    <a:pt x="5466" y="10492"/>
                  </a:lnTo>
                  <a:lnTo>
                    <a:pt x="5723" y="10455"/>
                  </a:lnTo>
                  <a:lnTo>
                    <a:pt x="5907" y="10345"/>
                  </a:lnTo>
                  <a:lnTo>
                    <a:pt x="6090" y="10235"/>
                  </a:lnTo>
                  <a:lnTo>
                    <a:pt x="6237" y="10052"/>
                  </a:lnTo>
                  <a:lnTo>
                    <a:pt x="6347" y="9868"/>
                  </a:lnTo>
                  <a:lnTo>
                    <a:pt x="6384" y="9575"/>
                  </a:lnTo>
                  <a:lnTo>
                    <a:pt x="6310" y="9355"/>
                  </a:lnTo>
                  <a:lnTo>
                    <a:pt x="6200" y="9134"/>
                  </a:lnTo>
                  <a:lnTo>
                    <a:pt x="6017" y="8951"/>
                  </a:lnTo>
                  <a:lnTo>
                    <a:pt x="6310" y="8658"/>
                  </a:lnTo>
                  <a:lnTo>
                    <a:pt x="6420" y="8548"/>
                  </a:lnTo>
                  <a:lnTo>
                    <a:pt x="6567" y="8401"/>
                  </a:lnTo>
                  <a:lnTo>
                    <a:pt x="6567" y="8327"/>
                  </a:lnTo>
                  <a:lnTo>
                    <a:pt x="6567" y="8254"/>
                  </a:lnTo>
                  <a:lnTo>
                    <a:pt x="6530" y="8217"/>
                  </a:lnTo>
                  <a:lnTo>
                    <a:pt x="6494" y="8181"/>
                  </a:lnTo>
                  <a:lnTo>
                    <a:pt x="6384" y="8071"/>
                  </a:lnTo>
                  <a:lnTo>
                    <a:pt x="6347" y="8034"/>
                  </a:lnTo>
                  <a:close/>
                  <a:moveTo>
                    <a:pt x="19992" y="10418"/>
                  </a:moveTo>
                  <a:lnTo>
                    <a:pt x="20139" y="10492"/>
                  </a:lnTo>
                  <a:lnTo>
                    <a:pt x="20139" y="10602"/>
                  </a:lnTo>
                  <a:lnTo>
                    <a:pt x="20176" y="10638"/>
                  </a:lnTo>
                  <a:lnTo>
                    <a:pt x="20213" y="10638"/>
                  </a:lnTo>
                  <a:lnTo>
                    <a:pt x="20249" y="10602"/>
                  </a:lnTo>
                  <a:lnTo>
                    <a:pt x="20286" y="10785"/>
                  </a:lnTo>
                  <a:lnTo>
                    <a:pt x="20286" y="11042"/>
                  </a:lnTo>
                  <a:lnTo>
                    <a:pt x="20286" y="11189"/>
                  </a:lnTo>
                  <a:lnTo>
                    <a:pt x="20213" y="11372"/>
                  </a:lnTo>
                  <a:lnTo>
                    <a:pt x="20139" y="11519"/>
                  </a:lnTo>
                  <a:lnTo>
                    <a:pt x="20066" y="11665"/>
                  </a:lnTo>
                  <a:lnTo>
                    <a:pt x="19956" y="11812"/>
                  </a:lnTo>
                  <a:lnTo>
                    <a:pt x="19809" y="11886"/>
                  </a:lnTo>
                  <a:lnTo>
                    <a:pt x="19662" y="11959"/>
                  </a:lnTo>
                  <a:lnTo>
                    <a:pt x="19479" y="11959"/>
                  </a:lnTo>
                  <a:lnTo>
                    <a:pt x="19442" y="11886"/>
                  </a:lnTo>
                  <a:lnTo>
                    <a:pt x="19222" y="11776"/>
                  </a:lnTo>
                  <a:lnTo>
                    <a:pt x="19626" y="11702"/>
                  </a:lnTo>
                  <a:lnTo>
                    <a:pt x="19662" y="11665"/>
                  </a:lnTo>
                  <a:lnTo>
                    <a:pt x="19736" y="11629"/>
                  </a:lnTo>
                  <a:lnTo>
                    <a:pt x="19736" y="11482"/>
                  </a:lnTo>
                  <a:lnTo>
                    <a:pt x="19699" y="11372"/>
                  </a:lnTo>
                  <a:lnTo>
                    <a:pt x="19626" y="11335"/>
                  </a:lnTo>
                  <a:lnTo>
                    <a:pt x="19406" y="11335"/>
                  </a:lnTo>
                  <a:lnTo>
                    <a:pt x="19662" y="11152"/>
                  </a:lnTo>
                  <a:lnTo>
                    <a:pt x="19736" y="11115"/>
                  </a:lnTo>
                  <a:lnTo>
                    <a:pt x="19736" y="11042"/>
                  </a:lnTo>
                  <a:lnTo>
                    <a:pt x="19736" y="10969"/>
                  </a:lnTo>
                  <a:lnTo>
                    <a:pt x="19736" y="10932"/>
                  </a:lnTo>
                  <a:lnTo>
                    <a:pt x="19699" y="10858"/>
                  </a:lnTo>
                  <a:lnTo>
                    <a:pt x="19626" y="10822"/>
                  </a:lnTo>
                  <a:lnTo>
                    <a:pt x="19552" y="10822"/>
                  </a:lnTo>
                  <a:lnTo>
                    <a:pt x="19479" y="10858"/>
                  </a:lnTo>
                  <a:lnTo>
                    <a:pt x="19332" y="10895"/>
                  </a:lnTo>
                  <a:lnTo>
                    <a:pt x="19185" y="10932"/>
                  </a:lnTo>
                  <a:lnTo>
                    <a:pt x="19185" y="10932"/>
                  </a:lnTo>
                  <a:lnTo>
                    <a:pt x="19626" y="10748"/>
                  </a:lnTo>
                  <a:lnTo>
                    <a:pt x="19662" y="10712"/>
                  </a:lnTo>
                  <a:lnTo>
                    <a:pt x="19662" y="10675"/>
                  </a:lnTo>
                  <a:lnTo>
                    <a:pt x="19626" y="10638"/>
                  </a:lnTo>
                  <a:lnTo>
                    <a:pt x="19479" y="10602"/>
                  </a:lnTo>
                  <a:lnTo>
                    <a:pt x="19295" y="10602"/>
                  </a:lnTo>
                  <a:lnTo>
                    <a:pt x="19369" y="10565"/>
                  </a:lnTo>
                  <a:lnTo>
                    <a:pt x="19589" y="10455"/>
                  </a:lnTo>
                  <a:lnTo>
                    <a:pt x="19772" y="10418"/>
                  </a:lnTo>
                  <a:close/>
                  <a:moveTo>
                    <a:pt x="16691" y="13390"/>
                  </a:moveTo>
                  <a:lnTo>
                    <a:pt x="16801" y="13463"/>
                  </a:lnTo>
                  <a:lnTo>
                    <a:pt x="16874" y="13536"/>
                  </a:lnTo>
                  <a:lnTo>
                    <a:pt x="16728" y="13646"/>
                  </a:lnTo>
                  <a:lnTo>
                    <a:pt x="16581" y="13756"/>
                  </a:lnTo>
                  <a:lnTo>
                    <a:pt x="16434" y="13903"/>
                  </a:lnTo>
                  <a:lnTo>
                    <a:pt x="16361" y="14050"/>
                  </a:lnTo>
                  <a:lnTo>
                    <a:pt x="16104" y="14013"/>
                  </a:lnTo>
                  <a:lnTo>
                    <a:pt x="16068" y="13976"/>
                  </a:lnTo>
                  <a:lnTo>
                    <a:pt x="16691" y="13390"/>
                  </a:lnTo>
                  <a:close/>
                  <a:moveTo>
                    <a:pt x="16654" y="11959"/>
                  </a:moveTo>
                  <a:lnTo>
                    <a:pt x="17058" y="12326"/>
                  </a:lnTo>
                  <a:lnTo>
                    <a:pt x="17278" y="12546"/>
                  </a:lnTo>
                  <a:lnTo>
                    <a:pt x="17498" y="12803"/>
                  </a:lnTo>
                  <a:lnTo>
                    <a:pt x="17681" y="13059"/>
                  </a:lnTo>
                  <a:lnTo>
                    <a:pt x="17755" y="13169"/>
                  </a:lnTo>
                  <a:lnTo>
                    <a:pt x="17792" y="13279"/>
                  </a:lnTo>
                  <a:lnTo>
                    <a:pt x="17792" y="13426"/>
                  </a:lnTo>
                  <a:lnTo>
                    <a:pt x="17755" y="13536"/>
                  </a:lnTo>
                  <a:lnTo>
                    <a:pt x="17718" y="13646"/>
                  </a:lnTo>
                  <a:lnTo>
                    <a:pt x="17608" y="13756"/>
                  </a:lnTo>
                  <a:lnTo>
                    <a:pt x="17498" y="13866"/>
                  </a:lnTo>
                  <a:lnTo>
                    <a:pt x="17351" y="13940"/>
                  </a:lnTo>
                  <a:lnTo>
                    <a:pt x="17278" y="13866"/>
                  </a:lnTo>
                  <a:lnTo>
                    <a:pt x="17168" y="13866"/>
                  </a:lnTo>
                  <a:lnTo>
                    <a:pt x="17095" y="13903"/>
                  </a:lnTo>
                  <a:lnTo>
                    <a:pt x="17058" y="13940"/>
                  </a:lnTo>
                  <a:lnTo>
                    <a:pt x="17021" y="13940"/>
                  </a:lnTo>
                  <a:lnTo>
                    <a:pt x="16948" y="13976"/>
                  </a:lnTo>
                  <a:lnTo>
                    <a:pt x="16911" y="14050"/>
                  </a:lnTo>
                  <a:lnTo>
                    <a:pt x="16874" y="14050"/>
                  </a:lnTo>
                  <a:lnTo>
                    <a:pt x="16948" y="13940"/>
                  </a:lnTo>
                  <a:lnTo>
                    <a:pt x="17095" y="13793"/>
                  </a:lnTo>
                  <a:lnTo>
                    <a:pt x="17168" y="13683"/>
                  </a:lnTo>
                  <a:lnTo>
                    <a:pt x="17205" y="13573"/>
                  </a:lnTo>
                  <a:lnTo>
                    <a:pt x="17168" y="13500"/>
                  </a:lnTo>
                  <a:lnTo>
                    <a:pt x="17131" y="13426"/>
                  </a:lnTo>
                  <a:lnTo>
                    <a:pt x="17021" y="13316"/>
                  </a:lnTo>
                  <a:lnTo>
                    <a:pt x="16874" y="13206"/>
                  </a:lnTo>
                  <a:lnTo>
                    <a:pt x="16691" y="13169"/>
                  </a:lnTo>
                  <a:lnTo>
                    <a:pt x="16618" y="13169"/>
                  </a:lnTo>
                  <a:lnTo>
                    <a:pt x="16581" y="13206"/>
                  </a:lnTo>
                  <a:lnTo>
                    <a:pt x="15627" y="13793"/>
                  </a:lnTo>
                  <a:lnTo>
                    <a:pt x="15517" y="13756"/>
                  </a:lnTo>
                  <a:lnTo>
                    <a:pt x="15407" y="13646"/>
                  </a:lnTo>
                  <a:lnTo>
                    <a:pt x="15884" y="13353"/>
                  </a:lnTo>
                  <a:lnTo>
                    <a:pt x="16361" y="13096"/>
                  </a:lnTo>
                  <a:lnTo>
                    <a:pt x="16398" y="13023"/>
                  </a:lnTo>
                  <a:lnTo>
                    <a:pt x="16398" y="12986"/>
                  </a:lnTo>
                  <a:lnTo>
                    <a:pt x="16361" y="12913"/>
                  </a:lnTo>
                  <a:lnTo>
                    <a:pt x="16288" y="12913"/>
                  </a:lnTo>
                  <a:lnTo>
                    <a:pt x="15994" y="12949"/>
                  </a:lnTo>
                  <a:lnTo>
                    <a:pt x="15701" y="13059"/>
                  </a:lnTo>
                  <a:lnTo>
                    <a:pt x="15407" y="13169"/>
                  </a:lnTo>
                  <a:lnTo>
                    <a:pt x="15150" y="13279"/>
                  </a:lnTo>
                  <a:lnTo>
                    <a:pt x="15040" y="13023"/>
                  </a:lnTo>
                  <a:lnTo>
                    <a:pt x="15077" y="12986"/>
                  </a:lnTo>
                  <a:lnTo>
                    <a:pt x="16068" y="12399"/>
                  </a:lnTo>
                  <a:lnTo>
                    <a:pt x="16104" y="12362"/>
                  </a:lnTo>
                  <a:lnTo>
                    <a:pt x="16104" y="12326"/>
                  </a:lnTo>
                  <a:lnTo>
                    <a:pt x="16068" y="12289"/>
                  </a:lnTo>
                  <a:lnTo>
                    <a:pt x="15994" y="12252"/>
                  </a:lnTo>
                  <a:lnTo>
                    <a:pt x="15554" y="12362"/>
                  </a:lnTo>
                  <a:lnTo>
                    <a:pt x="15150" y="12472"/>
                  </a:lnTo>
                  <a:lnTo>
                    <a:pt x="15150" y="12472"/>
                  </a:lnTo>
                  <a:lnTo>
                    <a:pt x="15297" y="12326"/>
                  </a:lnTo>
                  <a:lnTo>
                    <a:pt x="15517" y="12179"/>
                  </a:lnTo>
                  <a:lnTo>
                    <a:pt x="15737" y="12069"/>
                  </a:lnTo>
                  <a:lnTo>
                    <a:pt x="15994" y="11996"/>
                  </a:lnTo>
                  <a:lnTo>
                    <a:pt x="16324" y="11959"/>
                  </a:lnTo>
                  <a:close/>
                  <a:moveTo>
                    <a:pt x="14857" y="6310"/>
                  </a:moveTo>
                  <a:lnTo>
                    <a:pt x="14600" y="6347"/>
                  </a:lnTo>
                  <a:lnTo>
                    <a:pt x="14380" y="6383"/>
                  </a:lnTo>
                  <a:lnTo>
                    <a:pt x="14197" y="6457"/>
                  </a:lnTo>
                  <a:lnTo>
                    <a:pt x="13793" y="6677"/>
                  </a:lnTo>
                  <a:lnTo>
                    <a:pt x="13426" y="6970"/>
                  </a:lnTo>
                  <a:lnTo>
                    <a:pt x="13243" y="7154"/>
                  </a:lnTo>
                  <a:lnTo>
                    <a:pt x="12950" y="7190"/>
                  </a:lnTo>
                  <a:lnTo>
                    <a:pt x="12840" y="7227"/>
                  </a:lnTo>
                  <a:lnTo>
                    <a:pt x="12803" y="7300"/>
                  </a:lnTo>
                  <a:lnTo>
                    <a:pt x="12766" y="7374"/>
                  </a:lnTo>
                  <a:lnTo>
                    <a:pt x="12766" y="7447"/>
                  </a:lnTo>
                  <a:lnTo>
                    <a:pt x="11042" y="7631"/>
                  </a:lnTo>
                  <a:lnTo>
                    <a:pt x="10052" y="7667"/>
                  </a:lnTo>
                  <a:lnTo>
                    <a:pt x="9575" y="7704"/>
                  </a:lnTo>
                  <a:lnTo>
                    <a:pt x="9098" y="7741"/>
                  </a:lnTo>
                  <a:lnTo>
                    <a:pt x="9025" y="7777"/>
                  </a:lnTo>
                  <a:lnTo>
                    <a:pt x="8988" y="7814"/>
                  </a:lnTo>
                  <a:lnTo>
                    <a:pt x="8951" y="7924"/>
                  </a:lnTo>
                  <a:lnTo>
                    <a:pt x="9025" y="8034"/>
                  </a:lnTo>
                  <a:lnTo>
                    <a:pt x="9061" y="8071"/>
                  </a:lnTo>
                  <a:lnTo>
                    <a:pt x="9135" y="8107"/>
                  </a:lnTo>
                  <a:lnTo>
                    <a:pt x="9612" y="8144"/>
                  </a:lnTo>
                  <a:lnTo>
                    <a:pt x="10125" y="8144"/>
                  </a:lnTo>
                  <a:lnTo>
                    <a:pt x="11152" y="8071"/>
                  </a:lnTo>
                  <a:lnTo>
                    <a:pt x="11922" y="8034"/>
                  </a:lnTo>
                  <a:lnTo>
                    <a:pt x="12693" y="7961"/>
                  </a:lnTo>
                  <a:lnTo>
                    <a:pt x="12546" y="8254"/>
                  </a:lnTo>
                  <a:lnTo>
                    <a:pt x="12473" y="8438"/>
                  </a:lnTo>
                  <a:lnTo>
                    <a:pt x="12473" y="8584"/>
                  </a:lnTo>
                  <a:lnTo>
                    <a:pt x="12509" y="8914"/>
                  </a:lnTo>
                  <a:lnTo>
                    <a:pt x="12363" y="9024"/>
                  </a:lnTo>
                  <a:lnTo>
                    <a:pt x="12253" y="9134"/>
                  </a:lnTo>
                  <a:lnTo>
                    <a:pt x="12253" y="9245"/>
                  </a:lnTo>
                  <a:lnTo>
                    <a:pt x="12289" y="9355"/>
                  </a:lnTo>
                  <a:lnTo>
                    <a:pt x="12399" y="9428"/>
                  </a:lnTo>
                  <a:lnTo>
                    <a:pt x="12546" y="9465"/>
                  </a:lnTo>
                  <a:lnTo>
                    <a:pt x="12693" y="9465"/>
                  </a:lnTo>
                  <a:lnTo>
                    <a:pt x="12803" y="9685"/>
                  </a:lnTo>
                  <a:lnTo>
                    <a:pt x="12950" y="9868"/>
                  </a:lnTo>
                  <a:lnTo>
                    <a:pt x="13096" y="10052"/>
                  </a:lnTo>
                  <a:lnTo>
                    <a:pt x="13243" y="10198"/>
                  </a:lnTo>
                  <a:lnTo>
                    <a:pt x="13426" y="10308"/>
                  </a:lnTo>
                  <a:lnTo>
                    <a:pt x="13647" y="10418"/>
                  </a:lnTo>
                  <a:lnTo>
                    <a:pt x="13867" y="10455"/>
                  </a:lnTo>
                  <a:lnTo>
                    <a:pt x="14087" y="10492"/>
                  </a:lnTo>
                  <a:lnTo>
                    <a:pt x="14233" y="10492"/>
                  </a:lnTo>
                  <a:lnTo>
                    <a:pt x="14600" y="10418"/>
                  </a:lnTo>
                  <a:lnTo>
                    <a:pt x="14967" y="10345"/>
                  </a:lnTo>
                  <a:lnTo>
                    <a:pt x="14930" y="10455"/>
                  </a:lnTo>
                  <a:lnTo>
                    <a:pt x="14930" y="10602"/>
                  </a:lnTo>
                  <a:lnTo>
                    <a:pt x="15004" y="10895"/>
                  </a:lnTo>
                  <a:lnTo>
                    <a:pt x="15077" y="11079"/>
                  </a:lnTo>
                  <a:lnTo>
                    <a:pt x="15150" y="11299"/>
                  </a:lnTo>
                  <a:lnTo>
                    <a:pt x="15297" y="11482"/>
                  </a:lnTo>
                  <a:lnTo>
                    <a:pt x="15481" y="11629"/>
                  </a:lnTo>
                  <a:lnTo>
                    <a:pt x="15481" y="11665"/>
                  </a:lnTo>
                  <a:lnTo>
                    <a:pt x="15261" y="11739"/>
                  </a:lnTo>
                  <a:lnTo>
                    <a:pt x="15077" y="11886"/>
                  </a:lnTo>
                  <a:lnTo>
                    <a:pt x="14894" y="11996"/>
                  </a:lnTo>
                  <a:lnTo>
                    <a:pt x="14784" y="12142"/>
                  </a:lnTo>
                  <a:lnTo>
                    <a:pt x="14674" y="12326"/>
                  </a:lnTo>
                  <a:lnTo>
                    <a:pt x="14600" y="12509"/>
                  </a:lnTo>
                  <a:lnTo>
                    <a:pt x="14564" y="12693"/>
                  </a:lnTo>
                  <a:lnTo>
                    <a:pt x="14527" y="12876"/>
                  </a:lnTo>
                  <a:lnTo>
                    <a:pt x="14527" y="12986"/>
                  </a:lnTo>
                  <a:lnTo>
                    <a:pt x="14527" y="13059"/>
                  </a:lnTo>
                  <a:lnTo>
                    <a:pt x="14600" y="13353"/>
                  </a:lnTo>
                  <a:lnTo>
                    <a:pt x="14747" y="13610"/>
                  </a:lnTo>
                  <a:lnTo>
                    <a:pt x="14747" y="13720"/>
                  </a:lnTo>
                  <a:lnTo>
                    <a:pt x="14784" y="13830"/>
                  </a:lnTo>
                  <a:lnTo>
                    <a:pt x="14930" y="13903"/>
                  </a:lnTo>
                  <a:lnTo>
                    <a:pt x="15004" y="13976"/>
                  </a:lnTo>
                  <a:lnTo>
                    <a:pt x="15297" y="14197"/>
                  </a:lnTo>
                  <a:lnTo>
                    <a:pt x="15627" y="14380"/>
                  </a:lnTo>
                  <a:lnTo>
                    <a:pt x="15994" y="14527"/>
                  </a:lnTo>
                  <a:lnTo>
                    <a:pt x="16398" y="14600"/>
                  </a:lnTo>
                  <a:lnTo>
                    <a:pt x="16801" y="14600"/>
                  </a:lnTo>
                  <a:lnTo>
                    <a:pt x="17205" y="14527"/>
                  </a:lnTo>
                  <a:lnTo>
                    <a:pt x="17571" y="14417"/>
                  </a:lnTo>
                  <a:lnTo>
                    <a:pt x="17902" y="14233"/>
                  </a:lnTo>
                  <a:lnTo>
                    <a:pt x="18122" y="14013"/>
                  </a:lnTo>
                  <a:lnTo>
                    <a:pt x="18268" y="13793"/>
                  </a:lnTo>
                  <a:lnTo>
                    <a:pt x="18305" y="13536"/>
                  </a:lnTo>
                  <a:lnTo>
                    <a:pt x="18305" y="13316"/>
                  </a:lnTo>
                  <a:lnTo>
                    <a:pt x="18232" y="13059"/>
                  </a:lnTo>
                  <a:lnTo>
                    <a:pt x="18122" y="12803"/>
                  </a:lnTo>
                  <a:lnTo>
                    <a:pt x="17975" y="12546"/>
                  </a:lnTo>
                  <a:lnTo>
                    <a:pt x="17792" y="12326"/>
                  </a:lnTo>
                  <a:lnTo>
                    <a:pt x="17902" y="12289"/>
                  </a:lnTo>
                  <a:lnTo>
                    <a:pt x="18232" y="12106"/>
                  </a:lnTo>
                  <a:lnTo>
                    <a:pt x="18599" y="11849"/>
                  </a:lnTo>
                  <a:lnTo>
                    <a:pt x="18709" y="12032"/>
                  </a:lnTo>
                  <a:lnTo>
                    <a:pt x="18855" y="12179"/>
                  </a:lnTo>
                  <a:lnTo>
                    <a:pt x="19002" y="12289"/>
                  </a:lnTo>
                  <a:lnTo>
                    <a:pt x="19149" y="12362"/>
                  </a:lnTo>
                  <a:lnTo>
                    <a:pt x="19406" y="12436"/>
                  </a:lnTo>
                  <a:lnTo>
                    <a:pt x="19662" y="12399"/>
                  </a:lnTo>
                  <a:lnTo>
                    <a:pt x="19919" y="12326"/>
                  </a:lnTo>
                  <a:lnTo>
                    <a:pt x="20139" y="12179"/>
                  </a:lnTo>
                  <a:lnTo>
                    <a:pt x="20359" y="11996"/>
                  </a:lnTo>
                  <a:lnTo>
                    <a:pt x="20543" y="11776"/>
                  </a:lnTo>
                  <a:lnTo>
                    <a:pt x="20653" y="11519"/>
                  </a:lnTo>
                  <a:lnTo>
                    <a:pt x="20726" y="11225"/>
                  </a:lnTo>
                  <a:lnTo>
                    <a:pt x="20799" y="10858"/>
                  </a:lnTo>
                  <a:lnTo>
                    <a:pt x="20763" y="10675"/>
                  </a:lnTo>
                  <a:lnTo>
                    <a:pt x="20726" y="10528"/>
                  </a:lnTo>
                  <a:lnTo>
                    <a:pt x="20689" y="10382"/>
                  </a:lnTo>
                  <a:lnTo>
                    <a:pt x="20579" y="10272"/>
                  </a:lnTo>
                  <a:lnTo>
                    <a:pt x="20359" y="10088"/>
                  </a:lnTo>
                  <a:lnTo>
                    <a:pt x="20066" y="9978"/>
                  </a:lnTo>
                  <a:lnTo>
                    <a:pt x="19919" y="9941"/>
                  </a:lnTo>
                  <a:lnTo>
                    <a:pt x="19626" y="9941"/>
                  </a:lnTo>
                  <a:lnTo>
                    <a:pt x="19516" y="10015"/>
                  </a:lnTo>
                  <a:lnTo>
                    <a:pt x="19479" y="10088"/>
                  </a:lnTo>
                  <a:lnTo>
                    <a:pt x="19185" y="10198"/>
                  </a:lnTo>
                  <a:lnTo>
                    <a:pt x="18929" y="10308"/>
                  </a:lnTo>
                  <a:lnTo>
                    <a:pt x="18819" y="10418"/>
                  </a:lnTo>
                  <a:lnTo>
                    <a:pt x="18672" y="10528"/>
                  </a:lnTo>
                  <a:lnTo>
                    <a:pt x="18599" y="10675"/>
                  </a:lnTo>
                  <a:lnTo>
                    <a:pt x="18525" y="10822"/>
                  </a:lnTo>
                  <a:lnTo>
                    <a:pt x="18452" y="11115"/>
                  </a:lnTo>
                  <a:lnTo>
                    <a:pt x="18452" y="11409"/>
                  </a:lnTo>
                  <a:lnTo>
                    <a:pt x="18048" y="11702"/>
                  </a:lnTo>
                  <a:lnTo>
                    <a:pt x="17645" y="11996"/>
                  </a:lnTo>
                  <a:lnTo>
                    <a:pt x="17608" y="12032"/>
                  </a:lnTo>
                  <a:lnTo>
                    <a:pt x="17608" y="12106"/>
                  </a:lnTo>
                  <a:lnTo>
                    <a:pt x="17241" y="11776"/>
                  </a:lnTo>
                  <a:lnTo>
                    <a:pt x="16911" y="11519"/>
                  </a:lnTo>
                  <a:lnTo>
                    <a:pt x="16838" y="11482"/>
                  </a:lnTo>
                  <a:lnTo>
                    <a:pt x="16691" y="11482"/>
                  </a:lnTo>
                  <a:lnTo>
                    <a:pt x="16654" y="11555"/>
                  </a:lnTo>
                  <a:lnTo>
                    <a:pt x="16434" y="11519"/>
                  </a:lnTo>
                  <a:lnTo>
                    <a:pt x="16214" y="11519"/>
                  </a:lnTo>
                  <a:lnTo>
                    <a:pt x="15774" y="11555"/>
                  </a:lnTo>
                  <a:lnTo>
                    <a:pt x="15811" y="11445"/>
                  </a:lnTo>
                  <a:lnTo>
                    <a:pt x="15774" y="11335"/>
                  </a:lnTo>
                  <a:lnTo>
                    <a:pt x="15664" y="11152"/>
                  </a:lnTo>
                  <a:lnTo>
                    <a:pt x="15554" y="11005"/>
                  </a:lnTo>
                  <a:lnTo>
                    <a:pt x="15444" y="10822"/>
                  </a:lnTo>
                  <a:lnTo>
                    <a:pt x="15371" y="10602"/>
                  </a:lnTo>
                  <a:lnTo>
                    <a:pt x="15334" y="10418"/>
                  </a:lnTo>
                  <a:lnTo>
                    <a:pt x="15297" y="10308"/>
                  </a:lnTo>
                  <a:lnTo>
                    <a:pt x="15224" y="10235"/>
                  </a:lnTo>
                  <a:lnTo>
                    <a:pt x="15627" y="10015"/>
                  </a:lnTo>
                  <a:lnTo>
                    <a:pt x="16031" y="9758"/>
                  </a:lnTo>
                  <a:lnTo>
                    <a:pt x="16361" y="9428"/>
                  </a:lnTo>
                  <a:lnTo>
                    <a:pt x="16471" y="9281"/>
                  </a:lnTo>
                  <a:lnTo>
                    <a:pt x="16581" y="9098"/>
                  </a:lnTo>
                  <a:lnTo>
                    <a:pt x="16654" y="8878"/>
                  </a:lnTo>
                  <a:lnTo>
                    <a:pt x="16691" y="8621"/>
                  </a:lnTo>
                  <a:lnTo>
                    <a:pt x="16691" y="8364"/>
                  </a:lnTo>
                  <a:lnTo>
                    <a:pt x="16691" y="8107"/>
                  </a:lnTo>
                  <a:lnTo>
                    <a:pt x="16581" y="7631"/>
                  </a:lnTo>
                  <a:lnTo>
                    <a:pt x="16398" y="7190"/>
                  </a:lnTo>
                  <a:lnTo>
                    <a:pt x="16251" y="6897"/>
                  </a:lnTo>
                  <a:lnTo>
                    <a:pt x="16031" y="6640"/>
                  </a:lnTo>
                  <a:lnTo>
                    <a:pt x="15884" y="6530"/>
                  </a:lnTo>
                  <a:lnTo>
                    <a:pt x="15737" y="6457"/>
                  </a:lnTo>
                  <a:lnTo>
                    <a:pt x="15591" y="6420"/>
                  </a:lnTo>
                  <a:lnTo>
                    <a:pt x="15407" y="6383"/>
                  </a:lnTo>
                  <a:lnTo>
                    <a:pt x="15077" y="631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1" name="Google Shape;307;p5">
              <a:extLst>
                <a:ext uri="{FF2B5EF4-FFF2-40B4-BE49-F238E27FC236}">
                  <a16:creationId xmlns:a16="http://schemas.microsoft.com/office/drawing/2014/main" id="{BDAB381B-0F6C-48C6-B2EE-3B53DD006771}"/>
                </a:ext>
              </a:extLst>
            </p:cNvPr>
            <p:cNvSpPr/>
            <p:nvPr/>
          </p:nvSpPr>
          <p:spPr>
            <a:xfrm>
              <a:off x="6425400" y="3728200"/>
              <a:ext cx="342075" cy="360425"/>
            </a:xfrm>
            <a:custGeom>
              <a:avLst/>
              <a:gdLst/>
              <a:ahLst/>
              <a:cxnLst/>
              <a:rect l="l" t="t" r="r" b="b"/>
              <a:pathLst>
                <a:path w="13683" h="14417" extrusionOk="0">
                  <a:moveTo>
                    <a:pt x="9281" y="2311"/>
                  </a:moveTo>
                  <a:lnTo>
                    <a:pt x="9170" y="2385"/>
                  </a:lnTo>
                  <a:lnTo>
                    <a:pt x="9134" y="2495"/>
                  </a:lnTo>
                  <a:lnTo>
                    <a:pt x="9097" y="2568"/>
                  </a:lnTo>
                  <a:lnTo>
                    <a:pt x="9097" y="2678"/>
                  </a:lnTo>
                  <a:lnTo>
                    <a:pt x="9134" y="2862"/>
                  </a:lnTo>
                  <a:lnTo>
                    <a:pt x="9207" y="3082"/>
                  </a:lnTo>
                  <a:lnTo>
                    <a:pt x="9464" y="3742"/>
                  </a:lnTo>
                  <a:lnTo>
                    <a:pt x="9721" y="4402"/>
                  </a:lnTo>
                  <a:lnTo>
                    <a:pt x="9647" y="4439"/>
                  </a:lnTo>
                  <a:lnTo>
                    <a:pt x="9060" y="5283"/>
                  </a:lnTo>
                  <a:lnTo>
                    <a:pt x="8804" y="5649"/>
                  </a:lnTo>
                  <a:lnTo>
                    <a:pt x="8694" y="5833"/>
                  </a:lnTo>
                  <a:lnTo>
                    <a:pt x="8657" y="5943"/>
                  </a:lnTo>
                  <a:lnTo>
                    <a:pt x="8694" y="6053"/>
                  </a:lnTo>
                  <a:lnTo>
                    <a:pt x="8804" y="6016"/>
                  </a:lnTo>
                  <a:lnTo>
                    <a:pt x="8877" y="5980"/>
                  </a:lnTo>
                  <a:lnTo>
                    <a:pt x="9024" y="5833"/>
                  </a:lnTo>
                  <a:lnTo>
                    <a:pt x="9281" y="5503"/>
                  </a:lnTo>
                  <a:lnTo>
                    <a:pt x="9941" y="4659"/>
                  </a:lnTo>
                  <a:lnTo>
                    <a:pt x="10014" y="4659"/>
                  </a:lnTo>
                  <a:lnTo>
                    <a:pt x="10124" y="4622"/>
                  </a:lnTo>
                  <a:lnTo>
                    <a:pt x="10161" y="4549"/>
                  </a:lnTo>
                  <a:lnTo>
                    <a:pt x="10161" y="4439"/>
                  </a:lnTo>
                  <a:lnTo>
                    <a:pt x="9684" y="3229"/>
                  </a:lnTo>
                  <a:lnTo>
                    <a:pt x="9427" y="2715"/>
                  </a:lnTo>
                  <a:lnTo>
                    <a:pt x="9354" y="2532"/>
                  </a:lnTo>
                  <a:lnTo>
                    <a:pt x="9317" y="2422"/>
                  </a:lnTo>
                  <a:lnTo>
                    <a:pt x="9317" y="2348"/>
                  </a:lnTo>
                  <a:lnTo>
                    <a:pt x="9317" y="2311"/>
                  </a:lnTo>
                  <a:close/>
                  <a:moveTo>
                    <a:pt x="8694" y="1615"/>
                  </a:moveTo>
                  <a:lnTo>
                    <a:pt x="8767" y="1798"/>
                  </a:lnTo>
                  <a:lnTo>
                    <a:pt x="8804" y="1908"/>
                  </a:lnTo>
                  <a:lnTo>
                    <a:pt x="8914" y="1981"/>
                  </a:lnTo>
                  <a:lnTo>
                    <a:pt x="9024" y="2055"/>
                  </a:lnTo>
                  <a:lnTo>
                    <a:pt x="9170" y="2018"/>
                  </a:lnTo>
                  <a:lnTo>
                    <a:pt x="9391" y="1908"/>
                  </a:lnTo>
                  <a:lnTo>
                    <a:pt x="9611" y="1725"/>
                  </a:lnTo>
                  <a:lnTo>
                    <a:pt x="9867" y="2275"/>
                  </a:lnTo>
                  <a:lnTo>
                    <a:pt x="10161" y="2752"/>
                  </a:lnTo>
                  <a:lnTo>
                    <a:pt x="10454" y="3265"/>
                  </a:lnTo>
                  <a:lnTo>
                    <a:pt x="10674" y="3779"/>
                  </a:lnTo>
                  <a:lnTo>
                    <a:pt x="10528" y="3925"/>
                  </a:lnTo>
                  <a:lnTo>
                    <a:pt x="10381" y="4072"/>
                  </a:lnTo>
                  <a:lnTo>
                    <a:pt x="10271" y="4256"/>
                  </a:lnTo>
                  <a:lnTo>
                    <a:pt x="10234" y="4476"/>
                  </a:lnTo>
                  <a:lnTo>
                    <a:pt x="10271" y="4586"/>
                  </a:lnTo>
                  <a:lnTo>
                    <a:pt x="10344" y="4659"/>
                  </a:lnTo>
                  <a:lnTo>
                    <a:pt x="10344" y="4806"/>
                  </a:lnTo>
                  <a:lnTo>
                    <a:pt x="10381" y="4879"/>
                  </a:lnTo>
                  <a:lnTo>
                    <a:pt x="10491" y="4916"/>
                  </a:lnTo>
                  <a:lnTo>
                    <a:pt x="10491" y="4953"/>
                  </a:lnTo>
                  <a:lnTo>
                    <a:pt x="10344" y="5173"/>
                  </a:lnTo>
                  <a:lnTo>
                    <a:pt x="9977" y="5649"/>
                  </a:lnTo>
                  <a:lnTo>
                    <a:pt x="9647" y="6163"/>
                  </a:lnTo>
                  <a:lnTo>
                    <a:pt x="9501" y="6090"/>
                  </a:lnTo>
                  <a:lnTo>
                    <a:pt x="9317" y="6053"/>
                  </a:lnTo>
                  <a:lnTo>
                    <a:pt x="9134" y="6126"/>
                  </a:lnTo>
                  <a:lnTo>
                    <a:pt x="8950" y="6200"/>
                  </a:lnTo>
                  <a:lnTo>
                    <a:pt x="8840" y="6346"/>
                  </a:lnTo>
                  <a:lnTo>
                    <a:pt x="8730" y="6493"/>
                  </a:lnTo>
                  <a:lnTo>
                    <a:pt x="8327" y="6493"/>
                  </a:lnTo>
                  <a:lnTo>
                    <a:pt x="7556" y="6530"/>
                  </a:lnTo>
                  <a:lnTo>
                    <a:pt x="7520" y="6456"/>
                  </a:lnTo>
                  <a:lnTo>
                    <a:pt x="7410" y="6383"/>
                  </a:lnTo>
                  <a:lnTo>
                    <a:pt x="7080" y="6273"/>
                  </a:lnTo>
                  <a:lnTo>
                    <a:pt x="7043" y="6273"/>
                  </a:lnTo>
                  <a:lnTo>
                    <a:pt x="6970" y="6236"/>
                  </a:lnTo>
                  <a:lnTo>
                    <a:pt x="6786" y="6236"/>
                  </a:lnTo>
                  <a:lnTo>
                    <a:pt x="6639" y="6200"/>
                  </a:lnTo>
                  <a:lnTo>
                    <a:pt x="5832" y="5429"/>
                  </a:lnTo>
                  <a:lnTo>
                    <a:pt x="5246" y="4879"/>
                  </a:lnTo>
                  <a:lnTo>
                    <a:pt x="5319" y="4696"/>
                  </a:lnTo>
                  <a:lnTo>
                    <a:pt x="5319" y="4512"/>
                  </a:lnTo>
                  <a:lnTo>
                    <a:pt x="5282" y="4439"/>
                  </a:lnTo>
                  <a:lnTo>
                    <a:pt x="5246" y="4366"/>
                  </a:lnTo>
                  <a:lnTo>
                    <a:pt x="5099" y="4256"/>
                  </a:lnTo>
                  <a:lnTo>
                    <a:pt x="5282" y="3815"/>
                  </a:lnTo>
                  <a:lnTo>
                    <a:pt x="5796" y="2715"/>
                  </a:lnTo>
                  <a:lnTo>
                    <a:pt x="6126" y="2018"/>
                  </a:lnTo>
                  <a:lnTo>
                    <a:pt x="6273" y="2018"/>
                  </a:lnTo>
                  <a:lnTo>
                    <a:pt x="6419" y="1981"/>
                  </a:lnTo>
                  <a:lnTo>
                    <a:pt x="6566" y="1908"/>
                  </a:lnTo>
                  <a:lnTo>
                    <a:pt x="6713" y="1798"/>
                  </a:lnTo>
                  <a:lnTo>
                    <a:pt x="6823" y="1688"/>
                  </a:lnTo>
                  <a:lnTo>
                    <a:pt x="7483" y="1651"/>
                  </a:lnTo>
                  <a:lnTo>
                    <a:pt x="8694" y="1615"/>
                  </a:lnTo>
                  <a:close/>
                  <a:moveTo>
                    <a:pt x="6823" y="6823"/>
                  </a:moveTo>
                  <a:lnTo>
                    <a:pt x="6933" y="6897"/>
                  </a:lnTo>
                  <a:lnTo>
                    <a:pt x="6749" y="6897"/>
                  </a:lnTo>
                  <a:lnTo>
                    <a:pt x="6713" y="6860"/>
                  </a:lnTo>
                  <a:lnTo>
                    <a:pt x="6823" y="6823"/>
                  </a:lnTo>
                  <a:close/>
                  <a:moveTo>
                    <a:pt x="2714" y="5393"/>
                  </a:moveTo>
                  <a:lnTo>
                    <a:pt x="2641" y="5429"/>
                  </a:lnTo>
                  <a:lnTo>
                    <a:pt x="2531" y="5503"/>
                  </a:lnTo>
                  <a:lnTo>
                    <a:pt x="2458" y="5576"/>
                  </a:lnTo>
                  <a:lnTo>
                    <a:pt x="2274" y="5796"/>
                  </a:lnTo>
                  <a:lnTo>
                    <a:pt x="1981" y="6310"/>
                  </a:lnTo>
                  <a:lnTo>
                    <a:pt x="1651" y="6860"/>
                  </a:lnTo>
                  <a:lnTo>
                    <a:pt x="1504" y="7080"/>
                  </a:lnTo>
                  <a:lnTo>
                    <a:pt x="1431" y="7190"/>
                  </a:lnTo>
                  <a:lnTo>
                    <a:pt x="1394" y="7263"/>
                  </a:lnTo>
                  <a:lnTo>
                    <a:pt x="1394" y="7337"/>
                  </a:lnTo>
                  <a:lnTo>
                    <a:pt x="1321" y="7374"/>
                  </a:lnTo>
                  <a:lnTo>
                    <a:pt x="1321" y="7410"/>
                  </a:lnTo>
                  <a:lnTo>
                    <a:pt x="1321" y="7520"/>
                  </a:lnTo>
                  <a:lnTo>
                    <a:pt x="1394" y="7557"/>
                  </a:lnTo>
                  <a:lnTo>
                    <a:pt x="1504" y="7594"/>
                  </a:lnTo>
                  <a:lnTo>
                    <a:pt x="1614" y="7520"/>
                  </a:lnTo>
                  <a:lnTo>
                    <a:pt x="1724" y="7447"/>
                  </a:lnTo>
                  <a:lnTo>
                    <a:pt x="1834" y="7337"/>
                  </a:lnTo>
                  <a:lnTo>
                    <a:pt x="2018" y="7043"/>
                  </a:lnTo>
                  <a:lnTo>
                    <a:pt x="2128" y="6823"/>
                  </a:lnTo>
                  <a:lnTo>
                    <a:pt x="2568" y="6200"/>
                  </a:lnTo>
                  <a:lnTo>
                    <a:pt x="2751" y="5870"/>
                  </a:lnTo>
                  <a:lnTo>
                    <a:pt x="2861" y="5723"/>
                  </a:lnTo>
                  <a:lnTo>
                    <a:pt x="2861" y="5539"/>
                  </a:lnTo>
                  <a:lnTo>
                    <a:pt x="2861" y="5466"/>
                  </a:lnTo>
                  <a:lnTo>
                    <a:pt x="2788" y="5429"/>
                  </a:lnTo>
                  <a:lnTo>
                    <a:pt x="2714" y="5393"/>
                  </a:lnTo>
                  <a:close/>
                  <a:moveTo>
                    <a:pt x="4072" y="4843"/>
                  </a:moveTo>
                  <a:lnTo>
                    <a:pt x="4182" y="5026"/>
                  </a:lnTo>
                  <a:lnTo>
                    <a:pt x="4328" y="5173"/>
                  </a:lnTo>
                  <a:lnTo>
                    <a:pt x="4475" y="5209"/>
                  </a:lnTo>
                  <a:lnTo>
                    <a:pt x="4622" y="5246"/>
                  </a:lnTo>
                  <a:lnTo>
                    <a:pt x="4769" y="5246"/>
                  </a:lnTo>
                  <a:lnTo>
                    <a:pt x="4915" y="5209"/>
                  </a:lnTo>
                  <a:lnTo>
                    <a:pt x="5319" y="5576"/>
                  </a:lnTo>
                  <a:lnTo>
                    <a:pt x="6163" y="6456"/>
                  </a:lnTo>
                  <a:lnTo>
                    <a:pt x="6126" y="6530"/>
                  </a:lnTo>
                  <a:lnTo>
                    <a:pt x="6089" y="6640"/>
                  </a:lnTo>
                  <a:lnTo>
                    <a:pt x="6126" y="6787"/>
                  </a:lnTo>
                  <a:lnTo>
                    <a:pt x="6163" y="6897"/>
                  </a:lnTo>
                  <a:lnTo>
                    <a:pt x="6236" y="7007"/>
                  </a:lnTo>
                  <a:lnTo>
                    <a:pt x="6236" y="7080"/>
                  </a:lnTo>
                  <a:lnTo>
                    <a:pt x="5942" y="7410"/>
                  </a:lnTo>
                  <a:lnTo>
                    <a:pt x="5686" y="7777"/>
                  </a:lnTo>
                  <a:lnTo>
                    <a:pt x="5172" y="8511"/>
                  </a:lnTo>
                  <a:lnTo>
                    <a:pt x="4695" y="9134"/>
                  </a:lnTo>
                  <a:lnTo>
                    <a:pt x="4585" y="9061"/>
                  </a:lnTo>
                  <a:lnTo>
                    <a:pt x="4439" y="9061"/>
                  </a:lnTo>
                  <a:lnTo>
                    <a:pt x="4255" y="9098"/>
                  </a:lnTo>
                  <a:lnTo>
                    <a:pt x="4108" y="9208"/>
                  </a:lnTo>
                  <a:lnTo>
                    <a:pt x="3998" y="9354"/>
                  </a:lnTo>
                  <a:lnTo>
                    <a:pt x="3925" y="9538"/>
                  </a:lnTo>
                  <a:lnTo>
                    <a:pt x="3595" y="9501"/>
                  </a:lnTo>
                  <a:lnTo>
                    <a:pt x="2825" y="9538"/>
                  </a:lnTo>
                  <a:lnTo>
                    <a:pt x="2788" y="9354"/>
                  </a:lnTo>
                  <a:lnTo>
                    <a:pt x="2678" y="9208"/>
                  </a:lnTo>
                  <a:lnTo>
                    <a:pt x="2531" y="9098"/>
                  </a:lnTo>
                  <a:lnTo>
                    <a:pt x="2384" y="9061"/>
                  </a:lnTo>
                  <a:lnTo>
                    <a:pt x="2238" y="9061"/>
                  </a:lnTo>
                  <a:lnTo>
                    <a:pt x="2054" y="9098"/>
                  </a:lnTo>
                  <a:lnTo>
                    <a:pt x="1577" y="8437"/>
                  </a:lnTo>
                  <a:lnTo>
                    <a:pt x="1394" y="8107"/>
                  </a:lnTo>
                  <a:lnTo>
                    <a:pt x="1137" y="7777"/>
                  </a:lnTo>
                  <a:lnTo>
                    <a:pt x="1211" y="7594"/>
                  </a:lnTo>
                  <a:lnTo>
                    <a:pt x="1247" y="7447"/>
                  </a:lnTo>
                  <a:lnTo>
                    <a:pt x="1211" y="7263"/>
                  </a:lnTo>
                  <a:lnTo>
                    <a:pt x="1174" y="7117"/>
                  </a:lnTo>
                  <a:lnTo>
                    <a:pt x="1064" y="7007"/>
                  </a:lnTo>
                  <a:lnTo>
                    <a:pt x="1101" y="6933"/>
                  </a:lnTo>
                  <a:lnTo>
                    <a:pt x="1174" y="6823"/>
                  </a:lnTo>
                  <a:lnTo>
                    <a:pt x="1247" y="6640"/>
                  </a:lnTo>
                  <a:lnTo>
                    <a:pt x="1614" y="5980"/>
                  </a:lnTo>
                  <a:lnTo>
                    <a:pt x="1944" y="5356"/>
                  </a:lnTo>
                  <a:lnTo>
                    <a:pt x="2164" y="5356"/>
                  </a:lnTo>
                  <a:lnTo>
                    <a:pt x="2384" y="5283"/>
                  </a:lnTo>
                  <a:lnTo>
                    <a:pt x="2531" y="5136"/>
                  </a:lnTo>
                  <a:lnTo>
                    <a:pt x="2604" y="5063"/>
                  </a:lnTo>
                  <a:lnTo>
                    <a:pt x="2641" y="4953"/>
                  </a:lnTo>
                  <a:lnTo>
                    <a:pt x="2678" y="4916"/>
                  </a:lnTo>
                  <a:lnTo>
                    <a:pt x="3118" y="4953"/>
                  </a:lnTo>
                  <a:lnTo>
                    <a:pt x="3705" y="4916"/>
                  </a:lnTo>
                  <a:lnTo>
                    <a:pt x="4072" y="4843"/>
                  </a:lnTo>
                  <a:close/>
                  <a:moveTo>
                    <a:pt x="8877" y="7740"/>
                  </a:moveTo>
                  <a:lnTo>
                    <a:pt x="8877" y="7777"/>
                  </a:lnTo>
                  <a:lnTo>
                    <a:pt x="8877" y="7814"/>
                  </a:lnTo>
                  <a:lnTo>
                    <a:pt x="8914" y="7997"/>
                  </a:lnTo>
                  <a:lnTo>
                    <a:pt x="8914" y="8070"/>
                  </a:lnTo>
                  <a:lnTo>
                    <a:pt x="8950" y="8181"/>
                  </a:lnTo>
                  <a:lnTo>
                    <a:pt x="9391" y="8731"/>
                  </a:lnTo>
                  <a:lnTo>
                    <a:pt x="9794" y="9281"/>
                  </a:lnTo>
                  <a:lnTo>
                    <a:pt x="9941" y="9464"/>
                  </a:lnTo>
                  <a:lnTo>
                    <a:pt x="10014" y="9538"/>
                  </a:lnTo>
                  <a:lnTo>
                    <a:pt x="10124" y="9574"/>
                  </a:lnTo>
                  <a:lnTo>
                    <a:pt x="10234" y="9574"/>
                  </a:lnTo>
                  <a:lnTo>
                    <a:pt x="10308" y="9538"/>
                  </a:lnTo>
                  <a:lnTo>
                    <a:pt x="10381" y="9501"/>
                  </a:lnTo>
                  <a:lnTo>
                    <a:pt x="10418" y="9391"/>
                  </a:lnTo>
                  <a:lnTo>
                    <a:pt x="10418" y="9354"/>
                  </a:lnTo>
                  <a:lnTo>
                    <a:pt x="10418" y="9244"/>
                  </a:lnTo>
                  <a:lnTo>
                    <a:pt x="10381" y="9171"/>
                  </a:lnTo>
                  <a:lnTo>
                    <a:pt x="10308" y="9134"/>
                  </a:lnTo>
                  <a:lnTo>
                    <a:pt x="10198" y="9098"/>
                  </a:lnTo>
                  <a:lnTo>
                    <a:pt x="10088" y="8951"/>
                  </a:lnTo>
                  <a:lnTo>
                    <a:pt x="10014" y="8841"/>
                  </a:lnTo>
                  <a:lnTo>
                    <a:pt x="9647" y="8401"/>
                  </a:lnTo>
                  <a:lnTo>
                    <a:pt x="9281" y="7924"/>
                  </a:lnTo>
                  <a:lnTo>
                    <a:pt x="9207" y="7850"/>
                  </a:lnTo>
                  <a:lnTo>
                    <a:pt x="9134" y="7814"/>
                  </a:lnTo>
                  <a:lnTo>
                    <a:pt x="8950" y="7740"/>
                  </a:lnTo>
                  <a:close/>
                  <a:moveTo>
                    <a:pt x="2128" y="9721"/>
                  </a:moveTo>
                  <a:lnTo>
                    <a:pt x="2054" y="9758"/>
                  </a:lnTo>
                  <a:lnTo>
                    <a:pt x="2054" y="9721"/>
                  </a:lnTo>
                  <a:close/>
                  <a:moveTo>
                    <a:pt x="5612" y="9281"/>
                  </a:moveTo>
                  <a:lnTo>
                    <a:pt x="5576" y="9318"/>
                  </a:lnTo>
                  <a:lnTo>
                    <a:pt x="5576" y="9354"/>
                  </a:lnTo>
                  <a:lnTo>
                    <a:pt x="5576" y="9538"/>
                  </a:lnTo>
                  <a:lnTo>
                    <a:pt x="5649" y="9684"/>
                  </a:lnTo>
                  <a:lnTo>
                    <a:pt x="5796" y="9941"/>
                  </a:lnTo>
                  <a:lnTo>
                    <a:pt x="6163" y="10455"/>
                  </a:lnTo>
                  <a:lnTo>
                    <a:pt x="6456" y="10895"/>
                  </a:lnTo>
                  <a:lnTo>
                    <a:pt x="6603" y="11115"/>
                  </a:lnTo>
                  <a:lnTo>
                    <a:pt x="6823" y="11298"/>
                  </a:lnTo>
                  <a:lnTo>
                    <a:pt x="6860" y="11372"/>
                  </a:lnTo>
                  <a:lnTo>
                    <a:pt x="6970" y="11482"/>
                  </a:lnTo>
                  <a:lnTo>
                    <a:pt x="7043" y="11519"/>
                  </a:lnTo>
                  <a:lnTo>
                    <a:pt x="7116" y="11519"/>
                  </a:lnTo>
                  <a:lnTo>
                    <a:pt x="7190" y="11482"/>
                  </a:lnTo>
                  <a:lnTo>
                    <a:pt x="7226" y="11408"/>
                  </a:lnTo>
                  <a:lnTo>
                    <a:pt x="7263" y="11188"/>
                  </a:lnTo>
                  <a:lnTo>
                    <a:pt x="7226" y="11078"/>
                  </a:lnTo>
                  <a:lnTo>
                    <a:pt x="7153" y="10968"/>
                  </a:lnTo>
                  <a:lnTo>
                    <a:pt x="7080" y="10932"/>
                  </a:lnTo>
                  <a:lnTo>
                    <a:pt x="7006" y="10895"/>
                  </a:lnTo>
                  <a:lnTo>
                    <a:pt x="6933" y="10785"/>
                  </a:lnTo>
                  <a:lnTo>
                    <a:pt x="6860" y="10675"/>
                  </a:lnTo>
                  <a:lnTo>
                    <a:pt x="6713" y="10455"/>
                  </a:lnTo>
                  <a:lnTo>
                    <a:pt x="6273" y="9831"/>
                  </a:lnTo>
                  <a:lnTo>
                    <a:pt x="6016" y="9501"/>
                  </a:lnTo>
                  <a:lnTo>
                    <a:pt x="5869" y="9391"/>
                  </a:lnTo>
                  <a:lnTo>
                    <a:pt x="5722" y="9281"/>
                  </a:lnTo>
                  <a:close/>
                  <a:moveTo>
                    <a:pt x="8730" y="6970"/>
                  </a:moveTo>
                  <a:lnTo>
                    <a:pt x="8804" y="7080"/>
                  </a:lnTo>
                  <a:lnTo>
                    <a:pt x="8914" y="7153"/>
                  </a:lnTo>
                  <a:lnTo>
                    <a:pt x="8987" y="7227"/>
                  </a:lnTo>
                  <a:lnTo>
                    <a:pt x="9097" y="7263"/>
                  </a:lnTo>
                  <a:lnTo>
                    <a:pt x="9391" y="7227"/>
                  </a:lnTo>
                  <a:lnTo>
                    <a:pt x="9501" y="7263"/>
                  </a:lnTo>
                  <a:lnTo>
                    <a:pt x="9574" y="7300"/>
                  </a:lnTo>
                  <a:lnTo>
                    <a:pt x="9721" y="7557"/>
                  </a:lnTo>
                  <a:lnTo>
                    <a:pt x="9867" y="7814"/>
                  </a:lnTo>
                  <a:lnTo>
                    <a:pt x="10234" y="8364"/>
                  </a:lnTo>
                  <a:lnTo>
                    <a:pt x="10711" y="9098"/>
                  </a:lnTo>
                  <a:lnTo>
                    <a:pt x="10638" y="9281"/>
                  </a:lnTo>
                  <a:lnTo>
                    <a:pt x="10601" y="9428"/>
                  </a:lnTo>
                  <a:lnTo>
                    <a:pt x="10564" y="9758"/>
                  </a:lnTo>
                  <a:lnTo>
                    <a:pt x="10528" y="9941"/>
                  </a:lnTo>
                  <a:lnTo>
                    <a:pt x="10528" y="10125"/>
                  </a:lnTo>
                  <a:lnTo>
                    <a:pt x="10528" y="10235"/>
                  </a:lnTo>
                  <a:lnTo>
                    <a:pt x="10564" y="10271"/>
                  </a:lnTo>
                  <a:lnTo>
                    <a:pt x="10344" y="10638"/>
                  </a:lnTo>
                  <a:lnTo>
                    <a:pt x="9794" y="11555"/>
                  </a:lnTo>
                  <a:lnTo>
                    <a:pt x="9684" y="11519"/>
                  </a:lnTo>
                  <a:lnTo>
                    <a:pt x="9537" y="11519"/>
                  </a:lnTo>
                  <a:lnTo>
                    <a:pt x="9391" y="11555"/>
                  </a:lnTo>
                  <a:lnTo>
                    <a:pt x="9281" y="11629"/>
                  </a:lnTo>
                  <a:lnTo>
                    <a:pt x="9170" y="11702"/>
                  </a:lnTo>
                  <a:lnTo>
                    <a:pt x="9097" y="11812"/>
                  </a:lnTo>
                  <a:lnTo>
                    <a:pt x="9024" y="11922"/>
                  </a:lnTo>
                  <a:lnTo>
                    <a:pt x="8987" y="12032"/>
                  </a:lnTo>
                  <a:lnTo>
                    <a:pt x="8400" y="12069"/>
                  </a:lnTo>
                  <a:lnTo>
                    <a:pt x="7483" y="12142"/>
                  </a:lnTo>
                  <a:lnTo>
                    <a:pt x="7006" y="12142"/>
                  </a:lnTo>
                  <a:lnTo>
                    <a:pt x="6970" y="11959"/>
                  </a:lnTo>
                  <a:lnTo>
                    <a:pt x="6823" y="11775"/>
                  </a:lnTo>
                  <a:lnTo>
                    <a:pt x="6749" y="11739"/>
                  </a:lnTo>
                  <a:lnTo>
                    <a:pt x="6676" y="11702"/>
                  </a:lnTo>
                  <a:lnTo>
                    <a:pt x="6493" y="11665"/>
                  </a:lnTo>
                  <a:lnTo>
                    <a:pt x="6419" y="11629"/>
                  </a:lnTo>
                  <a:lnTo>
                    <a:pt x="6346" y="11665"/>
                  </a:lnTo>
                  <a:lnTo>
                    <a:pt x="6273" y="11739"/>
                  </a:lnTo>
                  <a:lnTo>
                    <a:pt x="6199" y="11739"/>
                  </a:lnTo>
                  <a:lnTo>
                    <a:pt x="5979" y="11225"/>
                  </a:lnTo>
                  <a:lnTo>
                    <a:pt x="5722" y="10712"/>
                  </a:lnTo>
                  <a:lnTo>
                    <a:pt x="5466" y="10308"/>
                  </a:lnTo>
                  <a:lnTo>
                    <a:pt x="5172" y="9868"/>
                  </a:lnTo>
                  <a:lnTo>
                    <a:pt x="5209" y="9758"/>
                  </a:lnTo>
                  <a:lnTo>
                    <a:pt x="5246" y="9648"/>
                  </a:lnTo>
                  <a:lnTo>
                    <a:pt x="5246" y="9501"/>
                  </a:lnTo>
                  <a:lnTo>
                    <a:pt x="5209" y="9391"/>
                  </a:lnTo>
                  <a:lnTo>
                    <a:pt x="5135" y="9318"/>
                  </a:lnTo>
                  <a:lnTo>
                    <a:pt x="5099" y="9318"/>
                  </a:lnTo>
                  <a:lnTo>
                    <a:pt x="5209" y="9171"/>
                  </a:lnTo>
                  <a:lnTo>
                    <a:pt x="5759" y="8401"/>
                  </a:lnTo>
                  <a:lnTo>
                    <a:pt x="6163" y="7850"/>
                  </a:lnTo>
                  <a:lnTo>
                    <a:pt x="6383" y="7594"/>
                  </a:lnTo>
                  <a:lnTo>
                    <a:pt x="6529" y="7300"/>
                  </a:lnTo>
                  <a:lnTo>
                    <a:pt x="6676" y="7337"/>
                  </a:lnTo>
                  <a:lnTo>
                    <a:pt x="6933" y="7337"/>
                  </a:lnTo>
                  <a:lnTo>
                    <a:pt x="7080" y="7300"/>
                  </a:lnTo>
                  <a:lnTo>
                    <a:pt x="7190" y="7263"/>
                  </a:lnTo>
                  <a:lnTo>
                    <a:pt x="7300" y="7153"/>
                  </a:lnTo>
                  <a:lnTo>
                    <a:pt x="7410" y="7080"/>
                  </a:lnTo>
                  <a:lnTo>
                    <a:pt x="7483" y="6970"/>
                  </a:lnTo>
                  <a:close/>
                  <a:moveTo>
                    <a:pt x="4769" y="1"/>
                  </a:moveTo>
                  <a:lnTo>
                    <a:pt x="4769" y="37"/>
                  </a:lnTo>
                  <a:lnTo>
                    <a:pt x="4805" y="184"/>
                  </a:lnTo>
                  <a:lnTo>
                    <a:pt x="4879" y="294"/>
                  </a:lnTo>
                  <a:lnTo>
                    <a:pt x="4989" y="367"/>
                  </a:lnTo>
                  <a:lnTo>
                    <a:pt x="5099" y="404"/>
                  </a:lnTo>
                  <a:lnTo>
                    <a:pt x="5172" y="551"/>
                  </a:lnTo>
                  <a:lnTo>
                    <a:pt x="5282" y="697"/>
                  </a:lnTo>
                  <a:lnTo>
                    <a:pt x="5466" y="991"/>
                  </a:lnTo>
                  <a:lnTo>
                    <a:pt x="5539" y="1101"/>
                  </a:lnTo>
                  <a:lnTo>
                    <a:pt x="5466" y="1284"/>
                  </a:lnTo>
                  <a:lnTo>
                    <a:pt x="5466" y="1468"/>
                  </a:lnTo>
                  <a:lnTo>
                    <a:pt x="5539" y="1688"/>
                  </a:lnTo>
                  <a:lnTo>
                    <a:pt x="5649" y="1835"/>
                  </a:lnTo>
                  <a:lnTo>
                    <a:pt x="5722" y="1908"/>
                  </a:lnTo>
                  <a:lnTo>
                    <a:pt x="5356" y="2605"/>
                  </a:lnTo>
                  <a:lnTo>
                    <a:pt x="4879" y="3595"/>
                  </a:lnTo>
                  <a:lnTo>
                    <a:pt x="4769" y="3852"/>
                  </a:lnTo>
                  <a:lnTo>
                    <a:pt x="4622" y="4072"/>
                  </a:lnTo>
                  <a:lnTo>
                    <a:pt x="4402" y="4072"/>
                  </a:lnTo>
                  <a:lnTo>
                    <a:pt x="4292" y="4109"/>
                  </a:lnTo>
                  <a:lnTo>
                    <a:pt x="4182" y="4182"/>
                  </a:lnTo>
                  <a:lnTo>
                    <a:pt x="4108" y="4292"/>
                  </a:lnTo>
                  <a:lnTo>
                    <a:pt x="4072" y="4402"/>
                  </a:lnTo>
                  <a:lnTo>
                    <a:pt x="3485" y="4476"/>
                  </a:lnTo>
                  <a:lnTo>
                    <a:pt x="3045" y="4512"/>
                  </a:lnTo>
                  <a:lnTo>
                    <a:pt x="2678" y="4549"/>
                  </a:lnTo>
                  <a:lnTo>
                    <a:pt x="2568" y="4366"/>
                  </a:lnTo>
                  <a:lnTo>
                    <a:pt x="2458" y="4219"/>
                  </a:lnTo>
                  <a:lnTo>
                    <a:pt x="2274" y="4146"/>
                  </a:lnTo>
                  <a:lnTo>
                    <a:pt x="2091" y="4109"/>
                  </a:lnTo>
                  <a:lnTo>
                    <a:pt x="1907" y="4109"/>
                  </a:lnTo>
                  <a:lnTo>
                    <a:pt x="1797" y="4182"/>
                  </a:lnTo>
                  <a:lnTo>
                    <a:pt x="1651" y="4292"/>
                  </a:lnTo>
                  <a:lnTo>
                    <a:pt x="1577" y="4402"/>
                  </a:lnTo>
                  <a:lnTo>
                    <a:pt x="1504" y="4512"/>
                  </a:lnTo>
                  <a:lnTo>
                    <a:pt x="1504" y="4622"/>
                  </a:lnTo>
                  <a:lnTo>
                    <a:pt x="1431" y="4769"/>
                  </a:lnTo>
                  <a:lnTo>
                    <a:pt x="1431" y="4953"/>
                  </a:lnTo>
                  <a:lnTo>
                    <a:pt x="1467" y="5099"/>
                  </a:lnTo>
                  <a:lnTo>
                    <a:pt x="1504" y="5173"/>
                  </a:lnTo>
                  <a:lnTo>
                    <a:pt x="1504" y="5209"/>
                  </a:lnTo>
                  <a:lnTo>
                    <a:pt x="1247" y="5760"/>
                  </a:lnTo>
                  <a:lnTo>
                    <a:pt x="880" y="6420"/>
                  </a:lnTo>
                  <a:lnTo>
                    <a:pt x="770" y="6640"/>
                  </a:lnTo>
                  <a:lnTo>
                    <a:pt x="770" y="6713"/>
                  </a:lnTo>
                  <a:lnTo>
                    <a:pt x="734" y="6823"/>
                  </a:lnTo>
                  <a:lnTo>
                    <a:pt x="734" y="6787"/>
                  </a:lnTo>
                  <a:lnTo>
                    <a:pt x="624" y="6787"/>
                  </a:lnTo>
                  <a:lnTo>
                    <a:pt x="550" y="6823"/>
                  </a:lnTo>
                  <a:lnTo>
                    <a:pt x="404" y="6933"/>
                  </a:lnTo>
                  <a:lnTo>
                    <a:pt x="330" y="6970"/>
                  </a:lnTo>
                  <a:lnTo>
                    <a:pt x="257" y="7007"/>
                  </a:lnTo>
                  <a:lnTo>
                    <a:pt x="183" y="7117"/>
                  </a:lnTo>
                  <a:lnTo>
                    <a:pt x="110" y="7227"/>
                  </a:lnTo>
                  <a:lnTo>
                    <a:pt x="110" y="7447"/>
                  </a:lnTo>
                  <a:lnTo>
                    <a:pt x="0" y="7777"/>
                  </a:lnTo>
                  <a:lnTo>
                    <a:pt x="37" y="7850"/>
                  </a:lnTo>
                  <a:lnTo>
                    <a:pt x="73" y="7887"/>
                  </a:lnTo>
                  <a:lnTo>
                    <a:pt x="110" y="7960"/>
                  </a:lnTo>
                  <a:lnTo>
                    <a:pt x="183" y="7960"/>
                  </a:lnTo>
                  <a:lnTo>
                    <a:pt x="367" y="8034"/>
                  </a:lnTo>
                  <a:lnTo>
                    <a:pt x="660" y="8034"/>
                  </a:lnTo>
                  <a:lnTo>
                    <a:pt x="660" y="7997"/>
                  </a:lnTo>
                  <a:lnTo>
                    <a:pt x="770" y="7997"/>
                  </a:lnTo>
                  <a:lnTo>
                    <a:pt x="880" y="8181"/>
                  </a:lnTo>
                  <a:lnTo>
                    <a:pt x="990" y="8364"/>
                  </a:lnTo>
                  <a:lnTo>
                    <a:pt x="1211" y="8657"/>
                  </a:lnTo>
                  <a:lnTo>
                    <a:pt x="1651" y="9281"/>
                  </a:lnTo>
                  <a:lnTo>
                    <a:pt x="1687" y="9354"/>
                  </a:lnTo>
                  <a:lnTo>
                    <a:pt x="1651" y="9501"/>
                  </a:lnTo>
                  <a:lnTo>
                    <a:pt x="1614" y="9648"/>
                  </a:lnTo>
                  <a:lnTo>
                    <a:pt x="1577" y="9831"/>
                  </a:lnTo>
                  <a:lnTo>
                    <a:pt x="1577" y="9941"/>
                  </a:lnTo>
                  <a:lnTo>
                    <a:pt x="1614" y="10051"/>
                  </a:lnTo>
                  <a:lnTo>
                    <a:pt x="1541" y="10235"/>
                  </a:lnTo>
                  <a:lnTo>
                    <a:pt x="1431" y="10418"/>
                  </a:lnTo>
                  <a:lnTo>
                    <a:pt x="1357" y="10601"/>
                  </a:lnTo>
                  <a:lnTo>
                    <a:pt x="1211" y="10785"/>
                  </a:lnTo>
                  <a:lnTo>
                    <a:pt x="1137" y="10858"/>
                  </a:lnTo>
                  <a:lnTo>
                    <a:pt x="1137" y="10968"/>
                  </a:lnTo>
                  <a:lnTo>
                    <a:pt x="1174" y="11078"/>
                  </a:lnTo>
                  <a:lnTo>
                    <a:pt x="1247" y="11152"/>
                  </a:lnTo>
                  <a:lnTo>
                    <a:pt x="1357" y="11188"/>
                  </a:lnTo>
                  <a:lnTo>
                    <a:pt x="1467" y="11152"/>
                  </a:lnTo>
                  <a:lnTo>
                    <a:pt x="1541" y="11078"/>
                  </a:lnTo>
                  <a:lnTo>
                    <a:pt x="1577" y="10968"/>
                  </a:lnTo>
                  <a:lnTo>
                    <a:pt x="1614" y="10932"/>
                  </a:lnTo>
                  <a:lnTo>
                    <a:pt x="1687" y="10822"/>
                  </a:lnTo>
                  <a:lnTo>
                    <a:pt x="1761" y="10638"/>
                  </a:lnTo>
                  <a:lnTo>
                    <a:pt x="1834" y="10491"/>
                  </a:lnTo>
                  <a:lnTo>
                    <a:pt x="1907" y="10198"/>
                  </a:lnTo>
                  <a:lnTo>
                    <a:pt x="2164" y="10198"/>
                  </a:lnTo>
                  <a:lnTo>
                    <a:pt x="2348" y="10161"/>
                  </a:lnTo>
                  <a:lnTo>
                    <a:pt x="2494" y="10088"/>
                  </a:lnTo>
                  <a:lnTo>
                    <a:pt x="2641" y="10015"/>
                  </a:lnTo>
                  <a:lnTo>
                    <a:pt x="2714" y="9905"/>
                  </a:lnTo>
                  <a:lnTo>
                    <a:pt x="3338" y="9905"/>
                  </a:lnTo>
                  <a:lnTo>
                    <a:pt x="3998" y="9941"/>
                  </a:lnTo>
                  <a:lnTo>
                    <a:pt x="4035" y="10051"/>
                  </a:lnTo>
                  <a:lnTo>
                    <a:pt x="4072" y="10088"/>
                  </a:lnTo>
                  <a:lnTo>
                    <a:pt x="4145" y="10161"/>
                  </a:lnTo>
                  <a:lnTo>
                    <a:pt x="4292" y="10235"/>
                  </a:lnTo>
                  <a:lnTo>
                    <a:pt x="4439" y="10308"/>
                  </a:lnTo>
                  <a:lnTo>
                    <a:pt x="4622" y="10308"/>
                  </a:lnTo>
                  <a:lnTo>
                    <a:pt x="4805" y="10271"/>
                  </a:lnTo>
                  <a:lnTo>
                    <a:pt x="4879" y="10235"/>
                  </a:lnTo>
                  <a:lnTo>
                    <a:pt x="5282" y="10822"/>
                  </a:lnTo>
                  <a:lnTo>
                    <a:pt x="5429" y="11115"/>
                  </a:lnTo>
                  <a:lnTo>
                    <a:pt x="5576" y="11408"/>
                  </a:lnTo>
                  <a:lnTo>
                    <a:pt x="5796" y="11995"/>
                  </a:lnTo>
                  <a:lnTo>
                    <a:pt x="5759" y="12105"/>
                  </a:lnTo>
                  <a:lnTo>
                    <a:pt x="5759" y="12215"/>
                  </a:lnTo>
                  <a:lnTo>
                    <a:pt x="5759" y="12362"/>
                  </a:lnTo>
                  <a:lnTo>
                    <a:pt x="5759" y="12472"/>
                  </a:lnTo>
                  <a:lnTo>
                    <a:pt x="5759" y="12509"/>
                  </a:lnTo>
                  <a:lnTo>
                    <a:pt x="5722" y="12619"/>
                  </a:lnTo>
                  <a:lnTo>
                    <a:pt x="5722" y="12692"/>
                  </a:lnTo>
                  <a:lnTo>
                    <a:pt x="5759" y="12766"/>
                  </a:lnTo>
                  <a:lnTo>
                    <a:pt x="5979" y="12876"/>
                  </a:lnTo>
                  <a:lnTo>
                    <a:pt x="5759" y="13169"/>
                  </a:lnTo>
                  <a:lnTo>
                    <a:pt x="5612" y="13463"/>
                  </a:lnTo>
                  <a:lnTo>
                    <a:pt x="5502" y="13793"/>
                  </a:lnTo>
                  <a:lnTo>
                    <a:pt x="5429" y="14123"/>
                  </a:lnTo>
                  <a:lnTo>
                    <a:pt x="5392" y="14196"/>
                  </a:lnTo>
                  <a:lnTo>
                    <a:pt x="5429" y="14270"/>
                  </a:lnTo>
                  <a:lnTo>
                    <a:pt x="5502" y="14343"/>
                  </a:lnTo>
                  <a:lnTo>
                    <a:pt x="5576" y="14380"/>
                  </a:lnTo>
                  <a:lnTo>
                    <a:pt x="5649" y="14416"/>
                  </a:lnTo>
                  <a:lnTo>
                    <a:pt x="5722" y="14416"/>
                  </a:lnTo>
                  <a:lnTo>
                    <a:pt x="5759" y="14380"/>
                  </a:lnTo>
                  <a:lnTo>
                    <a:pt x="5832" y="14306"/>
                  </a:lnTo>
                  <a:lnTo>
                    <a:pt x="5832" y="14233"/>
                  </a:lnTo>
                  <a:lnTo>
                    <a:pt x="5869" y="14086"/>
                  </a:lnTo>
                  <a:lnTo>
                    <a:pt x="5979" y="13793"/>
                  </a:lnTo>
                  <a:lnTo>
                    <a:pt x="6089" y="13463"/>
                  </a:lnTo>
                  <a:lnTo>
                    <a:pt x="6309" y="13022"/>
                  </a:lnTo>
                  <a:lnTo>
                    <a:pt x="6566" y="13022"/>
                  </a:lnTo>
                  <a:lnTo>
                    <a:pt x="6713" y="12986"/>
                  </a:lnTo>
                  <a:lnTo>
                    <a:pt x="6786" y="12876"/>
                  </a:lnTo>
                  <a:lnTo>
                    <a:pt x="6860" y="12582"/>
                  </a:lnTo>
                  <a:lnTo>
                    <a:pt x="7593" y="12582"/>
                  </a:lnTo>
                  <a:lnTo>
                    <a:pt x="8253" y="12546"/>
                  </a:lnTo>
                  <a:lnTo>
                    <a:pt x="8914" y="12509"/>
                  </a:lnTo>
                  <a:lnTo>
                    <a:pt x="8950" y="12509"/>
                  </a:lnTo>
                  <a:lnTo>
                    <a:pt x="8950" y="12619"/>
                  </a:lnTo>
                  <a:lnTo>
                    <a:pt x="9024" y="12692"/>
                  </a:lnTo>
                  <a:lnTo>
                    <a:pt x="9170" y="12802"/>
                  </a:lnTo>
                  <a:lnTo>
                    <a:pt x="9354" y="12876"/>
                  </a:lnTo>
                  <a:lnTo>
                    <a:pt x="9537" y="12912"/>
                  </a:lnTo>
                  <a:lnTo>
                    <a:pt x="9647" y="13279"/>
                  </a:lnTo>
                  <a:lnTo>
                    <a:pt x="9794" y="13829"/>
                  </a:lnTo>
                  <a:lnTo>
                    <a:pt x="9904" y="14050"/>
                  </a:lnTo>
                  <a:lnTo>
                    <a:pt x="9977" y="14160"/>
                  </a:lnTo>
                  <a:lnTo>
                    <a:pt x="10051" y="14270"/>
                  </a:lnTo>
                  <a:lnTo>
                    <a:pt x="10198" y="14270"/>
                  </a:lnTo>
                  <a:lnTo>
                    <a:pt x="10271" y="14233"/>
                  </a:lnTo>
                  <a:lnTo>
                    <a:pt x="10308" y="14160"/>
                  </a:lnTo>
                  <a:lnTo>
                    <a:pt x="10308" y="14013"/>
                  </a:lnTo>
                  <a:lnTo>
                    <a:pt x="10308" y="13903"/>
                  </a:lnTo>
                  <a:lnTo>
                    <a:pt x="10198" y="13609"/>
                  </a:lnTo>
                  <a:lnTo>
                    <a:pt x="9977" y="12949"/>
                  </a:lnTo>
                  <a:lnTo>
                    <a:pt x="9904" y="12729"/>
                  </a:lnTo>
                  <a:lnTo>
                    <a:pt x="9977" y="12619"/>
                  </a:lnTo>
                  <a:lnTo>
                    <a:pt x="10088" y="12399"/>
                  </a:lnTo>
                  <a:lnTo>
                    <a:pt x="10124" y="12215"/>
                  </a:lnTo>
                  <a:lnTo>
                    <a:pt x="10161" y="12032"/>
                  </a:lnTo>
                  <a:lnTo>
                    <a:pt x="10161" y="11885"/>
                  </a:lnTo>
                  <a:lnTo>
                    <a:pt x="10124" y="11849"/>
                  </a:lnTo>
                  <a:lnTo>
                    <a:pt x="10601" y="11042"/>
                  </a:lnTo>
                  <a:lnTo>
                    <a:pt x="11115" y="10235"/>
                  </a:lnTo>
                  <a:lnTo>
                    <a:pt x="11371" y="10088"/>
                  </a:lnTo>
                  <a:lnTo>
                    <a:pt x="11518" y="9978"/>
                  </a:lnTo>
                  <a:lnTo>
                    <a:pt x="11628" y="9868"/>
                  </a:lnTo>
                  <a:lnTo>
                    <a:pt x="11665" y="9831"/>
                  </a:lnTo>
                  <a:lnTo>
                    <a:pt x="11738" y="9758"/>
                  </a:lnTo>
                  <a:lnTo>
                    <a:pt x="11812" y="9611"/>
                  </a:lnTo>
                  <a:lnTo>
                    <a:pt x="11885" y="9464"/>
                  </a:lnTo>
                  <a:lnTo>
                    <a:pt x="12068" y="9501"/>
                  </a:lnTo>
                  <a:lnTo>
                    <a:pt x="12288" y="9501"/>
                  </a:lnTo>
                  <a:lnTo>
                    <a:pt x="12875" y="9538"/>
                  </a:lnTo>
                  <a:lnTo>
                    <a:pt x="13426" y="9501"/>
                  </a:lnTo>
                  <a:lnTo>
                    <a:pt x="13499" y="9501"/>
                  </a:lnTo>
                  <a:lnTo>
                    <a:pt x="13572" y="9464"/>
                  </a:lnTo>
                  <a:lnTo>
                    <a:pt x="13646" y="9391"/>
                  </a:lnTo>
                  <a:lnTo>
                    <a:pt x="13646" y="9318"/>
                  </a:lnTo>
                  <a:lnTo>
                    <a:pt x="13682" y="9244"/>
                  </a:lnTo>
                  <a:lnTo>
                    <a:pt x="13646" y="9171"/>
                  </a:lnTo>
                  <a:lnTo>
                    <a:pt x="13609" y="9098"/>
                  </a:lnTo>
                  <a:lnTo>
                    <a:pt x="13536" y="9024"/>
                  </a:lnTo>
                  <a:lnTo>
                    <a:pt x="13426" y="9024"/>
                  </a:lnTo>
                  <a:lnTo>
                    <a:pt x="13059" y="8988"/>
                  </a:lnTo>
                  <a:lnTo>
                    <a:pt x="12655" y="8988"/>
                  </a:lnTo>
                  <a:lnTo>
                    <a:pt x="11885" y="9024"/>
                  </a:lnTo>
                  <a:lnTo>
                    <a:pt x="11812" y="8951"/>
                  </a:lnTo>
                  <a:lnTo>
                    <a:pt x="11738" y="8877"/>
                  </a:lnTo>
                  <a:lnTo>
                    <a:pt x="11518" y="8767"/>
                  </a:lnTo>
                  <a:lnTo>
                    <a:pt x="11445" y="8767"/>
                  </a:lnTo>
                  <a:lnTo>
                    <a:pt x="11335" y="8804"/>
                  </a:lnTo>
                  <a:lnTo>
                    <a:pt x="11225" y="8767"/>
                  </a:lnTo>
                  <a:lnTo>
                    <a:pt x="11078" y="8804"/>
                  </a:lnTo>
                  <a:lnTo>
                    <a:pt x="10638" y="8107"/>
                  </a:lnTo>
                  <a:lnTo>
                    <a:pt x="10271" y="7594"/>
                  </a:lnTo>
                  <a:lnTo>
                    <a:pt x="10088" y="7300"/>
                  </a:lnTo>
                  <a:lnTo>
                    <a:pt x="9904" y="7080"/>
                  </a:lnTo>
                  <a:lnTo>
                    <a:pt x="9977" y="6970"/>
                  </a:lnTo>
                  <a:lnTo>
                    <a:pt x="10051" y="6823"/>
                  </a:lnTo>
                  <a:lnTo>
                    <a:pt x="10088" y="6713"/>
                  </a:lnTo>
                  <a:lnTo>
                    <a:pt x="10124" y="6567"/>
                  </a:lnTo>
                  <a:lnTo>
                    <a:pt x="10088" y="6493"/>
                  </a:lnTo>
                  <a:lnTo>
                    <a:pt x="10051" y="6456"/>
                  </a:lnTo>
                  <a:lnTo>
                    <a:pt x="9941" y="6456"/>
                  </a:lnTo>
                  <a:lnTo>
                    <a:pt x="10124" y="6236"/>
                  </a:lnTo>
                  <a:lnTo>
                    <a:pt x="10308" y="5980"/>
                  </a:lnTo>
                  <a:lnTo>
                    <a:pt x="10638" y="5503"/>
                  </a:lnTo>
                  <a:lnTo>
                    <a:pt x="11005" y="4953"/>
                  </a:lnTo>
                  <a:lnTo>
                    <a:pt x="11078" y="4953"/>
                  </a:lnTo>
                  <a:lnTo>
                    <a:pt x="11151" y="4916"/>
                  </a:lnTo>
                  <a:lnTo>
                    <a:pt x="11225" y="4843"/>
                  </a:lnTo>
                  <a:lnTo>
                    <a:pt x="11298" y="4769"/>
                  </a:lnTo>
                  <a:lnTo>
                    <a:pt x="11518" y="4586"/>
                  </a:lnTo>
                  <a:lnTo>
                    <a:pt x="11591" y="4476"/>
                  </a:lnTo>
                  <a:lnTo>
                    <a:pt x="11665" y="4366"/>
                  </a:lnTo>
                  <a:lnTo>
                    <a:pt x="11702" y="4256"/>
                  </a:lnTo>
                  <a:lnTo>
                    <a:pt x="11702" y="4146"/>
                  </a:lnTo>
                  <a:lnTo>
                    <a:pt x="11665" y="3999"/>
                  </a:lnTo>
                  <a:lnTo>
                    <a:pt x="11591" y="3889"/>
                  </a:lnTo>
                  <a:lnTo>
                    <a:pt x="11518" y="3779"/>
                  </a:lnTo>
                  <a:lnTo>
                    <a:pt x="11408" y="3742"/>
                  </a:lnTo>
                  <a:lnTo>
                    <a:pt x="11298" y="3705"/>
                  </a:lnTo>
                  <a:lnTo>
                    <a:pt x="11151" y="3669"/>
                  </a:lnTo>
                  <a:lnTo>
                    <a:pt x="10931" y="3192"/>
                  </a:lnTo>
                  <a:lnTo>
                    <a:pt x="10674" y="2752"/>
                  </a:lnTo>
                  <a:lnTo>
                    <a:pt x="10344" y="2091"/>
                  </a:lnTo>
                  <a:lnTo>
                    <a:pt x="10124" y="1725"/>
                  </a:lnTo>
                  <a:lnTo>
                    <a:pt x="9904" y="1431"/>
                  </a:lnTo>
                  <a:lnTo>
                    <a:pt x="9941" y="1284"/>
                  </a:lnTo>
                  <a:lnTo>
                    <a:pt x="9941" y="1211"/>
                  </a:lnTo>
                  <a:lnTo>
                    <a:pt x="9977" y="1064"/>
                  </a:lnTo>
                  <a:lnTo>
                    <a:pt x="9941" y="954"/>
                  </a:lnTo>
                  <a:lnTo>
                    <a:pt x="9904" y="844"/>
                  </a:lnTo>
                  <a:lnTo>
                    <a:pt x="9831" y="697"/>
                  </a:lnTo>
                  <a:lnTo>
                    <a:pt x="9721" y="587"/>
                  </a:lnTo>
                  <a:lnTo>
                    <a:pt x="9574" y="514"/>
                  </a:lnTo>
                  <a:lnTo>
                    <a:pt x="9427" y="477"/>
                  </a:lnTo>
                  <a:lnTo>
                    <a:pt x="9244" y="514"/>
                  </a:lnTo>
                  <a:lnTo>
                    <a:pt x="9097" y="551"/>
                  </a:lnTo>
                  <a:lnTo>
                    <a:pt x="8987" y="661"/>
                  </a:lnTo>
                  <a:lnTo>
                    <a:pt x="8914" y="808"/>
                  </a:lnTo>
                  <a:lnTo>
                    <a:pt x="8877" y="954"/>
                  </a:lnTo>
                  <a:lnTo>
                    <a:pt x="8840" y="1028"/>
                  </a:lnTo>
                  <a:lnTo>
                    <a:pt x="7887" y="1101"/>
                  </a:lnTo>
                  <a:lnTo>
                    <a:pt x="7080" y="1174"/>
                  </a:lnTo>
                  <a:lnTo>
                    <a:pt x="6933" y="1174"/>
                  </a:lnTo>
                  <a:lnTo>
                    <a:pt x="6860" y="1064"/>
                  </a:lnTo>
                  <a:lnTo>
                    <a:pt x="6749" y="918"/>
                  </a:lnTo>
                  <a:lnTo>
                    <a:pt x="6713" y="881"/>
                  </a:lnTo>
                  <a:lnTo>
                    <a:pt x="6639" y="808"/>
                  </a:lnTo>
                  <a:lnTo>
                    <a:pt x="6529" y="771"/>
                  </a:lnTo>
                  <a:lnTo>
                    <a:pt x="6456" y="771"/>
                  </a:lnTo>
                  <a:lnTo>
                    <a:pt x="6383" y="808"/>
                  </a:lnTo>
                  <a:lnTo>
                    <a:pt x="5942" y="808"/>
                  </a:lnTo>
                  <a:lnTo>
                    <a:pt x="5686" y="477"/>
                  </a:lnTo>
                  <a:lnTo>
                    <a:pt x="5576" y="294"/>
                  </a:lnTo>
                  <a:lnTo>
                    <a:pt x="5466" y="111"/>
                  </a:lnTo>
                  <a:lnTo>
                    <a:pt x="5429" y="37"/>
                  </a:lnTo>
                  <a:lnTo>
                    <a:pt x="5356" y="1"/>
                  </a:lnTo>
                  <a:lnTo>
                    <a:pt x="5209" y="1"/>
                  </a:lnTo>
                  <a:lnTo>
                    <a:pt x="5025" y="37"/>
                  </a:lnTo>
                  <a:lnTo>
                    <a:pt x="4915" y="1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2" name="Google Shape;308;p5">
              <a:extLst>
                <a:ext uri="{FF2B5EF4-FFF2-40B4-BE49-F238E27FC236}">
                  <a16:creationId xmlns:a16="http://schemas.microsoft.com/office/drawing/2014/main" id="{F99E90CC-0673-4777-A179-0C33D6DD9A46}"/>
                </a:ext>
              </a:extLst>
            </p:cNvPr>
            <p:cNvSpPr/>
            <p:nvPr/>
          </p:nvSpPr>
          <p:spPr>
            <a:xfrm>
              <a:off x="6789450" y="3384325"/>
              <a:ext cx="262300" cy="186175"/>
            </a:xfrm>
            <a:custGeom>
              <a:avLst/>
              <a:gdLst/>
              <a:ahLst/>
              <a:cxnLst/>
              <a:rect l="l" t="t" r="r" b="b"/>
              <a:pathLst>
                <a:path w="10492" h="7447" extrusionOk="0">
                  <a:moveTo>
                    <a:pt x="7300" y="1761"/>
                  </a:moveTo>
                  <a:lnTo>
                    <a:pt x="7117" y="1797"/>
                  </a:lnTo>
                  <a:lnTo>
                    <a:pt x="6897" y="1834"/>
                  </a:lnTo>
                  <a:lnTo>
                    <a:pt x="6713" y="1907"/>
                  </a:lnTo>
                  <a:lnTo>
                    <a:pt x="6530" y="2017"/>
                  </a:lnTo>
                  <a:lnTo>
                    <a:pt x="6383" y="2128"/>
                  </a:lnTo>
                  <a:lnTo>
                    <a:pt x="6273" y="2274"/>
                  </a:lnTo>
                  <a:lnTo>
                    <a:pt x="6200" y="2458"/>
                  </a:lnTo>
                  <a:lnTo>
                    <a:pt x="6200" y="2531"/>
                  </a:lnTo>
                  <a:lnTo>
                    <a:pt x="6237" y="2604"/>
                  </a:lnTo>
                  <a:lnTo>
                    <a:pt x="6310" y="2641"/>
                  </a:lnTo>
                  <a:lnTo>
                    <a:pt x="6383" y="2641"/>
                  </a:lnTo>
                  <a:lnTo>
                    <a:pt x="6530" y="2604"/>
                  </a:lnTo>
                  <a:lnTo>
                    <a:pt x="6640" y="2531"/>
                  </a:lnTo>
                  <a:lnTo>
                    <a:pt x="6860" y="2384"/>
                  </a:lnTo>
                  <a:lnTo>
                    <a:pt x="7007" y="2348"/>
                  </a:lnTo>
                  <a:lnTo>
                    <a:pt x="7154" y="2274"/>
                  </a:lnTo>
                  <a:lnTo>
                    <a:pt x="7484" y="2274"/>
                  </a:lnTo>
                  <a:lnTo>
                    <a:pt x="7667" y="2311"/>
                  </a:lnTo>
                  <a:lnTo>
                    <a:pt x="7851" y="2384"/>
                  </a:lnTo>
                  <a:lnTo>
                    <a:pt x="7924" y="2458"/>
                  </a:lnTo>
                  <a:lnTo>
                    <a:pt x="7961" y="2531"/>
                  </a:lnTo>
                  <a:lnTo>
                    <a:pt x="7997" y="2641"/>
                  </a:lnTo>
                  <a:lnTo>
                    <a:pt x="7997" y="2751"/>
                  </a:lnTo>
                  <a:lnTo>
                    <a:pt x="7961" y="2898"/>
                  </a:lnTo>
                  <a:lnTo>
                    <a:pt x="7887" y="3045"/>
                  </a:lnTo>
                  <a:lnTo>
                    <a:pt x="7667" y="3338"/>
                  </a:lnTo>
                  <a:lnTo>
                    <a:pt x="7190" y="3998"/>
                  </a:lnTo>
                  <a:lnTo>
                    <a:pt x="6713" y="4622"/>
                  </a:lnTo>
                  <a:lnTo>
                    <a:pt x="5686" y="5869"/>
                  </a:lnTo>
                  <a:lnTo>
                    <a:pt x="5613" y="6016"/>
                  </a:lnTo>
                  <a:lnTo>
                    <a:pt x="5650" y="6162"/>
                  </a:lnTo>
                  <a:lnTo>
                    <a:pt x="5686" y="6236"/>
                  </a:lnTo>
                  <a:lnTo>
                    <a:pt x="5723" y="6273"/>
                  </a:lnTo>
                  <a:lnTo>
                    <a:pt x="5796" y="6309"/>
                  </a:lnTo>
                  <a:lnTo>
                    <a:pt x="5870" y="6309"/>
                  </a:lnTo>
                  <a:lnTo>
                    <a:pt x="6567" y="6273"/>
                  </a:lnTo>
                  <a:lnTo>
                    <a:pt x="7264" y="6309"/>
                  </a:lnTo>
                  <a:lnTo>
                    <a:pt x="8034" y="6346"/>
                  </a:lnTo>
                  <a:lnTo>
                    <a:pt x="8401" y="6419"/>
                  </a:lnTo>
                  <a:lnTo>
                    <a:pt x="8547" y="6419"/>
                  </a:lnTo>
                  <a:lnTo>
                    <a:pt x="8731" y="6383"/>
                  </a:lnTo>
                  <a:lnTo>
                    <a:pt x="8841" y="6309"/>
                  </a:lnTo>
                  <a:lnTo>
                    <a:pt x="8878" y="6199"/>
                  </a:lnTo>
                  <a:lnTo>
                    <a:pt x="8878" y="6089"/>
                  </a:lnTo>
                  <a:lnTo>
                    <a:pt x="8768" y="6016"/>
                  </a:lnTo>
                  <a:lnTo>
                    <a:pt x="8658" y="5942"/>
                  </a:lnTo>
                  <a:lnTo>
                    <a:pt x="8474" y="5869"/>
                  </a:lnTo>
                  <a:lnTo>
                    <a:pt x="8107" y="5796"/>
                  </a:lnTo>
                  <a:lnTo>
                    <a:pt x="7410" y="5759"/>
                  </a:lnTo>
                  <a:lnTo>
                    <a:pt x="6457" y="5759"/>
                  </a:lnTo>
                  <a:lnTo>
                    <a:pt x="7557" y="4365"/>
                  </a:lnTo>
                  <a:lnTo>
                    <a:pt x="7851" y="3998"/>
                  </a:lnTo>
                  <a:lnTo>
                    <a:pt x="8144" y="3595"/>
                  </a:lnTo>
                  <a:lnTo>
                    <a:pt x="8291" y="3375"/>
                  </a:lnTo>
                  <a:lnTo>
                    <a:pt x="8401" y="3191"/>
                  </a:lnTo>
                  <a:lnTo>
                    <a:pt x="8474" y="2935"/>
                  </a:lnTo>
                  <a:lnTo>
                    <a:pt x="8511" y="2714"/>
                  </a:lnTo>
                  <a:lnTo>
                    <a:pt x="8511" y="2494"/>
                  </a:lnTo>
                  <a:lnTo>
                    <a:pt x="8437" y="2311"/>
                  </a:lnTo>
                  <a:lnTo>
                    <a:pt x="8327" y="2164"/>
                  </a:lnTo>
                  <a:lnTo>
                    <a:pt x="8217" y="2017"/>
                  </a:lnTo>
                  <a:lnTo>
                    <a:pt x="8071" y="1907"/>
                  </a:lnTo>
                  <a:lnTo>
                    <a:pt x="7887" y="1834"/>
                  </a:lnTo>
                  <a:lnTo>
                    <a:pt x="7667" y="1797"/>
                  </a:lnTo>
                  <a:lnTo>
                    <a:pt x="7484" y="1761"/>
                  </a:lnTo>
                  <a:close/>
                  <a:moveTo>
                    <a:pt x="954" y="0"/>
                  </a:moveTo>
                  <a:lnTo>
                    <a:pt x="771" y="37"/>
                  </a:lnTo>
                  <a:lnTo>
                    <a:pt x="624" y="110"/>
                  </a:lnTo>
                  <a:lnTo>
                    <a:pt x="441" y="183"/>
                  </a:lnTo>
                  <a:lnTo>
                    <a:pt x="294" y="257"/>
                  </a:lnTo>
                  <a:lnTo>
                    <a:pt x="147" y="404"/>
                  </a:lnTo>
                  <a:lnTo>
                    <a:pt x="37" y="514"/>
                  </a:lnTo>
                  <a:lnTo>
                    <a:pt x="1" y="587"/>
                  </a:lnTo>
                  <a:lnTo>
                    <a:pt x="1" y="660"/>
                  </a:lnTo>
                  <a:lnTo>
                    <a:pt x="74" y="770"/>
                  </a:lnTo>
                  <a:lnTo>
                    <a:pt x="184" y="844"/>
                  </a:lnTo>
                  <a:lnTo>
                    <a:pt x="257" y="844"/>
                  </a:lnTo>
                  <a:lnTo>
                    <a:pt x="331" y="807"/>
                  </a:lnTo>
                  <a:lnTo>
                    <a:pt x="661" y="660"/>
                  </a:lnTo>
                  <a:lnTo>
                    <a:pt x="844" y="624"/>
                  </a:lnTo>
                  <a:lnTo>
                    <a:pt x="1028" y="587"/>
                  </a:lnTo>
                  <a:lnTo>
                    <a:pt x="991" y="624"/>
                  </a:lnTo>
                  <a:lnTo>
                    <a:pt x="991" y="844"/>
                  </a:lnTo>
                  <a:lnTo>
                    <a:pt x="991" y="1064"/>
                  </a:lnTo>
                  <a:lnTo>
                    <a:pt x="1101" y="1467"/>
                  </a:lnTo>
                  <a:lnTo>
                    <a:pt x="1358" y="2641"/>
                  </a:lnTo>
                  <a:lnTo>
                    <a:pt x="2312" y="7263"/>
                  </a:lnTo>
                  <a:lnTo>
                    <a:pt x="2348" y="7336"/>
                  </a:lnTo>
                  <a:lnTo>
                    <a:pt x="2422" y="7410"/>
                  </a:lnTo>
                  <a:lnTo>
                    <a:pt x="2495" y="7446"/>
                  </a:lnTo>
                  <a:lnTo>
                    <a:pt x="2678" y="7446"/>
                  </a:lnTo>
                  <a:lnTo>
                    <a:pt x="2752" y="7410"/>
                  </a:lnTo>
                  <a:lnTo>
                    <a:pt x="2825" y="7336"/>
                  </a:lnTo>
                  <a:lnTo>
                    <a:pt x="2862" y="7263"/>
                  </a:lnTo>
                  <a:lnTo>
                    <a:pt x="4072" y="4108"/>
                  </a:lnTo>
                  <a:lnTo>
                    <a:pt x="5246" y="990"/>
                  </a:lnTo>
                  <a:lnTo>
                    <a:pt x="6457" y="917"/>
                  </a:lnTo>
                  <a:lnTo>
                    <a:pt x="7667" y="880"/>
                  </a:lnTo>
                  <a:lnTo>
                    <a:pt x="8988" y="917"/>
                  </a:lnTo>
                  <a:lnTo>
                    <a:pt x="9648" y="990"/>
                  </a:lnTo>
                  <a:lnTo>
                    <a:pt x="9978" y="990"/>
                  </a:lnTo>
                  <a:lnTo>
                    <a:pt x="10308" y="954"/>
                  </a:lnTo>
                  <a:lnTo>
                    <a:pt x="10382" y="917"/>
                  </a:lnTo>
                  <a:lnTo>
                    <a:pt x="10455" y="880"/>
                  </a:lnTo>
                  <a:lnTo>
                    <a:pt x="10492" y="807"/>
                  </a:lnTo>
                  <a:lnTo>
                    <a:pt x="10492" y="734"/>
                  </a:lnTo>
                  <a:lnTo>
                    <a:pt x="10418" y="587"/>
                  </a:lnTo>
                  <a:lnTo>
                    <a:pt x="10382" y="514"/>
                  </a:lnTo>
                  <a:lnTo>
                    <a:pt x="10308" y="477"/>
                  </a:lnTo>
                  <a:lnTo>
                    <a:pt x="10015" y="404"/>
                  </a:lnTo>
                  <a:lnTo>
                    <a:pt x="9721" y="367"/>
                  </a:lnTo>
                  <a:lnTo>
                    <a:pt x="9134" y="330"/>
                  </a:lnTo>
                  <a:lnTo>
                    <a:pt x="7814" y="293"/>
                  </a:lnTo>
                  <a:lnTo>
                    <a:pt x="6420" y="330"/>
                  </a:lnTo>
                  <a:lnTo>
                    <a:pt x="5026" y="404"/>
                  </a:lnTo>
                  <a:lnTo>
                    <a:pt x="4916" y="440"/>
                  </a:lnTo>
                  <a:lnTo>
                    <a:pt x="4843" y="477"/>
                  </a:lnTo>
                  <a:lnTo>
                    <a:pt x="4806" y="550"/>
                  </a:lnTo>
                  <a:lnTo>
                    <a:pt x="4733" y="624"/>
                  </a:lnTo>
                  <a:lnTo>
                    <a:pt x="2678" y="6162"/>
                  </a:lnTo>
                  <a:lnTo>
                    <a:pt x="2128" y="3705"/>
                  </a:lnTo>
                  <a:lnTo>
                    <a:pt x="1725" y="1981"/>
                  </a:lnTo>
                  <a:lnTo>
                    <a:pt x="1541" y="1210"/>
                  </a:lnTo>
                  <a:lnTo>
                    <a:pt x="1468" y="844"/>
                  </a:lnTo>
                  <a:lnTo>
                    <a:pt x="1431" y="660"/>
                  </a:lnTo>
                  <a:lnTo>
                    <a:pt x="1395" y="550"/>
                  </a:lnTo>
                  <a:lnTo>
                    <a:pt x="1431" y="550"/>
                  </a:lnTo>
                  <a:lnTo>
                    <a:pt x="1468" y="514"/>
                  </a:lnTo>
                  <a:lnTo>
                    <a:pt x="1468" y="477"/>
                  </a:lnTo>
                  <a:lnTo>
                    <a:pt x="1505" y="367"/>
                  </a:lnTo>
                  <a:lnTo>
                    <a:pt x="1505" y="220"/>
                  </a:lnTo>
                  <a:lnTo>
                    <a:pt x="1468" y="110"/>
                  </a:lnTo>
                  <a:lnTo>
                    <a:pt x="1395" y="73"/>
                  </a:lnTo>
                  <a:lnTo>
                    <a:pt x="1321" y="37"/>
                  </a:lnTo>
                  <a:lnTo>
                    <a:pt x="1138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3" name="Google Shape;309;p5">
              <a:extLst>
                <a:ext uri="{FF2B5EF4-FFF2-40B4-BE49-F238E27FC236}">
                  <a16:creationId xmlns:a16="http://schemas.microsoft.com/office/drawing/2014/main" id="{531841F5-5C74-4E64-B57B-B265CA975FC6}"/>
                </a:ext>
              </a:extLst>
            </p:cNvPr>
            <p:cNvSpPr/>
            <p:nvPr/>
          </p:nvSpPr>
          <p:spPr>
            <a:xfrm>
              <a:off x="6950850" y="4617725"/>
              <a:ext cx="254050" cy="162350"/>
            </a:xfrm>
            <a:custGeom>
              <a:avLst/>
              <a:gdLst/>
              <a:ahLst/>
              <a:cxnLst/>
              <a:rect l="l" t="t" r="r" b="b"/>
              <a:pathLst>
                <a:path w="10162" h="6494" extrusionOk="0">
                  <a:moveTo>
                    <a:pt x="8291" y="587"/>
                  </a:moveTo>
                  <a:lnTo>
                    <a:pt x="8291" y="698"/>
                  </a:lnTo>
                  <a:lnTo>
                    <a:pt x="8327" y="771"/>
                  </a:lnTo>
                  <a:lnTo>
                    <a:pt x="8401" y="808"/>
                  </a:lnTo>
                  <a:lnTo>
                    <a:pt x="8474" y="808"/>
                  </a:lnTo>
                  <a:lnTo>
                    <a:pt x="8768" y="771"/>
                  </a:lnTo>
                  <a:lnTo>
                    <a:pt x="8914" y="771"/>
                  </a:lnTo>
                  <a:lnTo>
                    <a:pt x="8988" y="808"/>
                  </a:lnTo>
                  <a:lnTo>
                    <a:pt x="9024" y="844"/>
                  </a:lnTo>
                  <a:lnTo>
                    <a:pt x="9208" y="1101"/>
                  </a:lnTo>
                  <a:lnTo>
                    <a:pt x="9318" y="1321"/>
                  </a:lnTo>
                  <a:lnTo>
                    <a:pt x="9465" y="1615"/>
                  </a:lnTo>
                  <a:lnTo>
                    <a:pt x="9538" y="1871"/>
                  </a:lnTo>
                  <a:lnTo>
                    <a:pt x="9611" y="2165"/>
                  </a:lnTo>
                  <a:lnTo>
                    <a:pt x="9648" y="2458"/>
                  </a:lnTo>
                  <a:lnTo>
                    <a:pt x="9648" y="2715"/>
                  </a:lnTo>
                  <a:lnTo>
                    <a:pt x="9575" y="2972"/>
                  </a:lnTo>
                  <a:lnTo>
                    <a:pt x="9501" y="3229"/>
                  </a:lnTo>
                  <a:lnTo>
                    <a:pt x="9354" y="3485"/>
                  </a:lnTo>
                  <a:lnTo>
                    <a:pt x="9171" y="3669"/>
                  </a:lnTo>
                  <a:lnTo>
                    <a:pt x="8988" y="3852"/>
                  </a:lnTo>
                  <a:lnTo>
                    <a:pt x="8731" y="3962"/>
                  </a:lnTo>
                  <a:lnTo>
                    <a:pt x="8474" y="3999"/>
                  </a:lnTo>
                  <a:lnTo>
                    <a:pt x="8327" y="3999"/>
                  </a:lnTo>
                  <a:lnTo>
                    <a:pt x="8217" y="3925"/>
                  </a:lnTo>
                  <a:lnTo>
                    <a:pt x="8107" y="3852"/>
                  </a:lnTo>
                  <a:lnTo>
                    <a:pt x="7997" y="3742"/>
                  </a:lnTo>
                  <a:lnTo>
                    <a:pt x="7851" y="3485"/>
                  </a:lnTo>
                  <a:lnTo>
                    <a:pt x="7740" y="3229"/>
                  </a:lnTo>
                  <a:lnTo>
                    <a:pt x="7630" y="2935"/>
                  </a:lnTo>
                  <a:lnTo>
                    <a:pt x="7594" y="2605"/>
                  </a:lnTo>
                  <a:lnTo>
                    <a:pt x="7557" y="2311"/>
                  </a:lnTo>
                  <a:lnTo>
                    <a:pt x="7594" y="1981"/>
                  </a:lnTo>
                  <a:lnTo>
                    <a:pt x="7630" y="1578"/>
                  </a:lnTo>
                  <a:lnTo>
                    <a:pt x="7777" y="1211"/>
                  </a:lnTo>
                  <a:lnTo>
                    <a:pt x="7887" y="1028"/>
                  </a:lnTo>
                  <a:lnTo>
                    <a:pt x="7997" y="844"/>
                  </a:lnTo>
                  <a:lnTo>
                    <a:pt x="8107" y="698"/>
                  </a:lnTo>
                  <a:lnTo>
                    <a:pt x="8291" y="587"/>
                  </a:lnTo>
                  <a:close/>
                  <a:moveTo>
                    <a:pt x="8401" y="147"/>
                  </a:moveTo>
                  <a:lnTo>
                    <a:pt x="8181" y="221"/>
                  </a:lnTo>
                  <a:lnTo>
                    <a:pt x="7961" y="294"/>
                  </a:lnTo>
                  <a:lnTo>
                    <a:pt x="7814" y="404"/>
                  </a:lnTo>
                  <a:lnTo>
                    <a:pt x="7667" y="551"/>
                  </a:lnTo>
                  <a:lnTo>
                    <a:pt x="7520" y="698"/>
                  </a:lnTo>
                  <a:lnTo>
                    <a:pt x="7410" y="881"/>
                  </a:lnTo>
                  <a:lnTo>
                    <a:pt x="7264" y="1284"/>
                  </a:lnTo>
                  <a:lnTo>
                    <a:pt x="7154" y="1688"/>
                  </a:lnTo>
                  <a:lnTo>
                    <a:pt x="7117" y="2055"/>
                  </a:lnTo>
                  <a:lnTo>
                    <a:pt x="7080" y="2458"/>
                  </a:lnTo>
                  <a:lnTo>
                    <a:pt x="7154" y="2935"/>
                  </a:lnTo>
                  <a:lnTo>
                    <a:pt x="7264" y="3375"/>
                  </a:lnTo>
                  <a:lnTo>
                    <a:pt x="7410" y="3779"/>
                  </a:lnTo>
                  <a:lnTo>
                    <a:pt x="7520" y="3962"/>
                  </a:lnTo>
                  <a:lnTo>
                    <a:pt x="7667" y="4146"/>
                  </a:lnTo>
                  <a:lnTo>
                    <a:pt x="7814" y="4292"/>
                  </a:lnTo>
                  <a:lnTo>
                    <a:pt x="7961" y="4402"/>
                  </a:lnTo>
                  <a:lnTo>
                    <a:pt x="8144" y="4476"/>
                  </a:lnTo>
                  <a:lnTo>
                    <a:pt x="8364" y="4512"/>
                  </a:lnTo>
                  <a:lnTo>
                    <a:pt x="8584" y="4512"/>
                  </a:lnTo>
                  <a:lnTo>
                    <a:pt x="8768" y="4476"/>
                  </a:lnTo>
                  <a:lnTo>
                    <a:pt x="8988" y="4439"/>
                  </a:lnTo>
                  <a:lnTo>
                    <a:pt x="9134" y="4366"/>
                  </a:lnTo>
                  <a:lnTo>
                    <a:pt x="9318" y="4256"/>
                  </a:lnTo>
                  <a:lnTo>
                    <a:pt x="9465" y="4146"/>
                  </a:lnTo>
                  <a:lnTo>
                    <a:pt x="9721" y="3852"/>
                  </a:lnTo>
                  <a:lnTo>
                    <a:pt x="9905" y="3522"/>
                  </a:lnTo>
                  <a:lnTo>
                    <a:pt x="10051" y="3118"/>
                  </a:lnTo>
                  <a:lnTo>
                    <a:pt x="10161" y="2752"/>
                  </a:lnTo>
                  <a:lnTo>
                    <a:pt x="10161" y="2348"/>
                  </a:lnTo>
                  <a:lnTo>
                    <a:pt x="10125" y="2091"/>
                  </a:lnTo>
                  <a:lnTo>
                    <a:pt x="10051" y="1761"/>
                  </a:lnTo>
                  <a:lnTo>
                    <a:pt x="9941" y="1394"/>
                  </a:lnTo>
                  <a:lnTo>
                    <a:pt x="9758" y="1064"/>
                  </a:lnTo>
                  <a:lnTo>
                    <a:pt x="9575" y="734"/>
                  </a:lnTo>
                  <a:lnTo>
                    <a:pt x="9354" y="441"/>
                  </a:lnTo>
                  <a:lnTo>
                    <a:pt x="9244" y="331"/>
                  </a:lnTo>
                  <a:lnTo>
                    <a:pt x="9098" y="257"/>
                  </a:lnTo>
                  <a:lnTo>
                    <a:pt x="8988" y="221"/>
                  </a:lnTo>
                  <a:lnTo>
                    <a:pt x="8841" y="184"/>
                  </a:lnTo>
                  <a:lnTo>
                    <a:pt x="8621" y="147"/>
                  </a:lnTo>
                  <a:close/>
                  <a:moveTo>
                    <a:pt x="3999" y="1"/>
                  </a:moveTo>
                  <a:lnTo>
                    <a:pt x="3926" y="37"/>
                  </a:lnTo>
                  <a:lnTo>
                    <a:pt x="3852" y="111"/>
                  </a:lnTo>
                  <a:lnTo>
                    <a:pt x="3816" y="404"/>
                  </a:lnTo>
                  <a:lnTo>
                    <a:pt x="3779" y="734"/>
                  </a:lnTo>
                  <a:lnTo>
                    <a:pt x="3705" y="1321"/>
                  </a:lnTo>
                  <a:lnTo>
                    <a:pt x="3632" y="2458"/>
                  </a:lnTo>
                  <a:lnTo>
                    <a:pt x="2898" y="2385"/>
                  </a:lnTo>
                  <a:lnTo>
                    <a:pt x="2128" y="2385"/>
                  </a:lnTo>
                  <a:lnTo>
                    <a:pt x="1395" y="2422"/>
                  </a:lnTo>
                  <a:lnTo>
                    <a:pt x="1028" y="2495"/>
                  </a:lnTo>
                  <a:lnTo>
                    <a:pt x="661" y="2568"/>
                  </a:lnTo>
                  <a:lnTo>
                    <a:pt x="661" y="2495"/>
                  </a:lnTo>
                  <a:lnTo>
                    <a:pt x="588" y="2458"/>
                  </a:lnTo>
                  <a:lnTo>
                    <a:pt x="551" y="2495"/>
                  </a:lnTo>
                  <a:lnTo>
                    <a:pt x="478" y="1651"/>
                  </a:lnTo>
                  <a:lnTo>
                    <a:pt x="441" y="918"/>
                  </a:lnTo>
                  <a:lnTo>
                    <a:pt x="404" y="551"/>
                  </a:lnTo>
                  <a:lnTo>
                    <a:pt x="367" y="184"/>
                  </a:lnTo>
                  <a:lnTo>
                    <a:pt x="331" y="111"/>
                  </a:lnTo>
                  <a:lnTo>
                    <a:pt x="147" y="111"/>
                  </a:lnTo>
                  <a:lnTo>
                    <a:pt x="111" y="184"/>
                  </a:lnTo>
                  <a:lnTo>
                    <a:pt x="37" y="514"/>
                  </a:lnTo>
                  <a:lnTo>
                    <a:pt x="1" y="881"/>
                  </a:lnTo>
                  <a:lnTo>
                    <a:pt x="1" y="1578"/>
                  </a:lnTo>
                  <a:lnTo>
                    <a:pt x="37" y="2275"/>
                  </a:lnTo>
                  <a:lnTo>
                    <a:pt x="111" y="2972"/>
                  </a:lnTo>
                  <a:lnTo>
                    <a:pt x="184" y="3632"/>
                  </a:lnTo>
                  <a:lnTo>
                    <a:pt x="294" y="4329"/>
                  </a:lnTo>
                  <a:lnTo>
                    <a:pt x="404" y="4989"/>
                  </a:lnTo>
                  <a:lnTo>
                    <a:pt x="478" y="5356"/>
                  </a:lnTo>
                  <a:lnTo>
                    <a:pt x="551" y="5503"/>
                  </a:lnTo>
                  <a:lnTo>
                    <a:pt x="588" y="5650"/>
                  </a:lnTo>
                  <a:lnTo>
                    <a:pt x="551" y="5723"/>
                  </a:lnTo>
                  <a:lnTo>
                    <a:pt x="588" y="5833"/>
                  </a:lnTo>
                  <a:lnTo>
                    <a:pt x="661" y="5906"/>
                  </a:lnTo>
                  <a:lnTo>
                    <a:pt x="734" y="5943"/>
                  </a:lnTo>
                  <a:lnTo>
                    <a:pt x="881" y="5943"/>
                  </a:lnTo>
                  <a:lnTo>
                    <a:pt x="954" y="5906"/>
                  </a:lnTo>
                  <a:lnTo>
                    <a:pt x="1028" y="5833"/>
                  </a:lnTo>
                  <a:lnTo>
                    <a:pt x="1064" y="5760"/>
                  </a:lnTo>
                  <a:lnTo>
                    <a:pt x="1064" y="5650"/>
                  </a:lnTo>
                  <a:lnTo>
                    <a:pt x="1064" y="5466"/>
                  </a:lnTo>
                  <a:lnTo>
                    <a:pt x="881" y="4696"/>
                  </a:lnTo>
                  <a:lnTo>
                    <a:pt x="734" y="3889"/>
                  </a:lnTo>
                  <a:lnTo>
                    <a:pt x="624" y="3082"/>
                  </a:lnTo>
                  <a:lnTo>
                    <a:pt x="588" y="2935"/>
                  </a:lnTo>
                  <a:lnTo>
                    <a:pt x="991" y="2972"/>
                  </a:lnTo>
                  <a:lnTo>
                    <a:pt x="1358" y="2935"/>
                  </a:lnTo>
                  <a:lnTo>
                    <a:pt x="2128" y="2898"/>
                  </a:lnTo>
                  <a:lnTo>
                    <a:pt x="2862" y="2898"/>
                  </a:lnTo>
                  <a:lnTo>
                    <a:pt x="3632" y="2972"/>
                  </a:lnTo>
                  <a:lnTo>
                    <a:pt x="3559" y="4256"/>
                  </a:lnTo>
                  <a:lnTo>
                    <a:pt x="3485" y="4843"/>
                  </a:lnTo>
                  <a:lnTo>
                    <a:pt x="3485" y="4989"/>
                  </a:lnTo>
                  <a:lnTo>
                    <a:pt x="3522" y="5173"/>
                  </a:lnTo>
                  <a:lnTo>
                    <a:pt x="3559" y="5283"/>
                  </a:lnTo>
                  <a:lnTo>
                    <a:pt x="3632" y="5393"/>
                  </a:lnTo>
                  <a:lnTo>
                    <a:pt x="3669" y="5429"/>
                  </a:lnTo>
                  <a:lnTo>
                    <a:pt x="3742" y="5466"/>
                  </a:lnTo>
                  <a:lnTo>
                    <a:pt x="3852" y="5393"/>
                  </a:lnTo>
                  <a:lnTo>
                    <a:pt x="3926" y="5319"/>
                  </a:lnTo>
                  <a:lnTo>
                    <a:pt x="3999" y="5209"/>
                  </a:lnTo>
                  <a:lnTo>
                    <a:pt x="4036" y="4916"/>
                  </a:lnTo>
                  <a:lnTo>
                    <a:pt x="4036" y="4366"/>
                  </a:lnTo>
                  <a:lnTo>
                    <a:pt x="4109" y="2935"/>
                  </a:lnTo>
                  <a:lnTo>
                    <a:pt x="4146" y="1468"/>
                  </a:lnTo>
                  <a:lnTo>
                    <a:pt x="4182" y="771"/>
                  </a:lnTo>
                  <a:lnTo>
                    <a:pt x="4182" y="441"/>
                  </a:lnTo>
                  <a:lnTo>
                    <a:pt x="4146" y="111"/>
                  </a:lnTo>
                  <a:lnTo>
                    <a:pt x="4072" y="37"/>
                  </a:lnTo>
                  <a:lnTo>
                    <a:pt x="3999" y="1"/>
                  </a:lnTo>
                  <a:close/>
                  <a:moveTo>
                    <a:pt x="5503" y="3779"/>
                  </a:moveTo>
                  <a:lnTo>
                    <a:pt x="5246" y="3815"/>
                  </a:lnTo>
                  <a:lnTo>
                    <a:pt x="5026" y="3925"/>
                  </a:lnTo>
                  <a:lnTo>
                    <a:pt x="4879" y="3999"/>
                  </a:lnTo>
                  <a:lnTo>
                    <a:pt x="4806" y="4109"/>
                  </a:lnTo>
                  <a:lnTo>
                    <a:pt x="4806" y="4146"/>
                  </a:lnTo>
                  <a:lnTo>
                    <a:pt x="4843" y="4182"/>
                  </a:lnTo>
                  <a:lnTo>
                    <a:pt x="4916" y="4256"/>
                  </a:lnTo>
                  <a:lnTo>
                    <a:pt x="5246" y="4256"/>
                  </a:lnTo>
                  <a:lnTo>
                    <a:pt x="5723" y="4219"/>
                  </a:lnTo>
                  <a:lnTo>
                    <a:pt x="5723" y="4219"/>
                  </a:lnTo>
                  <a:lnTo>
                    <a:pt x="5686" y="4329"/>
                  </a:lnTo>
                  <a:lnTo>
                    <a:pt x="5576" y="4439"/>
                  </a:lnTo>
                  <a:lnTo>
                    <a:pt x="5393" y="4622"/>
                  </a:lnTo>
                  <a:lnTo>
                    <a:pt x="5026" y="5099"/>
                  </a:lnTo>
                  <a:lnTo>
                    <a:pt x="4659" y="5613"/>
                  </a:lnTo>
                  <a:lnTo>
                    <a:pt x="4366" y="6126"/>
                  </a:lnTo>
                  <a:lnTo>
                    <a:pt x="4329" y="6273"/>
                  </a:lnTo>
                  <a:lnTo>
                    <a:pt x="4366" y="6420"/>
                  </a:lnTo>
                  <a:lnTo>
                    <a:pt x="4476" y="6493"/>
                  </a:lnTo>
                  <a:lnTo>
                    <a:pt x="4623" y="6493"/>
                  </a:lnTo>
                  <a:lnTo>
                    <a:pt x="6310" y="6126"/>
                  </a:lnTo>
                  <a:lnTo>
                    <a:pt x="6383" y="6090"/>
                  </a:lnTo>
                  <a:lnTo>
                    <a:pt x="6457" y="6016"/>
                  </a:lnTo>
                  <a:lnTo>
                    <a:pt x="6493" y="5943"/>
                  </a:lnTo>
                  <a:lnTo>
                    <a:pt x="6457" y="5833"/>
                  </a:lnTo>
                  <a:lnTo>
                    <a:pt x="6420" y="5760"/>
                  </a:lnTo>
                  <a:lnTo>
                    <a:pt x="6383" y="5686"/>
                  </a:lnTo>
                  <a:lnTo>
                    <a:pt x="6273" y="5650"/>
                  </a:lnTo>
                  <a:lnTo>
                    <a:pt x="6163" y="5650"/>
                  </a:lnTo>
                  <a:lnTo>
                    <a:pt x="5026" y="5906"/>
                  </a:lnTo>
                  <a:lnTo>
                    <a:pt x="5319" y="5466"/>
                  </a:lnTo>
                  <a:lnTo>
                    <a:pt x="5650" y="5063"/>
                  </a:lnTo>
                  <a:lnTo>
                    <a:pt x="5870" y="4806"/>
                  </a:lnTo>
                  <a:lnTo>
                    <a:pt x="6053" y="4549"/>
                  </a:lnTo>
                  <a:lnTo>
                    <a:pt x="6126" y="4402"/>
                  </a:lnTo>
                  <a:lnTo>
                    <a:pt x="6200" y="4256"/>
                  </a:lnTo>
                  <a:lnTo>
                    <a:pt x="6200" y="4109"/>
                  </a:lnTo>
                  <a:lnTo>
                    <a:pt x="6200" y="3925"/>
                  </a:lnTo>
                  <a:lnTo>
                    <a:pt x="6163" y="3889"/>
                  </a:lnTo>
                  <a:lnTo>
                    <a:pt x="6126" y="3815"/>
                  </a:lnTo>
                  <a:lnTo>
                    <a:pt x="5980" y="3779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4" name="Google Shape;310;p5">
              <a:extLst>
                <a:ext uri="{FF2B5EF4-FFF2-40B4-BE49-F238E27FC236}">
                  <a16:creationId xmlns:a16="http://schemas.microsoft.com/office/drawing/2014/main" id="{E3574375-2685-4C8D-AEDB-6B30733E491F}"/>
                </a:ext>
              </a:extLst>
            </p:cNvPr>
            <p:cNvSpPr/>
            <p:nvPr/>
          </p:nvSpPr>
          <p:spPr>
            <a:xfrm>
              <a:off x="6051225" y="1090800"/>
              <a:ext cx="285225" cy="283400"/>
            </a:xfrm>
            <a:custGeom>
              <a:avLst/>
              <a:gdLst/>
              <a:ahLst/>
              <a:cxnLst/>
              <a:rect l="l" t="t" r="r" b="b"/>
              <a:pathLst>
                <a:path w="11409" h="11336" extrusionOk="0">
                  <a:moveTo>
                    <a:pt x="5173" y="4219"/>
                  </a:moveTo>
                  <a:lnTo>
                    <a:pt x="5136" y="4256"/>
                  </a:lnTo>
                  <a:lnTo>
                    <a:pt x="5100" y="4292"/>
                  </a:lnTo>
                  <a:lnTo>
                    <a:pt x="4990" y="4366"/>
                  </a:lnTo>
                  <a:lnTo>
                    <a:pt x="4916" y="4476"/>
                  </a:lnTo>
                  <a:lnTo>
                    <a:pt x="4916" y="4512"/>
                  </a:lnTo>
                  <a:lnTo>
                    <a:pt x="4843" y="4659"/>
                  </a:lnTo>
                  <a:lnTo>
                    <a:pt x="4843" y="4769"/>
                  </a:lnTo>
                  <a:lnTo>
                    <a:pt x="4880" y="4843"/>
                  </a:lnTo>
                  <a:lnTo>
                    <a:pt x="4990" y="4916"/>
                  </a:lnTo>
                  <a:lnTo>
                    <a:pt x="5100" y="4989"/>
                  </a:lnTo>
                  <a:lnTo>
                    <a:pt x="5283" y="4989"/>
                  </a:lnTo>
                  <a:lnTo>
                    <a:pt x="5430" y="4916"/>
                  </a:lnTo>
                  <a:lnTo>
                    <a:pt x="5540" y="4769"/>
                  </a:lnTo>
                  <a:lnTo>
                    <a:pt x="5577" y="4696"/>
                  </a:lnTo>
                  <a:lnTo>
                    <a:pt x="5613" y="4623"/>
                  </a:lnTo>
                  <a:lnTo>
                    <a:pt x="5577" y="4549"/>
                  </a:lnTo>
                  <a:lnTo>
                    <a:pt x="5577" y="4476"/>
                  </a:lnTo>
                  <a:lnTo>
                    <a:pt x="5430" y="4402"/>
                  </a:lnTo>
                  <a:lnTo>
                    <a:pt x="5320" y="4366"/>
                  </a:lnTo>
                  <a:lnTo>
                    <a:pt x="5320" y="4292"/>
                  </a:lnTo>
                  <a:lnTo>
                    <a:pt x="5246" y="4256"/>
                  </a:lnTo>
                  <a:lnTo>
                    <a:pt x="5173" y="4219"/>
                  </a:lnTo>
                  <a:close/>
                  <a:moveTo>
                    <a:pt x="5980" y="6016"/>
                  </a:moveTo>
                  <a:lnTo>
                    <a:pt x="6017" y="6053"/>
                  </a:lnTo>
                  <a:lnTo>
                    <a:pt x="6053" y="6126"/>
                  </a:lnTo>
                  <a:lnTo>
                    <a:pt x="6053" y="6200"/>
                  </a:lnTo>
                  <a:lnTo>
                    <a:pt x="5907" y="6237"/>
                  </a:lnTo>
                  <a:lnTo>
                    <a:pt x="5943" y="6090"/>
                  </a:lnTo>
                  <a:lnTo>
                    <a:pt x="5980" y="6016"/>
                  </a:lnTo>
                  <a:close/>
                  <a:moveTo>
                    <a:pt x="5833" y="5613"/>
                  </a:moveTo>
                  <a:lnTo>
                    <a:pt x="5723" y="5650"/>
                  </a:lnTo>
                  <a:lnTo>
                    <a:pt x="5650" y="5723"/>
                  </a:lnTo>
                  <a:lnTo>
                    <a:pt x="5613" y="5796"/>
                  </a:lnTo>
                  <a:lnTo>
                    <a:pt x="5613" y="5870"/>
                  </a:lnTo>
                  <a:lnTo>
                    <a:pt x="5687" y="5943"/>
                  </a:lnTo>
                  <a:lnTo>
                    <a:pt x="5577" y="6163"/>
                  </a:lnTo>
                  <a:lnTo>
                    <a:pt x="5540" y="6420"/>
                  </a:lnTo>
                  <a:lnTo>
                    <a:pt x="5577" y="6530"/>
                  </a:lnTo>
                  <a:lnTo>
                    <a:pt x="5687" y="6567"/>
                  </a:lnTo>
                  <a:lnTo>
                    <a:pt x="5833" y="6603"/>
                  </a:lnTo>
                  <a:lnTo>
                    <a:pt x="5980" y="6603"/>
                  </a:lnTo>
                  <a:lnTo>
                    <a:pt x="6090" y="6567"/>
                  </a:lnTo>
                  <a:lnTo>
                    <a:pt x="6237" y="6530"/>
                  </a:lnTo>
                  <a:lnTo>
                    <a:pt x="6347" y="6457"/>
                  </a:lnTo>
                  <a:lnTo>
                    <a:pt x="6420" y="6347"/>
                  </a:lnTo>
                  <a:lnTo>
                    <a:pt x="6457" y="6200"/>
                  </a:lnTo>
                  <a:lnTo>
                    <a:pt x="6457" y="6053"/>
                  </a:lnTo>
                  <a:lnTo>
                    <a:pt x="6420" y="5943"/>
                  </a:lnTo>
                  <a:lnTo>
                    <a:pt x="6347" y="5833"/>
                  </a:lnTo>
                  <a:lnTo>
                    <a:pt x="6274" y="5760"/>
                  </a:lnTo>
                  <a:lnTo>
                    <a:pt x="6163" y="5686"/>
                  </a:lnTo>
                  <a:lnTo>
                    <a:pt x="6053" y="5650"/>
                  </a:lnTo>
                  <a:lnTo>
                    <a:pt x="5943" y="5613"/>
                  </a:lnTo>
                  <a:close/>
                  <a:moveTo>
                    <a:pt x="3926" y="441"/>
                  </a:moveTo>
                  <a:lnTo>
                    <a:pt x="4623" y="478"/>
                  </a:lnTo>
                  <a:lnTo>
                    <a:pt x="5356" y="478"/>
                  </a:lnTo>
                  <a:lnTo>
                    <a:pt x="6824" y="551"/>
                  </a:lnTo>
                  <a:lnTo>
                    <a:pt x="7631" y="551"/>
                  </a:lnTo>
                  <a:lnTo>
                    <a:pt x="7704" y="734"/>
                  </a:lnTo>
                  <a:lnTo>
                    <a:pt x="7777" y="1064"/>
                  </a:lnTo>
                  <a:lnTo>
                    <a:pt x="7521" y="1174"/>
                  </a:lnTo>
                  <a:lnTo>
                    <a:pt x="7191" y="1211"/>
                  </a:lnTo>
                  <a:lnTo>
                    <a:pt x="7044" y="1211"/>
                  </a:lnTo>
                  <a:lnTo>
                    <a:pt x="6860" y="1174"/>
                  </a:lnTo>
                  <a:lnTo>
                    <a:pt x="6714" y="1174"/>
                  </a:lnTo>
                  <a:lnTo>
                    <a:pt x="6530" y="1211"/>
                  </a:lnTo>
                  <a:lnTo>
                    <a:pt x="6494" y="1248"/>
                  </a:lnTo>
                  <a:lnTo>
                    <a:pt x="6457" y="1321"/>
                  </a:lnTo>
                  <a:lnTo>
                    <a:pt x="6420" y="1395"/>
                  </a:lnTo>
                  <a:lnTo>
                    <a:pt x="6457" y="1468"/>
                  </a:lnTo>
                  <a:lnTo>
                    <a:pt x="6457" y="1505"/>
                  </a:lnTo>
                  <a:lnTo>
                    <a:pt x="6494" y="1578"/>
                  </a:lnTo>
                  <a:lnTo>
                    <a:pt x="6567" y="1651"/>
                  </a:lnTo>
                  <a:lnTo>
                    <a:pt x="6567" y="1871"/>
                  </a:lnTo>
                  <a:lnTo>
                    <a:pt x="6567" y="2092"/>
                  </a:lnTo>
                  <a:lnTo>
                    <a:pt x="6640" y="2642"/>
                  </a:lnTo>
                  <a:lnTo>
                    <a:pt x="6677" y="3192"/>
                  </a:lnTo>
                  <a:lnTo>
                    <a:pt x="6714" y="3632"/>
                  </a:lnTo>
                  <a:lnTo>
                    <a:pt x="6714" y="4072"/>
                  </a:lnTo>
                  <a:lnTo>
                    <a:pt x="6677" y="4586"/>
                  </a:lnTo>
                  <a:lnTo>
                    <a:pt x="6640" y="4843"/>
                  </a:lnTo>
                  <a:lnTo>
                    <a:pt x="6640" y="5099"/>
                  </a:lnTo>
                  <a:lnTo>
                    <a:pt x="6677" y="5246"/>
                  </a:lnTo>
                  <a:lnTo>
                    <a:pt x="6640" y="5319"/>
                  </a:lnTo>
                  <a:lnTo>
                    <a:pt x="6640" y="5393"/>
                  </a:lnTo>
                  <a:lnTo>
                    <a:pt x="6640" y="5466"/>
                  </a:lnTo>
                  <a:lnTo>
                    <a:pt x="6714" y="5540"/>
                  </a:lnTo>
                  <a:lnTo>
                    <a:pt x="7117" y="5796"/>
                  </a:lnTo>
                  <a:lnTo>
                    <a:pt x="7484" y="6016"/>
                  </a:lnTo>
                  <a:lnTo>
                    <a:pt x="7851" y="6310"/>
                  </a:lnTo>
                  <a:lnTo>
                    <a:pt x="8218" y="6640"/>
                  </a:lnTo>
                  <a:lnTo>
                    <a:pt x="8915" y="7300"/>
                  </a:lnTo>
                  <a:lnTo>
                    <a:pt x="8621" y="7337"/>
                  </a:lnTo>
                  <a:lnTo>
                    <a:pt x="8328" y="7300"/>
                  </a:lnTo>
                  <a:lnTo>
                    <a:pt x="8108" y="7227"/>
                  </a:lnTo>
                  <a:lnTo>
                    <a:pt x="7887" y="7154"/>
                  </a:lnTo>
                  <a:lnTo>
                    <a:pt x="7484" y="6933"/>
                  </a:lnTo>
                  <a:lnTo>
                    <a:pt x="7117" y="6823"/>
                  </a:lnTo>
                  <a:lnTo>
                    <a:pt x="6750" y="6787"/>
                  </a:lnTo>
                  <a:lnTo>
                    <a:pt x="6384" y="6823"/>
                  </a:lnTo>
                  <a:lnTo>
                    <a:pt x="5980" y="6933"/>
                  </a:lnTo>
                  <a:lnTo>
                    <a:pt x="5577" y="7044"/>
                  </a:lnTo>
                  <a:lnTo>
                    <a:pt x="5210" y="7227"/>
                  </a:lnTo>
                  <a:lnTo>
                    <a:pt x="4843" y="7374"/>
                  </a:lnTo>
                  <a:lnTo>
                    <a:pt x="4439" y="7520"/>
                  </a:lnTo>
                  <a:lnTo>
                    <a:pt x="4109" y="7557"/>
                  </a:lnTo>
                  <a:lnTo>
                    <a:pt x="3816" y="7594"/>
                  </a:lnTo>
                  <a:lnTo>
                    <a:pt x="3889" y="7557"/>
                  </a:lnTo>
                  <a:lnTo>
                    <a:pt x="3926" y="7484"/>
                  </a:lnTo>
                  <a:lnTo>
                    <a:pt x="3926" y="7374"/>
                  </a:lnTo>
                  <a:lnTo>
                    <a:pt x="3926" y="7300"/>
                  </a:lnTo>
                  <a:lnTo>
                    <a:pt x="3889" y="7227"/>
                  </a:lnTo>
                  <a:lnTo>
                    <a:pt x="3816" y="7190"/>
                  </a:lnTo>
                  <a:lnTo>
                    <a:pt x="2789" y="7190"/>
                  </a:lnTo>
                  <a:lnTo>
                    <a:pt x="2935" y="7044"/>
                  </a:lnTo>
                  <a:lnTo>
                    <a:pt x="3266" y="6677"/>
                  </a:lnTo>
                  <a:lnTo>
                    <a:pt x="3559" y="6713"/>
                  </a:lnTo>
                  <a:lnTo>
                    <a:pt x="3853" y="6713"/>
                  </a:lnTo>
                  <a:lnTo>
                    <a:pt x="4403" y="6677"/>
                  </a:lnTo>
                  <a:lnTo>
                    <a:pt x="4549" y="6640"/>
                  </a:lnTo>
                  <a:lnTo>
                    <a:pt x="4623" y="6530"/>
                  </a:lnTo>
                  <a:lnTo>
                    <a:pt x="4623" y="6457"/>
                  </a:lnTo>
                  <a:lnTo>
                    <a:pt x="4586" y="6383"/>
                  </a:lnTo>
                  <a:lnTo>
                    <a:pt x="4513" y="6310"/>
                  </a:lnTo>
                  <a:lnTo>
                    <a:pt x="4403" y="6273"/>
                  </a:lnTo>
                  <a:lnTo>
                    <a:pt x="3669" y="6273"/>
                  </a:lnTo>
                  <a:lnTo>
                    <a:pt x="3926" y="6016"/>
                  </a:lnTo>
                  <a:lnTo>
                    <a:pt x="4183" y="5723"/>
                  </a:lnTo>
                  <a:lnTo>
                    <a:pt x="4293" y="5723"/>
                  </a:lnTo>
                  <a:lnTo>
                    <a:pt x="4366" y="5686"/>
                  </a:lnTo>
                  <a:lnTo>
                    <a:pt x="4439" y="5576"/>
                  </a:lnTo>
                  <a:lnTo>
                    <a:pt x="4476" y="5466"/>
                  </a:lnTo>
                  <a:lnTo>
                    <a:pt x="4403" y="3449"/>
                  </a:lnTo>
                  <a:lnTo>
                    <a:pt x="4366" y="2495"/>
                  </a:lnTo>
                  <a:lnTo>
                    <a:pt x="4329" y="2018"/>
                  </a:lnTo>
                  <a:lnTo>
                    <a:pt x="4293" y="1541"/>
                  </a:lnTo>
                  <a:lnTo>
                    <a:pt x="4256" y="1431"/>
                  </a:lnTo>
                  <a:lnTo>
                    <a:pt x="4549" y="1505"/>
                  </a:lnTo>
                  <a:lnTo>
                    <a:pt x="4953" y="1578"/>
                  </a:lnTo>
                  <a:lnTo>
                    <a:pt x="5173" y="1578"/>
                  </a:lnTo>
                  <a:lnTo>
                    <a:pt x="5356" y="1505"/>
                  </a:lnTo>
                  <a:lnTo>
                    <a:pt x="5393" y="1468"/>
                  </a:lnTo>
                  <a:lnTo>
                    <a:pt x="5430" y="1431"/>
                  </a:lnTo>
                  <a:lnTo>
                    <a:pt x="5430" y="1358"/>
                  </a:lnTo>
                  <a:lnTo>
                    <a:pt x="5393" y="1321"/>
                  </a:lnTo>
                  <a:lnTo>
                    <a:pt x="5246" y="1211"/>
                  </a:lnTo>
                  <a:lnTo>
                    <a:pt x="5063" y="1174"/>
                  </a:lnTo>
                  <a:lnTo>
                    <a:pt x="4733" y="1138"/>
                  </a:lnTo>
                  <a:lnTo>
                    <a:pt x="4219" y="1064"/>
                  </a:lnTo>
                  <a:lnTo>
                    <a:pt x="4183" y="1028"/>
                  </a:lnTo>
                  <a:lnTo>
                    <a:pt x="4146" y="991"/>
                  </a:lnTo>
                  <a:lnTo>
                    <a:pt x="3999" y="991"/>
                  </a:lnTo>
                  <a:lnTo>
                    <a:pt x="3853" y="1028"/>
                  </a:lnTo>
                  <a:lnTo>
                    <a:pt x="3706" y="1064"/>
                  </a:lnTo>
                  <a:lnTo>
                    <a:pt x="3596" y="1064"/>
                  </a:lnTo>
                  <a:lnTo>
                    <a:pt x="3522" y="1028"/>
                  </a:lnTo>
                  <a:lnTo>
                    <a:pt x="3486" y="991"/>
                  </a:lnTo>
                  <a:lnTo>
                    <a:pt x="3412" y="881"/>
                  </a:lnTo>
                  <a:lnTo>
                    <a:pt x="3412" y="771"/>
                  </a:lnTo>
                  <a:lnTo>
                    <a:pt x="3412" y="698"/>
                  </a:lnTo>
                  <a:lnTo>
                    <a:pt x="3486" y="624"/>
                  </a:lnTo>
                  <a:lnTo>
                    <a:pt x="3559" y="551"/>
                  </a:lnTo>
                  <a:lnTo>
                    <a:pt x="3742" y="478"/>
                  </a:lnTo>
                  <a:lnTo>
                    <a:pt x="3926" y="441"/>
                  </a:lnTo>
                  <a:close/>
                  <a:moveTo>
                    <a:pt x="6090" y="8071"/>
                  </a:moveTo>
                  <a:lnTo>
                    <a:pt x="6127" y="8144"/>
                  </a:lnTo>
                  <a:lnTo>
                    <a:pt x="6127" y="8217"/>
                  </a:lnTo>
                  <a:lnTo>
                    <a:pt x="6090" y="8291"/>
                  </a:lnTo>
                  <a:lnTo>
                    <a:pt x="6053" y="8364"/>
                  </a:lnTo>
                  <a:lnTo>
                    <a:pt x="5980" y="8401"/>
                  </a:lnTo>
                  <a:lnTo>
                    <a:pt x="5907" y="8401"/>
                  </a:lnTo>
                  <a:lnTo>
                    <a:pt x="5833" y="8364"/>
                  </a:lnTo>
                  <a:lnTo>
                    <a:pt x="5760" y="8291"/>
                  </a:lnTo>
                  <a:lnTo>
                    <a:pt x="5760" y="8181"/>
                  </a:lnTo>
                  <a:lnTo>
                    <a:pt x="5833" y="8144"/>
                  </a:lnTo>
                  <a:lnTo>
                    <a:pt x="5943" y="8071"/>
                  </a:lnTo>
                  <a:lnTo>
                    <a:pt x="6017" y="8107"/>
                  </a:lnTo>
                  <a:lnTo>
                    <a:pt x="6053" y="8107"/>
                  </a:lnTo>
                  <a:lnTo>
                    <a:pt x="6090" y="8071"/>
                  </a:lnTo>
                  <a:close/>
                  <a:moveTo>
                    <a:pt x="5907" y="7630"/>
                  </a:moveTo>
                  <a:lnTo>
                    <a:pt x="5797" y="7667"/>
                  </a:lnTo>
                  <a:lnTo>
                    <a:pt x="5687" y="7704"/>
                  </a:lnTo>
                  <a:lnTo>
                    <a:pt x="5577" y="7777"/>
                  </a:lnTo>
                  <a:lnTo>
                    <a:pt x="5467" y="7887"/>
                  </a:lnTo>
                  <a:lnTo>
                    <a:pt x="5467" y="7924"/>
                  </a:lnTo>
                  <a:lnTo>
                    <a:pt x="5430" y="7997"/>
                  </a:lnTo>
                  <a:lnTo>
                    <a:pt x="5503" y="8071"/>
                  </a:lnTo>
                  <a:lnTo>
                    <a:pt x="5430" y="8217"/>
                  </a:lnTo>
                  <a:lnTo>
                    <a:pt x="5430" y="8364"/>
                  </a:lnTo>
                  <a:lnTo>
                    <a:pt x="5467" y="8474"/>
                  </a:lnTo>
                  <a:lnTo>
                    <a:pt x="5540" y="8584"/>
                  </a:lnTo>
                  <a:lnTo>
                    <a:pt x="5650" y="8694"/>
                  </a:lnTo>
                  <a:lnTo>
                    <a:pt x="5797" y="8731"/>
                  </a:lnTo>
                  <a:lnTo>
                    <a:pt x="5907" y="8768"/>
                  </a:lnTo>
                  <a:lnTo>
                    <a:pt x="6053" y="8768"/>
                  </a:lnTo>
                  <a:lnTo>
                    <a:pt x="6200" y="8731"/>
                  </a:lnTo>
                  <a:lnTo>
                    <a:pt x="6310" y="8658"/>
                  </a:lnTo>
                  <a:lnTo>
                    <a:pt x="6384" y="8584"/>
                  </a:lnTo>
                  <a:lnTo>
                    <a:pt x="6457" y="8474"/>
                  </a:lnTo>
                  <a:lnTo>
                    <a:pt x="6494" y="8327"/>
                  </a:lnTo>
                  <a:lnTo>
                    <a:pt x="6494" y="8217"/>
                  </a:lnTo>
                  <a:lnTo>
                    <a:pt x="6494" y="8071"/>
                  </a:lnTo>
                  <a:lnTo>
                    <a:pt x="6457" y="7961"/>
                  </a:lnTo>
                  <a:lnTo>
                    <a:pt x="6384" y="7851"/>
                  </a:lnTo>
                  <a:lnTo>
                    <a:pt x="6310" y="7777"/>
                  </a:lnTo>
                  <a:lnTo>
                    <a:pt x="6200" y="7704"/>
                  </a:lnTo>
                  <a:lnTo>
                    <a:pt x="6053" y="7667"/>
                  </a:lnTo>
                  <a:lnTo>
                    <a:pt x="5907" y="7630"/>
                  </a:lnTo>
                  <a:close/>
                  <a:moveTo>
                    <a:pt x="4476" y="9134"/>
                  </a:moveTo>
                  <a:lnTo>
                    <a:pt x="4513" y="9281"/>
                  </a:lnTo>
                  <a:lnTo>
                    <a:pt x="4476" y="9391"/>
                  </a:lnTo>
                  <a:lnTo>
                    <a:pt x="4403" y="9538"/>
                  </a:lnTo>
                  <a:lnTo>
                    <a:pt x="4256" y="9648"/>
                  </a:lnTo>
                  <a:lnTo>
                    <a:pt x="4183" y="9685"/>
                  </a:lnTo>
                  <a:lnTo>
                    <a:pt x="4109" y="9685"/>
                  </a:lnTo>
                  <a:lnTo>
                    <a:pt x="4036" y="9648"/>
                  </a:lnTo>
                  <a:lnTo>
                    <a:pt x="3963" y="9575"/>
                  </a:lnTo>
                  <a:lnTo>
                    <a:pt x="3926" y="9501"/>
                  </a:lnTo>
                  <a:lnTo>
                    <a:pt x="3926" y="9428"/>
                  </a:lnTo>
                  <a:lnTo>
                    <a:pt x="3963" y="9354"/>
                  </a:lnTo>
                  <a:lnTo>
                    <a:pt x="4036" y="9281"/>
                  </a:lnTo>
                  <a:lnTo>
                    <a:pt x="4219" y="9208"/>
                  </a:lnTo>
                  <a:lnTo>
                    <a:pt x="4403" y="9171"/>
                  </a:lnTo>
                  <a:lnTo>
                    <a:pt x="4439" y="9171"/>
                  </a:lnTo>
                  <a:lnTo>
                    <a:pt x="4476" y="9134"/>
                  </a:lnTo>
                  <a:close/>
                  <a:moveTo>
                    <a:pt x="7741" y="9391"/>
                  </a:moveTo>
                  <a:lnTo>
                    <a:pt x="7814" y="9464"/>
                  </a:lnTo>
                  <a:lnTo>
                    <a:pt x="7851" y="9575"/>
                  </a:lnTo>
                  <a:lnTo>
                    <a:pt x="7851" y="9685"/>
                  </a:lnTo>
                  <a:lnTo>
                    <a:pt x="7814" y="9795"/>
                  </a:lnTo>
                  <a:lnTo>
                    <a:pt x="7704" y="9868"/>
                  </a:lnTo>
                  <a:lnTo>
                    <a:pt x="7557" y="9905"/>
                  </a:lnTo>
                  <a:lnTo>
                    <a:pt x="7447" y="9905"/>
                  </a:lnTo>
                  <a:lnTo>
                    <a:pt x="7301" y="9868"/>
                  </a:lnTo>
                  <a:lnTo>
                    <a:pt x="7227" y="9795"/>
                  </a:lnTo>
                  <a:lnTo>
                    <a:pt x="7301" y="9648"/>
                  </a:lnTo>
                  <a:lnTo>
                    <a:pt x="7374" y="9538"/>
                  </a:lnTo>
                  <a:lnTo>
                    <a:pt x="7484" y="9464"/>
                  </a:lnTo>
                  <a:lnTo>
                    <a:pt x="7631" y="9428"/>
                  </a:lnTo>
                  <a:lnTo>
                    <a:pt x="7704" y="9391"/>
                  </a:lnTo>
                  <a:close/>
                  <a:moveTo>
                    <a:pt x="4439" y="8658"/>
                  </a:moveTo>
                  <a:lnTo>
                    <a:pt x="4293" y="8694"/>
                  </a:lnTo>
                  <a:lnTo>
                    <a:pt x="4146" y="8694"/>
                  </a:lnTo>
                  <a:lnTo>
                    <a:pt x="4073" y="8731"/>
                  </a:lnTo>
                  <a:lnTo>
                    <a:pt x="3999" y="8804"/>
                  </a:lnTo>
                  <a:lnTo>
                    <a:pt x="3963" y="8951"/>
                  </a:lnTo>
                  <a:lnTo>
                    <a:pt x="3742" y="9061"/>
                  </a:lnTo>
                  <a:lnTo>
                    <a:pt x="3596" y="9244"/>
                  </a:lnTo>
                  <a:lnTo>
                    <a:pt x="3559" y="9354"/>
                  </a:lnTo>
                  <a:lnTo>
                    <a:pt x="3522" y="9501"/>
                  </a:lnTo>
                  <a:lnTo>
                    <a:pt x="3559" y="9611"/>
                  </a:lnTo>
                  <a:lnTo>
                    <a:pt x="3596" y="9758"/>
                  </a:lnTo>
                  <a:lnTo>
                    <a:pt x="3706" y="9868"/>
                  </a:lnTo>
                  <a:lnTo>
                    <a:pt x="3779" y="9978"/>
                  </a:lnTo>
                  <a:lnTo>
                    <a:pt x="3926" y="10051"/>
                  </a:lnTo>
                  <a:lnTo>
                    <a:pt x="4036" y="10088"/>
                  </a:lnTo>
                  <a:lnTo>
                    <a:pt x="4366" y="10088"/>
                  </a:lnTo>
                  <a:lnTo>
                    <a:pt x="4513" y="10015"/>
                  </a:lnTo>
                  <a:lnTo>
                    <a:pt x="4623" y="9905"/>
                  </a:lnTo>
                  <a:lnTo>
                    <a:pt x="4733" y="9795"/>
                  </a:lnTo>
                  <a:lnTo>
                    <a:pt x="4843" y="9648"/>
                  </a:lnTo>
                  <a:lnTo>
                    <a:pt x="4880" y="9501"/>
                  </a:lnTo>
                  <a:lnTo>
                    <a:pt x="4916" y="9354"/>
                  </a:lnTo>
                  <a:lnTo>
                    <a:pt x="4916" y="9171"/>
                  </a:lnTo>
                  <a:lnTo>
                    <a:pt x="4880" y="9024"/>
                  </a:lnTo>
                  <a:lnTo>
                    <a:pt x="4806" y="8878"/>
                  </a:lnTo>
                  <a:lnTo>
                    <a:pt x="4733" y="8768"/>
                  </a:lnTo>
                  <a:lnTo>
                    <a:pt x="4586" y="8694"/>
                  </a:lnTo>
                  <a:lnTo>
                    <a:pt x="4439" y="8658"/>
                  </a:lnTo>
                  <a:close/>
                  <a:moveTo>
                    <a:pt x="7447" y="8951"/>
                  </a:moveTo>
                  <a:lnTo>
                    <a:pt x="7337" y="8988"/>
                  </a:lnTo>
                  <a:lnTo>
                    <a:pt x="7264" y="9061"/>
                  </a:lnTo>
                  <a:lnTo>
                    <a:pt x="7227" y="9134"/>
                  </a:lnTo>
                  <a:lnTo>
                    <a:pt x="7227" y="9208"/>
                  </a:lnTo>
                  <a:lnTo>
                    <a:pt x="7117" y="9318"/>
                  </a:lnTo>
                  <a:lnTo>
                    <a:pt x="7007" y="9391"/>
                  </a:lnTo>
                  <a:lnTo>
                    <a:pt x="6934" y="9501"/>
                  </a:lnTo>
                  <a:lnTo>
                    <a:pt x="6897" y="9611"/>
                  </a:lnTo>
                  <a:lnTo>
                    <a:pt x="6897" y="9575"/>
                  </a:lnTo>
                  <a:lnTo>
                    <a:pt x="6860" y="9611"/>
                  </a:lnTo>
                  <a:lnTo>
                    <a:pt x="6824" y="9758"/>
                  </a:lnTo>
                  <a:lnTo>
                    <a:pt x="6824" y="9905"/>
                  </a:lnTo>
                  <a:lnTo>
                    <a:pt x="6860" y="9978"/>
                  </a:lnTo>
                  <a:lnTo>
                    <a:pt x="6897" y="10051"/>
                  </a:lnTo>
                  <a:lnTo>
                    <a:pt x="7007" y="10125"/>
                  </a:lnTo>
                  <a:lnTo>
                    <a:pt x="7044" y="10161"/>
                  </a:lnTo>
                  <a:lnTo>
                    <a:pt x="7044" y="10198"/>
                  </a:lnTo>
                  <a:lnTo>
                    <a:pt x="7227" y="10271"/>
                  </a:lnTo>
                  <a:lnTo>
                    <a:pt x="7374" y="10345"/>
                  </a:lnTo>
                  <a:lnTo>
                    <a:pt x="7704" y="10345"/>
                  </a:lnTo>
                  <a:lnTo>
                    <a:pt x="7851" y="10271"/>
                  </a:lnTo>
                  <a:lnTo>
                    <a:pt x="7998" y="10198"/>
                  </a:lnTo>
                  <a:lnTo>
                    <a:pt x="8108" y="10088"/>
                  </a:lnTo>
                  <a:lnTo>
                    <a:pt x="8181" y="9941"/>
                  </a:lnTo>
                  <a:lnTo>
                    <a:pt x="8254" y="9795"/>
                  </a:lnTo>
                  <a:lnTo>
                    <a:pt x="8291" y="9611"/>
                  </a:lnTo>
                  <a:lnTo>
                    <a:pt x="8254" y="9464"/>
                  </a:lnTo>
                  <a:lnTo>
                    <a:pt x="8218" y="9318"/>
                  </a:lnTo>
                  <a:lnTo>
                    <a:pt x="8144" y="9171"/>
                  </a:lnTo>
                  <a:lnTo>
                    <a:pt x="7998" y="9024"/>
                  </a:lnTo>
                  <a:lnTo>
                    <a:pt x="7924" y="8988"/>
                  </a:lnTo>
                  <a:lnTo>
                    <a:pt x="7851" y="8951"/>
                  </a:lnTo>
                  <a:close/>
                  <a:moveTo>
                    <a:pt x="6970" y="7227"/>
                  </a:moveTo>
                  <a:lnTo>
                    <a:pt x="7227" y="7300"/>
                  </a:lnTo>
                  <a:lnTo>
                    <a:pt x="7741" y="7520"/>
                  </a:lnTo>
                  <a:lnTo>
                    <a:pt x="8071" y="7667"/>
                  </a:lnTo>
                  <a:lnTo>
                    <a:pt x="8474" y="7740"/>
                  </a:lnTo>
                  <a:lnTo>
                    <a:pt x="8658" y="7777"/>
                  </a:lnTo>
                  <a:lnTo>
                    <a:pt x="8878" y="7777"/>
                  </a:lnTo>
                  <a:lnTo>
                    <a:pt x="9061" y="7740"/>
                  </a:lnTo>
                  <a:lnTo>
                    <a:pt x="9245" y="7667"/>
                  </a:lnTo>
                  <a:lnTo>
                    <a:pt x="9575" y="8071"/>
                  </a:lnTo>
                  <a:lnTo>
                    <a:pt x="10125" y="8841"/>
                  </a:lnTo>
                  <a:lnTo>
                    <a:pt x="10639" y="9648"/>
                  </a:lnTo>
                  <a:lnTo>
                    <a:pt x="10785" y="9868"/>
                  </a:lnTo>
                  <a:lnTo>
                    <a:pt x="10822" y="10015"/>
                  </a:lnTo>
                  <a:lnTo>
                    <a:pt x="10785" y="10161"/>
                  </a:lnTo>
                  <a:lnTo>
                    <a:pt x="10749" y="10235"/>
                  </a:lnTo>
                  <a:lnTo>
                    <a:pt x="10639" y="10345"/>
                  </a:lnTo>
                  <a:lnTo>
                    <a:pt x="10455" y="10455"/>
                  </a:lnTo>
                  <a:lnTo>
                    <a:pt x="10235" y="10602"/>
                  </a:lnTo>
                  <a:lnTo>
                    <a:pt x="9758" y="10565"/>
                  </a:lnTo>
                  <a:lnTo>
                    <a:pt x="9281" y="10492"/>
                  </a:lnTo>
                  <a:lnTo>
                    <a:pt x="8328" y="10455"/>
                  </a:lnTo>
                  <a:lnTo>
                    <a:pt x="7374" y="10492"/>
                  </a:lnTo>
                  <a:lnTo>
                    <a:pt x="6420" y="10528"/>
                  </a:lnTo>
                  <a:lnTo>
                    <a:pt x="2092" y="10675"/>
                  </a:lnTo>
                  <a:lnTo>
                    <a:pt x="1065" y="10712"/>
                  </a:lnTo>
                  <a:lnTo>
                    <a:pt x="735" y="10712"/>
                  </a:lnTo>
                  <a:lnTo>
                    <a:pt x="625" y="10638"/>
                  </a:lnTo>
                  <a:lnTo>
                    <a:pt x="588" y="10602"/>
                  </a:lnTo>
                  <a:lnTo>
                    <a:pt x="551" y="10565"/>
                  </a:lnTo>
                  <a:lnTo>
                    <a:pt x="588" y="10418"/>
                  </a:lnTo>
                  <a:lnTo>
                    <a:pt x="735" y="10198"/>
                  </a:lnTo>
                  <a:lnTo>
                    <a:pt x="1065" y="9685"/>
                  </a:lnTo>
                  <a:lnTo>
                    <a:pt x="1542" y="9575"/>
                  </a:lnTo>
                  <a:lnTo>
                    <a:pt x="1762" y="9538"/>
                  </a:lnTo>
                  <a:lnTo>
                    <a:pt x="2018" y="9501"/>
                  </a:lnTo>
                  <a:lnTo>
                    <a:pt x="2092" y="9464"/>
                  </a:lnTo>
                  <a:lnTo>
                    <a:pt x="2128" y="9428"/>
                  </a:lnTo>
                  <a:lnTo>
                    <a:pt x="2165" y="9281"/>
                  </a:lnTo>
                  <a:lnTo>
                    <a:pt x="2128" y="9171"/>
                  </a:lnTo>
                  <a:lnTo>
                    <a:pt x="2092" y="9134"/>
                  </a:lnTo>
                  <a:lnTo>
                    <a:pt x="2018" y="9098"/>
                  </a:lnTo>
                  <a:lnTo>
                    <a:pt x="1872" y="9061"/>
                  </a:lnTo>
                  <a:lnTo>
                    <a:pt x="1725" y="9061"/>
                  </a:lnTo>
                  <a:lnTo>
                    <a:pt x="1395" y="9134"/>
                  </a:lnTo>
                  <a:lnTo>
                    <a:pt x="1395" y="9134"/>
                  </a:lnTo>
                  <a:lnTo>
                    <a:pt x="1798" y="8547"/>
                  </a:lnTo>
                  <a:lnTo>
                    <a:pt x="1835" y="8511"/>
                  </a:lnTo>
                  <a:lnTo>
                    <a:pt x="1945" y="8547"/>
                  </a:lnTo>
                  <a:lnTo>
                    <a:pt x="2092" y="8584"/>
                  </a:lnTo>
                  <a:lnTo>
                    <a:pt x="2459" y="8621"/>
                  </a:lnTo>
                  <a:lnTo>
                    <a:pt x="2972" y="8621"/>
                  </a:lnTo>
                  <a:lnTo>
                    <a:pt x="3082" y="8584"/>
                  </a:lnTo>
                  <a:lnTo>
                    <a:pt x="3156" y="8511"/>
                  </a:lnTo>
                  <a:lnTo>
                    <a:pt x="3192" y="8401"/>
                  </a:lnTo>
                  <a:lnTo>
                    <a:pt x="3156" y="8291"/>
                  </a:lnTo>
                  <a:lnTo>
                    <a:pt x="3082" y="8217"/>
                  </a:lnTo>
                  <a:lnTo>
                    <a:pt x="2972" y="8181"/>
                  </a:lnTo>
                  <a:lnTo>
                    <a:pt x="2055" y="8181"/>
                  </a:lnTo>
                  <a:lnTo>
                    <a:pt x="2532" y="7520"/>
                  </a:lnTo>
                  <a:lnTo>
                    <a:pt x="2752" y="7557"/>
                  </a:lnTo>
                  <a:lnTo>
                    <a:pt x="2899" y="7704"/>
                  </a:lnTo>
                  <a:lnTo>
                    <a:pt x="3046" y="7777"/>
                  </a:lnTo>
                  <a:lnTo>
                    <a:pt x="3192" y="7851"/>
                  </a:lnTo>
                  <a:lnTo>
                    <a:pt x="3376" y="7924"/>
                  </a:lnTo>
                  <a:lnTo>
                    <a:pt x="3742" y="7961"/>
                  </a:lnTo>
                  <a:lnTo>
                    <a:pt x="4073" y="7961"/>
                  </a:lnTo>
                  <a:lnTo>
                    <a:pt x="4549" y="7887"/>
                  </a:lnTo>
                  <a:lnTo>
                    <a:pt x="4953" y="7777"/>
                  </a:lnTo>
                  <a:lnTo>
                    <a:pt x="5797" y="7410"/>
                  </a:lnTo>
                  <a:lnTo>
                    <a:pt x="6237" y="7264"/>
                  </a:lnTo>
                  <a:lnTo>
                    <a:pt x="6494" y="7227"/>
                  </a:lnTo>
                  <a:close/>
                  <a:moveTo>
                    <a:pt x="4036" y="1"/>
                  </a:moveTo>
                  <a:lnTo>
                    <a:pt x="3816" y="37"/>
                  </a:lnTo>
                  <a:lnTo>
                    <a:pt x="3596" y="74"/>
                  </a:lnTo>
                  <a:lnTo>
                    <a:pt x="3412" y="147"/>
                  </a:lnTo>
                  <a:lnTo>
                    <a:pt x="3229" y="257"/>
                  </a:lnTo>
                  <a:lnTo>
                    <a:pt x="3119" y="404"/>
                  </a:lnTo>
                  <a:lnTo>
                    <a:pt x="3009" y="551"/>
                  </a:lnTo>
                  <a:lnTo>
                    <a:pt x="2972" y="771"/>
                  </a:lnTo>
                  <a:lnTo>
                    <a:pt x="3009" y="991"/>
                  </a:lnTo>
                  <a:lnTo>
                    <a:pt x="3082" y="1174"/>
                  </a:lnTo>
                  <a:lnTo>
                    <a:pt x="3156" y="1285"/>
                  </a:lnTo>
                  <a:lnTo>
                    <a:pt x="3266" y="1358"/>
                  </a:lnTo>
                  <a:lnTo>
                    <a:pt x="3412" y="1431"/>
                  </a:lnTo>
                  <a:lnTo>
                    <a:pt x="3559" y="1468"/>
                  </a:lnTo>
                  <a:lnTo>
                    <a:pt x="3706" y="1468"/>
                  </a:lnTo>
                  <a:lnTo>
                    <a:pt x="3853" y="1431"/>
                  </a:lnTo>
                  <a:lnTo>
                    <a:pt x="3999" y="1395"/>
                  </a:lnTo>
                  <a:lnTo>
                    <a:pt x="4073" y="1395"/>
                  </a:lnTo>
                  <a:lnTo>
                    <a:pt x="3963" y="1468"/>
                  </a:lnTo>
                  <a:lnTo>
                    <a:pt x="3926" y="1578"/>
                  </a:lnTo>
                  <a:lnTo>
                    <a:pt x="3889" y="2055"/>
                  </a:lnTo>
                  <a:lnTo>
                    <a:pt x="3889" y="2532"/>
                  </a:lnTo>
                  <a:lnTo>
                    <a:pt x="3926" y="3449"/>
                  </a:lnTo>
                  <a:lnTo>
                    <a:pt x="3926" y="5099"/>
                  </a:lnTo>
                  <a:lnTo>
                    <a:pt x="3926" y="5283"/>
                  </a:lnTo>
                  <a:lnTo>
                    <a:pt x="3963" y="5466"/>
                  </a:lnTo>
                  <a:lnTo>
                    <a:pt x="3963" y="5503"/>
                  </a:lnTo>
                  <a:lnTo>
                    <a:pt x="3742" y="5613"/>
                  </a:lnTo>
                  <a:lnTo>
                    <a:pt x="3559" y="5723"/>
                  </a:lnTo>
                  <a:lnTo>
                    <a:pt x="3229" y="6016"/>
                  </a:lnTo>
                  <a:lnTo>
                    <a:pt x="2899" y="6347"/>
                  </a:lnTo>
                  <a:lnTo>
                    <a:pt x="2605" y="6677"/>
                  </a:lnTo>
                  <a:lnTo>
                    <a:pt x="2239" y="7080"/>
                  </a:lnTo>
                  <a:lnTo>
                    <a:pt x="1908" y="7484"/>
                  </a:lnTo>
                  <a:lnTo>
                    <a:pt x="1285" y="8364"/>
                  </a:lnTo>
                  <a:lnTo>
                    <a:pt x="698" y="9244"/>
                  </a:lnTo>
                  <a:lnTo>
                    <a:pt x="148" y="10125"/>
                  </a:lnTo>
                  <a:lnTo>
                    <a:pt x="38" y="10308"/>
                  </a:lnTo>
                  <a:lnTo>
                    <a:pt x="1" y="10492"/>
                  </a:lnTo>
                  <a:lnTo>
                    <a:pt x="38" y="10675"/>
                  </a:lnTo>
                  <a:lnTo>
                    <a:pt x="111" y="10858"/>
                  </a:lnTo>
                  <a:lnTo>
                    <a:pt x="221" y="11005"/>
                  </a:lnTo>
                  <a:lnTo>
                    <a:pt x="368" y="11115"/>
                  </a:lnTo>
                  <a:lnTo>
                    <a:pt x="551" y="11225"/>
                  </a:lnTo>
                  <a:lnTo>
                    <a:pt x="771" y="11262"/>
                  </a:lnTo>
                  <a:lnTo>
                    <a:pt x="1321" y="11299"/>
                  </a:lnTo>
                  <a:lnTo>
                    <a:pt x="1872" y="11262"/>
                  </a:lnTo>
                  <a:lnTo>
                    <a:pt x="3009" y="11189"/>
                  </a:lnTo>
                  <a:lnTo>
                    <a:pt x="5503" y="11115"/>
                  </a:lnTo>
                  <a:lnTo>
                    <a:pt x="7447" y="11042"/>
                  </a:lnTo>
                  <a:lnTo>
                    <a:pt x="8401" y="11005"/>
                  </a:lnTo>
                  <a:lnTo>
                    <a:pt x="9355" y="11042"/>
                  </a:lnTo>
                  <a:lnTo>
                    <a:pt x="9391" y="11152"/>
                  </a:lnTo>
                  <a:lnTo>
                    <a:pt x="9465" y="11225"/>
                  </a:lnTo>
                  <a:lnTo>
                    <a:pt x="9612" y="11299"/>
                  </a:lnTo>
                  <a:lnTo>
                    <a:pt x="9795" y="11335"/>
                  </a:lnTo>
                  <a:lnTo>
                    <a:pt x="9978" y="11335"/>
                  </a:lnTo>
                  <a:lnTo>
                    <a:pt x="10125" y="11299"/>
                  </a:lnTo>
                  <a:lnTo>
                    <a:pt x="10272" y="11299"/>
                  </a:lnTo>
                  <a:lnTo>
                    <a:pt x="10382" y="11262"/>
                  </a:lnTo>
                  <a:lnTo>
                    <a:pt x="10455" y="11189"/>
                  </a:lnTo>
                  <a:lnTo>
                    <a:pt x="10565" y="11115"/>
                  </a:lnTo>
                  <a:lnTo>
                    <a:pt x="10785" y="10968"/>
                  </a:lnTo>
                  <a:lnTo>
                    <a:pt x="10969" y="10785"/>
                  </a:lnTo>
                  <a:lnTo>
                    <a:pt x="11152" y="10602"/>
                  </a:lnTo>
                  <a:lnTo>
                    <a:pt x="11299" y="10455"/>
                  </a:lnTo>
                  <a:lnTo>
                    <a:pt x="11336" y="10308"/>
                  </a:lnTo>
                  <a:lnTo>
                    <a:pt x="11372" y="10198"/>
                  </a:lnTo>
                  <a:lnTo>
                    <a:pt x="11409" y="10051"/>
                  </a:lnTo>
                  <a:lnTo>
                    <a:pt x="11372" y="9941"/>
                  </a:lnTo>
                  <a:lnTo>
                    <a:pt x="11299" y="9685"/>
                  </a:lnTo>
                  <a:lnTo>
                    <a:pt x="11189" y="9464"/>
                  </a:lnTo>
                  <a:lnTo>
                    <a:pt x="10859" y="8914"/>
                  </a:lnTo>
                  <a:lnTo>
                    <a:pt x="10492" y="8364"/>
                  </a:lnTo>
                  <a:lnTo>
                    <a:pt x="10125" y="7887"/>
                  </a:lnTo>
                  <a:lnTo>
                    <a:pt x="9722" y="7410"/>
                  </a:lnTo>
                  <a:lnTo>
                    <a:pt x="9318" y="6933"/>
                  </a:lnTo>
                  <a:lnTo>
                    <a:pt x="8878" y="6493"/>
                  </a:lnTo>
                  <a:lnTo>
                    <a:pt x="8474" y="6126"/>
                  </a:lnTo>
                  <a:lnTo>
                    <a:pt x="8071" y="5760"/>
                  </a:lnTo>
                  <a:lnTo>
                    <a:pt x="7851" y="5576"/>
                  </a:lnTo>
                  <a:lnTo>
                    <a:pt x="7594" y="5430"/>
                  </a:lnTo>
                  <a:lnTo>
                    <a:pt x="7374" y="5319"/>
                  </a:lnTo>
                  <a:lnTo>
                    <a:pt x="7117" y="5209"/>
                  </a:lnTo>
                  <a:lnTo>
                    <a:pt x="7117" y="5173"/>
                  </a:lnTo>
                  <a:lnTo>
                    <a:pt x="7191" y="4953"/>
                  </a:lnTo>
                  <a:lnTo>
                    <a:pt x="7227" y="4696"/>
                  </a:lnTo>
                  <a:lnTo>
                    <a:pt x="7227" y="4182"/>
                  </a:lnTo>
                  <a:lnTo>
                    <a:pt x="7227" y="3669"/>
                  </a:lnTo>
                  <a:lnTo>
                    <a:pt x="7191" y="3192"/>
                  </a:lnTo>
                  <a:lnTo>
                    <a:pt x="7154" y="2825"/>
                  </a:lnTo>
                  <a:lnTo>
                    <a:pt x="7117" y="2385"/>
                  </a:lnTo>
                  <a:lnTo>
                    <a:pt x="7044" y="2165"/>
                  </a:lnTo>
                  <a:lnTo>
                    <a:pt x="7007" y="1945"/>
                  </a:lnTo>
                  <a:lnTo>
                    <a:pt x="6934" y="1761"/>
                  </a:lnTo>
                  <a:lnTo>
                    <a:pt x="6824" y="1615"/>
                  </a:lnTo>
                  <a:lnTo>
                    <a:pt x="7191" y="1651"/>
                  </a:lnTo>
                  <a:lnTo>
                    <a:pt x="7521" y="1651"/>
                  </a:lnTo>
                  <a:lnTo>
                    <a:pt x="7851" y="1541"/>
                  </a:lnTo>
                  <a:lnTo>
                    <a:pt x="7998" y="1468"/>
                  </a:lnTo>
                  <a:lnTo>
                    <a:pt x="8144" y="1358"/>
                  </a:lnTo>
                  <a:lnTo>
                    <a:pt x="8254" y="1248"/>
                  </a:lnTo>
                  <a:lnTo>
                    <a:pt x="8254" y="1174"/>
                  </a:lnTo>
                  <a:lnTo>
                    <a:pt x="8254" y="1101"/>
                  </a:lnTo>
                  <a:lnTo>
                    <a:pt x="8144" y="624"/>
                  </a:lnTo>
                  <a:lnTo>
                    <a:pt x="8071" y="404"/>
                  </a:lnTo>
                  <a:lnTo>
                    <a:pt x="7998" y="294"/>
                  </a:lnTo>
                  <a:lnTo>
                    <a:pt x="7924" y="221"/>
                  </a:lnTo>
                  <a:lnTo>
                    <a:pt x="7851" y="147"/>
                  </a:lnTo>
                  <a:lnTo>
                    <a:pt x="7777" y="147"/>
                  </a:lnTo>
                  <a:lnTo>
                    <a:pt x="7631" y="111"/>
                  </a:lnTo>
                  <a:lnTo>
                    <a:pt x="6824" y="74"/>
                  </a:lnTo>
                  <a:lnTo>
                    <a:pt x="4036" y="1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5" name="Google Shape;311;p5">
              <a:extLst>
                <a:ext uri="{FF2B5EF4-FFF2-40B4-BE49-F238E27FC236}">
                  <a16:creationId xmlns:a16="http://schemas.microsoft.com/office/drawing/2014/main" id="{B422FE0D-C668-41A8-B2DE-FE82027D321C}"/>
                </a:ext>
              </a:extLst>
            </p:cNvPr>
            <p:cNvSpPr/>
            <p:nvPr/>
          </p:nvSpPr>
          <p:spPr>
            <a:xfrm>
              <a:off x="6849975" y="3631900"/>
              <a:ext cx="270550" cy="339350"/>
            </a:xfrm>
            <a:custGeom>
              <a:avLst/>
              <a:gdLst/>
              <a:ahLst/>
              <a:cxnLst/>
              <a:rect l="l" t="t" r="r" b="b"/>
              <a:pathLst>
                <a:path w="10822" h="13574" extrusionOk="0">
                  <a:moveTo>
                    <a:pt x="10235" y="1358"/>
                  </a:moveTo>
                  <a:lnTo>
                    <a:pt x="10345" y="1652"/>
                  </a:lnTo>
                  <a:lnTo>
                    <a:pt x="10345" y="1982"/>
                  </a:lnTo>
                  <a:lnTo>
                    <a:pt x="10345" y="2312"/>
                  </a:lnTo>
                  <a:lnTo>
                    <a:pt x="10235" y="2605"/>
                  </a:lnTo>
                  <a:lnTo>
                    <a:pt x="10235" y="2569"/>
                  </a:lnTo>
                  <a:lnTo>
                    <a:pt x="10198" y="1945"/>
                  </a:lnTo>
                  <a:lnTo>
                    <a:pt x="10235" y="1358"/>
                  </a:lnTo>
                  <a:close/>
                  <a:moveTo>
                    <a:pt x="9538" y="2092"/>
                  </a:moveTo>
                  <a:lnTo>
                    <a:pt x="9538" y="2422"/>
                  </a:lnTo>
                  <a:lnTo>
                    <a:pt x="9538" y="2789"/>
                  </a:lnTo>
                  <a:lnTo>
                    <a:pt x="9465" y="2202"/>
                  </a:lnTo>
                  <a:lnTo>
                    <a:pt x="9538" y="2092"/>
                  </a:lnTo>
                  <a:close/>
                  <a:moveTo>
                    <a:pt x="9941" y="1285"/>
                  </a:moveTo>
                  <a:lnTo>
                    <a:pt x="9868" y="1835"/>
                  </a:lnTo>
                  <a:lnTo>
                    <a:pt x="9831" y="2129"/>
                  </a:lnTo>
                  <a:lnTo>
                    <a:pt x="9831" y="2459"/>
                  </a:lnTo>
                  <a:lnTo>
                    <a:pt x="9831" y="2642"/>
                  </a:lnTo>
                  <a:lnTo>
                    <a:pt x="9868" y="2789"/>
                  </a:lnTo>
                  <a:lnTo>
                    <a:pt x="9941" y="2936"/>
                  </a:lnTo>
                  <a:lnTo>
                    <a:pt x="10015" y="3046"/>
                  </a:lnTo>
                  <a:lnTo>
                    <a:pt x="10051" y="3046"/>
                  </a:lnTo>
                  <a:lnTo>
                    <a:pt x="9941" y="3229"/>
                  </a:lnTo>
                  <a:lnTo>
                    <a:pt x="9648" y="3632"/>
                  </a:lnTo>
                  <a:lnTo>
                    <a:pt x="9575" y="3046"/>
                  </a:lnTo>
                  <a:lnTo>
                    <a:pt x="9611" y="3119"/>
                  </a:lnTo>
                  <a:lnTo>
                    <a:pt x="9648" y="3156"/>
                  </a:lnTo>
                  <a:lnTo>
                    <a:pt x="9721" y="3192"/>
                  </a:lnTo>
                  <a:lnTo>
                    <a:pt x="9795" y="3156"/>
                  </a:lnTo>
                  <a:lnTo>
                    <a:pt x="9868" y="3156"/>
                  </a:lnTo>
                  <a:lnTo>
                    <a:pt x="9905" y="3082"/>
                  </a:lnTo>
                  <a:lnTo>
                    <a:pt x="9905" y="3046"/>
                  </a:lnTo>
                  <a:lnTo>
                    <a:pt x="9905" y="2972"/>
                  </a:lnTo>
                  <a:lnTo>
                    <a:pt x="9868" y="2936"/>
                  </a:lnTo>
                  <a:lnTo>
                    <a:pt x="9831" y="2899"/>
                  </a:lnTo>
                  <a:lnTo>
                    <a:pt x="9758" y="2899"/>
                  </a:lnTo>
                  <a:lnTo>
                    <a:pt x="9758" y="2642"/>
                  </a:lnTo>
                  <a:lnTo>
                    <a:pt x="9721" y="2092"/>
                  </a:lnTo>
                  <a:lnTo>
                    <a:pt x="9685" y="2018"/>
                  </a:lnTo>
                  <a:lnTo>
                    <a:pt x="9587" y="2018"/>
                  </a:lnTo>
                  <a:lnTo>
                    <a:pt x="9611" y="1982"/>
                  </a:lnTo>
                  <a:lnTo>
                    <a:pt x="9721" y="1762"/>
                  </a:lnTo>
                  <a:lnTo>
                    <a:pt x="9831" y="1542"/>
                  </a:lnTo>
                  <a:lnTo>
                    <a:pt x="9941" y="1285"/>
                  </a:lnTo>
                  <a:close/>
                  <a:moveTo>
                    <a:pt x="9318" y="2385"/>
                  </a:moveTo>
                  <a:lnTo>
                    <a:pt x="9281" y="3119"/>
                  </a:lnTo>
                  <a:lnTo>
                    <a:pt x="9318" y="3889"/>
                  </a:lnTo>
                  <a:lnTo>
                    <a:pt x="9354" y="3963"/>
                  </a:lnTo>
                  <a:lnTo>
                    <a:pt x="9098" y="4183"/>
                  </a:lnTo>
                  <a:lnTo>
                    <a:pt x="9098" y="3963"/>
                  </a:lnTo>
                  <a:lnTo>
                    <a:pt x="9098" y="3743"/>
                  </a:lnTo>
                  <a:lnTo>
                    <a:pt x="9024" y="3302"/>
                  </a:lnTo>
                  <a:lnTo>
                    <a:pt x="8988" y="2715"/>
                  </a:lnTo>
                  <a:lnTo>
                    <a:pt x="9134" y="2569"/>
                  </a:lnTo>
                  <a:lnTo>
                    <a:pt x="9318" y="2385"/>
                  </a:lnTo>
                  <a:close/>
                  <a:moveTo>
                    <a:pt x="8107" y="3596"/>
                  </a:moveTo>
                  <a:lnTo>
                    <a:pt x="7997" y="3889"/>
                  </a:lnTo>
                  <a:lnTo>
                    <a:pt x="7924" y="4219"/>
                  </a:lnTo>
                  <a:lnTo>
                    <a:pt x="7887" y="3779"/>
                  </a:lnTo>
                  <a:lnTo>
                    <a:pt x="8107" y="3596"/>
                  </a:lnTo>
                  <a:close/>
                  <a:moveTo>
                    <a:pt x="8731" y="2972"/>
                  </a:moveTo>
                  <a:lnTo>
                    <a:pt x="8731" y="3302"/>
                  </a:lnTo>
                  <a:lnTo>
                    <a:pt x="8731" y="3816"/>
                  </a:lnTo>
                  <a:lnTo>
                    <a:pt x="8768" y="4109"/>
                  </a:lnTo>
                  <a:lnTo>
                    <a:pt x="8841" y="4366"/>
                  </a:lnTo>
                  <a:lnTo>
                    <a:pt x="8841" y="4403"/>
                  </a:lnTo>
                  <a:lnTo>
                    <a:pt x="8621" y="4586"/>
                  </a:lnTo>
                  <a:lnTo>
                    <a:pt x="8621" y="4586"/>
                  </a:lnTo>
                  <a:lnTo>
                    <a:pt x="8658" y="4219"/>
                  </a:lnTo>
                  <a:lnTo>
                    <a:pt x="8694" y="3816"/>
                  </a:lnTo>
                  <a:lnTo>
                    <a:pt x="8694" y="3449"/>
                  </a:lnTo>
                  <a:lnTo>
                    <a:pt x="8658" y="3082"/>
                  </a:lnTo>
                  <a:lnTo>
                    <a:pt x="8731" y="2972"/>
                  </a:lnTo>
                  <a:close/>
                  <a:moveTo>
                    <a:pt x="8364" y="3339"/>
                  </a:moveTo>
                  <a:lnTo>
                    <a:pt x="8254" y="4733"/>
                  </a:lnTo>
                  <a:lnTo>
                    <a:pt x="8291" y="4806"/>
                  </a:lnTo>
                  <a:lnTo>
                    <a:pt x="8291" y="4843"/>
                  </a:lnTo>
                  <a:lnTo>
                    <a:pt x="8217" y="4916"/>
                  </a:lnTo>
                  <a:lnTo>
                    <a:pt x="8181" y="4880"/>
                  </a:lnTo>
                  <a:lnTo>
                    <a:pt x="8327" y="3522"/>
                  </a:lnTo>
                  <a:lnTo>
                    <a:pt x="8291" y="3486"/>
                  </a:lnTo>
                  <a:lnTo>
                    <a:pt x="8254" y="3449"/>
                  </a:lnTo>
                  <a:lnTo>
                    <a:pt x="8364" y="3339"/>
                  </a:lnTo>
                  <a:close/>
                  <a:moveTo>
                    <a:pt x="7704" y="3963"/>
                  </a:moveTo>
                  <a:lnTo>
                    <a:pt x="7667" y="4329"/>
                  </a:lnTo>
                  <a:lnTo>
                    <a:pt x="7594" y="4696"/>
                  </a:lnTo>
                  <a:lnTo>
                    <a:pt x="7520" y="5026"/>
                  </a:lnTo>
                  <a:lnTo>
                    <a:pt x="7410" y="5393"/>
                  </a:lnTo>
                  <a:lnTo>
                    <a:pt x="7410" y="5467"/>
                  </a:lnTo>
                  <a:lnTo>
                    <a:pt x="7337" y="5430"/>
                  </a:lnTo>
                  <a:lnTo>
                    <a:pt x="7300" y="5430"/>
                  </a:lnTo>
                  <a:lnTo>
                    <a:pt x="7300" y="4990"/>
                  </a:lnTo>
                  <a:lnTo>
                    <a:pt x="7264" y="4696"/>
                  </a:lnTo>
                  <a:lnTo>
                    <a:pt x="7227" y="4366"/>
                  </a:lnTo>
                  <a:lnTo>
                    <a:pt x="7704" y="3963"/>
                  </a:lnTo>
                  <a:close/>
                  <a:moveTo>
                    <a:pt x="7044" y="4513"/>
                  </a:moveTo>
                  <a:lnTo>
                    <a:pt x="6970" y="5026"/>
                  </a:lnTo>
                  <a:lnTo>
                    <a:pt x="6970" y="5320"/>
                  </a:lnTo>
                  <a:lnTo>
                    <a:pt x="6970" y="5540"/>
                  </a:lnTo>
                  <a:lnTo>
                    <a:pt x="7007" y="5650"/>
                  </a:lnTo>
                  <a:lnTo>
                    <a:pt x="7080" y="5760"/>
                  </a:lnTo>
                  <a:lnTo>
                    <a:pt x="6677" y="6053"/>
                  </a:lnTo>
                  <a:lnTo>
                    <a:pt x="6677" y="6053"/>
                  </a:lnTo>
                  <a:lnTo>
                    <a:pt x="6713" y="5797"/>
                  </a:lnTo>
                  <a:lnTo>
                    <a:pt x="6750" y="5540"/>
                  </a:lnTo>
                  <a:lnTo>
                    <a:pt x="6750" y="5173"/>
                  </a:lnTo>
                  <a:lnTo>
                    <a:pt x="6677" y="4843"/>
                  </a:lnTo>
                  <a:lnTo>
                    <a:pt x="7044" y="4513"/>
                  </a:lnTo>
                  <a:close/>
                  <a:moveTo>
                    <a:pt x="6603" y="4916"/>
                  </a:moveTo>
                  <a:lnTo>
                    <a:pt x="6567" y="5173"/>
                  </a:lnTo>
                  <a:lnTo>
                    <a:pt x="6530" y="5430"/>
                  </a:lnTo>
                  <a:lnTo>
                    <a:pt x="6457" y="5613"/>
                  </a:lnTo>
                  <a:lnTo>
                    <a:pt x="6383" y="5760"/>
                  </a:lnTo>
                  <a:lnTo>
                    <a:pt x="6310" y="5943"/>
                  </a:lnTo>
                  <a:lnTo>
                    <a:pt x="6310" y="6127"/>
                  </a:lnTo>
                  <a:lnTo>
                    <a:pt x="6310" y="6200"/>
                  </a:lnTo>
                  <a:lnTo>
                    <a:pt x="6383" y="6237"/>
                  </a:lnTo>
                  <a:lnTo>
                    <a:pt x="5980" y="6494"/>
                  </a:lnTo>
                  <a:lnTo>
                    <a:pt x="6053" y="6090"/>
                  </a:lnTo>
                  <a:lnTo>
                    <a:pt x="6053" y="5760"/>
                  </a:lnTo>
                  <a:lnTo>
                    <a:pt x="6016" y="5393"/>
                  </a:lnTo>
                  <a:lnTo>
                    <a:pt x="6603" y="4916"/>
                  </a:lnTo>
                  <a:close/>
                  <a:moveTo>
                    <a:pt x="5870" y="5540"/>
                  </a:moveTo>
                  <a:lnTo>
                    <a:pt x="5796" y="5943"/>
                  </a:lnTo>
                  <a:lnTo>
                    <a:pt x="5686" y="6347"/>
                  </a:lnTo>
                  <a:lnTo>
                    <a:pt x="5613" y="6567"/>
                  </a:lnTo>
                  <a:lnTo>
                    <a:pt x="5613" y="6677"/>
                  </a:lnTo>
                  <a:lnTo>
                    <a:pt x="5613" y="6750"/>
                  </a:lnTo>
                  <a:lnTo>
                    <a:pt x="5173" y="7081"/>
                  </a:lnTo>
                  <a:lnTo>
                    <a:pt x="5393" y="5943"/>
                  </a:lnTo>
                  <a:lnTo>
                    <a:pt x="5870" y="5540"/>
                  </a:lnTo>
                  <a:close/>
                  <a:moveTo>
                    <a:pt x="9134" y="478"/>
                  </a:moveTo>
                  <a:lnTo>
                    <a:pt x="9428" y="588"/>
                  </a:lnTo>
                  <a:lnTo>
                    <a:pt x="9318" y="735"/>
                  </a:lnTo>
                  <a:lnTo>
                    <a:pt x="9318" y="845"/>
                  </a:lnTo>
                  <a:lnTo>
                    <a:pt x="9354" y="918"/>
                  </a:lnTo>
                  <a:lnTo>
                    <a:pt x="9428" y="955"/>
                  </a:lnTo>
                  <a:lnTo>
                    <a:pt x="9538" y="955"/>
                  </a:lnTo>
                  <a:lnTo>
                    <a:pt x="9538" y="1101"/>
                  </a:lnTo>
                  <a:lnTo>
                    <a:pt x="9465" y="1285"/>
                  </a:lnTo>
                  <a:lnTo>
                    <a:pt x="9318" y="1615"/>
                  </a:lnTo>
                  <a:lnTo>
                    <a:pt x="9134" y="1908"/>
                  </a:lnTo>
                  <a:lnTo>
                    <a:pt x="8914" y="2202"/>
                  </a:lnTo>
                  <a:lnTo>
                    <a:pt x="8841" y="2165"/>
                  </a:lnTo>
                  <a:lnTo>
                    <a:pt x="8804" y="2202"/>
                  </a:lnTo>
                  <a:lnTo>
                    <a:pt x="8768" y="2202"/>
                  </a:lnTo>
                  <a:lnTo>
                    <a:pt x="8731" y="2275"/>
                  </a:lnTo>
                  <a:lnTo>
                    <a:pt x="8731" y="2349"/>
                  </a:lnTo>
                  <a:lnTo>
                    <a:pt x="8364" y="2715"/>
                  </a:lnTo>
                  <a:lnTo>
                    <a:pt x="7740" y="3339"/>
                  </a:lnTo>
                  <a:lnTo>
                    <a:pt x="7667" y="3339"/>
                  </a:lnTo>
                  <a:lnTo>
                    <a:pt x="7667" y="3412"/>
                  </a:lnTo>
                  <a:lnTo>
                    <a:pt x="6493" y="4439"/>
                  </a:lnTo>
                  <a:lnTo>
                    <a:pt x="5650" y="5173"/>
                  </a:lnTo>
                  <a:lnTo>
                    <a:pt x="4806" y="5870"/>
                  </a:lnTo>
                  <a:lnTo>
                    <a:pt x="4769" y="5870"/>
                  </a:lnTo>
                  <a:lnTo>
                    <a:pt x="4733" y="5907"/>
                  </a:lnTo>
                  <a:lnTo>
                    <a:pt x="4623" y="6017"/>
                  </a:lnTo>
                  <a:lnTo>
                    <a:pt x="3889" y="6567"/>
                  </a:lnTo>
                  <a:lnTo>
                    <a:pt x="3852" y="6567"/>
                  </a:lnTo>
                  <a:lnTo>
                    <a:pt x="3816" y="6604"/>
                  </a:lnTo>
                  <a:lnTo>
                    <a:pt x="3632" y="6714"/>
                  </a:lnTo>
                  <a:lnTo>
                    <a:pt x="3339" y="6897"/>
                  </a:lnTo>
                  <a:lnTo>
                    <a:pt x="3155" y="7007"/>
                  </a:lnTo>
                  <a:lnTo>
                    <a:pt x="3045" y="7154"/>
                  </a:lnTo>
                  <a:lnTo>
                    <a:pt x="2972" y="7117"/>
                  </a:lnTo>
                  <a:lnTo>
                    <a:pt x="2605" y="6824"/>
                  </a:lnTo>
                  <a:lnTo>
                    <a:pt x="2312" y="6457"/>
                  </a:lnTo>
                  <a:lnTo>
                    <a:pt x="2128" y="6274"/>
                  </a:lnTo>
                  <a:lnTo>
                    <a:pt x="1945" y="6090"/>
                  </a:lnTo>
                  <a:lnTo>
                    <a:pt x="2202" y="5943"/>
                  </a:lnTo>
                  <a:lnTo>
                    <a:pt x="2458" y="5723"/>
                  </a:lnTo>
                  <a:lnTo>
                    <a:pt x="2605" y="5943"/>
                  </a:lnTo>
                  <a:lnTo>
                    <a:pt x="2825" y="6127"/>
                  </a:lnTo>
                  <a:lnTo>
                    <a:pt x="2935" y="6200"/>
                  </a:lnTo>
                  <a:lnTo>
                    <a:pt x="3082" y="6237"/>
                  </a:lnTo>
                  <a:lnTo>
                    <a:pt x="3229" y="6237"/>
                  </a:lnTo>
                  <a:lnTo>
                    <a:pt x="3339" y="6127"/>
                  </a:lnTo>
                  <a:lnTo>
                    <a:pt x="3375" y="6090"/>
                  </a:lnTo>
                  <a:lnTo>
                    <a:pt x="3412" y="6017"/>
                  </a:lnTo>
                  <a:lnTo>
                    <a:pt x="3375" y="5870"/>
                  </a:lnTo>
                  <a:lnTo>
                    <a:pt x="3339" y="5797"/>
                  </a:lnTo>
                  <a:lnTo>
                    <a:pt x="3265" y="5760"/>
                  </a:lnTo>
                  <a:lnTo>
                    <a:pt x="3119" y="5760"/>
                  </a:lnTo>
                  <a:lnTo>
                    <a:pt x="3082" y="5797"/>
                  </a:lnTo>
                  <a:lnTo>
                    <a:pt x="3082" y="5760"/>
                  </a:lnTo>
                  <a:lnTo>
                    <a:pt x="2935" y="5650"/>
                  </a:lnTo>
                  <a:lnTo>
                    <a:pt x="2752" y="5503"/>
                  </a:lnTo>
                  <a:lnTo>
                    <a:pt x="2825" y="5430"/>
                  </a:lnTo>
                  <a:lnTo>
                    <a:pt x="3302" y="4990"/>
                  </a:lnTo>
                  <a:lnTo>
                    <a:pt x="3375" y="5173"/>
                  </a:lnTo>
                  <a:lnTo>
                    <a:pt x="3449" y="5283"/>
                  </a:lnTo>
                  <a:lnTo>
                    <a:pt x="3559" y="5393"/>
                  </a:lnTo>
                  <a:lnTo>
                    <a:pt x="3669" y="5503"/>
                  </a:lnTo>
                  <a:lnTo>
                    <a:pt x="3816" y="5540"/>
                  </a:lnTo>
                  <a:lnTo>
                    <a:pt x="3926" y="5540"/>
                  </a:lnTo>
                  <a:lnTo>
                    <a:pt x="3999" y="5467"/>
                  </a:lnTo>
                  <a:lnTo>
                    <a:pt x="4036" y="5393"/>
                  </a:lnTo>
                  <a:lnTo>
                    <a:pt x="4036" y="5283"/>
                  </a:lnTo>
                  <a:lnTo>
                    <a:pt x="3889" y="5136"/>
                  </a:lnTo>
                  <a:lnTo>
                    <a:pt x="3742" y="4990"/>
                  </a:lnTo>
                  <a:lnTo>
                    <a:pt x="3632" y="4843"/>
                  </a:lnTo>
                  <a:lnTo>
                    <a:pt x="3595" y="4770"/>
                  </a:lnTo>
                  <a:lnTo>
                    <a:pt x="3595" y="4733"/>
                  </a:lnTo>
                  <a:lnTo>
                    <a:pt x="3926" y="4439"/>
                  </a:lnTo>
                  <a:lnTo>
                    <a:pt x="4146" y="4256"/>
                  </a:lnTo>
                  <a:lnTo>
                    <a:pt x="4182" y="4403"/>
                  </a:lnTo>
                  <a:lnTo>
                    <a:pt x="4256" y="4513"/>
                  </a:lnTo>
                  <a:lnTo>
                    <a:pt x="4329" y="4623"/>
                  </a:lnTo>
                  <a:lnTo>
                    <a:pt x="4439" y="4770"/>
                  </a:lnTo>
                  <a:lnTo>
                    <a:pt x="4586" y="4843"/>
                  </a:lnTo>
                  <a:lnTo>
                    <a:pt x="4696" y="4880"/>
                  </a:lnTo>
                  <a:lnTo>
                    <a:pt x="4806" y="4843"/>
                  </a:lnTo>
                  <a:lnTo>
                    <a:pt x="4843" y="4770"/>
                  </a:lnTo>
                  <a:lnTo>
                    <a:pt x="4879" y="4733"/>
                  </a:lnTo>
                  <a:lnTo>
                    <a:pt x="4879" y="4623"/>
                  </a:lnTo>
                  <a:lnTo>
                    <a:pt x="4843" y="4549"/>
                  </a:lnTo>
                  <a:lnTo>
                    <a:pt x="4769" y="4476"/>
                  </a:lnTo>
                  <a:lnTo>
                    <a:pt x="4623" y="4329"/>
                  </a:lnTo>
                  <a:lnTo>
                    <a:pt x="4513" y="4219"/>
                  </a:lnTo>
                  <a:lnTo>
                    <a:pt x="4476" y="4073"/>
                  </a:lnTo>
                  <a:lnTo>
                    <a:pt x="4476" y="3999"/>
                  </a:lnTo>
                  <a:lnTo>
                    <a:pt x="4989" y="3522"/>
                  </a:lnTo>
                  <a:lnTo>
                    <a:pt x="5063" y="3632"/>
                  </a:lnTo>
                  <a:lnTo>
                    <a:pt x="5173" y="3853"/>
                  </a:lnTo>
                  <a:lnTo>
                    <a:pt x="5356" y="4036"/>
                  </a:lnTo>
                  <a:lnTo>
                    <a:pt x="5430" y="4073"/>
                  </a:lnTo>
                  <a:lnTo>
                    <a:pt x="5503" y="4109"/>
                  </a:lnTo>
                  <a:lnTo>
                    <a:pt x="5576" y="4073"/>
                  </a:lnTo>
                  <a:lnTo>
                    <a:pt x="5650" y="4036"/>
                  </a:lnTo>
                  <a:lnTo>
                    <a:pt x="5686" y="3963"/>
                  </a:lnTo>
                  <a:lnTo>
                    <a:pt x="5686" y="3926"/>
                  </a:lnTo>
                  <a:lnTo>
                    <a:pt x="5686" y="3853"/>
                  </a:lnTo>
                  <a:lnTo>
                    <a:pt x="5650" y="3779"/>
                  </a:lnTo>
                  <a:lnTo>
                    <a:pt x="5246" y="3302"/>
                  </a:lnTo>
                  <a:lnTo>
                    <a:pt x="5980" y="2642"/>
                  </a:lnTo>
                  <a:lnTo>
                    <a:pt x="6016" y="2715"/>
                  </a:lnTo>
                  <a:lnTo>
                    <a:pt x="6163" y="3082"/>
                  </a:lnTo>
                  <a:lnTo>
                    <a:pt x="6200" y="3156"/>
                  </a:lnTo>
                  <a:lnTo>
                    <a:pt x="6237" y="3192"/>
                  </a:lnTo>
                  <a:lnTo>
                    <a:pt x="6383" y="3192"/>
                  </a:lnTo>
                  <a:lnTo>
                    <a:pt x="6457" y="3156"/>
                  </a:lnTo>
                  <a:lnTo>
                    <a:pt x="6493" y="3082"/>
                  </a:lnTo>
                  <a:lnTo>
                    <a:pt x="6530" y="3009"/>
                  </a:lnTo>
                  <a:lnTo>
                    <a:pt x="6493" y="2936"/>
                  </a:lnTo>
                  <a:lnTo>
                    <a:pt x="6383" y="2605"/>
                  </a:lnTo>
                  <a:lnTo>
                    <a:pt x="6273" y="2422"/>
                  </a:lnTo>
                  <a:lnTo>
                    <a:pt x="7007" y="1725"/>
                  </a:lnTo>
                  <a:lnTo>
                    <a:pt x="7044" y="1945"/>
                  </a:lnTo>
                  <a:lnTo>
                    <a:pt x="7080" y="2129"/>
                  </a:lnTo>
                  <a:lnTo>
                    <a:pt x="7154" y="2349"/>
                  </a:lnTo>
                  <a:lnTo>
                    <a:pt x="7227" y="2532"/>
                  </a:lnTo>
                  <a:lnTo>
                    <a:pt x="7300" y="2605"/>
                  </a:lnTo>
                  <a:lnTo>
                    <a:pt x="7410" y="2642"/>
                  </a:lnTo>
                  <a:lnTo>
                    <a:pt x="7557" y="2569"/>
                  </a:lnTo>
                  <a:lnTo>
                    <a:pt x="7630" y="2495"/>
                  </a:lnTo>
                  <a:lnTo>
                    <a:pt x="7667" y="2385"/>
                  </a:lnTo>
                  <a:lnTo>
                    <a:pt x="7667" y="2312"/>
                  </a:lnTo>
                  <a:lnTo>
                    <a:pt x="7630" y="2239"/>
                  </a:lnTo>
                  <a:lnTo>
                    <a:pt x="7557" y="2165"/>
                  </a:lnTo>
                  <a:lnTo>
                    <a:pt x="7484" y="2165"/>
                  </a:lnTo>
                  <a:lnTo>
                    <a:pt x="7337" y="1835"/>
                  </a:lnTo>
                  <a:lnTo>
                    <a:pt x="7227" y="1542"/>
                  </a:lnTo>
                  <a:lnTo>
                    <a:pt x="7740" y="1101"/>
                  </a:lnTo>
                  <a:lnTo>
                    <a:pt x="8217" y="735"/>
                  </a:lnTo>
                  <a:lnTo>
                    <a:pt x="8364" y="625"/>
                  </a:lnTo>
                  <a:lnTo>
                    <a:pt x="8511" y="551"/>
                  </a:lnTo>
                  <a:lnTo>
                    <a:pt x="8841" y="478"/>
                  </a:lnTo>
                  <a:close/>
                  <a:moveTo>
                    <a:pt x="3485" y="7264"/>
                  </a:moveTo>
                  <a:lnTo>
                    <a:pt x="3449" y="7447"/>
                  </a:lnTo>
                  <a:lnTo>
                    <a:pt x="3302" y="7337"/>
                  </a:lnTo>
                  <a:lnTo>
                    <a:pt x="3485" y="7264"/>
                  </a:lnTo>
                  <a:close/>
                  <a:moveTo>
                    <a:pt x="5099" y="6163"/>
                  </a:moveTo>
                  <a:lnTo>
                    <a:pt x="4733" y="7264"/>
                  </a:lnTo>
                  <a:lnTo>
                    <a:pt x="4733" y="7337"/>
                  </a:lnTo>
                  <a:lnTo>
                    <a:pt x="4586" y="7447"/>
                  </a:lnTo>
                  <a:lnTo>
                    <a:pt x="4586" y="7337"/>
                  </a:lnTo>
                  <a:lnTo>
                    <a:pt x="4586" y="7301"/>
                  </a:lnTo>
                  <a:lnTo>
                    <a:pt x="4623" y="6860"/>
                  </a:lnTo>
                  <a:lnTo>
                    <a:pt x="4733" y="6457"/>
                  </a:lnTo>
                  <a:lnTo>
                    <a:pt x="5026" y="6237"/>
                  </a:lnTo>
                  <a:lnTo>
                    <a:pt x="5099" y="6163"/>
                  </a:lnTo>
                  <a:close/>
                  <a:moveTo>
                    <a:pt x="4292" y="6750"/>
                  </a:moveTo>
                  <a:lnTo>
                    <a:pt x="4219" y="7117"/>
                  </a:lnTo>
                  <a:lnTo>
                    <a:pt x="4219" y="7484"/>
                  </a:lnTo>
                  <a:lnTo>
                    <a:pt x="4219" y="7594"/>
                  </a:lnTo>
                  <a:lnTo>
                    <a:pt x="4292" y="7631"/>
                  </a:lnTo>
                  <a:lnTo>
                    <a:pt x="3889" y="7924"/>
                  </a:lnTo>
                  <a:lnTo>
                    <a:pt x="3816" y="7851"/>
                  </a:lnTo>
                  <a:lnTo>
                    <a:pt x="3889" y="7777"/>
                  </a:lnTo>
                  <a:lnTo>
                    <a:pt x="3926" y="7667"/>
                  </a:lnTo>
                  <a:lnTo>
                    <a:pt x="3926" y="7594"/>
                  </a:lnTo>
                  <a:lnTo>
                    <a:pt x="3889" y="7521"/>
                  </a:lnTo>
                  <a:lnTo>
                    <a:pt x="3852" y="7484"/>
                  </a:lnTo>
                  <a:lnTo>
                    <a:pt x="3816" y="7484"/>
                  </a:lnTo>
                  <a:lnTo>
                    <a:pt x="3889" y="7227"/>
                  </a:lnTo>
                  <a:lnTo>
                    <a:pt x="3926" y="7007"/>
                  </a:lnTo>
                  <a:lnTo>
                    <a:pt x="3926" y="6970"/>
                  </a:lnTo>
                  <a:lnTo>
                    <a:pt x="4292" y="6750"/>
                  </a:lnTo>
                  <a:close/>
                  <a:moveTo>
                    <a:pt x="1101" y="6127"/>
                  </a:moveTo>
                  <a:lnTo>
                    <a:pt x="1358" y="6200"/>
                  </a:lnTo>
                  <a:lnTo>
                    <a:pt x="1578" y="6310"/>
                  </a:lnTo>
                  <a:lnTo>
                    <a:pt x="1761" y="6457"/>
                  </a:lnTo>
                  <a:lnTo>
                    <a:pt x="1945" y="6677"/>
                  </a:lnTo>
                  <a:lnTo>
                    <a:pt x="2312" y="7081"/>
                  </a:lnTo>
                  <a:lnTo>
                    <a:pt x="2715" y="7447"/>
                  </a:lnTo>
                  <a:lnTo>
                    <a:pt x="3155" y="7777"/>
                  </a:lnTo>
                  <a:lnTo>
                    <a:pt x="3339" y="7961"/>
                  </a:lnTo>
                  <a:lnTo>
                    <a:pt x="3522" y="8144"/>
                  </a:lnTo>
                  <a:lnTo>
                    <a:pt x="3522" y="8181"/>
                  </a:lnTo>
                  <a:lnTo>
                    <a:pt x="3485" y="8291"/>
                  </a:lnTo>
                  <a:lnTo>
                    <a:pt x="3485" y="8401"/>
                  </a:lnTo>
                  <a:lnTo>
                    <a:pt x="3559" y="8474"/>
                  </a:lnTo>
                  <a:lnTo>
                    <a:pt x="3669" y="8511"/>
                  </a:lnTo>
                  <a:lnTo>
                    <a:pt x="3669" y="8621"/>
                  </a:lnTo>
                  <a:lnTo>
                    <a:pt x="3669" y="8658"/>
                  </a:lnTo>
                  <a:lnTo>
                    <a:pt x="3595" y="8695"/>
                  </a:lnTo>
                  <a:lnTo>
                    <a:pt x="3229" y="8731"/>
                  </a:lnTo>
                  <a:lnTo>
                    <a:pt x="3009" y="8474"/>
                  </a:lnTo>
                  <a:lnTo>
                    <a:pt x="2825" y="8254"/>
                  </a:lnTo>
                  <a:lnTo>
                    <a:pt x="2165" y="7484"/>
                  </a:lnTo>
                  <a:lnTo>
                    <a:pt x="1615" y="6897"/>
                  </a:lnTo>
                  <a:lnTo>
                    <a:pt x="1321" y="6604"/>
                  </a:lnTo>
                  <a:lnTo>
                    <a:pt x="1174" y="6494"/>
                  </a:lnTo>
                  <a:lnTo>
                    <a:pt x="991" y="6420"/>
                  </a:lnTo>
                  <a:lnTo>
                    <a:pt x="1101" y="6127"/>
                  </a:lnTo>
                  <a:close/>
                  <a:moveTo>
                    <a:pt x="8731" y="1"/>
                  </a:moveTo>
                  <a:lnTo>
                    <a:pt x="8474" y="74"/>
                  </a:lnTo>
                  <a:lnTo>
                    <a:pt x="8217" y="184"/>
                  </a:lnTo>
                  <a:lnTo>
                    <a:pt x="7997" y="331"/>
                  </a:lnTo>
                  <a:lnTo>
                    <a:pt x="7777" y="478"/>
                  </a:lnTo>
                  <a:lnTo>
                    <a:pt x="7154" y="1028"/>
                  </a:lnTo>
                  <a:lnTo>
                    <a:pt x="6530" y="1578"/>
                  </a:lnTo>
                  <a:lnTo>
                    <a:pt x="4036" y="3779"/>
                  </a:lnTo>
                  <a:lnTo>
                    <a:pt x="2825" y="4843"/>
                  </a:lnTo>
                  <a:lnTo>
                    <a:pt x="2312" y="5283"/>
                  </a:lnTo>
                  <a:lnTo>
                    <a:pt x="2092" y="5540"/>
                  </a:lnTo>
                  <a:lnTo>
                    <a:pt x="1871" y="5797"/>
                  </a:lnTo>
                  <a:lnTo>
                    <a:pt x="1761" y="5833"/>
                  </a:lnTo>
                  <a:lnTo>
                    <a:pt x="1725" y="5943"/>
                  </a:lnTo>
                  <a:lnTo>
                    <a:pt x="1541" y="5833"/>
                  </a:lnTo>
                  <a:lnTo>
                    <a:pt x="1358" y="5797"/>
                  </a:lnTo>
                  <a:lnTo>
                    <a:pt x="1174" y="5760"/>
                  </a:lnTo>
                  <a:lnTo>
                    <a:pt x="954" y="5760"/>
                  </a:lnTo>
                  <a:lnTo>
                    <a:pt x="844" y="5797"/>
                  </a:lnTo>
                  <a:lnTo>
                    <a:pt x="771" y="5907"/>
                  </a:lnTo>
                  <a:lnTo>
                    <a:pt x="624" y="6420"/>
                  </a:lnTo>
                  <a:lnTo>
                    <a:pt x="624" y="6494"/>
                  </a:lnTo>
                  <a:lnTo>
                    <a:pt x="661" y="6567"/>
                  </a:lnTo>
                  <a:lnTo>
                    <a:pt x="698" y="6604"/>
                  </a:lnTo>
                  <a:lnTo>
                    <a:pt x="771" y="6640"/>
                  </a:lnTo>
                  <a:lnTo>
                    <a:pt x="918" y="6860"/>
                  </a:lnTo>
                  <a:lnTo>
                    <a:pt x="1101" y="7081"/>
                  </a:lnTo>
                  <a:lnTo>
                    <a:pt x="1505" y="7484"/>
                  </a:lnTo>
                  <a:lnTo>
                    <a:pt x="2385" y="8511"/>
                  </a:lnTo>
                  <a:lnTo>
                    <a:pt x="2715" y="8951"/>
                  </a:lnTo>
                  <a:lnTo>
                    <a:pt x="2935" y="9171"/>
                  </a:lnTo>
                  <a:lnTo>
                    <a:pt x="3155" y="9318"/>
                  </a:lnTo>
                  <a:lnTo>
                    <a:pt x="3302" y="9355"/>
                  </a:lnTo>
                  <a:lnTo>
                    <a:pt x="3412" y="9355"/>
                  </a:lnTo>
                  <a:lnTo>
                    <a:pt x="3522" y="9281"/>
                  </a:lnTo>
                  <a:lnTo>
                    <a:pt x="3595" y="9171"/>
                  </a:lnTo>
                  <a:lnTo>
                    <a:pt x="3816" y="9135"/>
                  </a:lnTo>
                  <a:lnTo>
                    <a:pt x="3962" y="9061"/>
                  </a:lnTo>
                  <a:lnTo>
                    <a:pt x="4072" y="8951"/>
                  </a:lnTo>
                  <a:lnTo>
                    <a:pt x="4146" y="8805"/>
                  </a:lnTo>
                  <a:lnTo>
                    <a:pt x="4146" y="8548"/>
                  </a:lnTo>
                  <a:lnTo>
                    <a:pt x="4109" y="8328"/>
                  </a:lnTo>
                  <a:lnTo>
                    <a:pt x="5320" y="7557"/>
                  </a:lnTo>
                  <a:lnTo>
                    <a:pt x="6530" y="6750"/>
                  </a:lnTo>
                  <a:lnTo>
                    <a:pt x="7667" y="5907"/>
                  </a:lnTo>
                  <a:lnTo>
                    <a:pt x="8804" y="5026"/>
                  </a:lnTo>
                  <a:lnTo>
                    <a:pt x="9281" y="4660"/>
                  </a:lnTo>
                  <a:lnTo>
                    <a:pt x="9721" y="4219"/>
                  </a:lnTo>
                  <a:lnTo>
                    <a:pt x="10125" y="3743"/>
                  </a:lnTo>
                  <a:lnTo>
                    <a:pt x="10308" y="3486"/>
                  </a:lnTo>
                  <a:lnTo>
                    <a:pt x="10455" y="3229"/>
                  </a:lnTo>
                  <a:lnTo>
                    <a:pt x="10602" y="2972"/>
                  </a:lnTo>
                  <a:lnTo>
                    <a:pt x="10712" y="2679"/>
                  </a:lnTo>
                  <a:lnTo>
                    <a:pt x="10785" y="2385"/>
                  </a:lnTo>
                  <a:lnTo>
                    <a:pt x="10822" y="2129"/>
                  </a:lnTo>
                  <a:lnTo>
                    <a:pt x="10822" y="1835"/>
                  </a:lnTo>
                  <a:lnTo>
                    <a:pt x="10785" y="1542"/>
                  </a:lnTo>
                  <a:lnTo>
                    <a:pt x="10675" y="1248"/>
                  </a:lnTo>
                  <a:lnTo>
                    <a:pt x="10528" y="955"/>
                  </a:lnTo>
                  <a:lnTo>
                    <a:pt x="10382" y="735"/>
                  </a:lnTo>
                  <a:lnTo>
                    <a:pt x="10198" y="515"/>
                  </a:lnTo>
                  <a:lnTo>
                    <a:pt x="9978" y="368"/>
                  </a:lnTo>
                  <a:lnTo>
                    <a:pt x="9758" y="221"/>
                  </a:lnTo>
                  <a:lnTo>
                    <a:pt x="9501" y="111"/>
                  </a:lnTo>
                  <a:lnTo>
                    <a:pt x="9281" y="38"/>
                  </a:lnTo>
                  <a:lnTo>
                    <a:pt x="8988" y="1"/>
                  </a:lnTo>
                  <a:close/>
                  <a:moveTo>
                    <a:pt x="1981" y="12399"/>
                  </a:moveTo>
                  <a:lnTo>
                    <a:pt x="1981" y="12509"/>
                  </a:lnTo>
                  <a:lnTo>
                    <a:pt x="1981" y="12656"/>
                  </a:lnTo>
                  <a:lnTo>
                    <a:pt x="1908" y="12913"/>
                  </a:lnTo>
                  <a:lnTo>
                    <a:pt x="1798" y="12913"/>
                  </a:lnTo>
                  <a:lnTo>
                    <a:pt x="1871" y="12656"/>
                  </a:lnTo>
                  <a:lnTo>
                    <a:pt x="1981" y="12399"/>
                  </a:lnTo>
                  <a:close/>
                  <a:moveTo>
                    <a:pt x="1651" y="9391"/>
                  </a:moveTo>
                  <a:lnTo>
                    <a:pt x="1688" y="9575"/>
                  </a:lnTo>
                  <a:lnTo>
                    <a:pt x="1908" y="10198"/>
                  </a:lnTo>
                  <a:lnTo>
                    <a:pt x="2348" y="11372"/>
                  </a:lnTo>
                  <a:lnTo>
                    <a:pt x="2422" y="11739"/>
                  </a:lnTo>
                  <a:lnTo>
                    <a:pt x="2458" y="12106"/>
                  </a:lnTo>
                  <a:lnTo>
                    <a:pt x="2422" y="12436"/>
                  </a:lnTo>
                  <a:lnTo>
                    <a:pt x="2348" y="12619"/>
                  </a:lnTo>
                  <a:lnTo>
                    <a:pt x="2275" y="12766"/>
                  </a:lnTo>
                  <a:lnTo>
                    <a:pt x="2312" y="12583"/>
                  </a:lnTo>
                  <a:lnTo>
                    <a:pt x="2275" y="12436"/>
                  </a:lnTo>
                  <a:lnTo>
                    <a:pt x="2202" y="12326"/>
                  </a:lnTo>
                  <a:lnTo>
                    <a:pt x="2128" y="12216"/>
                  </a:lnTo>
                  <a:lnTo>
                    <a:pt x="2018" y="12179"/>
                  </a:lnTo>
                  <a:lnTo>
                    <a:pt x="1871" y="12179"/>
                  </a:lnTo>
                  <a:lnTo>
                    <a:pt x="1835" y="12253"/>
                  </a:lnTo>
                  <a:lnTo>
                    <a:pt x="1835" y="12326"/>
                  </a:lnTo>
                  <a:lnTo>
                    <a:pt x="1578" y="12656"/>
                  </a:lnTo>
                  <a:lnTo>
                    <a:pt x="1505" y="12840"/>
                  </a:lnTo>
                  <a:lnTo>
                    <a:pt x="1431" y="13023"/>
                  </a:lnTo>
                  <a:lnTo>
                    <a:pt x="1358" y="13023"/>
                  </a:lnTo>
                  <a:lnTo>
                    <a:pt x="1578" y="12509"/>
                  </a:lnTo>
                  <a:lnTo>
                    <a:pt x="1761" y="11996"/>
                  </a:lnTo>
                  <a:lnTo>
                    <a:pt x="1761" y="11959"/>
                  </a:lnTo>
                  <a:lnTo>
                    <a:pt x="1725" y="11922"/>
                  </a:lnTo>
                  <a:lnTo>
                    <a:pt x="1688" y="11922"/>
                  </a:lnTo>
                  <a:lnTo>
                    <a:pt x="1651" y="11959"/>
                  </a:lnTo>
                  <a:lnTo>
                    <a:pt x="1321" y="12399"/>
                  </a:lnTo>
                  <a:lnTo>
                    <a:pt x="1028" y="12913"/>
                  </a:lnTo>
                  <a:lnTo>
                    <a:pt x="881" y="12840"/>
                  </a:lnTo>
                  <a:lnTo>
                    <a:pt x="881" y="12729"/>
                  </a:lnTo>
                  <a:lnTo>
                    <a:pt x="1028" y="12436"/>
                  </a:lnTo>
                  <a:lnTo>
                    <a:pt x="1174" y="12143"/>
                  </a:lnTo>
                  <a:lnTo>
                    <a:pt x="1358" y="11849"/>
                  </a:lnTo>
                  <a:lnTo>
                    <a:pt x="1541" y="11556"/>
                  </a:lnTo>
                  <a:lnTo>
                    <a:pt x="1541" y="11519"/>
                  </a:lnTo>
                  <a:lnTo>
                    <a:pt x="1505" y="11482"/>
                  </a:lnTo>
                  <a:lnTo>
                    <a:pt x="1468" y="11519"/>
                  </a:lnTo>
                  <a:lnTo>
                    <a:pt x="1138" y="11812"/>
                  </a:lnTo>
                  <a:lnTo>
                    <a:pt x="954" y="11996"/>
                  </a:lnTo>
                  <a:lnTo>
                    <a:pt x="808" y="12179"/>
                  </a:lnTo>
                  <a:lnTo>
                    <a:pt x="698" y="12399"/>
                  </a:lnTo>
                  <a:lnTo>
                    <a:pt x="588" y="12619"/>
                  </a:lnTo>
                  <a:lnTo>
                    <a:pt x="551" y="12583"/>
                  </a:lnTo>
                  <a:lnTo>
                    <a:pt x="624" y="12473"/>
                  </a:lnTo>
                  <a:lnTo>
                    <a:pt x="661" y="12363"/>
                  </a:lnTo>
                  <a:lnTo>
                    <a:pt x="1138" y="11629"/>
                  </a:lnTo>
                  <a:lnTo>
                    <a:pt x="1321" y="11262"/>
                  </a:lnTo>
                  <a:lnTo>
                    <a:pt x="1468" y="10859"/>
                  </a:lnTo>
                  <a:lnTo>
                    <a:pt x="1431" y="10822"/>
                  </a:lnTo>
                  <a:lnTo>
                    <a:pt x="1395" y="10822"/>
                  </a:lnTo>
                  <a:lnTo>
                    <a:pt x="1064" y="11189"/>
                  </a:lnTo>
                  <a:lnTo>
                    <a:pt x="734" y="11556"/>
                  </a:lnTo>
                  <a:lnTo>
                    <a:pt x="844" y="11372"/>
                  </a:lnTo>
                  <a:lnTo>
                    <a:pt x="1248" y="10749"/>
                  </a:lnTo>
                  <a:lnTo>
                    <a:pt x="1651" y="10125"/>
                  </a:lnTo>
                  <a:lnTo>
                    <a:pt x="1651" y="10052"/>
                  </a:lnTo>
                  <a:lnTo>
                    <a:pt x="1615" y="9978"/>
                  </a:lnTo>
                  <a:lnTo>
                    <a:pt x="1505" y="9978"/>
                  </a:lnTo>
                  <a:lnTo>
                    <a:pt x="1321" y="10162"/>
                  </a:lnTo>
                  <a:lnTo>
                    <a:pt x="1505" y="9795"/>
                  </a:lnTo>
                  <a:lnTo>
                    <a:pt x="1651" y="9391"/>
                  </a:lnTo>
                  <a:close/>
                  <a:moveTo>
                    <a:pt x="1541" y="8768"/>
                  </a:moveTo>
                  <a:lnTo>
                    <a:pt x="1468" y="8805"/>
                  </a:lnTo>
                  <a:lnTo>
                    <a:pt x="1395" y="8915"/>
                  </a:lnTo>
                  <a:lnTo>
                    <a:pt x="1395" y="9025"/>
                  </a:lnTo>
                  <a:lnTo>
                    <a:pt x="1395" y="9061"/>
                  </a:lnTo>
                  <a:lnTo>
                    <a:pt x="1211" y="9355"/>
                  </a:lnTo>
                  <a:lnTo>
                    <a:pt x="1101" y="9648"/>
                  </a:lnTo>
                  <a:lnTo>
                    <a:pt x="661" y="10602"/>
                  </a:lnTo>
                  <a:lnTo>
                    <a:pt x="294" y="11409"/>
                  </a:lnTo>
                  <a:lnTo>
                    <a:pt x="147" y="11812"/>
                  </a:lnTo>
                  <a:lnTo>
                    <a:pt x="37" y="12253"/>
                  </a:lnTo>
                  <a:lnTo>
                    <a:pt x="1" y="12399"/>
                  </a:lnTo>
                  <a:lnTo>
                    <a:pt x="1" y="12509"/>
                  </a:lnTo>
                  <a:lnTo>
                    <a:pt x="74" y="12729"/>
                  </a:lnTo>
                  <a:lnTo>
                    <a:pt x="221" y="12913"/>
                  </a:lnTo>
                  <a:lnTo>
                    <a:pt x="404" y="13096"/>
                  </a:lnTo>
                  <a:lnTo>
                    <a:pt x="441" y="13170"/>
                  </a:lnTo>
                  <a:lnTo>
                    <a:pt x="514" y="13206"/>
                  </a:lnTo>
                  <a:lnTo>
                    <a:pt x="588" y="13243"/>
                  </a:lnTo>
                  <a:lnTo>
                    <a:pt x="661" y="13243"/>
                  </a:lnTo>
                  <a:lnTo>
                    <a:pt x="734" y="13280"/>
                  </a:lnTo>
                  <a:lnTo>
                    <a:pt x="881" y="13353"/>
                  </a:lnTo>
                  <a:lnTo>
                    <a:pt x="954" y="13426"/>
                  </a:lnTo>
                  <a:lnTo>
                    <a:pt x="1101" y="13426"/>
                  </a:lnTo>
                  <a:lnTo>
                    <a:pt x="1431" y="13536"/>
                  </a:lnTo>
                  <a:lnTo>
                    <a:pt x="1468" y="13573"/>
                  </a:lnTo>
                  <a:lnTo>
                    <a:pt x="1688" y="13573"/>
                  </a:lnTo>
                  <a:lnTo>
                    <a:pt x="1908" y="13536"/>
                  </a:lnTo>
                  <a:lnTo>
                    <a:pt x="2128" y="13463"/>
                  </a:lnTo>
                  <a:lnTo>
                    <a:pt x="2312" y="13390"/>
                  </a:lnTo>
                  <a:lnTo>
                    <a:pt x="2495" y="13280"/>
                  </a:lnTo>
                  <a:lnTo>
                    <a:pt x="2605" y="13133"/>
                  </a:lnTo>
                  <a:lnTo>
                    <a:pt x="2715" y="12986"/>
                  </a:lnTo>
                  <a:lnTo>
                    <a:pt x="2788" y="12840"/>
                  </a:lnTo>
                  <a:lnTo>
                    <a:pt x="2862" y="12693"/>
                  </a:lnTo>
                  <a:lnTo>
                    <a:pt x="2935" y="12326"/>
                  </a:lnTo>
                  <a:lnTo>
                    <a:pt x="2935" y="11959"/>
                  </a:lnTo>
                  <a:lnTo>
                    <a:pt x="2862" y="11592"/>
                  </a:lnTo>
                  <a:lnTo>
                    <a:pt x="2788" y="11226"/>
                  </a:lnTo>
                  <a:lnTo>
                    <a:pt x="2678" y="10895"/>
                  </a:lnTo>
                  <a:lnTo>
                    <a:pt x="2055" y="9061"/>
                  </a:lnTo>
                  <a:lnTo>
                    <a:pt x="1981" y="8951"/>
                  </a:lnTo>
                  <a:lnTo>
                    <a:pt x="1871" y="8878"/>
                  </a:lnTo>
                  <a:lnTo>
                    <a:pt x="1761" y="8805"/>
                  </a:lnTo>
                  <a:lnTo>
                    <a:pt x="1651" y="8768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6" name="Google Shape;312;p5">
              <a:extLst>
                <a:ext uri="{FF2B5EF4-FFF2-40B4-BE49-F238E27FC236}">
                  <a16:creationId xmlns:a16="http://schemas.microsoft.com/office/drawing/2014/main" id="{6F981503-205F-47D5-81C3-DB6EB315CB0F}"/>
                </a:ext>
              </a:extLst>
            </p:cNvPr>
            <p:cNvSpPr/>
            <p:nvPr/>
          </p:nvSpPr>
          <p:spPr>
            <a:xfrm>
              <a:off x="6351100" y="3281600"/>
              <a:ext cx="366850" cy="361350"/>
            </a:xfrm>
            <a:custGeom>
              <a:avLst/>
              <a:gdLst/>
              <a:ahLst/>
              <a:cxnLst/>
              <a:rect l="l" t="t" r="r" b="b"/>
              <a:pathLst>
                <a:path w="14674" h="14454" extrusionOk="0">
                  <a:moveTo>
                    <a:pt x="7887" y="3779"/>
                  </a:moveTo>
                  <a:lnTo>
                    <a:pt x="7961" y="3816"/>
                  </a:lnTo>
                  <a:lnTo>
                    <a:pt x="8071" y="3889"/>
                  </a:lnTo>
                  <a:lnTo>
                    <a:pt x="8218" y="4072"/>
                  </a:lnTo>
                  <a:lnTo>
                    <a:pt x="8291" y="4292"/>
                  </a:lnTo>
                  <a:lnTo>
                    <a:pt x="8364" y="4513"/>
                  </a:lnTo>
                  <a:lnTo>
                    <a:pt x="8401" y="4696"/>
                  </a:lnTo>
                  <a:lnTo>
                    <a:pt x="8401" y="4916"/>
                  </a:lnTo>
                  <a:lnTo>
                    <a:pt x="8401" y="5099"/>
                  </a:lnTo>
                  <a:lnTo>
                    <a:pt x="8291" y="5283"/>
                  </a:lnTo>
                  <a:lnTo>
                    <a:pt x="8144" y="4659"/>
                  </a:lnTo>
                  <a:lnTo>
                    <a:pt x="8034" y="4219"/>
                  </a:lnTo>
                  <a:lnTo>
                    <a:pt x="7961" y="3999"/>
                  </a:lnTo>
                  <a:lnTo>
                    <a:pt x="7887" y="3779"/>
                  </a:lnTo>
                  <a:close/>
                  <a:moveTo>
                    <a:pt x="4329" y="5063"/>
                  </a:moveTo>
                  <a:lnTo>
                    <a:pt x="4476" y="5209"/>
                  </a:lnTo>
                  <a:lnTo>
                    <a:pt x="4586" y="5356"/>
                  </a:lnTo>
                  <a:lnTo>
                    <a:pt x="4696" y="5503"/>
                  </a:lnTo>
                  <a:lnTo>
                    <a:pt x="4769" y="5686"/>
                  </a:lnTo>
                  <a:lnTo>
                    <a:pt x="4769" y="5870"/>
                  </a:lnTo>
                  <a:lnTo>
                    <a:pt x="4769" y="6053"/>
                  </a:lnTo>
                  <a:lnTo>
                    <a:pt x="4659" y="6126"/>
                  </a:lnTo>
                  <a:lnTo>
                    <a:pt x="4549" y="6237"/>
                  </a:lnTo>
                  <a:lnTo>
                    <a:pt x="4439" y="5980"/>
                  </a:lnTo>
                  <a:lnTo>
                    <a:pt x="4329" y="5686"/>
                  </a:lnTo>
                  <a:lnTo>
                    <a:pt x="4293" y="5393"/>
                  </a:lnTo>
                  <a:lnTo>
                    <a:pt x="4293" y="5209"/>
                  </a:lnTo>
                  <a:lnTo>
                    <a:pt x="4293" y="5136"/>
                  </a:lnTo>
                  <a:lnTo>
                    <a:pt x="4329" y="5063"/>
                  </a:lnTo>
                  <a:close/>
                  <a:moveTo>
                    <a:pt x="6604" y="7594"/>
                  </a:moveTo>
                  <a:lnTo>
                    <a:pt x="6714" y="7667"/>
                  </a:lnTo>
                  <a:lnTo>
                    <a:pt x="6787" y="7814"/>
                  </a:lnTo>
                  <a:lnTo>
                    <a:pt x="6934" y="8071"/>
                  </a:lnTo>
                  <a:lnTo>
                    <a:pt x="7337" y="8694"/>
                  </a:lnTo>
                  <a:lnTo>
                    <a:pt x="7117" y="8878"/>
                  </a:lnTo>
                  <a:lnTo>
                    <a:pt x="7080" y="8768"/>
                  </a:lnTo>
                  <a:lnTo>
                    <a:pt x="6860" y="8474"/>
                  </a:lnTo>
                  <a:lnTo>
                    <a:pt x="6677" y="8144"/>
                  </a:lnTo>
                  <a:lnTo>
                    <a:pt x="6567" y="7887"/>
                  </a:lnTo>
                  <a:lnTo>
                    <a:pt x="6420" y="7667"/>
                  </a:lnTo>
                  <a:lnTo>
                    <a:pt x="6604" y="7594"/>
                  </a:lnTo>
                  <a:close/>
                  <a:moveTo>
                    <a:pt x="5283" y="8107"/>
                  </a:moveTo>
                  <a:lnTo>
                    <a:pt x="5356" y="8144"/>
                  </a:lnTo>
                  <a:lnTo>
                    <a:pt x="5833" y="9428"/>
                  </a:lnTo>
                  <a:lnTo>
                    <a:pt x="5650" y="9501"/>
                  </a:lnTo>
                  <a:lnTo>
                    <a:pt x="5686" y="9318"/>
                  </a:lnTo>
                  <a:lnTo>
                    <a:pt x="5650" y="9208"/>
                  </a:lnTo>
                  <a:lnTo>
                    <a:pt x="5613" y="9061"/>
                  </a:lnTo>
                  <a:lnTo>
                    <a:pt x="5503" y="8768"/>
                  </a:lnTo>
                  <a:lnTo>
                    <a:pt x="5246" y="8107"/>
                  </a:lnTo>
                  <a:close/>
                  <a:moveTo>
                    <a:pt x="7337" y="9905"/>
                  </a:moveTo>
                  <a:lnTo>
                    <a:pt x="7337" y="10235"/>
                  </a:lnTo>
                  <a:lnTo>
                    <a:pt x="7190" y="9978"/>
                  </a:lnTo>
                  <a:lnTo>
                    <a:pt x="7337" y="9905"/>
                  </a:lnTo>
                  <a:close/>
                  <a:moveTo>
                    <a:pt x="9721" y="9061"/>
                  </a:moveTo>
                  <a:lnTo>
                    <a:pt x="9832" y="9281"/>
                  </a:lnTo>
                  <a:lnTo>
                    <a:pt x="9942" y="9501"/>
                  </a:lnTo>
                  <a:lnTo>
                    <a:pt x="10052" y="9685"/>
                  </a:lnTo>
                  <a:lnTo>
                    <a:pt x="10162" y="9868"/>
                  </a:lnTo>
                  <a:lnTo>
                    <a:pt x="10198" y="10015"/>
                  </a:lnTo>
                  <a:lnTo>
                    <a:pt x="10198" y="10161"/>
                  </a:lnTo>
                  <a:lnTo>
                    <a:pt x="10198" y="10308"/>
                  </a:lnTo>
                  <a:lnTo>
                    <a:pt x="10125" y="10455"/>
                  </a:lnTo>
                  <a:lnTo>
                    <a:pt x="10052" y="10345"/>
                  </a:lnTo>
                  <a:lnTo>
                    <a:pt x="9978" y="10308"/>
                  </a:lnTo>
                  <a:lnTo>
                    <a:pt x="9758" y="9758"/>
                  </a:lnTo>
                  <a:lnTo>
                    <a:pt x="9685" y="9464"/>
                  </a:lnTo>
                  <a:lnTo>
                    <a:pt x="9575" y="9171"/>
                  </a:lnTo>
                  <a:lnTo>
                    <a:pt x="9648" y="9134"/>
                  </a:lnTo>
                  <a:lnTo>
                    <a:pt x="9721" y="9061"/>
                  </a:lnTo>
                  <a:close/>
                  <a:moveTo>
                    <a:pt x="7667" y="9758"/>
                  </a:moveTo>
                  <a:lnTo>
                    <a:pt x="7777" y="9795"/>
                  </a:lnTo>
                  <a:lnTo>
                    <a:pt x="7924" y="9868"/>
                  </a:lnTo>
                  <a:lnTo>
                    <a:pt x="8071" y="10015"/>
                  </a:lnTo>
                  <a:lnTo>
                    <a:pt x="8181" y="10235"/>
                  </a:lnTo>
                  <a:lnTo>
                    <a:pt x="8291" y="10638"/>
                  </a:lnTo>
                  <a:lnTo>
                    <a:pt x="8328" y="10822"/>
                  </a:lnTo>
                  <a:lnTo>
                    <a:pt x="8328" y="10968"/>
                  </a:lnTo>
                  <a:lnTo>
                    <a:pt x="8291" y="11115"/>
                  </a:lnTo>
                  <a:lnTo>
                    <a:pt x="8181" y="11189"/>
                  </a:lnTo>
                  <a:lnTo>
                    <a:pt x="8181" y="11115"/>
                  </a:lnTo>
                  <a:lnTo>
                    <a:pt x="8144" y="11005"/>
                  </a:lnTo>
                  <a:lnTo>
                    <a:pt x="8071" y="10968"/>
                  </a:lnTo>
                  <a:lnTo>
                    <a:pt x="7997" y="10895"/>
                  </a:lnTo>
                  <a:lnTo>
                    <a:pt x="7887" y="10675"/>
                  </a:lnTo>
                  <a:lnTo>
                    <a:pt x="7814" y="10382"/>
                  </a:lnTo>
                  <a:lnTo>
                    <a:pt x="7741" y="9831"/>
                  </a:lnTo>
                  <a:lnTo>
                    <a:pt x="7667" y="9758"/>
                  </a:lnTo>
                  <a:close/>
                  <a:moveTo>
                    <a:pt x="10162" y="1321"/>
                  </a:moveTo>
                  <a:lnTo>
                    <a:pt x="10198" y="1541"/>
                  </a:lnTo>
                  <a:lnTo>
                    <a:pt x="10272" y="1725"/>
                  </a:lnTo>
                  <a:lnTo>
                    <a:pt x="10455" y="2092"/>
                  </a:lnTo>
                  <a:lnTo>
                    <a:pt x="10932" y="3229"/>
                  </a:lnTo>
                  <a:lnTo>
                    <a:pt x="10969" y="3302"/>
                  </a:lnTo>
                  <a:lnTo>
                    <a:pt x="10749" y="3375"/>
                  </a:lnTo>
                  <a:lnTo>
                    <a:pt x="10528" y="3449"/>
                  </a:lnTo>
                  <a:lnTo>
                    <a:pt x="9758" y="3742"/>
                  </a:lnTo>
                  <a:lnTo>
                    <a:pt x="8988" y="4146"/>
                  </a:lnTo>
                  <a:lnTo>
                    <a:pt x="8841" y="4219"/>
                  </a:lnTo>
                  <a:lnTo>
                    <a:pt x="8731" y="4329"/>
                  </a:lnTo>
                  <a:lnTo>
                    <a:pt x="8658" y="4072"/>
                  </a:lnTo>
                  <a:lnTo>
                    <a:pt x="8511" y="3816"/>
                  </a:lnTo>
                  <a:lnTo>
                    <a:pt x="8364" y="3595"/>
                  </a:lnTo>
                  <a:lnTo>
                    <a:pt x="8254" y="3522"/>
                  </a:lnTo>
                  <a:lnTo>
                    <a:pt x="8144" y="3449"/>
                  </a:lnTo>
                  <a:lnTo>
                    <a:pt x="7997" y="3412"/>
                  </a:lnTo>
                  <a:lnTo>
                    <a:pt x="7851" y="3375"/>
                  </a:lnTo>
                  <a:lnTo>
                    <a:pt x="7777" y="3375"/>
                  </a:lnTo>
                  <a:lnTo>
                    <a:pt x="7704" y="3412"/>
                  </a:lnTo>
                  <a:lnTo>
                    <a:pt x="7667" y="3485"/>
                  </a:lnTo>
                  <a:lnTo>
                    <a:pt x="7667" y="3559"/>
                  </a:lnTo>
                  <a:lnTo>
                    <a:pt x="7484" y="3595"/>
                  </a:lnTo>
                  <a:lnTo>
                    <a:pt x="7337" y="3706"/>
                  </a:lnTo>
                  <a:lnTo>
                    <a:pt x="7190" y="3852"/>
                  </a:lnTo>
                  <a:lnTo>
                    <a:pt x="7044" y="3999"/>
                  </a:lnTo>
                  <a:lnTo>
                    <a:pt x="7007" y="4109"/>
                  </a:lnTo>
                  <a:lnTo>
                    <a:pt x="7044" y="4219"/>
                  </a:lnTo>
                  <a:lnTo>
                    <a:pt x="7264" y="4696"/>
                  </a:lnTo>
                  <a:lnTo>
                    <a:pt x="7080" y="4769"/>
                  </a:lnTo>
                  <a:lnTo>
                    <a:pt x="6310" y="5026"/>
                  </a:lnTo>
                  <a:lnTo>
                    <a:pt x="5576" y="5283"/>
                  </a:lnTo>
                  <a:lnTo>
                    <a:pt x="5320" y="5356"/>
                  </a:lnTo>
                  <a:lnTo>
                    <a:pt x="5210" y="5393"/>
                  </a:lnTo>
                  <a:lnTo>
                    <a:pt x="5136" y="5466"/>
                  </a:lnTo>
                  <a:lnTo>
                    <a:pt x="5100" y="5356"/>
                  </a:lnTo>
                  <a:lnTo>
                    <a:pt x="4916" y="5063"/>
                  </a:lnTo>
                  <a:lnTo>
                    <a:pt x="4806" y="4879"/>
                  </a:lnTo>
                  <a:lnTo>
                    <a:pt x="4659" y="4733"/>
                  </a:lnTo>
                  <a:lnTo>
                    <a:pt x="4513" y="4623"/>
                  </a:lnTo>
                  <a:lnTo>
                    <a:pt x="4329" y="4549"/>
                  </a:lnTo>
                  <a:lnTo>
                    <a:pt x="4183" y="4513"/>
                  </a:lnTo>
                  <a:lnTo>
                    <a:pt x="4036" y="4586"/>
                  </a:lnTo>
                  <a:lnTo>
                    <a:pt x="3852" y="4586"/>
                  </a:lnTo>
                  <a:lnTo>
                    <a:pt x="3779" y="4623"/>
                  </a:lnTo>
                  <a:lnTo>
                    <a:pt x="3742" y="4696"/>
                  </a:lnTo>
                  <a:lnTo>
                    <a:pt x="3706" y="4989"/>
                  </a:lnTo>
                  <a:lnTo>
                    <a:pt x="3706" y="5283"/>
                  </a:lnTo>
                  <a:lnTo>
                    <a:pt x="3742" y="5576"/>
                  </a:lnTo>
                  <a:lnTo>
                    <a:pt x="3816" y="5870"/>
                  </a:lnTo>
                  <a:lnTo>
                    <a:pt x="3596" y="5833"/>
                  </a:lnTo>
                  <a:lnTo>
                    <a:pt x="3376" y="5870"/>
                  </a:lnTo>
                  <a:lnTo>
                    <a:pt x="2972" y="6016"/>
                  </a:lnTo>
                  <a:lnTo>
                    <a:pt x="2422" y="6163"/>
                  </a:lnTo>
                  <a:lnTo>
                    <a:pt x="2165" y="6273"/>
                  </a:lnTo>
                  <a:lnTo>
                    <a:pt x="2055" y="6347"/>
                  </a:lnTo>
                  <a:lnTo>
                    <a:pt x="1945" y="6457"/>
                  </a:lnTo>
                  <a:lnTo>
                    <a:pt x="1945" y="6530"/>
                  </a:lnTo>
                  <a:lnTo>
                    <a:pt x="1982" y="6567"/>
                  </a:lnTo>
                  <a:lnTo>
                    <a:pt x="2238" y="6603"/>
                  </a:lnTo>
                  <a:lnTo>
                    <a:pt x="2459" y="6567"/>
                  </a:lnTo>
                  <a:lnTo>
                    <a:pt x="2972" y="6457"/>
                  </a:lnTo>
                  <a:lnTo>
                    <a:pt x="3449" y="6347"/>
                  </a:lnTo>
                  <a:lnTo>
                    <a:pt x="3706" y="6237"/>
                  </a:lnTo>
                  <a:lnTo>
                    <a:pt x="3816" y="6163"/>
                  </a:lnTo>
                  <a:lnTo>
                    <a:pt x="3889" y="6090"/>
                  </a:lnTo>
                  <a:lnTo>
                    <a:pt x="4073" y="6383"/>
                  </a:lnTo>
                  <a:lnTo>
                    <a:pt x="4256" y="6677"/>
                  </a:lnTo>
                  <a:lnTo>
                    <a:pt x="4293" y="6713"/>
                  </a:lnTo>
                  <a:lnTo>
                    <a:pt x="4366" y="6823"/>
                  </a:lnTo>
                  <a:lnTo>
                    <a:pt x="4549" y="6970"/>
                  </a:lnTo>
                  <a:lnTo>
                    <a:pt x="4659" y="7007"/>
                  </a:lnTo>
                  <a:lnTo>
                    <a:pt x="4733" y="7044"/>
                  </a:lnTo>
                  <a:lnTo>
                    <a:pt x="4806" y="7007"/>
                  </a:lnTo>
                  <a:lnTo>
                    <a:pt x="4879" y="6933"/>
                  </a:lnTo>
                  <a:lnTo>
                    <a:pt x="5063" y="6640"/>
                  </a:lnTo>
                  <a:lnTo>
                    <a:pt x="5173" y="6347"/>
                  </a:lnTo>
                  <a:lnTo>
                    <a:pt x="5210" y="6053"/>
                  </a:lnTo>
                  <a:lnTo>
                    <a:pt x="5210" y="5760"/>
                  </a:lnTo>
                  <a:lnTo>
                    <a:pt x="5320" y="5760"/>
                  </a:lnTo>
                  <a:lnTo>
                    <a:pt x="5430" y="5723"/>
                  </a:lnTo>
                  <a:lnTo>
                    <a:pt x="5686" y="5650"/>
                  </a:lnTo>
                  <a:lnTo>
                    <a:pt x="6457" y="5430"/>
                  </a:lnTo>
                  <a:lnTo>
                    <a:pt x="7190" y="5173"/>
                  </a:lnTo>
                  <a:lnTo>
                    <a:pt x="7447" y="5063"/>
                  </a:lnTo>
                  <a:lnTo>
                    <a:pt x="7631" y="5430"/>
                  </a:lnTo>
                  <a:lnTo>
                    <a:pt x="7704" y="5613"/>
                  </a:lnTo>
                  <a:lnTo>
                    <a:pt x="7814" y="5760"/>
                  </a:lnTo>
                  <a:lnTo>
                    <a:pt x="7924" y="5833"/>
                  </a:lnTo>
                  <a:lnTo>
                    <a:pt x="8218" y="5833"/>
                  </a:lnTo>
                  <a:lnTo>
                    <a:pt x="8328" y="5760"/>
                  </a:lnTo>
                  <a:lnTo>
                    <a:pt x="8548" y="5576"/>
                  </a:lnTo>
                  <a:lnTo>
                    <a:pt x="8731" y="5356"/>
                  </a:lnTo>
                  <a:lnTo>
                    <a:pt x="8804" y="5173"/>
                  </a:lnTo>
                  <a:lnTo>
                    <a:pt x="8841" y="4989"/>
                  </a:lnTo>
                  <a:lnTo>
                    <a:pt x="8841" y="4806"/>
                  </a:lnTo>
                  <a:lnTo>
                    <a:pt x="8804" y="4586"/>
                  </a:lnTo>
                  <a:lnTo>
                    <a:pt x="8914" y="4586"/>
                  </a:lnTo>
                  <a:lnTo>
                    <a:pt x="9061" y="4513"/>
                  </a:lnTo>
                  <a:lnTo>
                    <a:pt x="9942" y="4109"/>
                  </a:lnTo>
                  <a:lnTo>
                    <a:pt x="10639" y="3852"/>
                  </a:lnTo>
                  <a:lnTo>
                    <a:pt x="10895" y="3742"/>
                  </a:lnTo>
                  <a:lnTo>
                    <a:pt x="11115" y="3669"/>
                  </a:lnTo>
                  <a:lnTo>
                    <a:pt x="11519" y="4586"/>
                  </a:lnTo>
                  <a:lnTo>
                    <a:pt x="11849" y="5540"/>
                  </a:lnTo>
                  <a:lnTo>
                    <a:pt x="12069" y="6237"/>
                  </a:lnTo>
                  <a:lnTo>
                    <a:pt x="12032" y="6347"/>
                  </a:lnTo>
                  <a:lnTo>
                    <a:pt x="11996" y="6457"/>
                  </a:lnTo>
                  <a:lnTo>
                    <a:pt x="11959" y="6457"/>
                  </a:lnTo>
                  <a:lnTo>
                    <a:pt x="11592" y="6603"/>
                  </a:lnTo>
                  <a:lnTo>
                    <a:pt x="10969" y="6787"/>
                  </a:lnTo>
                  <a:lnTo>
                    <a:pt x="9685" y="7227"/>
                  </a:lnTo>
                  <a:lnTo>
                    <a:pt x="8438" y="7630"/>
                  </a:lnTo>
                  <a:lnTo>
                    <a:pt x="7887" y="7777"/>
                  </a:lnTo>
                  <a:lnTo>
                    <a:pt x="7631" y="7924"/>
                  </a:lnTo>
                  <a:lnTo>
                    <a:pt x="7521" y="7997"/>
                  </a:lnTo>
                  <a:lnTo>
                    <a:pt x="7447" y="8107"/>
                  </a:lnTo>
                  <a:lnTo>
                    <a:pt x="7447" y="8144"/>
                  </a:lnTo>
                  <a:lnTo>
                    <a:pt x="7631" y="8181"/>
                  </a:lnTo>
                  <a:lnTo>
                    <a:pt x="7997" y="8181"/>
                  </a:lnTo>
                  <a:lnTo>
                    <a:pt x="8181" y="8107"/>
                  </a:lnTo>
                  <a:lnTo>
                    <a:pt x="8914" y="7887"/>
                  </a:lnTo>
                  <a:lnTo>
                    <a:pt x="10565" y="7374"/>
                  </a:lnTo>
                  <a:lnTo>
                    <a:pt x="12216" y="6860"/>
                  </a:lnTo>
                  <a:lnTo>
                    <a:pt x="12289" y="6823"/>
                  </a:lnTo>
                  <a:lnTo>
                    <a:pt x="12546" y="7777"/>
                  </a:lnTo>
                  <a:lnTo>
                    <a:pt x="12766" y="8474"/>
                  </a:lnTo>
                  <a:lnTo>
                    <a:pt x="12729" y="8511"/>
                  </a:lnTo>
                  <a:lnTo>
                    <a:pt x="12693" y="8584"/>
                  </a:lnTo>
                  <a:lnTo>
                    <a:pt x="11629" y="8988"/>
                  </a:lnTo>
                  <a:lnTo>
                    <a:pt x="11042" y="9208"/>
                  </a:lnTo>
                  <a:lnTo>
                    <a:pt x="10859" y="9281"/>
                  </a:lnTo>
                  <a:lnTo>
                    <a:pt x="10749" y="9391"/>
                  </a:lnTo>
                  <a:lnTo>
                    <a:pt x="10455" y="9575"/>
                  </a:lnTo>
                  <a:lnTo>
                    <a:pt x="10455" y="9611"/>
                  </a:lnTo>
                  <a:lnTo>
                    <a:pt x="10418" y="9501"/>
                  </a:lnTo>
                  <a:lnTo>
                    <a:pt x="10198" y="9024"/>
                  </a:lnTo>
                  <a:lnTo>
                    <a:pt x="10052" y="8804"/>
                  </a:lnTo>
                  <a:lnTo>
                    <a:pt x="9942" y="8731"/>
                  </a:lnTo>
                  <a:lnTo>
                    <a:pt x="9832" y="8694"/>
                  </a:lnTo>
                  <a:lnTo>
                    <a:pt x="9758" y="8694"/>
                  </a:lnTo>
                  <a:lnTo>
                    <a:pt x="9721" y="8768"/>
                  </a:lnTo>
                  <a:lnTo>
                    <a:pt x="9685" y="8841"/>
                  </a:lnTo>
                  <a:lnTo>
                    <a:pt x="9501" y="8841"/>
                  </a:lnTo>
                  <a:lnTo>
                    <a:pt x="9355" y="8804"/>
                  </a:lnTo>
                  <a:lnTo>
                    <a:pt x="9208" y="8841"/>
                  </a:lnTo>
                  <a:lnTo>
                    <a:pt x="9061" y="8878"/>
                  </a:lnTo>
                  <a:lnTo>
                    <a:pt x="8988" y="8988"/>
                  </a:lnTo>
                  <a:lnTo>
                    <a:pt x="8914" y="9098"/>
                  </a:lnTo>
                  <a:lnTo>
                    <a:pt x="8914" y="9208"/>
                  </a:lnTo>
                  <a:lnTo>
                    <a:pt x="9025" y="9611"/>
                  </a:lnTo>
                  <a:lnTo>
                    <a:pt x="9135" y="10051"/>
                  </a:lnTo>
                  <a:lnTo>
                    <a:pt x="8694" y="10161"/>
                  </a:lnTo>
                  <a:lnTo>
                    <a:pt x="8658" y="10198"/>
                  </a:lnTo>
                  <a:lnTo>
                    <a:pt x="8621" y="10235"/>
                  </a:lnTo>
                  <a:lnTo>
                    <a:pt x="8584" y="10345"/>
                  </a:lnTo>
                  <a:lnTo>
                    <a:pt x="8511" y="10125"/>
                  </a:lnTo>
                  <a:lnTo>
                    <a:pt x="8401" y="9905"/>
                  </a:lnTo>
                  <a:lnTo>
                    <a:pt x="8254" y="9685"/>
                  </a:lnTo>
                  <a:lnTo>
                    <a:pt x="8034" y="9501"/>
                  </a:lnTo>
                  <a:lnTo>
                    <a:pt x="7777" y="9391"/>
                  </a:lnTo>
                  <a:lnTo>
                    <a:pt x="7557" y="9391"/>
                  </a:lnTo>
                  <a:lnTo>
                    <a:pt x="7411" y="9428"/>
                  </a:lnTo>
                  <a:lnTo>
                    <a:pt x="7300" y="9464"/>
                  </a:lnTo>
                  <a:lnTo>
                    <a:pt x="7190" y="9538"/>
                  </a:lnTo>
                  <a:lnTo>
                    <a:pt x="7080" y="9611"/>
                  </a:lnTo>
                  <a:lnTo>
                    <a:pt x="7044" y="9721"/>
                  </a:lnTo>
                  <a:lnTo>
                    <a:pt x="7007" y="9868"/>
                  </a:lnTo>
                  <a:lnTo>
                    <a:pt x="7044" y="9941"/>
                  </a:lnTo>
                  <a:lnTo>
                    <a:pt x="7117" y="9978"/>
                  </a:lnTo>
                  <a:lnTo>
                    <a:pt x="7044" y="10235"/>
                  </a:lnTo>
                  <a:lnTo>
                    <a:pt x="7080" y="10492"/>
                  </a:lnTo>
                  <a:lnTo>
                    <a:pt x="4806" y="11152"/>
                  </a:lnTo>
                  <a:lnTo>
                    <a:pt x="4219" y="11335"/>
                  </a:lnTo>
                  <a:lnTo>
                    <a:pt x="3632" y="11519"/>
                  </a:lnTo>
                  <a:lnTo>
                    <a:pt x="3449" y="11629"/>
                  </a:lnTo>
                  <a:lnTo>
                    <a:pt x="3192" y="10602"/>
                  </a:lnTo>
                  <a:lnTo>
                    <a:pt x="2862" y="9611"/>
                  </a:lnTo>
                  <a:lnTo>
                    <a:pt x="3339" y="9538"/>
                  </a:lnTo>
                  <a:lnTo>
                    <a:pt x="3816" y="9428"/>
                  </a:lnTo>
                  <a:lnTo>
                    <a:pt x="4769" y="9134"/>
                  </a:lnTo>
                  <a:lnTo>
                    <a:pt x="4843" y="9318"/>
                  </a:lnTo>
                  <a:lnTo>
                    <a:pt x="4953" y="9501"/>
                  </a:lnTo>
                  <a:lnTo>
                    <a:pt x="5063" y="9685"/>
                  </a:lnTo>
                  <a:lnTo>
                    <a:pt x="5246" y="9831"/>
                  </a:lnTo>
                  <a:lnTo>
                    <a:pt x="5356" y="9868"/>
                  </a:lnTo>
                  <a:lnTo>
                    <a:pt x="5466" y="9905"/>
                  </a:lnTo>
                  <a:lnTo>
                    <a:pt x="5613" y="9905"/>
                  </a:lnTo>
                  <a:lnTo>
                    <a:pt x="5723" y="9868"/>
                  </a:lnTo>
                  <a:lnTo>
                    <a:pt x="5980" y="9758"/>
                  </a:lnTo>
                  <a:lnTo>
                    <a:pt x="6163" y="9648"/>
                  </a:lnTo>
                  <a:lnTo>
                    <a:pt x="6237" y="9538"/>
                  </a:lnTo>
                  <a:lnTo>
                    <a:pt x="6273" y="9501"/>
                  </a:lnTo>
                  <a:lnTo>
                    <a:pt x="6237" y="9428"/>
                  </a:lnTo>
                  <a:lnTo>
                    <a:pt x="5980" y="8731"/>
                  </a:lnTo>
                  <a:lnTo>
                    <a:pt x="6200" y="8731"/>
                  </a:lnTo>
                  <a:lnTo>
                    <a:pt x="6383" y="8658"/>
                  </a:lnTo>
                  <a:lnTo>
                    <a:pt x="6604" y="9244"/>
                  </a:lnTo>
                  <a:lnTo>
                    <a:pt x="6677" y="9318"/>
                  </a:lnTo>
                  <a:lnTo>
                    <a:pt x="6714" y="9354"/>
                  </a:lnTo>
                  <a:lnTo>
                    <a:pt x="6787" y="9354"/>
                  </a:lnTo>
                  <a:lnTo>
                    <a:pt x="7044" y="9318"/>
                  </a:lnTo>
                  <a:lnTo>
                    <a:pt x="7300" y="9208"/>
                  </a:lnTo>
                  <a:lnTo>
                    <a:pt x="7521" y="9061"/>
                  </a:lnTo>
                  <a:lnTo>
                    <a:pt x="7704" y="8878"/>
                  </a:lnTo>
                  <a:lnTo>
                    <a:pt x="7741" y="8841"/>
                  </a:lnTo>
                  <a:lnTo>
                    <a:pt x="7777" y="8768"/>
                  </a:lnTo>
                  <a:lnTo>
                    <a:pt x="7741" y="8658"/>
                  </a:lnTo>
                  <a:lnTo>
                    <a:pt x="7264" y="7887"/>
                  </a:lnTo>
                  <a:lnTo>
                    <a:pt x="7080" y="7520"/>
                  </a:lnTo>
                  <a:lnTo>
                    <a:pt x="6970" y="7337"/>
                  </a:lnTo>
                  <a:lnTo>
                    <a:pt x="6824" y="7227"/>
                  </a:lnTo>
                  <a:lnTo>
                    <a:pt x="6640" y="7154"/>
                  </a:lnTo>
                  <a:lnTo>
                    <a:pt x="6457" y="7190"/>
                  </a:lnTo>
                  <a:lnTo>
                    <a:pt x="6383" y="7227"/>
                  </a:lnTo>
                  <a:lnTo>
                    <a:pt x="6310" y="7264"/>
                  </a:lnTo>
                  <a:lnTo>
                    <a:pt x="6237" y="7337"/>
                  </a:lnTo>
                  <a:lnTo>
                    <a:pt x="6200" y="7410"/>
                  </a:lnTo>
                  <a:lnTo>
                    <a:pt x="6017" y="7447"/>
                  </a:lnTo>
                  <a:lnTo>
                    <a:pt x="5980" y="7484"/>
                  </a:lnTo>
                  <a:lnTo>
                    <a:pt x="5943" y="7520"/>
                  </a:lnTo>
                  <a:lnTo>
                    <a:pt x="5907" y="7594"/>
                  </a:lnTo>
                  <a:lnTo>
                    <a:pt x="5907" y="7667"/>
                  </a:lnTo>
                  <a:lnTo>
                    <a:pt x="6200" y="8291"/>
                  </a:lnTo>
                  <a:lnTo>
                    <a:pt x="6163" y="8364"/>
                  </a:lnTo>
                  <a:lnTo>
                    <a:pt x="6127" y="8401"/>
                  </a:lnTo>
                  <a:lnTo>
                    <a:pt x="6090" y="8401"/>
                  </a:lnTo>
                  <a:lnTo>
                    <a:pt x="6053" y="8437"/>
                  </a:lnTo>
                  <a:lnTo>
                    <a:pt x="5943" y="8474"/>
                  </a:lnTo>
                  <a:lnTo>
                    <a:pt x="5907" y="8511"/>
                  </a:lnTo>
                  <a:lnTo>
                    <a:pt x="5613" y="7814"/>
                  </a:lnTo>
                  <a:lnTo>
                    <a:pt x="5576" y="7777"/>
                  </a:lnTo>
                  <a:lnTo>
                    <a:pt x="5540" y="7704"/>
                  </a:lnTo>
                  <a:lnTo>
                    <a:pt x="5393" y="7704"/>
                  </a:lnTo>
                  <a:lnTo>
                    <a:pt x="5356" y="7667"/>
                  </a:lnTo>
                  <a:lnTo>
                    <a:pt x="5173" y="7667"/>
                  </a:lnTo>
                  <a:lnTo>
                    <a:pt x="4990" y="7704"/>
                  </a:lnTo>
                  <a:lnTo>
                    <a:pt x="4843" y="7814"/>
                  </a:lnTo>
                  <a:lnTo>
                    <a:pt x="4733" y="7961"/>
                  </a:lnTo>
                  <a:lnTo>
                    <a:pt x="4659" y="8144"/>
                  </a:lnTo>
                  <a:lnTo>
                    <a:pt x="4623" y="8327"/>
                  </a:lnTo>
                  <a:lnTo>
                    <a:pt x="4623" y="8511"/>
                  </a:lnTo>
                  <a:lnTo>
                    <a:pt x="4623" y="8694"/>
                  </a:lnTo>
                  <a:lnTo>
                    <a:pt x="3669" y="8951"/>
                  </a:lnTo>
                  <a:lnTo>
                    <a:pt x="3229" y="9134"/>
                  </a:lnTo>
                  <a:lnTo>
                    <a:pt x="2752" y="9318"/>
                  </a:lnTo>
                  <a:lnTo>
                    <a:pt x="2348" y="7997"/>
                  </a:lnTo>
                  <a:lnTo>
                    <a:pt x="1908" y="6677"/>
                  </a:lnTo>
                  <a:lnTo>
                    <a:pt x="1541" y="5356"/>
                  </a:lnTo>
                  <a:lnTo>
                    <a:pt x="1395" y="4696"/>
                  </a:lnTo>
                  <a:lnTo>
                    <a:pt x="1285" y="3999"/>
                  </a:lnTo>
                  <a:lnTo>
                    <a:pt x="1505" y="3962"/>
                  </a:lnTo>
                  <a:lnTo>
                    <a:pt x="1725" y="3926"/>
                  </a:lnTo>
                  <a:lnTo>
                    <a:pt x="2165" y="3816"/>
                  </a:lnTo>
                  <a:lnTo>
                    <a:pt x="3302" y="3485"/>
                  </a:lnTo>
                  <a:lnTo>
                    <a:pt x="5760" y="2825"/>
                  </a:lnTo>
                  <a:lnTo>
                    <a:pt x="6934" y="2495"/>
                  </a:lnTo>
                  <a:lnTo>
                    <a:pt x="8071" y="2092"/>
                  </a:lnTo>
                  <a:lnTo>
                    <a:pt x="9135" y="1725"/>
                  </a:lnTo>
                  <a:lnTo>
                    <a:pt x="9758" y="1505"/>
                  </a:lnTo>
                  <a:lnTo>
                    <a:pt x="9978" y="1395"/>
                  </a:lnTo>
                  <a:lnTo>
                    <a:pt x="10088" y="1358"/>
                  </a:lnTo>
                  <a:lnTo>
                    <a:pt x="10162" y="1321"/>
                  </a:lnTo>
                  <a:close/>
                  <a:moveTo>
                    <a:pt x="12876" y="8988"/>
                  </a:moveTo>
                  <a:lnTo>
                    <a:pt x="13023" y="9575"/>
                  </a:lnTo>
                  <a:lnTo>
                    <a:pt x="13096" y="9905"/>
                  </a:lnTo>
                  <a:lnTo>
                    <a:pt x="13206" y="10198"/>
                  </a:lnTo>
                  <a:lnTo>
                    <a:pt x="12619" y="10271"/>
                  </a:lnTo>
                  <a:lnTo>
                    <a:pt x="12069" y="10418"/>
                  </a:lnTo>
                  <a:lnTo>
                    <a:pt x="11519" y="10565"/>
                  </a:lnTo>
                  <a:lnTo>
                    <a:pt x="10969" y="10748"/>
                  </a:lnTo>
                  <a:lnTo>
                    <a:pt x="9685" y="11225"/>
                  </a:lnTo>
                  <a:lnTo>
                    <a:pt x="8438" y="11702"/>
                  </a:lnTo>
                  <a:lnTo>
                    <a:pt x="5980" y="12619"/>
                  </a:lnTo>
                  <a:lnTo>
                    <a:pt x="4879" y="13023"/>
                  </a:lnTo>
                  <a:lnTo>
                    <a:pt x="4329" y="13243"/>
                  </a:lnTo>
                  <a:lnTo>
                    <a:pt x="3816" y="13499"/>
                  </a:lnTo>
                  <a:lnTo>
                    <a:pt x="3669" y="12692"/>
                  </a:lnTo>
                  <a:lnTo>
                    <a:pt x="3522" y="11885"/>
                  </a:lnTo>
                  <a:lnTo>
                    <a:pt x="3742" y="11885"/>
                  </a:lnTo>
                  <a:lnTo>
                    <a:pt x="3999" y="11812"/>
                  </a:lnTo>
                  <a:lnTo>
                    <a:pt x="5173" y="11482"/>
                  </a:lnTo>
                  <a:lnTo>
                    <a:pt x="7190" y="10932"/>
                  </a:lnTo>
                  <a:lnTo>
                    <a:pt x="7374" y="11335"/>
                  </a:lnTo>
                  <a:lnTo>
                    <a:pt x="7594" y="11702"/>
                  </a:lnTo>
                  <a:lnTo>
                    <a:pt x="7631" y="11775"/>
                  </a:lnTo>
                  <a:lnTo>
                    <a:pt x="7814" y="11775"/>
                  </a:lnTo>
                  <a:lnTo>
                    <a:pt x="7887" y="11702"/>
                  </a:lnTo>
                  <a:lnTo>
                    <a:pt x="7961" y="11629"/>
                  </a:lnTo>
                  <a:lnTo>
                    <a:pt x="8107" y="11592"/>
                  </a:lnTo>
                  <a:lnTo>
                    <a:pt x="8401" y="11519"/>
                  </a:lnTo>
                  <a:lnTo>
                    <a:pt x="8474" y="11445"/>
                  </a:lnTo>
                  <a:lnTo>
                    <a:pt x="8548" y="11372"/>
                  </a:lnTo>
                  <a:lnTo>
                    <a:pt x="8658" y="11189"/>
                  </a:lnTo>
                  <a:lnTo>
                    <a:pt x="8694" y="11005"/>
                  </a:lnTo>
                  <a:lnTo>
                    <a:pt x="8694" y="10785"/>
                  </a:lnTo>
                  <a:lnTo>
                    <a:pt x="8658" y="10602"/>
                  </a:lnTo>
                  <a:lnTo>
                    <a:pt x="8621" y="10418"/>
                  </a:lnTo>
                  <a:lnTo>
                    <a:pt x="8658" y="10492"/>
                  </a:lnTo>
                  <a:lnTo>
                    <a:pt x="8768" y="10528"/>
                  </a:lnTo>
                  <a:lnTo>
                    <a:pt x="9025" y="10492"/>
                  </a:lnTo>
                  <a:lnTo>
                    <a:pt x="9281" y="10418"/>
                  </a:lnTo>
                  <a:lnTo>
                    <a:pt x="9428" y="10638"/>
                  </a:lnTo>
                  <a:lnTo>
                    <a:pt x="9611" y="10822"/>
                  </a:lnTo>
                  <a:lnTo>
                    <a:pt x="9758" y="10895"/>
                  </a:lnTo>
                  <a:lnTo>
                    <a:pt x="9942" y="10932"/>
                  </a:lnTo>
                  <a:lnTo>
                    <a:pt x="10088" y="10932"/>
                  </a:lnTo>
                  <a:lnTo>
                    <a:pt x="10235" y="10858"/>
                  </a:lnTo>
                  <a:lnTo>
                    <a:pt x="10382" y="10785"/>
                  </a:lnTo>
                  <a:lnTo>
                    <a:pt x="10492" y="10638"/>
                  </a:lnTo>
                  <a:lnTo>
                    <a:pt x="10565" y="10492"/>
                  </a:lnTo>
                  <a:lnTo>
                    <a:pt x="10602" y="10345"/>
                  </a:lnTo>
                  <a:lnTo>
                    <a:pt x="10639" y="10161"/>
                  </a:lnTo>
                  <a:lnTo>
                    <a:pt x="10602" y="9978"/>
                  </a:lnTo>
                  <a:lnTo>
                    <a:pt x="10492" y="9648"/>
                  </a:lnTo>
                  <a:lnTo>
                    <a:pt x="10749" y="9648"/>
                  </a:lnTo>
                  <a:lnTo>
                    <a:pt x="11005" y="9611"/>
                  </a:lnTo>
                  <a:lnTo>
                    <a:pt x="11629" y="9428"/>
                  </a:lnTo>
                  <a:lnTo>
                    <a:pt x="12876" y="8988"/>
                  </a:lnTo>
                  <a:close/>
                  <a:moveTo>
                    <a:pt x="13206" y="10675"/>
                  </a:moveTo>
                  <a:lnTo>
                    <a:pt x="13096" y="10712"/>
                  </a:lnTo>
                  <a:lnTo>
                    <a:pt x="11592" y="11262"/>
                  </a:lnTo>
                  <a:lnTo>
                    <a:pt x="8731" y="12362"/>
                  </a:lnTo>
                  <a:lnTo>
                    <a:pt x="7300" y="12876"/>
                  </a:lnTo>
                  <a:lnTo>
                    <a:pt x="6604" y="13133"/>
                  </a:lnTo>
                  <a:lnTo>
                    <a:pt x="5870" y="13316"/>
                  </a:lnTo>
                  <a:lnTo>
                    <a:pt x="4696" y="13573"/>
                  </a:lnTo>
                  <a:lnTo>
                    <a:pt x="5393" y="13279"/>
                  </a:lnTo>
                  <a:lnTo>
                    <a:pt x="6090" y="13023"/>
                  </a:lnTo>
                  <a:lnTo>
                    <a:pt x="8438" y="12179"/>
                  </a:lnTo>
                  <a:lnTo>
                    <a:pt x="9611" y="11702"/>
                  </a:lnTo>
                  <a:lnTo>
                    <a:pt x="10822" y="11299"/>
                  </a:lnTo>
                  <a:lnTo>
                    <a:pt x="11409" y="11078"/>
                  </a:lnTo>
                  <a:lnTo>
                    <a:pt x="11996" y="10895"/>
                  </a:lnTo>
                  <a:lnTo>
                    <a:pt x="12619" y="10748"/>
                  </a:lnTo>
                  <a:lnTo>
                    <a:pt x="13206" y="10675"/>
                  </a:lnTo>
                  <a:close/>
                  <a:moveTo>
                    <a:pt x="10492" y="478"/>
                  </a:moveTo>
                  <a:lnTo>
                    <a:pt x="10712" y="1064"/>
                  </a:lnTo>
                  <a:lnTo>
                    <a:pt x="10969" y="1688"/>
                  </a:lnTo>
                  <a:lnTo>
                    <a:pt x="11482" y="2862"/>
                  </a:lnTo>
                  <a:lnTo>
                    <a:pt x="11996" y="4182"/>
                  </a:lnTo>
                  <a:lnTo>
                    <a:pt x="12473" y="5466"/>
                  </a:lnTo>
                  <a:lnTo>
                    <a:pt x="12876" y="6713"/>
                  </a:lnTo>
                  <a:lnTo>
                    <a:pt x="13280" y="7924"/>
                  </a:lnTo>
                  <a:lnTo>
                    <a:pt x="13683" y="9171"/>
                  </a:lnTo>
                  <a:lnTo>
                    <a:pt x="14013" y="10418"/>
                  </a:lnTo>
                  <a:lnTo>
                    <a:pt x="13793" y="10418"/>
                  </a:lnTo>
                  <a:lnTo>
                    <a:pt x="13573" y="10492"/>
                  </a:lnTo>
                  <a:lnTo>
                    <a:pt x="13573" y="10418"/>
                  </a:lnTo>
                  <a:lnTo>
                    <a:pt x="13573" y="10308"/>
                  </a:lnTo>
                  <a:lnTo>
                    <a:pt x="13646" y="10235"/>
                  </a:lnTo>
                  <a:lnTo>
                    <a:pt x="13646" y="10125"/>
                  </a:lnTo>
                  <a:lnTo>
                    <a:pt x="13610" y="9831"/>
                  </a:lnTo>
                  <a:lnTo>
                    <a:pt x="13610" y="9758"/>
                  </a:lnTo>
                  <a:lnTo>
                    <a:pt x="13610" y="9721"/>
                  </a:lnTo>
                  <a:lnTo>
                    <a:pt x="13426" y="9024"/>
                  </a:lnTo>
                  <a:lnTo>
                    <a:pt x="13096" y="7777"/>
                  </a:lnTo>
                  <a:lnTo>
                    <a:pt x="12693" y="6603"/>
                  </a:lnTo>
                  <a:lnTo>
                    <a:pt x="12289" y="5430"/>
                  </a:lnTo>
                  <a:lnTo>
                    <a:pt x="11849" y="4256"/>
                  </a:lnTo>
                  <a:lnTo>
                    <a:pt x="11372" y="3119"/>
                  </a:lnTo>
                  <a:lnTo>
                    <a:pt x="10859" y="1981"/>
                  </a:lnTo>
                  <a:lnTo>
                    <a:pt x="10675" y="1651"/>
                  </a:lnTo>
                  <a:lnTo>
                    <a:pt x="10492" y="1358"/>
                  </a:lnTo>
                  <a:lnTo>
                    <a:pt x="10602" y="1285"/>
                  </a:lnTo>
                  <a:lnTo>
                    <a:pt x="10639" y="1174"/>
                  </a:lnTo>
                  <a:lnTo>
                    <a:pt x="10602" y="1064"/>
                  </a:lnTo>
                  <a:lnTo>
                    <a:pt x="10565" y="991"/>
                  </a:lnTo>
                  <a:lnTo>
                    <a:pt x="10528" y="954"/>
                  </a:lnTo>
                  <a:lnTo>
                    <a:pt x="10455" y="918"/>
                  </a:lnTo>
                  <a:lnTo>
                    <a:pt x="10272" y="881"/>
                  </a:lnTo>
                  <a:lnTo>
                    <a:pt x="10088" y="918"/>
                  </a:lnTo>
                  <a:lnTo>
                    <a:pt x="9391" y="1138"/>
                  </a:lnTo>
                  <a:lnTo>
                    <a:pt x="8658" y="1431"/>
                  </a:lnTo>
                  <a:lnTo>
                    <a:pt x="7924" y="1688"/>
                  </a:lnTo>
                  <a:lnTo>
                    <a:pt x="7190" y="1945"/>
                  </a:lnTo>
                  <a:lnTo>
                    <a:pt x="5650" y="2422"/>
                  </a:lnTo>
                  <a:lnTo>
                    <a:pt x="4109" y="2862"/>
                  </a:lnTo>
                  <a:lnTo>
                    <a:pt x="2569" y="3265"/>
                  </a:lnTo>
                  <a:lnTo>
                    <a:pt x="1762" y="3485"/>
                  </a:lnTo>
                  <a:lnTo>
                    <a:pt x="1358" y="3632"/>
                  </a:lnTo>
                  <a:lnTo>
                    <a:pt x="1175" y="3706"/>
                  </a:lnTo>
                  <a:lnTo>
                    <a:pt x="1028" y="3816"/>
                  </a:lnTo>
                  <a:lnTo>
                    <a:pt x="991" y="3816"/>
                  </a:lnTo>
                  <a:lnTo>
                    <a:pt x="955" y="3889"/>
                  </a:lnTo>
                  <a:lnTo>
                    <a:pt x="918" y="3962"/>
                  </a:lnTo>
                  <a:lnTo>
                    <a:pt x="991" y="4586"/>
                  </a:lnTo>
                  <a:lnTo>
                    <a:pt x="1101" y="5209"/>
                  </a:lnTo>
                  <a:lnTo>
                    <a:pt x="1248" y="5796"/>
                  </a:lnTo>
                  <a:lnTo>
                    <a:pt x="1395" y="6420"/>
                  </a:lnTo>
                  <a:lnTo>
                    <a:pt x="1725" y="7594"/>
                  </a:lnTo>
                  <a:lnTo>
                    <a:pt x="2128" y="8768"/>
                  </a:lnTo>
                  <a:lnTo>
                    <a:pt x="2532" y="9978"/>
                  </a:lnTo>
                  <a:lnTo>
                    <a:pt x="2899" y="11152"/>
                  </a:lnTo>
                  <a:lnTo>
                    <a:pt x="3045" y="11739"/>
                  </a:lnTo>
                  <a:lnTo>
                    <a:pt x="3192" y="12362"/>
                  </a:lnTo>
                  <a:lnTo>
                    <a:pt x="3302" y="12949"/>
                  </a:lnTo>
                  <a:lnTo>
                    <a:pt x="3412" y="13573"/>
                  </a:lnTo>
                  <a:lnTo>
                    <a:pt x="3412" y="13683"/>
                  </a:lnTo>
                  <a:lnTo>
                    <a:pt x="3486" y="13720"/>
                  </a:lnTo>
                  <a:lnTo>
                    <a:pt x="3559" y="13756"/>
                  </a:lnTo>
                  <a:lnTo>
                    <a:pt x="3632" y="13793"/>
                  </a:lnTo>
                  <a:lnTo>
                    <a:pt x="3669" y="13830"/>
                  </a:lnTo>
                  <a:lnTo>
                    <a:pt x="3742" y="13830"/>
                  </a:lnTo>
                  <a:lnTo>
                    <a:pt x="4036" y="13756"/>
                  </a:lnTo>
                  <a:lnTo>
                    <a:pt x="3706" y="13903"/>
                  </a:lnTo>
                  <a:lnTo>
                    <a:pt x="3412" y="14086"/>
                  </a:lnTo>
                  <a:lnTo>
                    <a:pt x="2569" y="11115"/>
                  </a:lnTo>
                  <a:lnTo>
                    <a:pt x="2128" y="9611"/>
                  </a:lnTo>
                  <a:lnTo>
                    <a:pt x="1725" y="8144"/>
                  </a:lnTo>
                  <a:lnTo>
                    <a:pt x="955" y="5136"/>
                  </a:lnTo>
                  <a:lnTo>
                    <a:pt x="808" y="4439"/>
                  </a:lnTo>
                  <a:lnTo>
                    <a:pt x="661" y="3999"/>
                  </a:lnTo>
                  <a:lnTo>
                    <a:pt x="588" y="3779"/>
                  </a:lnTo>
                  <a:lnTo>
                    <a:pt x="478" y="3632"/>
                  </a:lnTo>
                  <a:lnTo>
                    <a:pt x="1065" y="3522"/>
                  </a:lnTo>
                  <a:lnTo>
                    <a:pt x="1652" y="3412"/>
                  </a:lnTo>
                  <a:lnTo>
                    <a:pt x="2825" y="3045"/>
                  </a:lnTo>
                  <a:lnTo>
                    <a:pt x="4183" y="2642"/>
                  </a:lnTo>
                  <a:lnTo>
                    <a:pt x="5503" y="2202"/>
                  </a:lnTo>
                  <a:lnTo>
                    <a:pt x="8034" y="1358"/>
                  </a:lnTo>
                  <a:lnTo>
                    <a:pt x="9281" y="918"/>
                  </a:lnTo>
                  <a:lnTo>
                    <a:pt x="9905" y="734"/>
                  </a:lnTo>
                  <a:lnTo>
                    <a:pt x="10198" y="624"/>
                  </a:lnTo>
                  <a:lnTo>
                    <a:pt x="10492" y="478"/>
                  </a:lnTo>
                  <a:close/>
                  <a:moveTo>
                    <a:pt x="10455" y="1"/>
                  </a:moveTo>
                  <a:lnTo>
                    <a:pt x="10162" y="37"/>
                  </a:lnTo>
                  <a:lnTo>
                    <a:pt x="9832" y="147"/>
                  </a:lnTo>
                  <a:lnTo>
                    <a:pt x="9245" y="367"/>
                  </a:lnTo>
                  <a:lnTo>
                    <a:pt x="7997" y="808"/>
                  </a:lnTo>
                  <a:lnTo>
                    <a:pt x="5503" y="1651"/>
                  </a:lnTo>
                  <a:lnTo>
                    <a:pt x="2935" y="2495"/>
                  </a:lnTo>
                  <a:lnTo>
                    <a:pt x="1615" y="2899"/>
                  </a:lnTo>
                  <a:lnTo>
                    <a:pt x="918" y="3082"/>
                  </a:lnTo>
                  <a:lnTo>
                    <a:pt x="258" y="3339"/>
                  </a:lnTo>
                  <a:lnTo>
                    <a:pt x="184" y="3412"/>
                  </a:lnTo>
                  <a:lnTo>
                    <a:pt x="148" y="3522"/>
                  </a:lnTo>
                  <a:lnTo>
                    <a:pt x="38" y="3559"/>
                  </a:lnTo>
                  <a:lnTo>
                    <a:pt x="1" y="3595"/>
                  </a:lnTo>
                  <a:lnTo>
                    <a:pt x="1" y="3632"/>
                  </a:lnTo>
                  <a:lnTo>
                    <a:pt x="38" y="3779"/>
                  </a:lnTo>
                  <a:lnTo>
                    <a:pt x="111" y="3926"/>
                  </a:lnTo>
                  <a:lnTo>
                    <a:pt x="184" y="4036"/>
                  </a:lnTo>
                  <a:lnTo>
                    <a:pt x="221" y="4146"/>
                  </a:lnTo>
                  <a:lnTo>
                    <a:pt x="294" y="4366"/>
                  </a:lnTo>
                  <a:lnTo>
                    <a:pt x="588" y="5796"/>
                  </a:lnTo>
                  <a:lnTo>
                    <a:pt x="955" y="7227"/>
                  </a:lnTo>
                  <a:lnTo>
                    <a:pt x="1285" y="8658"/>
                  </a:lnTo>
                  <a:lnTo>
                    <a:pt x="2055" y="11482"/>
                  </a:lnTo>
                  <a:lnTo>
                    <a:pt x="2459" y="12876"/>
                  </a:lnTo>
                  <a:lnTo>
                    <a:pt x="2899" y="14233"/>
                  </a:lnTo>
                  <a:lnTo>
                    <a:pt x="2935" y="14380"/>
                  </a:lnTo>
                  <a:lnTo>
                    <a:pt x="3045" y="14416"/>
                  </a:lnTo>
                  <a:lnTo>
                    <a:pt x="3155" y="14453"/>
                  </a:lnTo>
                  <a:lnTo>
                    <a:pt x="3302" y="14416"/>
                  </a:lnTo>
                  <a:lnTo>
                    <a:pt x="3596" y="14343"/>
                  </a:lnTo>
                  <a:lnTo>
                    <a:pt x="3889" y="14270"/>
                  </a:lnTo>
                  <a:lnTo>
                    <a:pt x="4513" y="14086"/>
                  </a:lnTo>
                  <a:lnTo>
                    <a:pt x="5980" y="13793"/>
                  </a:lnTo>
                  <a:lnTo>
                    <a:pt x="6714" y="13610"/>
                  </a:lnTo>
                  <a:lnTo>
                    <a:pt x="7447" y="13353"/>
                  </a:lnTo>
                  <a:lnTo>
                    <a:pt x="8878" y="12839"/>
                  </a:lnTo>
                  <a:lnTo>
                    <a:pt x="11739" y="11775"/>
                  </a:lnTo>
                  <a:lnTo>
                    <a:pt x="13133" y="11225"/>
                  </a:lnTo>
                  <a:lnTo>
                    <a:pt x="13646" y="11078"/>
                  </a:lnTo>
                  <a:lnTo>
                    <a:pt x="13903" y="10968"/>
                  </a:lnTo>
                  <a:lnTo>
                    <a:pt x="14160" y="10822"/>
                  </a:lnTo>
                  <a:lnTo>
                    <a:pt x="14197" y="10932"/>
                  </a:lnTo>
                  <a:lnTo>
                    <a:pt x="14270" y="10968"/>
                  </a:lnTo>
                  <a:lnTo>
                    <a:pt x="14380" y="11005"/>
                  </a:lnTo>
                  <a:lnTo>
                    <a:pt x="14490" y="11005"/>
                  </a:lnTo>
                  <a:lnTo>
                    <a:pt x="14563" y="10932"/>
                  </a:lnTo>
                  <a:lnTo>
                    <a:pt x="14637" y="10895"/>
                  </a:lnTo>
                  <a:lnTo>
                    <a:pt x="14674" y="10785"/>
                  </a:lnTo>
                  <a:lnTo>
                    <a:pt x="14637" y="10675"/>
                  </a:lnTo>
                  <a:lnTo>
                    <a:pt x="14270" y="9318"/>
                  </a:lnTo>
                  <a:lnTo>
                    <a:pt x="13867" y="7997"/>
                  </a:lnTo>
                  <a:lnTo>
                    <a:pt x="13426" y="6640"/>
                  </a:lnTo>
                  <a:lnTo>
                    <a:pt x="12949" y="5356"/>
                  </a:lnTo>
                  <a:lnTo>
                    <a:pt x="12473" y="4036"/>
                  </a:lnTo>
                  <a:lnTo>
                    <a:pt x="11922" y="2752"/>
                  </a:lnTo>
                  <a:lnTo>
                    <a:pt x="11409" y="1468"/>
                  </a:lnTo>
                  <a:lnTo>
                    <a:pt x="11115" y="881"/>
                  </a:lnTo>
                  <a:lnTo>
                    <a:pt x="10785" y="257"/>
                  </a:lnTo>
                  <a:lnTo>
                    <a:pt x="10749" y="221"/>
                  </a:lnTo>
                  <a:lnTo>
                    <a:pt x="10675" y="184"/>
                  </a:lnTo>
                  <a:lnTo>
                    <a:pt x="10639" y="111"/>
                  </a:lnTo>
                  <a:lnTo>
                    <a:pt x="10602" y="74"/>
                  </a:lnTo>
                  <a:lnTo>
                    <a:pt x="10528" y="37"/>
                  </a:lnTo>
                  <a:lnTo>
                    <a:pt x="10455" y="1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7" name="Google Shape;313;p5">
              <a:extLst>
                <a:ext uri="{FF2B5EF4-FFF2-40B4-BE49-F238E27FC236}">
                  <a16:creationId xmlns:a16="http://schemas.microsoft.com/office/drawing/2014/main" id="{976267A1-A463-479F-9967-C3E8F196532E}"/>
                </a:ext>
              </a:extLst>
            </p:cNvPr>
            <p:cNvSpPr/>
            <p:nvPr/>
          </p:nvSpPr>
          <p:spPr>
            <a:xfrm>
              <a:off x="6316250" y="3040425"/>
              <a:ext cx="137600" cy="122000"/>
            </a:xfrm>
            <a:custGeom>
              <a:avLst/>
              <a:gdLst/>
              <a:ahLst/>
              <a:cxnLst/>
              <a:rect l="l" t="t" r="r" b="b"/>
              <a:pathLst>
                <a:path w="5504" h="4880" extrusionOk="0">
                  <a:moveTo>
                    <a:pt x="5173" y="0"/>
                  </a:moveTo>
                  <a:lnTo>
                    <a:pt x="5063" y="37"/>
                  </a:lnTo>
                  <a:lnTo>
                    <a:pt x="4990" y="110"/>
                  </a:lnTo>
                  <a:lnTo>
                    <a:pt x="4770" y="404"/>
                  </a:lnTo>
                  <a:lnTo>
                    <a:pt x="4513" y="624"/>
                  </a:lnTo>
                  <a:lnTo>
                    <a:pt x="4219" y="844"/>
                  </a:lnTo>
                  <a:lnTo>
                    <a:pt x="3926" y="991"/>
                  </a:lnTo>
                  <a:lnTo>
                    <a:pt x="3742" y="1064"/>
                  </a:lnTo>
                  <a:lnTo>
                    <a:pt x="3559" y="1101"/>
                  </a:lnTo>
                  <a:lnTo>
                    <a:pt x="3229" y="1101"/>
                  </a:lnTo>
                  <a:lnTo>
                    <a:pt x="2862" y="1028"/>
                  </a:lnTo>
                  <a:lnTo>
                    <a:pt x="2532" y="917"/>
                  </a:lnTo>
                  <a:lnTo>
                    <a:pt x="2239" y="807"/>
                  </a:lnTo>
                  <a:lnTo>
                    <a:pt x="1908" y="734"/>
                  </a:lnTo>
                  <a:lnTo>
                    <a:pt x="1578" y="661"/>
                  </a:lnTo>
                  <a:lnTo>
                    <a:pt x="1248" y="624"/>
                  </a:lnTo>
                  <a:lnTo>
                    <a:pt x="918" y="661"/>
                  </a:lnTo>
                  <a:lnTo>
                    <a:pt x="625" y="771"/>
                  </a:lnTo>
                  <a:lnTo>
                    <a:pt x="478" y="844"/>
                  </a:lnTo>
                  <a:lnTo>
                    <a:pt x="368" y="954"/>
                  </a:lnTo>
                  <a:lnTo>
                    <a:pt x="258" y="1064"/>
                  </a:lnTo>
                  <a:lnTo>
                    <a:pt x="148" y="1211"/>
                  </a:lnTo>
                  <a:lnTo>
                    <a:pt x="111" y="1284"/>
                  </a:lnTo>
                  <a:lnTo>
                    <a:pt x="111" y="1321"/>
                  </a:lnTo>
                  <a:lnTo>
                    <a:pt x="148" y="1431"/>
                  </a:lnTo>
                  <a:lnTo>
                    <a:pt x="258" y="1468"/>
                  </a:lnTo>
                  <a:lnTo>
                    <a:pt x="368" y="1468"/>
                  </a:lnTo>
                  <a:lnTo>
                    <a:pt x="698" y="1284"/>
                  </a:lnTo>
                  <a:lnTo>
                    <a:pt x="1028" y="1174"/>
                  </a:lnTo>
                  <a:lnTo>
                    <a:pt x="1028" y="2531"/>
                  </a:lnTo>
                  <a:lnTo>
                    <a:pt x="955" y="3228"/>
                  </a:lnTo>
                  <a:lnTo>
                    <a:pt x="881" y="3925"/>
                  </a:lnTo>
                  <a:lnTo>
                    <a:pt x="698" y="3852"/>
                  </a:lnTo>
                  <a:lnTo>
                    <a:pt x="551" y="3742"/>
                  </a:lnTo>
                  <a:lnTo>
                    <a:pt x="368" y="3632"/>
                  </a:lnTo>
                  <a:lnTo>
                    <a:pt x="184" y="3522"/>
                  </a:lnTo>
                  <a:lnTo>
                    <a:pt x="111" y="3522"/>
                  </a:lnTo>
                  <a:lnTo>
                    <a:pt x="38" y="3595"/>
                  </a:lnTo>
                  <a:lnTo>
                    <a:pt x="1" y="3669"/>
                  </a:lnTo>
                  <a:lnTo>
                    <a:pt x="1" y="3779"/>
                  </a:lnTo>
                  <a:lnTo>
                    <a:pt x="38" y="3962"/>
                  </a:lnTo>
                  <a:lnTo>
                    <a:pt x="148" y="4145"/>
                  </a:lnTo>
                  <a:lnTo>
                    <a:pt x="294" y="4256"/>
                  </a:lnTo>
                  <a:lnTo>
                    <a:pt x="514" y="4402"/>
                  </a:lnTo>
                  <a:lnTo>
                    <a:pt x="735" y="4476"/>
                  </a:lnTo>
                  <a:lnTo>
                    <a:pt x="1175" y="4476"/>
                  </a:lnTo>
                  <a:lnTo>
                    <a:pt x="1248" y="4439"/>
                  </a:lnTo>
                  <a:lnTo>
                    <a:pt x="1321" y="4402"/>
                  </a:lnTo>
                  <a:lnTo>
                    <a:pt x="1395" y="4256"/>
                  </a:lnTo>
                  <a:lnTo>
                    <a:pt x="1505" y="3485"/>
                  </a:lnTo>
                  <a:lnTo>
                    <a:pt x="1578" y="2715"/>
                  </a:lnTo>
                  <a:lnTo>
                    <a:pt x="1578" y="1908"/>
                  </a:lnTo>
                  <a:lnTo>
                    <a:pt x="1542" y="1504"/>
                  </a:lnTo>
                  <a:lnTo>
                    <a:pt x="1505" y="1138"/>
                  </a:lnTo>
                  <a:lnTo>
                    <a:pt x="1762" y="1174"/>
                  </a:lnTo>
                  <a:lnTo>
                    <a:pt x="2128" y="1321"/>
                  </a:lnTo>
                  <a:lnTo>
                    <a:pt x="2459" y="1431"/>
                  </a:lnTo>
                  <a:lnTo>
                    <a:pt x="2825" y="1578"/>
                  </a:lnTo>
                  <a:lnTo>
                    <a:pt x="3192" y="1651"/>
                  </a:lnTo>
                  <a:lnTo>
                    <a:pt x="3486" y="1651"/>
                  </a:lnTo>
                  <a:lnTo>
                    <a:pt x="3449" y="2531"/>
                  </a:lnTo>
                  <a:lnTo>
                    <a:pt x="3412" y="3449"/>
                  </a:lnTo>
                  <a:lnTo>
                    <a:pt x="3412" y="3999"/>
                  </a:lnTo>
                  <a:lnTo>
                    <a:pt x="3412" y="4256"/>
                  </a:lnTo>
                  <a:lnTo>
                    <a:pt x="3412" y="4366"/>
                  </a:lnTo>
                  <a:lnTo>
                    <a:pt x="3412" y="4402"/>
                  </a:lnTo>
                  <a:lnTo>
                    <a:pt x="3449" y="4402"/>
                  </a:lnTo>
                  <a:lnTo>
                    <a:pt x="3412" y="4476"/>
                  </a:lnTo>
                  <a:lnTo>
                    <a:pt x="3376" y="4512"/>
                  </a:lnTo>
                  <a:lnTo>
                    <a:pt x="3376" y="4659"/>
                  </a:lnTo>
                  <a:lnTo>
                    <a:pt x="3376" y="4696"/>
                  </a:lnTo>
                  <a:lnTo>
                    <a:pt x="3412" y="4806"/>
                  </a:lnTo>
                  <a:lnTo>
                    <a:pt x="3522" y="4879"/>
                  </a:lnTo>
                  <a:lnTo>
                    <a:pt x="3632" y="4879"/>
                  </a:lnTo>
                  <a:lnTo>
                    <a:pt x="3742" y="4842"/>
                  </a:lnTo>
                  <a:lnTo>
                    <a:pt x="3853" y="4732"/>
                  </a:lnTo>
                  <a:lnTo>
                    <a:pt x="3926" y="4586"/>
                  </a:lnTo>
                  <a:lnTo>
                    <a:pt x="3926" y="4439"/>
                  </a:lnTo>
                  <a:lnTo>
                    <a:pt x="3926" y="4256"/>
                  </a:lnTo>
                  <a:lnTo>
                    <a:pt x="3963" y="3045"/>
                  </a:lnTo>
                  <a:lnTo>
                    <a:pt x="3963" y="1871"/>
                  </a:lnTo>
                  <a:lnTo>
                    <a:pt x="3963" y="1541"/>
                  </a:lnTo>
                  <a:lnTo>
                    <a:pt x="4366" y="1394"/>
                  </a:lnTo>
                  <a:lnTo>
                    <a:pt x="4733" y="1138"/>
                  </a:lnTo>
                  <a:lnTo>
                    <a:pt x="5063" y="844"/>
                  </a:lnTo>
                  <a:lnTo>
                    <a:pt x="5320" y="551"/>
                  </a:lnTo>
                  <a:lnTo>
                    <a:pt x="5467" y="367"/>
                  </a:lnTo>
                  <a:lnTo>
                    <a:pt x="5503" y="257"/>
                  </a:lnTo>
                  <a:lnTo>
                    <a:pt x="5503" y="184"/>
                  </a:lnTo>
                  <a:lnTo>
                    <a:pt x="5430" y="74"/>
                  </a:lnTo>
                  <a:lnTo>
                    <a:pt x="5356" y="37"/>
                  </a:lnTo>
                  <a:lnTo>
                    <a:pt x="5283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8" name="Google Shape;314;p5">
              <a:extLst>
                <a:ext uri="{FF2B5EF4-FFF2-40B4-BE49-F238E27FC236}">
                  <a16:creationId xmlns:a16="http://schemas.microsoft.com/office/drawing/2014/main" id="{B4440EA4-F067-4E18-962E-6DD8B6B4DEE0}"/>
                </a:ext>
              </a:extLst>
            </p:cNvPr>
            <p:cNvSpPr/>
            <p:nvPr/>
          </p:nvSpPr>
          <p:spPr>
            <a:xfrm>
              <a:off x="6879325" y="4294925"/>
              <a:ext cx="344825" cy="254975"/>
            </a:xfrm>
            <a:custGeom>
              <a:avLst/>
              <a:gdLst/>
              <a:ahLst/>
              <a:cxnLst/>
              <a:rect l="l" t="t" r="r" b="b"/>
              <a:pathLst>
                <a:path w="13793" h="10199" extrusionOk="0">
                  <a:moveTo>
                    <a:pt x="5649" y="2128"/>
                  </a:moveTo>
                  <a:lnTo>
                    <a:pt x="5503" y="2165"/>
                  </a:lnTo>
                  <a:lnTo>
                    <a:pt x="5356" y="2238"/>
                  </a:lnTo>
                  <a:lnTo>
                    <a:pt x="5209" y="2312"/>
                  </a:lnTo>
                  <a:lnTo>
                    <a:pt x="5099" y="2422"/>
                  </a:lnTo>
                  <a:lnTo>
                    <a:pt x="4989" y="2532"/>
                  </a:lnTo>
                  <a:lnTo>
                    <a:pt x="4916" y="2642"/>
                  </a:lnTo>
                  <a:lnTo>
                    <a:pt x="4879" y="2788"/>
                  </a:lnTo>
                  <a:lnTo>
                    <a:pt x="4842" y="2935"/>
                  </a:lnTo>
                  <a:lnTo>
                    <a:pt x="4842" y="3119"/>
                  </a:lnTo>
                  <a:lnTo>
                    <a:pt x="4879" y="3265"/>
                  </a:lnTo>
                  <a:lnTo>
                    <a:pt x="4916" y="3375"/>
                  </a:lnTo>
                  <a:lnTo>
                    <a:pt x="5026" y="3485"/>
                  </a:lnTo>
                  <a:lnTo>
                    <a:pt x="5136" y="3522"/>
                  </a:lnTo>
                  <a:lnTo>
                    <a:pt x="5209" y="3522"/>
                  </a:lnTo>
                  <a:lnTo>
                    <a:pt x="5319" y="3449"/>
                  </a:lnTo>
                  <a:lnTo>
                    <a:pt x="5356" y="3375"/>
                  </a:lnTo>
                  <a:lnTo>
                    <a:pt x="5393" y="3119"/>
                  </a:lnTo>
                  <a:lnTo>
                    <a:pt x="5393" y="2899"/>
                  </a:lnTo>
                  <a:lnTo>
                    <a:pt x="5429" y="3045"/>
                  </a:lnTo>
                  <a:lnTo>
                    <a:pt x="5466" y="3229"/>
                  </a:lnTo>
                  <a:lnTo>
                    <a:pt x="5503" y="3632"/>
                  </a:lnTo>
                  <a:lnTo>
                    <a:pt x="5576" y="3926"/>
                  </a:lnTo>
                  <a:lnTo>
                    <a:pt x="5613" y="4072"/>
                  </a:lnTo>
                  <a:lnTo>
                    <a:pt x="5723" y="4219"/>
                  </a:lnTo>
                  <a:lnTo>
                    <a:pt x="5796" y="4256"/>
                  </a:lnTo>
                  <a:lnTo>
                    <a:pt x="5833" y="4256"/>
                  </a:lnTo>
                  <a:lnTo>
                    <a:pt x="5906" y="4219"/>
                  </a:lnTo>
                  <a:lnTo>
                    <a:pt x="5943" y="4146"/>
                  </a:lnTo>
                  <a:lnTo>
                    <a:pt x="5980" y="4036"/>
                  </a:lnTo>
                  <a:lnTo>
                    <a:pt x="5980" y="3926"/>
                  </a:lnTo>
                  <a:lnTo>
                    <a:pt x="5943" y="3669"/>
                  </a:lnTo>
                  <a:lnTo>
                    <a:pt x="5833" y="3082"/>
                  </a:lnTo>
                  <a:lnTo>
                    <a:pt x="5759" y="2825"/>
                  </a:lnTo>
                  <a:lnTo>
                    <a:pt x="5686" y="2715"/>
                  </a:lnTo>
                  <a:lnTo>
                    <a:pt x="5613" y="2642"/>
                  </a:lnTo>
                  <a:lnTo>
                    <a:pt x="5723" y="2605"/>
                  </a:lnTo>
                  <a:lnTo>
                    <a:pt x="6016" y="2605"/>
                  </a:lnTo>
                  <a:lnTo>
                    <a:pt x="6163" y="2642"/>
                  </a:lnTo>
                  <a:lnTo>
                    <a:pt x="6310" y="3045"/>
                  </a:lnTo>
                  <a:lnTo>
                    <a:pt x="6456" y="3522"/>
                  </a:lnTo>
                  <a:lnTo>
                    <a:pt x="6603" y="3999"/>
                  </a:lnTo>
                  <a:lnTo>
                    <a:pt x="6640" y="4072"/>
                  </a:lnTo>
                  <a:lnTo>
                    <a:pt x="6677" y="4109"/>
                  </a:lnTo>
                  <a:lnTo>
                    <a:pt x="6750" y="4146"/>
                  </a:lnTo>
                  <a:lnTo>
                    <a:pt x="6823" y="4109"/>
                  </a:lnTo>
                  <a:lnTo>
                    <a:pt x="6897" y="4072"/>
                  </a:lnTo>
                  <a:lnTo>
                    <a:pt x="6970" y="4036"/>
                  </a:lnTo>
                  <a:lnTo>
                    <a:pt x="7007" y="3926"/>
                  </a:lnTo>
                  <a:lnTo>
                    <a:pt x="7007" y="3852"/>
                  </a:lnTo>
                  <a:lnTo>
                    <a:pt x="6860" y="3412"/>
                  </a:lnTo>
                  <a:lnTo>
                    <a:pt x="6750" y="3009"/>
                  </a:lnTo>
                  <a:lnTo>
                    <a:pt x="6677" y="2862"/>
                  </a:lnTo>
                  <a:lnTo>
                    <a:pt x="6970" y="3045"/>
                  </a:lnTo>
                  <a:lnTo>
                    <a:pt x="7227" y="3229"/>
                  </a:lnTo>
                  <a:lnTo>
                    <a:pt x="7227" y="3449"/>
                  </a:lnTo>
                  <a:lnTo>
                    <a:pt x="7263" y="3669"/>
                  </a:lnTo>
                  <a:lnTo>
                    <a:pt x="7410" y="4072"/>
                  </a:lnTo>
                  <a:lnTo>
                    <a:pt x="7484" y="4146"/>
                  </a:lnTo>
                  <a:lnTo>
                    <a:pt x="7520" y="4182"/>
                  </a:lnTo>
                  <a:lnTo>
                    <a:pt x="7667" y="4182"/>
                  </a:lnTo>
                  <a:lnTo>
                    <a:pt x="7740" y="4146"/>
                  </a:lnTo>
                  <a:lnTo>
                    <a:pt x="7777" y="4109"/>
                  </a:lnTo>
                  <a:lnTo>
                    <a:pt x="7814" y="4036"/>
                  </a:lnTo>
                  <a:lnTo>
                    <a:pt x="7777" y="3926"/>
                  </a:lnTo>
                  <a:lnTo>
                    <a:pt x="7704" y="3669"/>
                  </a:lnTo>
                  <a:lnTo>
                    <a:pt x="8034" y="3962"/>
                  </a:lnTo>
                  <a:lnTo>
                    <a:pt x="8070" y="3999"/>
                  </a:lnTo>
                  <a:lnTo>
                    <a:pt x="8107" y="3999"/>
                  </a:lnTo>
                  <a:lnTo>
                    <a:pt x="8144" y="3962"/>
                  </a:lnTo>
                  <a:lnTo>
                    <a:pt x="8144" y="3926"/>
                  </a:lnTo>
                  <a:lnTo>
                    <a:pt x="8144" y="3742"/>
                  </a:lnTo>
                  <a:lnTo>
                    <a:pt x="8107" y="3595"/>
                  </a:lnTo>
                  <a:lnTo>
                    <a:pt x="7960" y="3302"/>
                  </a:lnTo>
                  <a:lnTo>
                    <a:pt x="7740" y="3009"/>
                  </a:lnTo>
                  <a:lnTo>
                    <a:pt x="7484" y="2788"/>
                  </a:lnTo>
                  <a:lnTo>
                    <a:pt x="7190" y="2568"/>
                  </a:lnTo>
                  <a:lnTo>
                    <a:pt x="6897" y="2422"/>
                  </a:lnTo>
                  <a:lnTo>
                    <a:pt x="6566" y="2275"/>
                  </a:lnTo>
                  <a:lnTo>
                    <a:pt x="6273" y="2165"/>
                  </a:lnTo>
                  <a:lnTo>
                    <a:pt x="5943" y="2128"/>
                  </a:lnTo>
                  <a:close/>
                  <a:moveTo>
                    <a:pt x="12215" y="3485"/>
                  </a:moveTo>
                  <a:lnTo>
                    <a:pt x="12142" y="3522"/>
                  </a:lnTo>
                  <a:lnTo>
                    <a:pt x="12142" y="3559"/>
                  </a:lnTo>
                  <a:lnTo>
                    <a:pt x="12142" y="3742"/>
                  </a:lnTo>
                  <a:lnTo>
                    <a:pt x="12142" y="3926"/>
                  </a:lnTo>
                  <a:lnTo>
                    <a:pt x="12252" y="4292"/>
                  </a:lnTo>
                  <a:lnTo>
                    <a:pt x="12436" y="4769"/>
                  </a:lnTo>
                  <a:lnTo>
                    <a:pt x="12582" y="5136"/>
                  </a:lnTo>
                  <a:lnTo>
                    <a:pt x="12546" y="5209"/>
                  </a:lnTo>
                  <a:lnTo>
                    <a:pt x="12546" y="5320"/>
                  </a:lnTo>
                  <a:lnTo>
                    <a:pt x="12582" y="5356"/>
                  </a:lnTo>
                  <a:lnTo>
                    <a:pt x="12582" y="5430"/>
                  </a:lnTo>
                  <a:lnTo>
                    <a:pt x="11885" y="5613"/>
                  </a:lnTo>
                  <a:lnTo>
                    <a:pt x="11885" y="5430"/>
                  </a:lnTo>
                  <a:lnTo>
                    <a:pt x="11849" y="5246"/>
                  </a:lnTo>
                  <a:lnTo>
                    <a:pt x="11702" y="4843"/>
                  </a:lnTo>
                  <a:lnTo>
                    <a:pt x="11629" y="4549"/>
                  </a:lnTo>
                  <a:lnTo>
                    <a:pt x="11482" y="4256"/>
                  </a:lnTo>
                  <a:lnTo>
                    <a:pt x="11335" y="3999"/>
                  </a:lnTo>
                  <a:lnTo>
                    <a:pt x="11115" y="3742"/>
                  </a:lnTo>
                  <a:lnTo>
                    <a:pt x="11005" y="3742"/>
                  </a:lnTo>
                  <a:lnTo>
                    <a:pt x="10968" y="3779"/>
                  </a:lnTo>
                  <a:lnTo>
                    <a:pt x="10932" y="3852"/>
                  </a:lnTo>
                  <a:lnTo>
                    <a:pt x="10968" y="4109"/>
                  </a:lnTo>
                  <a:lnTo>
                    <a:pt x="11078" y="4366"/>
                  </a:lnTo>
                  <a:lnTo>
                    <a:pt x="11262" y="4879"/>
                  </a:lnTo>
                  <a:lnTo>
                    <a:pt x="11372" y="5320"/>
                  </a:lnTo>
                  <a:lnTo>
                    <a:pt x="11445" y="5540"/>
                  </a:lnTo>
                  <a:lnTo>
                    <a:pt x="11555" y="5686"/>
                  </a:lnTo>
                  <a:lnTo>
                    <a:pt x="11482" y="5723"/>
                  </a:lnTo>
                  <a:lnTo>
                    <a:pt x="11372" y="5723"/>
                  </a:lnTo>
                  <a:lnTo>
                    <a:pt x="11262" y="5686"/>
                  </a:lnTo>
                  <a:lnTo>
                    <a:pt x="11152" y="5650"/>
                  </a:lnTo>
                  <a:lnTo>
                    <a:pt x="11078" y="5576"/>
                  </a:lnTo>
                  <a:lnTo>
                    <a:pt x="10895" y="5393"/>
                  </a:lnTo>
                  <a:lnTo>
                    <a:pt x="10785" y="5209"/>
                  </a:lnTo>
                  <a:lnTo>
                    <a:pt x="10712" y="5173"/>
                  </a:lnTo>
                  <a:lnTo>
                    <a:pt x="10675" y="4916"/>
                  </a:lnTo>
                  <a:lnTo>
                    <a:pt x="10601" y="4696"/>
                  </a:lnTo>
                  <a:lnTo>
                    <a:pt x="10418" y="4292"/>
                  </a:lnTo>
                  <a:lnTo>
                    <a:pt x="10381" y="4256"/>
                  </a:lnTo>
                  <a:lnTo>
                    <a:pt x="10345" y="4219"/>
                  </a:lnTo>
                  <a:lnTo>
                    <a:pt x="10198" y="4219"/>
                  </a:lnTo>
                  <a:lnTo>
                    <a:pt x="10125" y="4292"/>
                  </a:lnTo>
                  <a:lnTo>
                    <a:pt x="10088" y="4366"/>
                  </a:lnTo>
                  <a:lnTo>
                    <a:pt x="10088" y="4402"/>
                  </a:lnTo>
                  <a:lnTo>
                    <a:pt x="10125" y="4659"/>
                  </a:lnTo>
                  <a:lnTo>
                    <a:pt x="10051" y="4623"/>
                  </a:lnTo>
                  <a:lnTo>
                    <a:pt x="9941" y="4586"/>
                  </a:lnTo>
                  <a:lnTo>
                    <a:pt x="9868" y="4623"/>
                  </a:lnTo>
                  <a:lnTo>
                    <a:pt x="9794" y="4696"/>
                  </a:lnTo>
                  <a:lnTo>
                    <a:pt x="9721" y="4806"/>
                  </a:lnTo>
                  <a:lnTo>
                    <a:pt x="9684" y="4916"/>
                  </a:lnTo>
                  <a:lnTo>
                    <a:pt x="9721" y="5026"/>
                  </a:lnTo>
                  <a:lnTo>
                    <a:pt x="9758" y="5099"/>
                  </a:lnTo>
                  <a:lnTo>
                    <a:pt x="9905" y="5246"/>
                  </a:lnTo>
                  <a:lnTo>
                    <a:pt x="10125" y="5356"/>
                  </a:lnTo>
                  <a:lnTo>
                    <a:pt x="10271" y="5430"/>
                  </a:lnTo>
                  <a:lnTo>
                    <a:pt x="10345" y="5540"/>
                  </a:lnTo>
                  <a:lnTo>
                    <a:pt x="10528" y="5796"/>
                  </a:lnTo>
                  <a:lnTo>
                    <a:pt x="10712" y="5980"/>
                  </a:lnTo>
                  <a:lnTo>
                    <a:pt x="10932" y="6163"/>
                  </a:lnTo>
                  <a:lnTo>
                    <a:pt x="11078" y="6200"/>
                  </a:lnTo>
                  <a:lnTo>
                    <a:pt x="11225" y="6237"/>
                  </a:lnTo>
                  <a:lnTo>
                    <a:pt x="11519" y="6237"/>
                  </a:lnTo>
                  <a:lnTo>
                    <a:pt x="11849" y="6163"/>
                  </a:lnTo>
                  <a:lnTo>
                    <a:pt x="12142" y="6090"/>
                  </a:lnTo>
                  <a:lnTo>
                    <a:pt x="12986" y="5833"/>
                  </a:lnTo>
                  <a:lnTo>
                    <a:pt x="13353" y="5686"/>
                  </a:lnTo>
                  <a:lnTo>
                    <a:pt x="13536" y="5613"/>
                  </a:lnTo>
                  <a:lnTo>
                    <a:pt x="13719" y="5540"/>
                  </a:lnTo>
                  <a:lnTo>
                    <a:pt x="13793" y="5466"/>
                  </a:lnTo>
                  <a:lnTo>
                    <a:pt x="13793" y="5356"/>
                  </a:lnTo>
                  <a:lnTo>
                    <a:pt x="13756" y="5283"/>
                  </a:lnTo>
                  <a:lnTo>
                    <a:pt x="13646" y="5246"/>
                  </a:lnTo>
                  <a:lnTo>
                    <a:pt x="13353" y="5246"/>
                  </a:lnTo>
                  <a:lnTo>
                    <a:pt x="13059" y="5320"/>
                  </a:lnTo>
                  <a:lnTo>
                    <a:pt x="13059" y="5099"/>
                  </a:lnTo>
                  <a:lnTo>
                    <a:pt x="12986" y="4879"/>
                  </a:lnTo>
                  <a:lnTo>
                    <a:pt x="12839" y="4513"/>
                  </a:lnTo>
                  <a:lnTo>
                    <a:pt x="12619" y="3962"/>
                  </a:lnTo>
                  <a:lnTo>
                    <a:pt x="12509" y="3706"/>
                  </a:lnTo>
                  <a:lnTo>
                    <a:pt x="12326" y="3485"/>
                  </a:lnTo>
                  <a:close/>
                  <a:moveTo>
                    <a:pt x="12069" y="1"/>
                  </a:moveTo>
                  <a:lnTo>
                    <a:pt x="11702" y="37"/>
                  </a:lnTo>
                  <a:lnTo>
                    <a:pt x="11335" y="147"/>
                  </a:lnTo>
                  <a:lnTo>
                    <a:pt x="10638" y="368"/>
                  </a:lnTo>
                  <a:lnTo>
                    <a:pt x="9905" y="588"/>
                  </a:lnTo>
                  <a:lnTo>
                    <a:pt x="9538" y="698"/>
                  </a:lnTo>
                  <a:lnTo>
                    <a:pt x="9171" y="844"/>
                  </a:lnTo>
                  <a:lnTo>
                    <a:pt x="8914" y="1028"/>
                  </a:lnTo>
                  <a:lnTo>
                    <a:pt x="8694" y="1211"/>
                  </a:lnTo>
                  <a:lnTo>
                    <a:pt x="8547" y="1431"/>
                  </a:lnTo>
                  <a:lnTo>
                    <a:pt x="8437" y="1688"/>
                  </a:lnTo>
                  <a:lnTo>
                    <a:pt x="8401" y="1945"/>
                  </a:lnTo>
                  <a:lnTo>
                    <a:pt x="8401" y="2238"/>
                  </a:lnTo>
                  <a:lnTo>
                    <a:pt x="8401" y="2532"/>
                  </a:lnTo>
                  <a:lnTo>
                    <a:pt x="8474" y="2825"/>
                  </a:lnTo>
                  <a:lnTo>
                    <a:pt x="8804" y="4402"/>
                  </a:lnTo>
                  <a:lnTo>
                    <a:pt x="8951" y="5173"/>
                  </a:lnTo>
                  <a:lnTo>
                    <a:pt x="9098" y="5980"/>
                  </a:lnTo>
                  <a:lnTo>
                    <a:pt x="9134" y="6347"/>
                  </a:lnTo>
                  <a:lnTo>
                    <a:pt x="9134" y="6713"/>
                  </a:lnTo>
                  <a:lnTo>
                    <a:pt x="8914" y="6126"/>
                  </a:lnTo>
                  <a:lnTo>
                    <a:pt x="8841" y="5796"/>
                  </a:lnTo>
                  <a:lnTo>
                    <a:pt x="8731" y="5430"/>
                  </a:lnTo>
                  <a:lnTo>
                    <a:pt x="8657" y="5246"/>
                  </a:lnTo>
                  <a:lnTo>
                    <a:pt x="8547" y="5099"/>
                  </a:lnTo>
                  <a:lnTo>
                    <a:pt x="8437" y="4953"/>
                  </a:lnTo>
                  <a:lnTo>
                    <a:pt x="8327" y="4879"/>
                  </a:lnTo>
                  <a:lnTo>
                    <a:pt x="8254" y="4879"/>
                  </a:lnTo>
                  <a:lnTo>
                    <a:pt x="8217" y="4916"/>
                  </a:lnTo>
                  <a:lnTo>
                    <a:pt x="8180" y="5026"/>
                  </a:lnTo>
                  <a:lnTo>
                    <a:pt x="8180" y="5136"/>
                  </a:lnTo>
                  <a:lnTo>
                    <a:pt x="8217" y="5393"/>
                  </a:lnTo>
                  <a:lnTo>
                    <a:pt x="8364" y="5906"/>
                  </a:lnTo>
                  <a:lnTo>
                    <a:pt x="8584" y="6567"/>
                  </a:lnTo>
                  <a:lnTo>
                    <a:pt x="8767" y="7227"/>
                  </a:lnTo>
                  <a:lnTo>
                    <a:pt x="8731" y="7374"/>
                  </a:lnTo>
                  <a:lnTo>
                    <a:pt x="8731" y="7447"/>
                  </a:lnTo>
                  <a:lnTo>
                    <a:pt x="8731" y="7520"/>
                  </a:lnTo>
                  <a:lnTo>
                    <a:pt x="8804" y="7594"/>
                  </a:lnTo>
                  <a:lnTo>
                    <a:pt x="8694" y="7740"/>
                  </a:lnTo>
                  <a:lnTo>
                    <a:pt x="8547" y="7887"/>
                  </a:lnTo>
                  <a:lnTo>
                    <a:pt x="8401" y="7997"/>
                  </a:lnTo>
                  <a:lnTo>
                    <a:pt x="8180" y="8107"/>
                  </a:lnTo>
                  <a:lnTo>
                    <a:pt x="8144" y="8034"/>
                  </a:lnTo>
                  <a:lnTo>
                    <a:pt x="8144" y="7997"/>
                  </a:lnTo>
                  <a:lnTo>
                    <a:pt x="8070" y="7961"/>
                  </a:lnTo>
                  <a:lnTo>
                    <a:pt x="7630" y="6530"/>
                  </a:lnTo>
                  <a:lnTo>
                    <a:pt x="7337" y="5650"/>
                  </a:lnTo>
                  <a:lnTo>
                    <a:pt x="7153" y="5283"/>
                  </a:lnTo>
                  <a:lnTo>
                    <a:pt x="7080" y="5026"/>
                  </a:lnTo>
                  <a:lnTo>
                    <a:pt x="7080" y="4953"/>
                  </a:lnTo>
                  <a:lnTo>
                    <a:pt x="7080" y="4879"/>
                  </a:lnTo>
                  <a:lnTo>
                    <a:pt x="7117" y="4806"/>
                  </a:lnTo>
                  <a:lnTo>
                    <a:pt x="7153" y="4733"/>
                  </a:lnTo>
                  <a:lnTo>
                    <a:pt x="7117" y="4659"/>
                  </a:lnTo>
                  <a:lnTo>
                    <a:pt x="7080" y="4623"/>
                  </a:lnTo>
                  <a:lnTo>
                    <a:pt x="6860" y="4476"/>
                  </a:lnTo>
                  <a:lnTo>
                    <a:pt x="6750" y="4439"/>
                  </a:lnTo>
                  <a:lnTo>
                    <a:pt x="6640" y="4476"/>
                  </a:lnTo>
                  <a:lnTo>
                    <a:pt x="6603" y="4549"/>
                  </a:lnTo>
                  <a:lnTo>
                    <a:pt x="6603" y="4623"/>
                  </a:lnTo>
                  <a:lnTo>
                    <a:pt x="6640" y="4659"/>
                  </a:lnTo>
                  <a:lnTo>
                    <a:pt x="6677" y="4769"/>
                  </a:lnTo>
                  <a:lnTo>
                    <a:pt x="6640" y="4879"/>
                  </a:lnTo>
                  <a:lnTo>
                    <a:pt x="6640" y="5063"/>
                  </a:lnTo>
                  <a:lnTo>
                    <a:pt x="6713" y="5320"/>
                  </a:lnTo>
                  <a:lnTo>
                    <a:pt x="6787" y="5576"/>
                  </a:lnTo>
                  <a:lnTo>
                    <a:pt x="6970" y="6090"/>
                  </a:lnTo>
                  <a:lnTo>
                    <a:pt x="7667" y="8254"/>
                  </a:lnTo>
                  <a:lnTo>
                    <a:pt x="7300" y="8254"/>
                  </a:lnTo>
                  <a:lnTo>
                    <a:pt x="6970" y="8181"/>
                  </a:lnTo>
                  <a:lnTo>
                    <a:pt x="6970" y="8107"/>
                  </a:lnTo>
                  <a:lnTo>
                    <a:pt x="6970" y="8034"/>
                  </a:lnTo>
                  <a:lnTo>
                    <a:pt x="6897" y="7997"/>
                  </a:lnTo>
                  <a:lnTo>
                    <a:pt x="6530" y="6383"/>
                  </a:lnTo>
                  <a:lnTo>
                    <a:pt x="6310" y="5503"/>
                  </a:lnTo>
                  <a:lnTo>
                    <a:pt x="6200" y="5099"/>
                  </a:lnTo>
                  <a:lnTo>
                    <a:pt x="6090" y="4916"/>
                  </a:lnTo>
                  <a:lnTo>
                    <a:pt x="5980" y="4733"/>
                  </a:lnTo>
                  <a:lnTo>
                    <a:pt x="5943" y="4696"/>
                  </a:lnTo>
                  <a:lnTo>
                    <a:pt x="5906" y="4696"/>
                  </a:lnTo>
                  <a:lnTo>
                    <a:pt x="5833" y="4733"/>
                  </a:lnTo>
                  <a:lnTo>
                    <a:pt x="5833" y="4769"/>
                  </a:lnTo>
                  <a:lnTo>
                    <a:pt x="5796" y="4989"/>
                  </a:lnTo>
                  <a:lnTo>
                    <a:pt x="5796" y="5173"/>
                  </a:lnTo>
                  <a:lnTo>
                    <a:pt x="5870" y="5576"/>
                  </a:lnTo>
                  <a:lnTo>
                    <a:pt x="6053" y="6383"/>
                  </a:lnTo>
                  <a:lnTo>
                    <a:pt x="6420" y="7887"/>
                  </a:lnTo>
                  <a:lnTo>
                    <a:pt x="6420" y="7887"/>
                  </a:lnTo>
                  <a:lnTo>
                    <a:pt x="6163" y="7740"/>
                  </a:lnTo>
                  <a:lnTo>
                    <a:pt x="5980" y="7520"/>
                  </a:lnTo>
                  <a:lnTo>
                    <a:pt x="5759" y="7227"/>
                  </a:lnTo>
                  <a:lnTo>
                    <a:pt x="5576" y="6897"/>
                  </a:lnTo>
                  <a:lnTo>
                    <a:pt x="5466" y="6567"/>
                  </a:lnTo>
                  <a:lnTo>
                    <a:pt x="5393" y="6237"/>
                  </a:lnTo>
                  <a:lnTo>
                    <a:pt x="5246" y="5540"/>
                  </a:lnTo>
                  <a:lnTo>
                    <a:pt x="5173" y="5209"/>
                  </a:lnTo>
                  <a:lnTo>
                    <a:pt x="5063" y="4879"/>
                  </a:lnTo>
                  <a:lnTo>
                    <a:pt x="4916" y="4586"/>
                  </a:lnTo>
                  <a:lnTo>
                    <a:pt x="4732" y="4366"/>
                  </a:lnTo>
                  <a:lnTo>
                    <a:pt x="4512" y="4146"/>
                  </a:lnTo>
                  <a:lnTo>
                    <a:pt x="4292" y="3962"/>
                  </a:lnTo>
                  <a:lnTo>
                    <a:pt x="4035" y="3816"/>
                  </a:lnTo>
                  <a:lnTo>
                    <a:pt x="3779" y="3706"/>
                  </a:lnTo>
                  <a:lnTo>
                    <a:pt x="3485" y="3595"/>
                  </a:lnTo>
                  <a:lnTo>
                    <a:pt x="3192" y="3522"/>
                  </a:lnTo>
                  <a:lnTo>
                    <a:pt x="2862" y="3449"/>
                  </a:lnTo>
                  <a:lnTo>
                    <a:pt x="2128" y="3449"/>
                  </a:lnTo>
                  <a:lnTo>
                    <a:pt x="1798" y="3522"/>
                  </a:lnTo>
                  <a:lnTo>
                    <a:pt x="1101" y="3669"/>
                  </a:lnTo>
                  <a:lnTo>
                    <a:pt x="404" y="3889"/>
                  </a:lnTo>
                  <a:lnTo>
                    <a:pt x="184" y="3962"/>
                  </a:lnTo>
                  <a:lnTo>
                    <a:pt x="74" y="4036"/>
                  </a:lnTo>
                  <a:lnTo>
                    <a:pt x="0" y="4109"/>
                  </a:lnTo>
                  <a:lnTo>
                    <a:pt x="0" y="4182"/>
                  </a:lnTo>
                  <a:lnTo>
                    <a:pt x="0" y="4219"/>
                  </a:lnTo>
                  <a:lnTo>
                    <a:pt x="0" y="4402"/>
                  </a:lnTo>
                  <a:lnTo>
                    <a:pt x="37" y="4439"/>
                  </a:lnTo>
                  <a:lnTo>
                    <a:pt x="74" y="4513"/>
                  </a:lnTo>
                  <a:lnTo>
                    <a:pt x="257" y="4586"/>
                  </a:lnTo>
                  <a:lnTo>
                    <a:pt x="404" y="4586"/>
                  </a:lnTo>
                  <a:lnTo>
                    <a:pt x="514" y="4513"/>
                  </a:lnTo>
                  <a:lnTo>
                    <a:pt x="624" y="4439"/>
                  </a:lnTo>
                  <a:lnTo>
                    <a:pt x="881" y="4329"/>
                  </a:lnTo>
                  <a:lnTo>
                    <a:pt x="881" y="4366"/>
                  </a:lnTo>
                  <a:lnTo>
                    <a:pt x="881" y="4549"/>
                  </a:lnTo>
                  <a:lnTo>
                    <a:pt x="881" y="4696"/>
                  </a:lnTo>
                  <a:lnTo>
                    <a:pt x="954" y="5026"/>
                  </a:lnTo>
                  <a:lnTo>
                    <a:pt x="1211" y="5686"/>
                  </a:lnTo>
                  <a:lnTo>
                    <a:pt x="1468" y="6493"/>
                  </a:lnTo>
                  <a:lnTo>
                    <a:pt x="1761" y="7300"/>
                  </a:lnTo>
                  <a:lnTo>
                    <a:pt x="1798" y="7374"/>
                  </a:lnTo>
                  <a:lnTo>
                    <a:pt x="1871" y="7447"/>
                  </a:lnTo>
                  <a:lnTo>
                    <a:pt x="2055" y="7447"/>
                  </a:lnTo>
                  <a:lnTo>
                    <a:pt x="2128" y="7410"/>
                  </a:lnTo>
                  <a:lnTo>
                    <a:pt x="2165" y="7337"/>
                  </a:lnTo>
                  <a:lnTo>
                    <a:pt x="2201" y="7227"/>
                  </a:lnTo>
                  <a:lnTo>
                    <a:pt x="2201" y="7154"/>
                  </a:lnTo>
                  <a:lnTo>
                    <a:pt x="1945" y="6383"/>
                  </a:lnTo>
                  <a:lnTo>
                    <a:pt x="1688" y="5650"/>
                  </a:lnTo>
                  <a:lnTo>
                    <a:pt x="1468" y="4989"/>
                  </a:lnTo>
                  <a:lnTo>
                    <a:pt x="1321" y="4696"/>
                  </a:lnTo>
                  <a:lnTo>
                    <a:pt x="1138" y="4402"/>
                  </a:lnTo>
                  <a:lnTo>
                    <a:pt x="1211" y="4329"/>
                  </a:lnTo>
                  <a:lnTo>
                    <a:pt x="1248" y="4329"/>
                  </a:lnTo>
                  <a:lnTo>
                    <a:pt x="1248" y="4292"/>
                  </a:lnTo>
                  <a:lnTo>
                    <a:pt x="1211" y="4292"/>
                  </a:lnTo>
                  <a:lnTo>
                    <a:pt x="1174" y="4256"/>
                  </a:lnTo>
                  <a:lnTo>
                    <a:pt x="1138" y="4256"/>
                  </a:lnTo>
                  <a:lnTo>
                    <a:pt x="1504" y="4182"/>
                  </a:lnTo>
                  <a:lnTo>
                    <a:pt x="1871" y="4109"/>
                  </a:lnTo>
                  <a:lnTo>
                    <a:pt x="1945" y="4256"/>
                  </a:lnTo>
                  <a:lnTo>
                    <a:pt x="2055" y="4439"/>
                  </a:lnTo>
                  <a:lnTo>
                    <a:pt x="2238" y="4879"/>
                  </a:lnTo>
                  <a:lnTo>
                    <a:pt x="2421" y="5320"/>
                  </a:lnTo>
                  <a:lnTo>
                    <a:pt x="2495" y="5760"/>
                  </a:lnTo>
                  <a:lnTo>
                    <a:pt x="2605" y="6200"/>
                  </a:lnTo>
                  <a:lnTo>
                    <a:pt x="2715" y="6420"/>
                  </a:lnTo>
                  <a:lnTo>
                    <a:pt x="2788" y="6603"/>
                  </a:lnTo>
                  <a:lnTo>
                    <a:pt x="2935" y="6787"/>
                  </a:lnTo>
                  <a:lnTo>
                    <a:pt x="3082" y="6933"/>
                  </a:lnTo>
                  <a:lnTo>
                    <a:pt x="3228" y="6970"/>
                  </a:lnTo>
                  <a:lnTo>
                    <a:pt x="3302" y="6933"/>
                  </a:lnTo>
                  <a:lnTo>
                    <a:pt x="3375" y="6860"/>
                  </a:lnTo>
                  <a:lnTo>
                    <a:pt x="3375" y="6750"/>
                  </a:lnTo>
                  <a:lnTo>
                    <a:pt x="3302" y="6530"/>
                  </a:lnTo>
                  <a:lnTo>
                    <a:pt x="3192" y="6347"/>
                  </a:lnTo>
                  <a:lnTo>
                    <a:pt x="3082" y="6126"/>
                  </a:lnTo>
                  <a:lnTo>
                    <a:pt x="3008" y="5943"/>
                  </a:lnTo>
                  <a:lnTo>
                    <a:pt x="2898" y="5503"/>
                  </a:lnTo>
                  <a:lnTo>
                    <a:pt x="2788" y="5063"/>
                  </a:lnTo>
                  <a:lnTo>
                    <a:pt x="2605" y="4549"/>
                  </a:lnTo>
                  <a:lnTo>
                    <a:pt x="2458" y="4292"/>
                  </a:lnTo>
                  <a:lnTo>
                    <a:pt x="2311" y="4036"/>
                  </a:lnTo>
                  <a:lnTo>
                    <a:pt x="2752" y="4036"/>
                  </a:lnTo>
                  <a:lnTo>
                    <a:pt x="3192" y="4109"/>
                  </a:lnTo>
                  <a:lnTo>
                    <a:pt x="3192" y="4219"/>
                  </a:lnTo>
                  <a:lnTo>
                    <a:pt x="3228" y="4366"/>
                  </a:lnTo>
                  <a:lnTo>
                    <a:pt x="3302" y="4623"/>
                  </a:lnTo>
                  <a:lnTo>
                    <a:pt x="3522" y="5063"/>
                  </a:lnTo>
                  <a:lnTo>
                    <a:pt x="3779" y="5833"/>
                  </a:lnTo>
                  <a:lnTo>
                    <a:pt x="3852" y="5943"/>
                  </a:lnTo>
                  <a:lnTo>
                    <a:pt x="3889" y="6016"/>
                  </a:lnTo>
                  <a:lnTo>
                    <a:pt x="3962" y="6090"/>
                  </a:lnTo>
                  <a:lnTo>
                    <a:pt x="4109" y="6126"/>
                  </a:lnTo>
                  <a:lnTo>
                    <a:pt x="4146" y="6090"/>
                  </a:lnTo>
                  <a:lnTo>
                    <a:pt x="4219" y="6053"/>
                  </a:lnTo>
                  <a:lnTo>
                    <a:pt x="4292" y="5943"/>
                  </a:lnTo>
                  <a:lnTo>
                    <a:pt x="4292" y="5796"/>
                  </a:lnTo>
                  <a:lnTo>
                    <a:pt x="4256" y="5686"/>
                  </a:lnTo>
                  <a:lnTo>
                    <a:pt x="4182" y="5540"/>
                  </a:lnTo>
                  <a:lnTo>
                    <a:pt x="3852" y="4659"/>
                  </a:lnTo>
                  <a:lnTo>
                    <a:pt x="3669" y="4292"/>
                  </a:lnTo>
                  <a:lnTo>
                    <a:pt x="4035" y="4513"/>
                  </a:lnTo>
                  <a:lnTo>
                    <a:pt x="4182" y="4623"/>
                  </a:lnTo>
                  <a:lnTo>
                    <a:pt x="4329" y="4769"/>
                  </a:lnTo>
                  <a:lnTo>
                    <a:pt x="4439" y="4953"/>
                  </a:lnTo>
                  <a:lnTo>
                    <a:pt x="4512" y="5136"/>
                  </a:lnTo>
                  <a:lnTo>
                    <a:pt x="4659" y="5540"/>
                  </a:lnTo>
                  <a:lnTo>
                    <a:pt x="4806" y="6347"/>
                  </a:lnTo>
                  <a:lnTo>
                    <a:pt x="4842" y="6640"/>
                  </a:lnTo>
                  <a:lnTo>
                    <a:pt x="4952" y="6933"/>
                  </a:lnTo>
                  <a:lnTo>
                    <a:pt x="5063" y="7190"/>
                  </a:lnTo>
                  <a:lnTo>
                    <a:pt x="5209" y="7447"/>
                  </a:lnTo>
                  <a:lnTo>
                    <a:pt x="5393" y="7704"/>
                  </a:lnTo>
                  <a:lnTo>
                    <a:pt x="5576" y="7924"/>
                  </a:lnTo>
                  <a:lnTo>
                    <a:pt x="5759" y="8144"/>
                  </a:lnTo>
                  <a:lnTo>
                    <a:pt x="5980" y="8327"/>
                  </a:lnTo>
                  <a:lnTo>
                    <a:pt x="6236" y="8474"/>
                  </a:lnTo>
                  <a:lnTo>
                    <a:pt x="6493" y="8621"/>
                  </a:lnTo>
                  <a:lnTo>
                    <a:pt x="6750" y="8694"/>
                  </a:lnTo>
                  <a:lnTo>
                    <a:pt x="7043" y="8768"/>
                  </a:lnTo>
                  <a:lnTo>
                    <a:pt x="7300" y="8804"/>
                  </a:lnTo>
                  <a:lnTo>
                    <a:pt x="7924" y="8804"/>
                  </a:lnTo>
                  <a:lnTo>
                    <a:pt x="8217" y="8694"/>
                  </a:lnTo>
                  <a:lnTo>
                    <a:pt x="8511" y="8621"/>
                  </a:lnTo>
                  <a:lnTo>
                    <a:pt x="8731" y="8474"/>
                  </a:lnTo>
                  <a:lnTo>
                    <a:pt x="8951" y="8291"/>
                  </a:lnTo>
                  <a:lnTo>
                    <a:pt x="9171" y="8107"/>
                  </a:lnTo>
                  <a:lnTo>
                    <a:pt x="9354" y="7887"/>
                  </a:lnTo>
                  <a:lnTo>
                    <a:pt x="9464" y="7667"/>
                  </a:lnTo>
                  <a:lnTo>
                    <a:pt x="9611" y="7410"/>
                  </a:lnTo>
                  <a:lnTo>
                    <a:pt x="9684" y="7117"/>
                  </a:lnTo>
                  <a:lnTo>
                    <a:pt x="9721" y="6787"/>
                  </a:lnTo>
                  <a:lnTo>
                    <a:pt x="9758" y="6457"/>
                  </a:lnTo>
                  <a:lnTo>
                    <a:pt x="9721" y="6090"/>
                  </a:lnTo>
                  <a:lnTo>
                    <a:pt x="9684" y="5760"/>
                  </a:lnTo>
                  <a:lnTo>
                    <a:pt x="9538" y="5063"/>
                  </a:lnTo>
                  <a:lnTo>
                    <a:pt x="9354" y="4366"/>
                  </a:lnTo>
                  <a:lnTo>
                    <a:pt x="9024" y="2788"/>
                  </a:lnTo>
                  <a:lnTo>
                    <a:pt x="8951" y="2422"/>
                  </a:lnTo>
                  <a:lnTo>
                    <a:pt x="8951" y="2238"/>
                  </a:lnTo>
                  <a:lnTo>
                    <a:pt x="8951" y="2055"/>
                  </a:lnTo>
                  <a:lnTo>
                    <a:pt x="9024" y="2348"/>
                  </a:lnTo>
                  <a:lnTo>
                    <a:pt x="9098" y="2568"/>
                  </a:lnTo>
                  <a:lnTo>
                    <a:pt x="9244" y="2788"/>
                  </a:lnTo>
                  <a:lnTo>
                    <a:pt x="9391" y="3009"/>
                  </a:lnTo>
                  <a:lnTo>
                    <a:pt x="9501" y="3082"/>
                  </a:lnTo>
                  <a:lnTo>
                    <a:pt x="9611" y="3119"/>
                  </a:lnTo>
                  <a:lnTo>
                    <a:pt x="9684" y="3119"/>
                  </a:lnTo>
                  <a:lnTo>
                    <a:pt x="9758" y="3082"/>
                  </a:lnTo>
                  <a:lnTo>
                    <a:pt x="9794" y="3045"/>
                  </a:lnTo>
                  <a:lnTo>
                    <a:pt x="9831" y="2972"/>
                  </a:lnTo>
                  <a:lnTo>
                    <a:pt x="9758" y="2788"/>
                  </a:lnTo>
                  <a:lnTo>
                    <a:pt x="9648" y="2605"/>
                  </a:lnTo>
                  <a:lnTo>
                    <a:pt x="9464" y="2275"/>
                  </a:lnTo>
                  <a:lnTo>
                    <a:pt x="9318" y="1908"/>
                  </a:lnTo>
                  <a:lnTo>
                    <a:pt x="9244" y="1725"/>
                  </a:lnTo>
                  <a:lnTo>
                    <a:pt x="9134" y="1541"/>
                  </a:lnTo>
                  <a:lnTo>
                    <a:pt x="9171" y="1505"/>
                  </a:lnTo>
                  <a:lnTo>
                    <a:pt x="9354" y="1358"/>
                  </a:lnTo>
                  <a:lnTo>
                    <a:pt x="9538" y="1248"/>
                  </a:lnTo>
                  <a:lnTo>
                    <a:pt x="9978" y="1101"/>
                  </a:lnTo>
                  <a:lnTo>
                    <a:pt x="10051" y="1395"/>
                  </a:lnTo>
                  <a:lnTo>
                    <a:pt x="10125" y="1688"/>
                  </a:lnTo>
                  <a:lnTo>
                    <a:pt x="10345" y="2238"/>
                  </a:lnTo>
                  <a:lnTo>
                    <a:pt x="10418" y="2495"/>
                  </a:lnTo>
                  <a:lnTo>
                    <a:pt x="10491" y="2825"/>
                  </a:lnTo>
                  <a:lnTo>
                    <a:pt x="10565" y="2972"/>
                  </a:lnTo>
                  <a:lnTo>
                    <a:pt x="10638" y="3082"/>
                  </a:lnTo>
                  <a:lnTo>
                    <a:pt x="10748" y="3192"/>
                  </a:lnTo>
                  <a:lnTo>
                    <a:pt x="10858" y="3229"/>
                  </a:lnTo>
                  <a:lnTo>
                    <a:pt x="10968" y="3229"/>
                  </a:lnTo>
                  <a:lnTo>
                    <a:pt x="11042" y="3192"/>
                  </a:lnTo>
                  <a:lnTo>
                    <a:pt x="11115" y="3119"/>
                  </a:lnTo>
                  <a:lnTo>
                    <a:pt x="11115" y="3009"/>
                  </a:lnTo>
                  <a:lnTo>
                    <a:pt x="11115" y="2972"/>
                  </a:lnTo>
                  <a:lnTo>
                    <a:pt x="11078" y="2899"/>
                  </a:lnTo>
                  <a:lnTo>
                    <a:pt x="11005" y="2825"/>
                  </a:lnTo>
                  <a:lnTo>
                    <a:pt x="10932" y="2642"/>
                  </a:lnTo>
                  <a:lnTo>
                    <a:pt x="10895" y="2458"/>
                  </a:lnTo>
                  <a:lnTo>
                    <a:pt x="10675" y="1835"/>
                  </a:lnTo>
                  <a:lnTo>
                    <a:pt x="10528" y="1395"/>
                  </a:lnTo>
                  <a:lnTo>
                    <a:pt x="10418" y="1174"/>
                  </a:lnTo>
                  <a:lnTo>
                    <a:pt x="10308" y="991"/>
                  </a:lnTo>
                  <a:lnTo>
                    <a:pt x="10455" y="918"/>
                  </a:lnTo>
                  <a:lnTo>
                    <a:pt x="11005" y="734"/>
                  </a:lnTo>
                  <a:lnTo>
                    <a:pt x="11152" y="1174"/>
                  </a:lnTo>
                  <a:lnTo>
                    <a:pt x="11298" y="1615"/>
                  </a:lnTo>
                  <a:lnTo>
                    <a:pt x="11555" y="2348"/>
                  </a:lnTo>
                  <a:lnTo>
                    <a:pt x="11702" y="2678"/>
                  </a:lnTo>
                  <a:lnTo>
                    <a:pt x="11775" y="2788"/>
                  </a:lnTo>
                  <a:lnTo>
                    <a:pt x="11922" y="2899"/>
                  </a:lnTo>
                  <a:lnTo>
                    <a:pt x="11959" y="2935"/>
                  </a:lnTo>
                  <a:lnTo>
                    <a:pt x="12032" y="2899"/>
                  </a:lnTo>
                  <a:lnTo>
                    <a:pt x="12069" y="2899"/>
                  </a:lnTo>
                  <a:lnTo>
                    <a:pt x="12105" y="2825"/>
                  </a:lnTo>
                  <a:lnTo>
                    <a:pt x="12142" y="2715"/>
                  </a:lnTo>
                  <a:lnTo>
                    <a:pt x="12142" y="2568"/>
                  </a:lnTo>
                  <a:lnTo>
                    <a:pt x="12069" y="2275"/>
                  </a:lnTo>
                  <a:lnTo>
                    <a:pt x="11812" y="1688"/>
                  </a:lnTo>
                  <a:lnTo>
                    <a:pt x="11592" y="1101"/>
                  </a:lnTo>
                  <a:lnTo>
                    <a:pt x="11445" y="698"/>
                  </a:lnTo>
                  <a:lnTo>
                    <a:pt x="11372" y="588"/>
                  </a:lnTo>
                  <a:lnTo>
                    <a:pt x="11665" y="441"/>
                  </a:lnTo>
                  <a:lnTo>
                    <a:pt x="11922" y="294"/>
                  </a:lnTo>
                  <a:lnTo>
                    <a:pt x="12105" y="147"/>
                  </a:lnTo>
                  <a:lnTo>
                    <a:pt x="12142" y="111"/>
                  </a:lnTo>
                  <a:lnTo>
                    <a:pt x="12142" y="74"/>
                  </a:lnTo>
                  <a:lnTo>
                    <a:pt x="12105" y="37"/>
                  </a:lnTo>
                  <a:lnTo>
                    <a:pt x="12069" y="1"/>
                  </a:lnTo>
                  <a:close/>
                  <a:moveTo>
                    <a:pt x="4072" y="7080"/>
                  </a:moveTo>
                  <a:lnTo>
                    <a:pt x="4035" y="7117"/>
                  </a:lnTo>
                  <a:lnTo>
                    <a:pt x="3999" y="7154"/>
                  </a:lnTo>
                  <a:lnTo>
                    <a:pt x="3999" y="7337"/>
                  </a:lnTo>
                  <a:lnTo>
                    <a:pt x="3999" y="7557"/>
                  </a:lnTo>
                  <a:lnTo>
                    <a:pt x="4072" y="7961"/>
                  </a:lnTo>
                  <a:lnTo>
                    <a:pt x="4219" y="8327"/>
                  </a:lnTo>
                  <a:lnTo>
                    <a:pt x="4366" y="8731"/>
                  </a:lnTo>
                  <a:lnTo>
                    <a:pt x="4439" y="8804"/>
                  </a:lnTo>
                  <a:lnTo>
                    <a:pt x="4182" y="8988"/>
                  </a:lnTo>
                  <a:lnTo>
                    <a:pt x="3889" y="9098"/>
                  </a:lnTo>
                  <a:lnTo>
                    <a:pt x="3852" y="8951"/>
                  </a:lnTo>
                  <a:lnTo>
                    <a:pt x="3815" y="8804"/>
                  </a:lnTo>
                  <a:lnTo>
                    <a:pt x="3669" y="8511"/>
                  </a:lnTo>
                  <a:lnTo>
                    <a:pt x="3522" y="8071"/>
                  </a:lnTo>
                  <a:lnTo>
                    <a:pt x="3449" y="7887"/>
                  </a:lnTo>
                  <a:lnTo>
                    <a:pt x="3339" y="7667"/>
                  </a:lnTo>
                  <a:lnTo>
                    <a:pt x="3228" y="7630"/>
                  </a:lnTo>
                  <a:lnTo>
                    <a:pt x="3155" y="7630"/>
                  </a:lnTo>
                  <a:lnTo>
                    <a:pt x="3045" y="7704"/>
                  </a:lnTo>
                  <a:lnTo>
                    <a:pt x="3045" y="7777"/>
                  </a:lnTo>
                  <a:lnTo>
                    <a:pt x="3082" y="7997"/>
                  </a:lnTo>
                  <a:lnTo>
                    <a:pt x="3118" y="8217"/>
                  </a:lnTo>
                  <a:lnTo>
                    <a:pt x="3265" y="8658"/>
                  </a:lnTo>
                  <a:lnTo>
                    <a:pt x="3339" y="8951"/>
                  </a:lnTo>
                  <a:lnTo>
                    <a:pt x="3412" y="9098"/>
                  </a:lnTo>
                  <a:lnTo>
                    <a:pt x="3485" y="9244"/>
                  </a:lnTo>
                  <a:lnTo>
                    <a:pt x="2825" y="9428"/>
                  </a:lnTo>
                  <a:lnTo>
                    <a:pt x="2788" y="9281"/>
                  </a:lnTo>
                  <a:lnTo>
                    <a:pt x="2642" y="8768"/>
                  </a:lnTo>
                  <a:lnTo>
                    <a:pt x="2532" y="8547"/>
                  </a:lnTo>
                  <a:lnTo>
                    <a:pt x="2385" y="8327"/>
                  </a:lnTo>
                  <a:lnTo>
                    <a:pt x="2385" y="8254"/>
                  </a:lnTo>
                  <a:lnTo>
                    <a:pt x="2385" y="8217"/>
                  </a:lnTo>
                  <a:lnTo>
                    <a:pt x="2421" y="8181"/>
                  </a:lnTo>
                  <a:lnTo>
                    <a:pt x="2421" y="8144"/>
                  </a:lnTo>
                  <a:lnTo>
                    <a:pt x="2421" y="8107"/>
                  </a:lnTo>
                  <a:lnTo>
                    <a:pt x="2385" y="8107"/>
                  </a:lnTo>
                  <a:lnTo>
                    <a:pt x="2275" y="8144"/>
                  </a:lnTo>
                  <a:lnTo>
                    <a:pt x="2128" y="8144"/>
                  </a:lnTo>
                  <a:lnTo>
                    <a:pt x="2055" y="8181"/>
                  </a:lnTo>
                  <a:lnTo>
                    <a:pt x="2018" y="8254"/>
                  </a:lnTo>
                  <a:lnTo>
                    <a:pt x="1981" y="8327"/>
                  </a:lnTo>
                  <a:lnTo>
                    <a:pt x="1981" y="8401"/>
                  </a:lnTo>
                  <a:lnTo>
                    <a:pt x="2165" y="8841"/>
                  </a:lnTo>
                  <a:lnTo>
                    <a:pt x="2348" y="9318"/>
                  </a:lnTo>
                  <a:lnTo>
                    <a:pt x="2385" y="9575"/>
                  </a:lnTo>
                  <a:lnTo>
                    <a:pt x="1945" y="9685"/>
                  </a:lnTo>
                  <a:lnTo>
                    <a:pt x="1871" y="9721"/>
                  </a:lnTo>
                  <a:lnTo>
                    <a:pt x="1798" y="9795"/>
                  </a:lnTo>
                  <a:lnTo>
                    <a:pt x="1798" y="9868"/>
                  </a:lnTo>
                  <a:lnTo>
                    <a:pt x="1761" y="9941"/>
                  </a:lnTo>
                  <a:lnTo>
                    <a:pt x="1798" y="10015"/>
                  </a:lnTo>
                  <a:lnTo>
                    <a:pt x="1835" y="10088"/>
                  </a:lnTo>
                  <a:lnTo>
                    <a:pt x="1908" y="10161"/>
                  </a:lnTo>
                  <a:lnTo>
                    <a:pt x="1981" y="10198"/>
                  </a:lnTo>
                  <a:lnTo>
                    <a:pt x="2275" y="10198"/>
                  </a:lnTo>
                  <a:lnTo>
                    <a:pt x="2385" y="10125"/>
                  </a:lnTo>
                  <a:lnTo>
                    <a:pt x="2495" y="10088"/>
                  </a:lnTo>
                  <a:lnTo>
                    <a:pt x="2532" y="10051"/>
                  </a:lnTo>
                  <a:lnTo>
                    <a:pt x="2568" y="10088"/>
                  </a:lnTo>
                  <a:lnTo>
                    <a:pt x="2605" y="10125"/>
                  </a:lnTo>
                  <a:lnTo>
                    <a:pt x="2678" y="10125"/>
                  </a:lnTo>
                  <a:lnTo>
                    <a:pt x="2788" y="10088"/>
                  </a:lnTo>
                  <a:lnTo>
                    <a:pt x="2825" y="9978"/>
                  </a:lnTo>
                  <a:lnTo>
                    <a:pt x="3265" y="9868"/>
                  </a:lnTo>
                  <a:lnTo>
                    <a:pt x="3742" y="9721"/>
                  </a:lnTo>
                  <a:lnTo>
                    <a:pt x="4146" y="9575"/>
                  </a:lnTo>
                  <a:lnTo>
                    <a:pt x="4549" y="9354"/>
                  </a:lnTo>
                  <a:lnTo>
                    <a:pt x="4732" y="9208"/>
                  </a:lnTo>
                  <a:lnTo>
                    <a:pt x="4879" y="9061"/>
                  </a:lnTo>
                  <a:lnTo>
                    <a:pt x="5026" y="8841"/>
                  </a:lnTo>
                  <a:lnTo>
                    <a:pt x="5136" y="8621"/>
                  </a:lnTo>
                  <a:lnTo>
                    <a:pt x="5209" y="8401"/>
                  </a:lnTo>
                  <a:lnTo>
                    <a:pt x="5173" y="8181"/>
                  </a:lnTo>
                  <a:lnTo>
                    <a:pt x="5099" y="7997"/>
                  </a:lnTo>
                  <a:lnTo>
                    <a:pt x="5026" y="7887"/>
                  </a:lnTo>
                  <a:lnTo>
                    <a:pt x="4952" y="7814"/>
                  </a:lnTo>
                  <a:lnTo>
                    <a:pt x="4842" y="7814"/>
                  </a:lnTo>
                  <a:lnTo>
                    <a:pt x="4806" y="7851"/>
                  </a:lnTo>
                  <a:lnTo>
                    <a:pt x="4806" y="7887"/>
                  </a:lnTo>
                  <a:lnTo>
                    <a:pt x="4732" y="8327"/>
                  </a:lnTo>
                  <a:lnTo>
                    <a:pt x="4512" y="7667"/>
                  </a:lnTo>
                  <a:lnTo>
                    <a:pt x="4366" y="7374"/>
                  </a:lnTo>
                  <a:lnTo>
                    <a:pt x="4182" y="7117"/>
                  </a:lnTo>
                  <a:lnTo>
                    <a:pt x="4146" y="708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9" name="Google Shape;315;p5">
              <a:extLst>
                <a:ext uri="{FF2B5EF4-FFF2-40B4-BE49-F238E27FC236}">
                  <a16:creationId xmlns:a16="http://schemas.microsoft.com/office/drawing/2014/main" id="{3BD7F1C3-D163-42B9-B29F-F75C8E618501}"/>
                </a:ext>
              </a:extLst>
            </p:cNvPr>
            <p:cNvSpPr/>
            <p:nvPr/>
          </p:nvSpPr>
          <p:spPr>
            <a:xfrm>
              <a:off x="6114500" y="2324225"/>
              <a:ext cx="158675" cy="329225"/>
            </a:xfrm>
            <a:custGeom>
              <a:avLst/>
              <a:gdLst/>
              <a:ahLst/>
              <a:cxnLst/>
              <a:rect l="l" t="t" r="r" b="b"/>
              <a:pathLst>
                <a:path w="6347" h="13169" extrusionOk="0">
                  <a:moveTo>
                    <a:pt x="588" y="330"/>
                  </a:moveTo>
                  <a:lnTo>
                    <a:pt x="808" y="367"/>
                  </a:lnTo>
                  <a:lnTo>
                    <a:pt x="1028" y="440"/>
                  </a:lnTo>
                  <a:lnTo>
                    <a:pt x="1211" y="550"/>
                  </a:lnTo>
                  <a:lnTo>
                    <a:pt x="1395" y="734"/>
                  </a:lnTo>
                  <a:lnTo>
                    <a:pt x="1578" y="917"/>
                  </a:lnTo>
                  <a:lnTo>
                    <a:pt x="1688" y="1101"/>
                  </a:lnTo>
                  <a:lnTo>
                    <a:pt x="1798" y="1321"/>
                  </a:lnTo>
                  <a:lnTo>
                    <a:pt x="1908" y="1541"/>
                  </a:lnTo>
                  <a:lnTo>
                    <a:pt x="1982" y="1761"/>
                  </a:lnTo>
                  <a:lnTo>
                    <a:pt x="2018" y="2018"/>
                  </a:lnTo>
                  <a:lnTo>
                    <a:pt x="2018" y="2458"/>
                  </a:lnTo>
                  <a:lnTo>
                    <a:pt x="2018" y="2495"/>
                  </a:lnTo>
                  <a:lnTo>
                    <a:pt x="1982" y="2421"/>
                  </a:lnTo>
                  <a:lnTo>
                    <a:pt x="1762" y="1944"/>
                  </a:lnTo>
                  <a:lnTo>
                    <a:pt x="1615" y="1724"/>
                  </a:lnTo>
                  <a:lnTo>
                    <a:pt x="1432" y="1504"/>
                  </a:lnTo>
                  <a:lnTo>
                    <a:pt x="1395" y="1467"/>
                  </a:lnTo>
                  <a:lnTo>
                    <a:pt x="1322" y="1467"/>
                  </a:lnTo>
                  <a:lnTo>
                    <a:pt x="1285" y="1504"/>
                  </a:lnTo>
                  <a:lnTo>
                    <a:pt x="1285" y="1578"/>
                  </a:lnTo>
                  <a:lnTo>
                    <a:pt x="1322" y="1834"/>
                  </a:lnTo>
                  <a:lnTo>
                    <a:pt x="1395" y="2128"/>
                  </a:lnTo>
                  <a:lnTo>
                    <a:pt x="1615" y="2641"/>
                  </a:lnTo>
                  <a:lnTo>
                    <a:pt x="1725" y="2935"/>
                  </a:lnTo>
                  <a:lnTo>
                    <a:pt x="1615" y="2861"/>
                  </a:lnTo>
                  <a:lnTo>
                    <a:pt x="1468" y="2715"/>
                  </a:lnTo>
                  <a:lnTo>
                    <a:pt x="1248" y="2348"/>
                  </a:lnTo>
                  <a:lnTo>
                    <a:pt x="1065" y="1981"/>
                  </a:lnTo>
                  <a:lnTo>
                    <a:pt x="955" y="1724"/>
                  </a:lnTo>
                  <a:lnTo>
                    <a:pt x="845" y="1394"/>
                  </a:lnTo>
                  <a:lnTo>
                    <a:pt x="735" y="1027"/>
                  </a:lnTo>
                  <a:lnTo>
                    <a:pt x="661" y="697"/>
                  </a:lnTo>
                  <a:lnTo>
                    <a:pt x="588" y="330"/>
                  </a:lnTo>
                  <a:close/>
                  <a:moveTo>
                    <a:pt x="3706" y="2825"/>
                  </a:moveTo>
                  <a:lnTo>
                    <a:pt x="3926" y="2861"/>
                  </a:lnTo>
                  <a:lnTo>
                    <a:pt x="4109" y="2935"/>
                  </a:lnTo>
                  <a:lnTo>
                    <a:pt x="4733" y="3118"/>
                  </a:lnTo>
                  <a:lnTo>
                    <a:pt x="4990" y="3228"/>
                  </a:lnTo>
                  <a:lnTo>
                    <a:pt x="5283" y="3375"/>
                  </a:lnTo>
                  <a:lnTo>
                    <a:pt x="5503" y="3522"/>
                  </a:lnTo>
                  <a:lnTo>
                    <a:pt x="5687" y="3668"/>
                  </a:lnTo>
                  <a:lnTo>
                    <a:pt x="5687" y="3668"/>
                  </a:lnTo>
                  <a:lnTo>
                    <a:pt x="5540" y="3632"/>
                  </a:lnTo>
                  <a:lnTo>
                    <a:pt x="5467" y="3632"/>
                  </a:lnTo>
                  <a:lnTo>
                    <a:pt x="5393" y="3705"/>
                  </a:lnTo>
                  <a:lnTo>
                    <a:pt x="5356" y="3778"/>
                  </a:lnTo>
                  <a:lnTo>
                    <a:pt x="5393" y="3888"/>
                  </a:lnTo>
                  <a:lnTo>
                    <a:pt x="5026" y="4035"/>
                  </a:lnTo>
                  <a:lnTo>
                    <a:pt x="4660" y="4109"/>
                  </a:lnTo>
                  <a:lnTo>
                    <a:pt x="4293" y="4182"/>
                  </a:lnTo>
                  <a:lnTo>
                    <a:pt x="3889" y="4182"/>
                  </a:lnTo>
                  <a:lnTo>
                    <a:pt x="3449" y="4109"/>
                  </a:lnTo>
                  <a:lnTo>
                    <a:pt x="3046" y="3999"/>
                  </a:lnTo>
                  <a:lnTo>
                    <a:pt x="2862" y="3925"/>
                  </a:lnTo>
                  <a:lnTo>
                    <a:pt x="2642" y="3815"/>
                  </a:lnTo>
                  <a:lnTo>
                    <a:pt x="2459" y="3668"/>
                  </a:lnTo>
                  <a:lnTo>
                    <a:pt x="2349" y="3595"/>
                  </a:lnTo>
                  <a:lnTo>
                    <a:pt x="2312" y="3522"/>
                  </a:lnTo>
                  <a:lnTo>
                    <a:pt x="2532" y="3668"/>
                  </a:lnTo>
                  <a:lnTo>
                    <a:pt x="2789" y="3815"/>
                  </a:lnTo>
                  <a:lnTo>
                    <a:pt x="3046" y="3888"/>
                  </a:lnTo>
                  <a:lnTo>
                    <a:pt x="3339" y="3999"/>
                  </a:lnTo>
                  <a:lnTo>
                    <a:pt x="3596" y="4035"/>
                  </a:lnTo>
                  <a:lnTo>
                    <a:pt x="3889" y="4109"/>
                  </a:lnTo>
                  <a:lnTo>
                    <a:pt x="4073" y="4109"/>
                  </a:lnTo>
                  <a:lnTo>
                    <a:pt x="4183" y="4072"/>
                  </a:lnTo>
                  <a:lnTo>
                    <a:pt x="4329" y="4035"/>
                  </a:lnTo>
                  <a:lnTo>
                    <a:pt x="4439" y="3962"/>
                  </a:lnTo>
                  <a:lnTo>
                    <a:pt x="4476" y="3888"/>
                  </a:lnTo>
                  <a:lnTo>
                    <a:pt x="4439" y="3778"/>
                  </a:lnTo>
                  <a:lnTo>
                    <a:pt x="4329" y="3705"/>
                  </a:lnTo>
                  <a:lnTo>
                    <a:pt x="4219" y="3632"/>
                  </a:lnTo>
                  <a:lnTo>
                    <a:pt x="3963" y="3595"/>
                  </a:lnTo>
                  <a:lnTo>
                    <a:pt x="3706" y="3558"/>
                  </a:lnTo>
                  <a:lnTo>
                    <a:pt x="3449" y="3522"/>
                  </a:lnTo>
                  <a:lnTo>
                    <a:pt x="2715" y="3338"/>
                  </a:lnTo>
                  <a:lnTo>
                    <a:pt x="2862" y="3228"/>
                  </a:lnTo>
                  <a:lnTo>
                    <a:pt x="3082" y="3081"/>
                  </a:lnTo>
                  <a:lnTo>
                    <a:pt x="3302" y="2935"/>
                  </a:lnTo>
                  <a:lnTo>
                    <a:pt x="3486" y="2861"/>
                  </a:lnTo>
                  <a:lnTo>
                    <a:pt x="3706" y="2825"/>
                  </a:lnTo>
                  <a:close/>
                  <a:moveTo>
                    <a:pt x="1285" y="5686"/>
                  </a:moveTo>
                  <a:lnTo>
                    <a:pt x="1725" y="5723"/>
                  </a:lnTo>
                  <a:lnTo>
                    <a:pt x="1762" y="5723"/>
                  </a:lnTo>
                  <a:lnTo>
                    <a:pt x="1835" y="5869"/>
                  </a:lnTo>
                  <a:lnTo>
                    <a:pt x="1908" y="5943"/>
                  </a:lnTo>
                  <a:lnTo>
                    <a:pt x="2018" y="5943"/>
                  </a:lnTo>
                  <a:lnTo>
                    <a:pt x="2129" y="5869"/>
                  </a:lnTo>
                  <a:lnTo>
                    <a:pt x="2165" y="5759"/>
                  </a:lnTo>
                  <a:lnTo>
                    <a:pt x="2642" y="5796"/>
                  </a:lnTo>
                  <a:lnTo>
                    <a:pt x="3082" y="5796"/>
                  </a:lnTo>
                  <a:lnTo>
                    <a:pt x="3339" y="5833"/>
                  </a:lnTo>
                  <a:lnTo>
                    <a:pt x="3522" y="5869"/>
                  </a:lnTo>
                  <a:lnTo>
                    <a:pt x="3522" y="6016"/>
                  </a:lnTo>
                  <a:lnTo>
                    <a:pt x="3376" y="5979"/>
                  </a:lnTo>
                  <a:lnTo>
                    <a:pt x="3266" y="6016"/>
                  </a:lnTo>
                  <a:lnTo>
                    <a:pt x="3119" y="6089"/>
                  </a:lnTo>
                  <a:lnTo>
                    <a:pt x="3082" y="6163"/>
                  </a:lnTo>
                  <a:lnTo>
                    <a:pt x="3082" y="6236"/>
                  </a:lnTo>
                  <a:lnTo>
                    <a:pt x="2752" y="6236"/>
                  </a:lnTo>
                  <a:lnTo>
                    <a:pt x="1322" y="6163"/>
                  </a:lnTo>
                  <a:lnTo>
                    <a:pt x="808" y="6089"/>
                  </a:lnTo>
                  <a:lnTo>
                    <a:pt x="515" y="6053"/>
                  </a:lnTo>
                  <a:lnTo>
                    <a:pt x="258" y="6089"/>
                  </a:lnTo>
                  <a:lnTo>
                    <a:pt x="368" y="5943"/>
                  </a:lnTo>
                  <a:lnTo>
                    <a:pt x="515" y="5833"/>
                  </a:lnTo>
                  <a:lnTo>
                    <a:pt x="661" y="5723"/>
                  </a:lnTo>
                  <a:lnTo>
                    <a:pt x="808" y="5686"/>
                  </a:lnTo>
                  <a:close/>
                  <a:moveTo>
                    <a:pt x="2239" y="6676"/>
                  </a:moveTo>
                  <a:lnTo>
                    <a:pt x="3009" y="6713"/>
                  </a:lnTo>
                  <a:lnTo>
                    <a:pt x="3156" y="6750"/>
                  </a:lnTo>
                  <a:lnTo>
                    <a:pt x="3156" y="7997"/>
                  </a:lnTo>
                  <a:lnTo>
                    <a:pt x="3119" y="9244"/>
                  </a:lnTo>
                  <a:lnTo>
                    <a:pt x="2422" y="9354"/>
                  </a:lnTo>
                  <a:lnTo>
                    <a:pt x="2422" y="8951"/>
                  </a:lnTo>
                  <a:lnTo>
                    <a:pt x="2312" y="7630"/>
                  </a:lnTo>
                  <a:lnTo>
                    <a:pt x="2275" y="6933"/>
                  </a:lnTo>
                  <a:lnTo>
                    <a:pt x="2239" y="6676"/>
                  </a:lnTo>
                  <a:close/>
                  <a:moveTo>
                    <a:pt x="1065" y="6566"/>
                  </a:moveTo>
                  <a:lnTo>
                    <a:pt x="1872" y="6676"/>
                  </a:lnTo>
                  <a:lnTo>
                    <a:pt x="1835" y="6786"/>
                  </a:lnTo>
                  <a:lnTo>
                    <a:pt x="1835" y="6933"/>
                  </a:lnTo>
                  <a:lnTo>
                    <a:pt x="1872" y="7226"/>
                  </a:lnTo>
                  <a:lnTo>
                    <a:pt x="1945" y="8804"/>
                  </a:lnTo>
                  <a:lnTo>
                    <a:pt x="1982" y="9391"/>
                  </a:lnTo>
                  <a:lnTo>
                    <a:pt x="1542" y="9391"/>
                  </a:lnTo>
                  <a:lnTo>
                    <a:pt x="1101" y="9427"/>
                  </a:lnTo>
                  <a:lnTo>
                    <a:pt x="1028" y="8254"/>
                  </a:lnTo>
                  <a:lnTo>
                    <a:pt x="955" y="7410"/>
                  </a:lnTo>
                  <a:lnTo>
                    <a:pt x="918" y="6970"/>
                  </a:lnTo>
                  <a:lnTo>
                    <a:pt x="808" y="6566"/>
                  </a:lnTo>
                  <a:close/>
                  <a:moveTo>
                    <a:pt x="3082" y="9721"/>
                  </a:moveTo>
                  <a:lnTo>
                    <a:pt x="3009" y="10454"/>
                  </a:lnTo>
                  <a:lnTo>
                    <a:pt x="2972" y="10454"/>
                  </a:lnTo>
                  <a:lnTo>
                    <a:pt x="2862" y="10418"/>
                  </a:lnTo>
                  <a:lnTo>
                    <a:pt x="2752" y="10418"/>
                  </a:lnTo>
                  <a:lnTo>
                    <a:pt x="2605" y="10454"/>
                  </a:lnTo>
                  <a:lnTo>
                    <a:pt x="2495" y="10528"/>
                  </a:lnTo>
                  <a:lnTo>
                    <a:pt x="2495" y="10418"/>
                  </a:lnTo>
                  <a:lnTo>
                    <a:pt x="2459" y="9831"/>
                  </a:lnTo>
                  <a:lnTo>
                    <a:pt x="2789" y="9794"/>
                  </a:lnTo>
                  <a:lnTo>
                    <a:pt x="3082" y="9721"/>
                  </a:lnTo>
                  <a:close/>
                  <a:moveTo>
                    <a:pt x="1138" y="9758"/>
                  </a:moveTo>
                  <a:lnTo>
                    <a:pt x="1358" y="9831"/>
                  </a:lnTo>
                  <a:lnTo>
                    <a:pt x="1542" y="9831"/>
                  </a:lnTo>
                  <a:lnTo>
                    <a:pt x="1982" y="9868"/>
                  </a:lnTo>
                  <a:lnTo>
                    <a:pt x="2018" y="10088"/>
                  </a:lnTo>
                  <a:lnTo>
                    <a:pt x="1982" y="10124"/>
                  </a:lnTo>
                  <a:lnTo>
                    <a:pt x="1688" y="10088"/>
                  </a:lnTo>
                  <a:lnTo>
                    <a:pt x="1615" y="10124"/>
                  </a:lnTo>
                  <a:lnTo>
                    <a:pt x="1542" y="10161"/>
                  </a:lnTo>
                  <a:lnTo>
                    <a:pt x="1542" y="10234"/>
                  </a:lnTo>
                  <a:lnTo>
                    <a:pt x="1578" y="10308"/>
                  </a:lnTo>
                  <a:lnTo>
                    <a:pt x="1725" y="10454"/>
                  </a:lnTo>
                  <a:lnTo>
                    <a:pt x="1945" y="10491"/>
                  </a:lnTo>
                  <a:lnTo>
                    <a:pt x="2018" y="10491"/>
                  </a:lnTo>
                  <a:lnTo>
                    <a:pt x="2018" y="10748"/>
                  </a:lnTo>
                  <a:lnTo>
                    <a:pt x="1798" y="10785"/>
                  </a:lnTo>
                  <a:lnTo>
                    <a:pt x="1798" y="10748"/>
                  </a:lnTo>
                  <a:lnTo>
                    <a:pt x="1762" y="10748"/>
                  </a:lnTo>
                  <a:lnTo>
                    <a:pt x="1688" y="10785"/>
                  </a:lnTo>
                  <a:lnTo>
                    <a:pt x="1615" y="10821"/>
                  </a:lnTo>
                  <a:lnTo>
                    <a:pt x="1542" y="10895"/>
                  </a:lnTo>
                  <a:lnTo>
                    <a:pt x="1505" y="11005"/>
                  </a:lnTo>
                  <a:lnTo>
                    <a:pt x="1542" y="11078"/>
                  </a:lnTo>
                  <a:lnTo>
                    <a:pt x="1652" y="11151"/>
                  </a:lnTo>
                  <a:lnTo>
                    <a:pt x="2055" y="11151"/>
                  </a:lnTo>
                  <a:lnTo>
                    <a:pt x="2129" y="11408"/>
                  </a:lnTo>
                  <a:lnTo>
                    <a:pt x="2239" y="11592"/>
                  </a:lnTo>
                  <a:lnTo>
                    <a:pt x="2275" y="11628"/>
                  </a:lnTo>
                  <a:lnTo>
                    <a:pt x="2349" y="11628"/>
                  </a:lnTo>
                  <a:lnTo>
                    <a:pt x="2422" y="11592"/>
                  </a:lnTo>
                  <a:lnTo>
                    <a:pt x="2459" y="11555"/>
                  </a:lnTo>
                  <a:lnTo>
                    <a:pt x="2532" y="11371"/>
                  </a:lnTo>
                  <a:lnTo>
                    <a:pt x="2569" y="11188"/>
                  </a:lnTo>
                  <a:lnTo>
                    <a:pt x="2569" y="11005"/>
                  </a:lnTo>
                  <a:lnTo>
                    <a:pt x="2532" y="10785"/>
                  </a:lnTo>
                  <a:lnTo>
                    <a:pt x="2679" y="10821"/>
                  </a:lnTo>
                  <a:lnTo>
                    <a:pt x="3009" y="10821"/>
                  </a:lnTo>
                  <a:lnTo>
                    <a:pt x="2936" y="11408"/>
                  </a:lnTo>
                  <a:lnTo>
                    <a:pt x="2862" y="11812"/>
                  </a:lnTo>
                  <a:lnTo>
                    <a:pt x="2825" y="11995"/>
                  </a:lnTo>
                  <a:lnTo>
                    <a:pt x="2752" y="12178"/>
                  </a:lnTo>
                  <a:lnTo>
                    <a:pt x="2642" y="12362"/>
                  </a:lnTo>
                  <a:lnTo>
                    <a:pt x="2532" y="12472"/>
                  </a:lnTo>
                  <a:lnTo>
                    <a:pt x="2349" y="12582"/>
                  </a:lnTo>
                  <a:lnTo>
                    <a:pt x="2129" y="12619"/>
                  </a:lnTo>
                  <a:lnTo>
                    <a:pt x="1945" y="12619"/>
                  </a:lnTo>
                  <a:lnTo>
                    <a:pt x="1798" y="12582"/>
                  </a:lnTo>
                  <a:lnTo>
                    <a:pt x="1652" y="12472"/>
                  </a:lnTo>
                  <a:lnTo>
                    <a:pt x="1505" y="12362"/>
                  </a:lnTo>
                  <a:lnTo>
                    <a:pt x="1432" y="12215"/>
                  </a:lnTo>
                  <a:lnTo>
                    <a:pt x="1322" y="12068"/>
                  </a:lnTo>
                  <a:lnTo>
                    <a:pt x="1211" y="11738"/>
                  </a:lnTo>
                  <a:lnTo>
                    <a:pt x="1138" y="11335"/>
                  </a:lnTo>
                  <a:lnTo>
                    <a:pt x="1138" y="10858"/>
                  </a:lnTo>
                  <a:lnTo>
                    <a:pt x="1138" y="10014"/>
                  </a:lnTo>
                  <a:lnTo>
                    <a:pt x="1138" y="9758"/>
                  </a:lnTo>
                  <a:close/>
                  <a:moveTo>
                    <a:pt x="625" y="0"/>
                  </a:moveTo>
                  <a:lnTo>
                    <a:pt x="478" y="37"/>
                  </a:lnTo>
                  <a:lnTo>
                    <a:pt x="331" y="110"/>
                  </a:lnTo>
                  <a:lnTo>
                    <a:pt x="294" y="184"/>
                  </a:lnTo>
                  <a:lnTo>
                    <a:pt x="294" y="220"/>
                  </a:lnTo>
                  <a:lnTo>
                    <a:pt x="294" y="294"/>
                  </a:lnTo>
                  <a:lnTo>
                    <a:pt x="331" y="330"/>
                  </a:lnTo>
                  <a:lnTo>
                    <a:pt x="294" y="587"/>
                  </a:lnTo>
                  <a:lnTo>
                    <a:pt x="294" y="844"/>
                  </a:lnTo>
                  <a:lnTo>
                    <a:pt x="331" y="1101"/>
                  </a:lnTo>
                  <a:lnTo>
                    <a:pt x="368" y="1321"/>
                  </a:lnTo>
                  <a:lnTo>
                    <a:pt x="551" y="1834"/>
                  </a:lnTo>
                  <a:lnTo>
                    <a:pt x="735" y="2274"/>
                  </a:lnTo>
                  <a:lnTo>
                    <a:pt x="918" y="2641"/>
                  </a:lnTo>
                  <a:lnTo>
                    <a:pt x="1175" y="3008"/>
                  </a:lnTo>
                  <a:lnTo>
                    <a:pt x="1322" y="3155"/>
                  </a:lnTo>
                  <a:lnTo>
                    <a:pt x="1505" y="3265"/>
                  </a:lnTo>
                  <a:lnTo>
                    <a:pt x="1652" y="3375"/>
                  </a:lnTo>
                  <a:lnTo>
                    <a:pt x="1872" y="3375"/>
                  </a:lnTo>
                  <a:lnTo>
                    <a:pt x="1798" y="3815"/>
                  </a:lnTo>
                  <a:lnTo>
                    <a:pt x="1725" y="4365"/>
                  </a:lnTo>
                  <a:lnTo>
                    <a:pt x="1725" y="4659"/>
                  </a:lnTo>
                  <a:lnTo>
                    <a:pt x="1762" y="4806"/>
                  </a:lnTo>
                  <a:lnTo>
                    <a:pt x="1798" y="4916"/>
                  </a:lnTo>
                  <a:lnTo>
                    <a:pt x="1762" y="5319"/>
                  </a:lnTo>
                  <a:lnTo>
                    <a:pt x="1615" y="5319"/>
                  </a:lnTo>
                  <a:lnTo>
                    <a:pt x="1138" y="5282"/>
                  </a:lnTo>
                  <a:lnTo>
                    <a:pt x="918" y="5246"/>
                  </a:lnTo>
                  <a:lnTo>
                    <a:pt x="698" y="5282"/>
                  </a:lnTo>
                  <a:lnTo>
                    <a:pt x="404" y="5392"/>
                  </a:lnTo>
                  <a:lnTo>
                    <a:pt x="294" y="5466"/>
                  </a:lnTo>
                  <a:lnTo>
                    <a:pt x="184" y="5576"/>
                  </a:lnTo>
                  <a:lnTo>
                    <a:pt x="111" y="5686"/>
                  </a:lnTo>
                  <a:lnTo>
                    <a:pt x="74" y="5796"/>
                  </a:lnTo>
                  <a:lnTo>
                    <a:pt x="38" y="5943"/>
                  </a:lnTo>
                  <a:lnTo>
                    <a:pt x="1" y="6089"/>
                  </a:lnTo>
                  <a:lnTo>
                    <a:pt x="38" y="6163"/>
                  </a:lnTo>
                  <a:lnTo>
                    <a:pt x="111" y="6199"/>
                  </a:lnTo>
                  <a:lnTo>
                    <a:pt x="38" y="6273"/>
                  </a:lnTo>
                  <a:lnTo>
                    <a:pt x="38" y="6346"/>
                  </a:lnTo>
                  <a:lnTo>
                    <a:pt x="38" y="6456"/>
                  </a:lnTo>
                  <a:lnTo>
                    <a:pt x="111" y="6530"/>
                  </a:lnTo>
                  <a:lnTo>
                    <a:pt x="184" y="6566"/>
                  </a:lnTo>
                  <a:lnTo>
                    <a:pt x="294" y="6566"/>
                  </a:lnTo>
                  <a:lnTo>
                    <a:pt x="368" y="6493"/>
                  </a:lnTo>
                  <a:lnTo>
                    <a:pt x="441" y="6493"/>
                  </a:lnTo>
                  <a:lnTo>
                    <a:pt x="441" y="6530"/>
                  </a:lnTo>
                  <a:lnTo>
                    <a:pt x="441" y="6786"/>
                  </a:lnTo>
                  <a:lnTo>
                    <a:pt x="441" y="7080"/>
                  </a:lnTo>
                  <a:lnTo>
                    <a:pt x="515" y="7593"/>
                  </a:lnTo>
                  <a:lnTo>
                    <a:pt x="588" y="8657"/>
                  </a:lnTo>
                  <a:lnTo>
                    <a:pt x="625" y="9721"/>
                  </a:lnTo>
                  <a:lnTo>
                    <a:pt x="625" y="10785"/>
                  </a:lnTo>
                  <a:lnTo>
                    <a:pt x="661" y="11225"/>
                  </a:lnTo>
                  <a:lnTo>
                    <a:pt x="698" y="11665"/>
                  </a:lnTo>
                  <a:lnTo>
                    <a:pt x="808" y="12105"/>
                  </a:lnTo>
                  <a:lnTo>
                    <a:pt x="881" y="12289"/>
                  </a:lnTo>
                  <a:lnTo>
                    <a:pt x="991" y="12509"/>
                  </a:lnTo>
                  <a:lnTo>
                    <a:pt x="1065" y="12655"/>
                  </a:lnTo>
                  <a:lnTo>
                    <a:pt x="1175" y="12765"/>
                  </a:lnTo>
                  <a:lnTo>
                    <a:pt x="1322" y="12912"/>
                  </a:lnTo>
                  <a:lnTo>
                    <a:pt x="1468" y="12985"/>
                  </a:lnTo>
                  <a:lnTo>
                    <a:pt x="1615" y="13059"/>
                  </a:lnTo>
                  <a:lnTo>
                    <a:pt x="1798" y="13096"/>
                  </a:lnTo>
                  <a:lnTo>
                    <a:pt x="1945" y="13132"/>
                  </a:lnTo>
                  <a:lnTo>
                    <a:pt x="2129" y="13169"/>
                  </a:lnTo>
                  <a:lnTo>
                    <a:pt x="2349" y="13132"/>
                  </a:lnTo>
                  <a:lnTo>
                    <a:pt x="2569" y="13096"/>
                  </a:lnTo>
                  <a:lnTo>
                    <a:pt x="2752" y="12985"/>
                  </a:lnTo>
                  <a:lnTo>
                    <a:pt x="2899" y="12875"/>
                  </a:lnTo>
                  <a:lnTo>
                    <a:pt x="3009" y="12765"/>
                  </a:lnTo>
                  <a:lnTo>
                    <a:pt x="3119" y="12582"/>
                  </a:lnTo>
                  <a:lnTo>
                    <a:pt x="3302" y="12215"/>
                  </a:lnTo>
                  <a:lnTo>
                    <a:pt x="3412" y="11812"/>
                  </a:lnTo>
                  <a:lnTo>
                    <a:pt x="3449" y="11408"/>
                  </a:lnTo>
                  <a:lnTo>
                    <a:pt x="3522" y="10601"/>
                  </a:lnTo>
                  <a:lnTo>
                    <a:pt x="3632" y="9647"/>
                  </a:lnTo>
                  <a:lnTo>
                    <a:pt x="3669" y="8657"/>
                  </a:lnTo>
                  <a:lnTo>
                    <a:pt x="3669" y="7667"/>
                  </a:lnTo>
                  <a:lnTo>
                    <a:pt x="3669" y="6676"/>
                  </a:lnTo>
                  <a:lnTo>
                    <a:pt x="3743" y="6603"/>
                  </a:lnTo>
                  <a:lnTo>
                    <a:pt x="3779" y="6530"/>
                  </a:lnTo>
                  <a:lnTo>
                    <a:pt x="3779" y="6456"/>
                  </a:lnTo>
                  <a:lnTo>
                    <a:pt x="3889" y="6273"/>
                  </a:lnTo>
                  <a:lnTo>
                    <a:pt x="3963" y="6053"/>
                  </a:lnTo>
                  <a:lnTo>
                    <a:pt x="3999" y="5833"/>
                  </a:lnTo>
                  <a:lnTo>
                    <a:pt x="3963" y="5723"/>
                  </a:lnTo>
                  <a:lnTo>
                    <a:pt x="3926" y="5612"/>
                  </a:lnTo>
                  <a:lnTo>
                    <a:pt x="3816" y="5502"/>
                  </a:lnTo>
                  <a:lnTo>
                    <a:pt x="3669" y="5429"/>
                  </a:lnTo>
                  <a:lnTo>
                    <a:pt x="3486" y="5392"/>
                  </a:lnTo>
                  <a:lnTo>
                    <a:pt x="3266" y="5356"/>
                  </a:lnTo>
                  <a:lnTo>
                    <a:pt x="2532" y="5356"/>
                  </a:lnTo>
                  <a:lnTo>
                    <a:pt x="2165" y="5319"/>
                  </a:lnTo>
                  <a:lnTo>
                    <a:pt x="2092" y="4806"/>
                  </a:lnTo>
                  <a:lnTo>
                    <a:pt x="2165" y="4585"/>
                  </a:lnTo>
                  <a:lnTo>
                    <a:pt x="2165" y="4365"/>
                  </a:lnTo>
                  <a:lnTo>
                    <a:pt x="2202" y="3962"/>
                  </a:lnTo>
                  <a:lnTo>
                    <a:pt x="2459" y="4145"/>
                  </a:lnTo>
                  <a:lnTo>
                    <a:pt x="2715" y="4292"/>
                  </a:lnTo>
                  <a:lnTo>
                    <a:pt x="2972" y="4402"/>
                  </a:lnTo>
                  <a:lnTo>
                    <a:pt x="3266" y="4475"/>
                  </a:lnTo>
                  <a:lnTo>
                    <a:pt x="3522" y="4549"/>
                  </a:lnTo>
                  <a:lnTo>
                    <a:pt x="3816" y="4585"/>
                  </a:lnTo>
                  <a:lnTo>
                    <a:pt x="4403" y="4585"/>
                  </a:lnTo>
                  <a:lnTo>
                    <a:pt x="4660" y="4549"/>
                  </a:lnTo>
                  <a:lnTo>
                    <a:pt x="4953" y="4475"/>
                  </a:lnTo>
                  <a:lnTo>
                    <a:pt x="5210" y="4402"/>
                  </a:lnTo>
                  <a:lnTo>
                    <a:pt x="5503" y="4292"/>
                  </a:lnTo>
                  <a:lnTo>
                    <a:pt x="5760" y="4182"/>
                  </a:lnTo>
                  <a:lnTo>
                    <a:pt x="5833" y="4109"/>
                  </a:lnTo>
                  <a:lnTo>
                    <a:pt x="5833" y="3999"/>
                  </a:lnTo>
                  <a:lnTo>
                    <a:pt x="5833" y="3888"/>
                  </a:lnTo>
                  <a:lnTo>
                    <a:pt x="5797" y="3778"/>
                  </a:lnTo>
                  <a:lnTo>
                    <a:pt x="5797" y="3778"/>
                  </a:lnTo>
                  <a:lnTo>
                    <a:pt x="5833" y="3815"/>
                  </a:lnTo>
                  <a:lnTo>
                    <a:pt x="5980" y="3962"/>
                  </a:lnTo>
                  <a:lnTo>
                    <a:pt x="6053" y="3999"/>
                  </a:lnTo>
                  <a:lnTo>
                    <a:pt x="6200" y="4035"/>
                  </a:lnTo>
                  <a:lnTo>
                    <a:pt x="6237" y="4035"/>
                  </a:lnTo>
                  <a:lnTo>
                    <a:pt x="6274" y="3999"/>
                  </a:lnTo>
                  <a:lnTo>
                    <a:pt x="6347" y="3888"/>
                  </a:lnTo>
                  <a:lnTo>
                    <a:pt x="6310" y="3742"/>
                  </a:lnTo>
                  <a:lnTo>
                    <a:pt x="6274" y="3632"/>
                  </a:lnTo>
                  <a:lnTo>
                    <a:pt x="6200" y="3522"/>
                  </a:lnTo>
                  <a:lnTo>
                    <a:pt x="6090" y="3375"/>
                  </a:lnTo>
                  <a:lnTo>
                    <a:pt x="5833" y="3192"/>
                  </a:lnTo>
                  <a:lnTo>
                    <a:pt x="5613" y="3045"/>
                  </a:lnTo>
                  <a:lnTo>
                    <a:pt x="5283" y="2861"/>
                  </a:lnTo>
                  <a:lnTo>
                    <a:pt x="4953" y="2715"/>
                  </a:lnTo>
                  <a:lnTo>
                    <a:pt x="4256" y="2495"/>
                  </a:lnTo>
                  <a:lnTo>
                    <a:pt x="3926" y="2421"/>
                  </a:lnTo>
                  <a:lnTo>
                    <a:pt x="3596" y="2385"/>
                  </a:lnTo>
                  <a:lnTo>
                    <a:pt x="3302" y="2458"/>
                  </a:lnTo>
                  <a:lnTo>
                    <a:pt x="2972" y="2605"/>
                  </a:lnTo>
                  <a:lnTo>
                    <a:pt x="2679" y="2788"/>
                  </a:lnTo>
                  <a:lnTo>
                    <a:pt x="2349" y="3081"/>
                  </a:lnTo>
                  <a:lnTo>
                    <a:pt x="2349" y="3045"/>
                  </a:lnTo>
                  <a:lnTo>
                    <a:pt x="2385" y="2788"/>
                  </a:lnTo>
                  <a:lnTo>
                    <a:pt x="2459" y="2568"/>
                  </a:lnTo>
                  <a:lnTo>
                    <a:pt x="2495" y="2458"/>
                  </a:lnTo>
                  <a:lnTo>
                    <a:pt x="2495" y="2311"/>
                  </a:lnTo>
                  <a:lnTo>
                    <a:pt x="2495" y="2201"/>
                  </a:lnTo>
                  <a:lnTo>
                    <a:pt x="2422" y="2128"/>
                  </a:lnTo>
                  <a:lnTo>
                    <a:pt x="2385" y="1871"/>
                  </a:lnTo>
                  <a:lnTo>
                    <a:pt x="2312" y="1614"/>
                  </a:lnTo>
                  <a:lnTo>
                    <a:pt x="2129" y="1137"/>
                  </a:lnTo>
                  <a:lnTo>
                    <a:pt x="2018" y="917"/>
                  </a:lnTo>
                  <a:lnTo>
                    <a:pt x="1835" y="661"/>
                  </a:lnTo>
                  <a:lnTo>
                    <a:pt x="1652" y="440"/>
                  </a:lnTo>
                  <a:lnTo>
                    <a:pt x="1395" y="220"/>
                  </a:lnTo>
                  <a:lnTo>
                    <a:pt x="1138" y="74"/>
                  </a:lnTo>
                  <a:lnTo>
                    <a:pt x="881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30" name="Google Shape;316;p5">
              <a:extLst>
                <a:ext uri="{FF2B5EF4-FFF2-40B4-BE49-F238E27FC236}">
                  <a16:creationId xmlns:a16="http://schemas.microsoft.com/office/drawing/2014/main" id="{97AEC01A-F26B-4789-A594-C3359A4E25E8}"/>
                </a:ext>
              </a:extLst>
            </p:cNvPr>
            <p:cNvSpPr/>
            <p:nvPr/>
          </p:nvSpPr>
          <p:spPr>
            <a:xfrm>
              <a:off x="6335525" y="1405350"/>
              <a:ext cx="442025" cy="375100"/>
            </a:xfrm>
            <a:custGeom>
              <a:avLst/>
              <a:gdLst/>
              <a:ahLst/>
              <a:cxnLst/>
              <a:rect l="l" t="t" r="r" b="b"/>
              <a:pathLst>
                <a:path w="17681" h="15004" extrusionOk="0">
                  <a:moveTo>
                    <a:pt x="6823" y="1981"/>
                  </a:moveTo>
                  <a:lnTo>
                    <a:pt x="6676" y="2018"/>
                  </a:lnTo>
                  <a:lnTo>
                    <a:pt x="6566" y="2055"/>
                  </a:lnTo>
                  <a:lnTo>
                    <a:pt x="6493" y="2201"/>
                  </a:lnTo>
                  <a:lnTo>
                    <a:pt x="6420" y="2385"/>
                  </a:lnTo>
                  <a:lnTo>
                    <a:pt x="6383" y="2531"/>
                  </a:lnTo>
                  <a:lnTo>
                    <a:pt x="6383" y="2641"/>
                  </a:lnTo>
                  <a:lnTo>
                    <a:pt x="6420" y="2752"/>
                  </a:lnTo>
                  <a:lnTo>
                    <a:pt x="6493" y="2825"/>
                  </a:lnTo>
                  <a:lnTo>
                    <a:pt x="6566" y="2862"/>
                  </a:lnTo>
                  <a:lnTo>
                    <a:pt x="6713" y="2862"/>
                  </a:lnTo>
                  <a:lnTo>
                    <a:pt x="6860" y="2825"/>
                  </a:lnTo>
                  <a:lnTo>
                    <a:pt x="6933" y="2752"/>
                  </a:lnTo>
                  <a:lnTo>
                    <a:pt x="7006" y="2641"/>
                  </a:lnTo>
                  <a:lnTo>
                    <a:pt x="7080" y="2531"/>
                  </a:lnTo>
                  <a:lnTo>
                    <a:pt x="7080" y="2421"/>
                  </a:lnTo>
                  <a:lnTo>
                    <a:pt x="7080" y="2275"/>
                  </a:lnTo>
                  <a:lnTo>
                    <a:pt x="7006" y="2165"/>
                  </a:lnTo>
                  <a:lnTo>
                    <a:pt x="6933" y="2055"/>
                  </a:lnTo>
                  <a:lnTo>
                    <a:pt x="6823" y="1981"/>
                  </a:lnTo>
                  <a:close/>
                  <a:moveTo>
                    <a:pt x="5282" y="2641"/>
                  </a:moveTo>
                  <a:lnTo>
                    <a:pt x="5209" y="2678"/>
                  </a:lnTo>
                  <a:lnTo>
                    <a:pt x="5136" y="2715"/>
                  </a:lnTo>
                  <a:lnTo>
                    <a:pt x="5062" y="2788"/>
                  </a:lnTo>
                  <a:lnTo>
                    <a:pt x="5062" y="2898"/>
                  </a:lnTo>
                  <a:lnTo>
                    <a:pt x="5062" y="2935"/>
                  </a:lnTo>
                  <a:lnTo>
                    <a:pt x="4989" y="2972"/>
                  </a:lnTo>
                  <a:lnTo>
                    <a:pt x="4952" y="3045"/>
                  </a:lnTo>
                  <a:lnTo>
                    <a:pt x="4952" y="3118"/>
                  </a:lnTo>
                  <a:lnTo>
                    <a:pt x="4952" y="3228"/>
                  </a:lnTo>
                  <a:lnTo>
                    <a:pt x="5026" y="3338"/>
                  </a:lnTo>
                  <a:lnTo>
                    <a:pt x="5099" y="3412"/>
                  </a:lnTo>
                  <a:lnTo>
                    <a:pt x="5319" y="3412"/>
                  </a:lnTo>
                  <a:lnTo>
                    <a:pt x="5429" y="3338"/>
                  </a:lnTo>
                  <a:lnTo>
                    <a:pt x="5502" y="3265"/>
                  </a:lnTo>
                  <a:lnTo>
                    <a:pt x="5576" y="3155"/>
                  </a:lnTo>
                  <a:lnTo>
                    <a:pt x="5613" y="3008"/>
                  </a:lnTo>
                  <a:lnTo>
                    <a:pt x="5576" y="2862"/>
                  </a:lnTo>
                  <a:lnTo>
                    <a:pt x="5502" y="2752"/>
                  </a:lnTo>
                  <a:lnTo>
                    <a:pt x="5392" y="2678"/>
                  </a:lnTo>
                  <a:lnTo>
                    <a:pt x="5282" y="2641"/>
                  </a:lnTo>
                  <a:close/>
                  <a:moveTo>
                    <a:pt x="6786" y="3559"/>
                  </a:moveTo>
                  <a:lnTo>
                    <a:pt x="6640" y="3595"/>
                  </a:lnTo>
                  <a:lnTo>
                    <a:pt x="6493" y="3705"/>
                  </a:lnTo>
                  <a:lnTo>
                    <a:pt x="6383" y="3815"/>
                  </a:lnTo>
                  <a:lnTo>
                    <a:pt x="6309" y="3962"/>
                  </a:lnTo>
                  <a:lnTo>
                    <a:pt x="6273" y="4109"/>
                  </a:lnTo>
                  <a:lnTo>
                    <a:pt x="6273" y="4255"/>
                  </a:lnTo>
                  <a:lnTo>
                    <a:pt x="6273" y="4366"/>
                  </a:lnTo>
                  <a:lnTo>
                    <a:pt x="6383" y="4439"/>
                  </a:lnTo>
                  <a:lnTo>
                    <a:pt x="6493" y="4476"/>
                  </a:lnTo>
                  <a:lnTo>
                    <a:pt x="6603" y="4439"/>
                  </a:lnTo>
                  <a:lnTo>
                    <a:pt x="6750" y="4329"/>
                  </a:lnTo>
                  <a:lnTo>
                    <a:pt x="6860" y="4329"/>
                  </a:lnTo>
                  <a:lnTo>
                    <a:pt x="6970" y="4292"/>
                  </a:lnTo>
                  <a:lnTo>
                    <a:pt x="7080" y="4182"/>
                  </a:lnTo>
                  <a:lnTo>
                    <a:pt x="7153" y="4035"/>
                  </a:lnTo>
                  <a:lnTo>
                    <a:pt x="7153" y="3852"/>
                  </a:lnTo>
                  <a:lnTo>
                    <a:pt x="7080" y="3705"/>
                  </a:lnTo>
                  <a:lnTo>
                    <a:pt x="7043" y="3632"/>
                  </a:lnTo>
                  <a:lnTo>
                    <a:pt x="6970" y="3595"/>
                  </a:lnTo>
                  <a:lnTo>
                    <a:pt x="6786" y="3559"/>
                  </a:lnTo>
                  <a:close/>
                  <a:moveTo>
                    <a:pt x="4806" y="5979"/>
                  </a:moveTo>
                  <a:lnTo>
                    <a:pt x="4622" y="6090"/>
                  </a:lnTo>
                  <a:lnTo>
                    <a:pt x="4439" y="6200"/>
                  </a:lnTo>
                  <a:lnTo>
                    <a:pt x="4402" y="6236"/>
                  </a:lnTo>
                  <a:lnTo>
                    <a:pt x="4329" y="6310"/>
                  </a:lnTo>
                  <a:lnTo>
                    <a:pt x="4255" y="6383"/>
                  </a:lnTo>
                  <a:lnTo>
                    <a:pt x="4219" y="6493"/>
                  </a:lnTo>
                  <a:lnTo>
                    <a:pt x="4219" y="6566"/>
                  </a:lnTo>
                  <a:lnTo>
                    <a:pt x="4255" y="6713"/>
                  </a:lnTo>
                  <a:lnTo>
                    <a:pt x="4329" y="6860"/>
                  </a:lnTo>
                  <a:lnTo>
                    <a:pt x="4365" y="6897"/>
                  </a:lnTo>
                  <a:lnTo>
                    <a:pt x="4475" y="6970"/>
                  </a:lnTo>
                  <a:lnTo>
                    <a:pt x="4585" y="7007"/>
                  </a:lnTo>
                  <a:lnTo>
                    <a:pt x="4696" y="7043"/>
                  </a:lnTo>
                  <a:lnTo>
                    <a:pt x="4842" y="7007"/>
                  </a:lnTo>
                  <a:lnTo>
                    <a:pt x="4952" y="6970"/>
                  </a:lnTo>
                  <a:lnTo>
                    <a:pt x="5026" y="6897"/>
                  </a:lnTo>
                  <a:lnTo>
                    <a:pt x="5209" y="6750"/>
                  </a:lnTo>
                  <a:lnTo>
                    <a:pt x="5282" y="6640"/>
                  </a:lnTo>
                  <a:lnTo>
                    <a:pt x="5319" y="6493"/>
                  </a:lnTo>
                  <a:lnTo>
                    <a:pt x="5356" y="6346"/>
                  </a:lnTo>
                  <a:lnTo>
                    <a:pt x="5356" y="6236"/>
                  </a:lnTo>
                  <a:lnTo>
                    <a:pt x="5282" y="6126"/>
                  </a:lnTo>
                  <a:lnTo>
                    <a:pt x="5209" y="6053"/>
                  </a:lnTo>
                  <a:lnTo>
                    <a:pt x="5136" y="5979"/>
                  </a:lnTo>
                  <a:close/>
                  <a:moveTo>
                    <a:pt x="4219" y="4916"/>
                  </a:moveTo>
                  <a:lnTo>
                    <a:pt x="4219" y="5062"/>
                  </a:lnTo>
                  <a:lnTo>
                    <a:pt x="4255" y="5136"/>
                  </a:lnTo>
                  <a:lnTo>
                    <a:pt x="4292" y="5173"/>
                  </a:lnTo>
                  <a:lnTo>
                    <a:pt x="4439" y="5209"/>
                  </a:lnTo>
                  <a:lnTo>
                    <a:pt x="4549" y="5173"/>
                  </a:lnTo>
                  <a:lnTo>
                    <a:pt x="4585" y="5136"/>
                  </a:lnTo>
                  <a:lnTo>
                    <a:pt x="4622" y="5062"/>
                  </a:lnTo>
                  <a:lnTo>
                    <a:pt x="4659" y="5026"/>
                  </a:lnTo>
                  <a:lnTo>
                    <a:pt x="4989" y="5136"/>
                  </a:lnTo>
                  <a:lnTo>
                    <a:pt x="5319" y="5209"/>
                  </a:lnTo>
                  <a:lnTo>
                    <a:pt x="5392" y="5319"/>
                  </a:lnTo>
                  <a:lnTo>
                    <a:pt x="5466" y="5429"/>
                  </a:lnTo>
                  <a:lnTo>
                    <a:pt x="5686" y="5613"/>
                  </a:lnTo>
                  <a:lnTo>
                    <a:pt x="5869" y="5833"/>
                  </a:lnTo>
                  <a:lnTo>
                    <a:pt x="5979" y="6053"/>
                  </a:lnTo>
                  <a:lnTo>
                    <a:pt x="6016" y="6273"/>
                  </a:lnTo>
                  <a:lnTo>
                    <a:pt x="5979" y="6530"/>
                  </a:lnTo>
                  <a:lnTo>
                    <a:pt x="5943" y="6676"/>
                  </a:lnTo>
                  <a:lnTo>
                    <a:pt x="5869" y="6823"/>
                  </a:lnTo>
                  <a:lnTo>
                    <a:pt x="5686" y="7080"/>
                  </a:lnTo>
                  <a:lnTo>
                    <a:pt x="5466" y="7227"/>
                  </a:lnTo>
                  <a:lnTo>
                    <a:pt x="5209" y="7373"/>
                  </a:lnTo>
                  <a:lnTo>
                    <a:pt x="4916" y="7447"/>
                  </a:lnTo>
                  <a:lnTo>
                    <a:pt x="4622" y="7483"/>
                  </a:lnTo>
                  <a:lnTo>
                    <a:pt x="4329" y="7520"/>
                  </a:lnTo>
                  <a:lnTo>
                    <a:pt x="4035" y="7483"/>
                  </a:lnTo>
                  <a:lnTo>
                    <a:pt x="3778" y="7447"/>
                  </a:lnTo>
                  <a:lnTo>
                    <a:pt x="3485" y="7337"/>
                  </a:lnTo>
                  <a:lnTo>
                    <a:pt x="3338" y="7227"/>
                  </a:lnTo>
                  <a:lnTo>
                    <a:pt x="3228" y="7080"/>
                  </a:lnTo>
                  <a:lnTo>
                    <a:pt x="3155" y="6897"/>
                  </a:lnTo>
                  <a:lnTo>
                    <a:pt x="3118" y="6713"/>
                  </a:lnTo>
                  <a:lnTo>
                    <a:pt x="3082" y="6383"/>
                  </a:lnTo>
                  <a:lnTo>
                    <a:pt x="3155" y="6090"/>
                  </a:lnTo>
                  <a:lnTo>
                    <a:pt x="3228" y="5796"/>
                  </a:lnTo>
                  <a:lnTo>
                    <a:pt x="3375" y="5539"/>
                  </a:lnTo>
                  <a:lnTo>
                    <a:pt x="3558" y="5319"/>
                  </a:lnTo>
                  <a:lnTo>
                    <a:pt x="3742" y="5173"/>
                  </a:lnTo>
                  <a:lnTo>
                    <a:pt x="3962" y="5026"/>
                  </a:lnTo>
                  <a:lnTo>
                    <a:pt x="4219" y="4916"/>
                  </a:lnTo>
                  <a:close/>
                  <a:moveTo>
                    <a:pt x="11628" y="7190"/>
                  </a:moveTo>
                  <a:lnTo>
                    <a:pt x="11958" y="7263"/>
                  </a:lnTo>
                  <a:lnTo>
                    <a:pt x="12252" y="7263"/>
                  </a:lnTo>
                  <a:lnTo>
                    <a:pt x="12362" y="7227"/>
                  </a:lnTo>
                  <a:lnTo>
                    <a:pt x="12435" y="7447"/>
                  </a:lnTo>
                  <a:lnTo>
                    <a:pt x="12509" y="7704"/>
                  </a:lnTo>
                  <a:lnTo>
                    <a:pt x="12509" y="7814"/>
                  </a:lnTo>
                  <a:lnTo>
                    <a:pt x="12472" y="7814"/>
                  </a:lnTo>
                  <a:lnTo>
                    <a:pt x="12399" y="7850"/>
                  </a:lnTo>
                  <a:lnTo>
                    <a:pt x="12399" y="7887"/>
                  </a:lnTo>
                  <a:lnTo>
                    <a:pt x="12252" y="7814"/>
                  </a:lnTo>
                  <a:lnTo>
                    <a:pt x="11738" y="7557"/>
                  </a:lnTo>
                  <a:lnTo>
                    <a:pt x="11702" y="7483"/>
                  </a:lnTo>
                  <a:lnTo>
                    <a:pt x="11628" y="7373"/>
                  </a:lnTo>
                  <a:lnTo>
                    <a:pt x="11628" y="7190"/>
                  </a:lnTo>
                  <a:close/>
                  <a:moveTo>
                    <a:pt x="4329" y="4402"/>
                  </a:moveTo>
                  <a:lnTo>
                    <a:pt x="4255" y="4476"/>
                  </a:lnTo>
                  <a:lnTo>
                    <a:pt x="4035" y="4512"/>
                  </a:lnTo>
                  <a:lnTo>
                    <a:pt x="3815" y="4622"/>
                  </a:lnTo>
                  <a:lnTo>
                    <a:pt x="3632" y="4732"/>
                  </a:lnTo>
                  <a:lnTo>
                    <a:pt x="3448" y="4842"/>
                  </a:lnTo>
                  <a:lnTo>
                    <a:pt x="3265" y="4989"/>
                  </a:lnTo>
                  <a:lnTo>
                    <a:pt x="3082" y="5173"/>
                  </a:lnTo>
                  <a:lnTo>
                    <a:pt x="2971" y="5356"/>
                  </a:lnTo>
                  <a:lnTo>
                    <a:pt x="2825" y="5576"/>
                  </a:lnTo>
                  <a:lnTo>
                    <a:pt x="2715" y="5906"/>
                  </a:lnTo>
                  <a:lnTo>
                    <a:pt x="2641" y="6236"/>
                  </a:lnTo>
                  <a:lnTo>
                    <a:pt x="2641" y="6603"/>
                  </a:lnTo>
                  <a:lnTo>
                    <a:pt x="2678" y="6933"/>
                  </a:lnTo>
                  <a:lnTo>
                    <a:pt x="2825" y="7263"/>
                  </a:lnTo>
                  <a:lnTo>
                    <a:pt x="3008" y="7520"/>
                  </a:lnTo>
                  <a:lnTo>
                    <a:pt x="3118" y="7667"/>
                  </a:lnTo>
                  <a:lnTo>
                    <a:pt x="3265" y="7740"/>
                  </a:lnTo>
                  <a:lnTo>
                    <a:pt x="3412" y="7850"/>
                  </a:lnTo>
                  <a:lnTo>
                    <a:pt x="3595" y="7887"/>
                  </a:lnTo>
                  <a:lnTo>
                    <a:pt x="3962" y="7997"/>
                  </a:lnTo>
                  <a:lnTo>
                    <a:pt x="4292" y="8034"/>
                  </a:lnTo>
                  <a:lnTo>
                    <a:pt x="4659" y="7997"/>
                  </a:lnTo>
                  <a:lnTo>
                    <a:pt x="5026" y="7960"/>
                  </a:lnTo>
                  <a:lnTo>
                    <a:pt x="5356" y="7850"/>
                  </a:lnTo>
                  <a:lnTo>
                    <a:pt x="5686" y="7704"/>
                  </a:lnTo>
                  <a:lnTo>
                    <a:pt x="5979" y="7483"/>
                  </a:lnTo>
                  <a:lnTo>
                    <a:pt x="6236" y="7227"/>
                  </a:lnTo>
                  <a:lnTo>
                    <a:pt x="6383" y="6933"/>
                  </a:lnTo>
                  <a:lnTo>
                    <a:pt x="6456" y="6640"/>
                  </a:lnTo>
                  <a:lnTo>
                    <a:pt x="6530" y="6346"/>
                  </a:lnTo>
                  <a:lnTo>
                    <a:pt x="6493" y="6016"/>
                  </a:lnTo>
                  <a:lnTo>
                    <a:pt x="6420" y="5759"/>
                  </a:lnTo>
                  <a:lnTo>
                    <a:pt x="6273" y="5503"/>
                  </a:lnTo>
                  <a:lnTo>
                    <a:pt x="6163" y="5393"/>
                  </a:lnTo>
                  <a:lnTo>
                    <a:pt x="5979" y="5246"/>
                  </a:lnTo>
                  <a:lnTo>
                    <a:pt x="5833" y="5099"/>
                  </a:lnTo>
                  <a:lnTo>
                    <a:pt x="5796" y="5026"/>
                  </a:lnTo>
                  <a:lnTo>
                    <a:pt x="5796" y="4952"/>
                  </a:lnTo>
                  <a:lnTo>
                    <a:pt x="5759" y="4879"/>
                  </a:lnTo>
                  <a:lnTo>
                    <a:pt x="5723" y="4806"/>
                  </a:lnTo>
                  <a:lnTo>
                    <a:pt x="5649" y="4732"/>
                  </a:lnTo>
                  <a:lnTo>
                    <a:pt x="5539" y="4696"/>
                  </a:lnTo>
                  <a:lnTo>
                    <a:pt x="5209" y="4659"/>
                  </a:lnTo>
                  <a:lnTo>
                    <a:pt x="5136" y="4586"/>
                  </a:lnTo>
                  <a:lnTo>
                    <a:pt x="5136" y="4512"/>
                  </a:lnTo>
                  <a:lnTo>
                    <a:pt x="5062" y="4439"/>
                  </a:lnTo>
                  <a:lnTo>
                    <a:pt x="4585" y="4439"/>
                  </a:lnTo>
                  <a:lnTo>
                    <a:pt x="4475" y="4402"/>
                  </a:lnTo>
                  <a:close/>
                  <a:moveTo>
                    <a:pt x="1761" y="7447"/>
                  </a:moveTo>
                  <a:lnTo>
                    <a:pt x="1908" y="7483"/>
                  </a:lnTo>
                  <a:lnTo>
                    <a:pt x="2054" y="7520"/>
                  </a:lnTo>
                  <a:lnTo>
                    <a:pt x="2164" y="7630"/>
                  </a:lnTo>
                  <a:lnTo>
                    <a:pt x="2275" y="7740"/>
                  </a:lnTo>
                  <a:lnTo>
                    <a:pt x="2348" y="7887"/>
                  </a:lnTo>
                  <a:lnTo>
                    <a:pt x="2348" y="8070"/>
                  </a:lnTo>
                  <a:lnTo>
                    <a:pt x="2348" y="8107"/>
                  </a:lnTo>
                  <a:lnTo>
                    <a:pt x="2311" y="8144"/>
                  </a:lnTo>
                  <a:lnTo>
                    <a:pt x="2238" y="8144"/>
                  </a:lnTo>
                  <a:lnTo>
                    <a:pt x="2128" y="8070"/>
                  </a:lnTo>
                  <a:lnTo>
                    <a:pt x="2018" y="7960"/>
                  </a:lnTo>
                  <a:lnTo>
                    <a:pt x="1908" y="7814"/>
                  </a:lnTo>
                  <a:lnTo>
                    <a:pt x="1724" y="7520"/>
                  </a:lnTo>
                  <a:lnTo>
                    <a:pt x="1651" y="7447"/>
                  </a:lnTo>
                  <a:close/>
                  <a:moveTo>
                    <a:pt x="14233" y="7630"/>
                  </a:moveTo>
                  <a:lnTo>
                    <a:pt x="14159" y="7667"/>
                  </a:lnTo>
                  <a:lnTo>
                    <a:pt x="14123" y="7740"/>
                  </a:lnTo>
                  <a:lnTo>
                    <a:pt x="14013" y="7960"/>
                  </a:lnTo>
                  <a:lnTo>
                    <a:pt x="14013" y="8070"/>
                  </a:lnTo>
                  <a:lnTo>
                    <a:pt x="14049" y="8180"/>
                  </a:lnTo>
                  <a:lnTo>
                    <a:pt x="14086" y="8254"/>
                  </a:lnTo>
                  <a:lnTo>
                    <a:pt x="14159" y="8290"/>
                  </a:lnTo>
                  <a:lnTo>
                    <a:pt x="14306" y="8290"/>
                  </a:lnTo>
                  <a:lnTo>
                    <a:pt x="14416" y="8254"/>
                  </a:lnTo>
                  <a:lnTo>
                    <a:pt x="14453" y="8180"/>
                  </a:lnTo>
                  <a:lnTo>
                    <a:pt x="14490" y="8107"/>
                  </a:lnTo>
                  <a:lnTo>
                    <a:pt x="14490" y="7997"/>
                  </a:lnTo>
                  <a:lnTo>
                    <a:pt x="14490" y="7924"/>
                  </a:lnTo>
                  <a:lnTo>
                    <a:pt x="14490" y="7777"/>
                  </a:lnTo>
                  <a:lnTo>
                    <a:pt x="14453" y="7704"/>
                  </a:lnTo>
                  <a:lnTo>
                    <a:pt x="14416" y="7667"/>
                  </a:lnTo>
                  <a:lnTo>
                    <a:pt x="14306" y="7630"/>
                  </a:lnTo>
                  <a:close/>
                  <a:moveTo>
                    <a:pt x="7410" y="6236"/>
                  </a:moveTo>
                  <a:lnTo>
                    <a:pt x="7300" y="6310"/>
                  </a:lnTo>
                  <a:lnTo>
                    <a:pt x="7227" y="6346"/>
                  </a:lnTo>
                  <a:lnTo>
                    <a:pt x="7190" y="6420"/>
                  </a:lnTo>
                  <a:lnTo>
                    <a:pt x="7153" y="6566"/>
                  </a:lnTo>
                  <a:lnTo>
                    <a:pt x="7153" y="6750"/>
                  </a:lnTo>
                  <a:lnTo>
                    <a:pt x="7190" y="6933"/>
                  </a:lnTo>
                  <a:lnTo>
                    <a:pt x="7227" y="7007"/>
                  </a:lnTo>
                  <a:lnTo>
                    <a:pt x="7300" y="7080"/>
                  </a:lnTo>
                  <a:lnTo>
                    <a:pt x="7667" y="7153"/>
                  </a:lnTo>
                  <a:lnTo>
                    <a:pt x="7410" y="7373"/>
                  </a:lnTo>
                  <a:lnTo>
                    <a:pt x="7263" y="7520"/>
                  </a:lnTo>
                  <a:lnTo>
                    <a:pt x="7190" y="7593"/>
                  </a:lnTo>
                  <a:lnTo>
                    <a:pt x="7153" y="7704"/>
                  </a:lnTo>
                  <a:lnTo>
                    <a:pt x="7153" y="7887"/>
                  </a:lnTo>
                  <a:lnTo>
                    <a:pt x="7227" y="8070"/>
                  </a:lnTo>
                  <a:lnTo>
                    <a:pt x="7337" y="8180"/>
                  </a:lnTo>
                  <a:lnTo>
                    <a:pt x="7483" y="8290"/>
                  </a:lnTo>
                  <a:lnTo>
                    <a:pt x="7520" y="8400"/>
                  </a:lnTo>
                  <a:lnTo>
                    <a:pt x="7557" y="8474"/>
                  </a:lnTo>
                  <a:lnTo>
                    <a:pt x="7593" y="8511"/>
                  </a:lnTo>
                  <a:lnTo>
                    <a:pt x="7740" y="8511"/>
                  </a:lnTo>
                  <a:lnTo>
                    <a:pt x="7813" y="8437"/>
                  </a:lnTo>
                  <a:lnTo>
                    <a:pt x="7850" y="8364"/>
                  </a:lnTo>
                  <a:lnTo>
                    <a:pt x="7923" y="8217"/>
                  </a:lnTo>
                  <a:lnTo>
                    <a:pt x="7923" y="8144"/>
                  </a:lnTo>
                  <a:lnTo>
                    <a:pt x="7887" y="8070"/>
                  </a:lnTo>
                  <a:lnTo>
                    <a:pt x="7850" y="7997"/>
                  </a:lnTo>
                  <a:lnTo>
                    <a:pt x="7777" y="7960"/>
                  </a:lnTo>
                  <a:lnTo>
                    <a:pt x="7667" y="7924"/>
                  </a:lnTo>
                  <a:lnTo>
                    <a:pt x="7630" y="7887"/>
                  </a:lnTo>
                  <a:lnTo>
                    <a:pt x="7630" y="7814"/>
                  </a:lnTo>
                  <a:lnTo>
                    <a:pt x="7630" y="7777"/>
                  </a:lnTo>
                  <a:lnTo>
                    <a:pt x="7703" y="7667"/>
                  </a:lnTo>
                  <a:lnTo>
                    <a:pt x="7850" y="7593"/>
                  </a:lnTo>
                  <a:lnTo>
                    <a:pt x="7997" y="7410"/>
                  </a:lnTo>
                  <a:lnTo>
                    <a:pt x="8107" y="7190"/>
                  </a:lnTo>
                  <a:lnTo>
                    <a:pt x="8107" y="7080"/>
                  </a:lnTo>
                  <a:lnTo>
                    <a:pt x="8070" y="6970"/>
                  </a:lnTo>
                  <a:lnTo>
                    <a:pt x="8034" y="6897"/>
                  </a:lnTo>
                  <a:lnTo>
                    <a:pt x="7960" y="6823"/>
                  </a:lnTo>
                  <a:lnTo>
                    <a:pt x="7740" y="6750"/>
                  </a:lnTo>
                  <a:lnTo>
                    <a:pt x="7520" y="6713"/>
                  </a:lnTo>
                  <a:lnTo>
                    <a:pt x="7557" y="6566"/>
                  </a:lnTo>
                  <a:lnTo>
                    <a:pt x="7593" y="6493"/>
                  </a:lnTo>
                  <a:lnTo>
                    <a:pt x="7667" y="6456"/>
                  </a:lnTo>
                  <a:lnTo>
                    <a:pt x="7703" y="6383"/>
                  </a:lnTo>
                  <a:lnTo>
                    <a:pt x="7667" y="6310"/>
                  </a:lnTo>
                  <a:lnTo>
                    <a:pt x="7593" y="6236"/>
                  </a:lnTo>
                  <a:close/>
                  <a:moveTo>
                    <a:pt x="1651" y="6897"/>
                  </a:moveTo>
                  <a:lnTo>
                    <a:pt x="1578" y="6933"/>
                  </a:lnTo>
                  <a:lnTo>
                    <a:pt x="1541" y="7007"/>
                  </a:lnTo>
                  <a:lnTo>
                    <a:pt x="1504" y="7080"/>
                  </a:lnTo>
                  <a:lnTo>
                    <a:pt x="1504" y="7227"/>
                  </a:lnTo>
                  <a:lnTo>
                    <a:pt x="1541" y="7300"/>
                  </a:lnTo>
                  <a:lnTo>
                    <a:pt x="1578" y="7373"/>
                  </a:lnTo>
                  <a:lnTo>
                    <a:pt x="1541" y="7410"/>
                  </a:lnTo>
                  <a:lnTo>
                    <a:pt x="1504" y="7410"/>
                  </a:lnTo>
                  <a:lnTo>
                    <a:pt x="1468" y="7483"/>
                  </a:lnTo>
                  <a:lnTo>
                    <a:pt x="1431" y="7557"/>
                  </a:lnTo>
                  <a:lnTo>
                    <a:pt x="1468" y="7814"/>
                  </a:lnTo>
                  <a:lnTo>
                    <a:pt x="1578" y="8034"/>
                  </a:lnTo>
                  <a:lnTo>
                    <a:pt x="1724" y="8254"/>
                  </a:lnTo>
                  <a:lnTo>
                    <a:pt x="1908" y="8437"/>
                  </a:lnTo>
                  <a:lnTo>
                    <a:pt x="2128" y="8547"/>
                  </a:lnTo>
                  <a:lnTo>
                    <a:pt x="2238" y="8584"/>
                  </a:lnTo>
                  <a:lnTo>
                    <a:pt x="2348" y="8621"/>
                  </a:lnTo>
                  <a:lnTo>
                    <a:pt x="2458" y="8621"/>
                  </a:lnTo>
                  <a:lnTo>
                    <a:pt x="2568" y="8547"/>
                  </a:lnTo>
                  <a:lnTo>
                    <a:pt x="2641" y="8474"/>
                  </a:lnTo>
                  <a:lnTo>
                    <a:pt x="2715" y="8364"/>
                  </a:lnTo>
                  <a:lnTo>
                    <a:pt x="2788" y="8144"/>
                  </a:lnTo>
                  <a:lnTo>
                    <a:pt x="2788" y="7960"/>
                  </a:lnTo>
                  <a:lnTo>
                    <a:pt x="2751" y="7740"/>
                  </a:lnTo>
                  <a:lnTo>
                    <a:pt x="2678" y="7557"/>
                  </a:lnTo>
                  <a:lnTo>
                    <a:pt x="2531" y="7373"/>
                  </a:lnTo>
                  <a:lnTo>
                    <a:pt x="2385" y="7227"/>
                  </a:lnTo>
                  <a:lnTo>
                    <a:pt x="2201" y="7117"/>
                  </a:lnTo>
                  <a:lnTo>
                    <a:pt x="1981" y="7043"/>
                  </a:lnTo>
                  <a:lnTo>
                    <a:pt x="1908" y="6933"/>
                  </a:lnTo>
                  <a:lnTo>
                    <a:pt x="1834" y="6897"/>
                  </a:lnTo>
                  <a:close/>
                  <a:moveTo>
                    <a:pt x="14306" y="7227"/>
                  </a:moveTo>
                  <a:lnTo>
                    <a:pt x="14453" y="7263"/>
                  </a:lnTo>
                  <a:lnTo>
                    <a:pt x="14563" y="7300"/>
                  </a:lnTo>
                  <a:lnTo>
                    <a:pt x="14636" y="7410"/>
                  </a:lnTo>
                  <a:lnTo>
                    <a:pt x="14673" y="7520"/>
                  </a:lnTo>
                  <a:lnTo>
                    <a:pt x="14673" y="7667"/>
                  </a:lnTo>
                  <a:lnTo>
                    <a:pt x="14673" y="7814"/>
                  </a:lnTo>
                  <a:lnTo>
                    <a:pt x="14600" y="8070"/>
                  </a:lnTo>
                  <a:lnTo>
                    <a:pt x="14490" y="8290"/>
                  </a:lnTo>
                  <a:lnTo>
                    <a:pt x="14343" y="8511"/>
                  </a:lnTo>
                  <a:lnTo>
                    <a:pt x="14269" y="8584"/>
                  </a:lnTo>
                  <a:lnTo>
                    <a:pt x="14196" y="8621"/>
                  </a:lnTo>
                  <a:lnTo>
                    <a:pt x="14123" y="8621"/>
                  </a:lnTo>
                  <a:lnTo>
                    <a:pt x="14049" y="8584"/>
                  </a:lnTo>
                  <a:lnTo>
                    <a:pt x="14013" y="8547"/>
                  </a:lnTo>
                  <a:lnTo>
                    <a:pt x="13976" y="8474"/>
                  </a:lnTo>
                  <a:lnTo>
                    <a:pt x="13903" y="8290"/>
                  </a:lnTo>
                  <a:lnTo>
                    <a:pt x="13939" y="8034"/>
                  </a:lnTo>
                  <a:lnTo>
                    <a:pt x="13976" y="7777"/>
                  </a:lnTo>
                  <a:lnTo>
                    <a:pt x="14086" y="7263"/>
                  </a:lnTo>
                  <a:lnTo>
                    <a:pt x="14306" y="7227"/>
                  </a:lnTo>
                  <a:close/>
                  <a:moveTo>
                    <a:pt x="14233" y="6750"/>
                  </a:moveTo>
                  <a:lnTo>
                    <a:pt x="14123" y="6786"/>
                  </a:lnTo>
                  <a:lnTo>
                    <a:pt x="13866" y="6786"/>
                  </a:lnTo>
                  <a:lnTo>
                    <a:pt x="13829" y="6823"/>
                  </a:lnTo>
                  <a:lnTo>
                    <a:pt x="13756" y="6933"/>
                  </a:lnTo>
                  <a:lnTo>
                    <a:pt x="13609" y="7373"/>
                  </a:lnTo>
                  <a:lnTo>
                    <a:pt x="13499" y="7850"/>
                  </a:lnTo>
                  <a:lnTo>
                    <a:pt x="13462" y="8107"/>
                  </a:lnTo>
                  <a:lnTo>
                    <a:pt x="13462" y="8327"/>
                  </a:lnTo>
                  <a:lnTo>
                    <a:pt x="13499" y="8584"/>
                  </a:lnTo>
                  <a:lnTo>
                    <a:pt x="13572" y="8804"/>
                  </a:lnTo>
                  <a:lnTo>
                    <a:pt x="13683" y="8914"/>
                  </a:lnTo>
                  <a:lnTo>
                    <a:pt x="13829" y="9024"/>
                  </a:lnTo>
                  <a:lnTo>
                    <a:pt x="13976" y="9097"/>
                  </a:lnTo>
                  <a:lnTo>
                    <a:pt x="14123" y="9134"/>
                  </a:lnTo>
                  <a:lnTo>
                    <a:pt x="14343" y="9097"/>
                  </a:lnTo>
                  <a:lnTo>
                    <a:pt x="14490" y="9024"/>
                  </a:lnTo>
                  <a:lnTo>
                    <a:pt x="14600" y="8877"/>
                  </a:lnTo>
                  <a:lnTo>
                    <a:pt x="14746" y="8731"/>
                  </a:lnTo>
                  <a:lnTo>
                    <a:pt x="14966" y="8400"/>
                  </a:lnTo>
                  <a:lnTo>
                    <a:pt x="15076" y="8180"/>
                  </a:lnTo>
                  <a:lnTo>
                    <a:pt x="15113" y="7997"/>
                  </a:lnTo>
                  <a:lnTo>
                    <a:pt x="15150" y="7814"/>
                  </a:lnTo>
                  <a:lnTo>
                    <a:pt x="15150" y="7593"/>
                  </a:lnTo>
                  <a:lnTo>
                    <a:pt x="15113" y="7410"/>
                  </a:lnTo>
                  <a:lnTo>
                    <a:pt x="15040" y="7190"/>
                  </a:lnTo>
                  <a:lnTo>
                    <a:pt x="15003" y="7080"/>
                  </a:lnTo>
                  <a:lnTo>
                    <a:pt x="14893" y="7007"/>
                  </a:lnTo>
                  <a:lnTo>
                    <a:pt x="14673" y="6823"/>
                  </a:lnTo>
                  <a:lnTo>
                    <a:pt x="14526" y="6786"/>
                  </a:lnTo>
                  <a:lnTo>
                    <a:pt x="14379" y="6750"/>
                  </a:lnTo>
                  <a:close/>
                  <a:moveTo>
                    <a:pt x="6273" y="7887"/>
                  </a:moveTo>
                  <a:lnTo>
                    <a:pt x="6199" y="7924"/>
                  </a:lnTo>
                  <a:lnTo>
                    <a:pt x="6126" y="7997"/>
                  </a:lnTo>
                  <a:lnTo>
                    <a:pt x="5979" y="8107"/>
                  </a:lnTo>
                  <a:lnTo>
                    <a:pt x="5869" y="8290"/>
                  </a:lnTo>
                  <a:lnTo>
                    <a:pt x="5796" y="8474"/>
                  </a:lnTo>
                  <a:lnTo>
                    <a:pt x="5796" y="8584"/>
                  </a:lnTo>
                  <a:lnTo>
                    <a:pt x="5833" y="8657"/>
                  </a:lnTo>
                  <a:lnTo>
                    <a:pt x="5906" y="8694"/>
                  </a:lnTo>
                  <a:lnTo>
                    <a:pt x="6236" y="8694"/>
                  </a:lnTo>
                  <a:lnTo>
                    <a:pt x="6420" y="8767"/>
                  </a:lnTo>
                  <a:lnTo>
                    <a:pt x="6199" y="9024"/>
                  </a:lnTo>
                  <a:lnTo>
                    <a:pt x="6199" y="9061"/>
                  </a:lnTo>
                  <a:lnTo>
                    <a:pt x="6199" y="9134"/>
                  </a:lnTo>
                  <a:lnTo>
                    <a:pt x="6236" y="9244"/>
                  </a:lnTo>
                  <a:lnTo>
                    <a:pt x="6346" y="9354"/>
                  </a:lnTo>
                  <a:lnTo>
                    <a:pt x="6456" y="9391"/>
                  </a:lnTo>
                  <a:lnTo>
                    <a:pt x="6713" y="9391"/>
                  </a:lnTo>
                  <a:lnTo>
                    <a:pt x="6786" y="9318"/>
                  </a:lnTo>
                  <a:lnTo>
                    <a:pt x="6860" y="9207"/>
                  </a:lnTo>
                  <a:lnTo>
                    <a:pt x="6823" y="9097"/>
                  </a:lnTo>
                  <a:lnTo>
                    <a:pt x="6750" y="9024"/>
                  </a:lnTo>
                  <a:lnTo>
                    <a:pt x="6860" y="8951"/>
                  </a:lnTo>
                  <a:lnTo>
                    <a:pt x="6933" y="8877"/>
                  </a:lnTo>
                  <a:lnTo>
                    <a:pt x="6933" y="8804"/>
                  </a:lnTo>
                  <a:lnTo>
                    <a:pt x="6933" y="8731"/>
                  </a:lnTo>
                  <a:lnTo>
                    <a:pt x="6896" y="8621"/>
                  </a:lnTo>
                  <a:lnTo>
                    <a:pt x="6750" y="8511"/>
                  </a:lnTo>
                  <a:lnTo>
                    <a:pt x="6603" y="8437"/>
                  </a:lnTo>
                  <a:lnTo>
                    <a:pt x="6456" y="8364"/>
                  </a:lnTo>
                  <a:lnTo>
                    <a:pt x="6273" y="8327"/>
                  </a:lnTo>
                  <a:lnTo>
                    <a:pt x="6346" y="8180"/>
                  </a:lnTo>
                  <a:lnTo>
                    <a:pt x="6420" y="8034"/>
                  </a:lnTo>
                  <a:lnTo>
                    <a:pt x="6420" y="7960"/>
                  </a:lnTo>
                  <a:lnTo>
                    <a:pt x="6383" y="7924"/>
                  </a:lnTo>
                  <a:lnTo>
                    <a:pt x="6346" y="7924"/>
                  </a:lnTo>
                  <a:lnTo>
                    <a:pt x="6273" y="7887"/>
                  </a:lnTo>
                  <a:close/>
                  <a:moveTo>
                    <a:pt x="7630" y="551"/>
                  </a:moveTo>
                  <a:lnTo>
                    <a:pt x="7777" y="587"/>
                  </a:lnTo>
                  <a:lnTo>
                    <a:pt x="7923" y="661"/>
                  </a:lnTo>
                  <a:lnTo>
                    <a:pt x="8437" y="1101"/>
                  </a:lnTo>
                  <a:lnTo>
                    <a:pt x="8657" y="1321"/>
                  </a:lnTo>
                  <a:lnTo>
                    <a:pt x="8877" y="1578"/>
                  </a:lnTo>
                  <a:lnTo>
                    <a:pt x="9061" y="1834"/>
                  </a:lnTo>
                  <a:lnTo>
                    <a:pt x="9207" y="2128"/>
                  </a:lnTo>
                  <a:lnTo>
                    <a:pt x="9281" y="2421"/>
                  </a:lnTo>
                  <a:lnTo>
                    <a:pt x="9317" y="2752"/>
                  </a:lnTo>
                  <a:lnTo>
                    <a:pt x="9281" y="3082"/>
                  </a:lnTo>
                  <a:lnTo>
                    <a:pt x="9244" y="3375"/>
                  </a:lnTo>
                  <a:lnTo>
                    <a:pt x="9024" y="3962"/>
                  </a:lnTo>
                  <a:lnTo>
                    <a:pt x="8804" y="4512"/>
                  </a:lnTo>
                  <a:lnTo>
                    <a:pt x="8584" y="5099"/>
                  </a:lnTo>
                  <a:lnTo>
                    <a:pt x="8547" y="5356"/>
                  </a:lnTo>
                  <a:lnTo>
                    <a:pt x="8510" y="5613"/>
                  </a:lnTo>
                  <a:lnTo>
                    <a:pt x="8510" y="5869"/>
                  </a:lnTo>
                  <a:lnTo>
                    <a:pt x="8547" y="6163"/>
                  </a:lnTo>
                  <a:lnTo>
                    <a:pt x="8584" y="6310"/>
                  </a:lnTo>
                  <a:lnTo>
                    <a:pt x="8657" y="6493"/>
                  </a:lnTo>
                  <a:lnTo>
                    <a:pt x="8804" y="6823"/>
                  </a:lnTo>
                  <a:lnTo>
                    <a:pt x="8987" y="7117"/>
                  </a:lnTo>
                  <a:lnTo>
                    <a:pt x="9134" y="7447"/>
                  </a:lnTo>
                  <a:lnTo>
                    <a:pt x="9207" y="7777"/>
                  </a:lnTo>
                  <a:lnTo>
                    <a:pt x="9244" y="8144"/>
                  </a:lnTo>
                  <a:lnTo>
                    <a:pt x="9207" y="8474"/>
                  </a:lnTo>
                  <a:lnTo>
                    <a:pt x="9097" y="8804"/>
                  </a:lnTo>
                  <a:lnTo>
                    <a:pt x="8951" y="9134"/>
                  </a:lnTo>
                  <a:lnTo>
                    <a:pt x="8767" y="9428"/>
                  </a:lnTo>
                  <a:lnTo>
                    <a:pt x="8510" y="9684"/>
                  </a:lnTo>
                  <a:lnTo>
                    <a:pt x="8254" y="9904"/>
                  </a:lnTo>
                  <a:lnTo>
                    <a:pt x="7960" y="10051"/>
                  </a:lnTo>
                  <a:lnTo>
                    <a:pt x="7667" y="10198"/>
                  </a:lnTo>
                  <a:lnTo>
                    <a:pt x="7373" y="10308"/>
                  </a:lnTo>
                  <a:lnTo>
                    <a:pt x="7043" y="10345"/>
                  </a:lnTo>
                  <a:lnTo>
                    <a:pt x="6676" y="10418"/>
                  </a:lnTo>
                  <a:lnTo>
                    <a:pt x="6493" y="10381"/>
                  </a:lnTo>
                  <a:lnTo>
                    <a:pt x="6309" y="10345"/>
                  </a:lnTo>
                  <a:lnTo>
                    <a:pt x="6163" y="10235"/>
                  </a:lnTo>
                  <a:lnTo>
                    <a:pt x="6016" y="10088"/>
                  </a:lnTo>
                  <a:lnTo>
                    <a:pt x="5906" y="9941"/>
                  </a:lnTo>
                  <a:lnTo>
                    <a:pt x="5759" y="9831"/>
                  </a:lnTo>
                  <a:lnTo>
                    <a:pt x="5649" y="9758"/>
                  </a:lnTo>
                  <a:lnTo>
                    <a:pt x="5502" y="9684"/>
                  </a:lnTo>
                  <a:lnTo>
                    <a:pt x="5209" y="9611"/>
                  </a:lnTo>
                  <a:lnTo>
                    <a:pt x="4916" y="9611"/>
                  </a:lnTo>
                  <a:lnTo>
                    <a:pt x="4622" y="9684"/>
                  </a:lnTo>
                  <a:lnTo>
                    <a:pt x="3999" y="9868"/>
                  </a:lnTo>
                  <a:lnTo>
                    <a:pt x="3705" y="9978"/>
                  </a:lnTo>
                  <a:lnTo>
                    <a:pt x="3412" y="10051"/>
                  </a:lnTo>
                  <a:lnTo>
                    <a:pt x="3118" y="10088"/>
                  </a:lnTo>
                  <a:lnTo>
                    <a:pt x="2825" y="10051"/>
                  </a:lnTo>
                  <a:lnTo>
                    <a:pt x="2495" y="10014"/>
                  </a:lnTo>
                  <a:lnTo>
                    <a:pt x="2201" y="9904"/>
                  </a:lnTo>
                  <a:lnTo>
                    <a:pt x="1944" y="9794"/>
                  </a:lnTo>
                  <a:lnTo>
                    <a:pt x="1651" y="9648"/>
                  </a:lnTo>
                  <a:lnTo>
                    <a:pt x="1394" y="9464"/>
                  </a:lnTo>
                  <a:lnTo>
                    <a:pt x="1174" y="9281"/>
                  </a:lnTo>
                  <a:lnTo>
                    <a:pt x="954" y="8987"/>
                  </a:lnTo>
                  <a:lnTo>
                    <a:pt x="771" y="8694"/>
                  </a:lnTo>
                  <a:lnTo>
                    <a:pt x="624" y="8364"/>
                  </a:lnTo>
                  <a:lnTo>
                    <a:pt x="550" y="8034"/>
                  </a:lnTo>
                  <a:lnTo>
                    <a:pt x="514" y="7667"/>
                  </a:lnTo>
                  <a:lnTo>
                    <a:pt x="514" y="7337"/>
                  </a:lnTo>
                  <a:lnTo>
                    <a:pt x="587" y="6970"/>
                  </a:lnTo>
                  <a:lnTo>
                    <a:pt x="661" y="6640"/>
                  </a:lnTo>
                  <a:lnTo>
                    <a:pt x="807" y="6310"/>
                  </a:lnTo>
                  <a:lnTo>
                    <a:pt x="991" y="6016"/>
                  </a:lnTo>
                  <a:lnTo>
                    <a:pt x="1211" y="5759"/>
                  </a:lnTo>
                  <a:lnTo>
                    <a:pt x="1468" y="5539"/>
                  </a:lnTo>
                  <a:lnTo>
                    <a:pt x="2018" y="5099"/>
                  </a:lnTo>
                  <a:lnTo>
                    <a:pt x="2568" y="4622"/>
                  </a:lnTo>
                  <a:lnTo>
                    <a:pt x="2788" y="4366"/>
                  </a:lnTo>
                  <a:lnTo>
                    <a:pt x="2971" y="4109"/>
                  </a:lnTo>
                  <a:lnTo>
                    <a:pt x="3082" y="3815"/>
                  </a:lnTo>
                  <a:lnTo>
                    <a:pt x="3192" y="3485"/>
                  </a:lnTo>
                  <a:lnTo>
                    <a:pt x="3265" y="3118"/>
                  </a:lnTo>
                  <a:lnTo>
                    <a:pt x="3302" y="2715"/>
                  </a:lnTo>
                  <a:lnTo>
                    <a:pt x="3375" y="2348"/>
                  </a:lnTo>
                  <a:lnTo>
                    <a:pt x="3448" y="2165"/>
                  </a:lnTo>
                  <a:lnTo>
                    <a:pt x="3558" y="1981"/>
                  </a:lnTo>
                  <a:lnTo>
                    <a:pt x="3705" y="1798"/>
                  </a:lnTo>
                  <a:lnTo>
                    <a:pt x="3852" y="1651"/>
                  </a:lnTo>
                  <a:lnTo>
                    <a:pt x="4072" y="1541"/>
                  </a:lnTo>
                  <a:lnTo>
                    <a:pt x="4292" y="1468"/>
                  </a:lnTo>
                  <a:lnTo>
                    <a:pt x="4512" y="1431"/>
                  </a:lnTo>
                  <a:lnTo>
                    <a:pt x="4769" y="1394"/>
                  </a:lnTo>
                  <a:lnTo>
                    <a:pt x="4989" y="1394"/>
                  </a:lnTo>
                  <a:lnTo>
                    <a:pt x="5209" y="1468"/>
                  </a:lnTo>
                  <a:lnTo>
                    <a:pt x="4952" y="1688"/>
                  </a:lnTo>
                  <a:lnTo>
                    <a:pt x="4916" y="1761"/>
                  </a:lnTo>
                  <a:lnTo>
                    <a:pt x="4879" y="1834"/>
                  </a:lnTo>
                  <a:lnTo>
                    <a:pt x="4916" y="1981"/>
                  </a:lnTo>
                  <a:lnTo>
                    <a:pt x="4989" y="2091"/>
                  </a:lnTo>
                  <a:lnTo>
                    <a:pt x="5062" y="2128"/>
                  </a:lnTo>
                  <a:lnTo>
                    <a:pt x="5136" y="2128"/>
                  </a:lnTo>
                  <a:lnTo>
                    <a:pt x="5319" y="2091"/>
                  </a:lnTo>
                  <a:lnTo>
                    <a:pt x="5429" y="2018"/>
                  </a:lnTo>
                  <a:lnTo>
                    <a:pt x="5539" y="1945"/>
                  </a:lnTo>
                  <a:lnTo>
                    <a:pt x="5613" y="1798"/>
                  </a:lnTo>
                  <a:lnTo>
                    <a:pt x="5759" y="1651"/>
                  </a:lnTo>
                  <a:lnTo>
                    <a:pt x="5833" y="1614"/>
                  </a:lnTo>
                  <a:lnTo>
                    <a:pt x="5869" y="1578"/>
                  </a:lnTo>
                  <a:lnTo>
                    <a:pt x="6420" y="1138"/>
                  </a:lnTo>
                  <a:lnTo>
                    <a:pt x="7006" y="771"/>
                  </a:lnTo>
                  <a:lnTo>
                    <a:pt x="7337" y="624"/>
                  </a:lnTo>
                  <a:lnTo>
                    <a:pt x="7483" y="551"/>
                  </a:lnTo>
                  <a:close/>
                  <a:moveTo>
                    <a:pt x="10821" y="9281"/>
                  </a:moveTo>
                  <a:lnTo>
                    <a:pt x="10968" y="9538"/>
                  </a:lnTo>
                  <a:lnTo>
                    <a:pt x="11115" y="9758"/>
                  </a:lnTo>
                  <a:lnTo>
                    <a:pt x="11335" y="9978"/>
                  </a:lnTo>
                  <a:lnTo>
                    <a:pt x="11592" y="10161"/>
                  </a:lnTo>
                  <a:lnTo>
                    <a:pt x="11408" y="10418"/>
                  </a:lnTo>
                  <a:lnTo>
                    <a:pt x="11188" y="10198"/>
                  </a:lnTo>
                  <a:lnTo>
                    <a:pt x="10968" y="9978"/>
                  </a:lnTo>
                  <a:lnTo>
                    <a:pt x="10711" y="9831"/>
                  </a:lnTo>
                  <a:lnTo>
                    <a:pt x="10455" y="9648"/>
                  </a:lnTo>
                  <a:lnTo>
                    <a:pt x="10601" y="9464"/>
                  </a:lnTo>
                  <a:lnTo>
                    <a:pt x="10821" y="9281"/>
                  </a:lnTo>
                  <a:close/>
                  <a:moveTo>
                    <a:pt x="13903" y="9941"/>
                  </a:moveTo>
                  <a:lnTo>
                    <a:pt x="13829" y="9978"/>
                  </a:lnTo>
                  <a:lnTo>
                    <a:pt x="13756" y="10014"/>
                  </a:lnTo>
                  <a:lnTo>
                    <a:pt x="13719" y="10014"/>
                  </a:lnTo>
                  <a:lnTo>
                    <a:pt x="13719" y="10051"/>
                  </a:lnTo>
                  <a:lnTo>
                    <a:pt x="13646" y="10161"/>
                  </a:lnTo>
                  <a:lnTo>
                    <a:pt x="13609" y="10271"/>
                  </a:lnTo>
                  <a:lnTo>
                    <a:pt x="13646" y="10418"/>
                  </a:lnTo>
                  <a:lnTo>
                    <a:pt x="13719" y="10565"/>
                  </a:lnTo>
                  <a:lnTo>
                    <a:pt x="13829" y="10638"/>
                  </a:lnTo>
                  <a:lnTo>
                    <a:pt x="13939" y="10675"/>
                  </a:lnTo>
                  <a:lnTo>
                    <a:pt x="14049" y="10638"/>
                  </a:lnTo>
                  <a:lnTo>
                    <a:pt x="14159" y="10601"/>
                  </a:lnTo>
                  <a:lnTo>
                    <a:pt x="14269" y="10491"/>
                  </a:lnTo>
                  <a:lnTo>
                    <a:pt x="14343" y="10418"/>
                  </a:lnTo>
                  <a:lnTo>
                    <a:pt x="14379" y="10308"/>
                  </a:lnTo>
                  <a:lnTo>
                    <a:pt x="14379" y="10271"/>
                  </a:lnTo>
                  <a:lnTo>
                    <a:pt x="14379" y="10198"/>
                  </a:lnTo>
                  <a:lnTo>
                    <a:pt x="14306" y="10124"/>
                  </a:lnTo>
                  <a:lnTo>
                    <a:pt x="14233" y="10051"/>
                  </a:lnTo>
                  <a:lnTo>
                    <a:pt x="14159" y="10014"/>
                  </a:lnTo>
                  <a:lnTo>
                    <a:pt x="14086" y="9978"/>
                  </a:lnTo>
                  <a:lnTo>
                    <a:pt x="13939" y="9941"/>
                  </a:lnTo>
                  <a:close/>
                  <a:moveTo>
                    <a:pt x="7593" y="0"/>
                  </a:moveTo>
                  <a:lnTo>
                    <a:pt x="7447" y="37"/>
                  </a:lnTo>
                  <a:lnTo>
                    <a:pt x="7190" y="110"/>
                  </a:lnTo>
                  <a:lnTo>
                    <a:pt x="6970" y="221"/>
                  </a:lnTo>
                  <a:lnTo>
                    <a:pt x="6566" y="441"/>
                  </a:lnTo>
                  <a:lnTo>
                    <a:pt x="6199" y="697"/>
                  </a:lnTo>
                  <a:lnTo>
                    <a:pt x="5502" y="1211"/>
                  </a:lnTo>
                  <a:lnTo>
                    <a:pt x="5209" y="1064"/>
                  </a:lnTo>
                  <a:lnTo>
                    <a:pt x="4916" y="991"/>
                  </a:lnTo>
                  <a:lnTo>
                    <a:pt x="4585" y="991"/>
                  </a:lnTo>
                  <a:lnTo>
                    <a:pt x="4255" y="1027"/>
                  </a:lnTo>
                  <a:lnTo>
                    <a:pt x="3999" y="1101"/>
                  </a:lnTo>
                  <a:lnTo>
                    <a:pt x="3778" y="1211"/>
                  </a:lnTo>
                  <a:lnTo>
                    <a:pt x="3595" y="1358"/>
                  </a:lnTo>
                  <a:lnTo>
                    <a:pt x="3412" y="1504"/>
                  </a:lnTo>
                  <a:lnTo>
                    <a:pt x="3228" y="1688"/>
                  </a:lnTo>
                  <a:lnTo>
                    <a:pt x="3118" y="1908"/>
                  </a:lnTo>
                  <a:lnTo>
                    <a:pt x="3008" y="2128"/>
                  </a:lnTo>
                  <a:lnTo>
                    <a:pt x="2935" y="2348"/>
                  </a:lnTo>
                  <a:lnTo>
                    <a:pt x="2861" y="2678"/>
                  </a:lnTo>
                  <a:lnTo>
                    <a:pt x="2788" y="3008"/>
                  </a:lnTo>
                  <a:lnTo>
                    <a:pt x="2751" y="3338"/>
                  </a:lnTo>
                  <a:lnTo>
                    <a:pt x="2641" y="3669"/>
                  </a:lnTo>
                  <a:lnTo>
                    <a:pt x="2605" y="3852"/>
                  </a:lnTo>
                  <a:lnTo>
                    <a:pt x="2495" y="3999"/>
                  </a:lnTo>
                  <a:lnTo>
                    <a:pt x="2275" y="4255"/>
                  </a:lnTo>
                  <a:lnTo>
                    <a:pt x="2018" y="4476"/>
                  </a:lnTo>
                  <a:lnTo>
                    <a:pt x="1761" y="4696"/>
                  </a:lnTo>
                  <a:lnTo>
                    <a:pt x="1284" y="5062"/>
                  </a:lnTo>
                  <a:lnTo>
                    <a:pt x="844" y="5466"/>
                  </a:lnTo>
                  <a:lnTo>
                    <a:pt x="661" y="5649"/>
                  </a:lnTo>
                  <a:lnTo>
                    <a:pt x="514" y="5906"/>
                  </a:lnTo>
                  <a:lnTo>
                    <a:pt x="367" y="6126"/>
                  </a:lnTo>
                  <a:lnTo>
                    <a:pt x="220" y="6420"/>
                  </a:lnTo>
                  <a:lnTo>
                    <a:pt x="110" y="6713"/>
                  </a:lnTo>
                  <a:lnTo>
                    <a:pt x="37" y="7007"/>
                  </a:lnTo>
                  <a:lnTo>
                    <a:pt x="0" y="7263"/>
                  </a:lnTo>
                  <a:lnTo>
                    <a:pt x="0" y="7557"/>
                  </a:lnTo>
                  <a:lnTo>
                    <a:pt x="37" y="7850"/>
                  </a:lnTo>
                  <a:lnTo>
                    <a:pt x="74" y="8144"/>
                  </a:lnTo>
                  <a:lnTo>
                    <a:pt x="147" y="8400"/>
                  </a:lnTo>
                  <a:lnTo>
                    <a:pt x="220" y="8657"/>
                  </a:lnTo>
                  <a:lnTo>
                    <a:pt x="367" y="8914"/>
                  </a:lnTo>
                  <a:lnTo>
                    <a:pt x="514" y="9171"/>
                  </a:lnTo>
                  <a:lnTo>
                    <a:pt x="661" y="9391"/>
                  </a:lnTo>
                  <a:lnTo>
                    <a:pt x="844" y="9611"/>
                  </a:lnTo>
                  <a:lnTo>
                    <a:pt x="1064" y="9831"/>
                  </a:lnTo>
                  <a:lnTo>
                    <a:pt x="1284" y="10014"/>
                  </a:lnTo>
                  <a:lnTo>
                    <a:pt x="1541" y="10161"/>
                  </a:lnTo>
                  <a:lnTo>
                    <a:pt x="1798" y="10308"/>
                  </a:lnTo>
                  <a:lnTo>
                    <a:pt x="2054" y="10381"/>
                  </a:lnTo>
                  <a:lnTo>
                    <a:pt x="2348" y="10491"/>
                  </a:lnTo>
                  <a:lnTo>
                    <a:pt x="2641" y="10528"/>
                  </a:lnTo>
                  <a:lnTo>
                    <a:pt x="2898" y="10565"/>
                  </a:lnTo>
                  <a:lnTo>
                    <a:pt x="3192" y="10565"/>
                  </a:lnTo>
                  <a:lnTo>
                    <a:pt x="3485" y="10528"/>
                  </a:lnTo>
                  <a:lnTo>
                    <a:pt x="3742" y="10491"/>
                  </a:lnTo>
                  <a:lnTo>
                    <a:pt x="4035" y="10418"/>
                  </a:lnTo>
                  <a:lnTo>
                    <a:pt x="4365" y="10271"/>
                  </a:lnTo>
                  <a:lnTo>
                    <a:pt x="4696" y="10161"/>
                  </a:lnTo>
                  <a:lnTo>
                    <a:pt x="4879" y="10124"/>
                  </a:lnTo>
                  <a:lnTo>
                    <a:pt x="5209" y="10124"/>
                  </a:lnTo>
                  <a:lnTo>
                    <a:pt x="5392" y="10161"/>
                  </a:lnTo>
                  <a:lnTo>
                    <a:pt x="5502" y="10271"/>
                  </a:lnTo>
                  <a:lnTo>
                    <a:pt x="5613" y="10381"/>
                  </a:lnTo>
                  <a:lnTo>
                    <a:pt x="5833" y="10601"/>
                  </a:lnTo>
                  <a:lnTo>
                    <a:pt x="5979" y="10711"/>
                  </a:lnTo>
                  <a:lnTo>
                    <a:pt x="6089" y="10785"/>
                  </a:lnTo>
                  <a:lnTo>
                    <a:pt x="6273" y="10858"/>
                  </a:lnTo>
                  <a:lnTo>
                    <a:pt x="6420" y="10895"/>
                  </a:lnTo>
                  <a:lnTo>
                    <a:pt x="6933" y="10895"/>
                  </a:lnTo>
                  <a:lnTo>
                    <a:pt x="7227" y="10858"/>
                  </a:lnTo>
                  <a:lnTo>
                    <a:pt x="7483" y="10821"/>
                  </a:lnTo>
                  <a:lnTo>
                    <a:pt x="7740" y="10748"/>
                  </a:lnTo>
                  <a:lnTo>
                    <a:pt x="7997" y="10638"/>
                  </a:lnTo>
                  <a:lnTo>
                    <a:pt x="8217" y="10528"/>
                  </a:lnTo>
                  <a:lnTo>
                    <a:pt x="8437" y="10381"/>
                  </a:lnTo>
                  <a:lnTo>
                    <a:pt x="8657" y="10198"/>
                  </a:lnTo>
                  <a:lnTo>
                    <a:pt x="8877" y="10014"/>
                  </a:lnTo>
                  <a:lnTo>
                    <a:pt x="9061" y="9831"/>
                  </a:lnTo>
                  <a:lnTo>
                    <a:pt x="9207" y="9611"/>
                  </a:lnTo>
                  <a:lnTo>
                    <a:pt x="9354" y="9391"/>
                  </a:lnTo>
                  <a:lnTo>
                    <a:pt x="9501" y="9171"/>
                  </a:lnTo>
                  <a:lnTo>
                    <a:pt x="9574" y="8914"/>
                  </a:lnTo>
                  <a:lnTo>
                    <a:pt x="9684" y="8694"/>
                  </a:lnTo>
                  <a:lnTo>
                    <a:pt x="9721" y="8400"/>
                  </a:lnTo>
                  <a:lnTo>
                    <a:pt x="9721" y="8144"/>
                  </a:lnTo>
                  <a:lnTo>
                    <a:pt x="9721" y="7887"/>
                  </a:lnTo>
                  <a:lnTo>
                    <a:pt x="9684" y="7630"/>
                  </a:lnTo>
                  <a:lnTo>
                    <a:pt x="9611" y="7373"/>
                  </a:lnTo>
                  <a:lnTo>
                    <a:pt x="9537" y="7117"/>
                  </a:lnTo>
                  <a:lnTo>
                    <a:pt x="9281" y="6640"/>
                  </a:lnTo>
                  <a:lnTo>
                    <a:pt x="9171" y="6383"/>
                  </a:lnTo>
                  <a:lnTo>
                    <a:pt x="9061" y="6090"/>
                  </a:lnTo>
                  <a:lnTo>
                    <a:pt x="9061" y="5833"/>
                  </a:lnTo>
                  <a:lnTo>
                    <a:pt x="9061" y="5576"/>
                  </a:lnTo>
                  <a:lnTo>
                    <a:pt x="9097" y="5319"/>
                  </a:lnTo>
                  <a:lnTo>
                    <a:pt x="9134" y="5062"/>
                  </a:lnTo>
                  <a:lnTo>
                    <a:pt x="9317" y="4512"/>
                  </a:lnTo>
                  <a:lnTo>
                    <a:pt x="9501" y="4035"/>
                  </a:lnTo>
                  <a:lnTo>
                    <a:pt x="9684" y="3559"/>
                  </a:lnTo>
                  <a:lnTo>
                    <a:pt x="9794" y="3082"/>
                  </a:lnTo>
                  <a:lnTo>
                    <a:pt x="9831" y="2825"/>
                  </a:lnTo>
                  <a:lnTo>
                    <a:pt x="9831" y="2568"/>
                  </a:lnTo>
                  <a:lnTo>
                    <a:pt x="9794" y="2311"/>
                  </a:lnTo>
                  <a:lnTo>
                    <a:pt x="9721" y="2055"/>
                  </a:lnTo>
                  <a:lnTo>
                    <a:pt x="9611" y="1834"/>
                  </a:lnTo>
                  <a:lnTo>
                    <a:pt x="9501" y="1578"/>
                  </a:lnTo>
                  <a:lnTo>
                    <a:pt x="9354" y="1358"/>
                  </a:lnTo>
                  <a:lnTo>
                    <a:pt x="9207" y="1174"/>
                  </a:lnTo>
                  <a:lnTo>
                    <a:pt x="8841" y="771"/>
                  </a:lnTo>
                  <a:lnTo>
                    <a:pt x="8400" y="404"/>
                  </a:lnTo>
                  <a:lnTo>
                    <a:pt x="7960" y="110"/>
                  </a:lnTo>
                  <a:lnTo>
                    <a:pt x="7850" y="37"/>
                  </a:lnTo>
                  <a:lnTo>
                    <a:pt x="7703" y="0"/>
                  </a:lnTo>
                  <a:close/>
                  <a:moveTo>
                    <a:pt x="12912" y="10675"/>
                  </a:moveTo>
                  <a:lnTo>
                    <a:pt x="12839" y="10711"/>
                  </a:lnTo>
                  <a:lnTo>
                    <a:pt x="12765" y="10785"/>
                  </a:lnTo>
                  <a:lnTo>
                    <a:pt x="12729" y="10858"/>
                  </a:lnTo>
                  <a:lnTo>
                    <a:pt x="12729" y="11005"/>
                  </a:lnTo>
                  <a:lnTo>
                    <a:pt x="12765" y="11115"/>
                  </a:lnTo>
                  <a:lnTo>
                    <a:pt x="12876" y="11225"/>
                  </a:lnTo>
                  <a:lnTo>
                    <a:pt x="13022" y="11262"/>
                  </a:lnTo>
                  <a:lnTo>
                    <a:pt x="13132" y="11225"/>
                  </a:lnTo>
                  <a:lnTo>
                    <a:pt x="13242" y="11115"/>
                  </a:lnTo>
                  <a:lnTo>
                    <a:pt x="13279" y="11005"/>
                  </a:lnTo>
                  <a:lnTo>
                    <a:pt x="13279" y="10858"/>
                  </a:lnTo>
                  <a:lnTo>
                    <a:pt x="13242" y="10785"/>
                  </a:lnTo>
                  <a:lnTo>
                    <a:pt x="13169" y="10711"/>
                  </a:lnTo>
                  <a:lnTo>
                    <a:pt x="13096" y="10675"/>
                  </a:lnTo>
                  <a:close/>
                  <a:moveTo>
                    <a:pt x="13572" y="11262"/>
                  </a:moveTo>
                  <a:lnTo>
                    <a:pt x="13499" y="11298"/>
                  </a:lnTo>
                  <a:lnTo>
                    <a:pt x="13462" y="11372"/>
                  </a:lnTo>
                  <a:lnTo>
                    <a:pt x="13389" y="11408"/>
                  </a:lnTo>
                  <a:lnTo>
                    <a:pt x="13316" y="11445"/>
                  </a:lnTo>
                  <a:lnTo>
                    <a:pt x="13242" y="11555"/>
                  </a:lnTo>
                  <a:lnTo>
                    <a:pt x="13242" y="11702"/>
                  </a:lnTo>
                  <a:lnTo>
                    <a:pt x="13242" y="11775"/>
                  </a:lnTo>
                  <a:lnTo>
                    <a:pt x="13279" y="11849"/>
                  </a:lnTo>
                  <a:lnTo>
                    <a:pt x="13352" y="11959"/>
                  </a:lnTo>
                  <a:lnTo>
                    <a:pt x="13609" y="11959"/>
                  </a:lnTo>
                  <a:lnTo>
                    <a:pt x="13719" y="11922"/>
                  </a:lnTo>
                  <a:lnTo>
                    <a:pt x="13829" y="11849"/>
                  </a:lnTo>
                  <a:lnTo>
                    <a:pt x="13866" y="11738"/>
                  </a:lnTo>
                  <a:lnTo>
                    <a:pt x="13939" y="11628"/>
                  </a:lnTo>
                  <a:lnTo>
                    <a:pt x="13939" y="11555"/>
                  </a:lnTo>
                  <a:lnTo>
                    <a:pt x="13939" y="11518"/>
                  </a:lnTo>
                  <a:lnTo>
                    <a:pt x="13903" y="11445"/>
                  </a:lnTo>
                  <a:lnTo>
                    <a:pt x="13866" y="11372"/>
                  </a:lnTo>
                  <a:lnTo>
                    <a:pt x="13829" y="11298"/>
                  </a:lnTo>
                  <a:lnTo>
                    <a:pt x="13719" y="11262"/>
                  </a:lnTo>
                  <a:close/>
                  <a:moveTo>
                    <a:pt x="12215" y="11555"/>
                  </a:moveTo>
                  <a:lnTo>
                    <a:pt x="12142" y="11592"/>
                  </a:lnTo>
                  <a:lnTo>
                    <a:pt x="12069" y="11702"/>
                  </a:lnTo>
                  <a:lnTo>
                    <a:pt x="12032" y="11812"/>
                  </a:lnTo>
                  <a:lnTo>
                    <a:pt x="12032" y="11959"/>
                  </a:lnTo>
                  <a:lnTo>
                    <a:pt x="12032" y="12069"/>
                  </a:lnTo>
                  <a:lnTo>
                    <a:pt x="12105" y="12362"/>
                  </a:lnTo>
                  <a:lnTo>
                    <a:pt x="12252" y="12582"/>
                  </a:lnTo>
                  <a:lnTo>
                    <a:pt x="12325" y="12619"/>
                  </a:lnTo>
                  <a:lnTo>
                    <a:pt x="12399" y="12656"/>
                  </a:lnTo>
                  <a:lnTo>
                    <a:pt x="12509" y="12656"/>
                  </a:lnTo>
                  <a:lnTo>
                    <a:pt x="12582" y="12582"/>
                  </a:lnTo>
                  <a:lnTo>
                    <a:pt x="12619" y="12545"/>
                  </a:lnTo>
                  <a:lnTo>
                    <a:pt x="12692" y="12545"/>
                  </a:lnTo>
                  <a:lnTo>
                    <a:pt x="12802" y="12619"/>
                  </a:lnTo>
                  <a:lnTo>
                    <a:pt x="12876" y="12619"/>
                  </a:lnTo>
                  <a:lnTo>
                    <a:pt x="12949" y="12582"/>
                  </a:lnTo>
                  <a:lnTo>
                    <a:pt x="12986" y="12545"/>
                  </a:lnTo>
                  <a:lnTo>
                    <a:pt x="13022" y="12435"/>
                  </a:lnTo>
                  <a:lnTo>
                    <a:pt x="12986" y="12325"/>
                  </a:lnTo>
                  <a:lnTo>
                    <a:pt x="12912" y="12215"/>
                  </a:lnTo>
                  <a:lnTo>
                    <a:pt x="12802" y="12179"/>
                  </a:lnTo>
                  <a:lnTo>
                    <a:pt x="12655" y="12142"/>
                  </a:lnTo>
                  <a:lnTo>
                    <a:pt x="12545" y="12142"/>
                  </a:lnTo>
                  <a:lnTo>
                    <a:pt x="12472" y="12179"/>
                  </a:lnTo>
                  <a:lnTo>
                    <a:pt x="12399" y="12032"/>
                  </a:lnTo>
                  <a:lnTo>
                    <a:pt x="12399" y="11849"/>
                  </a:lnTo>
                  <a:lnTo>
                    <a:pt x="12399" y="11665"/>
                  </a:lnTo>
                  <a:lnTo>
                    <a:pt x="12362" y="11592"/>
                  </a:lnTo>
                  <a:lnTo>
                    <a:pt x="12289" y="11555"/>
                  </a:lnTo>
                  <a:close/>
                  <a:moveTo>
                    <a:pt x="14049" y="5466"/>
                  </a:moveTo>
                  <a:lnTo>
                    <a:pt x="14196" y="5503"/>
                  </a:lnTo>
                  <a:lnTo>
                    <a:pt x="14490" y="5649"/>
                  </a:lnTo>
                  <a:lnTo>
                    <a:pt x="14673" y="5723"/>
                  </a:lnTo>
                  <a:lnTo>
                    <a:pt x="14930" y="5906"/>
                  </a:lnTo>
                  <a:lnTo>
                    <a:pt x="15150" y="6090"/>
                  </a:lnTo>
                  <a:lnTo>
                    <a:pt x="15370" y="6310"/>
                  </a:lnTo>
                  <a:lnTo>
                    <a:pt x="15590" y="6566"/>
                  </a:lnTo>
                  <a:lnTo>
                    <a:pt x="15773" y="6860"/>
                  </a:lnTo>
                  <a:lnTo>
                    <a:pt x="15883" y="7190"/>
                  </a:lnTo>
                  <a:lnTo>
                    <a:pt x="15993" y="7520"/>
                  </a:lnTo>
                  <a:lnTo>
                    <a:pt x="16067" y="7850"/>
                  </a:lnTo>
                  <a:lnTo>
                    <a:pt x="16104" y="8217"/>
                  </a:lnTo>
                  <a:lnTo>
                    <a:pt x="16104" y="8547"/>
                  </a:lnTo>
                  <a:lnTo>
                    <a:pt x="16067" y="9244"/>
                  </a:lnTo>
                  <a:lnTo>
                    <a:pt x="15957" y="9941"/>
                  </a:lnTo>
                  <a:lnTo>
                    <a:pt x="15773" y="10601"/>
                  </a:lnTo>
                  <a:lnTo>
                    <a:pt x="15517" y="11225"/>
                  </a:lnTo>
                  <a:lnTo>
                    <a:pt x="15370" y="11555"/>
                  </a:lnTo>
                  <a:lnTo>
                    <a:pt x="15186" y="11849"/>
                  </a:lnTo>
                  <a:lnTo>
                    <a:pt x="15003" y="12105"/>
                  </a:lnTo>
                  <a:lnTo>
                    <a:pt x="14783" y="12362"/>
                  </a:lnTo>
                  <a:lnTo>
                    <a:pt x="14526" y="12619"/>
                  </a:lnTo>
                  <a:lnTo>
                    <a:pt x="14269" y="12839"/>
                  </a:lnTo>
                  <a:lnTo>
                    <a:pt x="14013" y="13022"/>
                  </a:lnTo>
                  <a:lnTo>
                    <a:pt x="13719" y="13169"/>
                  </a:lnTo>
                  <a:lnTo>
                    <a:pt x="13389" y="13316"/>
                  </a:lnTo>
                  <a:lnTo>
                    <a:pt x="13059" y="13463"/>
                  </a:lnTo>
                  <a:lnTo>
                    <a:pt x="12802" y="13499"/>
                  </a:lnTo>
                  <a:lnTo>
                    <a:pt x="12509" y="13536"/>
                  </a:lnTo>
                  <a:lnTo>
                    <a:pt x="12325" y="13499"/>
                  </a:lnTo>
                  <a:lnTo>
                    <a:pt x="12179" y="13426"/>
                  </a:lnTo>
                  <a:lnTo>
                    <a:pt x="12032" y="13279"/>
                  </a:lnTo>
                  <a:lnTo>
                    <a:pt x="11922" y="13169"/>
                  </a:lnTo>
                  <a:lnTo>
                    <a:pt x="11482" y="12692"/>
                  </a:lnTo>
                  <a:lnTo>
                    <a:pt x="11298" y="12435"/>
                  </a:lnTo>
                  <a:lnTo>
                    <a:pt x="11225" y="12289"/>
                  </a:lnTo>
                  <a:lnTo>
                    <a:pt x="11188" y="12105"/>
                  </a:lnTo>
                  <a:lnTo>
                    <a:pt x="11188" y="11922"/>
                  </a:lnTo>
                  <a:lnTo>
                    <a:pt x="11262" y="11738"/>
                  </a:lnTo>
                  <a:lnTo>
                    <a:pt x="11445" y="11408"/>
                  </a:lnTo>
                  <a:lnTo>
                    <a:pt x="11812" y="10785"/>
                  </a:lnTo>
                  <a:lnTo>
                    <a:pt x="12142" y="10161"/>
                  </a:lnTo>
                  <a:lnTo>
                    <a:pt x="12472" y="9501"/>
                  </a:lnTo>
                  <a:lnTo>
                    <a:pt x="12765" y="8877"/>
                  </a:lnTo>
                  <a:lnTo>
                    <a:pt x="12876" y="8547"/>
                  </a:lnTo>
                  <a:lnTo>
                    <a:pt x="12949" y="8217"/>
                  </a:lnTo>
                  <a:lnTo>
                    <a:pt x="12986" y="7887"/>
                  </a:lnTo>
                  <a:lnTo>
                    <a:pt x="12949" y="7593"/>
                  </a:lnTo>
                  <a:lnTo>
                    <a:pt x="12876" y="7263"/>
                  </a:lnTo>
                  <a:lnTo>
                    <a:pt x="12765" y="6970"/>
                  </a:lnTo>
                  <a:lnTo>
                    <a:pt x="12729" y="6750"/>
                  </a:lnTo>
                  <a:lnTo>
                    <a:pt x="12692" y="6566"/>
                  </a:lnTo>
                  <a:lnTo>
                    <a:pt x="12729" y="6346"/>
                  </a:lnTo>
                  <a:lnTo>
                    <a:pt x="12802" y="6200"/>
                  </a:lnTo>
                  <a:lnTo>
                    <a:pt x="12876" y="6016"/>
                  </a:lnTo>
                  <a:lnTo>
                    <a:pt x="12986" y="5869"/>
                  </a:lnTo>
                  <a:lnTo>
                    <a:pt x="13132" y="5723"/>
                  </a:lnTo>
                  <a:lnTo>
                    <a:pt x="13279" y="5613"/>
                  </a:lnTo>
                  <a:lnTo>
                    <a:pt x="13316" y="5686"/>
                  </a:lnTo>
                  <a:lnTo>
                    <a:pt x="13389" y="5723"/>
                  </a:lnTo>
                  <a:lnTo>
                    <a:pt x="13536" y="5759"/>
                  </a:lnTo>
                  <a:lnTo>
                    <a:pt x="13646" y="5686"/>
                  </a:lnTo>
                  <a:lnTo>
                    <a:pt x="13719" y="5649"/>
                  </a:lnTo>
                  <a:lnTo>
                    <a:pt x="13756" y="5576"/>
                  </a:lnTo>
                  <a:lnTo>
                    <a:pt x="13829" y="5503"/>
                  </a:lnTo>
                  <a:lnTo>
                    <a:pt x="13939" y="5466"/>
                  </a:lnTo>
                  <a:close/>
                  <a:moveTo>
                    <a:pt x="13646" y="3852"/>
                  </a:moveTo>
                  <a:lnTo>
                    <a:pt x="13609" y="3925"/>
                  </a:lnTo>
                  <a:lnTo>
                    <a:pt x="13499" y="4182"/>
                  </a:lnTo>
                  <a:lnTo>
                    <a:pt x="13462" y="4476"/>
                  </a:lnTo>
                  <a:lnTo>
                    <a:pt x="13462" y="4732"/>
                  </a:lnTo>
                  <a:lnTo>
                    <a:pt x="13499" y="5026"/>
                  </a:lnTo>
                  <a:lnTo>
                    <a:pt x="13316" y="5099"/>
                  </a:lnTo>
                  <a:lnTo>
                    <a:pt x="13132" y="5173"/>
                  </a:lnTo>
                  <a:lnTo>
                    <a:pt x="13022" y="4769"/>
                  </a:lnTo>
                  <a:lnTo>
                    <a:pt x="12839" y="4439"/>
                  </a:lnTo>
                  <a:lnTo>
                    <a:pt x="12802" y="4402"/>
                  </a:lnTo>
                  <a:lnTo>
                    <a:pt x="12729" y="4402"/>
                  </a:lnTo>
                  <a:lnTo>
                    <a:pt x="12692" y="4439"/>
                  </a:lnTo>
                  <a:lnTo>
                    <a:pt x="12692" y="4476"/>
                  </a:lnTo>
                  <a:lnTo>
                    <a:pt x="12655" y="4732"/>
                  </a:lnTo>
                  <a:lnTo>
                    <a:pt x="12692" y="4952"/>
                  </a:lnTo>
                  <a:lnTo>
                    <a:pt x="12802" y="5429"/>
                  </a:lnTo>
                  <a:lnTo>
                    <a:pt x="12582" y="5649"/>
                  </a:lnTo>
                  <a:lnTo>
                    <a:pt x="12399" y="5466"/>
                  </a:lnTo>
                  <a:lnTo>
                    <a:pt x="12142" y="5173"/>
                  </a:lnTo>
                  <a:lnTo>
                    <a:pt x="12105" y="5136"/>
                  </a:lnTo>
                  <a:lnTo>
                    <a:pt x="12032" y="5173"/>
                  </a:lnTo>
                  <a:lnTo>
                    <a:pt x="11995" y="5209"/>
                  </a:lnTo>
                  <a:lnTo>
                    <a:pt x="11995" y="5283"/>
                  </a:lnTo>
                  <a:lnTo>
                    <a:pt x="12032" y="5466"/>
                  </a:lnTo>
                  <a:lnTo>
                    <a:pt x="12142" y="5649"/>
                  </a:lnTo>
                  <a:lnTo>
                    <a:pt x="12252" y="5796"/>
                  </a:lnTo>
                  <a:lnTo>
                    <a:pt x="12435" y="5906"/>
                  </a:lnTo>
                  <a:lnTo>
                    <a:pt x="12399" y="6016"/>
                  </a:lnTo>
                  <a:lnTo>
                    <a:pt x="12362" y="6053"/>
                  </a:lnTo>
                  <a:lnTo>
                    <a:pt x="12142" y="6016"/>
                  </a:lnTo>
                  <a:lnTo>
                    <a:pt x="11738" y="5833"/>
                  </a:lnTo>
                  <a:lnTo>
                    <a:pt x="11665" y="5686"/>
                  </a:lnTo>
                  <a:lnTo>
                    <a:pt x="11628" y="5649"/>
                  </a:lnTo>
                  <a:lnTo>
                    <a:pt x="11592" y="5686"/>
                  </a:lnTo>
                  <a:lnTo>
                    <a:pt x="11555" y="5833"/>
                  </a:lnTo>
                  <a:lnTo>
                    <a:pt x="11518" y="5906"/>
                  </a:lnTo>
                  <a:lnTo>
                    <a:pt x="11518" y="5979"/>
                  </a:lnTo>
                  <a:lnTo>
                    <a:pt x="11555" y="6053"/>
                  </a:lnTo>
                  <a:lnTo>
                    <a:pt x="11628" y="6126"/>
                  </a:lnTo>
                  <a:lnTo>
                    <a:pt x="11775" y="6236"/>
                  </a:lnTo>
                  <a:lnTo>
                    <a:pt x="11995" y="6346"/>
                  </a:lnTo>
                  <a:lnTo>
                    <a:pt x="12289" y="6456"/>
                  </a:lnTo>
                  <a:lnTo>
                    <a:pt x="12252" y="6676"/>
                  </a:lnTo>
                  <a:lnTo>
                    <a:pt x="12289" y="6897"/>
                  </a:lnTo>
                  <a:lnTo>
                    <a:pt x="11555" y="6897"/>
                  </a:lnTo>
                  <a:lnTo>
                    <a:pt x="11445" y="6933"/>
                  </a:lnTo>
                  <a:lnTo>
                    <a:pt x="11408" y="7007"/>
                  </a:lnTo>
                  <a:lnTo>
                    <a:pt x="11408" y="7153"/>
                  </a:lnTo>
                  <a:lnTo>
                    <a:pt x="11408" y="7337"/>
                  </a:lnTo>
                  <a:lnTo>
                    <a:pt x="11482" y="7483"/>
                  </a:lnTo>
                  <a:lnTo>
                    <a:pt x="11555" y="7593"/>
                  </a:lnTo>
                  <a:lnTo>
                    <a:pt x="11592" y="7630"/>
                  </a:lnTo>
                  <a:lnTo>
                    <a:pt x="11922" y="7960"/>
                  </a:lnTo>
                  <a:lnTo>
                    <a:pt x="12142" y="8107"/>
                  </a:lnTo>
                  <a:lnTo>
                    <a:pt x="12252" y="8180"/>
                  </a:lnTo>
                  <a:lnTo>
                    <a:pt x="12362" y="8217"/>
                  </a:lnTo>
                  <a:lnTo>
                    <a:pt x="12472" y="8217"/>
                  </a:lnTo>
                  <a:lnTo>
                    <a:pt x="12362" y="8547"/>
                  </a:lnTo>
                  <a:lnTo>
                    <a:pt x="12252" y="8804"/>
                  </a:lnTo>
                  <a:lnTo>
                    <a:pt x="12215" y="8841"/>
                  </a:lnTo>
                  <a:lnTo>
                    <a:pt x="12179" y="8877"/>
                  </a:lnTo>
                  <a:lnTo>
                    <a:pt x="11812" y="8731"/>
                  </a:lnTo>
                  <a:lnTo>
                    <a:pt x="11555" y="8584"/>
                  </a:lnTo>
                  <a:lnTo>
                    <a:pt x="11335" y="8364"/>
                  </a:lnTo>
                  <a:lnTo>
                    <a:pt x="11225" y="8364"/>
                  </a:lnTo>
                  <a:lnTo>
                    <a:pt x="11188" y="8437"/>
                  </a:lnTo>
                  <a:lnTo>
                    <a:pt x="11188" y="8511"/>
                  </a:lnTo>
                  <a:lnTo>
                    <a:pt x="11335" y="8731"/>
                  </a:lnTo>
                  <a:lnTo>
                    <a:pt x="11555" y="8951"/>
                  </a:lnTo>
                  <a:lnTo>
                    <a:pt x="11812" y="9134"/>
                  </a:lnTo>
                  <a:lnTo>
                    <a:pt x="12069" y="9244"/>
                  </a:lnTo>
                  <a:lnTo>
                    <a:pt x="11848" y="9648"/>
                  </a:lnTo>
                  <a:lnTo>
                    <a:pt x="11738" y="9648"/>
                  </a:lnTo>
                  <a:lnTo>
                    <a:pt x="11665" y="9721"/>
                  </a:lnTo>
                  <a:lnTo>
                    <a:pt x="11262" y="9428"/>
                  </a:lnTo>
                  <a:lnTo>
                    <a:pt x="10895" y="9134"/>
                  </a:lnTo>
                  <a:lnTo>
                    <a:pt x="10858" y="9097"/>
                  </a:lnTo>
                  <a:lnTo>
                    <a:pt x="10821" y="9134"/>
                  </a:lnTo>
                  <a:lnTo>
                    <a:pt x="10601" y="9391"/>
                  </a:lnTo>
                  <a:lnTo>
                    <a:pt x="10381" y="9648"/>
                  </a:lnTo>
                  <a:lnTo>
                    <a:pt x="10308" y="9648"/>
                  </a:lnTo>
                  <a:lnTo>
                    <a:pt x="10234" y="9684"/>
                  </a:lnTo>
                  <a:lnTo>
                    <a:pt x="10198" y="9758"/>
                  </a:lnTo>
                  <a:lnTo>
                    <a:pt x="10234" y="9831"/>
                  </a:lnTo>
                  <a:lnTo>
                    <a:pt x="10748" y="10308"/>
                  </a:lnTo>
                  <a:lnTo>
                    <a:pt x="11188" y="10821"/>
                  </a:lnTo>
                  <a:lnTo>
                    <a:pt x="10968" y="11262"/>
                  </a:lnTo>
                  <a:lnTo>
                    <a:pt x="10785" y="11152"/>
                  </a:lnTo>
                  <a:lnTo>
                    <a:pt x="10601" y="11078"/>
                  </a:lnTo>
                  <a:lnTo>
                    <a:pt x="10381" y="11042"/>
                  </a:lnTo>
                  <a:lnTo>
                    <a:pt x="10308" y="11005"/>
                  </a:lnTo>
                  <a:lnTo>
                    <a:pt x="10198" y="10968"/>
                  </a:lnTo>
                  <a:lnTo>
                    <a:pt x="10161" y="10931"/>
                  </a:lnTo>
                  <a:lnTo>
                    <a:pt x="10088" y="10931"/>
                  </a:lnTo>
                  <a:lnTo>
                    <a:pt x="9978" y="10968"/>
                  </a:lnTo>
                  <a:lnTo>
                    <a:pt x="9941" y="11078"/>
                  </a:lnTo>
                  <a:lnTo>
                    <a:pt x="9941" y="11152"/>
                  </a:lnTo>
                  <a:lnTo>
                    <a:pt x="9978" y="11188"/>
                  </a:lnTo>
                  <a:lnTo>
                    <a:pt x="10124" y="11335"/>
                  </a:lnTo>
                  <a:lnTo>
                    <a:pt x="10308" y="11445"/>
                  </a:lnTo>
                  <a:lnTo>
                    <a:pt x="10565" y="11555"/>
                  </a:lnTo>
                  <a:lnTo>
                    <a:pt x="10675" y="11592"/>
                  </a:lnTo>
                  <a:lnTo>
                    <a:pt x="10785" y="11592"/>
                  </a:lnTo>
                  <a:lnTo>
                    <a:pt x="10748" y="11775"/>
                  </a:lnTo>
                  <a:lnTo>
                    <a:pt x="10711" y="11959"/>
                  </a:lnTo>
                  <a:lnTo>
                    <a:pt x="10675" y="12179"/>
                  </a:lnTo>
                  <a:lnTo>
                    <a:pt x="10711" y="12362"/>
                  </a:lnTo>
                  <a:lnTo>
                    <a:pt x="10785" y="12582"/>
                  </a:lnTo>
                  <a:lnTo>
                    <a:pt x="10638" y="12692"/>
                  </a:lnTo>
                  <a:lnTo>
                    <a:pt x="10455" y="12876"/>
                  </a:lnTo>
                  <a:lnTo>
                    <a:pt x="10381" y="12949"/>
                  </a:lnTo>
                  <a:lnTo>
                    <a:pt x="10308" y="12949"/>
                  </a:lnTo>
                  <a:lnTo>
                    <a:pt x="10271" y="12986"/>
                  </a:lnTo>
                  <a:lnTo>
                    <a:pt x="10234" y="13059"/>
                  </a:lnTo>
                  <a:lnTo>
                    <a:pt x="10234" y="13169"/>
                  </a:lnTo>
                  <a:lnTo>
                    <a:pt x="10271" y="13206"/>
                  </a:lnTo>
                  <a:lnTo>
                    <a:pt x="10308" y="13242"/>
                  </a:lnTo>
                  <a:lnTo>
                    <a:pt x="10455" y="13242"/>
                  </a:lnTo>
                  <a:lnTo>
                    <a:pt x="10565" y="13206"/>
                  </a:lnTo>
                  <a:lnTo>
                    <a:pt x="10748" y="13059"/>
                  </a:lnTo>
                  <a:lnTo>
                    <a:pt x="11005" y="12912"/>
                  </a:lnTo>
                  <a:lnTo>
                    <a:pt x="11408" y="13352"/>
                  </a:lnTo>
                  <a:lnTo>
                    <a:pt x="11482" y="13426"/>
                  </a:lnTo>
                  <a:lnTo>
                    <a:pt x="11335" y="13609"/>
                  </a:lnTo>
                  <a:lnTo>
                    <a:pt x="11262" y="13829"/>
                  </a:lnTo>
                  <a:lnTo>
                    <a:pt x="11188" y="13829"/>
                  </a:lnTo>
                  <a:lnTo>
                    <a:pt x="11115" y="13866"/>
                  </a:lnTo>
                  <a:lnTo>
                    <a:pt x="11005" y="13939"/>
                  </a:lnTo>
                  <a:lnTo>
                    <a:pt x="10968" y="14013"/>
                  </a:lnTo>
                  <a:lnTo>
                    <a:pt x="11005" y="14123"/>
                  </a:lnTo>
                  <a:lnTo>
                    <a:pt x="11041" y="14233"/>
                  </a:lnTo>
                  <a:lnTo>
                    <a:pt x="11151" y="14306"/>
                  </a:lnTo>
                  <a:lnTo>
                    <a:pt x="11262" y="14343"/>
                  </a:lnTo>
                  <a:lnTo>
                    <a:pt x="11372" y="14343"/>
                  </a:lnTo>
                  <a:lnTo>
                    <a:pt x="11482" y="14270"/>
                  </a:lnTo>
                  <a:lnTo>
                    <a:pt x="11555" y="14196"/>
                  </a:lnTo>
                  <a:lnTo>
                    <a:pt x="11628" y="14086"/>
                  </a:lnTo>
                  <a:lnTo>
                    <a:pt x="11665" y="13976"/>
                  </a:lnTo>
                  <a:lnTo>
                    <a:pt x="11665" y="13866"/>
                  </a:lnTo>
                  <a:lnTo>
                    <a:pt x="11738" y="13719"/>
                  </a:lnTo>
                  <a:lnTo>
                    <a:pt x="11848" y="13829"/>
                  </a:lnTo>
                  <a:lnTo>
                    <a:pt x="11995" y="13903"/>
                  </a:lnTo>
                  <a:lnTo>
                    <a:pt x="12142" y="13976"/>
                  </a:lnTo>
                  <a:lnTo>
                    <a:pt x="12325" y="14013"/>
                  </a:lnTo>
                  <a:lnTo>
                    <a:pt x="12362" y="14049"/>
                  </a:lnTo>
                  <a:lnTo>
                    <a:pt x="12252" y="14270"/>
                  </a:lnTo>
                  <a:lnTo>
                    <a:pt x="12179" y="14453"/>
                  </a:lnTo>
                  <a:lnTo>
                    <a:pt x="12105" y="14563"/>
                  </a:lnTo>
                  <a:lnTo>
                    <a:pt x="11995" y="14600"/>
                  </a:lnTo>
                  <a:lnTo>
                    <a:pt x="11958" y="14600"/>
                  </a:lnTo>
                  <a:lnTo>
                    <a:pt x="11885" y="14636"/>
                  </a:lnTo>
                  <a:lnTo>
                    <a:pt x="11848" y="14746"/>
                  </a:lnTo>
                  <a:lnTo>
                    <a:pt x="11848" y="14856"/>
                  </a:lnTo>
                  <a:lnTo>
                    <a:pt x="11922" y="14930"/>
                  </a:lnTo>
                  <a:lnTo>
                    <a:pt x="11995" y="15003"/>
                  </a:lnTo>
                  <a:lnTo>
                    <a:pt x="12069" y="15003"/>
                  </a:lnTo>
                  <a:lnTo>
                    <a:pt x="12215" y="14966"/>
                  </a:lnTo>
                  <a:lnTo>
                    <a:pt x="12362" y="14856"/>
                  </a:lnTo>
                  <a:lnTo>
                    <a:pt x="12472" y="14746"/>
                  </a:lnTo>
                  <a:lnTo>
                    <a:pt x="12545" y="14563"/>
                  </a:lnTo>
                  <a:lnTo>
                    <a:pt x="12619" y="14416"/>
                  </a:lnTo>
                  <a:lnTo>
                    <a:pt x="12692" y="14049"/>
                  </a:lnTo>
                  <a:lnTo>
                    <a:pt x="13132" y="13976"/>
                  </a:lnTo>
                  <a:lnTo>
                    <a:pt x="13536" y="13829"/>
                  </a:lnTo>
                  <a:lnTo>
                    <a:pt x="13279" y="14526"/>
                  </a:lnTo>
                  <a:lnTo>
                    <a:pt x="13206" y="14710"/>
                  </a:lnTo>
                  <a:lnTo>
                    <a:pt x="13206" y="14820"/>
                  </a:lnTo>
                  <a:lnTo>
                    <a:pt x="13242" y="14856"/>
                  </a:lnTo>
                  <a:lnTo>
                    <a:pt x="13279" y="14930"/>
                  </a:lnTo>
                  <a:lnTo>
                    <a:pt x="13352" y="14966"/>
                  </a:lnTo>
                  <a:lnTo>
                    <a:pt x="13426" y="14966"/>
                  </a:lnTo>
                  <a:lnTo>
                    <a:pt x="13499" y="14930"/>
                  </a:lnTo>
                  <a:lnTo>
                    <a:pt x="13572" y="14893"/>
                  </a:lnTo>
                  <a:lnTo>
                    <a:pt x="13609" y="14820"/>
                  </a:lnTo>
                  <a:lnTo>
                    <a:pt x="13719" y="14563"/>
                  </a:lnTo>
                  <a:lnTo>
                    <a:pt x="13793" y="14270"/>
                  </a:lnTo>
                  <a:lnTo>
                    <a:pt x="13829" y="13976"/>
                  </a:lnTo>
                  <a:lnTo>
                    <a:pt x="13829" y="13719"/>
                  </a:lnTo>
                  <a:lnTo>
                    <a:pt x="14269" y="13463"/>
                  </a:lnTo>
                  <a:lnTo>
                    <a:pt x="14306" y="13939"/>
                  </a:lnTo>
                  <a:lnTo>
                    <a:pt x="14343" y="14049"/>
                  </a:lnTo>
                  <a:lnTo>
                    <a:pt x="14379" y="14123"/>
                  </a:lnTo>
                  <a:lnTo>
                    <a:pt x="14379" y="14159"/>
                  </a:lnTo>
                  <a:lnTo>
                    <a:pt x="14416" y="14270"/>
                  </a:lnTo>
                  <a:lnTo>
                    <a:pt x="14490" y="14343"/>
                  </a:lnTo>
                  <a:lnTo>
                    <a:pt x="14673" y="14343"/>
                  </a:lnTo>
                  <a:lnTo>
                    <a:pt x="14673" y="14306"/>
                  </a:lnTo>
                  <a:lnTo>
                    <a:pt x="14746" y="14233"/>
                  </a:lnTo>
                  <a:lnTo>
                    <a:pt x="14783" y="14159"/>
                  </a:lnTo>
                  <a:lnTo>
                    <a:pt x="14710" y="13903"/>
                  </a:lnTo>
                  <a:lnTo>
                    <a:pt x="14673" y="13646"/>
                  </a:lnTo>
                  <a:lnTo>
                    <a:pt x="14563" y="13279"/>
                  </a:lnTo>
                  <a:lnTo>
                    <a:pt x="15003" y="12876"/>
                  </a:lnTo>
                  <a:lnTo>
                    <a:pt x="15113" y="13022"/>
                  </a:lnTo>
                  <a:lnTo>
                    <a:pt x="15223" y="13132"/>
                  </a:lnTo>
                  <a:lnTo>
                    <a:pt x="15370" y="13352"/>
                  </a:lnTo>
                  <a:lnTo>
                    <a:pt x="15480" y="13463"/>
                  </a:lnTo>
                  <a:lnTo>
                    <a:pt x="15590" y="13536"/>
                  </a:lnTo>
                  <a:lnTo>
                    <a:pt x="15663" y="13536"/>
                  </a:lnTo>
                  <a:lnTo>
                    <a:pt x="15737" y="13463"/>
                  </a:lnTo>
                  <a:lnTo>
                    <a:pt x="15773" y="13389"/>
                  </a:lnTo>
                  <a:lnTo>
                    <a:pt x="15773" y="13316"/>
                  </a:lnTo>
                  <a:lnTo>
                    <a:pt x="15737" y="13132"/>
                  </a:lnTo>
                  <a:lnTo>
                    <a:pt x="15627" y="12986"/>
                  </a:lnTo>
                  <a:lnTo>
                    <a:pt x="15480" y="12876"/>
                  </a:lnTo>
                  <a:lnTo>
                    <a:pt x="15370" y="12729"/>
                  </a:lnTo>
                  <a:lnTo>
                    <a:pt x="15260" y="12582"/>
                  </a:lnTo>
                  <a:lnTo>
                    <a:pt x="15480" y="12289"/>
                  </a:lnTo>
                  <a:lnTo>
                    <a:pt x="15700" y="11995"/>
                  </a:lnTo>
                  <a:lnTo>
                    <a:pt x="15773" y="12069"/>
                  </a:lnTo>
                  <a:lnTo>
                    <a:pt x="15993" y="12215"/>
                  </a:lnTo>
                  <a:lnTo>
                    <a:pt x="16177" y="12399"/>
                  </a:lnTo>
                  <a:lnTo>
                    <a:pt x="16250" y="12435"/>
                  </a:lnTo>
                  <a:lnTo>
                    <a:pt x="16397" y="12435"/>
                  </a:lnTo>
                  <a:lnTo>
                    <a:pt x="16434" y="12399"/>
                  </a:lnTo>
                  <a:lnTo>
                    <a:pt x="16470" y="12325"/>
                  </a:lnTo>
                  <a:lnTo>
                    <a:pt x="16507" y="12252"/>
                  </a:lnTo>
                  <a:lnTo>
                    <a:pt x="16507" y="12179"/>
                  </a:lnTo>
                  <a:lnTo>
                    <a:pt x="16434" y="12105"/>
                  </a:lnTo>
                  <a:lnTo>
                    <a:pt x="16250" y="11922"/>
                  </a:lnTo>
                  <a:lnTo>
                    <a:pt x="16030" y="11775"/>
                  </a:lnTo>
                  <a:lnTo>
                    <a:pt x="15883" y="11702"/>
                  </a:lnTo>
                  <a:lnTo>
                    <a:pt x="16140" y="11115"/>
                  </a:lnTo>
                  <a:lnTo>
                    <a:pt x="16324" y="11225"/>
                  </a:lnTo>
                  <a:lnTo>
                    <a:pt x="16617" y="11335"/>
                  </a:lnTo>
                  <a:lnTo>
                    <a:pt x="16984" y="11408"/>
                  </a:lnTo>
                  <a:lnTo>
                    <a:pt x="17057" y="11408"/>
                  </a:lnTo>
                  <a:lnTo>
                    <a:pt x="17094" y="11372"/>
                  </a:lnTo>
                  <a:lnTo>
                    <a:pt x="17131" y="11298"/>
                  </a:lnTo>
                  <a:lnTo>
                    <a:pt x="17167" y="11225"/>
                  </a:lnTo>
                  <a:lnTo>
                    <a:pt x="17167" y="11152"/>
                  </a:lnTo>
                  <a:lnTo>
                    <a:pt x="17131" y="11078"/>
                  </a:lnTo>
                  <a:lnTo>
                    <a:pt x="17094" y="11042"/>
                  </a:lnTo>
                  <a:lnTo>
                    <a:pt x="17021" y="11005"/>
                  </a:lnTo>
                  <a:lnTo>
                    <a:pt x="16764" y="10968"/>
                  </a:lnTo>
                  <a:lnTo>
                    <a:pt x="16544" y="10895"/>
                  </a:lnTo>
                  <a:lnTo>
                    <a:pt x="16250" y="10821"/>
                  </a:lnTo>
                  <a:lnTo>
                    <a:pt x="16397" y="10345"/>
                  </a:lnTo>
                  <a:lnTo>
                    <a:pt x="16507" y="9831"/>
                  </a:lnTo>
                  <a:lnTo>
                    <a:pt x="16727" y="9941"/>
                  </a:lnTo>
                  <a:lnTo>
                    <a:pt x="16984" y="9978"/>
                  </a:lnTo>
                  <a:lnTo>
                    <a:pt x="17131" y="10014"/>
                  </a:lnTo>
                  <a:lnTo>
                    <a:pt x="17277" y="10014"/>
                  </a:lnTo>
                  <a:lnTo>
                    <a:pt x="17424" y="9978"/>
                  </a:lnTo>
                  <a:lnTo>
                    <a:pt x="17461" y="9904"/>
                  </a:lnTo>
                  <a:lnTo>
                    <a:pt x="17497" y="9831"/>
                  </a:lnTo>
                  <a:lnTo>
                    <a:pt x="17497" y="9794"/>
                  </a:lnTo>
                  <a:lnTo>
                    <a:pt x="17497" y="9721"/>
                  </a:lnTo>
                  <a:lnTo>
                    <a:pt x="17387" y="9648"/>
                  </a:lnTo>
                  <a:lnTo>
                    <a:pt x="17277" y="9611"/>
                  </a:lnTo>
                  <a:lnTo>
                    <a:pt x="17167" y="9574"/>
                  </a:lnTo>
                  <a:lnTo>
                    <a:pt x="16544" y="9501"/>
                  </a:lnTo>
                  <a:lnTo>
                    <a:pt x="16544" y="9464"/>
                  </a:lnTo>
                  <a:lnTo>
                    <a:pt x="16580" y="8987"/>
                  </a:lnTo>
                  <a:lnTo>
                    <a:pt x="16617" y="8511"/>
                  </a:lnTo>
                  <a:lnTo>
                    <a:pt x="16800" y="8584"/>
                  </a:lnTo>
                  <a:lnTo>
                    <a:pt x="17021" y="8621"/>
                  </a:lnTo>
                  <a:lnTo>
                    <a:pt x="17204" y="8657"/>
                  </a:lnTo>
                  <a:lnTo>
                    <a:pt x="17424" y="8621"/>
                  </a:lnTo>
                  <a:lnTo>
                    <a:pt x="17571" y="8584"/>
                  </a:lnTo>
                  <a:lnTo>
                    <a:pt x="17644" y="8511"/>
                  </a:lnTo>
                  <a:lnTo>
                    <a:pt x="17681" y="8437"/>
                  </a:lnTo>
                  <a:lnTo>
                    <a:pt x="17681" y="8364"/>
                  </a:lnTo>
                  <a:lnTo>
                    <a:pt x="17644" y="8290"/>
                  </a:lnTo>
                  <a:lnTo>
                    <a:pt x="17534" y="8217"/>
                  </a:lnTo>
                  <a:lnTo>
                    <a:pt x="17387" y="8217"/>
                  </a:lnTo>
                  <a:lnTo>
                    <a:pt x="17094" y="8254"/>
                  </a:lnTo>
                  <a:lnTo>
                    <a:pt x="16617" y="8217"/>
                  </a:lnTo>
                  <a:lnTo>
                    <a:pt x="16580" y="7814"/>
                  </a:lnTo>
                  <a:lnTo>
                    <a:pt x="16507" y="7410"/>
                  </a:lnTo>
                  <a:lnTo>
                    <a:pt x="16507" y="7410"/>
                  </a:lnTo>
                  <a:lnTo>
                    <a:pt x="16690" y="7447"/>
                  </a:lnTo>
                  <a:lnTo>
                    <a:pt x="16874" y="7447"/>
                  </a:lnTo>
                  <a:lnTo>
                    <a:pt x="17021" y="7410"/>
                  </a:lnTo>
                  <a:lnTo>
                    <a:pt x="17204" y="7337"/>
                  </a:lnTo>
                  <a:lnTo>
                    <a:pt x="17351" y="7263"/>
                  </a:lnTo>
                  <a:lnTo>
                    <a:pt x="17387" y="7190"/>
                  </a:lnTo>
                  <a:lnTo>
                    <a:pt x="17424" y="7117"/>
                  </a:lnTo>
                  <a:lnTo>
                    <a:pt x="17424" y="7043"/>
                  </a:lnTo>
                  <a:lnTo>
                    <a:pt x="17424" y="7007"/>
                  </a:lnTo>
                  <a:lnTo>
                    <a:pt x="17351" y="6933"/>
                  </a:lnTo>
                  <a:lnTo>
                    <a:pt x="17314" y="6897"/>
                  </a:lnTo>
                  <a:lnTo>
                    <a:pt x="17131" y="6897"/>
                  </a:lnTo>
                  <a:lnTo>
                    <a:pt x="16947" y="6970"/>
                  </a:lnTo>
                  <a:lnTo>
                    <a:pt x="16764" y="7007"/>
                  </a:lnTo>
                  <a:lnTo>
                    <a:pt x="16397" y="7080"/>
                  </a:lnTo>
                  <a:lnTo>
                    <a:pt x="16324" y="6897"/>
                  </a:lnTo>
                  <a:lnTo>
                    <a:pt x="16140" y="6493"/>
                  </a:lnTo>
                  <a:lnTo>
                    <a:pt x="16397" y="6420"/>
                  </a:lnTo>
                  <a:lnTo>
                    <a:pt x="16764" y="6273"/>
                  </a:lnTo>
                  <a:lnTo>
                    <a:pt x="16947" y="6200"/>
                  </a:lnTo>
                  <a:lnTo>
                    <a:pt x="17094" y="6090"/>
                  </a:lnTo>
                  <a:lnTo>
                    <a:pt x="17131" y="6053"/>
                  </a:lnTo>
                  <a:lnTo>
                    <a:pt x="17131" y="5979"/>
                  </a:lnTo>
                  <a:lnTo>
                    <a:pt x="17131" y="5906"/>
                  </a:lnTo>
                  <a:lnTo>
                    <a:pt x="17021" y="5833"/>
                  </a:lnTo>
                  <a:lnTo>
                    <a:pt x="16910" y="5796"/>
                  </a:lnTo>
                  <a:lnTo>
                    <a:pt x="16764" y="5833"/>
                  </a:lnTo>
                  <a:lnTo>
                    <a:pt x="16580" y="5906"/>
                  </a:lnTo>
                  <a:lnTo>
                    <a:pt x="16250" y="6090"/>
                  </a:lnTo>
                  <a:lnTo>
                    <a:pt x="16104" y="6163"/>
                  </a:lnTo>
                  <a:lnTo>
                    <a:pt x="15957" y="6236"/>
                  </a:lnTo>
                  <a:lnTo>
                    <a:pt x="15957" y="6200"/>
                  </a:lnTo>
                  <a:lnTo>
                    <a:pt x="15957" y="6163"/>
                  </a:lnTo>
                  <a:lnTo>
                    <a:pt x="15920" y="6163"/>
                  </a:lnTo>
                  <a:lnTo>
                    <a:pt x="15590" y="5796"/>
                  </a:lnTo>
                  <a:lnTo>
                    <a:pt x="15920" y="5503"/>
                  </a:lnTo>
                  <a:lnTo>
                    <a:pt x="16250" y="5173"/>
                  </a:lnTo>
                  <a:lnTo>
                    <a:pt x="16287" y="5099"/>
                  </a:lnTo>
                  <a:lnTo>
                    <a:pt x="16324" y="4989"/>
                  </a:lnTo>
                  <a:lnTo>
                    <a:pt x="16287" y="4916"/>
                  </a:lnTo>
                  <a:lnTo>
                    <a:pt x="16250" y="4879"/>
                  </a:lnTo>
                  <a:lnTo>
                    <a:pt x="16177" y="4806"/>
                  </a:lnTo>
                  <a:lnTo>
                    <a:pt x="16030" y="4806"/>
                  </a:lnTo>
                  <a:lnTo>
                    <a:pt x="15957" y="4842"/>
                  </a:lnTo>
                  <a:lnTo>
                    <a:pt x="15627" y="5209"/>
                  </a:lnTo>
                  <a:lnTo>
                    <a:pt x="15333" y="5576"/>
                  </a:lnTo>
                  <a:lnTo>
                    <a:pt x="15076" y="5393"/>
                  </a:lnTo>
                  <a:lnTo>
                    <a:pt x="14820" y="5246"/>
                  </a:lnTo>
                  <a:lnTo>
                    <a:pt x="14673" y="5173"/>
                  </a:lnTo>
                  <a:lnTo>
                    <a:pt x="14746" y="5026"/>
                  </a:lnTo>
                  <a:lnTo>
                    <a:pt x="14966" y="4659"/>
                  </a:lnTo>
                  <a:lnTo>
                    <a:pt x="15003" y="4586"/>
                  </a:lnTo>
                  <a:lnTo>
                    <a:pt x="15003" y="4512"/>
                  </a:lnTo>
                  <a:lnTo>
                    <a:pt x="14930" y="4402"/>
                  </a:lnTo>
                  <a:lnTo>
                    <a:pt x="14856" y="4366"/>
                  </a:lnTo>
                  <a:lnTo>
                    <a:pt x="14746" y="4366"/>
                  </a:lnTo>
                  <a:lnTo>
                    <a:pt x="14673" y="4439"/>
                  </a:lnTo>
                  <a:lnTo>
                    <a:pt x="14526" y="4622"/>
                  </a:lnTo>
                  <a:lnTo>
                    <a:pt x="14416" y="4842"/>
                  </a:lnTo>
                  <a:lnTo>
                    <a:pt x="14343" y="5026"/>
                  </a:lnTo>
                  <a:lnTo>
                    <a:pt x="14159" y="4989"/>
                  </a:lnTo>
                  <a:lnTo>
                    <a:pt x="13939" y="4989"/>
                  </a:lnTo>
                  <a:lnTo>
                    <a:pt x="13903" y="4732"/>
                  </a:lnTo>
                  <a:lnTo>
                    <a:pt x="13866" y="4476"/>
                  </a:lnTo>
                  <a:lnTo>
                    <a:pt x="13829" y="3962"/>
                  </a:lnTo>
                  <a:lnTo>
                    <a:pt x="13829" y="3889"/>
                  </a:lnTo>
                  <a:lnTo>
                    <a:pt x="13756" y="3852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31" name="Google Shape;317;p5">
              <a:extLst>
                <a:ext uri="{FF2B5EF4-FFF2-40B4-BE49-F238E27FC236}">
                  <a16:creationId xmlns:a16="http://schemas.microsoft.com/office/drawing/2014/main" id="{A8903087-3D1C-413B-95F3-C7F4C20CB56C}"/>
                </a:ext>
              </a:extLst>
            </p:cNvPr>
            <p:cNvSpPr/>
            <p:nvPr/>
          </p:nvSpPr>
          <p:spPr>
            <a:xfrm>
              <a:off x="6059500" y="3516375"/>
              <a:ext cx="268700" cy="232025"/>
            </a:xfrm>
            <a:custGeom>
              <a:avLst/>
              <a:gdLst/>
              <a:ahLst/>
              <a:cxnLst/>
              <a:rect l="l" t="t" r="r" b="b"/>
              <a:pathLst>
                <a:path w="10748" h="9281" extrusionOk="0">
                  <a:moveTo>
                    <a:pt x="4072" y="550"/>
                  </a:moveTo>
                  <a:lnTo>
                    <a:pt x="4329" y="587"/>
                  </a:lnTo>
                  <a:lnTo>
                    <a:pt x="4585" y="697"/>
                  </a:lnTo>
                  <a:lnTo>
                    <a:pt x="4842" y="844"/>
                  </a:lnTo>
                  <a:lnTo>
                    <a:pt x="5025" y="1064"/>
                  </a:lnTo>
                  <a:lnTo>
                    <a:pt x="5136" y="1211"/>
                  </a:lnTo>
                  <a:lnTo>
                    <a:pt x="5209" y="1394"/>
                  </a:lnTo>
                  <a:lnTo>
                    <a:pt x="5246" y="1541"/>
                  </a:lnTo>
                  <a:lnTo>
                    <a:pt x="5282" y="1724"/>
                  </a:lnTo>
                  <a:lnTo>
                    <a:pt x="5282" y="2091"/>
                  </a:lnTo>
                  <a:lnTo>
                    <a:pt x="5246" y="2458"/>
                  </a:lnTo>
                  <a:lnTo>
                    <a:pt x="5209" y="2641"/>
                  </a:lnTo>
                  <a:lnTo>
                    <a:pt x="4695" y="1761"/>
                  </a:lnTo>
                  <a:lnTo>
                    <a:pt x="4072" y="550"/>
                  </a:lnTo>
                  <a:close/>
                  <a:moveTo>
                    <a:pt x="1357" y="3008"/>
                  </a:moveTo>
                  <a:lnTo>
                    <a:pt x="1504" y="3265"/>
                  </a:lnTo>
                  <a:lnTo>
                    <a:pt x="1614" y="3558"/>
                  </a:lnTo>
                  <a:lnTo>
                    <a:pt x="1797" y="3852"/>
                  </a:lnTo>
                  <a:lnTo>
                    <a:pt x="1467" y="3778"/>
                  </a:lnTo>
                  <a:lnTo>
                    <a:pt x="1137" y="3742"/>
                  </a:lnTo>
                  <a:lnTo>
                    <a:pt x="1321" y="3118"/>
                  </a:lnTo>
                  <a:lnTo>
                    <a:pt x="1357" y="3008"/>
                  </a:lnTo>
                  <a:close/>
                  <a:moveTo>
                    <a:pt x="3815" y="550"/>
                  </a:moveTo>
                  <a:lnTo>
                    <a:pt x="4072" y="1174"/>
                  </a:lnTo>
                  <a:lnTo>
                    <a:pt x="4329" y="1798"/>
                  </a:lnTo>
                  <a:lnTo>
                    <a:pt x="4695" y="2531"/>
                  </a:lnTo>
                  <a:lnTo>
                    <a:pt x="5099" y="3265"/>
                  </a:lnTo>
                  <a:lnTo>
                    <a:pt x="4989" y="3852"/>
                  </a:lnTo>
                  <a:lnTo>
                    <a:pt x="4732" y="3191"/>
                  </a:lnTo>
                  <a:lnTo>
                    <a:pt x="4475" y="2531"/>
                  </a:lnTo>
                  <a:lnTo>
                    <a:pt x="4255" y="1981"/>
                  </a:lnTo>
                  <a:lnTo>
                    <a:pt x="4035" y="1467"/>
                  </a:lnTo>
                  <a:lnTo>
                    <a:pt x="3742" y="880"/>
                  </a:lnTo>
                  <a:lnTo>
                    <a:pt x="3558" y="587"/>
                  </a:lnTo>
                  <a:lnTo>
                    <a:pt x="3815" y="550"/>
                  </a:lnTo>
                  <a:close/>
                  <a:moveTo>
                    <a:pt x="1761" y="1724"/>
                  </a:moveTo>
                  <a:lnTo>
                    <a:pt x="1724" y="1798"/>
                  </a:lnTo>
                  <a:lnTo>
                    <a:pt x="1761" y="1944"/>
                  </a:lnTo>
                  <a:lnTo>
                    <a:pt x="1834" y="2018"/>
                  </a:lnTo>
                  <a:lnTo>
                    <a:pt x="1944" y="2054"/>
                  </a:lnTo>
                  <a:lnTo>
                    <a:pt x="2054" y="2054"/>
                  </a:lnTo>
                  <a:lnTo>
                    <a:pt x="2274" y="2531"/>
                  </a:lnTo>
                  <a:lnTo>
                    <a:pt x="2458" y="2971"/>
                  </a:lnTo>
                  <a:lnTo>
                    <a:pt x="3008" y="4182"/>
                  </a:lnTo>
                  <a:lnTo>
                    <a:pt x="3081" y="4329"/>
                  </a:lnTo>
                  <a:lnTo>
                    <a:pt x="2825" y="4255"/>
                  </a:lnTo>
                  <a:lnTo>
                    <a:pt x="2458" y="4072"/>
                  </a:lnTo>
                  <a:lnTo>
                    <a:pt x="2164" y="3742"/>
                  </a:lnTo>
                  <a:lnTo>
                    <a:pt x="1944" y="3375"/>
                  </a:lnTo>
                  <a:lnTo>
                    <a:pt x="1724" y="2935"/>
                  </a:lnTo>
                  <a:lnTo>
                    <a:pt x="1651" y="2715"/>
                  </a:lnTo>
                  <a:lnTo>
                    <a:pt x="1504" y="2494"/>
                  </a:lnTo>
                  <a:lnTo>
                    <a:pt x="1724" y="1761"/>
                  </a:lnTo>
                  <a:lnTo>
                    <a:pt x="1761" y="1724"/>
                  </a:lnTo>
                  <a:close/>
                  <a:moveTo>
                    <a:pt x="2604" y="1174"/>
                  </a:moveTo>
                  <a:lnTo>
                    <a:pt x="2715" y="1614"/>
                  </a:lnTo>
                  <a:lnTo>
                    <a:pt x="2861" y="2054"/>
                  </a:lnTo>
                  <a:lnTo>
                    <a:pt x="3228" y="2898"/>
                  </a:lnTo>
                  <a:lnTo>
                    <a:pt x="3998" y="4695"/>
                  </a:lnTo>
                  <a:lnTo>
                    <a:pt x="3632" y="4549"/>
                  </a:lnTo>
                  <a:lnTo>
                    <a:pt x="3522" y="4365"/>
                  </a:lnTo>
                  <a:lnTo>
                    <a:pt x="3301" y="3888"/>
                  </a:lnTo>
                  <a:lnTo>
                    <a:pt x="2861" y="2935"/>
                  </a:lnTo>
                  <a:lnTo>
                    <a:pt x="2274" y="1834"/>
                  </a:lnTo>
                  <a:lnTo>
                    <a:pt x="2311" y="1651"/>
                  </a:lnTo>
                  <a:lnTo>
                    <a:pt x="2421" y="1467"/>
                  </a:lnTo>
                  <a:lnTo>
                    <a:pt x="2604" y="1174"/>
                  </a:lnTo>
                  <a:close/>
                  <a:moveTo>
                    <a:pt x="3338" y="660"/>
                  </a:moveTo>
                  <a:lnTo>
                    <a:pt x="3375" y="770"/>
                  </a:lnTo>
                  <a:lnTo>
                    <a:pt x="3668" y="1467"/>
                  </a:lnTo>
                  <a:lnTo>
                    <a:pt x="3962" y="2164"/>
                  </a:lnTo>
                  <a:lnTo>
                    <a:pt x="4182" y="2788"/>
                  </a:lnTo>
                  <a:lnTo>
                    <a:pt x="4402" y="3412"/>
                  </a:lnTo>
                  <a:lnTo>
                    <a:pt x="4769" y="4659"/>
                  </a:lnTo>
                  <a:lnTo>
                    <a:pt x="4732" y="4805"/>
                  </a:lnTo>
                  <a:lnTo>
                    <a:pt x="4659" y="4805"/>
                  </a:lnTo>
                  <a:lnTo>
                    <a:pt x="4549" y="4842"/>
                  </a:lnTo>
                  <a:lnTo>
                    <a:pt x="3668" y="2971"/>
                  </a:lnTo>
                  <a:lnTo>
                    <a:pt x="3191" y="1981"/>
                  </a:lnTo>
                  <a:lnTo>
                    <a:pt x="2971" y="1504"/>
                  </a:lnTo>
                  <a:lnTo>
                    <a:pt x="2788" y="991"/>
                  </a:lnTo>
                  <a:lnTo>
                    <a:pt x="3045" y="807"/>
                  </a:lnTo>
                  <a:lnTo>
                    <a:pt x="3338" y="660"/>
                  </a:lnTo>
                  <a:close/>
                  <a:moveTo>
                    <a:pt x="7703" y="4952"/>
                  </a:moveTo>
                  <a:lnTo>
                    <a:pt x="7960" y="5246"/>
                  </a:lnTo>
                  <a:lnTo>
                    <a:pt x="7960" y="5246"/>
                  </a:lnTo>
                  <a:lnTo>
                    <a:pt x="7887" y="5209"/>
                  </a:lnTo>
                  <a:lnTo>
                    <a:pt x="7593" y="5319"/>
                  </a:lnTo>
                  <a:lnTo>
                    <a:pt x="7300" y="5466"/>
                  </a:lnTo>
                  <a:lnTo>
                    <a:pt x="7190" y="5356"/>
                  </a:lnTo>
                  <a:lnTo>
                    <a:pt x="7080" y="5246"/>
                  </a:lnTo>
                  <a:lnTo>
                    <a:pt x="7373" y="5099"/>
                  </a:lnTo>
                  <a:lnTo>
                    <a:pt x="7703" y="4952"/>
                  </a:lnTo>
                  <a:close/>
                  <a:moveTo>
                    <a:pt x="8070" y="5356"/>
                  </a:moveTo>
                  <a:lnTo>
                    <a:pt x="8180" y="5466"/>
                  </a:lnTo>
                  <a:lnTo>
                    <a:pt x="7923" y="5576"/>
                  </a:lnTo>
                  <a:lnTo>
                    <a:pt x="7923" y="5576"/>
                  </a:lnTo>
                  <a:lnTo>
                    <a:pt x="8033" y="5429"/>
                  </a:lnTo>
                  <a:lnTo>
                    <a:pt x="8070" y="5356"/>
                  </a:lnTo>
                  <a:close/>
                  <a:moveTo>
                    <a:pt x="7556" y="5612"/>
                  </a:moveTo>
                  <a:lnTo>
                    <a:pt x="7483" y="5722"/>
                  </a:lnTo>
                  <a:lnTo>
                    <a:pt x="7483" y="5686"/>
                  </a:lnTo>
                  <a:lnTo>
                    <a:pt x="7556" y="5612"/>
                  </a:lnTo>
                  <a:close/>
                  <a:moveTo>
                    <a:pt x="8327" y="5649"/>
                  </a:moveTo>
                  <a:lnTo>
                    <a:pt x="8327" y="5686"/>
                  </a:lnTo>
                  <a:lnTo>
                    <a:pt x="7850" y="6163"/>
                  </a:lnTo>
                  <a:lnTo>
                    <a:pt x="7740" y="6016"/>
                  </a:lnTo>
                  <a:lnTo>
                    <a:pt x="7997" y="5796"/>
                  </a:lnTo>
                  <a:lnTo>
                    <a:pt x="8327" y="5649"/>
                  </a:lnTo>
                  <a:close/>
                  <a:moveTo>
                    <a:pt x="8437" y="5796"/>
                  </a:moveTo>
                  <a:lnTo>
                    <a:pt x="8584" y="6053"/>
                  </a:lnTo>
                  <a:lnTo>
                    <a:pt x="8143" y="6163"/>
                  </a:lnTo>
                  <a:lnTo>
                    <a:pt x="8437" y="5796"/>
                  </a:lnTo>
                  <a:close/>
                  <a:moveTo>
                    <a:pt x="8437" y="6346"/>
                  </a:moveTo>
                  <a:lnTo>
                    <a:pt x="8180" y="6676"/>
                  </a:lnTo>
                  <a:lnTo>
                    <a:pt x="8107" y="6493"/>
                  </a:lnTo>
                  <a:lnTo>
                    <a:pt x="8437" y="6346"/>
                  </a:lnTo>
                  <a:close/>
                  <a:moveTo>
                    <a:pt x="8767" y="6309"/>
                  </a:moveTo>
                  <a:lnTo>
                    <a:pt x="8840" y="6419"/>
                  </a:lnTo>
                  <a:lnTo>
                    <a:pt x="8547" y="6676"/>
                  </a:lnTo>
                  <a:lnTo>
                    <a:pt x="8767" y="6309"/>
                  </a:lnTo>
                  <a:close/>
                  <a:moveTo>
                    <a:pt x="9024" y="4695"/>
                  </a:moveTo>
                  <a:lnTo>
                    <a:pt x="9244" y="4732"/>
                  </a:lnTo>
                  <a:lnTo>
                    <a:pt x="9464" y="4805"/>
                  </a:lnTo>
                  <a:lnTo>
                    <a:pt x="9647" y="4915"/>
                  </a:lnTo>
                  <a:lnTo>
                    <a:pt x="9831" y="5062"/>
                  </a:lnTo>
                  <a:lnTo>
                    <a:pt x="9904" y="5099"/>
                  </a:lnTo>
                  <a:lnTo>
                    <a:pt x="9941" y="5099"/>
                  </a:lnTo>
                  <a:lnTo>
                    <a:pt x="10051" y="5209"/>
                  </a:lnTo>
                  <a:lnTo>
                    <a:pt x="10161" y="5429"/>
                  </a:lnTo>
                  <a:lnTo>
                    <a:pt x="10198" y="5649"/>
                  </a:lnTo>
                  <a:lnTo>
                    <a:pt x="10234" y="5869"/>
                  </a:lnTo>
                  <a:lnTo>
                    <a:pt x="10198" y="6089"/>
                  </a:lnTo>
                  <a:lnTo>
                    <a:pt x="10161" y="6346"/>
                  </a:lnTo>
                  <a:lnTo>
                    <a:pt x="10088" y="6566"/>
                  </a:lnTo>
                  <a:lnTo>
                    <a:pt x="9941" y="7006"/>
                  </a:lnTo>
                  <a:lnTo>
                    <a:pt x="9904" y="7080"/>
                  </a:lnTo>
                  <a:lnTo>
                    <a:pt x="9647" y="6676"/>
                  </a:lnTo>
                  <a:lnTo>
                    <a:pt x="9024" y="5832"/>
                  </a:lnTo>
                  <a:lnTo>
                    <a:pt x="8620" y="5282"/>
                  </a:lnTo>
                  <a:lnTo>
                    <a:pt x="8400" y="5025"/>
                  </a:lnTo>
                  <a:lnTo>
                    <a:pt x="8143" y="4842"/>
                  </a:lnTo>
                  <a:lnTo>
                    <a:pt x="8584" y="4732"/>
                  </a:lnTo>
                  <a:lnTo>
                    <a:pt x="8804" y="4695"/>
                  </a:lnTo>
                  <a:close/>
                  <a:moveTo>
                    <a:pt x="1064" y="3962"/>
                  </a:moveTo>
                  <a:lnTo>
                    <a:pt x="1357" y="4182"/>
                  </a:lnTo>
                  <a:lnTo>
                    <a:pt x="1651" y="4329"/>
                  </a:lnTo>
                  <a:lnTo>
                    <a:pt x="2348" y="4585"/>
                  </a:lnTo>
                  <a:lnTo>
                    <a:pt x="2458" y="4659"/>
                  </a:lnTo>
                  <a:lnTo>
                    <a:pt x="2494" y="4695"/>
                  </a:lnTo>
                  <a:lnTo>
                    <a:pt x="2568" y="4732"/>
                  </a:lnTo>
                  <a:lnTo>
                    <a:pt x="2641" y="4695"/>
                  </a:lnTo>
                  <a:lnTo>
                    <a:pt x="4329" y="5319"/>
                  </a:lnTo>
                  <a:lnTo>
                    <a:pt x="4329" y="5356"/>
                  </a:lnTo>
                  <a:lnTo>
                    <a:pt x="4292" y="5319"/>
                  </a:lnTo>
                  <a:lnTo>
                    <a:pt x="3888" y="5172"/>
                  </a:lnTo>
                  <a:lnTo>
                    <a:pt x="3705" y="5136"/>
                  </a:lnTo>
                  <a:lnTo>
                    <a:pt x="3485" y="5099"/>
                  </a:lnTo>
                  <a:lnTo>
                    <a:pt x="3448" y="5136"/>
                  </a:lnTo>
                  <a:lnTo>
                    <a:pt x="3411" y="5172"/>
                  </a:lnTo>
                  <a:lnTo>
                    <a:pt x="3448" y="5246"/>
                  </a:lnTo>
                  <a:lnTo>
                    <a:pt x="3595" y="5392"/>
                  </a:lnTo>
                  <a:lnTo>
                    <a:pt x="3852" y="5539"/>
                  </a:lnTo>
                  <a:lnTo>
                    <a:pt x="4108" y="5686"/>
                  </a:lnTo>
                  <a:lnTo>
                    <a:pt x="4402" y="5759"/>
                  </a:lnTo>
                  <a:lnTo>
                    <a:pt x="4365" y="5906"/>
                  </a:lnTo>
                  <a:lnTo>
                    <a:pt x="4035" y="5906"/>
                  </a:lnTo>
                  <a:lnTo>
                    <a:pt x="3742" y="5869"/>
                  </a:lnTo>
                  <a:lnTo>
                    <a:pt x="3411" y="5759"/>
                  </a:lnTo>
                  <a:lnTo>
                    <a:pt x="3228" y="5686"/>
                  </a:lnTo>
                  <a:lnTo>
                    <a:pt x="3191" y="5612"/>
                  </a:lnTo>
                  <a:lnTo>
                    <a:pt x="3155" y="5576"/>
                  </a:lnTo>
                  <a:lnTo>
                    <a:pt x="3118" y="5539"/>
                  </a:lnTo>
                  <a:lnTo>
                    <a:pt x="3081" y="5502"/>
                  </a:lnTo>
                  <a:lnTo>
                    <a:pt x="3045" y="5502"/>
                  </a:lnTo>
                  <a:lnTo>
                    <a:pt x="3008" y="5539"/>
                  </a:lnTo>
                  <a:lnTo>
                    <a:pt x="2971" y="5649"/>
                  </a:lnTo>
                  <a:lnTo>
                    <a:pt x="2971" y="5722"/>
                  </a:lnTo>
                  <a:lnTo>
                    <a:pt x="3008" y="5796"/>
                  </a:lnTo>
                  <a:lnTo>
                    <a:pt x="3045" y="5869"/>
                  </a:lnTo>
                  <a:lnTo>
                    <a:pt x="3191" y="6016"/>
                  </a:lnTo>
                  <a:lnTo>
                    <a:pt x="3338" y="6126"/>
                  </a:lnTo>
                  <a:lnTo>
                    <a:pt x="3522" y="6199"/>
                  </a:lnTo>
                  <a:lnTo>
                    <a:pt x="3742" y="6273"/>
                  </a:lnTo>
                  <a:lnTo>
                    <a:pt x="3962" y="6309"/>
                  </a:lnTo>
                  <a:lnTo>
                    <a:pt x="4182" y="6309"/>
                  </a:lnTo>
                  <a:lnTo>
                    <a:pt x="3962" y="6676"/>
                  </a:lnTo>
                  <a:lnTo>
                    <a:pt x="3742" y="6603"/>
                  </a:lnTo>
                  <a:lnTo>
                    <a:pt x="3228" y="6456"/>
                  </a:lnTo>
                  <a:lnTo>
                    <a:pt x="2971" y="6419"/>
                  </a:lnTo>
                  <a:lnTo>
                    <a:pt x="2715" y="6383"/>
                  </a:lnTo>
                  <a:lnTo>
                    <a:pt x="2641" y="6383"/>
                  </a:lnTo>
                  <a:lnTo>
                    <a:pt x="2641" y="6456"/>
                  </a:lnTo>
                  <a:lnTo>
                    <a:pt x="2641" y="6493"/>
                  </a:lnTo>
                  <a:lnTo>
                    <a:pt x="2678" y="6529"/>
                  </a:lnTo>
                  <a:lnTo>
                    <a:pt x="2861" y="6676"/>
                  </a:lnTo>
                  <a:lnTo>
                    <a:pt x="3081" y="6786"/>
                  </a:lnTo>
                  <a:lnTo>
                    <a:pt x="3522" y="6970"/>
                  </a:lnTo>
                  <a:lnTo>
                    <a:pt x="3742" y="7080"/>
                  </a:lnTo>
                  <a:lnTo>
                    <a:pt x="3632" y="7226"/>
                  </a:lnTo>
                  <a:lnTo>
                    <a:pt x="3522" y="7336"/>
                  </a:lnTo>
                  <a:lnTo>
                    <a:pt x="2935" y="7080"/>
                  </a:lnTo>
                  <a:lnTo>
                    <a:pt x="2311" y="6823"/>
                  </a:lnTo>
                  <a:lnTo>
                    <a:pt x="2238" y="6823"/>
                  </a:lnTo>
                  <a:lnTo>
                    <a:pt x="2201" y="6860"/>
                  </a:lnTo>
                  <a:lnTo>
                    <a:pt x="2201" y="6896"/>
                  </a:lnTo>
                  <a:lnTo>
                    <a:pt x="2201" y="6970"/>
                  </a:lnTo>
                  <a:lnTo>
                    <a:pt x="2458" y="7190"/>
                  </a:lnTo>
                  <a:lnTo>
                    <a:pt x="2678" y="7410"/>
                  </a:lnTo>
                  <a:lnTo>
                    <a:pt x="2971" y="7557"/>
                  </a:lnTo>
                  <a:lnTo>
                    <a:pt x="3265" y="7703"/>
                  </a:lnTo>
                  <a:lnTo>
                    <a:pt x="2971" y="7960"/>
                  </a:lnTo>
                  <a:lnTo>
                    <a:pt x="2641" y="7960"/>
                  </a:lnTo>
                  <a:lnTo>
                    <a:pt x="2311" y="7887"/>
                  </a:lnTo>
                  <a:lnTo>
                    <a:pt x="1981" y="7777"/>
                  </a:lnTo>
                  <a:lnTo>
                    <a:pt x="1871" y="7777"/>
                  </a:lnTo>
                  <a:lnTo>
                    <a:pt x="1834" y="7813"/>
                  </a:lnTo>
                  <a:lnTo>
                    <a:pt x="1797" y="7850"/>
                  </a:lnTo>
                  <a:lnTo>
                    <a:pt x="1797" y="7923"/>
                  </a:lnTo>
                  <a:lnTo>
                    <a:pt x="1834" y="8070"/>
                  </a:lnTo>
                  <a:lnTo>
                    <a:pt x="1944" y="8143"/>
                  </a:lnTo>
                  <a:lnTo>
                    <a:pt x="2091" y="8217"/>
                  </a:lnTo>
                  <a:lnTo>
                    <a:pt x="2238" y="8290"/>
                  </a:lnTo>
                  <a:lnTo>
                    <a:pt x="2348" y="8327"/>
                  </a:lnTo>
                  <a:lnTo>
                    <a:pt x="2164" y="8364"/>
                  </a:lnTo>
                  <a:lnTo>
                    <a:pt x="1944" y="8364"/>
                  </a:lnTo>
                  <a:lnTo>
                    <a:pt x="1761" y="8327"/>
                  </a:lnTo>
                  <a:lnTo>
                    <a:pt x="1541" y="8253"/>
                  </a:lnTo>
                  <a:lnTo>
                    <a:pt x="1247" y="8070"/>
                  </a:lnTo>
                  <a:lnTo>
                    <a:pt x="1027" y="7850"/>
                  </a:lnTo>
                  <a:lnTo>
                    <a:pt x="844" y="7593"/>
                  </a:lnTo>
                  <a:lnTo>
                    <a:pt x="697" y="7300"/>
                  </a:lnTo>
                  <a:lnTo>
                    <a:pt x="624" y="6970"/>
                  </a:lnTo>
                  <a:lnTo>
                    <a:pt x="550" y="6676"/>
                  </a:lnTo>
                  <a:lnTo>
                    <a:pt x="550" y="6346"/>
                  </a:lnTo>
                  <a:lnTo>
                    <a:pt x="550" y="6016"/>
                  </a:lnTo>
                  <a:lnTo>
                    <a:pt x="624" y="5502"/>
                  </a:lnTo>
                  <a:lnTo>
                    <a:pt x="734" y="4989"/>
                  </a:lnTo>
                  <a:lnTo>
                    <a:pt x="1064" y="3962"/>
                  </a:lnTo>
                  <a:close/>
                  <a:moveTo>
                    <a:pt x="6786" y="5429"/>
                  </a:moveTo>
                  <a:lnTo>
                    <a:pt x="6860" y="5649"/>
                  </a:lnTo>
                  <a:lnTo>
                    <a:pt x="6970" y="5832"/>
                  </a:lnTo>
                  <a:lnTo>
                    <a:pt x="7006" y="5906"/>
                  </a:lnTo>
                  <a:lnTo>
                    <a:pt x="7043" y="5979"/>
                  </a:lnTo>
                  <a:lnTo>
                    <a:pt x="7116" y="6016"/>
                  </a:lnTo>
                  <a:lnTo>
                    <a:pt x="7813" y="7006"/>
                  </a:lnTo>
                  <a:lnTo>
                    <a:pt x="8143" y="7520"/>
                  </a:lnTo>
                  <a:lnTo>
                    <a:pt x="8143" y="7667"/>
                  </a:lnTo>
                  <a:lnTo>
                    <a:pt x="8143" y="7740"/>
                  </a:lnTo>
                  <a:lnTo>
                    <a:pt x="8217" y="7813"/>
                  </a:lnTo>
                  <a:lnTo>
                    <a:pt x="8290" y="7850"/>
                  </a:lnTo>
                  <a:lnTo>
                    <a:pt x="8363" y="7850"/>
                  </a:lnTo>
                  <a:lnTo>
                    <a:pt x="8400" y="7813"/>
                  </a:lnTo>
                  <a:lnTo>
                    <a:pt x="8510" y="7887"/>
                  </a:lnTo>
                  <a:lnTo>
                    <a:pt x="8584" y="7923"/>
                  </a:lnTo>
                  <a:lnTo>
                    <a:pt x="8694" y="7960"/>
                  </a:lnTo>
                  <a:lnTo>
                    <a:pt x="8767" y="7923"/>
                  </a:lnTo>
                  <a:lnTo>
                    <a:pt x="8877" y="7997"/>
                  </a:lnTo>
                  <a:lnTo>
                    <a:pt x="8987" y="7997"/>
                  </a:lnTo>
                  <a:lnTo>
                    <a:pt x="9060" y="8033"/>
                  </a:lnTo>
                  <a:lnTo>
                    <a:pt x="9134" y="7997"/>
                  </a:lnTo>
                  <a:lnTo>
                    <a:pt x="9207" y="7923"/>
                  </a:lnTo>
                  <a:lnTo>
                    <a:pt x="9207" y="7813"/>
                  </a:lnTo>
                  <a:lnTo>
                    <a:pt x="9207" y="7740"/>
                  </a:lnTo>
                  <a:lnTo>
                    <a:pt x="9134" y="7667"/>
                  </a:lnTo>
                  <a:lnTo>
                    <a:pt x="9170" y="7557"/>
                  </a:lnTo>
                  <a:lnTo>
                    <a:pt x="9207" y="7483"/>
                  </a:lnTo>
                  <a:lnTo>
                    <a:pt x="9244" y="7410"/>
                  </a:lnTo>
                  <a:lnTo>
                    <a:pt x="9244" y="7373"/>
                  </a:lnTo>
                  <a:lnTo>
                    <a:pt x="9207" y="7300"/>
                  </a:lnTo>
                  <a:lnTo>
                    <a:pt x="9170" y="7263"/>
                  </a:lnTo>
                  <a:lnTo>
                    <a:pt x="9134" y="7226"/>
                  </a:lnTo>
                  <a:lnTo>
                    <a:pt x="8987" y="7226"/>
                  </a:lnTo>
                  <a:lnTo>
                    <a:pt x="8694" y="7336"/>
                  </a:lnTo>
                  <a:lnTo>
                    <a:pt x="8694" y="7300"/>
                  </a:lnTo>
                  <a:lnTo>
                    <a:pt x="8877" y="7153"/>
                  </a:lnTo>
                  <a:lnTo>
                    <a:pt x="9060" y="6970"/>
                  </a:lnTo>
                  <a:lnTo>
                    <a:pt x="9134" y="6860"/>
                  </a:lnTo>
                  <a:lnTo>
                    <a:pt x="9244" y="7043"/>
                  </a:lnTo>
                  <a:lnTo>
                    <a:pt x="9501" y="7446"/>
                  </a:lnTo>
                  <a:lnTo>
                    <a:pt x="9537" y="7593"/>
                  </a:lnTo>
                  <a:lnTo>
                    <a:pt x="9317" y="7887"/>
                  </a:lnTo>
                  <a:lnTo>
                    <a:pt x="9024" y="8143"/>
                  </a:lnTo>
                  <a:lnTo>
                    <a:pt x="8730" y="8364"/>
                  </a:lnTo>
                  <a:lnTo>
                    <a:pt x="8400" y="8547"/>
                  </a:lnTo>
                  <a:lnTo>
                    <a:pt x="8070" y="8657"/>
                  </a:lnTo>
                  <a:lnTo>
                    <a:pt x="7703" y="8694"/>
                  </a:lnTo>
                  <a:lnTo>
                    <a:pt x="7520" y="8694"/>
                  </a:lnTo>
                  <a:lnTo>
                    <a:pt x="7373" y="8657"/>
                  </a:lnTo>
                  <a:lnTo>
                    <a:pt x="7190" y="8620"/>
                  </a:lnTo>
                  <a:lnTo>
                    <a:pt x="7006" y="8547"/>
                  </a:lnTo>
                  <a:lnTo>
                    <a:pt x="6823" y="8437"/>
                  </a:lnTo>
                  <a:lnTo>
                    <a:pt x="6676" y="8290"/>
                  </a:lnTo>
                  <a:lnTo>
                    <a:pt x="6419" y="7997"/>
                  </a:lnTo>
                  <a:lnTo>
                    <a:pt x="6199" y="7667"/>
                  </a:lnTo>
                  <a:lnTo>
                    <a:pt x="6053" y="7300"/>
                  </a:lnTo>
                  <a:lnTo>
                    <a:pt x="6016" y="6896"/>
                  </a:lnTo>
                  <a:lnTo>
                    <a:pt x="6016" y="6676"/>
                  </a:lnTo>
                  <a:lnTo>
                    <a:pt x="6053" y="6493"/>
                  </a:lnTo>
                  <a:lnTo>
                    <a:pt x="6089" y="6309"/>
                  </a:lnTo>
                  <a:lnTo>
                    <a:pt x="6163" y="6126"/>
                  </a:lnTo>
                  <a:lnTo>
                    <a:pt x="6273" y="5943"/>
                  </a:lnTo>
                  <a:lnTo>
                    <a:pt x="6383" y="5759"/>
                  </a:lnTo>
                  <a:lnTo>
                    <a:pt x="6566" y="5576"/>
                  </a:lnTo>
                  <a:lnTo>
                    <a:pt x="6786" y="5429"/>
                  </a:lnTo>
                  <a:close/>
                  <a:moveTo>
                    <a:pt x="3852" y="0"/>
                  </a:moveTo>
                  <a:lnTo>
                    <a:pt x="3522" y="37"/>
                  </a:lnTo>
                  <a:lnTo>
                    <a:pt x="3191" y="110"/>
                  </a:lnTo>
                  <a:lnTo>
                    <a:pt x="2898" y="257"/>
                  </a:lnTo>
                  <a:lnTo>
                    <a:pt x="2604" y="440"/>
                  </a:lnTo>
                  <a:lnTo>
                    <a:pt x="2348" y="660"/>
                  </a:lnTo>
                  <a:lnTo>
                    <a:pt x="2091" y="660"/>
                  </a:lnTo>
                  <a:lnTo>
                    <a:pt x="1871" y="734"/>
                  </a:lnTo>
                  <a:lnTo>
                    <a:pt x="1687" y="880"/>
                  </a:lnTo>
                  <a:lnTo>
                    <a:pt x="1541" y="1064"/>
                  </a:lnTo>
                  <a:lnTo>
                    <a:pt x="1394" y="1284"/>
                  </a:lnTo>
                  <a:lnTo>
                    <a:pt x="1321" y="1504"/>
                  </a:lnTo>
                  <a:lnTo>
                    <a:pt x="1137" y="1944"/>
                  </a:lnTo>
                  <a:lnTo>
                    <a:pt x="660" y="3522"/>
                  </a:lnTo>
                  <a:lnTo>
                    <a:pt x="404" y="4292"/>
                  </a:lnTo>
                  <a:lnTo>
                    <a:pt x="183" y="5062"/>
                  </a:lnTo>
                  <a:lnTo>
                    <a:pt x="37" y="5759"/>
                  </a:lnTo>
                  <a:lnTo>
                    <a:pt x="0" y="6126"/>
                  </a:lnTo>
                  <a:lnTo>
                    <a:pt x="0" y="6456"/>
                  </a:lnTo>
                  <a:lnTo>
                    <a:pt x="0" y="6786"/>
                  </a:lnTo>
                  <a:lnTo>
                    <a:pt x="73" y="7153"/>
                  </a:lnTo>
                  <a:lnTo>
                    <a:pt x="183" y="7483"/>
                  </a:lnTo>
                  <a:lnTo>
                    <a:pt x="330" y="7813"/>
                  </a:lnTo>
                  <a:lnTo>
                    <a:pt x="477" y="8033"/>
                  </a:lnTo>
                  <a:lnTo>
                    <a:pt x="660" y="8253"/>
                  </a:lnTo>
                  <a:lnTo>
                    <a:pt x="880" y="8474"/>
                  </a:lnTo>
                  <a:lnTo>
                    <a:pt x="1101" y="8657"/>
                  </a:lnTo>
                  <a:lnTo>
                    <a:pt x="1357" y="8767"/>
                  </a:lnTo>
                  <a:lnTo>
                    <a:pt x="1651" y="8877"/>
                  </a:lnTo>
                  <a:lnTo>
                    <a:pt x="1908" y="8914"/>
                  </a:lnTo>
                  <a:lnTo>
                    <a:pt x="2201" y="8950"/>
                  </a:lnTo>
                  <a:lnTo>
                    <a:pt x="2458" y="8914"/>
                  </a:lnTo>
                  <a:lnTo>
                    <a:pt x="2678" y="8840"/>
                  </a:lnTo>
                  <a:lnTo>
                    <a:pt x="2898" y="8730"/>
                  </a:lnTo>
                  <a:lnTo>
                    <a:pt x="3081" y="8620"/>
                  </a:lnTo>
                  <a:lnTo>
                    <a:pt x="3448" y="8290"/>
                  </a:lnTo>
                  <a:lnTo>
                    <a:pt x="3778" y="7923"/>
                  </a:lnTo>
                  <a:lnTo>
                    <a:pt x="3815" y="7960"/>
                  </a:lnTo>
                  <a:lnTo>
                    <a:pt x="3925" y="7960"/>
                  </a:lnTo>
                  <a:lnTo>
                    <a:pt x="4035" y="7887"/>
                  </a:lnTo>
                  <a:lnTo>
                    <a:pt x="4108" y="7813"/>
                  </a:lnTo>
                  <a:lnTo>
                    <a:pt x="4108" y="7740"/>
                  </a:lnTo>
                  <a:lnTo>
                    <a:pt x="4072" y="7593"/>
                  </a:lnTo>
                  <a:lnTo>
                    <a:pt x="4182" y="7446"/>
                  </a:lnTo>
                  <a:lnTo>
                    <a:pt x="4512" y="6896"/>
                  </a:lnTo>
                  <a:lnTo>
                    <a:pt x="4769" y="6309"/>
                  </a:lnTo>
                  <a:lnTo>
                    <a:pt x="5025" y="5722"/>
                  </a:lnTo>
                  <a:lnTo>
                    <a:pt x="5209" y="5099"/>
                  </a:lnTo>
                  <a:lnTo>
                    <a:pt x="5246" y="5062"/>
                  </a:lnTo>
                  <a:lnTo>
                    <a:pt x="5282" y="4989"/>
                  </a:lnTo>
                  <a:lnTo>
                    <a:pt x="5282" y="4915"/>
                  </a:lnTo>
                  <a:lnTo>
                    <a:pt x="5466" y="4292"/>
                  </a:lnTo>
                  <a:lnTo>
                    <a:pt x="5612" y="3632"/>
                  </a:lnTo>
                  <a:lnTo>
                    <a:pt x="5722" y="2971"/>
                  </a:lnTo>
                  <a:lnTo>
                    <a:pt x="5796" y="2311"/>
                  </a:lnTo>
                  <a:lnTo>
                    <a:pt x="5832" y="1981"/>
                  </a:lnTo>
                  <a:lnTo>
                    <a:pt x="5796" y="1651"/>
                  </a:lnTo>
                  <a:lnTo>
                    <a:pt x="5759" y="1357"/>
                  </a:lnTo>
                  <a:lnTo>
                    <a:pt x="5649" y="1064"/>
                  </a:lnTo>
                  <a:lnTo>
                    <a:pt x="5539" y="807"/>
                  </a:lnTo>
                  <a:lnTo>
                    <a:pt x="5356" y="587"/>
                  </a:lnTo>
                  <a:lnTo>
                    <a:pt x="5099" y="367"/>
                  </a:lnTo>
                  <a:lnTo>
                    <a:pt x="4842" y="184"/>
                  </a:lnTo>
                  <a:lnTo>
                    <a:pt x="4512" y="73"/>
                  </a:lnTo>
                  <a:lnTo>
                    <a:pt x="4182" y="0"/>
                  </a:lnTo>
                  <a:close/>
                  <a:moveTo>
                    <a:pt x="8730" y="3962"/>
                  </a:moveTo>
                  <a:lnTo>
                    <a:pt x="8584" y="4072"/>
                  </a:lnTo>
                  <a:lnTo>
                    <a:pt x="8437" y="4182"/>
                  </a:lnTo>
                  <a:lnTo>
                    <a:pt x="8327" y="4329"/>
                  </a:lnTo>
                  <a:lnTo>
                    <a:pt x="7887" y="4439"/>
                  </a:lnTo>
                  <a:lnTo>
                    <a:pt x="7336" y="4585"/>
                  </a:lnTo>
                  <a:lnTo>
                    <a:pt x="6786" y="4842"/>
                  </a:lnTo>
                  <a:lnTo>
                    <a:pt x="6566" y="4989"/>
                  </a:lnTo>
                  <a:lnTo>
                    <a:pt x="6309" y="5172"/>
                  </a:lnTo>
                  <a:lnTo>
                    <a:pt x="6089" y="5356"/>
                  </a:lnTo>
                  <a:lnTo>
                    <a:pt x="5906" y="5576"/>
                  </a:lnTo>
                  <a:lnTo>
                    <a:pt x="5759" y="5796"/>
                  </a:lnTo>
                  <a:lnTo>
                    <a:pt x="5612" y="6053"/>
                  </a:lnTo>
                  <a:lnTo>
                    <a:pt x="5539" y="6309"/>
                  </a:lnTo>
                  <a:lnTo>
                    <a:pt x="5502" y="6603"/>
                  </a:lnTo>
                  <a:lnTo>
                    <a:pt x="5466" y="6860"/>
                  </a:lnTo>
                  <a:lnTo>
                    <a:pt x="5502" y="7116"/>
                  </a:lnTo>
                  <a:lnTo>
                    <a:pt x="5539" y="7373"/>
                  </a:lnTo>
                  <a:lnTo>
                    <a:pt x="5612" y="7630"/>
                  </a:lnTo>
                  <a:lnTo>
                    <a:pt x="5722" y="7887"/>
                  </a:lnTo>
                  <a:lnTo>
                    <a:pt x="5869" y="8107"/>
                  </a:lnTo>
                  <a:lnTo>
                    <a:pt x="6016" y="8327"/>
                  </a:lnTo>
                  <a:lnTo>
                    <a:pt x="6199" y="8547"/>
                  </a:lnTo>
                  <a:lnTo>
                    <a:pt x="6419" y="8730"/>
                  </a:lnTo>
                  <a:lnTo>
                    <a:pt x="6639" y="8914"/>
                  </a:lnTo>
                  <a:lnTo>
                    <a:pt x="6860" y="9060"/>
                  </a:lnTo>
                  <a:lnTo>
                    <a:pt x="7116" y="9170"/>
                  </a:lnTo>
                  <a:lnTo>
                    <a:pt x="7410" y="9244"/>
                  </a:lnTo>
                  <a:lnTo>
                    <a:pt x="7703" y="9281"/>
                  </a:lnTo>
                  <a:lnTo>
                    <a:pt x="8033" y="9244"/>
                  </a:lnTo>
                  <a:lnTo>
                    <a:pt x="8327" y="9170"/>
                  </a:lnTo>
                  <a:lnTo>
                    <a:pt x="8620" y="9024"/>
                  </a:lnTo>
                  <a:lnTo>
                    <a:pt x="8877" y="8877"/>
                  </a:lnTo>
                  <a:lnTo>
                    <a:pt x="9391" y="8547"/>
                  </a:lnTo>
                  <a:lnTo>
                    <a:pt x="9611" y="8364"/>
                  </a:lnTo>
                  <a:lnTo>
                    <a:pt x="9794" y="8143"/>
                  </a:lnTo>
                  <a:lnTo>
                    <a:pt x="9977" y="7923"/>
                  </a:lnTo>
                  <a:lnTo>
                    <a:pt x="10161" y="7703"/>
                  </a:lnTo>
                  <a:lnTo>
                    <a:pt x="10418" y="7190"/>
                  </a:lnTo>
                  <a:lnTo>
                    <a:pt x="10638" y="6676"/>
                  </a:lnTo>
                  <a:lnTo>
                    <a:pt x="10711" y="6346"/>
                  </a:lnTo>
                  <a:lnTo>
                    <a:pt x="10748" y="6053"/>
                  </a:lnTo>
                  <a:lnTo>
                    <a:pt x="10748" y="5722"/>
                  </a:lnTo>
                  <a:lnTo>
                    <a:pt x="10711" y="5466"/>
                  </a:lnTo>
                  <a:lnTo>
                    <a:pt x="10601" y="5172"/>
                  </a:lnTo>
                  <a:lnTo>
                    <a:pt x="10454" y="4915"/>
                  </a:lnTo>
                  <a:lnTo>
                    <a:pt x="10271" y="4659"/>
                  </a:lnTo>
                  <a:lnTo>
                    <a:pt x="10051" y="4439"/>
                  </a:lnTo>
                  <a:lnTo>
                    <a:pt x="9794" y="4255"/>
                  </a:lnTo>
                  <a:lnTo>
                    <a:pt x="9537" y="4108"/>
                  </a:lnTo>
                  <a:lnTo>
                    <a:pt x="9244" y="3998"/>
                  </a:lnTo>
                  <a:lnTo>
                    <a:pt x="8950" y="3962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32" name="Google Shape;318;p5">
              <a:extLst>
                <a:ext uri="{FF2B5EF4-FFF2-40B4-BE49-F238E27FC236}">
                  <a16:creationId xmlns:a16="http://schemas.microsoft.com/office/drawing/2014/main" id="{28E15D50-4063-49DA-B792-ABBDC3D93526}"/>
                </a:ext>
              </a:extLst>
            </p:cNvPr>
            <p:cNvSpPr/>
            <p:nvPr/>
          </p:nvSpPr>
          <p:spPr>
            <a:xfrm>
              <a:off x="6385050" y="4208725"/>
              <a:ext cx="422775" cy="298975"/>
            </a:xfrm>
            <a:custGeom>
              <a:avLst/>
              <a:gdLst/>
              <a:ahLst/>
              <a:cxnLst/>
              <a:rect l="l" t="t" r="r" b="b"/>
              <a:pathLst>
                <a:path w="16911" h="11959" extrusionOk="0">
                  <a:moveTo>
                    <a:pt x="12215" y="8951"/>
                  </a:moveTo>
                  <a:lnTo>
                    <a:pt x="12032" y="9098"/>
                  </a:lnTo>
                  <a:lnTo>
                    <a:pt x="11848" y="9244"/>
                  </a:lnTo>
                  <a:lnTo>
                    <a:pt x="11408" y="9538"/>
                  </a:lnTo>
                  <a:lnTo>
                    <a:pt x="11005" y="9685"/>
                  </a:lnTo>
                  <a:lnTo>
                    <a:pt x="10638" y="9868"/>
                  </a:lnTo>
                  <a:lnTo>
                    <a:pt x="10124" y="10051"/>
                  </a:lnTo>
                  <a:lnTo>
                    <a:pt x="9977" y="10125"/>
                  </a:lnTo>
                  <a:lnTo>
                    <a:pt x="9794" y="10161"/>
                  </a:lnTo>
                  <a:lnTo>
                    <a:pt x="9904" y="9978"/>
                  </a:lnTo>
                  <a:lnTo>
                    <a:pt x="10051" y="9795"/>
                  </a:lnTo>
                  <a:lnTo>
                    <a:pt x="10344" y="9758"/>
                  </a:lnTo>
                  <a:lnTo>
                    <a:pt x="10601" y="9648"/>
                  </a:lnTo>
                  <a:lnTo>
                    <a:pt x="10858" y="9538"/>
                  </a:lnTo>
                  <a:lnTo>
                    <a:pt x="11115" y="9354"/>
                  </a:lnTo>
                  <a:lnTo>
                    <a:pt x="11335" y="9171"/>
                  </a:lnTo>
                  <a:lnTo>
                    <a:pt x="11371" y="9061"/>
                  </a:lnTo>
                  <a:lnTo>
                    <a:pt x="11445" y="9061"/>
                  </a:lnTo>
                  <a:lnTo>
                    <a:pt x="11481" y="9024"/>
                  </a:lnTo>
                  <a:lnTo>
                    <a:pt x="11848" y="8951"/>
                  </a:lnTo>
                  <a:close/>
                  <a:moveTo>
                    <a:pt x="12619" y="8988"/>
                  </a:moveTo>
                  <a:lnTo>
                    <a:pt x="12839" y="9061"/>
                  </a:lnTo>
                  <a:lnTo>
                    <a:pt x="12839" y="9171"/>
                  </a:lnTo>
                  <a:lnTo>
                    <a:pt x="12215" y="9685"/>
                  </a:lnTo>
                  <a:lnTo>
                    <a:pt x="11518" y="10125"/>
                  </a:lnTo>
                  <a:lnTo>
                    <a:pt x="11115" y="10345"/>
                  </a:lnTo>
                  <a:lnTo>
                    <a:pt x="10711" y="10528"/>
                  </a:lnTo>
                  <a:lnTo>
                    <a:pt x="10308" y="10712"/>
                  </a:lnTo>
                  <a:lnTo>
                    <a:pt x="9904" y="10932"/>
                  </a:lnTo>
                  <a:lnTo>
                    <a:pt x="9831" y="10822"/>
                  </a:lnTo>
                  <a:lnTo>
                    <a:pt x="9794" y="10712"/>
                  </a:lnTo>
                  <a:lnTo>
                    <a:pt x="9757" y="10455"/>
                  </a:lnTo>
                  <a:lnTo>
                    <a:pt x="9904" y="10455"/>
                  </a:lnTo>
                  <a:lnTo>
                    <a:pt x="10051" y="10381"/>
                  </a:lnTo>
                  <a:lnTo>
                    <a:pt x="10344" y="10271"/>
                  </a:lnTo>
                  <a:lnTo>
                    <a:pt x="11078" y="10015"/>
                  </a:lnTo>
                  <a:lnTo>
                    <a:pt x="11481" y="9831"/>
                  </a:lnTo>
                  <a:lnTo>
                    <a:pt x="11922" y="9611"/>
                  </a:lnTo>
                  <a:lnTo>
                    <a:pt x="12288" y="9318"/>
                  </a:lnTo>
                  <a:lnTo>
                    <a:pt x="12435" y="9171"/>
                  </a:lnTo>
                  <a:lnTo>
                    <a:pt x="12619" y="8988"/>
                  </a:lnTo>
                  <a:close/>
                  <a:moveTo>
                    <a:pt x="9464" y="514"/>
                  </a:moveTo>
                  <a:lnTo>
                    <a:pt x="9721" y="551"/>
                  </a:lnTo>
                  <a:lnTo>
                    <a:pt x="9941" y="588"/>
                  </a:lnTo>
                  <a:lnTo>
                    <a:pt x="10161" y="661"/>
                  </a:lnTo>
                  <a:lnTo>
                    <a:pt x="10344" y="771"/>
                  </a:lnTo>
                  <a:lnTo>
                    <a:pt x="10491" y="918"/>
                  </a:lnTo>
                  <a:lnTo>
                    <a:pt x="10564" y="1101"/>
                  </a:lnTo>
                  <a:lnTo>
                    <a:pt x="10601" y="1101"/>
                  </a:lnTo>
                  <a:lnTo>
                    <a:pt x="10528" y="1211"/>
                  </a:lnTo>
                  <a:lnTo>
                    <a:pt x="10528" y="1321"/>
                  </a:lnTo>
                  <a:lnTo>
                    <a:pt x="10564" y="1615"/>
                  </a:lnTo>
                  <a:lnTo>
                    <a:pt x="10638" y="1871"/>
                  </a:lnTo>
                  <a:lnTo>
                    <a:pt x="10748" y="2091"/>
                  </a:lnTo>
                  <a:lnTo>
                    <a:pt x="10931" y="2348"/>
                  </a:lnTo>
                  <a:lnTo>
                    <a:pt x="11005" y="2495"/>
                  </a:lnTo>
                  <a:lnTo>
                    <a:pt x="11041" y="2678"/>
                  </a:lnTo>
                  <a:lnTo>
                    <a:pt x="11041" y="2752"/>
                  </a:lnTo>
                  <a:lnTo>
                    <a:pt x="11005" y="2788"/>
                  </a:lnTo>
                  <a:lnTo>
                    <a:pt x="10931" y="2788"/>
                  </a:lnTo>
                  <a:lnTo>
                    <a:pt x="10858" y="2752"/>
                  </a:lnTo>
                  <a:lnTo>
                    <a:pt x="10784" y="2642"/>
                  </a:lnTo>
                  <a:lnTo>
                    <a:pt x="10674" y="2312"/>
                  </a:lnTo>
                  <a:lnTo>
                    <a:pt x="10601" y="2128"/>
                  </a:lnTo>
                  <a:lnTo>
                    <a:pt x="10491" y="1981"/>
                  </a:lnTo>
                  <a:lnTo>
                    <a:pt x="10381" y="1798"/>
                  </a:lnTo>
                  <a:lnTo>
                    <a:pt x="10234" y="1651"/>
                  </a:lnTo>
                  <a:lnTo>
                    <a:pt x="10088" y="1541"/>
                  </a:lnTo>
                  <a:lnTo>
                    <a:pt x="9904" y="1431"/>
                  </a:lnTo>
                  <a:lnTo>
                    <a:pt x="9721" y="1358"/>
                  </a:lnTo>
                  <a:lnTo>
                    <a:pt x="9537" y="1321"/>
                  </a:lnTo>
                  <a:lnTo>
                    <a:pt x="9134" y="1321"/>
                  </a:lnTo>
                  <a:lnTo>
                    <a:pt x="8950" y="1358"/>
                  </a:lnTo>
                  <a:lnTo>
                    <a:pt x="8767" y="1431"/>
                  </a:lnTo>
                  <a:lnTo>
                    <a:pt x="8694" y="1468"/>
                  </a:lnTo>
                  <a:lnTo>
                    <a:pt x="8657" y="1505"/>
                  </a:lnTo>
                  <a:lnTo>
                    <a:pt x="8694" y="1615"/>
                  </a:lnTo>
                  <a:lnTo>
                    <a:pt x="8767" y="1688"/>
                  </a:lnTo>
                  <a:lnTo>
                    <a:pt x="8804" y="1725"/>
                  </a:lnTo>
                  <a:lnTo>
                    <a:pt x="8877" y="1725"/>
                  </a:lnTo>
                  <a:lnTo>
                    <a:pt x="9097" y="1688"/>
                  </a:lnTo>
                  <a:lnTo>
                    <a:pt x="9281" y="1688"/>
                  </a:lnTo>
                  <a:lnTo>
                    <a:pt x="9501" y="1725"/>
                  </a:lnTo>
                  <a:lnTo>
                    <a:pt x="9684" y="1798"/>
                  </a:lnTo>
                  <a:lnTo>
                    <a:pt x="9867" y="1871"/>
                  </a:lnTo>
                  <a:lnTo>
                    <a:pt x="10014" y="2018"/>
                  </a:lnTo>
                  <a:lnTo>
                    <a:pt x="10161" y="2165"/>
                  </a:lnTo>
                  <a:lnTo>
                    <a:pt x="10271" y="2348"/>
                  </a:lnTo>
                  <a:lnTo>
                    <a:pt x="10418" y="2788"/>
                  </a:lnTo>
                  <a:lnTo>
                    <a:pt x="10528" y="2972"/>
                  </a:lnTo>
                  <a:lnTo>
                    <a:pt x="10638" y="3119"/>
                  </a:lnTo>
                  <a:lnTo>
                    <a:pt x="10528" y="3192"/>
                  </a:lnTo>
                  <a:lnTo>
                    <a:pt x="10308" y="3375"/>
                  </a:lnTo>
                  <a:lnTo>
                    <a:pt x="10088" y="3595"/>
                  </a:lnTo>
                  <a:lnTo>
                    <a:pt x="9904" y="3816"/>
                  </a:lnTo>
                  <a:lnTo>
                    <a:pt x="9794" y="4072"/>
                  </a:lnTo>
                  <a:lnTo>
                    <a:pt x="9721" y="4292"/>
                  </a:lnTo>
                  <a:lnTo>
                    <a:pt x="9684" y="4512"/>
                  </a:lnTo>
                  <a:lnTo>
                    <a:pt x="9721" y="4733"/>
                  </a:lnTo>
                  <a:lnTo>
                    <a:pt x="9757" y="4953"/>
                  </a:lnTo>
                  <a:lnTo>
                    <a:pt x="9867" y="5136"/>
                  </a:lnTo>
                  <a:lnTo>
                    <a:pt x="10014" y="5283"/>
                  </a:lnTo>
                  <a:lnTo>
                    <a:pt x="10198" y="5429"/>
                  </a:lnTo>
                  <a:lnTo>
                    <a:pt x="10418" y="5503"/>
                  </a:lnTo>
                  <a:lnTo>
                    <a:pt x="10638" y="5576"/>
                  </a:lnTo>
                  <a:lnTo>
                    <a:pt x="10895" y="5540"/>
                  </a:lnTo>
                  <a:lnTo>
                    <a:pt x="11151" y="5503"/>
                  </a:lnTo>
                  <a:lnTo>
                    <a:pt x="11371" y="5393"/>
                  </a:lnTo>
                  <a:lnTo>
                    <a:pt x="12032" y="5063"/>
                  </a:lnTo>
                  <a:lnTo>
                    <a:pt x="12692" y="4659"/>
                  </a:lnTo>
                  <a:lnTo>
                    <a:pt x="12729" y="4586"/>
                  </a:lnTo>
                  <a:lnTo>
                    <a:pt x="12765" y="4512"/>
                  </a:lnTo>
                  <a:lnTo>
                    <a:pt x="12765" y="4439"/>
                  </a:lnTo>
                  <a:lnTo>
                    <a:pt x="12729" y="4402"/>
                  </a:lnTo>
                  <a:lnTo>
                    <a:pt x="12692" y="4329"/>
                  </a:lnTo>
                  <a:lnTo>
                    <a:pt x="12619" y="4292"/>
                  </a:lnTo>
                  <a:lnTo>
                    <a:pt x="12472" y="4292"/>
                  </a:lnTo>
                  <a:lnTo>
                    <a:pt x="12032" y="4549"/>
                  </a:lnTo>
                  <a:lnTo>
                    <a:pt x="11591" y="4843"/>
                  </a:lnTo>
                  <a:lnTo>
                    <a:pt x="11371" y="4953"/>
                  </a:lnTo>
                  <a:lnTo>
                    <a:pt x="11151" y="5063"/>
                  </a:lnTo>
                  <a:lnTo>
                    <a:pt x="10895" y="5136"/>
                  </a:lnTo>
                  <a:lnTo>
                    <a:pt x="10528" y="5136"/>
                  </a:lnTo>
                  <a:lnTo>
                    <a:pt x="10418" y="5099"/>
                  </a:lnTo>
                  <a:lnTo>
                    <a:pt x="10308" y="5026"/>
                  </a:lnTo>
                  <a:lnTo>
                    <a:pt x="10234" y="4953"/>
                  </a:lnTo>
                  <a:lnTo>
                    <a:pt x="10161" y="4843"/>
                  </a:lnTo>
                  <a:lnTo>
                    <a:pt x="10124" y="4733"/>
                  </a:lnTo>
                  <a:lnTo>
                    <a:pt x="10088" y="4476"/>
                  </a:lnTo>
                  <a:lnTo>
                    <a:pt x="10124" y="4366"/>
                  </a:lnTo>
                  <a:lnTo>
                    <a:pt x="10161" y="4219"/>
                  </a:lnTo>
                  <a:lnTo>
                    <a:pt x="10271" y="3999"/>
                  </a:lnTo>
                  <a:lnTo>
                    <a:pt x="10454" y="3816"/>
                  </a:lnTo>
                  <a:lnTo>
                    <a:pt x="10674" y="3632"/>
                  </a:lnTo>
                  <a:lnTo>
                    <a:pt x="10968" y="3375"/>
                  </a:lnTo>
                  <a:lnTo>
                    <a:pt x="11225" y="3119"/>
                  </a:lnTo>
                  <a:lnTo>
                    <a:pt x="11335" y="2972"/>
                  </a:lnTo>
                  <a:lnTo>
                    <a:pt x="11408" y="2825"/>
                  </a:lnTo>
                  <a:lnTo>
                    <a:pt x="11408" y="2642"/>
                  </a:lnTo>
                  <a:lnTo>
                    <a:pt x="11408" y="2422"/>
                  </a:lnTo>
                  <a:lnTo>
                    <a:pt x="11335" y="2275"/>
                  </a:lnTo>
                  <a:lnTo>
                    <a:pt x="11261" y="2165"/>
                  </a:lnTo>
                  <a:lnTo>
                    <a:pt x="11078" y="1871"/>
                  </a:lnTo>
                  <a:lnTo>
                    <a:pt x="10895" y="1578"/>
                  </a:lnTo>
                  <a:lnTo>
                    <a:pt x="10821" y="1431"/>
                  </a:lnTo>
                  <a:lnTo>
                    <a:pt x="10821" y="1284"/>
                  </a:lnTo>
                  <a:lnTo>
                    <a:pt x="10895" y="1248"/>
                  </a:lnTo>
                  <a:lnTo>
                    <a:pt x="11298" y="1138"/>
                  </a:lnTo>
                  <a:lnTo>
                    <a:pt x="11702" y="1028"/>
                  </a:lnTo>
                  <a:lnTo>
                    <a:pt x="12142" y="954"/>
                  </a:lnTo>
                  <a:lnTo>
                    <a:pt x="12582" y="918"/>
                  </a:lnTo>
                  <a:lnTo>
                    <a:pt x="12802" y="954"/>
                  </a:lnTo>
                  <a:lnTo>
                    <a:pt x="13022" y="1028"/>
                  </a:lnTo>
                  <a:lnTo>
                    <a:pt x="13205" y="1101"/>
                  </a:lnTo>
                  <a:lnTo>
                    <a:pt x="13352" y="1211"/>
                  </a:lnTo>
                  <a:lnTo>
                    <a:pt x="13499" y="1358"/>
                  </a:lnTo>
                  <a:lnTo>
                    <a:pt x="13609" y="1505"/>
                  </a:lnTo>
                  <a:lnTo>
                    <a:pt x="13829" y="1908"/>
                  </a:lnTo>
                  <a:lnTo>
                    <a:pt x="14012" y="2202"/>
                  </a:lnTo>
                  <a:lnTo>
                    <a:pt x="13866" y="2422"/>
                  </a:lnTo>
                  <a:lnTo>
                    <a:pt x="13682" y="2568"/>
                  </a:lnTo>
                  <a:lnTo>
                    <a:pt x="13499" y="2678"/>
                  </a:lnTo>
                  <a:lnTo>
                    <a:pt x="13279" y="2788"/>
                  </a:lnTo>
                  <a:lnTo>
                    <a:pt x="12839" y="2935"/>
                  </a:lnTo>
                  <a:lnTo>
                    <a:pt x="12362" y="3082"/>
                  </a:lnTo>
                  <a:lnTo>
                    <a:pt x="11995" y="3229"/>
                  </a:lnTo>
                  <a:lnTo>
                    <a:pt x="11518" y="3449"/>
                  </a:lnTo>
                  <a:lnTo>
                    <a:pt x="11298" y="3559"/>
                  </a:lnTo>
                  <a:lnTo>
                    <a:pt x="11151" y="3742"/>
                  </a:lnTo>
                  <a:lnTo>
                    <a:pt x="11041" y="3889"/>
                  </a:lnTo>
                  <a:lnTo>
                    <a:pt x="11005" y="3999"/>
                  </a:lnTo>
                  <a:lnTo>
                    <a:pt x="11005" y="4109"/>
                  </a:lnTo>
                  <a:lnTo>
                    <a:pt x="11005" y="4182"/>
                  </a:lnTo>
                  <a:lnTo>
                    <a:pt x="11041" y="4256"/>
                  </a:lnTo>
                  <a:lnTo>
                    <a:pt x="11115" y="4292"/>
                  </a:lnTo>
                  <a:lnTo>
                    <a:pt x="11335" y="4292"/>
                  </a:lnTo>
                  <a:lnTo>
                    <a:pt x="11371" y="4219"/>
                  </a:lnTo>
                  <a:lnTo>
                    <a:pt x="11408" y="4146"/>
                  </a:lnTo>
                  <a:lnTo>
                    <a:pt x="11445" y="4072"/>
                  </a:lnTo>
                  <a:lnTo>
                    <a:pt x="11555" y="3962"/>
                  </a:lnTo>
                  <a:lnTo>
                    <a:pt x="11775" y="3816"/>
                  </a:lnTo>
                  <a:lnTo>
                    <a:pt x="12068" y="3669"/>
                  </a:lnTo>
                  <a:lnTo>
                    <a:pt x="12288" y="3595"/>
                  </a:lnTo>
                  <a:lnTo>
                    <a:pt x="12802" y="3412"/>
                  </a:lnTo>
                  <a:lnTo>
                    <a:pt x="13279" y="3229"/>
                  </a:lnTo>
                  <a:lnTo>
                    <a:pt x="13572" y="3119"/>
                  </a:lnTo>
                  <a:lnTo>
                    <a:pt x="13866" y="2972"/>
                  </a:lnTo>
                  <a:lnTo>
                    <a:pt x="14086" y="2752"/>
                  </a:lnTo>
                  <a:lnTo>
                    <a:pt x="14159" y="2642"/>
                  </a:lnTo>
                  <a:lnTo>
                    <a:pt x="14233" y="2495"/>
                  </a:lnTo>
                  <a:lnTo>
                    <a:pt x="14306" y="2568"/>
                  </a:lnTo>
                  <a:lnTo>
                    <a:pt x="14489" y="2715"/>
                  </a:lnTo>
                  <a:lnTo>
                    <a:pt x="14673" y="2788"/>
                  </a:lnTo>
                  <a:lnTo>
                    <a:pt x="14893" y="2898"/>
                  </a:lnTo>
                  <a:lnTo>
                    <a:pt x="15076" y="3009"/>
                  </a:lnTo>
                  <a:lnTo>
                    <a:pt x="15296" y="3192"/>
                  </a:lnTo>
                  <a:lnTo>
                    <a:pt x="15480" y="3449"/>
                  </a:lnTo>
                  <a:lnTo>
                    <a:pt x="15626" y="3705"/>
                  </a:lnTo>
                  <a:lnTo>
                    <a:pt x="15700" y="3999"/>
                  </a:lnTo>
                  <a:lnTo>
                    <a:pt x="15480" y="4366"/>
                  </a:lnTo>
                  <a:lnTo>
                    <a:pt x="15370" y="4549"/>
                  </a:lnTo>
                  <a:lnTo>
                    <a:pt x="15186" y="4696"/>
                  </a:lnTo>
                  <a:lnTo>
                    <a:pt x="14966" y="4879"/>
                  </a:lnTo>
                  <a:lnTo>
                    <a:pt x="14709" y="5063"/>
                  </a:lnTo>
                  <a:lnTo>
                    <a:pt x="14416" y="5173"/>
                  </a:lnTo>
                  <a:lnTo>
                    <a:pt x="14123" y="5283"/>
                  </a:lnTo>
                  <a:lnTo>
                    <a:pt x="13572" y="5429"/>
                  </a:lnTo>
                  <a:lnTo>
                    <a:pt x="13022" y="5613"/>
                  </a:lnTo>
                  <a:lnTo>
                    <a:pt x="12765" y="5723"/>
                  </a:lnTo>
                  <a:lnTo>
                    <a:pt x="12509" y="5870"/>
                  </a:lnTo>
                  <a:lnTo>
                    <a:pt x="12288" y="6016"/>
                  </a:lnTo>
                  <a:lnTo>
                    <a:pt x="12105" y="6236"/>
                  </a:lnTo>
                  <a:lnTo>
                    <a:pt x="11958" y="6420"/>
                  </a:lnTo>
                  <a:lnTo>
                    <a:pt x="11922" y="6640"/>
                  </a:lnTo>
                  <a:lnTo>
                    <a:pt x="11922" y="6823"/>
                  </a:lnTo>
                  <a:lnTo>
                    <a:pt x="11958" y="7007"/>
                  </a:lnTo>
                  <a:lnTo>
                    <a:pt x="12032" y="7154"/>
                  </a:lnTo>
                  <a:lnTo>
                    <a:pt x="12178" y="7300"/>
                  </a:lnTo>
                  <a:lnTo>
                    <a:pt x="12325" y="7410"/>
                  </a:lnTo>
                  <a:lnTo>
                    <a:pt x="12545" y="7520"/>
                  </a:lnTo>
                  <a:lnTo>
                    <a:pt x="12765" y="7557"/>
                  </a:lnTo>
                  <a:lnTo>
                    <a:pt x="12985" y="7557"/>
                  </a:lnTo>
                  <a:lnTo>
                    <a:pt x="13205" y="7520"/>
                  </a:lnTo>
                  <a:lnTo>
                    <a:pt x="13426" y="7484"/>
                  </a:lnTo>
                  <a:lnTo>
                    <a:pt x="13682" y="7410"/>
                  </a:lnTo>
                  <a:lnTo>
                    <a:pt x="13976" y="7300"/>
                  </a:lnTo>
                  <a:lnTo>
                    <a:pt x="14196" y="7154"/>
                  </a:lnTo>
                  <a:lnTo>
                    <a:pt x="14306" y="7043"/>
                  </a:lnTo>
                  <a:lnTo>
                    <a:pt x="14343" y="6970"/>
                  </a:lnTo>
                  <a:lnTo>
                    <a:pt x="14379" y="6823"/>
                  </a:lnTo>
                  <a:lnTo>
                    <a:pt x="14343" y="6787"/>
                  </a:lnTo>
                  <a:lnTo>
                    <a:pt x="14269" y="6750"/>
                  </a:lnTo>
                  <a:lnTo>
                    <a:pt x="14086" y="6750"/>
                  </a:lnTo>
                  <a:lnTo>
                    <a:pt x="13902" y="6823"/>
                  </a:lnTo>
                  <a:lnTo>
                    <a:pt x="13536" y="6970"/>
                  </a:lnTo>
                  <a:lnTo>
                    <a:pt x="13316" y="7043"/>
                  </a:lnTo>
                  <a:lnTo>
                    <a:pt x="13095" y="7080"/>
                  </a:lnTo>
                  <a:lnTo>
                    <a:pt x="12655" y="7080"/>
                  </a:lnTo>
                  <a:lnTo>
                    <a:pt x="12509" y="7007"/>
                  </a:lnTo>
                  <a:lnTo>
                    <a:pt x="12435" y="6933"/>
                  </a:lnTo>
                  <a:lnTo>
                    <a:pt x="12362" y="6823"/>
                  </a:lnTo>
                  <a:lnTo>
                    <a:pt x="12362" y="6713"/>
                  </a:lnTo>
                  <a:lnTo>
                    <a:pt x="12398" y="6603"/>
                  </a:lnTo>
                  <a:lnTo>
                    <a:pt x="12472" y="6493"/>
                  </a:lnTo>
                  <a:lnTo>
                    <a:pt x="12655" y="6310"/>
                  </a:lnTo>
                  <a:lnTo>
                    <a:pt x="12875" y="6163"/>
                  </a:lnTo>
                  <a:lnTo>
                    <a:pt x="13132" y="6053"/>
                  </a:lnTo>
                  <a:lnTo>
                    <a:pt x="13609" y="5906"/>
                  </a:lnTo>
                  <a:lnTo>
                    <a:pt x="14453" y="5613"/>
                  </a:lnTo>
                  <a:lnTo>
                    <a:pt x="14893" y="5429"/>
                  </a:lnTo>
                  <a:lnTo>
                    <a:pt x="15076" y="5319"/>
                  </a:lnTo>
                  <a:lnTo>
                    <a:pt x="15260" y="5173"/>
                  </a:lnTo>
                  <a:lnTo>
                    <a:pt x="15516" y="4953"/>
                  </a:lnTo>
                  <a:lnTo>
                    <a:pt x="15736" y="4659"/>
                  </a:lnTo>
                  <a:lnTo>
                    <a:pt x="15736" y="4696"/>
                  </a:lnTo>
                  <a:lnTo>
                    <a:pt x="15700" y="4806"/>
                  </a:lnTo>
                  <a:lnTo>
                    <a:pt x="15773" y="4916"/>
                  </a:lnTo>
                  <a:lnTo>
                    <a:pt x="15847" y="4989"/>
                  </a:lnTo>
                  <a:lnTo>
                    <a:pt x="15957" y="5026"/>
                  </a:lnTo>
                  <a:lnTo>
                    <a:pt x="16103" y="5063"/>
                  </a:lnTo>
                  <a:lnTo>
                    <a:pt x="16177" y="5099"/>
                  </a:lnTo>
                  <a:lnTo>
                    <a:pt x="16250" y="5209"/>
                  </a:lnTo>
                  <a:lnTo>
                    <a:pt x="16323" y="5356"/>
                  </a:lnTo>
                  <a:lnTo>
                    <a:pt x="16140" y="5393"/>
                  </a:lnTo>
                  <a:lnTo>
                    <a:pt x="15920" y="5466"/>
                  </a:lnTo>
                  <a:lnTo>
                    <a:pt x="15553" y="5650"/>
                  </a:lnTo>
                  <a:lnTo>
                    <a:pt x="15003" y="5833"/>
                  </a:lnTo>
                  <a:lnTo>
                    <a:pt x="14783" y="5906"/>
                  </a:lnTo>
                  <a:lnTo>
                    <a:pt x="14709" y="5980"/>
                  </a:lnTo>
                  <a:lnTo>
                    <a:pt x="14636" y="6090"/>
                  </a:lnTo>
                  <a:lnTo>
                    <a:pt x="14599" y="6163"/>
                  </a:lnTo>
                  <a:lnTo>
                    <a:pt x="14673" y="6273"/>
                  </a:lnTo>
                  <a:lnTo>
                    <a:pt x="14783" y="6310"/>
                  </a:lnTo>
                  <a:lnTo>
                    <a:pt x="14893" y="6310"/>
                  </a:lnTo>
                  <a:lnTo>
                    <a:pt x="15150" y="6273"/>
                  </a:lnTo>
                  <a:lnTo>
                    <a:pt x="15406" y="6163"/>
                  </a:lnTo>
                  <a:lnTo>
                    <a:pt x="15626" y="6053"/>
                  </a:lnTo>
                  <a:lnTo>
                    <a:pt x="16030" y="5870"/>
                  </a:lnTo>
                  <a:lnTo>
                    <a:pt x="16213" y="5723"/>
                  </a:lnTo>
                  <a:lnTo>
                    <a:pt x="16397" y="5576"/>
                  </a:lnTo>
                  <a:lnTo>
                    <a:pt x="16397" y="5833"/>
                  </a:lnTo>
                  <a:lnTo>
                    <a:pt x="16397" y="6090"/>
                  </a:lnTo>
                  <a:lnTo>
                    <a:pt x="16397" y="6493"/>
                  </a:lnTo>
                  <a:lnTo>
                    <a:pt x="16397" y="6567"/>
                  </a:lnTo>
                  <a:lnTo>
                    <a:pt x="16323" y="6603"/>
                  </a:lnTo>
                  <a:lnTo>
                    <a:pt x="16177" y="6933"/>
                  </a:lnTo>
                  <a:lnTo>
                    <a:pt x="16067" y="7264"/>
                  </a:lnTo>
                  <a:lnTo>
                    <a:pt x="15076" y="7264"/>
                  </a:lnTo>
                  <a:lnTo>
                    <a:pt x="14783" y="7300"/>
                  </a:lnTo>
                  <a:lnTo>
                    <a:pt x="14526" y="7410"/>
                  </a:lnTo>
                  <a:lnTo>
                    <a:pt x="14343" y="7594"/>
                  </a:lnTo>
                  <a:lnTo>
                    <a:pt x="14196" y="7814"/>
                  </a:lnTo>
                  <a:lnTo>
                    <a:pt x="14086" y="8034"/>
                  </a:lnTo>
                  <a:lnTo>
                    <a:pt x="14049" y="8181"/>
                  </a:lnTo>
                  <a:lnTo>
                    <a:pt x="14012" y="8327"/>
                  </a:lnTo>
                  <a:lnTo>
                    <a:pt x="14049" y="8584"/>
                  </a:lnTo>
                  <a:lnTo>
                    <a:pt x="14159" y="8841"/>
                  </a:lnTo>
                  <a:lnTo>
                    <a:pt x="14306" y="9098"/>
                  </a:lnTo>
                  <a:lnTo>
                    <a:pt x="14489" y="9318"/>
                  </a:lnTo>
                  <a:lnTo>
                    <a:pt x="14673" y="9538"/>
                  </a:lnTo>
                  <a:lnTo>
                    <a:pt x="14856" y="9758"/>
                  </a:lnTo>
                  <a:lnTo>
                    <a:pt x="15003" y="9831"/>
                  </a:lnTo>
                  <a:lnTo>
                    <a:pt x="15150" y="9868"/>
                  </a:lnTo>
                  <a:lnTo>
                    <a:pt x="15223" y="9831"/>
                  </a:lnTo>
                  <a:lnTo>
                    <a:pt x="15260" y="9758"/>
                  </a:lnTo>
                  <a:lnTo>
                    <a:pt x="15260" y="9685"/>
                  </a:lnTo>
                  <a:lnTo>
                    <a:pt x="15260" y="9574"/>
                  </a:lnTo>
                  <a:lnTo>
                    <a:pt x="15150" y="9428"/>
                  </a:lnTo>
                  <a:lnTo>
                    <a:pt x="14893" y="9134"/>
                  </a:lnTo>
                  <a:lnTo>
                    <a:pt x="14709" y="8951"/>
                  </a:lnTo>
                  <a:lnTo>
                    <a:pt x="14563" y="8731"/>
                  </a:lnTo>
                  <a:lnTo>
                    <a:pt x="14489" y="8511"/>
                  </a:lnTo>
                  <a:lnTo>
                    <a:pt x="14453" y="8364"/>
                  </a:lnTo>
                  <a:lnTo>
                    <a:pt x="14453" y="8254"/>
                  </a:lnTo>
                  <a:lnTo>
                    <a:pt x="14489" y="8107"/>
                  </a:lnTo>
                  <a:lnTo>
                    <a:pt x="14563" y="7997"/>
                  </a:lnTo>
                  <a:lnTo>
                    <a:pt x="14673" y="7850"/>
                  </a:lnTo>
                  <a:lnTo>
                    <a:pt x="14893" y="7740"/>
                  </a:lnTo>
                  <a:lnTo>
                    <a:pt x="15113" y="7667"/>
                  </a:lnTo>
                  <a:lnTo>
                    <a:pt x="15333" y="7630"/>
                  </a:lnTo>
                  <a:lnTo>
                    <a:pt x="16103" y="7630"/>
                  </a:lnTo>
                  <a:lnTo>
                    <a:pt x="15993" y="7850"/>
                  </a:lnTo>
                  <a:lnTo>
                    <a:pt x="15957" y="7961"/>
                  </a:lnTo>
                  <a:lnTo>
                    <a:pt x="15993" y="8107"/>
                  </a:lnTo>
                  <a:lnTo>
                    <a:pt x="16030" y="8327"/>
                  </a:lnTo>
                  <a:lnTo>
                    <a:pt x="16030" y="8584"/>
                  </a:lnTo>
                  <a:lnTo>
                    <a:pt x="16030" y="8804"/>
                  </a:lnTo>
                  <a:lnTo>
                    <a:pt x="15993" y="9024"/>
                  </a:lnTo>
                  <a:lnTo>
                    <a:pt x="15920" y="8841"/>
                  </a:lnTo>
                  <a:lnTo>
                    <a:pt x="15847" y="8694"/>
                  </a:lnTo>
                  <a:lnTo>
                    <a:pt x="15736" y="8511"/>
                  </a:lnTo>
                  <a:lnTo>
                    <a:pt x="15590" y="8364"/>
                  </a:lnTo>
                  <a:lnTo>
                    <a:pt x="15516" y="8327"/>
                  </a:lnTo>
                  <a:lnTo>
                    <a:pt x="15370" y="8327"/>
                  </a:lnTo>
                  <a:lnTo>
                    <a:pt x="15296" y="8364"/>
                  </a:lnTo>
                  <a:lnTo>
                    <a:pt x="15260" y="8437"/>
                  </a:lnTo>
                  <a:lnTo>
                    <a:pt x="15260" y="8511"/>
                  </a:lnTo>
                  <a:lnTo>
                    <a:pt x="15260" y="8584"/>
                  </a:lnTo>
                  <a:lnTo>
                    <a:pt x="15296" y="8657"/>
                  </a:lnTo>
                  <a:lnTo>
                    <a:pt x="15480" y="8914"/>
                  </a:lnTo>
                  <a:lnTo>
                    <a:pt x="15590" y="9171"/>
                  </a:lnTo>
                  <a:lnTo>
                    <a:pt x="15626" y="9464"/>
                  </a:lnTo>
                  <a:lnTo>
                    <a:pt x="15590" y="9795"/>
                  </a:lnTo>
                  <a:lnTo>
                    <a:pt x="15590" y="9868"/>
                  </a:lnTo>
                  <a:lnTo>
                    <a:pt x="15626" y="9978"/>
                  </a:lnTo>
                  <a:lnTo>
                    <a:pt x="15370" y="10308"/>
                  </a:lnTo>
                  <a:lnTo>
                    <a:pt x="15040" y="10638"/>
                  </a:lnTo>
                  <a:lnTo>
                    <a:pt x="14893" y="10748"/>
                  </a:lnTo>
                  <a:lnTo>
                    <a:pt x="14673" y="10895"/>
                  </a:lnTo>
                  <a:lnTo>
                    <a:pt x="14269" y="11042"/>
                  </a:lnTo>
                  <a:lnTo>
                    <a:pt x="14306" y="10968"/>
                  </a:lnTo>
                  <a:lnTo>
                    <a:pt x="14343" y="10638"/>
                  </a:lnTo>
                  <a:lnTo>
                    <a:pt x="14306" y="10345"/>
                  </a:lnTo>
                  <a:lnTo>
                    <a:pt x="14233" y="10015"/>
                  </a:lnTo>
                  <a:lnTo>
                    <a:pt x="14086" y="9721"/>
                  </a:lnTo>
                  <a:lnTo>
                    <a:pt x="13902" y="9428"/>
                  </a:lnTo>
                  <a:lnTo>
                    <a:pt x="13682" y="9171"/>
                  </a:lnTo>
                  <a:lnTo>
                    <a:pt x="13499" y="9024"/>
                  </a:lnTo>
                  <a:lnTo>
                    <a:pt x="13426" y="8914"/>
                  </a:lnTo>
                  <a:lnTo>
                    <a:pt x="13352" y="8841"/>
                  </a:lnTo>
                  <a:lnTo>
                    <a:pt x="13169" y="8841"/>
                  </a:lnTo>
                  <a:lnTo>
                    <a:pt x="12839" y="8694"/>
                  </a:lnTo>
                  <a:lnTo>
                    <a:pt x="12875" y="8584"/>
                  </a:lnTo>
                  <a:lnTo>
                    <a:pt x="12875" y="8437"/>
                  </a:lnTo>
                  <a:lnTo>
                    <a:pt x="12875" y="8364"/>
                  </a:lnTo>
                  <a:lnTo>
                    <a:pt x="12839" y="8327"/>
                  </a:lnTo>
                  <a:lnTo>
                    <a:pt x="12765" y="8291"/>
                  </a:lnTo>
                  <a:lnTo>
                    <a:pt x="12655" y="8291"/>
                  </a:lnTo>
                  <a:lnTo>
                    <a:pt x="12582" y="8327"/>
                  </a:lnTo>
                  <a:lnTo>
                    <a:pt x="12545" y="8401"/>
                  </a:lnTo>
                  <a:lnTo>
                    <a:pt x="12472" y="8584"/>
                  </a:lnTo>
                  <a:lnTo>
                    <a:pt x="12252" y="8547"/>
                  </a:lnTo>
                  <a:lnTo>
                    <a:pt x="12032" y="8584"/>
                  </a:lnTo>
                  <a:lnTo>
                    <a:pt x="11812" y="8621"/>
                  </a:lnTo>
                  <a:lnTo>
                    <a:pt x="11628" y="8694"/>
                  </a:lnTo>
                  <a:lnTo>
                    <a:pt x="11555" y="8584"/>
                  </a:lnTo>
                  <a:lnTo>
                    <a:pt x="11445" y="8511"/>
                  </a:lnTo>
                  <a:lnTo>
                    <a:pt x="11261" y="8511"/>
                  </a:lnTo>
                  <a:lnTo>
                    <a:pt x="11188" y="8584"/>
                  </a:lnTo>
                  <a:lnTo>
                    <a:pt x="11115" y="8657"/>
                  </a:lnTo>
                  <a:lnTo>
                    <a:pt x="11041" y="8731"/>
                  </a:lnTo>
                  <a:lnTo>
                    <a:pt x="10895" y="8914"/>
                  </a:lnTo>
                  <a:lnTo>
                    <a:pt x="10748" y="9061"/>
                  </a:lnTo>
                  <a:lnTo>
                    <a:pt x="10454" y="9208"/>
                  </a:lnTo>
                  <a:lnTo>
                    <a:pt x="10124" y="9318"/>
                  </a:lnTo>
                  <a:lnTo>
                    <a:pt x="9794" y="9391"/>
                  </a:lnTo>
                  <a:lnTo>
                    <a:pt x="9464" y="9428"/>
                  </a:lnTo>
                  <a:lnTo>
                    <a:pt x="8767" y="9428"/>
                  </a:lnTo>
                  <a:lnTo>
                    <a:pt x="8327" y="9354"/>
                  </a:lnTo>
                  <a:lnTo>
                    <a:pt x="8180" y="9318"/>
                  </a:lnTo>
                  <a:lnTo>
                    <a:pt x="8143" y="9318"/>
                  </a:lnTo>
                  <a:lnTo>
                    <a:pt x="8143" y="9281"/>
                  </a:lnTo>
                  <a:lnTo>
                    <a:pt x="8143" y="9134"/>
                  </a:lnTo>
                  <a:lnTo>
                    <a:pt x="8033" y="9024"/>
                  </a:lnTo>
                  <a:lnTo>
                    <a:pt x="8290" y="8621"/>
                  </a:lnTo>
                  <a:lnTo>
                    <a:pt x="8547" y="8181"/>
                  </a:lnTo>
                  <a:lnTo>
                    <a:pt x="8767" y="7924"/>
                  </a:lnTo>
                  <a:lnTo>
                    <a:pt x="8987" y="7630"/>
                  </a:lnTo>
                  <a:lnTo>
                    <a:pt x="9244" y="7410"/>
                  </a:lnTo>
                  <a:lnTo>
                    <a:pt x="9501" y="7154"/>
                  </a:lnTo>
                  <a:lnTo>
                    <a:pt x="9794" y="6970"/>
                  </a:lnTo>
                  <a:lnTo>
                    <a:pt x="10088" y="6787"/>
                  </a:lnTo>
                  <a:lnTo>
                    <a:pt x="10234" y="6713"/>
                  </a:lnTo>
                  <a:lnTo>
                    <a:pt x="10418" y="6713"/>
                  </a:lnTo>
                  <a:lnTo>
                    <a:pt x="10491" y="6750"/>
                  </a:lnTo>
                  <a:lnTo>
                    <a:pt x="10528" y="6823"/>
                  </a:lnTo>
                  <a:lnTo>
                    <a:pt x="10528" y="6897"/>
                  </a:lnTo>
                  <a:lnTo>
                    <a:pt x="10528" y="7043"/>
                  </a:lnTo>
                  <a:lnTo>
                    <a:pt x="10454" y="7154"/>
                  </a:lnTo>
                  <a:lnTo>
                    <a:pt x="10308" y="7374"/>
                  </a:lnTo>
                  <a:lnTo>
                    <a:pt x="10051" y="7667"/>
                  </a:lnTo>
                  <a:lnTo>
                    <a:pt x="9757" y="7961"/>
                  </a:lnTo>
                  <a:lnTo>
                    <a:pt x="9501" y="8291"/>
                  </a:lnTo>
                  <a:lnTo>
                    <a:pt x="9281" y="8657"/>
                  </a:lnTo>
                  <a:lnTo>
                    <a:pt x="9281" y="8731"/>
                  </a:lnTo>
                  <a:lnTo>
                    <a:pt x="9317" y="8841"/>
                  </a:lnTo>
                  <a:lnTo>
                    <a:pt x="9391" y="8878"/>
                  </a:lnTo>
                  <a:lnTo>
                    <a:pt x="9501" y="8878"/>
                  </a:lnTo>
                  <a:lnTo>
                    <a:pt x="9721" y="8694"/>
                  </a:lnTo>
                  <a:lnTo>
                    <a:pt x="9941" y="8474"/>
                  </a:lnTo>
                  <a:lnTo>
                    <a:pt x="10271" y="7997"/>
                  </a:lnTo>
                  <a:lnTo>
                    <a:pt x="10601" y="7630"/>
                  </a:lnTo>
                  <a:lnTo>
                    <a:pt x="10748" y="7447"/>
                  </a:lnTo>
                  <a:lnTo>
                    <a:pt x="10858" y="7227"/>
                  </a:lnTo>
                  <a:lnTo>
                    <a:pt x="10895" y="7043"/>
                  </a:lnTo>
                  <a:lnTo>
                    <a:pt x="10895" y="6860"/>
                  </a:lnTo>
                  <a:lnTo>
                    <a:pt x="10858" y="6677"/>
                  </a:lnTo>
                  <a:lnTo>
                    <a:pt x="10784" y="6530"/>
                  </a:lnTo>
                  <a:lnTo>
                    <a:pt x="10674" y="6383"/>
                  </a:lnTo>
                  <a:lnTo>
                    <a:pt x="10491" y="6310"/>
                  </a:lnTo>
                  <a:lnTo>
                    <a:pt x="10344" y="6310"/>
                  </a:lnTo>
                  <a:lnTo>
                    <a:pt x="10124" y="6347"/>
                  </a:lnTo>
                  <a:lnTo>
                    <a:pt x="9904" y="6420"/>
                  </a:lnTo>
                  <a:lnTo>
                    <a:pt x="9684" y="6567"/>
                  </a:lnTo>
                  <a:lnTo>
                    <a:pt x="9281" y="6860"/>
                  </a:lnTo>
                  <a:lnTo>
                    <a:pt x="8914" y="7190"/>
                  </a:lnTo>
                  <a:lnTo>
                    <a:pt x="8584" y="7557"/>
                  </a:lnTo>
                  <a:lnTo>
                    <a:pt x="8290" y="7887"/>
                  </a:lnTo>
                  <a:lnTo>
                    <a:pt x="8033" y="8254"/>
                  </a:lnTo>
                  <a:lnTo>
                    <a:pt x="7850" y="8657"/>
                  </a:lnTo>
                  <a:lnTo>
                    <a:pt x="7777" y="8878"/>
                  </a:lnTo>
                  <a:lnTo>
                    <a:pt x="7740" y="9098"/>
                  </a:lnTo>
                  <a:lnTo>
                    <a:pt x="7703" y="9098"/>
                  </a:lnTo>
                  <a:lnTo>
                    <a:pt x="7667" y="9171"/>
                  </a:lnTo>
                  <a:lnTo>
                    <a:pt x="7556" y="9208"/>
                  </a:lnTo>
                  <a:lnTo>
                    <a:pt x="7300" y="9208"/>
                  </a:lnTo>
                  <a:lnTo>
                    <a:pt x="6823" y="9098"/>
                  </a:lnTo>
                  <a:lnTo>
                    <a:pt x="6236" y="9098"/>
                  </a:lnTo>
                  <a:lnTo>
                    <a:pt x="5686" y="9171"/>
                  </a:lnTo>
                  <a:lnTo>
                    <a:pt x="5612" y="9171"/>
                  </a:lnTo>
                  <a:lnTo>
                    <a:pt x="5612" y="8988"/>
                  </a:lnTo>
                  <a:lnTo>
                    <a:pt x="5612" y="8804"/>
                  </a:lnTo>
                  <a:lnTo>
                    <a:pt x="5686" y="8657"/>
                  </a:lnTo>
                  <a:lnTo>
                    <a:pt x="5759" y="8511"/>
                  </a:lnTo>
                  <a:lnTo>
                    <a:pt x="5869" y="8364"/>
                  </a:lnTo>
                  <a:lnTo>
                    <a:pt x="6016" y="8291"/>
                  </a:lnTo>
                  <a:lnTo>
                    <a:pt x="6163" y="8181"/>
                  </a:lnTo>
                  <a:lnTo>
                    <a:pt x="6383" y="8144"/>
                  </a:lnTo>
                  <a:lnTo>
                    <a:pt x="6749" y="8034"/>
                  </a:lnTo>
                  <a:lnTo>
                    <a:pt x="7080" y="7924"/>
                  </a:lnTo>
                  <a:lnTo>
                    <a:pt x="7410" y="7777"/>
                  </a:lnTo>
                  <a:lnTo>
                    <a:pt x="7703" y="7594"/>
                  </a:lnTo>
                  <a:lnTo>
                    <a:pt x="7960" y="7374"/>
                  </a:lnTo>
                  <a:lnTo>
                    <a:pt x="8217" y="7154"/>
                  </a:lnTo>
                  <a:lnTo>
                    <a:pt x="8437" y="6897"/>
                  </a:lnTo>
                  <a:lnTo>
                    <a:pt x="8620" y="6603"/>
                  </a:lnTo>
                  <a:lnTo>
                    <a:pt x="8767" y="6383"/>
                  </a:lnTo>
                  <a:lnTo>
                    <a:pt x="8914" y="6090"/>
                  </a:lnTo>
                  <a:lnTo>
                    <a:pt x="8950" y="5943"/>
                  </a:lnTo>
                  <a:lnTo>
                    <a:pt x="8987" y="5796"/>
                  </a:lnTo>
                  <a:lnTo>
                    <a:pt x="8950" y="5650"/>
                  </a:lnTo>
                  <a:lnTo>
                    <a:pt x="8914" y="5540"/>
                  </a:lnTo>
                  <a:lnTo>
                    <a:pt x="8804" y="5540"/>
                  </a:lnTo>
                  <a:lnTo>
                    <a:pt x="8694" y="5576"/>
                  </a:lnTo>
                  <a:lnTo>
                    <a:pt x="8620" y="5686"/>
                  </a:lnTo>
                  <a:lnTo>
                    <a:pt x="8510" y="5943"/>
                  </a:lnTo>
                  <a:lnTo>
                    <a:pt x="8327" y="6310"/>
                  </a:lnTo>
                  <a:lnTo>
                    <a:pt x="8107" y="6677"/>
                  </a:lnTo>
                  <a:lnTo>
                    <a:pt x="7813" y="7007"/>
                  </a:lnTo>
                  <a:lnTo>
                    <a:pt x="7483" y="7264"/>
                  </a:lnTo>
                  <a:lnTo>
                    <a:pt x="7116" y="7484"/>
                  </a:lnTo>
                  <a:lnTo>
                    <a:pt x="6713" y="7667"/>
                  </a:lnTo>
                  <a:lnTo>
                    <a:pt x="6346" y="7777"/>
                  </a:lnTo>
                  <a:lnTo>
                    <a:pt x="6016" y="7887"/>
                  </a:lnTo>
                  <a:lnTo>
                    <a:pt x="5832" y="7924"/>
                  </a:lnTo>
                  <a:lnTo>
                    <a:pt x="5686" y="8034"/>
                  </a:lnTo>
                  <a:lnTo>
                    <a:pt x="5539" y="8144"/>
                  </a:lnTo>
                  <a:lnTo>
                    <a:pt x="5429" y="8291"/>
                  </a:lnTo>
                  <a:lnTo>
                    <a:pt x="5282" y="8511"/>
                  </a:lnTo>
                  <a:lnTo>
                    <a:pt x="5209" y="8768"/>
                  </a:lnTo>
                  <a:lnTo>
                    <a:pt x="5209" y="9024"/>
                  </a:lnTo>
                  <a:lnTo>
                    <a:pt x="5282" y="9281"/>
                  </a:lnTo>
                  <a:lnTo>
                    <a:pt x="4915" y="9391"/>
                  </a:lnTo>
                  <a:lnTo>
                    <a:pt x="4512" y="9501"/>
                  </a:lnTo>
                  <a:lnTo>
                    <a:pt x="4365" y="9501"/>
                  </a:lnTo>
                  <a:lnTo>
                    <a:pt x="4218" y="9464"/>
                  </a:lnTo>
                  <a:lnTo>
                    <a:pt x="4072" y="9428"/>
                  </a:lnTo>
                  <a:lnTo>
                    <a:pt x="3962" y="9354"/>
                  </a:lnTo>
                  <a:lnTo>
                    <a:pt x="3852" y="9244"/>
                  </a:lnTo>
                  <a:lnTo>
                    <a:pt x="3778" y="9134"/>
                  </a:lnTo>
                  <a:lnTo>
                    <a:pt x="3742" y="9024"/>
                  </a:lnTo>
                  <a:lnTo>
                    <a:pt x="3778" y="8841"/>
                  </a:lnTo>
                  <a:lnTo>
                    <a:pt x="3815" y="8768"/>
                  </a:lnTo>
                  <a:lnTo>
                    <a:pt x="3778" y="8694"/>
                  </a:lnTo>
                  <a:lnTo>
                    <a:pt x="3888" y="8547"/>
                  </a:lnTo>
                  <a:lnTo>
                    <a:pt x="3962" y="8401"/>
                  </a:lnTo>
                  <a:lnTo>
                    <a:pt x="4108" y="8107"/>
                  </a:lnTo>
                  <a:lnTo>
                    <a:pt x="4255" y="7850"/>
                  </a:lnTo>
                  <a:lnTo>
                    <a:pt x="4439" y="7520"/>
                  </a:lnTo>
                  <a:lnTo>
                    <a:pt x="4475" y="7374"/>
                  </a:lnTo>
                  <a:lnTo>
                    <a:pt x="4512" y="7227"/>
                  </a:lnTo>
                  <a:lnTo>
                    <a:pt x="4475" y="7043"/>
                  </a:lnTo>
                  <a:lnTo>
                    <a:pt x="4439" y="6897"/>
                  </a:lnTo>
                  <a:lnTo>
                    <a:pt x="4328" y="6823"/>
                  </a:lnTo>
                  <a:lnTo>
                    <a:pt x="4218" y="6750"/>
                  </a:lnTo>
                  <a:lnTo>
                    <a:pt x="4108" y="6713"/>
                  </a:lnTo>
                  <a:lnTo>
                    <a:pt x="3962" y="6713"/>
                  </a:lnTo>
                  <a:lnTo>
                    <a:pt x="3705" y="6750"/>
                  </a:lnTo>
                  <a:lnTo>
                    <a:pt x="3485" y="6823"/>
                  </a:lnTo>
                  <a:lnTo>
                    <a:pt x="3191" y="7007"/>
                  </a:lnTo>
                  <a:lnTo>
                    <a:pt x="2935" y="7227"/>
                  </a:lnTo>
                  <a:lnTo>
                    <a:pt x="2751" y="7447"/>
                  </a:lnTo>
                  <a:lnTo>
                    <a:pt x="2568" y="7667"/>
                  </a:lnTo>
                  <a:lnTo>
                    <a:pt x="2494" y="7667"/>
                  </a:lnTo>
                  <a:lnTo>
                    <a:pt x="2421" y="7704"/>
                  </a:lnTo>
                  <a:lnTo>
                    <a:pt x="2348" y="7850"/>
                  </a:lnTo>
                  <a:lnTo>
                    <a:pt x="2348" y="7887"/>
                  </a:lnTo>
                  <a:lnTo>
                    <a:pt x="2348" y="7961"/>
                  </a:lnTo>
                  <a:lnTo>
                    <a:pt x="2384" y="8034"/>
                  </a:lnTo>
                  <a:lnTo>
                    <a:pt x="2458" y="8071"/>
                  </a:lnTo>
                  <a:lnTo>
                    <a:pt x="2568" y="8107"/>
                  </a:lnTo>
                  <a:lnTo>
                    <a:pt x="2678" y="8107"/>
                  </a:lnTo>
                  <a:lnTo>
                    <a:pt x="2788" y="8071"/>
                  </a:lnTo>
                  <a:lnTo>
                    <a:pt x="2861" y="7997"/>
                  </a:lnTo>
                  <a:lnTo>
                    <a:pt x="3191" y="7630"/>
                  </a:lnTo>
                  <a:lnTo>
                    <a:pt x="3338" y="7447"/>
                  </a:lnTo>
                  <a:lnTo>
                    <a:pt x="3521" y="7300"/>
                  </a:lnTo>
                  <a:lnTo>
                    <a:pt x="3742" y="7227"/>
                  </a:lnTo>
                  <a:lnTo>
                    <a:pt x="3962" y="7154"/>
                  </a:lnTo>
                  <a:lnTo>
                    <a:pt x="4035" y="7154"/>
                  </a:lnTo>
                  <a:lnTo>
                    <a:pt x="4035" y="7190"/>
                  </a:lnTo>
                  <a:lnTo>
                    <a:pt x="4035" y="7300"/>
                  </a:lnTo>
                  <a:lnTo>
                    <a:pt x="3925" y="7557"/>
                  </a:lnTo>
                  <a:lnTo>
                    <a:pt x="3668" y="8034"/>
                  </a:lnTo>
                  <a:lnTo>
                    <a:pt x="3558" y="8327"/>
                  </a:lnTo>
                  <a:lnTo>
                    <a:pt x="3485" y="8474"/>
                  </a:lnTo>
                  <a:lnTo>
                    <a:pt x="3411" y="8547"/>
                  </a:lnTo>
                  <a:lnTo>
                    <a:pt x="3301" y="8621"/>
                  </a:lnTo>
                  <a:lnTo>
                    <a:pt x="3301" y="8657"/>
                  </a:lnTo>
                  <a:lnTo>
                    <a:pt x="3265" y="8694"/>
                  </a:lnTo>
                  <a:lnTo>
                    <a:pt x="3118" y="8804"/>
                  </a:lnTo>
                  <a:lnTo>
                    <a:pt x="2935" y="8841"/>
                  </a:lnTo>
                  <a:lnTo>
                    <a:pt x="2751" y="8878"/>
                  </a:lnTo>
                  <a:lnTo>
                    <a:pt x="2531" y="8878"/>
                  </a:lnTo>
                  <a:lnTo>
                    <a:pt x="2348" y="8841"/>
                  </a:lnTo>
                  <a:lnTo>
                    <a:pt x="2164" y="8768"/>
                  </a:lnTo>
                  <a:lnTo>
                    <a:pt x="2018" y="8694"/>
                  </a:lnTo>
                  <a:lnTo>
                    <a:pt x="1871" y="8584"/>
                  </a:lnTo>
                  <a:lnTo>
                    <a:pt x="1724" y="8437"/>
                  </a:lnTo>
                  <a:lnTo>
                    <a:pt x="1651" y="8291"/>
                  </a:lnTo>
                  <a:lnTo>
                    <a:pt x="1577" y="8144"/>
                  </a:lnTo>
                  <a:lnTo>
                    <a:pt x="1504" y="7961"/>
                  </a:lnTo>
                  <a:lnTo>
                    <a:pt x="1504" y="7777"/>
                  </a:lnTo>
                  <a:lnTo>
                    <a:pt x="1504" y="7594"/>
                  </a:lnTo>
                  <a:lnTo>
                    <a:pt x="1504" y="7447"/>
                  </a:lnTo>
                  <a:lnTo>
                    <a:pt x="1577" y="7264"/>
                  </a:lnTo>
                  <a:lnTo>
                    <a:pt x="1614" y="7154"/>
                  </a:lnTo>
                  <a:lnTo>
                    <a:pt x="1651" y="7043"/>
                  </a:lnTo>
                  <a:lnTo>
                    <a:pt x="1614" y="6970"/>
                  </a:lnTo>
                  <a:lnTo>
                    <a:pt x="1687" y="6970"/>
                  </a:lnTo>
                  <a:lnTo>
                    <a:pt x="1944" y="6860"/>
                  </a:lnTo>
                  <a:lnTo>
                    <a:pt x="2201" y="6787"/>
                  </a:lnTo>
                  <a:lnTo>
                    <a:pt x="2788" y="6493"/>
                  </a:lnTo>
                  <a:lnTo>
                    <a:pt x="3375" y="6163"/>
                  </a:lnTo>
                  <a:lnTo>
                    <a:pt x="3815" y="5870"/>
                  </a:lnTo>
                  <a:lnTo>
                    <a:pt x="3998" y="5686"/>
                  </a:lnTo>
                  <a:lnTo>
                    <a:pt x="4145" y="5503"/>
                  </a:lnTo>
                  <a:lnTo>
                    <a:pt x="4292" y="5283"/>
                  </a:lnTo>
                  <a:lnTo>
                    <a:pt x="4402" y="5099"/>
                  </a:lnTo>
                  <a:lnTo>
                    <a:pt x="4475" y="4843"/>
                  </a:lnTo>
                  <a:lnTo>
                    <a:pt x="4512" y="4586"/>
                  </a:lnTo>
                  <a:lnTo>
                    <a:pt x="4512" y="4402"/>
                  </a:lnTo>
                  <a:lnTo>
                    <a:pt x="4475" y="4182"/>
                  </a:lnTo>
                  <a:lnTo>
                    <a:pt x="4365" y="3999"/>
                  </a:lnTo>
                  <a:lnTo>
                    <a:pt x="4292" y="3926"/>
                  </a:lnTo>
                  <a:lnTo>
                    <a:pt x="4218" y="3889"/>
                  </a:lnTo>
                  <a:lnTo>
                    <a:pt x="3962" y="3816"/>
                  </a:lnTo>
                  <a:lnTo>
                    <a:pt x="3742" y="3779"/>
                  </a:lnTo>
                  <a:lnTo>
                    <a:pt x="3485" y="3816"/>
                  </a:lnTo>
                  <a:lnTo>
                    <a:pt x="3228" y="3852"/>
                  </a:lnTo>
                  <a:lnTo>
                    <a:pt x="2935" y="3962"/>
                  </a:lnTo>
                  <a:lnTo>
                    <a:pt x="2678" y="4072"/>
                  </a:lnTo>
                  <a:lnTo>
                    <a:pt x="2164" y="4366"/>
                  </a:lnTo>
                  <a:lnTo>
                    <a:pt x="1504" y="4733"/>
                  </a:lnTo>
                  <a:lnTo>
                    <a:pt x="1211" y="4916"/>
                  </a:lnTo>
                  <a:lnTo>
                    <a:pt x="917" y="5099"/>
                  </a:lnTo>
                  <a:lnTo>
                    <a:pt x="844" y="5173"/>
                  </a:lnTo>
                  <a:lnTo>
                    <a:pt x="807" y="5246"/>
                  </a:lnTo>
                  <a:lnTo>
                    <a:pt x="807" y="5319"/>
                  </a:lnTo>
                  <a:lnTo>
                    <a:pt x="844" y="5356"/>
                  </a:lnTo>
                  <a:lnTo>
                    <a:pt x="880" y="5429"/>
                  </a:lnTo>
                  <a:lnTo>
                    <a:pt x="954" y="5466"/>
                  </a:lnTo>
                  <a:lnTo>
                    <a:pt x="1101" y="5466"/>
                  </a:lnTo>
                  <a:lnTo>
                    <a:pt x="1541" y="5246"/>
                  </a:lnTo>
                  <a:lnTo>
                    <a:pt x="1944" y="4989"/>
                  </a:lnTo>
                  <a:lnTo>
                    <a:pt x="2788" y="4512"/>
                  </a:lnTo>
                  <a:lnTo>
                    <a:pt x="3191" y="4329"/>
                  </a:lnTo>
                  <a:lnTo>
                    <a:pt x="3375" y="4256"/>
                  </a:lnTo>
                  <a:lnTo>
                    <a:pt x="3595" y="4219"/>
                  </a:lnTo>
                  <a:lnTo>
                    <a:pt x="3742" y="4182"/>
                  </a:lnTo>
                  <a:lnTo>
                    <a:pt x="3852" y="4219"/>
                  </a:lnTo>
                  <a:lnTo>
                    <a:pt x="3998" y="4256"/>
                  </a:lnTo>
                  <a:lnTo>
                    <a:pt x="4035" y="4292"/>
                  </a:lnTo>
                  <a:lnTo>
                    <a:pt x="4072" y="4366"/>
                  </a:lnTo>
                  <a:lnTo>
                    <a:pt x="4108" y="4476"/>
                  </a:lnTo>
                  <a:lnTo>
                    <a:pt x="4108" y="4586"/>
                  </a:lnTo>
                  <a:lnTo>
                    <a:pt x="4072" y="4843"/>
                  </a:lnTo>
                  <a:lnTo>
                    <a:pt x="3998" y="5026"/>
                  </a:lnTo>
                  <a:lnTo>
                    <a:pt x="3852" y="5246"/>
                  </a:lnTo>
                  <a:lnTo>
                    <a:pt x="3705" y="5393"/>
                  </a:lnTo>
                  <a:lnTo>
                    <a:pt x="3558" y="5576"/>
                  </a:lnTo>
                  <a:lnTo>
                    <a:pt x="3155" y="5833"/>
                  </a:lnTo>
                  <a:lnTo>
                    <a:pt x="2788" y="6053"/>
                  </a:lnTo>
                  <a:lnTo>
                    <a:pt x="2348" y="6310"/>
                  </a:lnTo>
                  <a:lnTo>
                    <a:pt x="1908" y="6530"/>
                  </a:lnTo>
                  <a:lnTo>
                    <a:pt x="1467" y="6750"/>
                  </a:lnTo>
                  <a:lnTo>
                    <a:pt x="1321" y="6823"/>
                  </a:lnTo>
                  <a:lnTo>
                    <a:pt x="1247" y="6860"/>
                  </a:lnTo>
                  <a:lnTo>
                    <a:pt x="1211" y="6933"/>
                  </a:lnTo>
                  <a:lnTo>
                    <a:pt x="1174" y="6933"/>
                  </a:lnTo>
                  <a:lnTo>
                    <a:pt x="1064" y="6860"/>
                  </a:lnTo>
                  <a:lnTo>
                    <a:pt x="880" y="6713"/>
                  </a:lnTo>
                  <a:lnTo>
                    <a:pt x="697" y="6457"/>
                  </a:lnTo>
                  <a:lnTo>
                    <a:pt x="587" y="6273"/>
                  </a:lnTo>
                  <a:lnTo>
                    <a:pt x="514" y="6053"/>
                  </a:lnTo>
                  <a:lnTo>
                    <a:pt x="477" y="5833"/>
                  </a:lnTo>
                  <a:lnTo>
                    <a:pt x="477" y="5613"/>
                  </a:lnTo>
                  <a:lnTo>
                    <a:pt x="477" y="5356"/>
                  </a:lnTo>
                  <a:lnTo>
                    <a:pt x="550" y="5136"/>
                  </a:lnTo>
                  <a:lnTo>
                    <a:pt x="660" y="4879"/>
                  </a:lnTo>
                  <a:lnTo>
                    <a:pt x="770" y="4659"/>
                  </a:lnTo>
                  <a:lnTo>
                    <a:pt x="917" y="4476"/>
                  </a:lnTo>
                  <a:lnTo>
                    <a:pt x="1101" y="4292"/>
                  </a:lnTo>
                  <a:lnTo>
                    <a:pt x="1504" y="3962"/>
                  </a:lnTo>
                  <a:lnTo>
                    <a:pt x="1908" y="3705"/>
                  </a:lnTo>
                  <a:lnTo>
                    <a:pt x="2384" y="3485"/>
                  </a:lnTo>
                  <a:lnTo>
                    <a:pt x="2458" y="3412"/>
                  </a:lnTo>
                  <a:lnTo>
                    <a:pt x="2494" y="3302"/>
                  </a:lnTo>
                  <a:lnTo>
                    <a:pt x="2568" y="3119"/>
                  </a:lnTo>
                  <a:lnTo>
                    <a:pt x="2715" y="2898"/>
                  </a:lnTo>
                  <a:lnTo>
                    <a:pt x="2898" y="2715"/>
                  </a:lnTo>
                  <a:lnTo>
                    <a:pt x="3045" y="2532"/>
                  </a:lnTo>
                  <a:lnTo>
                    <a:pt x="3228" y="2385"/>
                  </a:lnTo>
                  <a:lnTo>
                    <a:pt x="3448" y="2238"/>
                  </a:lnTo>
                  <a:lnTo>
                    <a:pt x="3632" y="2128"/>
                  </a:lnTo>
                  <a:lnTo>
                    <a:pt x="3852" y="2055"/>
                  </a:lnTo>
                  <a:lnTo>
                    <a:pt x="4108" y="1981"/>
                  </a:lnTo>
                  <a:lnTo>
                    <a:pt x="4328" y="1945"/>
                  </a:lnTo>
                  <a:lnTo>
                    <a:pt x="4549" y="1908"/>
                  </a:lnTo>
                  <a:lnTo>
                    <a:pt x="4695" y="2055"/>
                  </a:lnTo>
                  <a:lnTo>
                    <a:pt x="4879" y="2165"/>
                  </a:lnTo>
                  <a:lnTo>
                    <a:pt x="5135" y="2348"/>
                  </a:lnTo>
                  <a:lnTo>
                    <a:pt x="5356" y="2568"/>
                  </a:lnTo>
                  <a:lnTo>
                    <a:pt x="5466" y="2715"/>
                  </a:lnTo>
                  <a:lnTo>
                    <a:pt x="5539" y="2898"/>
                  </a:lnTo>
                  <a:lnTo>
                    <a:pt x="5649" y="3229"/>
                  </a:lnTo>
                  <a:lnTo>
                    <a:pt x="5722" y="3559"/>
                  </a:lnTo>
                  <a:lnTo>
                    <a:pt x="5686" y="3926"/>
                  </a:lnTo>
                  <a:lnTo>
                    <a:pt x="5612" y="4256"/>
                  </a:lnTo>
                  <a:lnTo>
                    <a:pt x="5466" y="4549"/>
                  </a:lnTo>
                  <a:lnTo>
                    <a:pt x="5062" y="5063"/>
                  </a:lnTo>
                  <a:lnTo>
                    <a:pt x="4879" y="5319"/>
                  </a:lnTo>
                  <a:lnTo>
                    <a:pt x="4732" y="5613"/>
                  </a:lnTo>
                  <a:lnTo>
                    <a:pt x="4659" y="5943"/>
                  </a:lnTo>
                  <a:lnTo>
                    <a:pt x="4659" y="6090"/>
                  </a:lnTo>
                  <a:lnTo>
                    <a:pt x="4659" y="6273"/>
                  </a:lnTo>
                  <a:lnTo>
                    <a:pt x="4695" y="6420"/>
                  </a:lnTo>
                  <a:lnTo>
                    <a:pt x="4769" y="6567"/>
                  </a:lnTo>
                  <a:lnTo>
                    <a:pt x="4805" y="6677"/>
                  </a:lnTo>
                  <a:lnTo>
                    <a:pt x="4915" y="6787"/>
                  </a:lnTo>
                  <a:lnTo>
                    <a:pt x="5135" y="6933"/>
                  </a:lnTo>
                  <a:lnTo>
                    <a:pt x="5392" y="7007"/>
                  </a:lnTo>
                  <a:lnTo>
                    <a:pt x="5649" y="7043"/>
                  </a:lnTo>
                  <a:lnTo>
                    <a:pt x="5942" y="7007"/>
                  </a:lnTo>
                  <a:lnTo>
                    <a:pt x="6199" y="6933"/>
                  </a:lnTo>
                  <a:lnTo>
                    <a:pt x="6456" y="6823"/>
                  </a:lnTo>
                  <a:lnTo>
                    <a:pt x="6676" y="6677"/>
                  </a:lnTo>
                  <a:lnTo>
                    <a:pt x="6896" y="6457"/>
                  </a:lnTo>
                  <a:lnTo>
                    <a:pt x="7043" y="6200"/>
                  </a:lnTo>
                  <a:lnTo>
                    <a:pt x="7226" y="5980"/>
                  </a:lnTo>
                  <a:lnTo>
                    <a:pt x="7667" y="5246"/>
                  </a:lnTo>
                  <a:lnTo>
                    <a:pt x="7887" y="4879"/>
                  </a:lnTo>
                  <a:lnTo>
                    <a:pt x="8107" y="4476"/>
                  </a:lnTo>
                  <a:lnTo>
                    <a:pt x="8143" y="4402"/>
                  </a:lnTo>
                  <a:lnTo>
                    <a:pt x="8107" y="4329"/>
                  </a:lnTo>
                  <a:lnTo>
                    <a:pt x="8070" y="4256"/>
                  </a:lnTo>
                  <a:lnTo>
                    <a:pt x="8033" y="4182"/>
                  </a:lnTo>
                  <a:lnTo>
                    <a:pt x="7777" y="4182"/>
                  </a:lnTo>
                  <a:lnTo>
                    <a:pt x="7703" y="4256"/>
                  </a:lnTo>
                  <a:lnTo>
                    <a:pt x="7520" y="4586"/>
                  </a:lnTo>
                  <a:lnTo>
                    <a:pt x="7300" y="4879"/>
                  </a:lnTo>
                  <a:lnTo>
                    <a:pt x="6933" y="5540"/>
                  </a:lnTo>
                  <a:lnTo>
                    <a:pt x="6749" y="5796"/>
                  </a:lnTo>
                  <a:lnTo>
                    <a:pt x="6566" y="6053"/>
                  </a:lnTo>
                  <a:lnTo>
                    <a:pt x="6383" y="6273"/>
                  </a:lnTo>
                  <a:lnTo>
                    <a:pt x="6126" y="6493"/>
                  </a:lnTo>
                  <a:lnTo>
                    <a:pt x="5942" y="6567"/>
                  </a:lnTo>
                  <a:lnTo>
                    <a:pt x="5796" y="6603"/>
                  </a:lnTo>
                  <a:lnTo>
                    <a:pt x="5612" y="6567"/>
                  </a:lnTo>
                  <a:lnTo>
                    <a:pt x="5466" y="6530"/>
                  </a:lnTo>
                  <a:lnTo>
                    <a:pt x="5319" y="6457"/>
                  </a:lnTo>
                  <a:lnTo>
                    <a:pt x="5209" y="6347"/>
                  </a:lnTo>
                  <a:lnTo>
                    <a:pt x="5135" y="6200"/>
                  </a:lnTo>
                  <a:lnTo>
                    <a:pt x="5099" y="6016"/>
                  </a:lnTo>
                  <a:lnTo>
                    <a:pt x="5135" y="5833"/>
                  </a:lnTo>
                  <a:lnTo>
                    <a:pt x="5172" y="5686"/>
                  </a:lnTo>
                  <a:lnTo>
                    <a:pt x="5356" y="5393"/>
                  </a:lnTo>
                  <a:lnTo>
                    <a:pt x="5759" y="4879"/>
                  </a:lnTo>
                  <a:lnTo>
                    <a:pt x="5906" y="4659"/>
                  </a:lnTo>
                  <a:lnTo>
                    <a:pt x="6016" y="4402"/>
                  </a:lnTo>
                  <a:lnTo>
                    <a:pt x="6126" y="4146"/>
                  </a:lnTo>
                  <a:lnTo>
                    <a:pt x="6163" y="3889"/>
                  </a:lnTo>
                  <a:lnTo>
                    <a:pt x="6163" y="3632"/>
                  </a:lnTo>
                  <a:lnTo>
                    <a:pt x="6163" y="3339"/>
                  </a:lnTo>
                  <a:lnTo>
                    <a:pt x="6089" y="3082"/>
                  </a:lnTo>
                  <a:lnTo>
                    <a:pt x="6016" y="2825"/>
                  </a:lnTo>
                  <a:lnTo>
                    <a:pt x="5832" y="2532"/>
                  </a:lnTo>
                  <a:lnTo>
                    <a:pt x="5576" y="2165"/>
                  </a:lnTo>
                  <a:lnTo>
                    <a:pt x="5429" y="2018"/>
                  </a:lnTo>
                  <a:lnTo>
                    <a:pt x="5282" y="1908"/>
                  </a:lnTo>
                  <a:lnTo>
                    <a:pt x="5099" y="1798"/>
                  </a:lnTo>
                  <a:lnTo>
                    <a:pt x="4915" y="1725"/>
                  </a:lnTo>
                  <a:lnTo>
                    <a:pt x="4915" y="1688"/>
                  </a:lnTo>
                  <a:lnTo>
                    <a:pt x="4915" y="1468"/>
                  </a:lnTo>
                  <a:lnTo>
                    <a:pt x="4989" y="1321"/>
                  </a:lnTo>
                  <a:lnTo>
                    <a:pt x="5062" y="1174"/>
                  </a:lnTo>
                  <a:lnTo>
                    <a:pt x="5172" y="1028"/>
                  </a:lnTo>
                  <a:lnTo>
                    <a:pt x="5319" y="918"/>
                  </a:lnTo>
                  <a:lnTo>
                    <a:pt x="5502" y="844"/>
                  </a:lnTo>
                  <a:lnTo>
                    <a:pt x="5686" y="808"/>
                  </a:lnTo>
                  <a:lnTo>
                    <a:pt x="5869" y="771"/>
                  </a:lnTo>
                  <a:lnTo>
                    <a:pt x="6016" y="771"/>
                  </a:lnTo>
                  <a:lnTo>
                    <a:pt x="6199" y="808"/>
                  </a:lnTo>
                  <a:lnTo>
                    <a:pt x="6529" y="918"/>
                  </a:lnTo>
                  <a:lnTo>
                    <a:pt x="7190" y="1211"/>
                  </a:lnTo>
                  <a:lnTo>
                    <a:pt x="7080" y="1321"/>
                  </a:lnTo>
                  <a:lnTo>
                    <a:pt x="7043" y="1431"/>
                  </a:lnTo>
                  <a:lnTo>
                    <a:pt x="7043" y="1541"/>
                  </a:lnTo>
                  <a:lnTo>
                    <a:pt x="7043" y="1651"/>
                  </a:lnTo>
                  <a:lnTo>
                    <a:pt x="7153" y="1871"/>
                  </a:lnTo>
                  <a:lnTo>
                    <a:pt x="7300" y="2018"/>
                  </a:lnTo>
                  <a:lnTo>
                    <a:pt x="7446" y="2165"/>
                  </a:lnTo>
                  <a:lnTo>
                    <a:pt x="7556" y="2275"/>
                  </a:lnTo>
                  <a:lnTo>
                    <a:pt x="7446" y="2495"/>
                  </a:lnTo>
                  <a:lnTo>
                    <a:pt x="7263" y="3045"/>
                  </a:lnTo>
                  <a:lnTo>
                    <a:pt x="7153" y="3265"/>
                  </a:lnTo>
                  <a:lnTo>
                    <a:pt x="7043" y="3485"/>
                  </a:lnTo>
                  <a:lnTo>
                    <a:pt x="6933" y="3705"/>
                  </a:lnTo>
                  <a:lnTo>
                    <a:pt x="6896" y="3926"/>
                  </a:lnTo>
                  <a:lnTo>
                    <a:pt x="6896" y="3999"/>
                  </a:lnTo>
                  <a:lnTo>
                    <a:pt x="6970" y="4036"/>
                  </a:lnTo>
                  <a:lnTo>
                    <a:pt x="7043" y="4072"/>
                  </a:lnTo>
                  <a:lnTo>
                    <a:pt x="7116" y="4036"/>
                  </a:lnTo>
                  <a:lnTo>
                    <a:pt x="7263" y="3889"/>
                  </a:lnTo>
                  <a:lnTo>
                    <a:pt x="7410" y="3705"/>
                  </a:lnTo>
                  <a:lnTo>
                    <a:pt x="7593" y="3265"/>
                  </a:lnTo>
                  <a:lnTo>
                    <a:pt x="7777" y="2715"/>
                  </a:lnTo>
                  <a:lnTo>
                    <a:pt x="7813" y="2458"/>
                  </a:lnTo>
                  <a:lnTo>
                    <a:pt x="7813" y="2422"/>
                  </a:lnTo>
                  <a:lnTo>
                    <a:pt x="8363" y="2678"/>
                  </a:lnTo>
                  <a:lnTo>
                    <a:pt x="8584" y="2862"/>
                  </a:lnTo>
                  <a:lnTo>
                    <a:pt x="8694" y="3009"/>
                  </a:lnTo>
                  <a:lnTo>
                    <a:pt x="8804" y="3155"/>
                  </a:lnTo>
                  <a:lnTo>
                    <a:pt x="8877" y="3302"/>
                  </a:lnTo>
                  <a:lnTo>
                    <a:pt x="8877" y="3449"/>
                  </a:lnTo>
                  <a:lnTo>
                    <a:pt x="8840" y="3595"/>
                  </a:lnTo>
                  <a:lnTo>
                    <a:pt x="8694" y="3705"/>
                  </a:lnTo>
                  <a:lnTo>
                    <a:pt x="8620" y="3779"/>
                  </a:lnTo>
                  <a:lnTo>
                    <a:pt x="8584" y="3852"/>
                  </a:lnTo>
                  <a:lnTo>
                    <a:pt x="8584" y="3926"/>
                  </a:lnTo>
                  <a:lnTo>
                    <a:pt x="8620" y="3999"/>
                  </a:lnTo>
                  <a:lnTo>
                    <a:pt x="8657" y="4072"/>
                  </a:lnTo>
                  <a:lnTo>
                    <a:pt x="8730" y="4109"/>
                  </a:lnTo>
                  <a:lnTo>
                    <a:pt x="8840" y="4109"/>
                  </a:lnTo>
                  <a:lnTo>
                    <a:pt x="8914" y="4072"/>
                  </a:lnTo>
                  <a:lnTo>
                    <a:pt x="9097" y="3926"/>
                  </a:lnTo>
                  <a:lnTo>
                    <a:pt x="9207" y="3779"/>
                  </a:lnTo>
                  <a:lnTo>
                    <a:pt x="9281" y="3595"/>
                  </a:lnTo>
                  <a:lnTo>
                    <a:pt x="9281" y="3412"/>
                  </a:lnTo>
                  <a:lnTo>
                    <a:pt x="9281" y="3192"/>
                  </a:lnTo>
                  <a:lnTo>
                    <a:pt x="9207" y="3009"/>
                  </a:lnTo>
                  <a:lnTo>
                    <a:pt x="9097" y="2825"/>
                  </a:lnTo>
                  <a:lnTo>
                    <a:pt x="8987" y="2642"/>
                  </a:lnTo>
                  <a:lnTo>
                    <a:pt x="8804" y="2458"/>
                  </a:lnTo>
                  <a:lnTo>
                    <a:pt x="8584" y="2348"/>
                  </a:lnTo>
                  <a:lnTo>
                    <a:pt x="8107" y="2091"/>
                  </a:lnTo>
                  <a:lnTo>
                    <a:pt x="7887" y="1981"/>
                  </a:lnTo>
                  <a:lnTo>
                    <a:pt x="7593" y="1798"/>
                  </a:lnTo>
                  <a:lnTo>
                    <a:pt x="7446" y="1651"/>
                  </a:lnTo>
                  <a:lnTo>
                    <a:pt x="7373" y="1541"/>
                  </a:lnTo>
                  <a:lnTo>
                    <a:pt x="7336" y="1431"/>
                  </a:lnTo>
                  <a:lnTo>
                    <a:pt x="7373" y="1284"/>
                  </a:lnTo>
                  <a:lnTo>
                    <a:pt x="7483" y="1358"/>
                  </a:lnTo>
                  <a:lnTo>
                    <a:pt x="7556" y="1358"/>
                  </a:lnTo>
                  <a:lnTo>
                    <a:pt x="7593" y="1321"/>
                  </a:lnTo>
                  <a:lnTo>
                    <a:pt x="7630" y="1248"/>
                  </a:lnTo>
                  <a:lnTo>
                    <a:pt x="7703" y="1138"/>
                  </a:lnTo>
                  <a:lnTo>
                    <a:pt x="7813" y="954"/>
                  </a:lnTo>
                  <a:lnTo>
                    <a:pt x="7923" y="808"/>
                  </a:lnTo>
                  <a:lnTo>
                    <a:pt x="8107" y="698"/>
                  </a:lnTo>
                  <a:lnTo>
                    <a:pt x="8290" y="624"/>
                  </a:lnTo>
                  <a:lnTo>
                    <a:pt x="8474" y="588"/>
                  </a:lnTo>
                  <a:lnTo>
                    <a:pt x="8694" y="551"/>
                  </a:lnTo>
                  <a:lnTo>
                    <a:pt x="9060" y="514"/>
                  </a:lnTo>
                  <a:close/>
                  <a:moveTo>
                    <a:pt x="13279" y="9318"/>
                  </a:moveTo>
                  <a:lnTo>
                    <a:pt x="13426" y="9428"/>
                  </a:lnTo>
                  <a:lnTo>
                    <a:pt x="13426" y="9464"/>
                  </a:lnTo>
                  <a:lnTo>
                    <a:pt x="13352" y="9464"/>
                  </a:lnTo>
                  <a:lnTo>
                    <a:pt x="13242" y="9538"/>
                  </a:lnTo>
                  <a:lnTo>
                    <a:pt x="12985" y="9868"/>
                  </a:lnTo>
                  <a:lnTo>
                    <a:pt x="12692" y="10198"/>
                  </a:lnTo>
                  <a:lnTo>
                    <a:pt x="12362" y="10492"/>
                  </a:lnTo>
                  <a:lnTo>
                    <a:pt x="12032" y="10748"/>
                  </a:lnTo>
                  <a:lnTo>
                    <a:pt x="11445" y="11078"/>
                  </a:lnTo>
                  <a:lnTo>
                    <a:pt x="10858" y="11409"/>
                  </a:lnTo>
                  <a:lnTo>
                    <a:pt x="10638" y="11372"/>
                  </a:lnTo>
                  <a:lnTo>
                    <a:pt x="10418" y="11299"/>
                  </a:lnTo>
                  <a:lnTo>
                    <a:pt x="10234" y="11188"/>
                  </a:lnTo>
                  <a:lnTo>
                    <a:pt x="10051" y="11078"/>
                  </a:lnTo>
                  <a:lnTo>
                    <a:pt x="10491" y="11005"/>
                  </a:lnTo>
                  <a:lnTo>
                    <a:pt x="10895" y="10858"/>
                  </a:lnTo>
                  <a:lnTo>
                    <a:pt x="11298" y="10675"/>
                  </a:lnTo>
                  <a:lnTo>
                    <a:pt x="11702" y="10492"/>
                  </a:lnTo>
                  <a:lnTo>
                    <a:pt x="12142" y="10235"/>
                  </a:lnTo>
                  <a:lnTo>
                    <a:pt x="12545" y="9941"/>
                  </a:lnTo>
                  <a:lnTo>
                    <a:pt x="12912" y="9648"/>
                  </a:lnTo>
                  <a:lnTo>
                    <a:pt x="13279" y="9318"/>
                  </a:lnTo>
                  <a:close/>
                  <a:moveTo>
                    <a:pt x="13609" y="9648"/>
                  </a:moveTo>
                  <a:lnTo>
                    <a:pt x="13719" y="9795"/>
                  </a:lnTo>
                  <a:lnTo>
                    <a:pt x="13792" y="9978"/>
                  </a:lnTo>
                  <a:lnTo>
                    <a:pt x="13939" y="10345"/>
                  </a:lnTo>
                  <a:lnTo>
                    <a:pt x="13939" y="10602"/>
                  </a:lnTo>
                  <a:lnTo>
                    <a:pt x="13939" y="10858"/>
                  </a:lnTo>
                  <a:lnTo>
                    <a:pt x="13866" y="10968"/>
                  </a:lnTo>
                  <a:lnTo>
                    <a:pt x="13829" y="10932"/>
                  </a:lnTo>
                  <a:lnTo>
                    <a:pt x="13719" y="10932"/>
                  </a:lnTo>
                  <a:lnTo>
                    <a:pt x="13719" y="10968"/>
                  </a:lnTo>
                  <a:lnTo>
                    <a:pt x="13609" y="11188"/>
                  </a:lnTo>
                  <a:lnTo>
                    <a:pt x="12765" y="11299"/>
                  </a:lnTo>
                  <a:lnTo>
                    <a:pt x="12912" y="11188"/>
                  </a:lnTo>
                  <a:lnTo>
                    <a:pt x="13316" y="10895"/>
                  </a:lnTo>
                  <a:lnTo>
                    <a:pt x="13682" y="10565"/>
                  </a:lnTo>
                  <a:lnTo>
                    <a:pt x="13756" y="10492"/>
                  </a:lnTo>
                  <a:lnTo>
                    <a:pt x="13756" y="10381"/>
                  </a:lnTo>
                  <a:lnTo>
                    <a:pt x="13719" y="10308"/>
                  </a:lnTo>
                  <a:lnTo>
                    <a:pt x="13609" y="10271"/>
                  </a:lnTo>
                  <a:lnTo>
                    <a:pt x="13536" y="10271"/>
                  </a:lnTo>
                  <a:lnTo>
                    <a:pt x="13462" y="10308"/>
                  </a:lnTo>
                  <a:lnTo>
                    <a:pt x="13059" y="10638"/>
                  </a:lnTo>
                  <a:lnTo>
                    <a:pt x="12655" y="10968"/>
                  </a:lnTo>
                  <a:lnTo>
                    <a:pt x="12398" y="11152"/>
                  </a:lnTo>
                  <a:lnTo>
                    <a:pt x="12325" y="11225"/>
                  </a:lnTo>
                  <a:lnTo>
                    <a:pt x="12252" y="11372"/>
                  </a:lnTo>
                  <a:lnTo>
                    <a:pt x="11665" y="11409"/>
                  </a:lnTo>
                  <a:lnTo>
                    <a:pt x="11481" y="11445"/>
                  </a:lnTo>
                  <a:lnTo>
                    <a:pt x="11775" y="11299"/>
                  </a:lnTo>
                  <a:lnTo>
                    <a:pt x="12068" y="11115"/>
                  </a:lnTo>
                  <a:lnTo>
                    <a:pt x="12362" y="10932"/>
                  </a:lnTo>
                  <a:lnTo>
                    <a:pt x="12655" y="10748"/>
                  </a:lnTo>
                  <a:lnTo>
                    <a:pt x="12912" y="10492"/>
                  </a:lnTo>
                  <a:lnTo>
                    <a:pt x="13132" y="10271"/>
                  </a:lnTo>
                  <a:lnTo>
                    <a:pt x="13352" y="10015"/>
                  </a:lnTo>
                  <a:lnTo>
                    <a:pt x="13572" y="9721"/>
                  </a:lnTo>
                  <a:lnTo>
                    <a:pt x="13609" y="9648"/>
                  </a:lnTo>
                  <a:close/>
                  <a:moveTo>
                    <a:pt x="9060" y="1"/>
                  </a:moveTo>
                  <a:lnTo>
                    <a:pt x="8804" y="37"/>
                  </a:lnTo>
                  <a:lnTo>
                    <a:pt x="8547" y="37"/>
                  </a:lnTo>
                  <a:lnTo>
                    <a:pt x="8290" y="111"/>
                  </a:lnTo>
                  <a:lnTo>
                    <a:pt x="8033" y="184"/>
                  </a:lnTo>
                  <a:lnTo>
                    <a:pt x="7813" y="294"/>
                  </a:lnTo>
                  <a:lnTo>
                    <a:pt x="7593" y="441"/>
                  </a:lnTo>
                  <a:lnTo>
                    <a:pt x="7410" y="624"/>
                  </a:lnTo>
                  <a:lnTo>
                    <a:pt x="7300" y="844"/>
                  </a:lnTo>
                  <a:lnTo>
                    <a:pt x="6896" y="624"/>
                  </a:lnTo>
                  <a:lnTo>
                    <a:pt x="6493" y="441"/>
                  </a:lnTo>
                  <a:lnTo>
                    <a:pt x="6273" y="367"/>
                  </a:lnTo>
                  <a:lnTo>
                    <a:pt x="6053" y="331"/>
                  </a:lnTo>
                  <a:lnTo>
                    <a:pt x="5612" y="331"/>
                  </a:lnTo>
                  <a:lnTo>
                    <a:pt x="5392" y="404"/>
                  </a:lnTo>
                  <a:lnTo>
                    <a:pt x="5209" y="477"/>
                  </a:lnTo>
                  <a:lnTo>
                    <a:pt x="5025" y="588"/>
                  </a:lnTo>
                  <a:lnTo>
                    <a:pt x="4842" y="734"/>
                  </a:lnTo>
                  <a:lnTo>
                    <a:pt x="4695" y="881"/>
                  </a:lnTo>
                  <a:lnTo>
                    <a:pt x="4585" y="1064"/>
                  </a:lnTo>
                  <a:lnTo>
                    <a:pt x="4512" y="1248"/>
                  </a:lnTo>
                  <a:lnTo>
                    <a:pt x="4475" y="1468"/>
                  </a:lnTo>
                  <a:lnTo>
                    <a:pt x="4182" y="1505"/>
                  </a:lnTo>
                  <a:lnTo>
                    <a:pt x="3888" y="1541"/>
                  </a:lnTo>
                  <a:lnTo>
                    <a:pt x="3595" y="1651"/>
                  </a:lnTo>
                  <a:lnTo>
                    <a:pt x="3338" y="1798"/>
                  </a:lnTo>
                  <a:lnTo>
                    <a:pt x="3081" y="1945"/>
                  </a:lnTo>
                  <a:lnTo>
                    <a:pt x="2861" y="2091"/>
                  </a:lnTo>
                  <a:lnTo>
                    <a:pt x="2641" y="2312"/>
                  </a:lnTo>
                  <a:lnTo>
                    <a:pt x="2421" y="2532"/>
                  </a:lnTo>
                  <a:lnTo>
                    <a:pt x="2238" y="2788"/>
                  </a:lnTo>
                  <a:lnTo>
                    <a:pt x="2091" y="3082"/>
                  </a:lnTo>
                  <a:lnTo>
                    <a:pt x="1981" y="3155"/>
                  </a:lnTo>
                  <a:lnTo>
                    <a:pt x="1834" y="3229"/>
                  </a:lnTo>
                  <a:lnTo>
                    <a:pt x="1504" y="3375"/>
                  </a:lnTo>
                  <a:lnTo>
                    <a:pt x="1211" y="3559"/>
                  </a:lnTo>
                  <a:lnTo>
                    <a:pt x="954" y="3779"/>
                  </a:lnTo>
                  <a:lnTo>
                    <a:pt x="697" y="3999"/>
                  </a:lnTo>
                  <a:lnTo>
                    <a:pt x="477" y="4256"/>
                  </a:lnTo>
                  <a:lnTo>
                    <a:pt x="330" y="4512"/>
                  </a:lnTo>
                  <a:lnTo>
                    <a:pt x="183" y="4769"/>
                  </a:lnTo>
                  <a:lnTo>
                    <a:pt x="73" y="5063"/>
                  </a:lnTo>
                  <a:lnTo>
                    <a:pt x="37" y="5319"/>
                  </a:lnTo>
                  <a:lnTo>
                    <a:pt x="0" y="5613"/>
                  </a:lnTo>
                  <a:lnTo>
                    <a:pt x="0" y="5906"/>
                  </a:lnTo>
                  <a:lnTo>
                    <a:pt x="73" y="6200"/>
                  </a:lnTo>
                  <a:lnTo>
                    <a:pt x="183" y="6493"/>
                  </a:lnTo>
                  <a:lnTo>
                    <a:pt x="294" y="6713"/>
                  </a:lnTo>
                  <a:lnTo>
                    <a:pt x="440" y="6933"/>
                  </a:lnTo>
                  <a:lnTo>
                    <a:pt x="660" y="7117"/>
                  </a:lnTo>
                  <a:lnTo>
                    <a:pt x="880" y="7300"/>
                  </a:lnTo>
                  <a:lnTo>
                    <a:pt x="1064" y="7374"/>
                  </a:lnTo>
                  <a:lnTo>
                    <a:pt x="1027" y="7594"/>
                  </a:lnTo>
                  <a:lnTo>
                    <a:pt x="1027" y="7814"/>
                  </a:lnTo>
                  <a:lnTo>
                    <a:pt x="1064" y="8034"/>
                  </a:lnTo>
                  <a:lnTo>
                    <a:pt x="1101" y="8217"/>
                  </a:lnTo>
                  <a:lnTo>
                    <a:pt x="1174" y="8437"/>
                  </a:lnTo>
                  <a:lnTo>
                    <a:pt x="1284" y="8621"/>
                  </a:lnTo>
                  <a:lnTo>
                    <a:pt x="1431" y="8804"/>
                  </a:lnTo>
                  <a:lnTo>
                    <a:pt x="1614" y="8988"/>
                  </a:lnTo>
                  <a:lnTo>
                    <a:pt x="1797" y="9098"/>
                  </a:lnTo>
                  <a:lnTo>
                    <a:pt x="1981" y="9208"/>
                  </a:lnTo>
                  <a:lnTo>
                    <a:pt x="2201" y="9281"/>
                  </a:lnTo>
                  <a:lnTo>
                    <a:pt x="2421" y="9318"/>
                  </a:lnTo>
                  <a:lnTo>
                    <a:pt x="2641" y="9354"/>
                  </a:lnTo>
                  <a:lnTo>
                    <a:pt x="2861" y="9318"/>
                  </a:lnTo>
                  <a:lnTo>
                    <a:pt x="3081" y="9281"/>
                  </a:lnTo>
                  <a:lnTo>
                    <a:pt x="3301" y="9208"/>
                  </a:lnTo>
                  <a:lnTo>
                    <a:pt x="3375" y="9354"/>
                  </a:lnTo>
                  <a:lnTo>
                    <a:pt x="3448" y="9501"/>
                  </a:lnTo>
                  <a:lnTo>
                    <a:pt x="3595" y="9648"/>
                  </a:lnTo>
                  <a:lnTo>
                    <a:pt x="3742" y="9758"/>
                  </a:lnTo>
                  <a:lnTo>
                    <a:pt x="3925" y="9868"/>
                  </a:lnTo>
                  <a:lnTo>
                    <a:pt x="4108" y="9905"/>
                  </a:lnTo>
                  <a:lnTo>
                    <a:pt x="4292" y="9941"/>
                  </a:lnTo>
                  <a:lnTo>
                    <a:pt x="4475" y="9941"/>
                  </a:lnTo>
                  <a:lnTo>
                    <a:pt x="4842" y="9905"/>
                  </a:lnTo>
                  <a:lnTo>
                    <a:pt x="5246" y="9795"/>
                  </a:lnTo>
                  <a:lnTo>
                    <a:pt x="5686" y="9648"/>
                  </a:lnTo>
                  <a:lnTo>
                    <a:pt x="6163" y="9574"/>
                  </a:lnTo>
                  <a:lnTo>
                    <a:pt x="6603" y="9574"/>
                  </a:lnTo>
                  <a:lnTo>
                    <a:pt x="7080" y="9611"/>
                  </a:lnTo>
                  <a:lnTo>
                    <a:pt x="7446" y="9648"/>
                  </a:lnTo>
                  <a:lnTo>
                    <a:pt x="7630" y="9648"/>
                  </a:lnTo>
                  <a:lnTo>
                    <a:pt x="7813" y="9611"/>
                  </a:lnTo>
                  <a:lnTo>
                    <a:pt x="7960" y="9721"/>
                  </a:lnTo>
                  <a:lnTo>
                    <a:pt x="8143" y="9795"/>
                  </a:lnTo>
                  <a:lnTo>
                    <a:pt x="8327" y="9831"/>
                  </a:lnTo>
                  <a:lnTo>
                    <a:pt x="8547" y="9868"/>
                  </a:lnTo>
                  <a:lnTo>
                    <a:pt x="9024" y="9905"/>
                  </a:lnTo>
                  <a:lnTo>
                    <a:pt x="9391" y="9868"/>
                  </a:lnTo>
                  <a:lnTo>
                    <a:pt x="9501" y="9868"/>
                  </a:lnTo>
                  <a:lnTo>
                    <a:pt x="9354" y="10161"/>
                  </a:lnTo>
                  <a:lnTo>
                    <a:pt x="9317" y="10308"/>
                  </a:lnTo>
                  <a:lnTo>
                    <a:pt x="9281" y="10492"/>
                  </a:lnTo>
                  <a:lnTo>
                    <a:pt x="9317" y="10638"/>
                  </a:lnTo>
                  <a:lnTo>
                    <a:pt x="9354" y="10785"/>
                  </a:lnTo>
                  <a:lnTo>
                    <a:pt x="9464" y="11078"/>
                  </a:lnTo>
                  <a:lnTo>
                    <a:pt x="9647" y="11335"/>
                  </a:lnTo>
                  <a:lnTo>
                    <a:pt x="9831" y="11519"/>
                  </a:lnTo>
                  <a:lnTo>
                    <a:pt x="9977" y="11629"/>
                  </a:lnTo>
                  <a:lnTo>
                    <a:pt x="10198" y="11739"/>
                  </a:lnTo>
                  <a:lnTo>
                    <a:pt x="10381" y="11812"/>
                  </a:lnTo>
                  <a:lnTo>
                    <a:pt x="10821" y="11922"/>
                  </a:lnTo>
                  <a:lnTo>
                    <a:pt x="11298" y="11959"/>
                  </a:lnTo>
                  <a:lnTo>
                    <a:pt x="11775" y="11922"/>
                  </a:lnTo>
                  <a:lnTo>
                    <a:pt x="12215" y="11885"/>
                  </a:lnTo>
                  <a:lnTo>
                    <a:pt x="13095" y="11775"/>
                  </a:lnTo>
                  <a:lnTo>
                    <a:pt x="13939" y="11665"/>
                  </a:lnTo>
                  <a:lnTo>
                    <a:pt x="14343" y="11555"/>
                  </a:lnTo>
                  <a:lnTo>
                    <a:pt x="14746" y="11409"/>
                  </a:lnTo>
                  <a:lnTo>
                    <a:pt x="15076" y="11262"/>
                  </a:lnTo>
                  <a:lnTo>
                    <a:pt x="15370" y="11042"/>
                  </a:lnTo>
                  <a:lnTo>
                    <a:pt x="15626" y="10785"/>
                  </a:lnTo>
                  <a:lnTo>
                    <a:pt x="15847" y="10528"/>
                  </a:lnTo>
                  <a:lnTo>
                    <a:pt x="16030" y="10235"/>
                  </a:lnTo>
                  <a:lnTo>
                    <a:pt x="16213" y="9941"/>
                  </a:lnTo>
                  <a:lnTo>
                    <a:pt x="16360" y="9648"/>
                  </a:lnTo>
                  <a:lnTo>
                    <a:pt x="16433" y="9318"/>
                  </a:lnTo>
                  <a:lnTo>
                    <a:pt x="16507" y="8988"/>
                  </a:lnTo>
                  <a:lnTo>
                    <a:pt x="16543" y="8657"/>
                  </a:lnTo>
                  <a:lnTo>
                    <a:pt x="16507" y="8327"/>
                  </a:lnTo>
                  <a:lnTo>
                    <a:pt x="16470" y="7997"/>
                  </a:lnTo>
                  <a:lnTo>
                    <a:pt x="16690" y="7447"/>
                  </a:lnTo>
                  <a:lnTo>
                    <a:pt x="16837" y="6933"/>
                  </a:lnTo>
                  <a:lnTo>
                    <a:pt x="16910" y="6347"/>
                  </a:lnTo>
                  <a:lnTo>
                    <a:pt x="16910" y="5796"/>
                  </a:lnTo>
                  <a:lnTo>
                    <a:pt x="16837" y="5429"/>
                  </a:lnTo>
                  <a:lnTo>
                    <a:pt x="16727" y="5063"/>
                  </a:lnTo>
                  <a:lnTo>
                    <a:pt x="16654" y="4916"/>
                  </a:lnTo>
                  <a:lnTo>
                    <a:pt x="16543" y="4769"/>
                  </a:lnTo>
                  <a:lnTo>
                    <a:pt x="16397" y="4659"/>
                  </a:lnTo>
                  <a:lnTo>
                    <a:pt x="16250" y="4586"/>
                  </a:lnTo>
                  <a:lnTo>
                    <a:pt x="16250" y="4146"/>
                  </a:lnTo>
                  <a:lnTo>
                    <a:pt x="16177" y="3742"/>
                  </a:lnTo>
                  <a:lnTo>
                    <a:pt x="16030" y="3375"/>
                  </a:lnTo>
                  <a:lnTo>
                    <a:pt x="15773" y="3009"/>
                  </a:lnTo>
                  <a:lnTo>
                    <a:pt x="15626" y="2825"/>
                  </a:lnTo>
                  <a:lnTo>
                    <a:pt x="15443" y="2642"/>
                  </a:lnTo>
                  <a:lnTo>
                    <a:pt x="15223" y="2495"/>
                  </a:lnTo>
                  <a:lnTo>
                    <a:pt x="15003" y="2385"/>
                  </a:lnTo>
                  <a:lnTo>
                    <a:pt x="14746" y="2238"/>
                  </a:lnTo>
                  <a:lnTo>
                    <a:pt x="14526" y="2055"/>
                  </a:lnTo>
                  <a:lnTo>
                    <a:pt x="14379" y="1835"/>
                  </a:lnTo>
                  <a:lnTo>
                    <a:pt x="14233" y="1578"/>
                  </a:lnTo>
                  <a:lnTo>
                    <a:pt x="14123" y="1358"/>
                  </a:lnTo>
                  <a:lnTo>
                    <a:pt x="13976" y="1138"/>
                  </a:lnTo>
                  <a:lnTo>
                    <a:pt x="13829" y="991"/>
                  </a:lnTo>
                  <a:lnTo>
                    <a:pt x="13682" y="808"/>
                  </a:lnTo>
                  <a:lnTo>
                    <a:pt x="13499" y="698"/>
                  </a:lnTo>
                  <a:lnTo>
                    <a:pt x="13279" y="588"/>
                  </a:lnTo>
                  <a:lnTo>
                    <a:pt x="13059" y="514"/>
                  </a:lnTo>
                  <a:lnTo>
                    <a:pt x="12802" y="441"/>
                  </a:lnTo>
                  <a:lnTo>
                    <a:pt x="12362" y="441"/>
                  </a:lnTo>
                  <a:lnTo>
                    <a:pt x="11885" y="477"/>
                  </a:lnTo>
                  <a:lnTo>
                    <a:pt x="11408" y="588"/>
                  </a:lnTo>
                  <a:lnTo>
                    <a:pt x="10968" y="698"/>
                  </a:lnTo>
                  <a:lnTo>
                    <a:pt x="10821" y="514"/>
                  </a:lnTo>
                  <a:lnTo>
                    <a:pt x="10601" y="331"/>
                  </a:lnTo>
                  <a:lnTo>
                    <a:pt x="10381" y="221"/>
                  </a:lnTo>
                  <a:lnTo>
                    <a:pt x="10124" y="147"/>
                  </a:lnTo>
                  <a:lnTo>
                    <a:pt x="9867" y="74"/>
                  </a:lnTo>
                  <a:lnTo>
                    <a:pt x="9574" y="37"/>
                  </a:lnTo>
                  <a:lnTo>
                    <a:pt x="9060" y="1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33" name="Google Shape;319;p5">
              <a:extLst>
                <a:ext uri="{FF2B5EF4-FFF2-40B4-BE49-F238E27FC236}">
                  <a16:creationId xmlns:a16="http://schemas.microsoft.com/office/drawing/2014/main" id="{FDDEEE6E-8097-4430-BDA2-588AFB435C87}"/>
                </a:ext>
              </a:extLst>
            </p:cNvPr>
            <p:cNvSpPr/>
            <p:nvPr/>
          </p:nvSpPr>
          <p:spPr>
            <a:xfrm>
              <a:off x="7121425" y="2437925"/>
              <a:ext cx="246700" cy="315500"/>
            </a:xfrm>
            <a:custGeom>
              <a:avLst/>
              <a:gdLst/>
              <a:ahLst/>
              <a:cxnLst/>
              <a:rect l="l" t="t" r="r" b="b"/>
              <a:pathLst>
                <a:path w="9868" h="12620" extrusionOk="0">
                  <a:moveTo>
                    <a:pt x="4182" y="661"/>
                  </a:moveTo>
                  <a:lnTo>
                    <a:pt x="4182" y="918"/>
                  </a:lnTo>
                  <a:lnTo>
                    <a:pt x="4182" y="1431"/>
                  </a:lnTo>
                  <a:lnTo>
                    <a:pt x="4145" y="2202"/>
                  </a:lnTo>
                  <a:lnTo>
                    <a:pt x="3925" y="2165"/>
                  </a:lnTo>
                  <a:lnTo>
                    <a:pt x="3962" y="2018"/>
                  </a:lnTo>
                  <a:lnTo>
                    <a:pt x="3962" y="1835"/>
                  </a:lnTo>
                  <a:lnTo>
                    <a:pt x="3889" y="1468"/>
                  </a:lnTo>
                  <a:lnTo>
                    <a:pt x="3852" y="1101"/>
                  </a:lnTo>
                  <a:lnTo>
                    <a:pt x="3889" y="918"/>
                  </a:lnTo>
                  <a:lnTo>
                    <a:pt x="3962" y="771"/>
                  </a:lnTo>
                  <a:lnTo>
                    <a:pt x="3999" y="698"/>
                  </a:lnTo>
                  <a:lnTo>
                    <a:pt x="4072" y="661"/>
                  </a:lnTo>
                  <a:close/>
                  <a:moveTo>
                    <a:pt x="1541" y="404"/>
                  </a:moveTo>
                  <a:lnTo>
                    <a:pt x="1578" y="441"/>
                  </a:lnTo>
                  <a:lnTo>
                    <a:pt x="1614" y="514"/>
                  </a:lnTo>
                  <a:lnTo>
                    <a:pt x="1614" y="1138"/>
                  </a:lnTo>
                  <a:lnTo>
                    <a:pt x="1688" y="2202"/>
                  </a:lnTo>
                  <a:lnTo>
                    <a:pt x="1284" y="2238"/>
                  </a:lnTo>
                  <a:lnTo>
                    <a:pt x="1211" y="2238"/>
                  </a:lnTo>
                  <a:lnTo>
                    <a:pt x="1211" y="1871"/>
                  </a:lnTo>
                  <a:lnTo>
                    <a:pt x="1174" y="1505"/>
                  </a:lnTo>
                  <a:lnTo>
                    <a:pt x="1211" y="1211"/>
                  </a:lnTo>
                  <a:lnTo>
                    <a:pt x="1248" y="954"/>
                  </a:lnTo>
                  <a:lnTo>
                    <a:pt x="1358" y="404"/>
                  </a:lnTo>
                  <a:close/>
                  <a:moveTo>
                    <a:pt x="3815" y="2678"/>
                  </a:moveTo>
                  <a:lnTo>
                    <a:pt x="4439" y="2715"/>
                  </a:lnTo>
                  <a:lnTo>
                    <a:pt x="5026" y="2789"/>
                  </a:lnTo>
                  <a:lnTo>
                    <a:pt x="5026" y="2825"/>
                  </a:lnTo>
                  <a:lnTo>
                    <a:pt x="5136" y="3485"/>
                  </a:lnTo>
                  <a:lnTo>
                    <a:pt x="3925" y="3559"/>
                  </a:lnTo>
                  <a:lnTo>
                    <a:pt x="2678" y="3632"/>
                  </a:lnTo>
                  <a:lnTo>
                    <a:pt x="1358" y="3669"/>
                  </a:lnTo>
                  <a:lnTo>
                    <a:pt x="917" y="3706"/>
                  </a:lnTo>
                  <a:lnTo>
                    <a:pt x="477" y="3742"/>
                  </a:lnTo>
                  <a:lnTo>
                    <a:pt x="441" y="3229"/>
                  </a:lnTo>
                  <a:lnTo>
                    <a:pt x="441" y="2972"/>
                  </a:lnTo>
                  <a:lnTo>
                    <a:pt x="404" y="2862"/>
                  </a:lnTo>
                  <a:lnTo>
                    <a:pt x="331" y="2752"/>
                  </a:lnTo>
                  <a:lnTo>
                    <a:pt x="587" y="2789"/>
                  </a:lnTo>
                  <a:lnTo>
                    <a:pt x="807" y="2789"/>
                  </a:lnTo>
                  <a:lnTo>
                    <a:pt x="1284" y="2752"/>
                  </a:lnTo>
                  <a:lnTo>
                    <a:pt x="1945" y="2678"/>
                  </a:lnTo>
                  <a:close/>
                  <a:moveTo>
                    <a:pt x="4916" y="3999"/>
                  </a:moveTo>
                  <a:lnTo>
                    <a:pt x="4989" y="4072"/>
                  </a:lnTo>
                  <a:lnTo>
                    <a:pt x="5136" y="4109"/>
                  </a:lnTo>
                  <a:lnTo>
                    <a:pt x="5209" y="4072"/>
                  </a:lnTo>
                  <a:lnTo>
                    <a:pt x="5246" y="4623"/>
                  </a:lnTo>
                  <a:lnTo>
                    <a:pt x="5209" y="5173"/>
                  </a:lnTo>
                  <a:lnTo>
                    <a:pt x="5173" y="5430"/>
                  </a:lnTo>
                  <a:lnTo>
                    <a:pt x="5099" y="5723"/>
                  </a:lnTo>
                  <a:lnTo>
                    <a:pt x="4989" y="5980"/>
                  </a:lnTo>
                  <a:lnTo>
                    <a:pt x="4806" y="6200"/>
                  </a:lnTo>
                  <a:lnTo>
                    <a:pt x="4659" y="6310"/>
                  </a:lnTo>
                  <a:lnTo>
                    <a:pt x="4476" y="6420"/>
                  </a:lnTo>
                  <a:lnTo>
                    <a:pt x="4292" y="6457"/>
                  </a:lnTo>
                  <a:lnTo>
                    <a:pt x="4072" y="6493"/>
                  </a:lnTo>
                  <a:lnTo>
                    <a:pt x="3632" y="6530"/>
                  </a:lnTo>
                  <a:lnTo>
                    <a:pt x="3265" y="6567"/>
                  </a:lnTo>
                  <a:lnTo>
                    <a:pt x="2605" y="6567"/>
                  </a:lnTo>
                  <a:lnTo>
                    <a:pt x="2642" y="6493"/>
                  </a:lnTo>
                  <a:lnTo>
                    <a:pt x="2678" y="6383"/>
                  </a:lnTo>
                  <a:lnTo>
                    <a:pt x="2788" y="6310"/>
                  </a:lnTo>
                  <a:lnTo>
                    <a:pt x="2825" y="6273"/>
                  </a:lnTo>
                  <a:lnTo>
                    <a:pt x="2825" y="6237"/>
                  </a:lnTo>
                  <a:lnTo>
                    <a:pt x="2788" y="6200"/>
                  </a:lnTo>
                  <a:lnTo>
                    <a:pt x="2715" y="6200"/>
                  </a:lnTo>
                  <a:lnTo>
                    <a:pt x="2605" y="6237"/>
                  </a:lnTo>
                  <a:lnTo>
                    <a:pt x="2458" y="6310"/>
                  </a:lnTo>
                  <a:lnTo>
                    <a:pt x="2348" y="6420"/>
                  </a:lnTo>
                  <a:lnTo>
                    <a:pt x="2311" y="6567"/>
                  </a:lnTo>
                  <a:lnTo>
                    <a:pt x="1724" y="6493"/>
                  </a:lnTo>
                  <a:lnTo>
                    <a:pt x="1541" y="6457"/>
                  </a:lnTo>
                  <a:lnTo>
                    <a:pt x="1688" y="6420"/>
                  </a:lnTo>
                  <a:lnTo>
                    <a:pt x="2055" y="6383"/>
                  </a:lnTo>
                  <a:lnTo>
                    <a:pt x="2201" y="6310"/>
                  </a:lnTo>
                  <a:lnTo>
                    <a:pt x="2275" y="6237"/>
                  </a:lnTo>
                  <a:lnTo>
                    <a:pt x="2311" y="6163"/>
                  </a:lnTo>
                  <a:lnTo>
                    <a:pt x="2311" y="6090"/>
                  </a:lnTo>
                  <a:lnTo>
                    <a:pt x="2275" y="6016"/>
                  </a:lnTo>
                  <a:lnTo>
                    <a:pt x="2238" y="5980"/>
                  </a:lnTo>
                  <a:lnTo>
                    <a:pt x="2201" y="5943"/>
                  </a:lnTo>
                  <a:lnTo>
                    <a:pt x="2055" y="5943"/>
                  </a:lnTo>
                  <a:lnTo>
                    <a:pt x="1981" y="6016"/>
                  </a:lnTo>
                  <a:lnTo>
                    <a:pt x="1798" y="6053"/>
                  </a:lnTo>
                  <a:lnTo>
                    <a:pt x="1394" y="6127"/>
                  </a:lnTo>
                  <a:lnTo>
                    <a:pt x="1138" y="6200"/>
                  </a:lnTo>
                  <a:lnTo>
                    <a:pt x="917" y="6273"/>
                  </a:lnTo>
                  <a:lnTo>
                    <a:pt x="807" y="6200"/>
                  </a:lnTo>
                  <a:lnTo>
                    <a:pt x="697" y="6127"/>
                  </a:lnTo>
                  <a:lnTo>
                    <a:pt x="661" y="5980"/>
                  </a:lnTo>
                  <a:lnTo>
                    <a:pt x="624" y="5870"/>
                  </a:lnTo>
                  <a:lnTo>
                    <a:pt x="624" y="5870"/>
                  </a:lnTo>
                  <a:lnTo>
                    <a:pt x="844" y="5906"/>
                  </a:lnTo>
                  <a:lnTo>
                    <a:pt x="1504" y="5906"/>
                  </a:lnTo>
                  <a:lnTo>
                    <a:pt x="1724" y="5870"/>
                  </a:lnTo>
                  <a:lnTo>
                    <a:pt x="1945" y="5833"/>
                  </a:lnTo>
                  <a:lnTo>
                    <a:pt x="1981" y="5796"/>
                  </a:lnTo>
                  <a:lnTo>
                    <a:pt x="2018" y="5760"/>
                  </a:lnTo>
                  <a:lnTo>
                    <a:pt x="2055" y="5650"/>
                  </a:lnTo>
                  <a:lnTo>
                    <a:pt x="1981" y="5540"/>
                  </a:lnTo>
                  <a:lnTo>
                    <a:pt x="1945" y="5503"/>
                  </a:lnTo>
                  <a:lnTo>
                    <a:pt x="1504" y="5503"/>
                  </a:lnTo>
                  <a:lnTo>
                    <a:pt x="1101" y="5540"/>
                  </a:lnTo>
                  <a:lnTo>
                    <a:pt x="844" y="5576"/>
                  </a:lnTo>
                  <a:lnTo>
                    <a:pt x="587" y="5576"/>
                  </a:lnTo>
                  <a:lnTo>
                    <a:pt x="587" y="5356"/>
                  </a:lnTo>
                  <a:lnTo>
                    <a:pt x="734" y="5430"/>
                  </a:lnTo>
                  <a:lnTo>
                    <a:pt x="881" y="5466"/>
                  </a:lnTo>
                  <a:lnTo>
                    <a:pt x="1211" y="5466"/>
                  </a:lnTo>
                  <a:lnTo>
                    <a:pt x="1541" y="5393"/>
                  </a:lnTo>
                  <a:lnTo>
                    <a:pt x="1835" y="5246"/>
                  </a:lnTo>
                  <a:lnTo>
                    <a:pt x="1871" y="5173"/>
                  </a:lnTo>
                  <a:lnTo>
                    <a:pt x="1908" y="5099"/>
                  </a:lnTo>
                  <a:lnTo>
                    <a:pt x="1908" y="5026"/>
                  </a:lnTo>
                  <a:lnTo>
                    <a:pt x="1871" y="4953"/>
                  </a:lnTo>
                  <a:lnTo>
                    <a:pt x="1835" y="4916"/>
                  </a:lnTo>
                  <a:lnTo>
                    <a:pt x="1761" y="4879"/>
                  </a:lnTo>
                  <a:lnTo>
                    <a:pt x="1724" y="4879"/>
                  </a:lnTo>
                  <a:lnTo>
                    <a:pt x="1614" y="4916"/>
                  </a:lnTo>
                  <a:lnTo>
                    <a:pt x="1358" y="5026"/>
                  </a:lnTo>
                  <a:lnTo>
                    <a:pt x="1101" y="5099"/>
                  </a:lnTo>
                  <a:lnTo>
                    <a:pt x="844" y="5099"/>
                  </a:lnTo>
                  <a:lnTo>
                    <a:pt x="551" y="5063"/>
                  </a:lnTo>
                  <a:lnTo>
                    <a:pt x="551" y="4916"/>
                  </a:lnTo>
                  <a:lnTo>
                    <a:pt x="844" y="4879"/>
                  </a:lnTo>
                  <a:lnTo>
                    <a:pt x="1138" y="4879"/>
                  </a:lnTo>
                  <a:lnTo>
                    <a:pt x="1724" y="4769"/>
                  </a:lnTo>
                  <a:lnTo>
                    <a:pt x="1908" y="4696"/>
                  </a:lnTo>
                  <a:lnTo>
                    <a:pt x="2091" y="4586"/>
                  </a:lnTo>
                  <a:lnTo>
                    <a:pt x="2128" y="4513"/>
                  </a:lnTo>
                  <a:lnTo>
                    <a:pt x="2165" y="4439"/>
                  </a:lnTo>
                  <a:lnTo>
                    <a:pt x="2128" y="4329"/>
                  </a:lnTo>
                  <a:lnTo>
                    <a:pt x="2055" y="4256"/>
                  </a:lnTo>
                  <a:lnTo>
                    <a:pt x="1945" y="4182"/>
                  </a:lnTo>
                  <a:lnTo>
                    <a:pt x="1871" y="4182"/>
                  </a:lnTo>
                  <a:lnTo>
                    <a:pt x="1835" y="4219"/>
                  </a:lnTo>
                  <a:lnTo>
                    <a:pt x="1761" y="4256"/>
                  </a:lnTo>
                  <a:lnTo>
                    <a:pt x="1724" y="4329"/>
                  </a:lnTo>
                  <a:lnTo>
                    <a:pt x="1468" y="4403"/>
                  </a:lnTo>
                  <a:lnTo>
                    <a:pt x="991" y="4476"/>
                  </a:lnTo>
                  <a:lnTo>
                    <a:pt x="551" y="4586"/>
                  </a:lnTo>
                  <a:lnTo>
                    <a:pt x="514" y="4146"/>
                  </a:lnTo>
                  <a:lnTo>
                    <a:pt x="1358" y="4146"/>
                  </a:lnTo>
                  <a:lnTo>
                    <a:pt x="2678" y="4109"/>
                  </a:lnTo>
                  <a:lnTo>
                    <a:pt x="3815" y="4072"/>
                  </a:lnTo>
                  <a:lnTo>
                    <a:pt x="4916" y="3999"/>
                  </a:lnTo>
                  <a:close/>
                  <a:moveTo>
                    <a:pt x="1211" y="1"/>
                  </a:moveTo>
                  <a:lnTo>
                    <a:pt x="1101" y="37"/>
                  </a:lnTo>
                  <a:lnTo>
                    <a:pt x="1028" y="147"/>
                  </a:lnTo>
                  <a:lnTo>
                    <a:pt x="881" y="771"/>
                  </a:lnTo>
                  <a:lnTo>
                    <a:pt x="807" y="1395"/>
                  </a:lnTo>
                  <a:lnTo>
                    <a:pt x="807" y="1835"/>
                  </a:lnTo>
                  <a:lnTo>
                    <a:pt x="807" y="2092"/>
                  </a:lnTo>
                  <a:lnTo>
                    <a:pt x="881" y="2312"/>
                  </a:lnTo>
                  <a:lnTo>
                    <a:pt x="551" y="2385"/>
                  </a:lnTo>
                  <a:lnTo>
                    <a:pt x="367" y="2458"/>
                  </a:lnTo>
                  <a:lnTo>
                    <a:pt x="221" y="2568"/>
                  </a:lnTo>
                  <a:lnTo>
                    <a:pt x="184" y="2605"/>
                  </a:lnTo>
                  <a:lnTo>
                    <a:pt x="147" y="2678"/>
                  </a:lnTo>
                  <a:lnTo>
                    <a:pt x="37" y="2825"/>
                  </a:lnTo>
                  <a:lnTo>
                    <a:pt x="37" y="3009"/>
                  </a:lnTo>
                  <a:lnTo>
                    <a:pt x="37" y="3375"/>
                  </a:lnTo>
                  <a:lnTo>
                    <a:pt x="37" y="3852"/>
                  </a:lnTo>
                  <a:lnTo>
                    <a:pt x="37" y="3889"/>
                  </a:lnTo>
                  <a:lnTo>
                    <a:pt x="0" y="3962"/>
                  </a:lnTo>
                  <a:lnTo>
                    <a:pt x="37" y="4072"/>
                  </a:lnTo>
                  <a:lnTo>
                    <a:pt x="74" y="4439"/>
                  </a:lnTo>
                  <a:lnTo>
                    <a:pt x="110" y="5540"/>
                  </a:lnTo>
                  <a:lnTo>
                    <a:pt x="110" y="5943"/>
                  </a:lnTo>
                  <a:lnTo>
                    <a:pt x="184" y="6127"/>
                  </a:lnTo>
                  <a:lnTo>
                    <a:pt x="257" y="6310"/>
                  </a:lnTo>
                  <a:lnTo>
                    <a:pt x="367" y="6457"/>
                  </a:lnTo>
                  <a:lnTo>
                    <a:pt x="477" y="6567"/>
                  </a:lnTo>
                  <a:lnTo>
                    <a:pt x="624" y="6677"/>
                  </a:lnTo>
                  <a:lnTo>
                    <a:pt x="771" y="6750"/>
                  </a:lnTo>
                  <a:lnTo>
                    <a:pt x="1101" y="6860"/>
                  </a:lnTo>
                  <a:lnTo>
                    <a:pt x="1468" y="6934"/>
                  </a:lnTo>
                  <a:lnTo>
                    <a:pt x="2091" y="7007"/>
                  </a:lnTo>
                  <a:lnTo>
                    <a:pt x="2678" y="7044"/>
                  </a:lnTo>
                  <a:lnTo>
                    <a:pt x="2605" y="7264"/>
                  </a:lnTo>
                  <a:lnTo>
                    <a:pt x="2605" y="7484"/>
                  </a:lnTo>
                  <a:lnTo>
                    <a:pt x="2605" y="7887"/>
                  </a:lnTo>
                  <a:lnTo>
                    <a:pt x="2605" y="8548"/>
                  </a:lnTo>
                  <a:lnTo>
                    <a:pt x="2678" y="9208"/>
                  </a:lnTo>
                  <a:lnTo>
                    <a:pt x="2825" y="10455"/>
                  </a:lnTo>
                  <a:lnTo>
                    <a:pt x="3045" y="11665"/>
                  </a:lnTo>
                  <a:lnTo>
                    <a:pt x="3118" y="11922"/>
                  </a:lnTo>
                  <a:lnTo>
                    <a:pt x="3228" y="12106"/>
                  </a:lnTo>
                  <a:lnTo>
                    <a:pt x="3375" y="12252"/>
                  </a:lnTo>
                  <a:lnTo>
                    <a:pt x="3595" y="12399"/>
                  </a:lnTo>
                  <a:lnTo>
                    <a:pt x="3779" y="12472"/>
                  </a:lnTo>
                  <a:lnTo>
                    <a:pt x="3999" y="12546"/>
                  </a:lnTo>
                  <a:lnTo>
                    <a:pt x="4476" y="12619"/>
                  </a:lnTo>
                  <a:lnTo>
                    <a:pt x="4732" y="12582"/>
                  </a:lnTo>
                  <a:lnTo>
                    <a:pt x="4952" y="12509"/>
                  </a:lnTo>
                  <a:lnTo>
                    <a:pt x="5136" y="12399"/>
                  </a:lnTo>
                  <a:lnTo>
                    <a:pt x="5283" y="12216"/>
                  </a:lnTo>
                  <a:lnTo>
                    <a:pt x="5429" y="12032"/>
                  </a:lnTo>
                  <a:lnTo>
                    <a:pt x="5503" y="11812"/>
                  </a:lnTo>
                  <a:lnTo>
                    <a:pt x="5576" y="11592"/>
                  </a:lnTo>
                  <a:lnTo>
                    <a:pt x="5613" y="11372"/>
                  </a:lnTo>
                  <a:lnTo>
                    <a:pt x="5613" y="11079"/>
                  </a:lnTo>
                  <a:lnTo>
                    <a:pt x="5613" y="10785"/>
                  </a:lnTo>
                  <a:lnTo>
                    <a:pt x="5539" y="10162"/>
                  </a:lnTo>
                  <a:lnTo>
                    <a:pt x="5539" y="9538"/>
                  </a:lnTo>
                  <a:lnTo>
                    <a:pt x="5649" y="8951"/>
                  </a:lnTo>
                  <a:lnTo>
                    <a:pt x="5723" y="8658"/>
                  </a:lnTo>
                  <a:lnTo>
                    <a:pt x="5833" y="8364"/>
                  </a:lnTo>
                  <a:lnTo>
                    <a:pt x="5980" y="8071"/>
                  </a:lnTo>
                  <a:lnTo>
                    <a:pt x="6090" y="7961"/>
                  </a:lnTo>
                  <a:lnTo>
                    <a:pt x="6200" y="7851"/>
                  </a:lnTo>
                  <a:lnTo>
                    <a:pt x="6273" y="7814"/>
                  </a:lnTo>
                  <a:lnTo>
                    <a:pt x="6310" y="7814"/>
                  </a:lnTo>
                  <a:lnTo>
                    <a:pt x="6456" y="7887"/>
                  </a:lnTo>
                  <a:lnTo>
                    <a:pt x="6530" y="7997"/>
                  </a:lnTo>
                  <a:lnTo>
                    <a:pt x="6603" y="8144"/>
                  </a:lnTo>
                  <a:lnTo>
                    <a:pt x="6640" y="8291"/>
                  </a:lnTo>
                  <a:lnTo>
                    <a:pt x="6603" y="8474"/>
                  </a:lnTo>
                  <a:lnTo>
                    <a:pt x="6566" y="8804"/>
                  </a:lnTo>
                  <a:lnTo>
                    <a:pt x="6530" y="9208"/>
                  </a:lnTo>
                  <a:lnTo>
                    <a:pt x="6566" y="9428"/>
                  </a:lnTo>
                  <a:lnTo>
                    <a:pt x="6603" y="9648"/>
                  </a:lnTo>
                  <a:lnTo>
                    <a:pt x="6676" y="9868"/>
                  </a:lnTo>
                  <a:lnTo>
                    <a:pt x="6787" y="10051"/>
                  </a:lnTo>
                  <a:lnTo>
                    <a:pt x="6970" y="10162"/>
                  </a:lnTo>
                  <a:lnTo>
                    <a:pt x="7153" y="10272"/>
                  </a:lnTo>
                  <a:lnTo>
                    <a:pt x="7447" y="10345"/>
                  </a:lnTo>
                  <a:lnTo>
                    <a:pt x="7777" y="10382"/>
                  </a:lnTo>
                  <a:lnTo>
                    <a:pt x="8437" y="10382"/>
                  </a:lnTo>
                  <a:lnTo>
                    <a:pt x="9061" y="10308"/>
                  </a:lnTo>
                  <a:lnTo>
                    <a:pt x="9684" y="10162"/>
                  </a:lnTo>
                  <a:lnTo>
                    <a:pt x="9758" y="10125"/>
                  </a:lnTo>
                  <a:lnTo>
                    <a:pt x="9831" y="10051"/>
                  </a:lnTo>
                  <a:lnTo>
                    <a:pt x="9868" y="9941"/>
                  </a:lnTo>
                  <a:lnTo>
                    <a:pt x="9831" y="9868"/>
                  </a:lnTo>
                  <a:lnTo>
                    <a:pt x="9794" y="9758"/>
                  </a:lnTo>
                  <a:lnTo>
                    <a:pt x="9721" y="9685"/>
                  </a:lnTo>
                  <a:lnTo>
                    <a:pt x="9648" y="9648"/>
                  </a:lnTo>
                  <a:lnTo>
                    <a:pt x="9538" y="9648"/>
                  </a:lnTo>
                  <a:lnTo>
                    <a:pt x="8951" y="9758"/>
                  </a:lnTo>
                  <a:lnTo>
                    <a:pt x="8327" y="9831"/>
                  </a:lnTo>
                  <a:lnTo>
                    <a:pt x="7740" y="9831"/>
                  </a:lnTo>
                  <a:lnTo>
                    <a:pt x="7447" y="9795"/>
                  </a:lnTo>
                  <a:lnTo>
                    <a:pt x="7300" y="9721"/>
                  </a:lnTo>
                  <a:lnTo>
                    <a:pt x="7190" y="9648"/>
                  </a:lnTo>
                  <a:lnTo>
                    <a:pt x="7117" y="9575"/>
                  </a:lnTo>
                  <a:lnTo>
                    <a:pt x="7080" y="9465"/>
                  </a:lnTo>
                  <a:lnTo>
                    <a:pt x="7080" y="9208"/>
                  </a:lnTo>
                  <a:lnTo>
                    <a:pt x="7080" y="8914"/>
                  </a:lnTo>
                  <a:lnTo>
                    <a:pt x="7117" y="8694"/>
                  </a:lnTo>
                  <a:lnTo>
                    <a:pt x="7153" y="8474"/>
                  </a:lnTo>
                  <a:lnTo>
                    <a:pt x="7153" y="8254"/>
                  </a:lnTo>
                  <a:lnTo>
                    <a:pt x="7117" y="8034"/>
                  </a:lnTo>
                  <a:lnTo>
                    <a:pt x="7043" y="7851"/>
                  </a:lnTo>
                  <a:lnTo>
                    <a:pt x="6970" y="7667"/>
                  </a:lnTo>
                  <a:lnTo>
                    <a:pt x="6823" y="7520"/>
                  </a:lnTo>
                  <a:lnTo>
                    <a:pt x="6676" y="7410"/>
                  </a:lnTo>
                  <a:lnTo>
                    <a:pt x="6530" y="7337"/>
                  </a:lnTo>
                  <a:lnTo>
                    <a:pt x="6383" y="7300"/>
                  </a:lnTo>
                  <a:lnTo>
                    <a:pt x="6200" y="7300"/>
                  </a:lnTo>
                  <a:lnTo>
                    <a:pt x="6016" y="7337"/>
                  </a:lnTo>
                  <a:lnTo>
                    <a:pt x="5833" y="7447"/>
                  </a:lnTo>
                  <a:lnTo>
                    <a:pt x="5649" y="7594"/>
                  </a:lnTo>
                  <a:lnTo>
                    <a:pt x="5503" y="7814"/>
                  </a:lnTo>
                  <a:lnTo>
                    <a:pt x="5393" y="8034"/>
                  </a:lnTo>
                  <a:lnTo>
                    <a:pt x="5283" y="8291"/>
                  </a:lnTo>
                  <a:lnTo>
                    <a:pt x="5136" y="8768"/>
                  </a:lnTo>
                  <a:lnTo>
                    <a:pt x="5026" y="9281"/>
                  </a:lnTo>
                  <a:lnTo>
                    <a:pt x="4989" y="9795"/>
                  </a:lnTo>
                  <a:lnTo>
                    <a:pt x="5026" y="10308"/>
                  </a:lnTo>
                  <a:lnTo>
                    <a:pt x="5062" y="10858"/>
                  </a:lnTo>
                  <a:lnTo>
                    <a:pt x="5062" y="11372"/>
                  </a:lnTo>
                  <a:lnTo>
                    <a:pt x="5062" y="11519"/>
                  </a:lnTo>
                  <a:lnTo>
                    <a:pt x="5026" y="11665"/>
                  </a:lnTo>
                  <a:lnTo>
                    <a:pt x="4952" y="11775"/>
                  </a:lnTo>
                  <a:lnTo>
                    <a:pt x="4879" y="11886"/>
                  </a:lnTo>
                  <a:lnTo>
                    <a:pt x="4769" y="11959"/>
                  </a:lnTo>
                  <a:lnTo>
                    <a:pt x="4659" y="12032"/>
                  </a:lnTo>
                  <a:lnTo>
                    <a:pt x="4512" y="12069"/>
                  </a:lnTo>
                  <a:lnTo>
                    <a:pt x="4366" y="12069"/>
                  </a:lnTo>
                  <a:lnTo>
                    <a:pt x="4109" y="11996"/>
                  </a:lnTo>
                  <a:lnTo>
                    <a:pt x="3815" y="11922"/>
                  </a:lnTo>
                  <a:lnTo>
                    <a:pt x="3705" y="11849"/>
                  </a:lnTo>
                  <a:lnTo>
                    <a:pt x="3595" y="11739"/>
                  </a:lnTo>
                  <a:lnTo>
                    <a:pt x="3559" y="11592"/>
                  </a:lnTo>
                  <a:lnTo>
                    <a:pt x="3522" y="11445"/>
                  </a:lnTo>
                  <a:lnTo>
                    <a:pt x="3302" y="10272"/>
                  </a:lnTo>
                  <a:lnTo>
                    <a:pt x="3155" y="9061"/>
                  </a:lnTo>
                  <a:lnTo>
                    <a:pt x="3045" y="7887"/>
                  </a:lnTo>
                  <a:lnTo>
                    <a:pt x="3045" y="7484"/>
                  </a:lnTo>
                  <a:lnTo>
                    <a:pt x="3008" y="7264"/>
                  </a:lnTo>
                  <a:lnTo>
                    <a:pt x="2935" y="7044"/>
                  </a:lnTo>
                  <a:lnTo>
                    <a:pt x="3375" y="7044"/>
                  </a:lnTo>
                  <a:lnTo>
                    <a:pt x="3779" y="7007"/>
                  </a:lnTo>
                  <a:lnTo>
                    <a:pt x="4219" y="6970"/>
                  </a:lnTo>
                  <a:lnTo>
                    <a:pt x="4622" y="6860"/>
                  </a:lnTo>
                  <a:lnTo>
                    <a:pt x="4806" y="6787"/>
                  </a:lnTo>
                  <a:lnTo>
                    <a:pt x="4952" y="6677"/>
                  </a:lnTo>
                  <a:lnTo>
                    <a:pt x="5099" y="6603"/>
                  </a:lnTo>
                  <a:lnTo>
                    <a:pt x="5209" y="6493"/>
                  </a:lnTo>
                  <a:lnTo>
                    <a:pt x="5429" y="6200"/>
                  </a:lnTo>
                  <a:lnTo>
                    <a:pt x="5539" y="5906"/>
                  </a:lnTo>
                  <a:lnTo>
                    <a:pt x="5649" y="5576"/>
                  </a:lnTo>
                  <a:lnTo>
                    <a:pt x="5723" y="5210"/>
                  </a:lnTo>
                  <a:lnTo>
                    <a:pt x="5723" y="4806"/>
                  </a:lnTo>
                  <a:lnTo>
                    <a:pt x="5686" y="4036"/>
                  </a:lnTo>
                  <a:lnTo>
                    <a:pt x="5649" y="3559"/>
                  </a:lnTo>
                  <a:lnTo>
                    <a:pt x="5576" y="3082"/>
                  </a:lnTo>
                  <a:lnTo>
                    <a:pt x="5539" y="2789"/>
                  </a:lnTo>
                  <a:lnTo>
                    <a:pt x="5503" y="2678"/>
                  </a:lnTo>
                  <a:lnTo>
                    <a:pt x="5466" y="2568"/>
                  </a:lnTo>
                  <a:lnTo>
                    <a:pt x="5429" y="2422"/>
                  </a:lnTo>
                  <a:lnTo>
                    <a:pt x="5356" y="2348"/>
                  </a:lnTo>
                  <a:lnTo>
                    <a:pt x="5173" y="2238"/>
                  </a:lnTo>
                  <a:lnTo>
                    <a:pt x="5026" y="2202"/>
                  </a:lnTo>
                  <a:lnTo>
                    <a:pt x="4916" y="2202"/>
                  </a:lnTo>
                  <a:lnTo>
                    <a:pt x="4879" y="2238"/>
                  </a:lnTo>
                  <a:lnTo>
                    <a:pt x="4586" y="2238"/>
                  </a:lnTo>
                  <a:lnTo>
                    <a:pt x="4622" y="808"/>
                  </a:lnTo>
                  <a:lnTo>
                    <a:pt x="4586" y="551"/>
                  </a:lnTo>
                  <a:lnTo>
                    <a:pt x="4549" y="441"/>
                  </a:lnTo>
                  <a:lnTo>
                    <a:pt x="4512" y="331"/>
                  </a:lnTo>
                  <a:lnTo>
                    <a:pt x="4439" y="258"/>
                  </a:lnTo>
                  <a:lnTo>
                    <a:pt x="4329" y="221"/>
                  </a:lnTo>
                  <a:lnTo>
                    <a:pt x="4219" y="184"/>
                  </a:lnTo>
                  <a:lnTo>
                    <a:pt x="4072" y="221"/>
                  </a:lnTo>
                  <a:lnTo>
                    <a:pt x="3815" y="331"/>
                  </a:lnTo>
                  <a:lnTo>
                    <a:pt x="3705" y="404"/>
                  </a:lnTo>
                  <a:lnTo>
                    <a:pt x="3632" y="514"/>
                  </a:lnTo>
                  <a:lnTo>
                    <a:pt x="3522" y="734"/>
                  </a:lnTo>
                  <a:lnTo>
                    <a:pt x="3449" y="991"/>
                  </a:lnTo>
                  <a:lnTo>
                    <a:pt x="3485" y="1321"/>
                  </a:lnTo>
                  <a:lnTo>
                    <a:pt x="3522" y="1651"/>
                  </a:lnTo>
                  <a:lnTo>
                    <a:pt x="3559" y="1908"/>
                  </a:lnTo>
                  <a:lnTo>
                    <a:pt x="3669" y="2165"/>
                  </a:lnTo>
                  <a:lnTo>
                    <a:pt x="2091" y="2165"/>
                  </a:lnTo>
                  <a:lnTo>
                    <a:pt x="2055" y="1358"/>
                  </a:lnTo>
                  <a:lnTo>
                    <a:pt x="2018" y="514"/>
                  </a:lnTo>
                  <a:lnTo>
                    <a:pt x="2018" y="368"/>
                  </a:lnTo>
                  <a:lnTo>
                    <a:pt x="1945" y="221"/>
                  </a:lnTo>
                  <a:lnTo>
                    <a:pt x="1871" y="147"/>
                  </a:lnTo>
                  <a:lnTo>
                    <a:pt x="1761" y="74"/>
                  </a:lnTo>
                  <a:lnTo>
                    <a:pt x="1651" y="37"/>
                  </a:lnTo>
                  <a:lnTo>
                    <a:pt x="1504" y="1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34" name="Google Shape;320;p5">
              <a:extLst>
                <a:ext uri="{FF2B5EF4-FFF2-40B4-BE49-F238E27FC236}">
                  <a16:creationId xmlns:a16="http://schemas.microsoft.com/office/drawing/2014/main" id="{F4B5A6CC-D63C-43C9-BC6E-26CB372C4259}"/>
                </a:ext>
              </a:extLst>
            </p:cNvPr>
            <p:cNvSpPr/>
            <p:nvPr/>
          </p:nvSpPr>
          <p:spPr>
            <a:xfrm>
              <a:off x="6062250" y="3853825"/>
              <a:ext cx="332900" cy="376025"/>
            </a:xfrm>
            <a:custGeom>
              <a:avLst/>
              <a:gdLst/>
              <a:ahLst/>
              <a:cxnLst/>
              <a:rect l="l" t="t" r="r" b="b"/>
              <a:pathLst>
                <a:path w="13316" h="15041" extrusionOk="0">
                  <a:moveTo>
                    <a:pt x="5466" y="1"/>
                  </a:moveTo>
                  <a:lnTo>
                    <a:pt x="5466" y="38"/>
                  </a:lnTo>
                  <a:lnTo>
                    <a:pt x="5576" y="1248"/>
                  </a:lnTo>
                  <a:lnTo>
                    <a:pt x="5612" y="1321"/>
                  </a:lnTo>
                  <a:lnTo>
                    <a:pt x="5649" y="1395"/>
                  </a:lnTo>
                  <a:lnTo>
                    <a:pt x="5759" y="1431"/>
                  </a:lnTo>
                  <a:lnTo>
                    <a:pt x="5833" y="1395"/>
                  </a:lnTo>
                  <a:lnTo>
                    <a:pt x="6713" y="881"/>
                  </a:lnTo>
                  <a:lnTo>
                    <a:pt x="6713" y="881"/>
                  </a:lnTo>
                  <a:lnTo>
                    <a:pt x="6640" y="1285"/>
                  </a:lnTo>
                  <a:lnTo>
                    <a:pt x="6603" y="1652"/>
                  </a:lnTo>
                  <a:lnTo>
                    <a:pt x="6603" y="2055"/>
                  </a:lnTo>
                  <a:lnTo>
                    <a:pt x="6640" y="2459"/>
                  </a:lnTo>
                  <a:lnTo>
                    <a:pt x="6676" y="2569"/>
                  </a:lnTo>
                  <a:lnTo>
                    <a:pt x="6750" y="2605"/>
                  </a:lnTo>
                  <a:lnTo>
                    <a:pt x="6823" y="2642"/>
                  </a:lnTo>
                  <a:lnTo>
                    <a:pt x="6896" y="2679"/>
                  </a:lnTo>
                  <a:lnTo>
                    <a:pt x="6970" y="2642"/>
                  </a:lnTo>
                  <a:lnTo>
                    <a:pt x="7043" y="2605"/>
                  </a:lnTo>
                  <a:lnTo>
                    <a:pt x="7080" y="2532"/>
                  </a:lnTo>
                  <a:lnTo>
                    <a:pt x="7080" y="2459"/>
                  </a:lnTo>
                  <a:lnTo>
                    <a:pt x="7043" y="2275"/>
                  </a:lnTo>
                  <a:lnTo>
                    <a:pt x="7006" y="1835"/>
                  </a:lnTo>
                  <a:lnTo>
                    <a:pt x="7043" y="1395"/>
                  </a:lnTo>
                  <a:lnTo>
                    <a:pt x="7116" y="955"/>
                  </a:lnTo>
                  <a:lnTo>
                    <a:pt x="7226" y="514"/>
                  </a:lnTo>
                  <a:lnTo>
                    <a:pt x="7190" y="404"/>
                  </a:lnTo>
                  <a:lnTo>
                    <a:pt x="7153" y="294"/>
                  </a:lnTo>
                  <a:lnTo>
                    <a:pt x="7043" y="258"/>
                  </a:lnTo>
                  <a:lnTo>
                    <a:pt x="6933" y="294"/>
                  </a:lnTo>
                  <a:lnTo>
                    <a:pt x="5906" y="918"/>
                  </a:lnTo>
                  <a:lnTo>
                    <a:pt x="5869" y="698"/>
                  </a:lnTo>
                  <a:lnTo>
                    <a:pt x="5796" y="478"/>
                  </a:lnTo>
                  <a:lnTo>
                    <a:pt x="5686" y="221"/>
                  </a:lnTo>
                  <a:lnTo>
                    <a:pt x="5576" y="1"/>
                  </a:lnTo>
                  <a:close/>
                  <a:moveTo>
                    <a:pt x="8840" y="3816"/>
                  </a:moveTo>
                  <a:lnTo>
                    <a:pt x="8730" y="3852"/>
                  </a:lnTo>
                  <a:lnTo>
                    <a:pt x="8657" y="3926"/>
                  </a:lnTo>
                  <a:lnTo>
                    <a:pt x="8510" y="4146"/>
                  </a:lnTo>
                  <a:lnTo>
                    <a:pt x="8364" y="4293"/>
                  </a:lnTo>
                  <a:lnTo>
                    <a:pt x="8143" y="4476"/>
                  </a:lnTo>
                  <a:lnTo>
                    <a:pt x="7997" y="4659"/>
                  </a:lnTo>
                  <a:lnTo>
                    <a:pt x="7997" y="4733"/>
                  </a:lnTo>
                  <a:lnTo>
                    <a:pt x="7997" y="4769"/>
                  </a:lnTo>
                  <a:lnTo>
                    <a:pt x="8033" y="4806"/>
                  </a:lnTo>
                  <a:lnTo>
                    <a:pt x="8070" y="4843"/>
                  </a:lnTo>
                  <a:lnTo>
                    <a:pt x="8253" y="4843"/>
                  </a:lnTo>
                  <a:lnTo>
                    <a:pt x="8400" y="4806"/>
                  </a:lnTo>
                  <a:lnTo>
                    <a:pt x="8547" y="4733"/>
                  </a:lnTo>
                  <a:lnTo>
                    <a:pt x="8694" y="4659"/>
                  </a:lnTo>
                  <a:lnTo>
                    <a:pt x="8914" y="4403"/>
                  </a:lnTo>
                  <a:lnTo>
                    <a:pt x="9097" y="4146"/>
                  </a:lnTo>
                  <a:lnTo>
                    <a:pt x="9134" y="4073"/>
                  </a:lnTo>
                  <a:lnTo>
                    <a:pt x="9134" y="3963"/>
                  </a:lnTo>
                  <a:lnTo>
                    <a:pt x="9097" y="3889"/>
                  </a:lnTo>
                  <a:lnTo>
                    <a:pt x="9024" y="3852"/>
                  </a:lnTo>
                  <a:lnTo>
                    <a:pt x="8914" y="3816"/>
                  </a:lnTo>
                  <a:close/>
                  <a:moveTo>
                    <a:pt x="147" y="2972"/>
                  </a:moveTo>
                  <a:lnTo>
                    <a:pt x="73" y="3009"/>
                  </a:lnTo>
                  <a:lnTo>
                    <a:pt x="37" y="3082"/>
                  </a:lnTo>
                  <a:lnTo>
                    <a:pt x="0" y="3229"/>
                  </a:lnTo>
                  <a:lnTo>
                    <a:pt x="37" y="3559"/>
                  </a:lnTo>
                  <a:lnTo>
                    <a:pt x="110" y="4073"/>
                  </a:lnTo>
                  <a:lnTo>
                    <a:pt x="220" y="4549"/>
                  </a:lnTo>
                  <a:lnTo>
                    <a:pt x="257" y="4623"/>
                  </a:lnTo>
                  <a:lnTo>
                    <a:pt x="330" y="4696"/>
                  </a:lnTo>
                  <a:lnTo>
                    <a:pt x="514" y="4696"/>
                  </a:lnTo>
                  <a:lnTo>
                    <a:pt x="1174" y="4219"/>
                  </a:lnTo>
                  <a:lnTo>
                    <a:pt x="1247" y="4843"/>
                  </a:lnTo>
                  <a:lnTo>
                    <a:pt x="1284" y="4990"/>
                  </a:lnTo>
                  <a:lnTo>
                    <a:pt x="1321" y="5173"/>
                  </a:lnTo>
                  <a:lnTo>
                    <a:pt x="1394" y="5320"/>
                  </a:lnTo>
                  <a:lnTo>
                    <a:pt x="1431" y="5356"/>
                  </a:lnTo>
                  <a:lnTo>
                    <a:pt x="1541" y="5393"/>
                  </a:lnTo>
                  <a:lnTo>
                    <a:pt x="1614" y="5393"/>
                  </a:lnTo>
                  <a:lnTo>
                    <a:pt x="1687" y="5356"/>
                  </a:lnTo>
                  <a:lnTo>
                    <a:pt x="1724" y="5320"/>
                  </a:lnTo>
                  <a:lnTo>
                    <a:pt x="1761" y="5246"/>
                  </a:lnTo>
                  <a:lnTo>
                    <a:pt x="1761" y="5173"/>
                  </a:lnTo>
                  <a:lnTo>
                    <a:pt x="1724" y="5063"/>
                  </a:lnTo>
                  <a:lnTo>
                    <a:pt x="1724" y="5026"/>
                  </a:lnTo>
                  <a:lnTo>
                    <a:pt x="1687" y="4953"/>
                  </a:lnTo>
                  <a:lnTo>
                    <a:pt x="1651" y="4549"/>
                  </a:lnTo>
                  <a:lnTo>
                    <a:pt x="1614" y="4183"/>
                  </a:lnTo>
                  <a:lnTo>
                    <a:pt x="1577" y="3816"/>
                  </a:lnTo>
                  <a:lnTo>
                    <a:pt x="1577" y="3706"/>
                  </a:lnTo>
                  <a:lnTo>
                    <a:pt x="1467" y="3632"/>
                  </a:lnTo>
                  <a:lnTo>
                    <a:pt x="1357" y="3632"/>
                  </a:lnTo>
                  <a:lnTo>
                    <a:pt x="1247" y="3669"/>
                  </a:lnTo>
                  <a:lnTo>
                    <a:pt x="880" y="3889"/>
                  </a:lnTo>
                  <a:lnTo>
                    <a:pt x="550" y="4146"/>
                  </a:lnTo>
                  <a:lnTo>
                    <a:pt x="330" y="3302"/>
                  </a:lnTo>
                  <a:lnTo>
                    <a:pt x="294" y="3082"/>
                  </a:lnTo>
                  <a:lnTo>
                    <a:pt x="220" y="2972"/>
                  </a:lnTo>
                  <a:close/>
                  <a:moveTo>
                    <a:pt x="8400" y="2679"/>
                  </a:moveTo>
                  <a:lnTo>
                    <a:pt x="10124" y="5173"/>
                  </a:lnTo>
                  <a:lnTo>
                    <a:pt x="10161" y="5210"/>
                  </a:lnTo>
                  <a:lnTo>
                    <a:pt x="10124" y="5246"/>
                  </a:lnTo>
                  <a:lnTo>
                    <a:pt x="9684" y="5613"/>
                  </a:lnTo>
                  <a:lnTo>
                    <a:pt x="9207" y="6017"/>
                  </a:lnTo>
                  <a:lnTo>
                    <a:pt x="8804" y="6310"/>
                  </a:lnTo>
                  <a:lnTo>
                    <a:pt x="8584" y="6017"/>
                  </a:lnTo>
                  <a:lnTo>
                    <a:pt x="6970" y="3852"/>
                  </a:lnTo>
                  <a:lnTo>
                    <a:pt x="7703" y="3339"/>
                  </a:lnTo>
                  <a:lnTo>
                    <a:pt x="8033" y="3045"/>
                  </a:lnTo>
                  <a:lnTo>
                    <a:pt x="8364" y="2752"/>
                  </a:lnTo>
                  <a:lnTo>
                    <a:pt x="8400" y="2679"/>
                  </a:lnTo>
                  <a:close/>
                  <a:moveTo>
                    <a:pt x="2494" y="7227"/>
                  </a:moveTo>
                  <a:lnTo>
                    <a:pt x="2421" y="7301"/>
                  </a:lnTo>
                  <a:lnTo>
                    <a:pt x="2421" y="7411"/>
                  </a:lnTo>
                  <a:lnTo>
                    <a:pt x="2678" y="7887"/>
                  </a:lnTo>
                  <a:lnTo>
                    <a:pt x="2494" y="8034"/>
                  </a:lnTo>
                  <a:lnTo>
                    <a:pt x="2458" y="8108"/>
                  </a:lnTo>
                  <a:lnTo>
                    <a:pt x="2421" y="8218"/>
                  </a:lnTo>
                  <a:lnTo>
                    <a:pt x="2421" y="8291"/>
                  </a:lnTo>
                  <a:lnTo>
                    <a:pt x="2494" y="8328"/>
                  </a:lnTo>
                  <a:lnTo>
                    <a:pt x="2605" y="8364"/>
                  </a:lnTo>
                  <a:lnTo>
                    <a:pt x="2678" y="8328"/>
                  </a:lnTo>
                  <a:lnTo>
                    <a:pt x="2861" y="8254"/>
                  </a:lnTo>
                  <a:lnTo>
                    <a:pt x="2935" y="8364"/>
                  </a:lnTo>
                  <a:lnTo>
                    <a:pt x="3155" y="8694"/>
                  </a:lnTo>
                  <a:lnTo>
                    <a:pt x="3301" y="8841"/>
                  </a:lnTo>
                  <a:lnTo>
                    <a:pt x="3375" y="8878"/>
                  </a:lnTo>
                  <a:lnTo>
                    <a:pt x="3485" y="8915"/>
                  </a:lnTo>
                  <a:lnTo>
                    <a:pt x="3558" y="8878"/>
                  </a:lnTo>
                  <a:lnTo>
                    <a:pt x="3595" y="8804"/>
                  </a:lnTo>
                  <a:lnTo>
                    <a:pt x="3632" y="8731"/>
                  </a:lnTo>
                  <a:lnTo>
                    <a:pt x="3595" y="8621"/>
                  </a:lnTo>
                  <a:lnTo>
                    <a:pt x="3558" y="8438"/>
                  </a:lnTo>
                  <a:lnTo>
                    <a:pt x="3301" y="8108"/>
                  </a:lnTo>
                  <a:lnTo>
                    <a:pt x="3228" y="7997"/>
                  </a:lnTo>
                  <a:lnTo>
                    <a:pt x="3558" y="7704"/>
                  </a:lnTo>
                  <a:lnTo>
                    <a:pt x="3595" y="7594"/>
                  </a:lnTo>
                  <a:lnTo>
                    <a:pt x="3595" y="7484"/>
                  </a:lnTo>
                  <a:lnTo>
                    <a:pt x="3558" y="7411"/>
                  </a:lnTo>
                  <a:lnTo>
                    <a:pt x="3485" y="7374"/>
                  </a:lnTo>
                  <a:lnTo>
                    <a:pt x="3412" y="7337"/>
                  </a:lnTo>
                  <a:lnTo>
                    <a:pt x="3338" y="7337"/>
                  </a:lnTo>
                  <a:lnTo>
                    <a:pt x="3228" y="7411"/>
                  </a:lnTo>
                  <a:lnTo>
                    <a:pt x="2971" y="7631"/>
                  </a:lnTo>
                  <a:lnTo>
                    <a:pt x="2641" y="7264"/>
                  </a:lnTo>
                  <a:lnTo>
                    <a:pt x="2568" y="7227"/>
                  </a:lnTo>
                  <a:close/>
                  <a:moveTo>
                    <a:pt x="3191" y="6090"/>
                  </a:moveTo>
                  <a:lnTo>
                    <a:pt x="3595" y="6860"/>
                  </a:lnTo>
                  <a:lnTo>
                    <a:pt x="3998" y="7594"/>
                  </a:lnTo>
                  <a:lnTo>
                    <a:pt x="4439" y="8328"/>
                  </a:lnTo>
                  <a:lnTo>
                    <a:pt x="4915" y="9025"/>
                  </a:lnTo>
                  <a:lnTo>
                    <a:pt x="4769" y="9098"/>
                  </a:lnTo>
                  <a:lnTo>
                    <a:pt x="4622" y="9171"/>
                  </a:lnTo>
                  <a:lnTo>
                    <a:pt x="4365" y="9355"/>
                  </a:lnTo>
                  <a:lnTo>
                    <a:pt x="3778" y="9721"/>
                  </a:lnTo>
                  <a:lnTo>
                    <a:pt x="3522" y="9905"/>
                  </a:lnTo>
                  <a:lnTo>
                    <a:pt x="3412" y="10015"/>
                  </a:lnTo>
                  <a:lnTo>
                    <a:pt x="3265" y="10052"/>
                  </a:lnTo>
                  <a:lnTo>
                    <a:pt x="3228" y="10052"/>
                  </a:lnTo>
                  <a:lnTo>
                    <a:pt x="3191" y="10088"/>
                  </a:lnTo>
                  <a:lnTo>
                    <a:pt x="3191" y="10162"/>
                  </a:lnTo>
                  <a:lnTo>
                    <a:pt x="2421" y="9025"/>
                  </a:lnTo>
                  <a:lnTo>
                    <a:pt x="1761" y="7997"/>
                  </a:lnTo>
                  <a:lnTo>
                    <a:pt x="1064" y="7007"/>
                  </a:lnTo>
                  <a:lnTo>
                    <a:pt x="1394" y="6897"/>
                  </a:lnTo>
                  <a:lnTo>
                    <a:pt x="1724" y="6714"/>
                  </a:lnTo>
                  <a:lnTo>
                    <a:pt x="2348" y="6383"/>
                  </a:lnTo>
                  <a:lnTo>
                    <a:pt x="2494" y="6310"/>
                  </a:lnTo>
                  <a:lnTo>
                    <a:pt x="2641" y="6273"/>
                  </a:lnTo>
                  <a:lnTo>
                    <a:pt x="2935" y="6237"/>
                  </a:lnTo>
                  <a:lnTo>
                    <a:pt x="3081" y="6200"/>
                  </a:lnTo>
                  <a:lnTo>
                    <a:pt x="3191" y="6090"/>
                  </a:lnTo>
                  <a:close/>
                  <a:moveTo>
                    <a:pt x="12729" y="11005"/>
                  </a:moveTo>
                  <a:lnTo>
                    <a:pt x="12655" y="11225"/>
                  </a:lnTo>
                  <a:lnTo>
                    <a:pt x="12582" y="11115"/>
                  </a:lnTo>
                  <a:lnTo>
                    <a:pt x="12729" y="11005"/>
                  </a:lnTo>
                  <a:close/>
                  <a:moveTo>
                    <a:pt x="9647" y="12949"/>
                  </a:moveTo>
                  <a:lnTo>
                    <a:pt x="9721" y="13096"/>
                  </a:lnTo>
                  <a:lnTo>
                    <a:pt x="9831" y="13280"/>
                  </a:lnTo>
                  <a:lnTo>
                    <a:pt x="9941" y="13463"/>
                  </a:lnTo>
                  <a:lnTo>
                    <a:pt x="10088" y="13573"/>
                  </a:lnTo>
                  <a:lnTo>
                    <a:pt x="10051" y="13573"/>
                  </a:lnTo>
                  <a:lnTo>
                    <a:pt x="9647" y="13756"/>
                  </a:lnTo>
                  <a:lnTo>
                    <a:pt x="9647" y="13646"/>
                  </a:lnTo>
                  <a:lnTo>
                    <a:pt x="9574" y="13536"/>
                  </a:lnTo>
                  <a:lnTo>
                    <a:pt x="9427" y="13426"/>
                  </a:lnTo>
                  <a:lnTo>
                    <a:pt x="9354" y="13280"/>
                  </a:lnTo>
                  <a:lnTo>
                    <a:pt x="9281" y="13133"/>
                  </a:lnTo>
                  <a:lnTo>
                    <a:pt x="9244" y="12986"/>
                  </a:lnTo>
                  <a:lnTo>
                    <a:pt x="9647" y="12949"/>
                  </a:lnTo>
                  <a:close/>
                  <a:moveTo>
                    <a:pt x="6640" y="12839"/>
                  </a:moveTo>
                  <a:lnTo>
                    <a:pt x="6493" y="13426"/>
                  </a:lnTo>
                  <a:lnTo>
                    <a:pt x="6419" y="14013"/>
                  </a:lnTo>
                  <a:lnTo>
                    <a:pt x="6419" y="14160"/>
                  </a:lnTo>
                  <a:lnTo>
                    <a:pt x="6163" y="13940"/>
                  </a:lnTo>
                  <a:lnTo>
                    <a:pt x="6126" y="13940"/>
                  </a:lnTo>
                  <a:lnTo>
                    <a:pt x="6126" y="13903"/>
                  </a:lnTo>
                  <a:lnTo>
                    <a:pt x="6126" y="13646"/>
                  </a:lnTo>
                  <a:lnTo>
                    <a:pt x="6163" y="13353"/>
                  </a:lnTo>
                  <a:lnTo>
                    <a:pt x="6236" y="13096"/>
                  </a:lnTo>
                  <a:lnTo>
                    <a:pt x="6346" y="12876"/>
                  </a:lnTo>
                  <a:lnTo>
                    <a:pt x="6640" y="12839"/>
                  </a:lnTo>
                  <a:close/>
                  <a:moveTo>
                    <a:pt x="7336" y="13170"/>
                  </a:moveTo>
                  <a:lnTo>
                    <a:pt x="7263" y="13206"/>
                  </a:lnTo>
                  <a:lnTo>
                    <a:pt x="7226" y="13243"/>
                  </a:lnTo>
                  <a:lnTo>
                    <a:pt x="7080" y="13720"/>
                  </a:lnTo>
                  <a:lnTo>
                    <a:pt x="7006" y="13977"/>
                  </a:lnTo>
                  <a:lnTo>
                    <a:pt x="7006" y="14233"/>
                  </a:lnTo>
                  <a:lnTo>
                    <a:pt x="7006" y="14307"/>
                  </a:lnTo>
                  <a:lnTo>
                    <a:pt x="7043" y="14380"/>
                  </a:lnTo>
                  <a:lnTo>
                    <a:pt x="7116" y="14453"/>
                  </a:lnTo>
                  <a:lnTo>
                    <a:pt x="7190" y="14490"/>
                  </a:lnTo>
                  <a:lnTo>
                    <a:pt x="7263" y="14527"/>
                  </a:lnTo>
                  <a:lnTo>
                    <a:pt x="7336" y="14527"/>
                  </a:lnTo>
                  <a:lnTo>
                    <a:pt x="7410" y="14453"/>
                  </a:lnTo>
                  <a:lnTo>
                    <a:pt x="7483" y="14380"/>
                  </a:lnTo>
                  <a:lnTo>
                    <a:pt x="7483" y="14270"/>
                  </a:lnTo>
                  <a:lnTo>
                    <a:pt x="7446" y="14160"/>
                  </a:lnTo>
                  <a:lnTo>
                    <a:pt x="7373" y="14123"/>
                  </a:lnTo>
                  <a:lnTo>
                    <a:pt x="7373" y="13830"/>
                  </a:lnTo>
                  <a:lnTo>
                    <a:pt x="7410" y="13280"/>
                  </a:lnTo>
                  <a:lnTo>
                    <a:pt x="7373" y="13206"/>
                  </a:lnTo>
                  <a:lnTo>
                    <a:pt x="7336" y="13170"/>
                  </a:lnTo>
                  <a:close/>
                  <a:moveTo>
                    <a:pt x="10418" y="5613"/>
                  </a:moveTo>
                  <a:lnTo>
                    <a:pt x="11188" y="6714"/>
                  </a:lnTo>
                  <a:lnTo>
                    <a:pt x="11555" y="7264"/>
                  </a:lnTo>
                  <a:lnTo>
                    <a:pt x="11922" y="7814"/>
                  </a:lnTo>
                  <a:lnTo>
                    <a:pt x="12252" y="8474"/>
                  </a:lnTo>
                  <a:lnTo>
                    <a:pt x="12399" y="8841"/>
                  </a:lnTo>
                  <a:lnTo>
                    <a:pt x="12545" y="9208"/>
                  </a:lnTo>
                  <a:lnTo>
                    <a:pt x="12619" y="9575"/>
                  </a:lnTo>
                  <a:lnTo>
                    <a:pt x="12692" y="9942"/>
                  </a:lnTo>
                  <a:lnTo>
                    <a:pt x="12729" y="10308"/>
                  </a:lnTo>
                  <a:lnTo>
                    <a:pt x="12729" y="10675"/>
                  </a:lnTo>
                  <a:lnTo>
                    <a:pt x="12325" y="10932"/>
                  </a:lnTo>
                  <a:lnTo>
                    <a:pt x="12288" y="10969"/>
                  </a:lnTo>
                  <a:lnTo>
                    <a:pt x="12252" y="11042"/>
                  </a:lnTo>
                  <a:lnTo>
                    <a:pt x="12288" y="11079"/>
                  </a:lnTo>
                  <a:lnTo>
                    <a:pt x="12325" y="11152"/>
                  </a:lnTo>
                  <a:lnTo>
                    <a:pt x="12435" y="11372"/>
                  </a:lnTo>
                  <a:lnTo>
                    <a:pt x="12509" y="11446"/>
                  </a:lnTo>
                  <a:lnTo>
                    <a:pt x="12582" y="11519"/>
                  </a:lnTo>
                  <a:lnTo>
                    <a:pt x="12472" y="11776"/>
                  </a:lnTo>
                  <a:lnTo>
                    <a:pt x="12325" y="12032"/>
                  </a:lnTo>
                  <a:lnTo>
                    <a:pt x="11848" y="11666"/>
                  </a:lnTo>
                  <a:lnTo>
                    <a:pt x="11775" y="11629"/>
                  </a:lnTo>
                  <a:lnTo>
                    <a:pt x="11702" y="11666"/>
                  </a:lnTo>
                  <a:lnTo>
                    <a:pt x="11665" y="11739"/>
                  </a:lnTo>
                  <a:lnTo>
                    <a:pt x="11702" y="11812"/>
                  </a:lnTo>
                  <a:lnTo>
                    <a:pt x="12142" y="12326"/>
                  </a:lnTo>
                  <a:lnTo>
                    <a:pt x="11848" y="12619"/>
                  </a:lnTo>
                  <a:lnTo>
                    <a:pt x="11812" y="12546"/>
                  </a:lnTo>
                  <a:lnTo>
                    <a:pt x="11665" y="12399"/>
                  </a:lnTo>
                  <a:lnTo>
                    <a:pt x="11518" y="12253"/>
                  </a:lnTo>
                  <a:lnTo>
                    <a:pt x="11371" y="12069"/>
                  </a:lnTo>
                  <a:lnTo>
                    <a:pt x="11298" y="11886"/>
                  </a:lnTo>
                  <a:lnTo>
                    <a:pt x="11225" y="11849"/>
                  </a:lnTo>
                  <a:lnTo>
                    <a:pt x="11188" y="11812"/>
                  </a:lnTo>
                  <a:lnTo>
                    <a:pt x="11115" y="11849"/>
                  </a:lnTo>
                  <a:lnTo>
                    <a:pt x="11078" y="11922"/>
                  </a:lnTo>
                  <a:lnTo>
                    <a:pt x="11078" y="12106"/>
                  </a:lnTo>
                  <a:lnTo>
                    <a:pt x="11115" y="12253"/>
                  </a:lnTo>
                  <a:lnTo>
                    <a:pt x="11188" y="12436"/>
                  </a:lnTo>
                  <a:lnTo>
                    <a:pt x="11261" y="12583"/>
                  </a:lnTo>
                  <a:lnTo>
                    <a:pt x="11371" y="12729"/>
                  </a:lnTo>
                  <a:lnTo>
                    <a:pt x="11518" y="12876"/>
                  </a:lnTo>
                  <a:lnTo>
                    <a:pt x="11115" y="13096"/>
                  </a:lnTo>
                  <a:lnTo>
                    <a:pt x="11151" y="12986"/>
                  </a:lnTo>
                  <a:lnTo>
                    <a:pt x="11151" y="12839"/>
                  </a:lnTo>
                  <a:lnTo>
                    <a:pt x="11078" y="12766"/>
                  </a:lnTo>
                  <a:lnTo>
                    <a:pt x="10968" y="12656"/>
                  </a:lnTo>
                  <a:lnTo>
                    <a:pt x="10931" y="12656"/>
                  </a:lnTo>
                  <a:lnTo>
                    <a:pt x="10858" y="12693"/>
                  </a:lnTo>
                  <a:lnTo>
                    <a:pt x="10858" y="12766"/>
                  </a:lnTo>
                  <a:lnTo>
                    <a:pt x="10821" y="12729"/>
                  </a:lnTo>
                  <a:lnTo>
                    <a:pt x="10491" y="12436"/>
                  </a:lnTo>
                  <a:lnTo>
                    <a:pt x="10418" y="12363"/>
                  </a:lnTo>
                  <a:lnTo>
                    <a:pt x="10344" y="12399"/>
                  </a:lnTo>
                  <a:lnTo>
                    <a:pt x="10308" y="12473"/>
                  </a:lnTo>
                  <a:lnTo>
                    <a:pt x="10308" y="12546"/>
                  </a:lnTo>
                  <a:lnTo>
                    <a:pt x="10491" y="12839"/>
                  </a:lnTo>
                  <a:lnTo>
                    <a:pt x="10711" y="13206"/>
                  </a:lnTo>
                  <a:lnTo>
                    <a:pt x="10785" y="13280"/>
                  </a:lnTo>
                  <a:lnTo>
                    <a:pt x="10381" y="13426"/>
                  </a:lnTo>
                  <a:lnTo>
                    <a:pt x="10381" y="13353"/>
                  </a:lnTo>
                  <a:lnTo>
                    <a:pt x="10344" y="13280"/>
                  </a:lnTo>
                  <a:lnTo>
                    <a:pt x="10234" y="13133"/>
                  </a:lnTo>
                  <a:lnTo>
                    <a:pt x="10051" y="12913"/>
                  </a:lnTo>
                  <a:lnTo>
                    <a:pt x="9904" y="12693"/>
                  </a:lnTo>
                  <a:lnTo>
                    <a:pt x="9831" y="12619"/>
                  </a:lnTo>
                  <a:lnTo>
                    <a:pt x="9721" y="12619"/>
                  </a:lnTo>
                  <a:lnTo>
                    <a:pt x="9391" y="12693"/>
                  </a:lnTo>
                  <a:lnTo>
                    <a:pt x="9097" y="12729"/>
                  </a:lnTo>
                  <a:lnTo>
                    <a:pt x="9024" y="12766"/>
                  </a:lnTo>
                  <a:lnTo>
                    <a:pt x="8987" y="12839"/>
                  </a:lnTo>
                  <a:lnTo>
                    <a:pt x="8987" y="12913"/>
                  </a:lnTo>
                  <a:lnTo>
                    <a:pt x="9024" y="12986"/>
                  </a:lnTo>
                  <a:lnTo>
                    <a:pt x="9024" y="13243"/>
                  </a:lnTo>
                  <a:lnTo>
                    <a:pt x="9097" y="13500"/>
                  </a:lnTo>
                  <a:lnTo>
                    <a:pt x="9134" y="13646"/>
                  </a:lnTo>
                  <a:lnTo>
                    <a:pt x="9207" y="13756"/>
                  </a:lnTo>
                  <a:lnTo>
                    <a:pt x="9317" y="13830"/>
                  </a:lnTo>
                  <a:lnTo>
                    <a:pt x="9427" y="13867"/>
                  </a:lnTo>
                  <a:lnTo>
                    <a:pt x="8987" y="14050"/>
                  </a:lnTo>
                  <a:lnTo>
                    <a:pt x="8950" y="13977"/>
                  </a:lnTo>
                  <a:lnTo>
                    <a:pt x="8804" y="13903"/>
                  </a:lnTo>
                  <a:lnTo>
                    <a:pt x="8767" y="13903"/>
                  </a:lnTo>
                  <a:lnTo>
                    <a:pt x="8620" y="13536"/>
                  </a:lnTo>
                  <a:lnTo>
                    <a:pt x="8510" y="13390"/>
                  </a:lnTo>
                  <a:lnTo>
                    <a:pt x="8364" y="13206"/>
                  </a:lnTo>
                  <a:lnTo>
                    <a:pt x="8327" y="13206"/>
                  </a:lnTo>
                  <a:lnTo>
                    <a:pt x="8327" y="13243"/>
                  </a:lnTo>
                  <a:lnTo>
                    <a:pt x="8327" y="13500"/>
                  </a:lnTo>
                  <a:lnTo>
                    <a:pt x="8364" y="13756"/>
                  </a:lnTo>
                  <a:lnTo>
                    <a:pt x="8510" y="14270"/>
                  </a:lnTo>
                  <a:lnTo>
                    <a:pt x="8070" y="14453"/>
                  </a:lnTo>
                  <a:lnTo>
                    <a:pt x="8033" y="14160"/>
                  </a:lnTo>
                  <a:lnTo>
                    <a:pt x="7960" y="13903"/>
                  </a:lnTo>
                  <a:lnTo>
                    <a:pt x="7923" y="13536"/>
                  </a:lnTo>
                  <a:lnTo>
                    <a:pt x="7923" y="13206"/>
                  </a:lnTo>
                  <a:lnTo>
                    <a:pt x="7887" y="13133"/>
                  </a:lnTo>
                  <a:lnTo>
                    <a:pt x="7813" y="13096"/>
                  </a:lnTo>
                  <a:lnTo>
                    <a:pt x="7777" y="13096"/>
                  </a:lnTo>
                  <a:lnTo>
                    <a:pt x="7703" y="13170"/>
                  </a:lnTo>
                  <a:lnTo>
                    <a:pt x="7667" y="13536"/>
                  </a:lnTo>
                  <a:lnTo>
                    <a:pt x="7630" y="13903"/>
                  </a:lnTo>
                  <a:lnTo>
                    <a:pt x="7667" y="14233"/>
                  </a:lnTo>
                  <a:lnTo>
                    <a:pt x="7667" y="14380"/>
                  </a:lnTo>
                  <a:lnTo>
                    <a:pt x="7740" y="14527"/>
                  </a:lnTo>
                  <a:lnTo>
                    <a:pt x="7483" y="14563"/>
                  </a:lnTo>
                  <a:lnTo>
                    <a:pt x="7190" y="14527"/>
                  </a:lnTo>
                  <a:lnTo>
                    <a:pt x="7006" y="14453"/>
                  </a:lnTo>
                  <a:lnTo>
                    <a:pt x="6786" y="14380"/>
                  </a:lnTo>
                  <a:lnTo>
                    <a:pt x="6823" y="14160"/>
                  </a:lnTo>
                  <a:lnTo>
                    <a:pt x="6860" y="13646"/>
                  </a:lnTo>
                  <a:lnTo>
                    <a:pt x="6860" y="13206"/>
                  </a:lnTo>
                  <a:lnTo>
                    <a:pt x="6860" y="12766"/>
                  </a:lnTo>
                  <a:lnTo>
                    <a:pt x="6823" y="12693"/>
                  </a:lnTo>
                  <a:lnTo>
                    <a:pt x="6713" y="12656"/>
                  </a:lnTo>
                  <a:lnTo>
                    <a:pt x="6346" y="12693"/>
                  </a:lnTo>
                  <a:lnTo>
                    <a:pt x="6309" y="12656"/>
                  </a:lnTo>
                  <a:lnTo>
                    <a:pt x="6236" y="12693"/>
                  </a:lnTo>
                  <a:lnTo>
                    <a:pt x="6089" y="12913"/>
                  </a:lnTo>
                  <a:lnTo>
                    <a:pt x="5943" y="13133"/>
                  </a:lnTo>
                  <a:lnTo>
                    <a:pt x="5869" y="13390"/>
                  </a:lnTo>
                  <a:lnTo>
                    <a:pt x="5796" y="13610"/>
                  </a:lnTo>
                  <a:lnTo>
                    <a:pt x="5392" y="13206"/>
                  </a:lnTo>
                  <a:lnTo>
                    <a:pt x="5686" y="12839"/>
                  </a:lnTo>
                  <a:lnTo>
                    <a:pt x="5943" y="12473"/>
                  </a:lnTo>
                  <a:lnTo>
                    <a:pt x="5943" y="12363"/>
                  </a:lnTo>
                  <a:lnTo>
                    <a:pt x="5943" y="12289"/>
                  </a:lnTo>
                  <a:lnTo>
                    <a:pt x="5869" y="12216"/>
                  </a:lnTo>
                  <a:lnTo>
                    <a:pt x="5686" y="12216"/>
                  </a:lnTo>
                  <a:lnTo>
                    <a:pt x="5612" y="12289"/>
                  </a:lnTo>
                  <a:lnTo>
                    <a:pt x="5209" y="12949"/>
                  </a:lnTo>
                  <a:lnTo>
                    <a:pt x="4952" y="12619"/>
                  </a:lnTo>
                  <a:lnTo>
                    <a:pt x="5136" y="12473"/>
                  </a:lnTo>
                  <a:lnTo>
                    <a:pt x="5319" y="12289"/>
                  </a:lnTo>
                  <a:lnTo>
                    <a:pt x="5466" y="12069"/>
                  </a:lnTo>
                  <a:lnTo>
                    <a:pt x="5576" y="11849"/>
                  </a:lnTo>
                  <a:lnTo>
                    <a:pt x="5576" y="11776"/>
                  </a:lnTo>
                  <a:lnTo>
                    <a:pt x="5576" y="11739"/>
                  </a:lnTo>
                  <a:lnTo>
                    <a:pt x="5539" y="11666"/>
                  </a:lnTo>
                  <a:lnTo>
                    <a:pt x="5502" y="11629"/>
                  </a:lnTo>
                  <a:lnTo>
                    <a:pt x="5319" y="11629"/>
                  </a:lnTo>
                  <a:lnTo>
                    <a:pt x="5282" y="11702"/>
                  </a:lnTo>
                  <a:lnTo>
                    <a:pt x="4805" y="12399"/>
                  </a:lnTo>
                  <a:lnTo>
                    <a:pt x="4439" y="11922"/>
                  </a:lnTo>
                  <a:lnTo>
                    <a:pt x="4549" y="11812"/>
                  </a:lnTo>
                  <a:lnTo>
                    <a:pt x="4879" y="11409"/>
                  </a:lnTo>
                  <a:lnTo>
                    <a:pt x="5209" y="10969"/>
                  </a:lnTo>
                  <a:lnTo>
                    <a:pt x="5209" y="10895"/>
                  </a:lnTo>
                  <a:lnTo>
                    <a:pt x="5246" y="10859"/>
                  </a:lnTo>
                  <a:lnTo>
                    <a:pt x="5282" y="10785"/>
                  </a:lnTo>
                  <a:lnTo>
                    <a:pt x="5282" y="10712"/>
                  </a:lnTo>
                  <a:lnTo>
                    <a:pt x="5209" y="10639"/>
                  </a:lnTo>
                  <a:lnTo>
                    <a:pt x="5099" y="10602"/>
                  </a:lnTo>
                  <a:lnTo>
                    <a:pt x="5026" y="10602"/>
                  </a:lnTo>
                  <a:lnTo>
                    <a:pt x="4952" y="10639"/>
                  </a:lnTo>
                  <a:lnTo>
                    <a:pt x="4549" y="11225"/>
                  </a:lnTo>
                  <a:lnTo>
                    <a:pt x="4329" y="11556"/>
                  </a:lnTo>
                  <a:lnTo>
                    <a:pt x="4292" y="11482"/>
                  </a:lnTo>
                  <a:lnTo>
                    <a:pt x="4145" y="11482"/>
                  </a:lnTo>
                  <a:lnTo>
                    <a:pt x="3888" y="11152"/>
                  </a:lnTo>
                  <a:lnTo>
                    <a:pt x="4329" y="10822"/>
                  </a:lnTo>
                  <a:lnTo>
                    <a:pt x="4549" y="10675"/>
                  </a:lnTo>
                  <a:lnTo>
                    <a:pt x="4732" y="10455"/>
                  </a:lnTo>
                  <a:lnTo>
                    <a:pt x="4769" y="10418"/>
                  </a:lnTo>
                  <a:lnTo>
                    <a:pt x="4805" y="10345"/>
                  </a:lnTo>
                  <a:lnTo>
                    <a:pt x="4732" y="10235"/>
                  </a:lnTo>
                  <a:lnTo>
                    <a:pt x="4659" y="10162"/>
                  </a:lnTo>
                  <a:lnTo>
                    <a:pt x="4585" y="10162"/>
                  </a:lnTo>
                  <a:lnTo>
                    <a:pt x="4512" y="10198"/>
                  </a:lnTo>
                  <a:lnTo>
                    <a:pt x="4292" y="10345"/>
                  </a:lnTo>
                  <a:lnTo>
                    <a:pt x="4072" y="10528"/>
                  </a:lnTo>
                  <a:lnTo>
                    <a:pt x="3705" y="10895"/>
                  </a:lnTo>
                  <a:lnTo>
                    <a:pt x="3256" y="10239"/>
                  </a:lnTo>
                  <a:lnTo>
                    <a:pt x="3256" y="10239"/>
                  </a:lnTo>
                  <a:lnTo>
                    <a:pt x="3485" y="10272"/>
                  </a:lnTo>
                  <a:lnTo>
                    <a:pt x="3742" y="10235"/>
                  </a:lnTo>
                  <a:lnTo>
                    <a:pt x="3888" y="10162"/>
                  </a:lnTo>
                  <a:lnTo>
                    <a:pt x="4072" y="10052"/>
                  </a:lnTo>
                  <a:lnTo>
                    <a:pt x="4365" y="9868"/>
                  </a:lnTo>
                  <a:lnTo>
                    <a:pt x="4769" y="9648"/>
                  </a:lnTo>
                  <a:lnTo>
                    <a:pt x="4989" y="9538"/>
                  </a:lnTo>
                  <a:lnTo>
                    <a:pt x="5172" y="9391"/>
                  </a:lnTo>
                  <a:lnTo>
                    <a:pt x="6053" y="10675"/>
                  </a:lnTo>
                  <a:lnTo>
                    <a:pt x="6383" y="11115"/>
                  </a:lnTo>
                  <a:lnTo>
                    <a:pt x="6713" y="11556"/>
                  </a:lnTo>
                  <a:lnTo>
                    <a:pt x="6896" y="11739"/>
                  </a:lnTo>
                  <a:lnTo>
                    <a:pt x="7116" y="11922"/>
                  </a:lnTo>
                  <a:lnTo>
                    <a:pt x="7336" y="12069"/>
                  </a:lnTo>
                  <a:lnTo>
                    <a:pt x="7593" y="12179"/>
                  </a:lnTo>
                  <a:lnTo>
                    <a:pt x="7813" y="12253"/>
                  </a:lnTo>
                  <a:lnTo>
                    <a:pt x="8070" y="12289"/>
                  </a:lnTo>
                  <a:lnTo>
                    <a:pt x="8547" y="12289"/>
                  </a:lnTo>
                  <a:lnTo>
                    <a:pt x="8767" y="12253"/>
                  </a:lnTo>
                  <a:lnTo>
                    <a:pt x="8987" y="12179"/>
                  </a:lnTo>
                  <a:lnTo>
                    <a:pt x="9207" y="12106"/>
                  </a:lnTo>
                  <a:lnTo>
                    <a:pt x="9427" y="11996"/>
                  </a:lnTo>
                  <a:lnTo>
                    <a:pt x="9684" y="11849"/>
                  </a:lnTo>
                  <a:lnTo>
                    <a:pt x="9867" y="11666"/>
                  </a:lnTo>
                  <a:lnTo>
                    <a:pt x="10051" y="11482"/>
                  </a:lnTo>
                  <a:lnTo>
                    <a:pt x="10198" y="11262"/>
                  </a:lnTo>
                  <a:lnTo>
                    <a:pt x="10308" y="11042"/>
                  </a:lnTo>
                  <a:lnTo>
                    <a:pt x="10418" y="10822"/>
                  </a:lnTo>
                  <a:lnTo>
                    <a:pt x="10491" y="10565"/>
                  </a:lnTo>
                  <a:lnTo>
                    <a:pt x="10528" y="10345"/>
                  </a:lnTo>
                  <a:lnTo>
                    <a:pt x="10564" y="9832"/>
                  </a:lnTo>
                  <a:lnTo>
                    <a:pt x="10528" y="9318"/>
                  </a:lnTo>
                  <a:lnTo>
                    <a:pt x="10418" y="8804"/>
                  </a:lnTo>
                  <a:lnTo>
                    <a:pt x="10234" y="8328"/>
                  </a:lnTo>
                  <a:lnTo>
                    <a:pt x="9978" y="7887"/>
                  </a:lnTo>
                  <a:lnTo>
                    <a:pt x="9684" y="7484"/>
                  </a:lnTo>
                  <a:lnTo>
                    <a:pt x="9097" y="6640"/>
                  </a:lnTo>
                  <a:lnTo>
                    <a:pt x="9354" y="6494"/>
                  </a:lnTo>
                  <a:lnTo>
                    <a:pt x="9574" y="6347"/>
                  </a:lnTo>
                  <a:lnTo>
                    <a:pt x="10014" y="5980"/>
                  </a:lnTo>
                  <a:lnTo>
                    <a:pt x="10418" y="5613"/>
                  </a:lnTo>
                  <a:close/>
                  <a:moveTo>
                    <a:pt x="8400" y="2055"/>
                  </a:moveTo>
                  <a:lnTo>
                    <a:pt x="8290" y="2092"/>
                  </a:lnTo>
                  <a:lnTo>
                    <a:pt x="8217" y="2165"/>
                  </a:lnTo>
                  <a:lnTo>
                    <a:pt x="8180" y="2202"/>
                  </a:lnTo>
                  <a:lnTo>
                    <a:pt x="8180" y="2312"/>
                  </a:lnTo>
                  <a:lnTo>
                    <a:pt x="8180" y="2385"/>
                  </a:lnTo>
                  <a:lnTo>
                    <a:pt x="8107" y="2422"/>
                  </a:lnTo>
                  <a:lnTo>
                    <a:pt x="8033" y="2459"/>
                  </a:lnTo>
                  <a:lnTo>
                    <a:pt x="7300" y="3045"/>
                  </a:lnTo>
                  <a:lnTo>
                    <a:pt x="6896" y="3339"/>
                  </a:lnTo>
                  <a:lnTo>
                    <a:pt x="6529" y="3596"/>
                  </a:lnTo>
                  <a:lnTo>
                    <a:pt x="6456" y="3669"/>
                  </a:lnTo>
                  <a:lnTo>
                    <a:pt x="6419" y="3742"/>
                  </a:lnTo>
                  <a:lnTo>
                    <a:pt x="6419" y="3852"/>
                  </a:lnTo>
                  <a:lnTo>
                    <a:pt x="6419" y="3926"/>
                  </a:lnTo>
                  <a:lnTo>
                    <a:pt x="8547" y="6677"/>
                  </a:lnTo>
                  <a:lnTo>
                    <a:pt x="8547" y="6750"/>
                  </a:lnTo>
                  <a:lnTo>
                    <a:pt x="8620" y="6787"/>
                  </a:lnTo>
                  <a:lnTo>
                    <a:pt x="9391" y="7851"/>
                  </a:lnTo>
                  <a:lnTo>
                    <a:pt x="9684" y="8291"/>
                  </a:lnTo>
                  <a:lnTo>
                    <a:pt x="9904" y="8768"/>
                  </a:lnTo>
                  <a:lnTo>
                    <a:pt x="10014" y="9025"/>
                  </a:lnTo>
                  <a:lnTo>
                    <a:pt x="10088" y="9281"/>
                  </a:lnTo>
                  <a:lnTo>
                    <a:pt x="10124" y="9538"/>
                  </a:lnTo>
                  <a:lnTo>
                    <a:pt x="10124" y="9832"/>
                  </a:lnTo>
                  <a:lnTo>
                    <a:pt x="10124" y="10088"/>
                  </a:lnTo>
                  <a:lnTo>
                    <a:pt x="10088" y="10308"/>
                  </a:lnTo>
                  <a:lnTo>
                    <a:pt x="10014" y="10565"/>
                  </a:lnTo>
                  <a:lnTo>
                    <a:pt x="9904" y="10785"/>
                  </a:lnTo>
                  <a:lnTo>
                    <a:pt x="9794" y="11005"/>
                  </a:lnTo>
                  <a:lnTo>
                    <a:pt x="9647" y="11189"/>
                  </a:lnTo>
                  <a:lnTo>
                    <a:pt x="9464" y="11372"/>
                  </a:lnTo>
                  <a:lnTo>
                    <a:pt x="9281" y="11556"/>
                  </a:lnTo>
                  <a:lnTo>
                    <a:pt x="9097" y="11666"/>
                  </a:lnTo>
                  <a:lnTo>
                    <a:pt x="8877" y="11739"/>
                  </a:lnTo>
                  <a:lnTo>
                    <a:pt x="8657" y="11776"/>
                  </a:lnTo>
                  <a:lnTo>
                    <a:pt x="8437" y="11812"/>
                  </a:lnTo>
                  <a:lnTo>
                    <a:pt x="7997" y="11812"/>
                  </a:lnTo>
                  <a:lnTo>
                    <a:pt x="7813" y="11739"/>
                  </a:lnTo>
                  <a:lnTo>
                    <a:pt x="7593" y="11666"/>
                  </a:lnTo>
                  <a:lnTo>
                    <a:pt x="7373" y="11519"/>
                  </a:lnTo>
                  <a:lnTo>
                    <a:pt x="7153" y="11372"/>
                  </a:lnTo>
                  <a:lnTo>
                    <a:pt x="6970" y="11152"/>
                  </a:lnTo>
                  <a:lnTo>
                    <a:pt x="6823" y="10932"/>
                  </a:lnTo>
                  <a:lnTo>
                    <a:pt x="6053" y="9905"/>
                  </a:lnTo>
                  <a:lnTo>
                    <a:pt x="5356" y="8878"/>
                  </a:lnTo>
                  <a:lnTo>
                    <a:pt x="4659" y="7814"/>
                  </a:lnTo>
                  <a:lnTo>
                    <a:pt x="4035" y="6714"/>
                  </a:lnTo>
                  <a:lnTo>
                    <a:pt x="3742" y="6163"/>
                  </a:lnTo>
                  <a:lnTo>
                    <a:pt x="3485" y="5613"/>
                  </a:lnTo>
                  <a:lnTo>
                    <a:pt x="3412" y="5540"/>
                  </a:lnTo>
                  <a:lnTo>
                    <a:pt x="3301" y="5503"/>
                  </a:lnTo>
                  <a:lnTo>
                    <a:pt x="3191" y="5503"/>
                  </a:lnTo>
                  <a:lnTo>
                    <a:pt x="3118" y="5576"/>
                  </a:lnTo>
                  <a:lnTo>
                    <a:pt x="3008" y="5687"/>
                  </a:lnTo>
                  <a:lnTo>
                    <a:pt x="2861" y="5760"/>
                  </a:lnTo>
                  <a:lnTo>
                    <a:pt x="2715" y="5833"/>
                  </a:lnTo>
                  <a:lnTo>
                    <a:pt x="2568" y="5833"/>
                  </a:lnTo>
                  <a:lnTo>
                    <a:pt x="2421" y="5870"/>
                  </a:lnTo>
                  <a:lnTo>
                    <a:pt x="2274" y="5907"/>
                  </a:lnTo>
                  <a:lnTo>
                    <a:pt x="2018" y="6053"/>
                  </a:lnTo>
                  <a:lnTo>
                    <a:pt x="1431" y="6420"/>
                  </a:lnTo>
                  <a:lnTo>
                    <a:pt x="1137" y="6604"/>
                  </a:lnTo>
                  <a:lnTo>
                    <a:pt x="880" y="6824"/>
                  </a:lnTo>
                  <a:lnTo>
                    <a:pt x="770" y="6824"/>
                  </a:lnTo>
                  <a:lnTo>
                    <a:pt x="697" y="6897"/>
                  </a:lnTo>
                  <a:lnTo>
                    <a:pt x="660" y="6970"/>
                  </a:lnTo>
                  <a:lnTo>
                    <a:pt x="697" y="7080"/>
                  </a:lnTo>
                  <a:lnTo>
                    <a:pt x="1101" y="7814"/>
                  </a:lnTo>
                  <a:lnTo>
                    <a:pt x="1541" y="8548"/>
                  </a:lnTo>
                  <a:lnTo>
                    <a:pt x="2458" y="9942"/>
                  </a:lnTo>
                  <a:lnTo>
                    <a:pt x="3412" y="11335"/>
                  </a:lnTo>
                  <a:lnTo>
                    <a:pt x="4402" y="12693"/>
                  </a:lnTo>
                  <a:lnTo>
                    <a:pt x="4989" y="13426"/>
                  </a:lnTo>
                  <a:lnTo>
                    <a:pt x="4952" y="13426"/>
                  </a:lnTo>
                  <a:lnTo>
                    <a:pt x="4952" y="13500"/>
                  </a:lnTo>
                  <a:lnTo>
                    <a:pt x="4989" y="13536"/>
                  </a:lnTo>
                  <a:lnTo>
                    <a:pt x="5026" y="13573"/>
                  </a:lnTo>
                  <a:lnTo>
                    <a:pt x="5099" y="13536"/>
                  </a:lnTo>
                  <a:lnTo>
                    <a:pt x="5429" y="13940"/>
                  </a:lnTo>
                  <a:lnTo>
                    <a:pt x="5796" y="14307"/>
                  </a:lnTo>
                  <a:lnTo>
                    <a:pt x="5833" y="14343"/>
                  </a:lnTo>
                  <a:lnTo>
                    <a:pt x="5906" y="14380"/>
                  </a:lnTo>
                  <a:lnTo>
                    <a:pt x="6126" y="14563"/>
                  </a:lnTo>
                  <a:lnTo>
                    <a:pt x="6383" y="14710"/>
                  </a:lnTo>
                  <a:lnTo>
                    <a:pt x="6640" y="14857"/>
                  </a:lnTo>
                  <a:lnTo>
                    <a:pt x="6933" y="14967"/>
                  </a:lnTo>
                  <a:lnTo>
                    <a:pt x="7226" y="15040"/>
                  </a:lnTo>
                  <a:lnTo>
                    <a:pt x="7850" y="15040"/>
                  </a:lnTo>
                  <a:lnTo>
                    <a:pt x="8180" y="14967"/>
                  </a:lnTo>
                  <a:lnTo>
                    <a:pt x="8510" y="14820"/>
                  </a:lnTo>
                  <a:lnTo>
                    <a:pt x="8877" y="14673"/>
                  </a:lnTo>
                  <a:lnTo>
                    <a:pt x="9574" y="14343"/>
                  </a:lnTo>
                  <a:lnTo>
                    <a:pt x="11115" y="13683"/>
                  </a:lnTo>
                  <a:lnTo>
                    <a:pt x="11592" y="13426"/>
                  </a:lnTo>
                  <a:lnTo>
                    <a:pt x="11995" y="13170"/>
                  </a:lnTo>
                  <a:lnTo>
                    <a:pt x="12399" y="12839"/>
                  </a:lnTo>
                  <a:lnTo>
                    <a:pt x="12729" y="12436"/>
                  </a:lnTo>
                  <a:lnTo>
                    <a:pt x="12912" y="12142"/>
                  </a:lnTo>
                  <a:lnTo>
                    <a:pt x="13059" y="11849"/>
                  </a:lnTo>
                  <a:lnTo>
                    <a:pt x="13169" y="11519"/>
                  </a:lnTo>
                  <a:lnTo>
                    <a:pt x="13242" y="11189"/>
                  </a:lnTo>
                  <a:lnTo>
                    <a:pt x="13279" y="10859"/>
                  </a:lnTo>
                  <a:lnTo>
                    <a:pt x="13316" y="10528"/>
                  </a:lnTo>
                  <a:lnTo>
                    <a:pt x="13279" y="10198"/>
                  </a:lnTo>
                  <a:lnTo>
                    <a:pt x="13242" y="9868"/>
                  </a:lnTo>
                  <a:lnTo>
                    <a:pt x="13169" y="9538"/>
                  </a:lnTo>
                  <a:lnTo>
                    <a:pt x="13095" y="9208"/>
                  </a:lnTo>
                  <a:lnTo>
                    <a:pt x="12875" y="8584"/>
                  </a:lnTo>
                  <a:lnTo>
                    <a:pt x="12582" y="7961"/>
                  </a:lnTo>
                  <a:lnTo>
                    <a:pt x="12252" y="7374"/>
                  </a:lnTo>
                  <a:lnTo>
                    <a:pt x="11885" y="6824"/>
                  </a:lnTo>
                  <a:lnTo>
                    <a:pt x="10271" y="4476"/>
                  </a:lnTo>
                  <a:lnTo>
                    <a:pt x="8657" y="2165"/>
                  </a:lnTo>
                  <a:lnTo>
                    <a:pt x="8584" y="2092"/>
                  </a:lnTo>
                  <a:lnTo>
                    <a:pt x="8474" y="2055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35" name="Google Shape;321;p5">
              <a:extLst>
                <a:ext uri="{FF2B5EF4-FFF2-40B4-BE49-F238E27FC236}">
                  <a16:creationId xmlns:a16="http://schemas.microsoft.com/office/drawing/2014/main" id="{E524F7DE-A070-41EE-8AD0-C2D037B4E0AF}"/>
                </a:ext>
              </a:extLst>
            </p:cNvPr>
            <p:cNvSpPr/>
            <p:nvPr/>
          </p:nvSpPr>
          <p:spPr>
            <a:xfrm>
              <a:off x="6023725" y="3167900"/>
              <a:ext cx="340250" cy="227450"/>
            </a:xfrm>
            <a:custGeom>
              <a:avLst/>
              <a:gdLst/>
              <a:ahLst/>
              <a:cxnLst/>
              <a:rect l="l" t="t" r="r" b="b"/>
              <a:pathLst>
                <a:path w="13610" h="9098" extrusionOk="0">
                  <a:moveTo>
                    <a:pt x="4696" y="0"/>
                  </a:moveTo>
                  <a:lnTo>
                    <a:pt x="4586" y="74"/>
                  </a:lnTo>
                  <a:lnTo>
                    <a:pt x="4256" y="440"/>
                  </a:lnTo>
                  <a:lnTo>
                    <a:pt x="3999" y="844"/>
                  </a:lnTo>
                  <a:lnTo>
                    <a:pt x="3742" y="1247"/>
                  </a:lnTo>
                  <a:lnTo>
                    <a:pt x="3522" y="1688"/>
                  </a:lnTo>
                  <a:lnTo>
                    <a:pt x="3339" y="2128"/>
                  </a:lnTo>
                  <a:lnTo>
                    <a:pt x="3228" y="2605"/>
                  </a:lnTo>
                  <a:lnTo>
                    <a:pt x="3118" y="3081"/>
                  </a:lnTo>
                  <a:lnTo>
                    <a:pt x="3045" y="3595"/>
                  </a:lnTo>
                  <a:lnTo>
                    <a:pt x="3008" y="3852"/>
                  </a:lnTo>
                  <a:lnTo>
                    <a:pt x="2935" y="4072"/>
                  </a:lnTo>
                  <a:lnTo>
                    <a:pt x="2825" y="4329"/>
                  </a:lnTo>
                  <a:lnTo>
                    <a:pt x="2678" y="4512"/>
                  </a:lnTo>
                  <a:lnTo>
                    <a:pt x="2605" y="4622"/>
                  </a:lnTo>
                  <a:lnTo>
                    <a:pt x="2495" y="4659"/>
                  </a:lnTo>
                  <a:lnTo>
                    <a:pt x="2275" y="4732"/>
                  </a:lnTo>
                  <a:lnTo>
                    <a:pt x="1835" y="4732"/>
                  </a:lnTo>
                  <a:lnTo>
                    <a:pt x="1541" y="4659"/>
                  </a:lnTo>
                  <a:lnTo>
                    <a:pt x="991" y="4659"/>
                  </a:lnTo>
                  <a:lnTo>
                    <a:pt x="881" y="4732"/>
                  </a:lnTo>
                  <a:lnTo>
                    <a:pt x="771" y="4769"/>
                  </a:lnTo>
                  <a:lnTo>
                    <a:pt x="587" y="4732"/>
                  </a:lnTo>
                  <a:lnTo>
                    <a:pt x="404" y="4732"/>
                  </a:lnTo>
                  <a:lnTo>
                    <a:pt x="257" y="4805"/>
                  </a:lnTo>
                  <a:lnTo>
                    <a:pt x="74" y="4879"/>
                  </a:lnTo>
                  <a:lnTo>
                    <a:pt x="37" y="4952"/>
                  </a:lnTo>
                  <a:lnTo>
                    <a:pt x="0" y="5026"/>
                  </a:lnTo>
                  <a:lnTo>
                    <a:pt x="0" y="5172"/>
                  </a:lnTo>
                  <a:lnTo>
                    <a:pt x="37" y="5209"/>
                  </a:lnTo>
                  <a:lnTo>
                    <a:pt x="74" y="5246"/>
                  </a:lnTo>
                  <a:lnTo>
                    <a:pt x="147" y="5282"/>
                  </a:lnTo>
                  <a:lnTo>
                    <a:pt x="221" y="5246"/>
                  </a:lnTo>
                  <a:lnTo>
                    <a:pt x="514" y="5172"/>
                  </a:lnTo>
                  <a:lnTo>
                    <a:pt x="587" y="5282"/>
                  </a:lnTo>
                  <a:lnTo>
                    <a:pt x="697" y="5356"/>
                  </a:lnTo>
                  <a:lnTo>
                    <a:pt x="807" y="5356"/>
                  </a:lnTo>
                  <a:lnTo>
                    <a:pt x="881" y="5319"/>
                  </a:lnTo>
                  <a:lnTo>
                    <a:pt x="918" y="5282"/>
                  </a:lnTo>
                  <a:lnTo>
                    <a:pt x="991" y="5209"/>
                  </a:lnTo>
                  <a:lnTo>
                    <a:pt x="1064" y="5172"/>
                  </a:lnTo>
                  <a:lnTo>
                    <a:pt x="1248" y="5136"/>
                  </a:lnTo>
                  <a:lnTo>
                    <a:pt x="1431" y="5172"/>
                  </a:lnTo>
                  <a:lnTo>
                    <a:pt x="1614" y="5209"/>
                  </a:lnTo>
                  <a:lnTo>
                    <a:pt x="1981" y="5282"/>
                  </a:lnTo>
                  <a:lnTo>
                    <a:pt x="2201" y="5282"/>
                  </a:lnTo>
                  <a:lnTo>
                    <a:pt x="2385" y="5246"/>
                  </a:lnTo>
                  <a:lnTo>
                    <a:pt x="2605" y="5209"/>
                  </a:lnTo>
                  <a:lnTo>
                    <a:pt x="2752" y="5136"/>
                  </a:lnTo>
                  <a:lnTo>
                    <a:pt x="2935" y="5026"/>
                  </a:lnTo>
                  <a:lnTo>
                    <a:pt x="3082" y="4879"/>
                  </a:lnTo>
                  <a:lnTo>
                    <a:pt x="3192" y="4732"/>
                  </a:lnTo>
                  <a:lnTo>
                    <a:pt x="3302" y="4549"/>
                  </a:lnTo>
                  <a:lnTo>
                    <a:pt x="3449" y="4182"/>
                  </a:lnTo>
                  <a:lnTo>
                    <a:pt x="3522" y="3925"/>
                  </a:lnTo>
                  <a:lnTo>
                    <a:pt x="3559" y="3668"/>
                  </a:lnTo>
                  <a:lnTo>
                    <a:pt x="3632" y="3118"/>
                  </a:lnTo>
                  <a:lnTo>
                    <a:pt x="3742" y="2641"/>
                  </a:lnTo>
                  <a:lnTo>
                    <a:pt x="3889" y="2201"/>
                  </a:lnTo>
                  <a:lnTo>
                    <a:pt x="4035" y="1834"/>
                  </a:lnTo>
                  <a:lnTo>
                    <a:pt x="4219" y="1467"/>
                  </a:lnTo>
                  <a:lnTo>
                    <a:pt x="4402" y="1137"/>
                  </a:lnTo>
                  <a:lnTo>
                    <a:pt x="4659" y="844"/>
                  </a:lnTo>
                  <a:lnTo>
                    <a:pt x="5173" y="2861"/>
                  </a:lnTo>
                  <a:lnTo>
                    <a:pt x="5649" y="4842"/>
                  </a:lnTo>
                  <a:lnTo>
                    <a:pt x="6126" y="6860"/>
                  </a:lnTo>
                  <a:lnTo>
                    <a:pt x="6567" y="8914"/>
                  </a:lnTo>
                  <a:lnTo>
                    <a:pt x="6603" y="8987"/>
                  </a:lnTo>
                  <a:lnTo>
                    <a:pt x="6713" y="9061"/>
                  </a:lnTo>
                  <a:lnTo>
                    <a:pt x="6787" y="9097"/>
                  </a:lnTo>
                  <a:lnTo>
                    <a:pt x="6897" y="9097"/>
                  </a:lnTo>
                  <a:lnTo>
                    <a:pt x="7153" y="8987"/>
                  </a:lnTo>
                  <a:lnTo>
                    <a:pt x="7374" y="8804"/>
                  </a:lnTo>
                  <a:lnTo>
                    <a:pt x="7520" y="8620"/>
                  </a:lnTo>
                  <a:lnTo>
                    <a:pt x="7667" y="8364"/>
                  </a:lnTo>
                  <a:lnTo>
                    <a:pt x="7814" y="7997"/>
                  </a:lnTo>
                  <a:lnTo>
                    <a:pt x="7924" y="7593"/>
                  </a:lnTo>
                  <a:lnTo>
                    <a:pt x="8181" y="6823"/>
                  </a:lnTo>
                  <a:lnTo>
                    <a:pt x="9061" y="3962"/>
                  </a:lnTo>
                  <a:lnTo>
                    <a:pt x="9208" y="4439"/>
                  </a:lnTo>
                  <a:lnTo>
                    <a:pt x="9318" y="4952"/>
                  </a:lnTo>
                  <a:lnTo>
                    <a:pt x="9318" y="5062"/>
                  </a:lnTo>
                  <a:lnTo>
                    <a:pt x="9391" y="5136"/>
                  </a:lnTo>
                  <a:lnTo>
                    <a:pt x="9464" y="5209"/>
                  </a:lnTo>
                  <a:lnTo>
                    <a:pt x="9574" y="5209"/>
                  </a:lnTo>
                  <a:lnTo>
                    <a:pt x="12032" y="5062"/>
                  </a:lnTo>
                  <a:lnTo>
                    <a:pt x="12069" y="5136"/>
                  </a:lnTo>
                  <a:lnTo>
                    <a:pt x="12105" y="5209"/>
                  </a:lnTo>
                  <a:lnTo>
                    <a:pt x="12326" y="5356"/>
                  </a:lnTo>
                  <a:lnTo>
                    <a:pt x="12582" y="5429"/>
                  </a:lnTo>
                  <a:lnTo>
                    <a:pt x="12619" y="5466"/>
                  </a:lnTo>
                  <a:lnTo>
                    <a:pt x="12912" y="5466"/>
                  </a:lnTo>
                  <a:lnTo>
                    <a:pt x="13059" y="5429"/>
                  </a:lnTo>
                  <a:lnTo>
                    <a:pt x="13206" y="5319"/>
                  </a:lnTo>
                  <a:lnTo>
                    <a:pt x="13316" y="5209"/>
                  </a:lnTo>
                  <a:lnTo>
                    <a:pt x="13426" y="5062"/>
                  </a:lnTo>
                  <a:lnTo>
                    <a:pt x="13536" y="4915"/>
                  </a:lnTo>
                  <a:lnTo>
                    <a:pt x="13609" y="4732"/>
                  </a:lnTo>
                  <a:lnTo>
                    <a:pt x="13609" y="4659"/>
                  </a:lnTo>
                  <a:lnTo>
                    <a:pt x="13609" y="4549"/>
                  </a:lnTo>
                  <a:lnTo>
                    <a:pt x="13536" y="4439"/>
                  </a:lnTo>
                  <a:lnTo>
                    <a:pt x="13426" y="4292"/>
                  </a:lnTo>
                  <a:lnTo>
                    <a:pt x="13279" y="4219"/>
                  </a:lnTo>
                  <a:lnTo>
                    <a:pt x="13133" y="4145"/>
                  </a:lnTo>
                  <a:lnTo>
                    <a:pt x="12949" y="4072"/>
                  </a:lnTo>
                  <a:lnTo>
                    <a:pt x="12802" y="4072"/>
                  </a:lnTo>
                  <a:lnTo>
                    <a:pt x="12619" y="4108"/>
                  </a:lnTo>
                  <a:lnTo>
                    <a:pt x="12436" y="4182"/>
                  </a:lnTo>
                  <a:lnTo>
                    <a:pt x="12326" y="4255"/>
                  </a:lnTo>
                  <a:lnTo>
                    <a:pt x="12252" y="4329"/>
                  </a:lnTo>
                  <a:lnTo>
                    <a:pt x="12142" y="4512"/>
                  </a:lnTo>
                  <a:lnTo>
                    <a:pt x="9794" y="4659"/>
                  </a:lnTo>
                  <a:lnTo>
                    <a:pt x="9721" y="4255"/>
                  </a:lnTo>
                  <a:lnTo>
                    <a:pt x="9611" y="3852"/>
                  </a:lnTo>
                  <a:lnTo>
                    <a:pt x="9464" y="3448"/>
                  </a:lnTo>
                  <a:lnTo>
                    <a:pt x="9281" y="3045"/>
                  </a:lnTo>
                  <a:lnTo>
                    <a:pt x="9208" y="2971"/>
                  </a:lnTo>
                  <a:lnTo>
                    <a:pt x="9134" y="2935"/>
                  </a:lnTo>
                  <a:lnTo>
                    <a:pt x="8987" y="2935"/>
                  </a:lnTo>
                  <a:lnTo>
                    <a:pt x="8841" y="2971"/>
                  </a:lnTo>
                  <a:lnTo>
                    <a:pt x="8804" y="3045"/>
                  </a:lnTo>
                  <a:lnTo>
                    <a:pt x="8767" y="3118"/>
                  </a:lnTo>
                  <a:lnTo>
                    <a:pt x="7850" y="6016"/>
                  </a:lnTo>
                  <a:lnTo>
                    <a:pt x="7374" y="7557"/>
                  </a:lnTo>
                  <a:lnTo>
                    <a:pt x="7227" y="7997"/>
                  </a:lnTo>
                  <a:lnTo>
                    <a:pt x="7153" y="8217"/>
                  </a:lnTo>
                  <a:lnTo>
                    <a:pt x="7007" y="8400"/>
                  </a:lnTo>
                  <a:lnTo>
                    <a:pt x="6567" y="6346"/>
                  </a:lnTo>
                  <a:lnTo>
                    <a:pt x="6090" y="4292"/>
                  </a:lnTo>
                  <a:lnTo>
                    <a:pt x="5576" y="2238"/>
                  </a:lnTo>
                  <a:lnTo>
                    <a:pt x="5026" y="220"/>
                  </a:lnTo>
                  <a:lnTo>
                    <a:pt x="4953" y="74"/>
                  </a:lnTo>
                  <a:lnTo>
                    <a:pt x="4842" y="37"/>
                  </a:lnTo>
                  <a:lnTo>
                    <a:pt x="4696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36" name="Google Shape;322;p5">
              <a:extLst>
                <a:ext uri="{FF2B5EF4-FFF2-40B4-BE49-F238E27FC236}">
                  <a16:creationId xmlns:a16="http://schemas.microsoft.com/office/drawing/2014/main" id="{B19F1824-5DAE-42BE-89E8-209BB6345FF8}"/>
                </a:ext>
              </a:extLst>
            </p:cNvPr>
            <p:cNvSpPr/>
            <p:nvPr/>
          </p:nvSpPr>
          <p:spPr>
            <a:xfrm>
              <a:off x="7109500" y="3449425"/>
              <a:ext cx="154100" cy="165100"/>
            </a:xfrm>
            <a:custGeom>
              <a:avLst/>
              <a:gdLst/>
              <a:ahLst/>
              <a:cxnLst/>
              <a:rect l="l" t="t" r="r" b="b"/>
              <a:pathLst>
                <a:path w="6164" h="6604" extrusionOk="0">
                  <a:moveTo>
                    <a:pt x="3962" y="0"/>
                  </a:moveTo>
                  <a:lnTo>
                    <a:pt x="3926" y="37"/>
                  </a:lnTo>
                  <a:lnTo>
                    <a:pt x="3889" y="74"/>
                  </a:lnTo>
                  <a:lnTo>
                    <a:pt x="3889" y="147"/>
                  </a:lnTo>
                  <a:lnTo>
                    <a:pt x="3522" y="477"/>
                  </a:lnTo>
                  <a:lnTo>
                    <a:pt x="3229" y="807"/>
                  </a:lnTo>
                  <a:lnTo>
                    <a:pt x="2788" y="1284"/>
                  </a:lnTo>
                  <a:lnTo>
                    <a:pt x="2458" y="1651"/>
                  </a:lnTo>
                  <a:lnTo>
                    <a:pt x="2201" y="1578"/>
                  </a:lnTo>
                  <a:lnTo>
                    <a:pt x="1321" y="1321"/>
                  </a:lnTo>
                  <a:lnTo>
                    <a:pt x="1138" y="1284"/>
                  </a:lnTo>
                  <a:lnTo>
                    <a:pt x="808" y="1211"/>
                  </a:lnTo>
                  <a:lnTo>
                    <a:pt x="661" y="1174"/>
                  </a:lnTo>
                  <a:lnTo>
                    <a:pt x="514" y="1211"/>
                  </a:lnTo>
                  <a:lnTo>
                    <a:pt x="441" y="1248"/>
                  </a:lnTo>
                  <a:lnTo>
                    <a:pt x="441" y="1284"/>
                  </a:lnTo>
                  <a:lnTo>
                    <a:pt x="441" y="1358"/>
                  </a:lnTo>
                  <a:lnTo>
                    <a:pt x="477" y="1468"/>
                  </a:lnTo>
                  <a:lnTo>
                    <a:pt x="551" y="1541"/>
                  </a:lnTo>
                  <a:lnTo>
                    <a:pt x="661" y="1614"/>
                  </a:lnTo>
                  <a:lnTo>
                    <a:pt x="771" y="1651"/>
                  </a:lnTo>
                  <a:lnTo>
                    <a:pt x="1064" y="1761"/>
                  </a:lnTo>
                  <a:lnTo>
                    <a:pt x="1284" y="1798"/>
                  </a:lnTo>
                  <a:lnTo>
                    <a:pt x="2055" y="2018"/>
                  </a:lnTo>
                  <a:lnTo>
                    <a:pt x="2055" y="2091"/>
                  </a:lnTo>
                  <a:lnTo>
                    <a:pt x="2091" y="2165"/>
                  </a:lnTo>
                  <a:lnTo>
                    <a:pt x="2165" y="2238"/>
                  </a:lnTo>
                  <a:lnTo>
                    <a:pt x="2201" y="2238"/>
                  </a:lnTo>
                  <a:lnTo>
                    <a:pt x="2275" y="2275"/>
                  </a:lnTo>
                  <a:lnTo>
                    <a:pt x="2385" y="2238"/>
                  </a:lnTo>
                  <a:lnTo>
                    <a:pt x="2532" y="2165"/>
                  </a:lnTo>
                  <a:lnTo>
                    <a:pt x="2678" y="2128"/>
                  </a:lnTo>
                  <a:lnTo>
                    <a:pt x="2752" y="2091"/>
                  </a:lnTo>
                  <a:lnTo>
                    <a:pt x="2788" y="2055"/>
                  </a:lnTo>
                  <a:lnTo>
                    <a:pt x="2788" y="1981"/>
                  </a:lnTo>
                  <a:lnTo>
                    <a:pt x="2788" y="1908"/>
                  </a:lnTo>
                  <a:lnTo>
                    <a:pt x="2935" y="1761"/>
                  </a:lnTo>
                  <a:lnTo>
                    <a:pt x="3375" y="1284"/>
                  </a:lnTo>
                  <a:lnTo>
                    <a:pt x="3815" y="771"/>
                  </a:lnTo>
                  <a:lnTo>
                    <a:pt x="3852" y="1394"/>
                  </a:lnTo>
                  <a:lnTo>
                    <a:pt x="3852" y="2091"/>
                  </a:lnTo>
                  <a:lnTo>
                    <a:pt x="3889" y="2421"/>
                  </a:lnTo>
                  <a:lnTo>
                    <a:pt x="3962" y="2605"/>
                  </a:lnTo>
                  <a:lnTo>
                    <a:pt x="4036" y="2751"/>
                  </a:lnTo>
                  <a:lnTo>
                    <a:pt x="4109" y="2825"/>
                  </a:lnTo>
                  <a:lnTo>
                    <a:pt x="4219" y="2825"/>
                  </a:lnTo>
                  <a:lnTo>
                    <a:pt x="4476" y="3008"/>
                  </a:lnTo>
                  <a:lnTo>
                    <a:pt x="4732" y="3155"/>
                  </a:lnTo>
                  <a:lnTo>
                    <a:pt x="5063" y="3265"/>
                  </a:lnTo>
                  <a:lnTo>
                    <a:pt x="5356" y="3338"/>
                  </a:lnTo>
                  <a:lnTo>
                    <a:pt x="5246" y="3412"/>
                  </a:lnTo>
                  <a:lnTo>
                    <a:pt x="4732" y="3669"/>
                  </a:lnTo>
                  <a:lnTo>
                    <a:pt x="4512" y="3779"/>
                  </a:lnTo>
                  <a:lnTo>
                    <a:pt x="4292" y="3925"/>
                  </a:lnTo>
                  <a:lnTo>
                    <a:pt x="4219" y="3925"/>
                  </a:lnTo>
                  <a:lnTo>
                    <a:pt x="4182" y="3962"/>
                  </a:lnTo>
                  <a:lnTo>
                    <a:pt x="4072" y="4072"/>
                  </a:lnTo>
                  <a:lnTo>
                    <a:pt x="3962" y="4292"/>
                  </a:lnTo>
                  <a:lnTo>
                    <a:pt x="3889" y="4549"/>
                  </a:lnTo>
                  <a:lnTo>
                    <a:pt x="3852" y="5283"/>
                  </a:lnTo>
                  <a:lnTo>
                    <a:pt x="3852" y="5649"/>
                  </a:lnTo>
                  <a:lnTo>
                    <a:pt x="3852" y="6053"/>
                  </a:lnTo>
                  <a:lnTo>
                    <a:pt x="3559" y="5723"/>
                  </a:lnTo>
                  <a:lnTo>
                    <a:pt x="3229" y="5393"/>
                  </a:lnTo>
                  <a:lnTo>
                    <a:pt x="2642" y="4769"/>
                  </a:lnTo>
                  <a:lnTo>
                    <a:pt x="2568" y="4659"/>
                  </a:lnTo>
                  <a:lnTo>
                    <a:pt x="2495" y="4586"/>
                  </a:lnTo>
                  <a:lnTo>
                    <a:pt x="2385" y="4586"/>
                  </a:lnTo>
                  <a:lnTo>
                    <a:pt x="2385" y="4622"/>
                  </a:lnTo>
                  <a:lnTo>
                    <a:pt x="2312" y="4622"/>
                  </a:lnTo>
                  <a:lnTo>
                    <a:pt x="1908" y="4769"/>
                  </a:lnTo>
                  <a:lnTo>
                    <a:pt x="1468" y="4842"/>
                  </a:lnTo>
                  <a:lnTo>
                    <a:pt x="1064" y="4916"/>
                  </a:lnTo>
                  <a:lnTo>
                    <a:pt x="624" y="4952"/>
                  </a:lnTo>
                  <a:lnTo>
                    <a:pt x="1138" y="4329"/>
                  </a:lnTo>
                  <a:lnTo>
                    <a:pt x="1358" y="3999"/>
                  </a:lnTo>
                  <a:lnTo>
                    <a:pt x="1541" y="3632"/>
                  </a:lnTo>
                  <a:lnTo>
                    <a:pt x="1688" y="3595"/>
                  </a:lnTo>
                  <a:lnTo>
                    <a:pt x="1725" y="3558"/>
                  </a:lnTo>
                  <a:lnTo>
                    <a:pt x="1761" y="3485"/>
                  </a:lnTo>
                  <a:lnTo>
                    <a:pt x="1798" y="3448"/>
                  </a:lnTo>
                  <a:lnTo>
                    <a:pt x="1798" y="3375"/>
                  </a:lnTo>
                  <a:lnTo>
                    <a:pt x="1761" y="3302"/>
                  </a:lnTo>
                  <a:lnTo>
                    <a:pt x="1725" y="3265"/>
                  </a:lnTo>
                  <a:lnTo>
                    <a:pt x="1651" y="3228"/>
                  </a:lnTo>
                  <a:lnTo>
                    <a:pt x="1541" y="3045"/>
                  </a:lnTo>
                  <a:lnTo>
                    <a:pt x="1211" y="2458"/>
                  </a:lnTo>
                  <a:lnTo>
                    <a:pt x="844" y="1908"/>
                  </a:lnTo>
                  <a:lnTo>
                    <a:pt x="624" y="1651"/>
                  </a:lnTo>
                  <a:lnTo>
                    <a:pt x="367" y="1431"/>
                  </a:lnTo>
                  <a:lnTo>
                    <a:pt x="257" y="1394"/>
                  </a:lnTo>
                  <a:lnTo>
                    <a:pt x="184" y="1431"/>
                  </a:lnTo>
                  <a:lnTo>
                    <a:pt x="111" y="1504"/>
                  </a:lnTo>
                  <a:lnTo>
                    <a:pt x="111" y="1578"/>
                  </a:lnTo>
                  <a:lnTo>
                    <a:pt x="111" y="1614"/>
                  </a:lnTo>
                  <a:lnTo>
                    <a:pt x="331" y="1945"/>
                  </a:lnTo>
                  <a:lnTo>
                    <a:pt x="551" y="2238"/>
                  </a:lnTo>
                  <a:lnTo>
                    <a:pt x="771" y="2531"/>
                  </a:lnTo>
                  <a:lnTo>
                    <a:pt x="954" y="2825"/>
                  </a:lnTo>
                  <a:lnTo>
                    <a:pt x="1101" y="3155"/>
                  </a:lnTo>
                  <a:lnTo>
                    <a:pt x="1174" y="3338"/>
                  </a:lnTo>
                  <a:lnTo>
                    <a:pt x="1284" y="3522"/>
                  </a:lnTo>
                  <a:lnTo>
                    <a:pt x="1101" y="3669"/>
                  </a:lnTo>
                  <a:lnTo>
                    <a:pt x="918" y="3815"/>
                  </a:lnTo>
                  <a:lnTo>
                    <a:pt x="587" y="4219"/>
                  </a:lnTo>
                  <a:lnTo>
                    <a:pt x="294" y="4622"/>
                  </a:lnTo>
                  <a:lnTo>
                    <a:pt x="37" y="5062"/>
                  </a:lnTo>
                  <a:lnTo>
                    <a:pt x="1" y="5172"/>
                  </a:lnTo>
                  <a:lnTo>
                    <a:pt x="1" y="5283"/>
                  </a:lnTo>
                  <a:lnTo>
                    <a:pt x="74" y="5356"/>
                  </a:lnTo>
                  <a:lnTo>
                    <a:pt x="184" y="5393"/>
                  </a:lnTo>
                  <a:lnTo>
                    <a:pt x="734" y="5393"/>
                  </a:lnTo>
                  <a:lnTo>
                    <a:pt x="1284" y="5356"/>
                  </a:lnTo>
                  <a:lnTo>
                    <a:pt x="1835" y="5246"/>
                  </a:lnTo>
                  <a:lnTo>
                    <a:pt x="2348" y="5062"/>
                  </a:lnTo>
                  <a:lnTo>
                    <a:pt x="2568" y="5356"/>
                  </a:lnTo>
                  <a:lnTo>
                    <a:pt x="2788" y="5576"/>
                  </a:lnTo>
                  <a:lnTo>
                    <a:pt x="3229" y="6163"/>
                  </a:lnTo>
                  <a:lnTo>
                    <a:pt x="3485" y="6383"/>
                  </a:lnTo>
                  <a:lnTo>
                    <a:pt x="3632" y="6493"/>
                  </a:lnTo>
                  <a:lnTo>
                    <a:pt x="3779" y="6566"/>
                  </a:lnTo>
                  <a:lnTo>
                    <a:pt x="3889" y="6566"/>
                  </a:lnTo>
                  <a:lnTo>
                    <a:pt x="4036" y="6530"/>
                  </a:lnTo>
                  <a:lnTo>
                    <a:pt x="4146" y="6603"/>
                  </a:lnTo>
                  <a:lnTo>
                    <a:pt x="4292" y="6603"/>
                  </a:lnTo>
                  <a:lnTo>
                    <a:pt x="4366" y="6530"/>
                  </a:lnTo>
                  <a:lnTo>
                    <a:pt x="4402" y="6456"/>
                  </a:lnTo>
                  <a:lnTo>
                    <a:pt x="4439" y="6383"/>
                  </a:lnTo>
                  <a:lnTo>
                    <a:pt x="4402" y="6310"/>
                  </a:lnTo>
                  <a:lnTo>
                    <a:pt x="4366" y="6273"/>
                  </a:lnTo>
                  <a:lnTo>
                    <a:pt x="4329" y="6236"/>
                  </a:lnTo>
                  <a:lnTo>
                    <a:pt x="4292" y="6053"/>
                  </a:lnTo>
                  <a:lnTo>
                    <a:pt x="4292" y="5833"/>
                  </a:lnTo>
                  <a:lnTo>
                    <a:pt x="4256" y="5172"/>
                  </a:lnTo>
                  <a:lnTo>
                    <a:pt x="4256" y="4769"/>
                  </a:lnTo>
                  <a:lnTo>
                    <a:pt x="4256" y="4402"/>
                  </a:lnTo>
                  <a:lnTo>
                    <a:pt x="4402" y="4402"/>
                  </a:lnTo>
                  <a:lnTo>
                    <a:pt x="4476" y="4365"/>
                  </a:lnTo>
                  <a:lnTo>
                    <a:pt x="4549" y="4292"/>
                  </a:lnTo>
                  <a:lnTo>
                    <a:pt x="4549" y="4255"/>
                  </a:lnTo>
                  <a:lnTo>
                    <a:pt x="4622" y="4219"/>
                  </a:lnTo>
                  <a:lnTo>
                    <a:pt x="5209" y="3889"/>
                  </a:lnTo>
                  <a:lnTo>
                    <a:pt x="5539" y="3705"/>
                  </a:lnTo>
                  <a:lnTo>
                    <a:pt x="5686" y="3595"/>
                  </a:lnTo>
                  <a:lnTo>
                    <a:pt x="5833" y="3485"/>
                  </a:lnTo>
                  <a:lnTo>
                    <a:pt x="5980" y="3485"/>
                  </a:lnTo>
                  <a:lnTo>
                    <a:pt x="6090" y="3448"/>
                  </a:lnTo>
                  <a:lnTo>
                    <a:pt x="6126" y="3375"/>
                  </a:lnTo>
                  <a:lnTo>
                    <a:pt x="6163" y="3302"/>
                  </a:lnTo>
                  <a:lnTo>
                    <a:pt x="6163" y="3228"/>
                  </a:lnTo>
                  <a:lnTo>
                    <a:pt x="6126" y="3118"/>
                  </a:lnTo>
                  <a:lnTo>
                    <a:pt x="6090" y="3045"/>
                  </a:lnTo>
                  <a:lnTo>
                    <a:pt x="5980" y="3008"/>
                  </a:lnTo>
                  <a:lnTo>
                    <a:pt x="5576" y="2935"/>
                  </a:lnTo>
                  <a:lnTo>
                    <a:pt x="5173" y="2788"/>
                  </a:lnTo>
                  <a:lnTo>
                    <a:pt x="4769" y="2678"/>
                  </a:lnTo>
                  <a:lnTo>
                    <a:pt x="4366" y="2568"/>
                  </a:lnTo>
                  <a:lnTo>
                    <a:pt x="4366" y="2275"/>
                  </a:lnTo>
                  <a:lnTo>
                    <a:pt x="4329" y="2018"/>
                  </a:lnTo>
                  <a:lnTo>
                    <a:pt x="4256" y="1468"/>
                  </a:lnTo>
                  <a:lnTo>
                    <a:pt x="4256" y="881"/>
                  </a:lnTo>
                  <a:lnTo>
                    <a:pt x="4219" y="551"/>
                  </a:lnTo>
                  <a:lnTo>
                    <a:pt x="4182" y="257"/>
                  </a:lnTo>
                  <a:lnTo>
                    <a:pt x="4219" y="184"/>
                  </a:lnTo>
                  <a:lnTo>
                    <a:pt x="4256" y="110"/>
                  </a:lnTo>
                  <a:lnTo>
                    <a:pt x="4219" y="37"/>
                  </a:lnTo>
                  <a:lnTo>
                    <a:pt x="4182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</p:grpSp>
      <p:sp>
        <p:nvSpPr>
          <p:cNvPr id="37" name="Text Placeholder 173">
            <a:extLst>
              <a:ext uri="{FF2B5EF4-FFF2-40B4-BE49-F238E27FC236}">
                <a16:creationId xmlns:a16="http://schemas.microsoft.com/office/drawing/2014/main" id="{27FB79BE-641A-4CAB-BFE0-4D776066AD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7232" y="1826684"/>
            <a:ext cx="10822233" cy="43497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800">
                <a:latin typeface="+mn-lt"/>
              </a:defRPr>
            </a:lvl1pPr>
            <a:lvl2pPr>
              <a:buSzPct val="100000"/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400">
                <a:latin typeface="+mn-lt"/>
              </a:defRPr>
            </a:lvl4pPr>
            <a:lvl5pPr>
              <a:defRPr sz="2000">
                <a:latin typeface="+mn-lt"/>
              </a:defRPr>
            </a:lvl5pPr>
            <a:lvl6pPr marL="1828754" indent="-304792">
              <a:buClr>
                <a:schemeClr val="bg1">
                  <a:lumMod val="90000"/>
                </a:schemeClr>
              </a:buClr>
              <a:buFont typeface="Wingdings" panose="05000000000000000000" pitchFamily="2" charset="2"/>
              <a:buChar char="§"/>
              <a:defRPr sz="2533">
                <a:solidFill>
                  <a:schemeClr val="bg1">
                    <a:lumMod val="90000"/>
                  </a:schemeClr>
                </a:solidFill>
                <a:latin typeface="+mn-lt"/>
              </a:defRPr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69414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preserve="1">
  <p:cSld name="1_Title + 1 column"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3" name="Google Shape;323;p5"/>
          <p:cNvCxnSpPr/>
          <p:nvPr/>
        </p:nvCxnSpPr>
        <p:spPr>
          <a:xfrm>
            <a:off x="1133967" y="1375233"/>
            <a:ext cx="8050400" cy="0"/>
          </a:xfrm>
          <a:prstGeom prst="straightConnector1">
            <a:avLst/>
          </a:prstGeom>
          <a:noFill/>
          <a:ln w="19050" cap="rnd" cmpd="sng">
            <a:solidFill>
              <a:srgbClr val="36595D"/>
            </a:solidFill>
            <a:prstDash val="dash"/>
            <a:round/>
            <a:headEnd type="none" w="med" len="med"/>
            <a:tailEnd type="none" w="med" len="med"/>
          </a:ln>
        </p:spPr>
      </p:cxnSp>
      <p:grpSp>
        <p:nvGrpSpPr>
          <p:cNvPr id="5" name="Google Shape;293;p5">
            <a:extLst>
              <a:ext uri="{FF2B5EF4-FFF2-40B4-BE49-F238E27FC236}">
                <a16:creationId xmlns:a16="http://schemas.microsoft.com/office/drawing/2014/main" id="{36D281D3-6FE4-4C0D-ACAD-503C762AE617}"/>
              </a:ext>
            </a:extLst>
          </p:cNvPr>
          <p:cNvGrpSpPr/>
          <p:nvPr/>
        </p:nvGrpSpPr>
        <p:grpSpPr>
          <a:xfrm>
            <a:off x="9923870" y="-121539"/>
            <a:ext cx="2395052" cy="7107432"/>
            <a:chOff x="6023725" y="842300"/>
            <a:chExt cx="1358150" cy="4030375"/>
          </a:xfrm>
        </p:grpSpPr>
        <p:sp>
          <p:nvSpPr>
            <p:cNvPr id="6" name="Google Shape;294;p5">
              <a:extLst>
                <a:ext uri="{FF2B5EF4-FFF2-40B4-BE49-F238E27FC236}">
                  <a16:creationId xmlns:a16="http://schemas.microsoft.com/office/drawing/2014/main" id="{983E26C4-033B-43D6-8E70-8FCDFBEB416A}"/>
                </a:ext>
              </a:extLst>
            </p:cNvPr>
            <p:cNvSpPr/>
            <p:nvPr/>
          </p:nvSpPr>
          <p:spPr>
            <a:xfrm>
              <a:off x="6371275" y="842300"/>
              <a:ext cx="397100" cy="492450"/>
            </a:xfrm>
            <a:custGeom>
              <a:avLst/>
              <a:gdLst/>
              <a:ahLst/>
              <a:cxnLst/>
              <a:rect l="l" t="t" r="r" b="b"/>
              <a:pathLst>
                <a:path w="15884" h="19698" extrusionOk="0">
                  <a:moveTo>
                    <a:pt x="9355" y="4108"/>
                  </a:moveTo>
                  <a:lnTo>
                    <a:pt x="9465" y="4145"/>
                  </a:lnTo>
                  <a:lnTo>
                    <a:pt x="9538" y="4182"/>
                  </a:lnTo>
                  <a:lnTo>
                    <a:pt x="9648" y="4328"/>
                  </a:lnTo>
                  <a:lnTo>
                    <a:pt x="9721" y="4549"/>
                  </a:lnTo>
                  <a:lnTo>
                    <a:pt x="9721" y="4769"/>
                  </a:lnTo>
                  <a:lnTo>
                    <a:pt x="9721" y="4842"/>
                  </a:lnTo>
                  <a:lnTo>
                    <a:pt x="9685" y="4879"/>
                  </a:lnTo>
                  <a:lnTo>
                    <a:pt x="9575" y="4952"/>
                  </a:lnTo>
                  <a:lnTo>
                    <a:pt x="9391" y="4952"/>
                  </a:lnTo>
                  <a:lnTo>
                    <a:pt x="9355" y="4915"/>
                  </a:lnTo>
                  <a:lnTo>
                    <a:pt x="9281" y="4842"/>
                  </a:lnTo>
                  <a:lnTo>
                    <a:pt x="9208" y="4695"/>
                  </a:lnTo>
                  <a:lnTo>
                    <a:pt x="9171" y="4549"/>
                  </a:lnTo>
                  <a:lnTo>
                    <a:pt x="9171" y="4438"/>
                  </a:lnTo>
                  <a:lnTo>
                    <a:pt x="9171" y="4328"/>
                  </a:lnTo>
                  <a:lnTo>
                    <a:pt x="9245" y="4108"/>
                  </a:lnTo>
                  <a:close/>
                  <a:moveTo>
                    <a:pt x="9355" y="3705"/>
                  </a:moveTo>
                  <a:lnTo>
                    <a:pt x="9245" y="3742"/>
                  </a:lnTo>
                  <a:lnTo>
                    <a:pt x="9135" y="3778"/>
                  </a:lnTo>
                  <a:lnTo>
                    <a:pt x="9025" y="3852"/>
                  </a:lnTo>
                  <a:lnTo>
                    <a:pt x="8988" y="3925"/>
                  </a:lnTo>
                  <a:lnTo>
                    <a:pt x="8914" y="3998"/>
                  </a:lnTo>
                  <a:lnTo>
                    <a:pt x="8841" y="4218"/>
                  </a:lnTo>
                  <a:lnTo>
                    <a:pt x="8804" y="4475"/>
                  </a:lnTo>
                  <a:lnTo>
                    <a:pt x="8804" y="4659"/>
                  </a:lnTo>
                  <a:lnTo>
                    <a:pt x="8841" y="4805"/>
                  </a:lnTo>
                  <a:lnTo>
                    <a:pt x="8878" y="4952"/>
                  </a:lnTo>
                  <a:lnTo>
                    <a:pt x="8988" y="5099"/>
                  </a:lnTo>
                  <a:lnTo>
                    <a:pt x="9098" y="5209"/>
                  </a:lnTo>
                  <a:lnTo>
                    <a:pt x="9245" y="5282"/>
                  </a:lnTo>
                  <a:lnTo>
                    <a:pt x="9391" y="5355"/>
                  </a:lnTo>
                  <a:lnTo>
                    <a:pt x="9538" y="5355"/>
                  </a:lnTo>
                  <a:lnTo>
                    <a:pt x="9721" y="5319"/>
                  </a:lnTo>
                  <a:lnTo>
                    <a:pt x="9868" y="5245"/>
                  </a:lnTo>
                  <a:lnTo>
                    <a:pt x="10015" y="5135"/>
                  </a:lnTo>
                  <a:lnTo>
                    <a:pt x="10088" y="4989"/>
                  </a:lnTo>
                  <a:lnTo>
                    <a:pt x="10125" y="4805"/>
                  </a:lnTo>
                  <a:lnTo>
                    <a:pt x="10125" y="4659"/>
                  </a:lnTo>
                  <a:lnTo>
                    <a:pt x="10088" y="4475"/>
                  </a:lnTo>
                  <a:lnTo>
                    <a:pt x="10052" y="4292"/>
                  </a:lnTo>
                  <a:lnTo>
                    <a:pt x="9978" y="4145"/>
                  </a:lnTo>
                  <a:lnTo>
                    <a:pt x="9905" y="3998"/>
                  </a:lnTo>
                  <a:lnTo>
                    <a:pt x="9795" y="3888"/>
                  </a:lnTo>
                  <a:lnTo>
                    <a:pt x="9648" y="3778"/>
                  </a:lnTo>
                  <a:lnTo>
                    <a:pt x="9501" y="3742"/>
                  </a:lnTo>
                  <a:lnTo>
                    <a:pt x="9355" y="3705"/>
                  </a:lnTo>
                  <a:close/>
                  <a:moveTo>
                    <a:pt x="11262" y="6676"/>
                  </a:moveTo>
                  <a:lnTo>
                    <a:pt x="11262" y="6786"/>
                  </a:lnTo>
                  <a:lnTo>
                    <a:pt x="11225" y="6859"/>
                  </a:lnTo>
                  <a:lnTo>
                    <a:pt x="11152" y="6933"/>
                  </a:lnTo>
                  <a:lnTo>
                    <a:pt x="11042" y="7006"/>
                  </a:lnTo>
                  <a:lnTo>
                    <a:pt x="10785" y="7116"/>
                  </a:lnTo>
                  <a:lnTo>
                    <a:pt x="10602" y="7190"/>
                  </a:lnTo>
                  <a:lnTo>
                    <a:pt x="9795" y="7556"/>
                  </a:lnTo>
                  <a:lnTo>
                    <a:pt x="9721" y="7263"/>
                  </a:lnTo>
                  <a:lnTo>
                    <a:pt x="10639" y="6823"/>
                  </a:lnTo>
                  <a:lnTo>
                    <a:pt x="11079" y="6676"/>
                  </a:lnTo>
                  <a:close/>
                  <a:moveTo>
                    <a:pt x="11115" y="6273"/>
                  </a:moveTo>
                  <a:lnTo>
                    <a:pt x="10859" y="6346"/>
                  </a:lnTo>
                  <a:lnTo>
                    <a:pt x="10052" y="6639"/>
                  </a:lnTo>
                  <a:lnTo>
                    <a:pt x="9648" y="6823"/>
                  </a:lnTo>
                  <a:lnTo>
                    <a:pt x="9281" y="7006"/>
                  </a:lnTo>
                  <a:lnTo>
                    <a:pt x="9208" y="7080"/>
                  </a:lnTo>
                  <a:lnTo>
                    <a:pt x="9208" y="7116"/>
                  </a:lnTo>
                  <a:lnTo>
                    <a:pt x="9208" y="7190"/>
                  </a:lnTo>
                  <a:lnTo>
                    <a:pt x="9208" y="7263"/>
                  </a:lnTo>
                  <a:lnTo>
                    <a:pt x="9318" y="7336"/>
                  </a:lnTo>
                  <a:lnTo>
                    <a:pt x="9465" y="7336"/>
                  </a:lnTo>
                  <a:lnTo>
                    <a:pt x="9465" y="7593"/>
                  </a:lnTo>
                  <a:lnTo>
                    <a:pt x="9538" y="7813"/>
                  </a:lnTo>
                  <a:lnTo>
                    <a:pt x="9575" y="7887"/>
                  </a:lnTo>
                  <a:lnTo>
                    <a:pt x="9648" y="7923"/>
                  </a:lnTo>
                  <a:lnTo>
                    <a:pt x="9758" y="7923"/>
                  </a:lnTo>
                  <a:lnTo>
                    <a:pt x="10492" y="7630"/>
                  </a:lnTo>
                  <a:lnTo>
                    <a:pt x="10859" y="7483"/>
                  </a:lnTo>
                  <a:lnTo>
                    <a:pt x="11225" y="7336"/>
                  </a:lnTo>
                  <a:lnTo>
                    <a:pt x="11409" y="7190"/>
                  </a:lnTo>
                  <a:lnTo>
                    <a:pt x="11556" y="7006"/>
                  </a:lnTo>
                  <a:lnTo>
                    <a:pt x="11629" y="6896"/>
                  </a:lnTo>
                  <a:lnTo>
                    <a:pt x="11629" y="6786"/>
                  </a:lnTo>
                  <a:lnTo>
                    <a:pt x="11629" y="6676"/>
                  </a:lnTo>
                  <a:lnTo>
                    <a:pt x="11592" y="6566"/>
                  </a:lnTo>
                  <a:lnTo>
                    <a:pt x="11556" y="6419"/>
                  </a:lnTo>
                  <a:lnTo>
                    <a:pt x="11482" y="6346"/>
                  </a:lnTo>
                  <a:lnTo>
                    <a:pt x="11372" y="6273"/>
                  </a:lnTo>
                  <a:close/>
                  <a:moveTo>
                    <a:pt x="10198" y="2861"/>
                  </a:moveTo>
                  <a:lnTo>
                    <a:pt x="10235" y="3228"/>
                  </a:lnTo>
                  <a:lnTo>
                    <a:pt x="10345" y="3595"/>
                  </a:lnTo>
                  <a:lnTo>
                    <a:pt x="10565" y="4292"/>
                  </a:lnTo>
                  <a:lnTo>
                    <a:pt x="10822" y="5062"/>
                  </a:lnTo>
                  <a:lnTo>
                    <a:pt x="10895" y="5282"/>
                  </a:lnTo>
                  <a:lnTo>
                    <a:pt x="9025" y="6052"/>
                  </a:lnTo>
                  <a:lnTo>
                    <a:pt x="7154" y="6786"/>
                  </a:lnTo>
                  <a:lnTo>
                    <a:pt x="5173" y="7593"/>
                  </a:lnTo>
                  <a:lnTo>
                    <a:pt x="4146" y="7997"/>
                  </a:lnTo>
                  <a:lnTo>
                    <a:pt x="3816" y="8143"/>
                  </a:lnTo>
                  <a:lnTo>
                    <a:pt x="3486" y="8290"/>
                  </a:lnTo>
                  <a:lnTo>
                    <a:pt x="3266" y="7887"/>
                  </a:lnTo>
                  <a:lnTo>
                    <a:pt x="3045" y="7446"/>
                  </a:lnTo>
                  <a:lnTo>
                    <a:pt x="2679" y="6566"/>
                  </a:lnTo>
                  <a:lnTo>
                    <a:pt x="2532" y="6162"/>
                  </a:lnTo>
                  <a:lnTo>
                    <a:pt x="2385" y="5869"/>
                  </a:lnTo>
                  <a:lnTo>
                    <a:pt x="2238" y="5612"/>
                  </a:lnTo>
                  <a:lnTo>
                    <a:pt x="2715" y="5539"/>
                  </a:lnTo>
                  <a:lnTo>
                    <a:pt x="3192" y="5429"/>
                  </a:lnTo>
                  <a:lnTo>
                    <a:pt x="3669" y="5282"/>
                  </a:lnTo>
                  <a:lnTo>
                    <a:pt x="4146" y="5099"/>
                  </a:lnTo>
                  <a:lnTo>
                    <a:pt x="5210" y="4659"/>
                  </a:lnTo>
                  <a:lnTo>
                    <a:pt x="6273" y="4218"/>
                  </a:lnTo>
                  <a:lnTo>
                    <a:pt x="6824" y="4035"/>
                  </a:lnTo>
                  <a:lnTo>
                    <a:pt x="7374" y="3852"/>
                  </a:lnTo>
                  <a:lnTo>
                    <a:pt x="8474" y="3558"/>
                  </a:lnTo>
                  <a:lnTo>
                    <a:pt x="9025" y="3411"/>
                  </a:lnTo>
                  <a:lnTo>
                    <a:pt x="9538" y="3191"/>
                  </a:lnTo>
                  <a:lnTo>
                    <a:pt x="9868" y="3081"/>
                  </a:lnTo>
                  <a:lnTo>
                    <a:pt x="10015" y="2971"/>
                  </a:lnTo>
                  <a:lnTo>
                    <a:pt x="10198" y="2861"/>
                  </a:lnTo>
                  <a:close/>
                  <a:moveTo>
                    <a:pt x="8658" y="7740"/>
                  </a:moveTo>
                  <a:lnTo>
                    <a:pt x="8694" y="7923"/>
                  </a:lnTo>
                  <a:lnTo>
                    <a:pt x="8071" y="8253"/>
                  </a:lnTo>
                  <a:lnTo>
                    <a:pt x="7704" y="8437"/>
                  </a:lnTo>
                  <a:lnTo>
                    <a:pt x="7594" y="8437"/>
                  </a:lnTo>
                  <a:lnTo>
                    <a:pt x="7557" y="8363"/>
                  </a:lnTo>
                  <a:lnTo>
                    <a:pt x="7557" y="8180"/>
                  </a:lnTo>
                  <a:lnTo>
                    <a:pt x="8658" y="7740"/>
                  </a:lnTo>
                  <a:close/>
                  <a:moveTo>
                    <a:pt x="10198" y="2384"/>
                  </a:moveTo>
                  <a:lnTo>
                    <a:pt x="9978" y="2458"/>
                  </a:lnTo>
                  <a:lnTo>
                    <a:pt x="9795" y="2568"/>
                  </a:lnTo>
                  <a:lnTo>
                    <a:pt x="9391" y="2788"/>
                  </a:lnTo>
                  <a:lnTo>
                    <a:pt x="8841" y="2971"/>
                  </a:lnTo>
                  <a:lnTo>
                    <a:pt x="8328" y="3155"/>
                  </a:lnTo>
                  <a:lnTo>
                    <a:pt x="7264" y="3411"/>
                  </a:lnTo>
                  <a:lnTo>
                    <a:pt x="6750" y="3558"/>
                  </a:lnTo>
                  <a:lnTo>
                    <a:pt x="6237" y="3742"/>
                  </a:lnTo>
                  <a:lnTo>
                    <a:pt x="5210" y="4145"/>
                  </a:lnTo>
                  <a:lnTo>
                    <a:pt x="4219" y="4585"/>
                  </a:lnTo>
                  <a:lnTo>
                    <a:pt x="3669" y="4805"/>
                  </a:lnTo>
                  <a:lnTo>
                    <a:pt x="3119" y="4989"/>
                  </a:lnTo>
                  <a:lnTo>
                    <a:pt x="2018" y="5319"/>
                  </a:lnTo>
                  <a:lnTo>
                    <a:pt x="1945" y="5355"/>
                  </a:lnTo>
                  <a:lnTo>
                    <a:pt x="1908" y="5392"/>
                  </a:lnTo>
                  <a:lnTo>
                    <a:pt x="1908" y="5466"/>
                  </a:lnTo>
                  <a:lnTo>
                    <a:pt x="1945" y="5539"/>
                  </a:lnTo>
                  <a:lnTo>
                    <a:pt x="1982" y="5576"/>
                  </a:lnTo>
                  <a:lnTo>
                    <a:pt x="1945" y="5686"/>
                  </a:lnTo>
                  <a:lnTo>
                    <a:pt x="1945" y="5759"/>
                  </a:lnTo>
                  <a:lnTo>
                    <a:pt x="2018" y="5979"/>
                  </a:lnTo>
                  <a:lnTo>
                    <a:pt x="2165" y="6456"/>
                  </a:lnTo>
                  <a:lnTo>
                    <a:pt x="2385" y="6933"/>
                  </a:lnTo>
                  <a:lnTo>
                    <a:pt x="2752" y="7850"/>
                  </a:lnTo>
                  <a:lnTo>
                    <a:pt x="2972" y="8290"/>
                  </a:lnTo>
                  <a:lnTo>
                    <a:pt x="3192" y="8694"/>
                  </a:lnTo>
                  <a:lnTo>
                    <a:pt x="3266" y="8767"/>
                  </a:lnTo>
                  <a:lnTo>
                    <a:pt x="3302" y="8804"/>
                  </a:lnTo>
                  <a:lnTo>
                    <a:pt x="3412" y="8804"/>
                  </a:lnTo>
                  <a:lnTo>
                    <a:pt x="3522" y="8730"/>
                  </a:lnTo>
                  <a:lnTo>
                    <a:pt x="3596" y="8620"/>
                  </a:lnTo>
                  <a:lnTo>
                    <a:pt x="3999" y="8510"/>
                  </a:lnTo>
                  <a:lnTo>
                    <a:pt x="4403" y="8363"/>
                  </a:lnTo>
                  <a:lnTo>
                    <a:pt x="5173" y="8033"/>
                  </a:lnTo>
                  <a:lnTo>
                    <a:pt x="7300" y="7190"/>
                  </a:lnTo>
                  <a:lnTo>
                    <a:pt x="9281" y="6419"/>
                  </a:lnTo>
                  <a:lnTo>
                    <a:pt x="10235" y="6052"/>
                  </a:lnTo>
                  <a:lnTo>
                    <a:pt x="10712" y="5832"/>
                  </a:lnTo>
                  <a:lnTo>
                    <a:pt x="11152" y="5612"/>
                  </a:lnTo>
                  <a:lnTo>
                    <a:pt x="11262" y="5612"/>
                  </a:lnTo>
                  <a:lnTo>
                    <a:pt x="11335" y="5539"/>
                  </a:lnTo>
                  <a:lnTo>
                    <a:pt x="11372" y="5392"/>
                  </a:lnTo>
                  <a:lnTo>
                    <a:pt x="11372" y="5282"/>
                  </a:lnTo>
                  <a:lnTo>
                    <a:pt x="11299" y="5025"/>
                  </a:lnTo>
                  <a:lnTo>
                    <a:pt x="11042" y="4255"/>
                  </a:lnTo>
                  <a:lnTo>
                    <a:pt x="10785" y="3485"/>
                  </a:lnTo>
                  <a:lnTo>
                    <a:pt x="10639" y="3118"/>
                  </a:lnTo>
                  <a:lnTo>
                    <a:pt x="10455" y="2751"/>
                  </a:lnTo>
                  <a:lnTo>
                    <a:pt x="10418" y="2714"/>
                  </a:lnTo>
                  <a:lnTo>
                    <a:pt x="10345" y="2678"/>
                  </a:lnTo>
                  <a:lnTo>
                    <a:pt x="10382" y="2568"/>
                  </a:lnTo>
                  <a:lnTo>
                    <a:pt x="10382" y="2494"/>
                  </a:lnTo>
                  <a:lnTo>
                    <a:pt x="10308" y="2421"/>
                  </a:lnTo>
                  <a:lnTo>
                    <a:pt x="10198" y="2384"/>
                  </a:lnTo>
                  <a:close/>
                  <a:moveTo>
                    <a:pt x="8694" y="7263"/>
                  </a:moveTo>
                  <a:lnTo>
                    <a:pt x="7337" y="7813"/>
                  </a:lnTo>
                  <a:lnTo>
                    <a:pt x="7264" y="7850"/>
                  </a:lnTo>
                  <a:lnTo>
                    <a:pt x="7227" y="7923"/>
                  </a:lnTo>
                  <a:lnTo>
                    <a:pt x="7190" y="7997"/>
                  </a:lnTo>
                  <a:lnTo>
                    <a:pt x="7227" y="8070"/>
                  </a:lnTo>
                  <a:lnTo>
                    <a:pt x="7190" y="8143"/>
                  </a:lnTo>
                  <a:lnTo>
                    <a:pt x="7154" y="8363"/>
                  </a:lnTo>
                  <a:lnTo>
                    <a:pt x="7190" y="8620"/>
                  </a:lnTo>
                  <a:lnTo>
                    <a:pt x="7227" y="8730"/>
                  </a:lnTo>
                  <a:lnTo>
                    <a:pt x="7300" y="8840"/>
                  </a:lnTo>
                  <a:lnTo>
                    <a:pt x="7411" y="8877"/>
                  </a:lnTo>
                  <a:lnTo>
                    <a:pt x="7557" y="8877"/>
                  </a:lnTo>
                  <a:lnTo>
                    <a:pt x="7704" y="8840"/>
                  </a:lnTo>
                  <a:lnTo>
                    <a:pt x="7887" y="8804"/>
                  </a:lnTo>
                  <a:lnTo>
                    <a:pt x="8218" y="8620"/>
                  </a:lnTo>
                  <a:lnTo>
                    <a:pt x="9061" y="8217"/>
                  </a:lnTo>
                  <a:lnTo>
                    <a:pt x="9098" y="8180"/>
                  </a:lnTo>
                  <a:lnTo>
                    <a:pt x="9171" y="8107"/>
                  </a:lnTo>
                  <a:lnTo>
                    <a:pt x="9171" y="8033"/>
                  </a:lnTo>
                  <a:lnTo>
                    <a:pt x="9171" y="7960"/>
                  </a:lnTo>
                  <a:lnTo>
                    <a:pt x="8951" y="7410"/>
                  </a:lnTo>
                  <a:lnTo>
                    <a:pt x="8914" y="7336"/>
                  </a:lnTo>
                  <a:lnTo>
                    <a:pt x="8841" y="7300"/>
                  </a:lnTo>
                  <a:lnTo>
                    <a:pt x="8768" y="7263"/>
                  </a:lnTo>
                  <a:close/>
                  <a:moveTo>
                    <a:pt x="11702" y="8327"/>
                  </a:moveTo>
                  <a:lnTo>
                    <a:pt x="11886" y="8694"/>
                  </a:lnTo>
                  <a:lnTo>
                    <a:pt x="12106" y="9060"/>
                  </a:lnTo>
                  <a:lnTo>
                    <a:pt x="11702" y="9244"/>
                  </a:lnTo>
                  <a:lnTo>
                    <a:pt x="11335" y="9390"/>
                  </a:lnTo>
                  <a:lnTo>
                    <a:pt x="10932" y="9500"/>
                  </a:lnTo>
                  <a:lnTo>
                    <a:pt x="10528" y="9611"/>
                  </a:lnTo>
                  <a:lnTo>
                    <a:pt x="10382" y="9244"/>
                  </a:lnTo>
                  <a:lnTo>
                    <a:pt x="10198" y="8877"/>
                  </a:lnTo>
                  <a:lnTo>
                    <a:pt x="10162" y="8840"/>
                  </a:lnTo>
                  <a:lnTo>
                    <a:pt x="10565" y="8730"/>
                  </a:lnTo>
                  <a:lnTo>
                    <a:pt x="10932" y="8620"/>
                  </a:lnTo>
                  <a:lnTo>
                    <a:pt x="11702" y="8327"/>
                  </a:lnTo>
                  <a:close/>
                  <a:moveTo>
                    <a:pt x="11776" y="7887"/>
                  </a:moveTo>
                  <a:lnTo>
                    <a:pt x="11299" y="8070"/>
                  </a:lnTo>
                  <a:lnTo>
                    <a:pt x="10822" y="8217"/>
                  </a:lnTo>
                  <a:lnTo>
                    <a:pt x="9868" y="8510"/>
                  </a:lnTo>
                  <a:lnTo>
                    <a:pt x="9832" y="8510"/>
                  </a:lnTo>
                  <a:lnTo>
                    <a:pt x="9795" y="8583"/>
                  </a:lnTo>
                  <a:lnTo>
                    <a:pt x="9758" y="8694"/>
                  </a:lnTo>
                  <a:lnTo>
                    <a:pt x="9832" y="8804"/>
                  </a:lnTo>
                  <a:lnTo>
                    <a:pt x="9868" y="8840"/>
                  </a:lnTo>
                  <a:lnTo>
                    <a:pt x="9942" y="8877"/>
                  </a:lnTo>
                  <a:lnTo>
                    <a:pt x="9905" y="8950"/>
                  </a:lnTo>
                  <a:lnTo>
                    <a:pt x="9905" y="9024"/>
                  </a:lnTo>
                  <a:lnTo>
                    <a:pt x="10088" y="9427"/>
                  </a:lnTo>
                  <a:lnTo>
                    <a:pt x="10198" y="9867"/>
                  </a:lnTo>
                  <a:lnTo>
                    <a:pt x="10235" y="9941"/>
                  </a:lnTo>
                  <a:lnTo>
                    <a:pt x="10272" y="9977"/>
                  </a:lnTo>
                  <a:lnTo>
                    <a:pt x="10308" y="10014"/>
                  </a:lnTo>
                  <a:lnTo>
                    <a:pt x="10382" y="10051"/>
                  </a:lnTo>
                  <a:lnTo>
                    <a:pt x="10932" y="9904"/>
                  </a:lnTo>
                  <a:lnTo>
                    <a:pt x="11446" y="9757"/>
                  </a:lnTo>
                  <a:lnTo>
                    <a:pt x="11959" y="9574"/>
                  </a:lnTo>
                  <a:lnTo>
                    <a:pt x="12436" y="9317"/>
                  </a:lnTo>
                  <a:lnTo>
                    <a:pt x="12509" y="9280"/>
                  </a:lnTo>
                  <a:lnTo>
                    <a:pt x="12583" y="9207"/>
                  </a:lnTo>
                  <a:lnTo>
                    <a:pt x="12583" y="9097"/>
                  </a:lnTo>
                  <a:lnTo>
                    <a:pt x="12546" y="9024"/>
                  </a:lnTo>
                  <a:lnTo>
                    <a:pt x="12253" y="8547"/>
                  </a:lnTo>
                  <a:lnTo>
                    <a:pt x="11996" y="7997"/>
                  </a:lnTo>
                  <a:lnTo>
                    <a:pt x="11959" y="7923"/>
                  </a:lnTo>
                  <a:lnTo>
                    <a:pt x="11922" y="7887"/>
                  </a:lnTo>
                  <a:close/>
                  <a:moveTo>
                    <a:pt x="8914" y="9354"/>
                  </a:moveTo>
                  <a:lnTo>
                    <a:pt x="9061" y="9757"/>
                  </a:lnTo>
                  <a:lnTo>
                    <a:pt x="9281" y="10161"/>
                  </a:lnTo>
                  <a:lnTo>
                    <a:pt x="8658" y="10491"/>
                  </a:lnTo>
                  <a:lnTo>
                    <a:pt x="7961" y="10784"/>
                  </a:lnTo>
                  <a:lnTo>
                    <a:pt x="7814" y="10858"/>
                  </a:lnTo>
                  <a:lnTo>
                    <a:pt x="7741" y="10858"/>
                  </a:lnTo>
                  <a:lnTo>
                    <a:pt x="7704" y="10821"/>
                  </a:lnTo>
                  <a:lnTo>
                    <a:pt x="7631" y="10674"/>
                  </a:lnTo>
                  <a:lnTo>
                    <a:pt x="7594" y="10491"/>
                  </a:lnTo>
                  <a:lnTo>
                    <a:pt x="7521" y="10161"/>
                  </a:lnTo>
                  <a:lnTo>
                    <a:pt x="7374" y="9867"/>
                  </a:lnTo>
                  <a:lnTo>
                    <a:pt x="8914" y="9354"/>
                  </a:lnTo>
                  <a:close/>
                  <a:moveTo>
                    <a:pt x="8951" y="8950"/>
                  </a:moveTo>
                  <a:lnTo>
                    <a:pt x="7154" y="9537"/>
                  </a:lnTo>
                  <a:lnTo>
                    <a:pt x="7117" y="9574"/>
                  </a:lnTo>
                  <a:lnTo>
                    <a:pt x="7080" y="9611"/>
                  </a:lnTo>
                  <a:lnTo>
                    <a:pt x="7044" y="9721"/>
                  </a:lnTo>
                  <a:lnTo>
                    <a:pt x="7080" y="9831"/>
                  </a:lnTo>
                  <a:lnTo>
                    <a:pt x="7190" y="9904"/>
                  </a:lnTo>
                  <a:lnTo>
                    <a:pt x="7190" y="10124"/>
                  </a:lnTo>
                  <a:lnTo>
                    <a:pt x="7227" y="10381"/>
                  </a:lnTo>
                  <a:lnTo>
                    <a:pt x="7374" y="10858"/>
                  </a:lnTo>
                  <a:lnTo>
                    <a:pt x="7411" y="11004"/>
                  </a:lnTo>
                  <a:lnTo>
                    <a:pt x="7521" y="11114"/>
                  </a:lnTo>
                  <a:lnTo>
                    <a:pt x="7631" y="11188"/>
                  </a:lnTo>
                  <a:lnTo>
                    <a:pt x="7777" y="11225"/>
                  </a:lnTo>
                  <a:lnTo>
                    <a:pt x="8034" y="11151"/>
                  </a:lnTo>
                  <a:lnTo>
                    <a:pt x="8291" y="11078"/>
                  </a:lnTo>
                  <a:lnTo>
                    <a:pt x="8768" y="10858"/>
                  </a:lnTo>
                  <a:lnTo>
                    <a:pt x="9245" y="10601"/>
                  </a:lnTo>
                  <a:lnTo>
                    <a:pt x="9685" y="10344"/>
                  </a:lnTo>
                  <a:lnTo>
                    <a:pt x="9721" y="10271"/>
                  </a:lnTo>
                  <a:lnTo>
                    <a:pt x="9758" y="10197"/>
                  </a:lnTo>
                  <a:lnTo>
                    <a:pt x="9758" y="10161"/>
                  </a:lnTo>
                  <a:lnTo>
                    <a:pt x="9721" y="10087"/>
                  </a:lnTo>
                  <a:lnTo>
                    <a:pt x="9538" y="9867"/>
                  </a:lnTo>
                  <a:lnTo>
                    <a:pt x="9391" y="9611"/>
                  </a:lnTo>
                  <a:lnTo>
                    <a:pt x="9281" y="9354"/>
                  </a:lnTo>
                  <a:lnTo>
                    <a:pt x="9208" y="9060"/>
                  </a:lnTo>
                  <a:lnTo>
                    <a:pt x="9171" y="8987"/>
                  </a:lnTo>
                  <a:lnTo>
                    <a:pt x="9098" y="8950"/>
                  </a:lnTo>
                  <a:close/>
                  <a:moveTo>
                    <a:pt x="12473" y="10344"/>
                  </a:moveTo>
                  <a:lnTo>
                    <a:pt x="12619" y="10711"/>
                  </a:lnTo>
                  <a:lnTo>
                    <a:pt x="11959" y="11078"/>
                  </a:lnTo>
                  <a:lnTo>
                    <a:pt x="11299" y="11445"/>
                  </a:lnTo>
                  <a:lnTo>
                    <a:pt x="11152" y="10894"/>
                  </a:lnTo>
                  <a:lnTo>
                    <a:pt x="11189" y="10858"/>
                  </a:lnTo>
                  <a:lnTo>
                    <a:pt x="11189" y="10784"/>
                  </a:lnTo>
                  <a:lnTo>
                    <a:pt x="11482" y="10674"/>
                  </a:lnTo>
                  <a:lnTo>
                    <a:pt x="11776" y="10601"/>
                  </a:lnTo>
                  <a:lnTo>
                    <a:pt x="12473" y="10344"/>
                  </a:lnTo>
                  <a:close/>
                  <a:moveTo>
                    <a:pt x="6273" y="10418"/>
                  </a:moveTo>
                  <a:lnTo>
                    <a:pt x="6347" y="10454"/>
                  </a:lnTo>
                  <a:lnTo>
                    <a:pt x="6420" y="10564"/>
                  </a:lnTo>
                  <a:lnTo>
                    <a:pt x="6567" y="10894"/>
                  </a:lnTo>
                  <a:lnTo>
                    <a:pt x="5797" y="11261"/>
                  </a:lnTo>
                  <a:lnTo>
                    <a:pt x="5100" y="11738"/>
                  </a:lnTo>
                  <a:lnTo>
                    <a:pt x="4953" y="11298"/>
                  </a:lnTo>
                  <a:lnTo>
                    <a:pt x="4843" y="11078"/>
                  </a:lnTo>
                  <a:lnTo>
                    <a:pt x="4733" y="10894"/>
                  </a:lnTo>
                  <a:lnTo>
                    <a:pt x="5613" y="10601"/>
                  </a:lnTo>
                  <a:lnTo>
                    <a:pt x="5943" y="10491"/>
                  </a:lnTo>
                  <a:lnTo>
                    <a:pt x="6237" y="10418"/>
                  </a:lnTo>
                  <a:close/>
                  <a:moveTo>
                    <a:pt x="12583" y="9867"/>
                  </a:moveTo>
                  <a:lnTo>
                    <a:pt x="12509" y="9904"/>
                  </a:lnTo>
                  <a:lnTo>
                    <a:pt x="11519" y="10271"/>
                  </a:lnTo>
                  <a:lnTo>
                    <a:pt x="11115" y="10381"/>
                  </a:lnTo>
                  <a:lnTo>
                    <a:pt x="10932" y="10491"/>
                  </a:lnTo>
                  <a:lnTo>
                    <a:pt x="10859" y="10564"/>
                  </a:lnTo>
                  <a:lnTo>
                    <a:pt x="10785" y="10638"/>
                  </a:lnTo>
                  <a:lnTo>
                    <a:pt x="10785" y="10748"/>
                  </a:lnTo>
                  <a:lnTo>
                    <a:pt x="10822" y="10821"/>
                  </a:lnTo>
                  <a:lnTo>
                    <a:pt x="10859" y="10858"/>
                  </a:lnTo>
                  <a:lnTo>
                    <a:pt x="10859" y="10894"/>
                  </a:lnTo>
                  <a:lnTo>
                    <a:pt x="10895" y="11335"/>
                  </a:lnTo>
                  <a:lnTo>
                    <a:pt x="11005" y="11738"/>
                  </a:lnTo>
                  <a:lnTo>
                    <a:pt x="11005" y="11848"/>
                  </a:lnTo>
                  <a:lnTo>
                    <a:pt x="11079" y="11885"/>
                  </a:lnTo>
                  <a:lnTo>
                    <a:pt x="11152" y="11921"/>
                  </a:lnTo>
                  <a:lnTo>
                    <a:pt x="11225" y="11921"/>
                  </a:lnTo>
                  <a:lnTo>
                    <a:pt x="12142" y="11445"/>
                  </a:lnTo>
                  <a:lnTo>
                    <a:pt x="12986" y="10931"/>
                  </a:lnTo>
                  <a:lnTo>
                    <a:pt x="13060" y="10858"/>
                  </a:lnTo>
                  <a:lnTo>
                    <a:pt x="13096" y="10784"/>
                  </a:lnTo>
                  <a:lnTo>
                    <a:pt x="13096" y="10711"/>
                  </a:lnTo>
                  <a:lnTo>
                    <a:pt x="13060" y="10638"/>
                  </a:lnTo>
                  <a:lnTo>
                    <a:pt x="12876" y="10344"/>
                  </a:lnTo>
                  <a:lnTo>
                    <a:pt x="12766" y="10014"/>
                  </a:lnTo>
                  <a:lnTo>
                    <a:pt x="12729" y="9941"/>
                  </a:lnTo>
                  <a:lnTo>
                    <a:pt x="12656" y="9904"/>
                  </a:lnTo>
                  <a:lnTo>
                    <a:pt x="12583" y="9867"/>
                  </a:lnTo>
                  <a:close/>
                  <a:moveTo>
                    <a:pt x="6200" y="9977"/>
                  </a:moveTo>
                  <a:lnTo>
                    <a:pt x="5980" y="10014"/>
                  </a:lnTo>
                  <a:lnTo>
                    <a:pt x="5760" y="10087"/>
                  </a:lnTo>
                  <a:lnTo>
                    <a:pt x="5356" y="10234"/>
                  </a:lnTo>
                  <a:lnTo>
                    <a:pt x="4843" y="10381"/>
                  </a:lnTo>
                  <a:lnTo>
                    <a:pt x="4329" y="10564"/>
                  </a:lnTo>
                  <a:lnTo>
                    <a:pt x="4293" y="10601"/>
                  </a:lnTo>
                  <a:lnTo>
                    <a:pt x="4256" y="10638"/>
                  </a:lnTo>
                  <a:lnTo>
                    <a:pt x="4219" y="10784"/>
                  </a:lnTo>
                  <a:lnTo>
                    <a:pt x="4256" y="10894"/>
                  </a:lnTo>
                  <a:lnTo>
                    <a:pt x="4293" y="10931"/>
                  </a:lnTo>
                  <a:lnTo>
                    <a:pt x="4366" y="10968"/>
                  </a:lnTo>
                  <a:lnTo>
                    <a:pt x="4513" y="11298"/>
                  </a:lnTo>
                  <a:lnTo>
                    <a:pt x="4659" y="11701"/>
                  </a:lnTo>
                  <a:lnTo>
                    <a:pt x="4769" y="12142"/>
                  </a:lnTo>
                  <a:lnTo>
                    <a:pt x="4843" y="12215"/>
                  </a:lnTo>
                  <a:lnTo>
                    <a:pt x="4916" y="12252"/>
                  </a:lnTo>
                  <a:lnTo>
                    <a:pt x="4990" y="12252"/>
                  </a:lnTo>
                  <a:lnTo>
                    <a:pt x="5100" y="12215"/>
                  </a:lnTo>
                  <a:lnTo>
                    <a:pt x="5540" y="11921"/>
                  </a:lnTo>
                  <a:lnTo>
                    <a:pt x="5980" y="11665"/>
                  </a:lnTo>
                  <a:lnTo>
                    <a:pt x="6420" y="11445"/>
                  </a:lnTo>
                  <a:lnTo>
                    <a:pt x="6934" y="11225"/>
                  </a:lnTo>
                  <a:lnTo>
                    <a:pt x="6970" y="11188"/>
                  </a:lnTo>
                  <a:lnTo>
                    <a:pt x="7044" y="11114"/>
                  </a:lnTo>
                  <a:lnTo>
                    <a:pt x="7044" y="11041"/>
                  </a:lnTo>
                  <a:lnTo>
                    <a:pt x="7044" y="10931"/>
                  </a:lnTo>
                  <a:lnTo>
                    <a:pt x="6897" y="10601"/>
                  </a:lnTo>
                  <a:lnTo>
                    <a:pt x="6750" y="10307"/>
                  </a:lnTo>
                  <a:lnTo>
                    <a:pt x="6677" y="10161"/>
                  </a:lnTo>
                  <a:lnTo>
                    <a:pt x="6530" y="10051"/>
                  </a:lnTo>
                  <a:lnTo>
                    <a:pt x="6383" y="10014"/>
                  </a:lnTo>
                  <a:lnTo>
                    <a:pt x="6200" y="9977"/>
                  </a:lnTo>
                  <a:close/>
                  <a:moveTo>
                    <a:pt x="9832" y="11371"/>
                  </a:moveTo>
                  <a:lnTo>
                    <a:pt x="10125" y="11921"/>
                  </a:lnTo>
                  <a:lnTo>
                    <a:pt x="9721" y="12142"/>
                  </a:lnTo>
                  <a:lnTo>
                    <a:pt x="9318" y="12288"/>
                  </a:lnTo>
                  <a:lnTo>
                    <a:pt x="8914" y="12435"/>
                  </a:lnTo>
                  <a:lnTo>
                    <a:pt x="8511" y="12545"/>
                  </a:lnTo>
                  <a:lnTo>
                    <a:pt x="8328" y="12032"/>
                  </a:lnTo>
                  <a:lnTo>
                    <a:pt x="8694" y="11921"/>
                  </a:lnTo>
                  <a:lnTo>
                    <a:pt x="9098" y="11738"/>
                  </a:lnTo>
                  <a:lnTo>
                    <a:pt x="9832" y="11371"/>
                  </a:lnTo>
                  <a:close/>
                  <a:moveTo>
                    <a:pt x="9868" y="10894"/>
                  </a:moveTo>
                  <a:lnTo>
                    <a:pt x="8951" y="11298"/>
                  </a:lnTo>
                  <a:lnTo>
                    <a:pt x="8474" y="11481"/>
                  </a:lnTo>
                  <a:lnTo>
                    <a:pt x="8071" y="11738"/>
                  </a:lnTo>
                  <a:lnTo>
                    <a:pt x="7997" y="11738"/>
                  </a:lnTo>
                  <a:lnTo>
                    <a:pt x="7924" y="11775"/>
                  </a:lnTo>
                  <a:lnTo>
                    <a:pt x="7887" y="11885"/>
                  </a:lnTo>
                  <a:lnTo>
                    <a:pt x="7887" y="11958"/>
                  </a:lnTo>
                  <a:lnTo>
                    <a:pt x="8034" y="12398"/>
                  </a:lnTo>
                  <a:lnTo>
                    <a:pt x="8181" y="12839"/>
                  </a:lnTo>
                  <a:lnTo>
                    <a:pt x="8254" y="12949"/>
                  </a:lnTo>
                  <a:lnTo>
                    <a:pt x="8328" y="12985"/>
                  </a:lnTo>
                  <a:lnTo>
                    <a:pt x="8364" y="12985"/>
                  </a:lnTo>
                  <a:lnTo>
                    <a:pt x="8951" y="12839"/>
                  </a:lnTo>
                  <a:lnTo>
                    <a:pt x="9465" y="12655"/>
                  </a:lnTo>
                  <a:lnTo>
                    <a:pt x="10015" y="12472"/>
                  </a:lnTo>
                  <a:lnTo>
                    <a:pt x="10528" y="12215"/>
                  </a:lnTo>
                  <a:lnTo>
                    <a:pt x="10565" y="12142"/>
                  </a:lnTo>
                  <a:lnTo>
                    <a:pt x="10602" y="12105"/>
                  </a:lnTo>
                  <a:lnTo>
                    <a:pt x="10602" y="12032"/>
                  </a:lnTo>
                  <a:lnTo>
                    <a:pt x="10602" y="11958"/>
                  </a:lnTo>
                  <a:lnTo>
                    <a:pt x="10125" y="11041"/>
                  </a:lnTo>
                  <a:lnTo>
                    <a:pt x="10088" y="10968"/>
                  </a:lnTo>
                  <a:lnTo>
                    <a:pt x="10015" y="10894"/>
                  </a:lnTo>
                  <a:close/>
                  <a:moveTo>
                    <a:pt x="13133" y="12288"/>
                  </a:moveTo>
                  <a:lnTo>
                    <a:pt x="13243" y="12325"/>
                  </a:lnTo>
                  <a:lnTo>
                    <a:pt x="13353" y="12472"/>
                  </a:lnTo>
                  <a:lnTo>
                    <a:pt x="13610" y="12985"/>
                  </a:lnTo>
                  <a:lnTo>
                    <a:pt x="12839" y="13242"/>
                  </a:lnTo>
                  <a:lnTo>
                    <a:pt x="12106" y="13572"/>
                  </a:lnTo>
                  <a:lnTo>
                    <a:pt x="11996" y="13352"/>
                  </a:lnTo>
                  <a:lnTo>
                    <a:pt x="11886" y="13132"/>
                  </a:lnTo>
                  <a:lnTo>
                    <a:pt x="11739" y="12692"/>
                  </a:lnTo>
                  <a:lnTo>
                    <a:pt x="12032" y="12618"/>
                  </a:lnTo>
                  <a:lnTo>
                    <a:pt x="12289" y="12545"/>
                  </a:lnTo>
                  <a:lnTo>
                    <a:pt x="12839" y="12362"/>
                  </a:lnTo>
                  <a:lnTo>
                    <a:pt x="13023" y="12288"/>
                  </a:lnTo>
                  <a:close/>
                  <a:moveTo>
                    <a:pt x="7044" y="12325"/>
                  </a:moveTo>
                  <a:lnTo>
                    <a:pt x="7337" y="13022"/>
                  </a:lnTo>
                  <a:lnTo>
                    <a:pt x="5833" y="13792"/>
                  </a:lnTo>
                  <a:lnTo>
                    <a:pt x="5613" y="13132"/>
                  </a:lnTo>
                  <a:lnTo>
                    <a:pt x="5943" y="12875"/>
                  </a:lnTo>
                  <a:lnTo>
                    <a:pt x="6273" y="12655"/>
                  </a:lnTo>
                  <a:lnTo>
                    <a:pt x="6677" y="12472"/>
                  </a:lnTo>
                  <a:lnTo>
                    <a:pt x="7044" y="12325"/>
                  </a:lnTo>
                  <a:close/>
                  <a:moveTo>
                    <a:pt x="13060" y="11885"/>
                  </a:moveTo>
                  <a:lnTo>
                    <a:pt x="12839" y="11921"/>
                  </a:lnTo>
                  <a:lnTo>
                    <a:pt x="12473" y="12068"/>
                  </a:lnTo>
                  <a:lnTo>
                    <a:pt x="11922" y="12215"/>
                  </a:lnTo>
                  <a:lnTo>
                    <a:pt x="11666" y="12288"/>
                  </a:lnTo>
                  <a:lnTo>
                    <a:pt x="11446" y="12398"/>
                  </a:lnTo>
                  <a:lnTo>
                    <a:pt x="11372" y="12435"/>
                  </a:lnTo>
                  <a:lnTo>
                    <a:pt x="11372" y="12472"/>
                  </a:lnTo>
                  <a:lnTo>
                    <a:pt x="11372" y="12582"/>
                  </a:lnTo>
                  <a:lnTo>
                    <a:pt x="11446" y="12655"/>
                  </a:lnTo>
                  <a:lnTo>
                    <a:pt x="11519" y="12692"/>
                  </a:lnTo>
                  <a:lnTo>
                    <a:pt x="11482" y="12839"/>
                  </a:lnTo>
                  <a:lnTo>
                    <a:pt x="11482" y="13022"/>
                  </a:lnTo>
                  <a:lnTo>
                    <a:pt x="11519" y="13169"/>
                  </a:lnTo>
                  <a:lnTo>
                    <a:pt x="11556" y="13315"/>
                  </a:lnTo>
                  <a:lnTo>
                    <a:pt x="11702" y="13646"/>
                  </a:lnTo>
                  <a:lnTo>
                    <a:pt x="11886" y="13902"/>
                  </a:lnTo>
                  <a:lnTo>
                    <a:pt x="11996" y="13976"/>
                  </a:lnTo>
                  <a:lnTo>
                    <a:pt x="12106" y="13976"/>
                  </a:lnTo>
                  <a:lnTo>
                    <a:pt x="13023" y="13609"/>
                  </a:lnTo>
                  <a:lnTo>
                    <a:pt x="13940" y="13279"/>
                  </a:lnTo>
                  <a:lnTo>
                    <a:pt x="14013" y="13205"/>
                  </a:lnTo>
                  <a:lnTo>
                    <a:pt x="14050" y="13169"/>
                  </a:lnTo>
                  <a:lnTo>
                    <a:pt x="14087" y="13095"/>
                  </a:lnTo>
                  <a:lnTo>
                    <a:pt x="14050" y="13022"/>
                  </a:lnTo>
                  <a:lnTo>
                    <a:pt x="13646" y="12142"/>
                  </a:lnTo>
                  <a:lnTo>
                    <a:pt x="13573" y="12032"/>
                  </a:lnTo>
                  <a:lnTo>
                    <a:pt x="13463" y="11958"/>
                  </a:lnTo>
                  <a:lnTo>
                    <a:pt x="13353" y="11885"/>
                  </a:lnTo>
                  <a:close/>
                  <a:moveTo>
                    <a:pt x="7190" y="11848"/>
                  </a:moveTo>
                  <a:lnTo>
                    <a:pt x="7117" y="11885"/>
                  </a:lnTo>
                  <a:lnTo>
                    <a:pt x="6640" y="12032"/>
                  </a:lnTo>
                  <a:lnTo>
                    <a:pt x="6163" y="12215"/>
                  </a:lnTo>
                  <a:lnTo>
                    <a:pt x="5723" y="12508"/>
                  </a:lnTo>
                  <a:lnTo>
                    <a:pt x="5320" y="12802"/>
                  </a:lnTo>
                  <a:lnTo>
                    <a:pt x="5246" y="12839"/>
                  </a:lnTo>
                  <a:lnTo>
                    <a:pt x="5210" y="12875"/>
                  </a:lnTo>
                  <a:lnTo>
                    <a:pt x="5173" y="12912"/>
                  </a:lnTo>
                  <a:lnTo>
                    <a:pt x="5173" y="12985"/>
                  </a:lnTo>
                  <a:lnTo>
                    <a:pt x="5246" y="13279"/>
                  </a:lnTo>
                  <a:lnTo>
                    <a:pt x="5320" y="13572"/>
                  </a:lnTo>
                  <a:lnTo>
                    <a:pt x="5540" y="14159"/>
                  </a:lnTo>
                  <a:lnTo>
                    <a:pt x="5576" y="14196"/>
                  </a:lnTo>
                  <a:lnTo>
                    <a:pt x="5650" y="14269"/>
                  </a:lnTo>
                  <a:lnTo>
                    <a:pt x="5797" y="14269"/>
                  </a:lnTo>
                  <a:lnTo>
                    <a:pt x="7667" y="13315"/>
                  </a:lnTo>
                  <a:lnTo>
                    <a:pt x="7741" y="13279"/>
                  </a:lnTo>
                  <a:lnTo>
                    <a:pt x="7777" y="13205"/>
                  </a:lnTo>
                  <a:lnTo>
                    <a:pt x="7814" y="13132"/>
                  </a:lnTo>
                  <a:lnTo>
                    <a:pt x="7777" y="13059"/>
                  </a:lnTo>
                  <a:lnTo>
                    <a:pt x="7374" y="11995"/>
                  </a:lnTo>
                  <a:lnTo>
                    <a:pt x="7337" y="11921"/>
                  </a:lnTo>
                  <a:lnTo>
                    <a:pt x="7264" y="11885"/>
                  </a:lnTo>
                  <a:lnTo>
                    <a:pt x="7190" y="11848"/>
                  </a:lnTo>
                  <a:close/>
                  <a:moveTo>
                    <a:pt x="10528" y="13279"/>
                  </a:moveTo>
                  <a:lnTo>
                    <a:pt x="10895" y="13976"/>
                  </a:lnTo>
                  <a:lnTo>
                    <a:pt x="9318" y="14599"/>
                  </a:lnTo>
                  <a:lnTo>
                    <a:pt x="9025" y="13902"/>
                  </a:lnTo>
                  <a:lnTo>
                    <a:pt x="9098" y="13829"/>
                  </a:lnTo>
                  <a:lnTo>
                    <a:pt x="9098" y="13792"/>
                  </a:lnTo>
                  <a:lnTo>
                    <a:pt x="9135" y="13756"/>
                  </a:lnTo>
                  <a:lnTo>
                    <a:pt x="9465" y="13609"/>
                  </a:lnTo>
                  <a:lnTo>
                    <a:pt x="9758" y="13535"/>
                  </a:lnTo>
                  <a:lnTo>
                    <a:pt x="10528" y="13279"/>
                  </a:lnTo>
                  <a:close/>
                  <a:moveTo>
                    <a:pt x="10639" y="12839"/>
                  </a:moveTo>
                  <a:lnTo>
                    <a:pt x="10565" y="12875"/>
                  </a:lnTo>
                  <a:lnTo>
                    <a:pt x="9501" y="13242"/>
                  </a:lnTo>
                  <a:lnTo>
                    <a:pt x="9061" y="13352"/>
                  </a:lnTo>
                  <a:lnTo>
                    <a:pt x="8878" y="13462"/>
                  </a:lnTo>
                  <a:lnTo>
                    <a:pt x="8768" y="13499"/>
                  </a:lnTo>
                  <a:lnTo>
                    <a:pt x="8731" y="13572"/>
                  </a:lnTo>
                  <a:lnTo>
                    <a:pt x="8658" y="13682"/>
                  </a:lnTo>
                  <a:lnTo>
                    <a:pt x="8694" y="13829"/>
                  </a:lnTo>
                  <a:lnTo>
                    <a:pt x="8731" y="13866"/>
                  </a:lnTo>
                  <a:lnTo>
                    <a:pt x="8731" y="13902"/>
                  </a:lnTo>
                  <a:lnTo>
                    <a:pt x="8768" y="14159"/>
                  </a:lnTo>
                  <a:lnTo>
                    <a:pt x="8841" y="14416"/>
                  </a:lnTo>
                  <a:lnTo>
                    <a:pt x="9025" y="14893"/>
                  </a:lnTo>
                  <a:lnTo>
                    <a:pt x="9098" y="14929"/>
                  </a:lnTo>
                  <a:lnTo>
                    <a:pt x="9135" y="14966"/>
                  </a:lnTo>
                  <a:lnTo>
                    <a:pt x="9208" y="15003"/>
                  </a:lnTo>
                  <a:lnTo>
                    <a:pt x="9281" y="15003"/>
                  </a:lnTo>
                  <a:lnTo>
                    <a:pt x="11225" y="14269"/>
                  </a:lnTo>
                  <a:lnTo>
                    <a:pt x="11262" y="14232"/>
                  </a:lnTo>
                  <a:lnTo>
                    <a:pt x="11299" y="14159"/>
                  </a:lnTo>
                  <a:lnTo>
                    <a:pt x="11335" y="14086"/>
                  </a:lnTo>
                  <a:lnTo>
                    <a:pt x="11335" y="14012"/>
                  </a:lnTo>
                  <a:lnTo>
                    <a:pt x="10822" y="12985"/>
                  </a:lnTo>
                  <a:lnTo>
                    <a:pt x="10785" y="12912"/>
                  </a:lnTo>
                  <a:lnTo>
                    <a:pt x="10712" y="12875"/>
                  </a:lnTo>
                  <a:lnTo>
                    <a:pt x="10639" y="12839"/>
                  </a:lnTo>
                  <a:close/>
                  <a:moveTo>
                    <a:pt x="7997" y="14342"/>
                  </a:moveTo>
                  <a:lnTo>
                    <a:pt x="8107" y="14489"/>
                  </a:lnTo>
                  <a:lnTo>
                    <a:pt x="8144" y="14599"/>
                  </a:lnTo>
                  <a:lnTo>
                    <a:pt x="8107" y="14746"/>
                  </a:lnTo>
                  <a:lnTo>
                    <a:pt x="8034" y="14893"/>
                  </a:lnTo>
                  <a:lnTo>
                    <a:pt x="7924" y="15003"/>
                  </a:lnTo>
                  <a:lnTo>
                    <a:pt x="7814" y="15149"/>
                  </a:lnTo>
                  <a:lnTo>
                    <a:pt x="7557" y="15296"/>
                  </a:lnTo>
                  <a:lnTo>
                    <a:pt x="7044" y="15516"/>
                  </a:lnTo>
                  <a:lnTo>
                    <a:pt x="6787" y="15590"/>
                  </a:lnTo>
                  <a:lnTo>
                    <a:pt x="6567" y="15736"/>
                  </a:lnTo>
                  <a:lnTo>
                    <a:pt x="6310" y="15113"/>
                  </a:lnTo>
                  <a:lnTo>
                    <a:pt x="6383" y="15076"/>
                  </a:lnTo>
                  <a:lnTo>
                    <a:pt x="6457" y="14966"/>
                  </a:lnTo>
                  <a:lnTo>
                    <a:pt x="6457" y="14929"/>
                  </a:lnTo>
                  <a:lnTo>
                    <a:pt x="6530" y="15003"/>
                  </a:lnTo>
                  <a:lnTo>
                    <a:pt x="6604" y="14966"/>
                  </a:lnTo>
                  <a:lnTo>
                    <a:pt x="6787" y="14929"/>
                  </a:lnTo>
                  <a:lnTo>
                    <a:pt x="7227" y="14783"/>
                  </a:lnTo>
                  <a:lnTo>
                    <a:pt x="7631" y="14599"/>
                  </a:lnTo>
                  <a:lnTo>
                    <a:pt x="7997" y="14342"/>
                  </a:lnTo>
                  <a:close/>
                  <a:moveTo>
                    <a:pt x="15150" y="15370"/>
                  </a:moveTo>
                  <a:lnTo>
                    <a:pt x="15150" y="15443"/>
                  </a:lnTo>
                  <a:lnTo>
                    <a:pt x="15224" y="15480"/>
                  </a:lnTo>
                  <a:lnTo>
                    <a:pt x="15260" y="15516"/>
                  </a:lnTo>
                  <a:lnTo>
                    <a:pt x="15150" y="15736"/>
                  </a:lnTo>
                  <a:lnTo>
                    <a:pt x="15004" y="15993"/>
                  </a:lnTo>
                  <a:lnTo>
                    <a:pt x="14857" y="15626"/>
                  </a:lnTo>
                  <a:lnTo>
                    <a:pt x="15150" y="15370"/>
                  </a:lnTo>
                  <a:close/>
                  <a:moveTo>
                    <a:pt x="7997" y="13902"/>
                  </a:moveTo>
                  <a:lnTo>
                    <a:pt x="7887" y="13939"/>
                  </a:lnTo>
                  <a:lnTo>
                    <a:pt x="7631" y="14122"/>
                  </a:lnTo>
                  <a:lnTo>
                    <a:pt x="7337" y="14269"/>
                  </a:lnTo>
                  <a:lnTo>
                    <a:pt x="7044" y="14416"/>
                  </a:lnTo>
                  <a:lnTo>
                    <a:pt x="6750" y="14526"/>
                  </a:lnTo>
                  <a:lnTo>
                    <a:pt x="6347" y="14599"/>
                  </a:lnTo>
                  <a:lnTo>
                    <a:pt x="6163" y="14673"/>
                  </a:lnTo>
                  <a:lnTo>
                    <a:pt x="6090" y="14746"/>
                  </a:lnTo>
                  <a:lnTo>
                    <a:pt x="6017" y="14819"/>
                  </a:lnTo>
                  <a:lnTo>
                    <a:pt x="6017" y="14929"/>
                  </a:lnTo>
                  <a:lnTo>
                    <a:pt x="5943" y="15003"/>
                  </a:lnTo>
                  <a:lnTo>
                    <a:pt x="5943" y="15113"/>
                  </a:lnTo>
                  <a:lnTo>
                    <a:pt x="6127" y="15590"/>
                  </a:lnTo>
                  <a:lnTo>
                    <a:pt x="6273" y="16103"/>
                  </a:lnTo>
                  <a:lnTo>
                    <a:pt x="6347" y="16177"/>
                  </a:lnTo>
                  <a:lnTo>
                    <a:pt x="6420" y="16213"/>
                  </a:lnTo>
                  <a:lnTo>
                    <a:pt x="6493" y="16213"/>
                  </a:lnTo>
                  <a:lnTo>
                    <a:pt x="6567" y="16177"/>
                  </a:lnTo>
                  <a:lnTo>
                    <a:pt x="6787" y="16030"/>
                  </a:lnTo>
                  <a:lnTo>
                    <a:pt x="7007" y="15920"/>
                  </a:lnTo>
                  <a:lnTo>
                    <a:pt x="7484" y="15736"/>
                  </a:lnTo>
                  <a:lnTo>
                    <a:pt x="7704" y="15663"/>
                  </a:lnTo>
                  <a:lnTo>
                    <a:pt x="7924" y="15553"/>
                  </a:lnTo>
                  <a:lnTo>
                    <a:pt x="8144" y="15406"/>
                  </a:lnTo>
                  <a:lnTo>
                    <a:pt x="8328" y="15223"/>
                  </a:lnTo>
                  <a:lnTo>
                    <a:pt x="8438" y="15076"/>
                  </a:lnTo>
                  <a:lnTo>
                    <a:pt x="8511" y="14893"/>
                  </a:lnTo>
                  <a:lnTo>
                    <a:pt x="8511" y="14709"/>
                  </a:lnTo>
                  <a:lnTo>
                    <a:pt x="8511" y="14526"/>
                  </a:lnTo>
                  <a:lnTo>
                    <a:pt x="8474" y="14342"/>
                  </a:lnTo>
                  <a:lnTo>
                    <a:pt x="8364" y="14159"/>
                  </a:lnTo>
                  <a:lnTo>
                    <a:pt x="8254" y="14049"/>
                  </a:lnTo>
                  <a:lnTo>
                    <a:pt x="8071" y="13939"/>
                  </a:lnTo>
                  <a:lnTo>
                    <a:pt x="7997" y="13902"/>
                  </a:lnTo>
                  <a:close/>
                  <a:moveTo>
                    <a:pt x="14710" y="15736"/>
                  </a:moveTo>
                  <a:lnTo>
                    <a:pt x="14747" y="15993"/>
                  </a:lnTo>
                  <a:lnTo>
                    <a:pt x="14820" y="16250"/>
                  </a:lnTo>
                  <a:lnTo>
                    <a:pt x="14490" y="16507"/>
                  </a:lnTo>
                  <a:lnTo>
                    <a:pt x="14417" y="16397"/>
                  </a:lnTo>
                  <a:lnTo>
                    <a:pt x="14307" y="15993"/>
                  </a:lnTo>
                  <a:lnTo>
                    <a:pt x="14380" y="15956"/>
                  </a:lnTo>
                  <a:lnTo>
                    <a:pt x="14710" y="15736"/>
                  </a:lnTo>
                  <a:close/>
                  <a:moveTo>
                    <a:pt x="14123" y="16103"/>
                  </a:moveTo>
                  <a:lnTo>
                    <a:pt x="14160" y="16397"/>
                  </a:lnTo>
                  <a:lnTo>
                    <a:pt x="14233" y="16690"/>
                  </a:lnTo>
                  <a:lnTo>
                    <a:pt x="13830" y="16873"/>
                  </a:lnTo>
                  <a:lnTo>
                    <a:pt x="13720" y="16727"/>
                  </a:lnTo>
                  <a:lnTo>
                    <a:pt x="13500" y="16433"/>
                  </a:lnTo>
                  <a:lnTo>
                    <a:pt x="14123" y="16103"/>
                  </a:lnTo>
                  <a:close/>
                  <a:moveTo>
                    <a:pt x="13426" y="16470"/>
                  </a:moveTo>
                  <a:lnTo>
                    <a:pt x="13500" y="16727"/>
                  </a:lnTo>
                  <a:lnTo>
                    <a:pt x="13536" y="16873"/>
                  </a:lnTo>
                  <a:lnTo>
                    <a:pt x="13573" y="16984"/>
                  </a:lnTo>
                  <a:lnTo>
                    <a:pt x="13096" y="17167"/>
                  </a:lnTo>
                  <a:lnTo>
                    <a:pt x="12986" y="17057"/>
                  </a:lnTo>
                  <a:lnTo>
                    <a:pt x="12876" y="16873"/>
                  </a:lnTo>
                  <a:lnTo>
                    <a:pt x="12839" y="16727"/>
                  </a:lnTo>
                  <a:lnTo>
                    <a:pt x="13426" y="16470"/>
                  </a:lnTo>
                  <a:close/>
                  <a:moveTo>
                    <a:pt x="12583" y="16837"/>
                  </a:moveTo>
                  <a:lnTo>
                    <a:pt x="12656" y="17094"/>
                  </a:lnTo>
                  <a:lnTo>
                    <a:pt x="12803" y="17277"/>
                  </a:lnTo>
                  <a:lnTo>
                    <a:pt x="12399" y="17460"/>
                  </a:lnTo>
                  <a:lnTo>
                    <a:pt x="12326" y="17387"/>
                  </a:lnTo>
                  <a:lnTo>
                    <a:pt x="12253" y="17277"/>
                  </a:lnTo>
                  <a:lnTo>
                    <a:pt x="12216" y="17167"/>
                  </a:lnTo>
                  <a:lnTo>
                    <a:pt x="12216" y="17020"/>
                  </a:lnTo>
                  <a:lnTo>
                    <a:pt x="12583" y="16837"/>
                  </a:lnTo>
                  <a:close/>
                  <a:moveTo>
                    <a:pt x="12032" y="17094"/>
                  </a:moveTo>
                  <a:lnTo>
                    <a:pt x="11996" y="17240"/>
                  </a:lnTo>
                  <a:lnTo>
                    <a:pt x="12032" y="17387"/>
                  </a:lnTo>
                  <a:lnTo>
                    <a:pt x="12106" y="17570"/>
                  </a:lnTo>
                  <a:lnTo>
                    <a:pt x="11812" y="17644"/>
                  </a:lnTo>
                  <a:lnTo>
                    <a:pt x="11776" y="17644"/>
                  </a:lnTo>
                  <a:lnTo>
                    <a:pt x="11739" y="17497"/>
                  </a:lnTo>
                  <a:lnTo>
                    <a:pt x="11666" y="17240"/>
                  </a:lnTo>
                  <a:lnTo>
                    <a:pt x="12032" y="17094"/>
                  </a:lnTo>
                  <a:close/>
                  <a:moveTo>
                    <a:pt x="11446" y="17350"/>
                  </a:moveTo>
                  <a:lnTo>
                    <a:pt x="11482" y="17607"/>
                  </a:lnTo>
                  <a:lnTo>
                    <a:pt x="11519" y="17791"/>
                  </a:lnTo>
                  <a:lnTo>
                    <a:pt x="11189" y="17901"/>
                  </a:lnTo>
                  <a:lnTo>
                    <a:pt x="11115" y="17937"/>
                  </a:lnTo>
                  <a:lnTo>
                    <a:pt x="11115" y="17864"/>
                  </a:lnTo>
                  <a:lnTo>
                    <a:pt x="11115" y="17827"/>
                  </a:lnTo>
                  <a:lnTo>
                    <a:pt x="11115" y="17717"/>
                  </a:lnTo>
                  <a:lnTo>
                    <a:pt x="11005" y="17607"/>
                  </a:lnTo>
                  <a:lnTo>
                    <a:pt x="10969" y="17534"/>
                  </a:lnTo>
                  <a:lnTo>
                    <a:pt x="11446" y="17350"/>
                  </a:lnTo>
                  <a:close/>
                  <a:moveTo>
                    <a:pt x="10639" y="17644"/>
                  </a:moveTo>
                  <a:lnTo>
                    <a:pt x="10749" y="17791"/>
                  </a:lnTo>
                  <a:lnTo>
                    <a:pt x="10859" y="17901"/>
                  </a:lnTo>
                  <a:lnTo>
                    <a:pt x="10932" y="17974"/>
                  </a:lnTo>
                  <a:lnTo>
                    <a:pt x="10969" y="17974"/>
                  </a:lnTo>
                  <a:lnTo>
                    <a:pt x="10455" y="18194"/>
                  </a:lnTo>
                  <a:lnTo>
                    <a:pt x="10418" y="18121"/>
                  </a:lnTo>
                  <a:lnTo>
                    <a:pt x="10345" y="18121"/>
                  </a:lnTo>
                  <a:lnTo>
                    <a:pt x="10235" y="18157"/>
                  </a:lnTo>
                  <a:lnTo>
                    <a:pt x="10162" y="17901"/>
                  </a:lnTo>
                  <a:lnTo>
                    <a:pt x="10125" y="17827"/>
                  </a:lnTo>
                  <a:lnTo>
                    <a:pt x="10639" y="17644"/>
                  </a:lnTo>
                  <a:close/>
                  <a:moveTo>
                    <a:pt x="10272" y="440"/>
                  </a:moveTo>
                  <a:lnTo>
                    <a:pt x="10455" y="477"/>
                  </a:lnTo>
                  <a:lnTo>
                    <a:pt x="10565" y="550"/>
                  </a:lnTo>
                  <a:lnTo>
                    <a:pt x="10675" y="624"/>
                  </a:lnTo>
                  <a:lnTo>
                    <a:pt x="10785" y="734"/>
                  </a:lnTo>
                  <a:lnTo>
                    <a:pt x="10969" y="990"/>
                  </a:lnTo>
                  <a:lnTo>
                    <a:pt x="11005" y="1210"/>
                  </a:lnTo>
                  <a:lnTo>
                    <a:pt x="11042" y="1431"/>
                  </a:lnTo>
                  <a:lnTo>
                    <a:pt x="11335" y="2348"/>
                  </a:lnTo>
                  <a:lnTo>
                    <a:pt x="11886" y="3998"/>
                  </a:lnTo>
                  <a:lnTo>
                    <a:pt x="13060" y="7300"/>
                  </a:lnTo>
                  <a:lnTo>
                    <a:pt x="14233" y="10564"/>
                  </a:lnTo>
                  <a:lnTo>
                    <a:pt x="14857" y="12215"/>
                  </a:lnTo>
                  <a:lnTo>
                    <a:pt x="15187" y="13095"/>
                  </a:lnTo>
                  <a:lnTo>
                    <a:pt x="15407" y="13646"/>
                  </a:lnTo>
                  <a:lnTo>
                    <a:pt x="15334" y="13682"/>
                  </a:lnTo>
                  <a:lnTo>
                    <a:pt x="15297" y="13829"/>
                  </a:lnTo>
                  <a:lnTo>
                    <a:pt x="15297" y="13939"/>
                  </a:lnTo>
                  <a:lnTo>
                    <a:pt x="15260" y="14196"/>
                  </a:lnTo>
                  <a:lnTo>
                    <a:pt x="15224" y="14379"/>
                  </a:lnTo>
                  <a:lnTo>
                    <a:pt x="15187" y="14526"/>
                  </a:lnTo>
                  <a:lnTo>
                    <a:pt x="15004" y="14856"/>
                  </a:lnTo>
                  <a:lnTo>
                    <a:pt x="14747" y="15149"/>
                  </a:lnTo>
                  <a:lnTo>
                    <a:pt x="14453" y="15370"/>
                  </a:lnTo>
                  <a:lnTo>
                    <a:pt x="14123" y="15590"/>
                  </a:lnTo>
                  <a:lnTo>
                    <a:pt x="13793" y="15773"/>
                  </a:lnTo>
                  <a:lnTo>
                    <a:pt x="13060" y="16140"/>
                  </a:lnTo>
                  <a:lnTo>
                    <a:pt x="12326" y="16470"/>
                  </a:lnTo>
                  <a:lnTo>
                    <a:pt x="10859" y="17094"/>
                  </a:lnTo>
                  <a:lnTo>
                    <a:pt x="10015" y="17424"/>
                  </a:lnTo>
                  <a:lnTo>
                    <a:pt x="9978" y="17387"/>
                  </a:lnTo>
                  <a:lnTo>
                    <a:pt x="9942" y="17387"/>
                  </a:lnTo>
                  <a:lnTo>
                    <a:pt x="9905" y="17424"/>
                  </a:lnTo>
                  <a:lnTo>
                    <a:pt x="9905" y="17460"/>
                  </a:lnTo>
                  <a:lnTo>
                    <a:pt x="8841" y="17791"/>
                  </a:lnTo>
                  <a:lnTo>
                    <a:pt x="7777" y="18121"/>
                  </a:lnTo>
                  <a:lnTo>
                    <a:pt x="6970" y="18304"/>
                  </a:lnTo>
                  <a:lnTo>
                    <a:pt x="6163" y="18487"/>
                  </a:lnTo>
                  <a:lnTo>
                    <a:pt x="5797" y="18524"/>
                  </a:lnTo>
                  <a:lnTo>
                    <a:pt x="5613" y="18524"/>
                  </a:lnTo>
                  <a:lnTo>
                    <a:pt x="5430" y="18451"/>
                  </a:lnTo>
                  <a:lnTo>
                    <a:pt x="5283" y="18377"/>
                  </a:lnTo>
                  <a:lnTo>
                    <a:pt x="5173" y="18231"/>
                  </a:lnTo>
                  <a:lnTo>
                    <a:pt x="5063" y="18121"/>
                  </a:lnTo>
                  <a:lnTo>
                    <a:pt x="4953" y="17974"/>
                  </a:lnTo>
                  <a:lnTo>
                    <a:pt x="4879" y="17680"/>
                  </a:lnTo>
                  <a:lnTo>
                    <a:pt x="4769" y="17387"/>
                  </a:lnTo>
                  <a:lnTo>
                    <a:pt x="4476" y="16507"/>
                  </a:lnTo>
                  <a:lnTo>
                    <a:pt x="3926" y="14819"/>
                  </a:lnTo>
                  <a:lnTo>
                    <a:pt x="3376" y="13169"/>
                  </a:lnTo>
                  <a:lnTo>
                    <a:pt x="2752" y="11518"/>
                  </a:lnTo>
                  <a:lnTo>
                    <a:pt x="2165" y="9867"/>
                  </a:lnTo>
                  <a:lnTo>
                    <a:pt x="1505" y="8253"/>
                  </a:lnTo>
                  <a:lnTo>
                    <a:pt x="845" y="6603"/>
                  </a:lnTo>
                  <a:lnTo>
                    <a:pt x="588" y="6052"/>
                  </a:lnTo>
                  <a:lnTo>
                    <a:pt x="478" y="5796"/>
                  </a:lnTo>
                  <a:lnTo>
                    <a:pt x="331" y="5539"/>
                  </a:lnTo>
                  <a:lnTo>
                    <a:pt x="368" y="5502"/>
                  </a:lnTo>
                  <a:lnTo>
                    <a:pt x="404" y="5429"/>
                  </a:lnTo>
                  <a:lnTo>
                    <a:pt x="368" y="5209"/>
                  </a:lnTo>
                  <a:lnTo>
                    <a:pt x="404" y="5025"/>
                  </a:lnTo>
                  <a:lnTo>
                    <a:pt x="404" y="4879"/>
                  </a:lnTo>
                  <a:lnTo>
                    <a:pt x="478" y="4695"/>
                  </a:lnTo>
                  <a:lnTo>
                    <a:pt x="624" y="4402"/>
                  </a:lnTo>
                  <a:lnTo>
                    <a:pt x="845" y="4145"/>
                  </a:lnTo>
                  <a:lnTo>
                    <a:pt x="1101" y="3888"/>
                  </a:lnTo>
                  <a:lnTo>
                    <a:pt x="1395" y="3668"/>
                  </a:lnTo>
                  <a:lnTo>
                    <a:pt x="1725" y="3485"/>
                  </a:lnTo>
                  <a:lnTo>
                    <a:pt x="2018" y="3301"/>
                  </a:lnTo>
                  <a:lnTo>
                    <a:pt x="2789" y="2935"/>
                  </a:lnTo>
                  <a:lnTo>
                    <a:pt x="3596" y="2641"/>
                  </a:lnTo>
                  <a:lnTo>
                    <a:pt x="5210" y="2017"/>
                  </a:lnTo>
                  <a:lnTo>
                    <a:pt x="6787" y="1394"/>
                  </a:lnTo>
                  <a:lnTo>
                    <a:pt x="7557" y="1100"/>
                  </a:lnTo>
                  <a:lnTo>
                    <a:pt x="8364" y="807"/>
                  </a:lnTo>
                  <a:lnTo>
                    <a:pt x="9135" y="587"/>
                  </a:lnTo>
                  <a:lnTo>
                    <a:pt x="9538" y="514"/>
                  </a:lnTo>
                  <a:lnTo>
                    <a:pt x="9942" y="440"/>
                  </a:lnTo>
                  <a:close/>
                  <a:moveTo>
                    <a:pt x="9868" y="17937"/>
                  </a:moveTo>
                  <a:lnTo>
                    <a:pt x="9868" y="17974"/>
                  </a:lnTo>
                  <a:lnTo>
                    <a:pt x="9905" y="18157"/>
                  </a:lnTo>
                  <a:lnTo>
                    <a:pt x="10015" y="18341"/>
                  </a:lnTo>
                  <a:lnTo>
                    <a:pt x="9575" y="18524"/>
                  </a:lnTo>
                  <a:lnTo>
                    <a:pt x="9575" y="18487"/>
                  </a:lnTo>
                  <a:lnTo>
                    <a:pt x="9538" y="18341"/>
                  </a:lnTo>
                  <a:lnTo>
                    <a:pt x="9465" y="18231"/>
                  </a:lnTo>
                  <a:lnTo>
                    <a:pt x="9391" y="18084"/>
                  </a:lnTo>
                  <a:lnTo>
                    <a:pt x="9868" y="17937"/>
                  </a:lnTo>
                  <a:close/>
                  <a:moveTo>
                    <a:pt x="9098" y="18194"/>
                  </a:moveTo>
                  <a:lnTo>
                    <a:pt x="9171" y="18414"/>
                  </a:lnTo>
                  <a:lnTo>
                    <a:pt x="9245" y="18524"/>
                  </a:lnTo>
                  <a:lnTo>
                    <a:pt x="9318" y="18598"/>
                  </a:lnTo>
                  <a:lnTo>
                    <a:pt x="8841" y="18781"/>
                  </a:lnTo>
                  <a:lnTo>
                    <a:pt x="8768" y="18708"/>
                  </a:lnTo>
                  <a:lnTo>
                    <a:pt x="8694" y="18598"/>
                  </a:lnTo>
                  <a:lnTo>
                    <a:pt x="8621" y="18487"/>
                  </a:lnTo>
                  <a:lnTo>
                    <a:pt x="8584" y="18341"/>
                  </a:lnTo>
                  <a:lnTo>
                    <a:pt x="9098" y="18194"/>
                  </a:lnTo>
                  <a:close/>
                  <a:moveTo>
                    <a:pt x="8254" y="18414"/>
                  </a:moveTo>
                  <a:lnTo>
                    <a:pt x="8291" y="18561"/>
                  </a:lnTo>
                  <a:lnTo>
                    <a:pt x="8364" y="18744"/>
                  </a:lnTo>
                  <a:lnTo>
                    <a:pt x="8511" y="18928"/>
                  </a:lnTo>
                  <a:lnTo>
                    <a:pt x="8181" y="19038"/>
                  </a:lnTo>
                  <a:lnTo>
                    <a:pt x="8144" y="18964"/>
                  </a:lnTo>
                  <a:lnTo>
                    <a:pt x="8107" y="18928"/>
                  </a:lnTo>
                  <a:lnTo>
                    <a:pt x="7997" y="18854"/>
                  </a:lnTo>
                  <a:lnTo>
                    <a:pt x="7961" y="18818"/>
                  </a:lnTo>
                  <a:lnTo>
                    <a:pt x="7851" y="18634"/>
                  </a:lnTo>
                  <a:lnTo>
                    <a:pt x="7851" y="18561"/>
                  </a:lnTo>
                  <a:lnTo>
                    <a:pt x="8254" y="18414"/>
                  </a:lnTo>
                  <a:close/>
                  <a:moveTo>
                    <a:pt x="5246" y="18818"/>
                  </a:moveTo>
                  <a:lnTo>
                    <a:pt x="5430" y="18891"/>
                  </a:lnTo>
                  <a:lnTo>
                    <a:pt x="5650" y="18928"/>
                  </a:lnTo>
                  <a:lnTo>
                    <a:pt x="5870" y="18964"/>
                  </a:lnTo>
                  <a:lnTo>
                    <a:pt x="5943" y="19221"/>
                  </a:lnTo>
                  <a:lnTo>
                    <a:pt x="5760" y="19148"/>
                  </a:lnTo>
                  <a:lnTo>
                    <a:pt x="5576" y="19038"/>
                  </a:lnTo>
                  <a:lnTo>
                    <a:pt x="5393" y="18928"/>
                  </a:lnTo>
                  <a:lnTo>
                    <a:pt x="5246" y="18818"/>
                  </a:lnTo>
                  <a:close/>
                  <a:moveTo>
                    <a:pt x="7557" y="18634"/>
                  </a:moveTo>
                  <a:lnTo>
                    <a:pt x="7557" y="18781"/>
                  </a:lnTo>
                  <a:lnTo>
                    <a:pt x="7631" y="18928"/>
                  </a:lnTo>
                  <a:lnTo>
                    <a:pt x="7704" y="19038"/>
                  </a:lnTo>
                  <a:lnTo>
                    <a:pt x="7777" y="19148"/>
                  </a:lnTo>
                  <a:lnTo>
                    <a:pt x="7704" y="19184"/>
                  </a:lnTo>
                  <a:lnTo>
                    <a:pt x="7227" y="19294"/>
                  </a:lnTo>
                  <a:lnTo>
                    <a:pt x="7154" y="19184"/>
                  </a:lnTo>
                  <a:lnTo>
                    <a:pt x="7080" y="19074"/>
                  </a:lnTo>
                  <a:lnTo>
                    <a:pt x="6970" y="18928"/>
                  </a:lnTo>
                  <a:lnTo>
                    <a:pt x="6897" y="18781"/>
                  </a:lnTo>
                  <a:lnTo>
                    <a:pt x="7117" y="18708"/>
                  </a:lnTo>
                  <a:lnTo>
                    <a:pt x="7557" y="18634"/>
                  </a:lnTo>
                  <a:close/>
                  <a:moveTo>
                    <a:pt x="6604" y="18854"/>
                  </a:moveTo>
                  <a:lnTo>
                    <a:pt x="6677" y="19111"/>
                  </a:lnTo>
                  <a:lnTo>
                    <a:pt x="6750" y="19221"/>
                  </a:lnTo>
                  <a:lnTo>
                    <a:pt x="6824" y="19331"/>
                  </a:lnTo>
                  <a:lnTo>
                    <a:pt x="6493" y="19331"/>
                  </a:lnTo>
                  <a:lnTo>
                    <a:pt x="6493" y="19258"/>
                  </a:lnTo>
                  <a:lnTo>
                    <a:pt x="6493" y="19221"/>
                  </a:lnTo>
                  <a:lnTo>
                    <a:pt x="6420" y="19184"/>
                  </a:lnTo>
                  <a:lnTo>
                    <a:pt x="6383" y="19184"/>
                  </a:lnTo>
                  <a:lnTo>
                    <a:pt x="6310" y="19221"/>
                  </a:lnTo>
                  <a:lnTo>
                    <a:pt x="6273" y="19221"/>
                  </a:lnTo>
                  <a:lnTo>
                    <a:pt x="6200" y="19184"/>
                  </a:lnTo>
                  <a:lnTo>
                    <a:pt x="6163" y="19074"/>
                  </a:lnTo>
                  <a:lnTo>
                    <a:pt x="6127" y="18928"/>
                  </a:lnTo>
                  <a:lnTo>
                    <a:pt x="6604" y="18854"/>
                  </a:lnTo>
                  <a:close/>
                  <a:moveTo>
                    <a:pt x="10125" y="0"/>
                  </a:moveTo>
                  <a:lnTo>
                    <a:pt x="9721" y="37"/>
                  </a:lnTo>
                  <a:lnTo>
                    <a:pt x="9318" y="110"/>
                  </a:lnTo>
                  <a:lnTo>
                    <a:pt x="8804" y="220"/>
                  </a:lnTo>
                  <a:lnTo>
                    <a:pt x="8291" y="403"/>
                  </a:lnTo>
                  <a:lnTo>
                    <a:pt x="7300" y="734"/>
                  </a:lnTo>
                  <a:lnTo>
                    <a:pt x="5320" y="1504"/>
                  </a:lnTo>
                  <a:lnTo>
                    <a:pt x="3376" y="2274"/>
                  </a:lnTo>
                  <a:lnTo>
                    <a:pt x="2422" y="2678"/>
                  </a:lnTo>
                  <a:lnTo>
                    <a:pt x="1945" y="2898"/>
                  </a:lnTo>
                  <a:lnTo>
                    <a:pt x="1505" y="3118"/>
                  </a:lnTo>
                  <a:lnTo>
                    <a:pt x="1248" y="3301"/>
                  </a:lnTo>
                  <a:lnTo>
                    <a:pt x="955" y="3485"/>
                  </a:lnTo>
                  <a:lnTo>
                    <a:pt x="698" y="3742"/>
                  </a:lnTo>
                  <a:lnTo>
                    <a:pt x="441" y="3998"/>
                  </a:lnTo>
                  <a:lnTo>
                    <a:pt x="221" y="4292"/>
                  </a:lnTo>
                  <a:lnTo>
                    <a:pt x="74" y="4622"/>
                  </a:lnTo>
                  <a:lnTo>
                    <a:pt x="38" y="4769"/>
                  </a:lnTo>
                  <a:lnTo>
                    <a:pt x="38" y="4915"/>
                  </a:lnTo>
                  <a:lnTo>
                    <a:pt x="38" y="5099"/>
                  </a:lnTo>
                  <a:lnTo>
                    <a:pt x="74" y="5245"/>
                  </a:lnTo>
                  <a:lnTo>
                    <a:pt x="1" y="5282"/>
                  </a:lnTo>
                  <a:lnTo>
                    <a:pt x="1" y="5319"/>
                  </a:lnTo>
                  <a:lnTo>
                    <a:pt x="38" y="5722"/>
                  </a:lnTo>
                  <a:lnTo>
                    <a:pt x="148" y="6052"/>
                  </a:lnTo>
                  <a:lnTo>
                    <a:pt x="441" y="6786"/>
                  </a:lnTo>
                  <a:lnTo>
                    <a:pt x="1065" y="8400"/>
                  </a:lnTo>
                  <a:lnTo>
                    <a:pt x="2348" y="11665"/>
                  </a:lnTo>
                  <a:lnTo>
                    <a:pt x="2935" y="13315"/>
                  </a:lnTo>
                  <a:lnTo>
                    <a:pt x="3522" y="15003"/>
                  </a:lnTo>
                  <a:lnTo>
                    <a:pt x="4072" y="16653"/>
                  </a:lnTo>
                  <a:lnTo>
                    <a:pt x="4293" y="17424"/>
                  </a:lnTo>
                  <a:lnTo>
                    <a:pt x="4439" y="17827"/>
                  </a:lnTo>
                  <a:lnTo>
                    <a:pt x="4513" y="18047"/>
                  </a:lnTo>
                  <a:lnTo>
                    <a:pt x="4623" y="18231"/>
                  </a:lnTo>
                  <a:lnTo>
                    <a:pt x="4659" y="18451"/>
                  </a:lnTo>
                  <a:lnTo>
                    <a:pt x="4733" y="18634"/>
                  </a:lnTo>
                  <a:lnTo>
                    <a:pt x="4806" y="18781"/>
                  </a:lnTo>
                  <a:lnTo>
                    <a:pt x="4916" y="18928"/>
                  </a:lnTo>
                  <a:lnTo>
                    <a:pt x="5026" y="19074"/>
                  </a:lnTo>
                  <a:lnTo>
                    <a:pt x="5173" y="19221"/>
                  </a:lnTo>
                  <a:lnTo>
                    <a:pt x="5503" y="19404"/>
                  </a:lnTo>
                  <a:lnTo>
                    <a:pt x="5833" y="19551"/>
                  </a:lnTo>
                  <a:lnTo>
                    <a:pt x="6237" y="19661"/>
                  </a:lnTo>
                  <a:lnTo>
                    <a:pt x="6604" y="19698"/>
                  </a:lnTo>
                  <a:lnTo>
                    <a:pt x="7007" y="19698"/>
                  </a:lnTo>
                  <a:lnTo>
                    <a:pt x="7484" y="19625"/>
                  </a:lnTo>
                  <a:lnTo>
                    <a:pt x="7924" y="19515"/>
                  </a:lnTo>
                  <a:lnTo>
                    <a:pt x="8841" y="19184"/>
                  </a:lnTo>
                  <a:lnTo>
                    <a:pt x="11079" y="18341"/>
                  </a:lnTo>
                  <a:lnTo>
                    <a:pt x="13206" y="17570"/>
                  </a:lnTo>
                  <a:lnTo>
                    <a:pt x="13830" y="17314"/>
                  </a:lnTo>
                  <a:lnTo>
                    <a:pt x="14417" y="17020"/>
                  </a:lnTo>
                  <a:lnTo>
                    <a:pt x="14527" y="17020"/>
                  </a:lnTo>
                  <a:lnTo>
                    <a:pt x="14674" y="16947"/>
                  </a:lnTo>
                  <a:lnTo>
                    <a:pt x="14710" y="16873"/>
                  </a:lnTo>
                  <a:lnTo>
                    <a:pt x="14710" y="16837"/>
                  </a:lnTo>
                  <a:lnTo>
                    <a:pt x="14894" y="16690"/>
                  </a:lnTo>
                  <a:lnTo>
                    <a:pt x="15187" y="16433"/>
                  </a:lnTo>
                  <a:lnTo>
                    <a:pt x="15407" y="16103"/>
                  </a:lnTo>
                  <a:lnTo>
                    <a:pt x="15554" y="15773"/>
                  </a:lnTo>
                  <a:lnTo>
                    <a:pt x="15701" y="15406"/>
                  </a:lnTo>
                  <a:lnTo>
                    <a:pt x="15774" y="15039"/>
                  </a:lnTo>
                  <a:lnTo>
                    <a:pt x="15811" y="14636"/>
                  </a:lnTo>
                  <a:lnTo>
                    <a:pt x="15847" y="13866"/>
                  </a:lnTo>
                  <a:lnTo>
                    <a:pt x="15884" y="13829"/>
                  </a:lnTo>
                  <a:lnTo>
                    <a:pt x="15884" y="13756"/>
                  </a:lnTo>
                  <a:lnTo>
                    <a:pt x="15847" y="13572"/>
                  </a:lnTo>
                  <a:lnTo>
                    <a:pt x="15811" y="13389"/>
                  </a:lnTo>
                  <a:lnTo>
                    <a:pt x="15664" y="13059"/>
                  </a:lnTo>
                  <a:lnTo>
                    <a:pt x="15334" y="12178"/>
                  </a:lnTo>
                  <a:lnTo>
                    <a:pt x="14710" y="10564"/>
                  </a:lnTo>
                  <a:lnTo>
                    <a:pt x="13500" y="7263"/>
                  </a:lnTo>
                  <a:lnTo>
                    <a:pt x="12326" y="3962"/>
                  </a:lnTo>
                  <a:lnTo>
                    <a:pt x="11776" y="2311"/>
                  </a:lnTo>
                  <a:lnTo>
                    <a:pt x="11446" y="1431"/>
                  </a:lnTo>
                  <a:lnTo>
                    <a:pt x="11372" y="1174"/>
                  </a:lnTo>
                  <a:lnTo>
                    <a:pt x="11409" y="1027"/>
                  </a:lnTo>
                  <a:lnTo>
                    <a:pt x="11409" y="917"/>
                  </a:lnTo>
                  <a:lnTo>
                    <a:pt x="11372" y="770"/>
                  </a:lnTo>
                  <a:lnTo>
                    <a:pt x="11299" y="624"/>
                  </a:lnTo>
                  <a:lnTo>
                    <a:pt x="11152" y="403"/>
                  </a:lnTo>
                  <a:lnTo>
                    <a:pt x="10895" y="220"/>
                  </a:lnTo>
                  <a:lnTo>
                    <a:pt x="10712" y="110"/>
                  </a:lnTo>
                  <a:lnTo>
                    <a:pt x="10528" y="37"/>
                  </a:lnTo>
                  <a:lnTo>
                    <a:pt x="10345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7" name="Google Shape;295;p5">
              <a:extLst>
                <a:ext uri="{FF2B5EF4-FFF2-40B4-BE49-F238E27FC236}">
                  <a16:creationId xmlns:a16="http://schemas.microsoft.com/office/drawing/2014/main" id="{ED609162-AF2B-467B-A369-406AC3AC6232}"/>
                </a:ext>
              </a:extLst>
            </p:cNvPr>
            <p:cNvSpPr/>
            <p:nvPr/>
          </p:nvSpPr>
          <p:spPr>
            <a:xfrm>
              <a:off x="6991200" y="2879025"/>
              <a:ext cx="390675" cy="444800"/>
            </a:xfrm>
            <a:custGeom>
              <a:avLst/>
              <a:gdLst/>
              <a:ahLst/>
              <a:cxnLst/>
              <a:rect l="l" t="t" r="r" b="b"/>
              <a:pathLst>
                <a:path w="15627" h="17792" extrusionOk="0">
                  <a:moveTo>
                    <a:pt x="10528" y="1"/>
                  </a:moveTo>
                  <a:lnTo>
                    <a:pt x="10455" y="37"/>
                  </a:lnTo>
                  <a:lnTo>
                    <a:pt x="10308" y="221"/>
                  </a:lnTo>
                  <a:lnTo>
                    <a:pt x="10198" y="441"/>
                  </a:lnTo>
                  <a:lnTo>
                    <a:pt x="10015" y="881"/>
                  </a:lnTo>
                  <a:lnTo>
                    <a:pt x="9831" y="1468"/>
                  </a:lnTo>
                  <a:lnTo>
                    <a:pt x="9685" y="2091"/>
                  </a:lnTo>
                  <a:lnTo>
                    <a:pt x="9685" y="2201"/>
                  </a:lnTo>
                  <a:lnTo>
                    <a:pt x="9721" y="2311"/>
                  </a:lnTo>
                  <a:lnTo>
                    <a:pt x="9795" y="2348"/>
                  </a:lnTo>
                  <a:lnTo>
                    <a:pt x="9868" y="2385"/>
                  </a:lnTo>
                  <a:lnTo>
                    <a:pt x="9941" y="2421"/>
                  </a:lnTo>
                  <a:lnTo>
                    <a:pt x="10051" y="2385"/>
                  </a:lnTo>
                  <a:lnTo>
                    <a:pt x="10125" y="2311"/>
                  </a:lnTo>
                  <a:lnTo>
                    <a:pt x="10198" y="2238"/>
                  </a:lnTo>
                  <a:lnTo>
                    <a:pt x="10235" y="2055"/>
                  </a:lnTo>
                  <a:lnTo>
                    <a:pt x="10235" y="2018"/>
                  </a:lnTo>
                  <a:lnTo>
                    <a:pt x="10235" y="1981"/>
                  </a:lnTo>
                  <a:lnTo>
                    <a:pt x="10455" y="1138"/>
                  </a:lnTo>
                  <a:lnTo>
                    <a:pt x="10638" y="624"/>
                  </a:lnTo>
                  <a:lnTo>
                    <a:pt x="10675" y="367"/>
                  </a:lnTo>
                  <a:lnTo>
                    <a:pt x="10712" y="111"/>
                  </a:lnTo>
                  <a:lnTo>
                    <a:pt x="10675" y="37"/>
                  </a:lnTo>
                  <a:lnTo>
                    <a:pt x="10602" y="1"/>
                  </a:lnTo>
                  <a:close/>
                  <a:moveTo>
                    <a:pt x="3559" y="1028"/>
                  </a:moveTo>
                  <a:lnTo>
                    <a:pt x="3522" y="1064"/>
                  </a:lnTo>
                  <a:lnTo>
                    <a:pt x="3485" y="1101"/>
                  </a:lnTo>
                  <a:lnTo>
                    <a:pt x="3485" y="1138"/>
                  </a:lnTo>
                  <a:lnTo>
                    <a:pt x="3559" y="1321"/>
                  </a:lnTo>
                  <a:lnTo>
                    <a:pt x="3669" y="1468"/>
                  </a:lnTo>
                  <a:lnTo>
                    <a:pt x="3889" y="1761"/>
                  </a:lnTo>
                  <a:lnTo>
                    <a:pt x="4109" y="2055"/>
                  </a:lnTo>
                  <a:lnTo>
                    <a:pt x="4366" y="2348"/>
                  </a:lnTo>
                  <a:lnTo>
                    <a:pt x="4476" y="2605"/>
                  </a:lnTo>
                  <a:lnTo>
                    <a:pt x="4586" y="2862"/>
                  </a:lnTo>
                  <a:lnTo>
                    <a:pt x="4696" y="2972"/>
                  </a:lnTo>
                  <a:lnTo>
                    <a:pt x="4769" y="3045"/>
                  </a:lnTo>
                  <a:lnTo>
                    <a:pt x="4916" y="3082"/>
                  </a:lnTo>
                  <a:lnTo>
                    <a:pt x="5063" y="3082"/>
                  </a:lnTo>
                  <a:lnTo>
                    <a:pt x="5136" y="3045"/>
                  </a:lnTo>
                  <a:lnTo>
                    <a:pt x="5209" y="3008"/>
                  </a:lnTo>
                  <a:lnTo>
                    <a:pt x="5246" y="2935"/>
                  </a:lnTo>
                  <a:lnTo>
                    <a:pt x="5246" y="2862"/>
                  </a:lnTo>
                  <a:lnTo>
                    <a:pt x="5209" y="2715"/>
                  </a:lnTo>
                  <a:lnTo>
                    <a:pt x="5173" y="2642"/>
                  </a:lnTo>
                  <a:lnTo>
                    <a:pt x="5099" y="2605"/>
                  </a:lnTo>
                  <a:lnTo>
                    <a:pt x="4989" y="2605"/>
                  </a:lnTo>
                  <a:lnTo>
                    <a:pt x="4989" y="2568"/>
                  </a:lnTo>
                  <a:lnTo>
                    <a:pt x="4989" y="2495"/>
                  </a:lnTo>
                  <a:lnTo>
                    <a:pt x="4953" y="2385"/>
                  </a:lnTo>
                  <a:lnTo>
                    <a:pt x="4806" y="2128"/>
                  </a:lnTo>
                  <a:lnTo>
                    <a:pt x="4623" y="1871"/>
                  </a:lnTo>
                  <a:lnTo>
                    <a:pt x="4402" y="1615"/>
                  </a:lnTo>
                  <a:lnTo>
                    <a:pt x="4146" y="1394"/>
                  </a:lnTo>
                  <a:lnTo>
                    <a:pt x="3889" y="1174"/>
                  </a:lnTo>
                  <a:lnTo>
                    <a:pt x="3595" y="1028"/>
                  </a:lnTo>
                  <a:close/>
                  <a:moveTo>
                    <a:pt x="15334" y="3999"/>
                  </a:moveTo>
                  <a:lnTo>
                    <a:pt x="15260" y="4035"/>
                  </a:lnTo>
                  <a:lnTo>
                    <a:pt x="15187" y="4109"/>
                  </a:lnTo>
                  <a:lnTo>
                    <a:pt x="15077" y="4182"/>
                  </a:lnTo>
                  <a:lnTo>
                    <a:pt x="14967" y="4256"/>
                  </a:lnTo>
                  <a:lnTo>
                    <a:pt x="14820" y="4329"/>
                  </a:lnTo>
                  <a:lnTo>
                    <a:pt x="14673" y="4329"/>
                  </a:lnTo>
                  <a:lnTo>
                    <a:pt x="14527" y="4402"/>
                  </a:lnTo>
                  <a:lnTo>
                    <a:pt x="14490" y="4439"/>
                  </a:lnTo>
                  <a:lnTo>
                    <a:pt x="14453" y="4549"/>
                  </a:lnTo>
                  <a:lnTo>
                    <a:pt x="14417" y="4586"/>
                  </a:lnTo>
                  <a:lnTo>
                    <a:pt x="14380" y="4622"/>
                  </a:lnTo>
                  <a:lnTo>
                    <a:pt x="14233" y="4732"/>
                  </a:lnTo>
                  <a:lnTo>
                    <a:pt x="13940" y="4842"/>
                  </a:lnTo>
                  <a:lnTo>
                    <a:pt x="13720" y="4989"/>
                  </a:lnTo>
                  <a:lnTo>
                    <a:pt x="13536" y="5173"/>
                  </a:lnTo>
                  <a:lnTo>
                    <a:pt x="13499" y="5246"/>
                  </a:lnTo>
                  <a:lnTo>
                    <a:pt x="13499" y="5319"/>
                  </a:lnTo>
                  <a:lnTo>
                    <a:pt x="13573" y="5356"/>
                  </a:lnTo>
                  <a:lnTo>
                    <a:pt x="13830" y="5356"/>
                  </a:lnTo>
                  <a:lnTo>
                    <a:pt x="14013" y="5319"/>
                  </a:lnTo>
                  <a:lnTo>
                    <a:pt x="14380" y="5173"/>
                  </a:lnTo>
                  <a:lnTo>
                    <a:pt x="14673" y="5026"/>
                  </a:lnTo>
                  <a:lnTo>
                    <a:pt x="14783" y="4953"/>
                  </a:lnTo>
                  <a:lnTo>
                    <a:pt x="14857" y="4806"/>
                  </a:lnTo>
                  <a:lnTo>
                    <a:pt x="15077" y="4769"/>
                  </a:lnTo>
                  <a:lnTo>
                    <a:pt x="15260" y="4659"/>
                  </a:lnTo>
                  <a:lnTo>
                    <a:pt x="15370" y="4696"/>
                  </a:lnTo>
                  <a:lnTo>
                    <a:pt x="15444" y="4696"/>
                  </a:lnTo>
                  <a:lnTo>
                    <a:pt x="15554" y="4622"/>
                  </a:lnTo>
                  <a:lnTo>
                    <a:pt x="15627" y="4549"/>
                  </a:lnTo>
                  <a:lnTo>
                    <a:pt x="15627" y="4476"/>
                  </a:lnTo>
                  <a:lnTo>
                    <a:pt x="15590" y="4366"/>
                  </a:lnTo>
                  <a:lnTo>
                    <a:pt x="15627" y="4329"/>
                  </a:lnTo>
                  <a:lnTo>
                    <a:pt x="15627" y="4256"/>
                  </a:lnTo>
                  <a:lnTo>
                    <a:pt x="15590" y="4182"/>
                  </a:lnTo>
                  <a:lnTo>
                    <a:pt x="15554" y="4109"/>
                  </a:lnTo>
                  <a:lnTo>
                    <a:pt x="15480" y="4035"/>
                  </a:lnTo>
                  <a:lnTo>
                    <a:pt x="15407" y="4035"/>
                  </a:lnTo>
                  <a:lnTo>
                    <a:pt x="15334" y="3999"/>
                  </a:lnTo>
                  <a:close/>
                  <a:moveTo>
                    <a:pt x="2238" y="7447"/>
                  </a:moveTo>
                  <a:lnTo>
                    <a:pt x="2128" y="7484"/>
                  </a:lnTo>
                  <a:lnTo>
                    <a:pt x="1064" y="7960"/>
                  </a:lnTo>
                  <a:lnTo>
                    <a:pt x="477" y="8217"/>
                  </a:lnTo>
                  <a:lnTo>
                    <a:pt x="257" y="8364"/>
                  </a:lnTo>
                  <a:lnTo>
                    <a:pt x="147" y="8474"/>
                  </a:lnTo>
                  <a:lnTo>
                    <a:pt x="111" y="8437"/>
                  </a:lnTo>
                  <a:lnTo>
                    <a:pt x="74" y="8437"/>
                  </a:lnTo>
                  <a:lnTo>
                    <a:pt x="1" y="8511"/>
                  </a:lnTo>
                  <a:lnTo>
                    <a:pt x="1" y="8584"/>
                  </a:lnTo>
                  <a:lnTo>
                    <a:pt x="37" y="8621"/>
                  </a:lnTo>
                  <a:lnTo>
                    <a:pt x="111" y="8694"/>
                  </a:lnTo>
                  <a:lnTo>
                    <a:pt x="221" y="8731"/>
                  </a:lnTo>
                  <a:lnTo>
                    <a:pt x="367" y="8694"/>
                  </a:lnTo>
                  <a:lnTo>
                    <a:pt x="514" y="8657"/>
                  </a:lnTo>
                  <a:lnTo>
                    <a:pt x="808" y="8547"/>
                  </a:lnTo>
                  <a:lnTo>
                    <a:pt x="1028" y="8474"/>
                  </a:lnTo>
                  <a:lnTo>
                    <a:pt x="2385" y="7887"/>
                  </a:lnTo>
                  <a:lnTo>
                    <a:pt x="2458" y="7850"/>
                  </a:lnTo>
                  <a:lnTo>
                    <a:pt x="2532" y="7777"/>
                  </a:lnTo>
                  <a:lnTo>
                    <a:pt x="2532" y="7667"/>
                  </a:lnTo>
                  <a:lnTo>
                    <a:pt x="2495" y="7594"/>
                  </a:lnTo>
                  <a:lnTo>
                    <a:pt x="2422" y="7520"/>
                  </a:lnTo>
                  <a:lnTo>
                    <a:pt x="2348" y="7484"/>
                  </a:lnTo>
                  <a:lnTo>
                    <a:pt x="2238" y="7447"/>
                  </a:lnTo>
                  <a:close/>
                  <a:moveTo>
                    <a:pt x="6677" y="7814"/>
                  </a:moveTo>
                  <a:lnTo>
                    <a:pt x="6603" y="7887"/>
                  </a:lnTo>
                  <a:lnTo>
                    <a:pt x="6603" y="7960"/>
                  </a:lnTo>
                  <a:lnTo>
                    <a:pt x="6603" y="8070"/>
                  </a:lnTo>
                  <a:lnTo>
                    <a:pt x="6933" y="8474"/>
                  </a:lnTo>
                  <a:lnTo>
                    <a:pt x="7044" y="8694"/>
                  </a:lnTo>
                  <a:lnTo>
                    <a:pt x="7154" y="8914"/>
                  </a:lnTo>
                  <a:lnTo>
                    <a:pt x="7227" y="8951"/>
                  </a:lnTo>
                  <a:lnTo>
                    <a:pt x="7264" y="8987"/>
                  </a:lnTo>
                  <a:lnTo>
                    <a:pt x="7410" y="8987"/>
                  </a:lnTo>
                  <a:lnTo>
                    <a:pt x="7594" y="8877"/>
                  </a:lnTo>
                  <a:lnTo>
                    <a:pt x="7777" y="8767"/>
                  </a:lnTo>
                  <a:lnTo>
                    <a:pt x="7924" y="8621"/>
                  </a:lnTo>
                  <a:lnTo>
                    <a:pt x="7924" y="8657"/>
                  </a:lnTo>
                  <a:lnTo>
                    <a:pt x="7997" y="8767"/>
                  </a:lnTo>
                  <a:lnTo>
                    <a:pt x="8071" y="8877"/>
                  </a:lnTo>
                  <a:lnTo>
                    <a:pt x="8181" y="8951"/>
                  </a:lnTo>
                  <a:lnTo>
                    <a:pt x="8327" y="9024"/>
                  </a:lnTo>
                  <a:lnTo>
                    <a:pt x="8584" y="9061"/>
                  </a:lnTo>
                  <a:lnTo>
                    <a:pt x="8768" y="9061"/>
                  </a:lnTo>
                  <a:lnTo>
                    <a:pt x="8951" y="8987"/>
                  </a:lnTo>
                  <a:lnTo>
                    <a:pt x="9281" y="8841"/>
                  </a:lnTo>
                  <a:lnTo>
                    <a:pt x="9611" y="8657"/>
                  </a:lnTo>
                  <a:lnTo>
                    <a:pt x="9721" y="8547"/>
                  </a:lnTo>
                  <a:lnTo>
                    <a:pt x="9758" y="8474"/>
                  </a:lnTo>
                  <a:lnTo>
                    <a:pt x="9758" y="8364"/>
                  </a:lnTo>
                  <a:lnTo>
                    <a:pt x="9685" y="8254"/>
                  </a:lnTo>
                  <a:lnTo>
                    <a:pt x="9648" y="8217"/>
                  </a:lnTo>
                  <a:lnTo>
                    <a:pt x="9464" y="8217"/>
                  </a:lnTo>
                  <a:lnTo>
                    <a:pt x="9428" y="8291"/>
                  </a:lnTo>
                  <a:lnTo>
                    <a:pt x="9244" y="8437"/>
                  </a:lnTo>
                  <a:lnTo>
                    <a:pt x="8988" y="8547"/>
                  </a:lnTo>
                  <a:lnTo>
                    <a:pt x="8768" y="8621"/>
                  </a:lnTo>
                  <a:lnTo>
                    <a:pt x="8584" y="8657"/>
                  </a:lnTo>
                  <a:lnTo>
                    <a:pt x="8474" y="8657"/>
                  </a:lnTo>
                  <a:lnTo>
                    <a:pt x="8401" y="8621"/>
                  </a:lnTo>
                  <a:lnTo>
                    <a:pt x="8364" y="8584"/>
                  </a:lnTo>
                  <a:lnTo>
                    <a:pt x="8327" y="8547"/>
                  </a:lnTo>
                  <a:lnTo>
                    <a:pt x="8254" y="8254"/>
                  </a:lnTo>
                  <a:lnTo>
                    <a:pt x="8181" y="8144"/>
                  </a:lnTo>
                  <a:lnTo>
                    <a:pt x="8071" y="8107"/>
                  </a:lnTo>
                  <a:lnTo>
                    <a:pt x="7961" y="8107"/>
                  </a:lnTo>
                  <a:lnTo>
                    <a:pt x="7887" y="8144"/>
                  </a:lnTo>
                  <a:lnTo>
                    <a:pt x="7740" y="8254"/>
                  </a:lnTo>
                  <a:lnTo>
                    <a:pt x="7630" y="8401"/>
                  </a:lnTo>
                  <a:lnTo>
                    <a:pt x="7410" y="8547"/>
                  </a:lnTo>
                  <a:lnTo>
                    <a:pt x="7264" y="8364"/>
                  </a:lnTo>
                  <a:lnTo>
                    <a:pt x="7117" y="8180"/>
                  </a:lnTo>
                  <a:lnTo>
                    <a:pt x="6970" y="7997"/>
                  </a:lnTo>
                  <a:lnTo>
                    <a:pt x="6787" y="7850"/>
                  </a:lnTo>
                  <a:lnTo>
                    <a:pt x="6713" y="7814"/>
                  </a:lnTo>
                  <a:close/>
                  <a:moveTo>
                    <a:pt x="12876" y="11005"/>
                  </a:moveTo>
                  <a:lnTo>
                    <a:pt x="12803" y="11042"/>
                  </a:lnTo>
                  <a:lnTo>
                    <a:pt x="12766" y="11078"/>
                  </a:lnTo>
                  <a:lnTo>
                    <a:pt x="12766" y="11152"/>
                  </a:lnTo>
                  <a:lnTo>
                    <a:pt x="12729" y="11225"/>
                  </a:lnTo>
                  <a:lnTo>
                    <a:pt x="12766" y="11298"/>
                  </a:lnTo>
                  <a:lnTo>
                    <a:pt x="12986" y="11702"/>
                  </a:lnTo>
                  <a:lnTo>
                    <a:pt x="13279" y="12069"/>
                  </a:lnTo>
                  <a:lnTo>
                    <a:pt x="13499" y="12399"/>
                  </a:lnTo>
                  <a:lnTo>
                    <a:pt x="13646" y="12509"/>
                  </a:lnTo>
                  <a:lnTo>
                    <a:pt x="13830" y="12619"/>
                  </a:lnTo>
                  <a:lnTo>
                    <a:pt x="13976" y="12619"/>
                  </a:lnTo>
                  <a:lnTo>
                    <a:pt x="14013" y="12582"/>
                  </a:lnTo>
                  <a:lnTo>
                    <a:pt x="14086" y="12546"/>
                  </a:lnTo>
                  <a:lnTo>
                    <a:pt x="14160" y="12436"/>
                  </a:lnTo>
                  <a:lnTo>
                    <a:pt x="14160" y="12325"/>
                  </a:lnTo>
                  <a:lnTo>
                    <a:pt x="14160" y="12252"/>
                  </a:lnTo>
                  <a:lnTo>
                    <a:pt x="14123" y="12142"/>
                  </a:lnTo>
                  <a:lnTo>
                    <a:pt x="14086" y="12069"/>
                  </a:lnTo>
                  <a:lnTo>
                    <a:pt x="14050" y="12032"/>
                  </a:lnTo>
                  <a:lnTo>
                    <a:pt x="13903" y="12032"/>
                  </a:lnTo>
                  <a:lnTo>
                    <a:pt x="13830" y="11885"/>
                  </a:lnTo>
                  <a:lnTo>
                    <a:pt x="13573" y="11592"/>
                  </a:lnTo>
                  <a:lnTo>
                    <a:pt x="13316" y="11298"/>
                  </a:lnTo>
                  <a:lnTo>
                    <a:pt x="13059" y="11042"/>
                  </a:lnTo>
                  <a:lnTo>
                    <a:pt x="13023" y="11005"/>
                  </a:lnTo>
                  <a:close/>
                  <a:moveTo>
                    <a:pt x="8181" y="3192"/>
                  </a:moveTo>
                  <a:lnTo>
                    <a:pt x="8511" y="3228"/>
                  </a:lnTo>
                  <a:lnTo>
                    <a:pt x="8878" y="3265"/>
                  </a:lnTo>
                  <a:lnTo>
                    <a:pt x="9208" y="3339"/>
                  </a:lnTo>
                  <a:lnTo>
                    <a:pt x="9538" y="3412"/>
                  </a:lnTo>
                  <a:lnTo>
                    <a:pt x="9868" y="3522"/>
                  </a:lnTo>
                  <a:lnTo>
                    <a:pt x="10198" y="3669"/>
                  </a:lnTo>
                  <a:lnTo>
                    <a:pt x="10528" y="3852"/>
                  </a:lnTo>
                  <a:lnTo>
                    <a:pt x="10822" y="4035"/>
                  </a:lnTo>
                  <a:lnTo>
                    <a:pt x="11078" y="4256"/>
                  </a:lnTo>
                  <a:lnTo>
                    <a:pt x="11335" y="4476"/>
                  </a:lnTo>
                  <a:lnTo>
                    <a:pt x="11592" y="4732"/>
                  </a:lnTo>
                  <a:lnTo>
                    <a:pt x="11812" y="4989"/>
                  </a:lnTo>
                  <a:lnTo>
                    <a:pt x="11996" y="5319"/>
                  </a:lnTo>
                  <a:lnTo>
                    <a:pt x="12142" y="5576"/>
                  </a:lnTo>
                  <a:lnTo>
                    <a:pt x="12252" y="5870"/>
                  </a:lnTo>
                  <a:lnTo>
                    <a:pt x="12362" y="6200"/>
                  </a:lnTo>
                  <a:lnTo>
                    <a:pt x="12436" y="6530"/>
                  </a:lnTo>
                  <a:lnTo>
                    <a:pt x="12509" y="6823"/>
                  </a:lnTo>
                  <a:lnTo>
                    <a:pt x="12509" y="7153"/>
                  </a:lnTo>
                  <a:lnTo>
                    <a:pt x="12509" y="7484"/>
                  </a:lnTo>
                  <a:lnTo>
                    <a:pt x="12472" y="7814"/>
                  </a:lnTo>
                  <a:lnTo>
                    <a:pt x="12399" y="8144"/>
                  </a:lnTo>
                  <a:lnTo>
                    <a:pt x="12289" y="8511"/>
                  </a:lnTo>
                  <a:lnTo>
                    <a:pt x="12142" y="8804"/>
                  </a:lnTo>
                  <a:lnTo>
                    <a:pt x="11996" y="9134"/>
                  </a:lnTo>
                  <a:lnTo>
                    <a:pt x="11812" y="9428"/>
                  </a:lnTo>
                  <a:lnTo>
                    <a:pt x="11592" y="9721"/>
                  </a:lnTo>
                  <a:lnTo>
                    <a:pt x="11115" y="10271"/>
                  </a:lnTo>
                  <a:lnTo>
                    <a:pt x="10345" y="11115"/>
                  </a:lnTo>
                  <a:lnTo>
                    <a:pt x="9941" y="11555"/>
                  </a:lnTo>
                  <a:lnTo>
                    <a:pt x="9575" y="12032"/>
                  </a:lnTo>
                  <a:lnTo>
                    <a:pt x="9281" y="12509"/>
                  </a:lnTo>
                  <a:lnTo>
                    <a:pt x="8988" y="13022"/>
                  </a:lnTo>
                  <a:lnTo>
                    <a:pt x="8914" y="13279"/>
                  </a:lnTo>
                  <a:lnTo>
                    <a:pt x="8804" y="13573"/>
                  </a:lnTo>
                  <a:lnTo>
                    <a:pt x="8768" y="13829"/>
                  </a:lnTo>
                  <a:lnTo>
                    <a:pt x="8731" y="14123"/>
                  </a:lnTo>
                  <a:lnTo>
                    <a:pt x="8217" y="14013"/>
                  </a:lnTo>
                  <a:lnTo>
                    <a:pt x="7704" y="13939"/>
                  </a:lnTo>
                  <a:lnTo>
                    <a:pt x="8584" y="11665"/>
                  </a:lnTo>
                  <a:lnTo>
                    <a:pt x="9061" y="10418"/>
                  </a:lnTo>
                  <a:lnTo>
                    <a:pt x="9318" y="9831"/>
                  </a:lnTo>
                  <a:lnTo>
                    <a:pt x="9391" y="9538"/>
                  </a:lnTo>
                  <a:lnTo>
                    <a:pt x="9391" y="9391"/>
                  </a:lnTo>
                  <a:lnTo>
                    <a:pt x="9354" y="9244"/>
                  </a:lnTo>
                  <a:lnTo>
                    <a:pt x="9318" y="9208"/>
                  </a:lnTo>
                  <a:lnTo>
                    <a:pt x="9281" y="9208"/>
                  </a:lnTo>
                  <a:lnTo>
                    <a:pt x="9171" y="9281"/>
                  </a:lnTo>
                  <a:lnTo>
                    <a:pt x="9098" y="9391"/>
                  </a:lnTo>
                  <a:lnTo>
                    <a:pt x="8988" y="9611"/>
                  </a:lnTo>
                  <a:lnTo>
                    <a:pt x="8768" y="10088"/>
                  </a:lnTo>
                  <a:lnTo>
                    <a:pt x="8217" y="11445"/>
                  </a:lnTo>
                  <a:lnTo>
                    <a:pt x="7337" y="13719"/>
                  </a:lnTo>
                  <a:lnTo>
                    <a:pt x="7227" y="13903"/>
                  </a:lnTo>
                  <a:lnTo>
                    <a:pt x="6970" y="13829"/>
                  </a:lnTo>
                  <a:lnTo>
                    <a:pt x="6420" y="13683"/>
                  </a:lnTo>
                  <a:lnTo>
                    <a:pt x="6420" y="13646"/>
                  </a:lnTo>
                  <a:lnTo>
                    <a:pt x="6493" y="13389"/>
                  </a:lnTo>
                  <a:lnTo>
                    <a:pt x="6530" y="13096"/>
                  </a:lnTo>
                  <a:lnTo>
                    <a:pt x="6530" y="12546"/>
                  </a:lnTo>
                  <a:lnTo>
                    <a:pt x="6603" y="11372"/>
                  </a:lnTo>
                  <a:lnTo>
                    <a:pt x="6677" y="10125"/>
                  </a:lnTo>
                  <a:lnTo>
                    <a:pt x="6713" y="9501"/>
                  </a:lnTo>
                  <a:lnTo>
                    <a:pt x="6677" y="8877"/>
                  </a:lnTo>
                  <a:lnTo>
                    <a:pt x="6677" y="8804"/>
                  </a:lnTo>
                  <a:lnTo>
                    <a:pt x="6640" y="8767"/>
                  </a:lnTo>
                  <a:lnTo>
                    <a:pt x="6530" y="8694"/>
                  </a:lnTo>
                  <a:lnTo>
                    <a:pt x="6420" y="8731"/>
                  </a:lnTo>
                  <a:lnTo>
                    <a:pt x="6383" y="8767"/>
                  </a:lnTo>
                  <a:lnTo>
                    <a:pt x="6347" y="8841"/>
                  </a:lnTo>
                  <a:lnTo>
                    <a:pt x="6273" y="9391"/>
                  </a:lnTo>
                  <a:lnTo>
                    <a:pt x="6237" y="9978"/>
                  </a:lnTo>
                  <a:lnTo>
                    <a:pt x="6200" y="11115"/>
                  </a:lnTo>
                  <a:lnTo>
                    <a:pt x="6090" y="12289"/>
                  </a:lnTo>
                  <a:lnTo>
                    <a:pt x="6016" y="12912"/>
                  </a:lnTo>
                  <a:lnTo>
                    <a:pt x="6016" y="13206"/>
                  </a:lnTo>
                  <a:lnTo>
                    <a:pt x="6016" y="13536"/>
                  </a:lnTo>
                  <a:lnTo>
                    <a:pt x="5540" y="13353"/>
                  </a:lnTo>
                  <a:lnTo>
                    <a:pt x="5099" y="13206"/>
                  </a:lnTo>
                  <a:lnTo>
                    <a:pt x="4623" y="13132"/>
                  </a:lnTo>
                  <a:lnTo>
                    <a:pt x="4182" y="13132"/>
                  </a:lnTo>
                  <a:lnTo>
                    <a:pt x="4329" y="12876"/>
                  </a:lnTo>
                  <a:lnTo>
                    <a:pt x="4439" y="12619"/>
                  </a:lnTo>
                  <a:lnTo>
                    <a:pt x="4549" y="12362"/>
                  </a:lnTo>
                  <a:lnTo>
                    <a:pt x="4623" y="12069"/>
                  </a:lnTo>
                  <a:lnTo>
                    <a:pt x="4696" y="11482"/>
                  </a:lnTo>
                  <a:lnTo>
                    <a:pt x="4696" y="10895"/>
                  </a:lnTo>
                  <a:lnTo>
                    <a:pt x="4623" y="10161"/>
                  </a:lnTo>
                  <a:lnTo>
                    <a:pt x="4512" y="9428"/>
                  </a:lnTo>
                  <a:lnTo>
                    <a:pt x="4366" y="8694"/>
                  </a:lnTo>
                  <a:lnTo>
                    <a:pt x="4219" y="7960"/>
                  </a:lnTo>
                  <a:lnTo>
                    <a:pt x="4182" y="7594"/>
                  </a:lnTo>
                  <a:lnTo>
                    <a:pt x="4182" y="7190"/>
                  </a:lnTo>
                  <a:lnTo>
                    <a:pt x="4182" y="6823"/>
                  </a:lnTo>
                  <a:lnTo>
                    <a:pt x="4219" y="6456"/>
                  </a:lnTo>
                  <a:lnTo>
                    <a:pt x="4292" y="6090"/>
                  </a:lnTo>
                  <a:lnTo>
                    <a:pt x="4439" y="5760"/>
                  </a:lnTo>
                  <a:lnTo>
                    <a:pt x="4586" y="5429"/>
                  </a:lnTo>
                  <a:lnTo>
                    <a:pt x="4769" y="5063"/>
                  </a:lnTo>
                  <a:lnTo>
                    <a:pt x="5026" y="4769"/>
                  </a:lnTo>
                  <a:lnTo>
                    <a:pt x="5246" y="4476"/>
                  </a:lnTo>
                  <a:lnTo>
                    <a:pt x="5503" y="4219"/>
                  </a:lnTo>
                  <a:lnTo>
                    <a:pt x="5796" y="3999"/>
                  </a:lnTo>
                  <a:lnTo>
                    <a:pt x="6090" y="3779"/>
                  </a:lnTo>
                  <a:lnTo>
                    <a:pt x="6420" y="3595"/>
                  </a:lnTo>
                  <a:lnTo>
                    <a:pt x="6787" y="3449"/>
                  </a:lnTo>
                  <a:lnTo>
                    <a:pt x="7117" y="3339"/>
                  </a:lnTo>
                  <a:lnTo>
                    <a:pt x="7484" y="3265"/>
                  </a:lnTo>
                  <a:lnTo>
                    <a:pt x="7814" y="3228"/>
                  </a:lnTo>
                  <a:lnTo>
                    <a:pt x="8181" y="3192"/>
                  </a:lnTo>
                  <a:close/>
                  <a:moveTo>
                    <a:pt x="3962" y="13426"/>
                  </a:moveTo>
                  <a:lnTo>
                    <a:pt x="4623" y="13536"/>
                  </a:lnTo>
                  <a:lnTo>
                    <a:pt x="5246" y="13719"/>
                  </a:lnTo>
                  <a:lnTo>
                    <a:pt x="5943" y="13939"/>
                  </a:lnTo>
                  <a:lnTo>
                    <a:pt x="6603" y="14196"/>
                  </a:lnTo>
                  <a:lnTo>
                    <a:pt x="6860" y="14270"/>
                  </a:lnTo>
                  <a:lnTo>
                    <a:pt x="7154" y="14306"/>
                  </a:lnTo>
                  <a:lnTo>
                    <a:pt x="7704" y="14380"/>
                  </a:lnTo>
                  <a:lnTo>
                    <a:pt x="8217" y="14490"/>
                  </a:lnTo>
                  <a:lnTo>
                    <a:pt x="8474" y="14563"/>
                  </a:lnTo>
                  <a:lnTo>
                    <a:pt x="8731" y="14636"/>
                  </a:lnTo>
                  <a:lnTo>
                    <a:pt x="8768" y="14783"/>
                  </a:lnTo>
                  <a:lnTo>
                    <a:pt x="8841" y="14857"/>
                  </a:lnTo>
                  <a:lnTo>
                    <a:pt x="8951" y="14893"/>
                  </a:lnTo>
                  <a:lnTo>
                    <a:pt x="9061" y="14893"/>
                  </a:lnTo>
                  <a:lnTo>
                    <a:pt x="9061" y="15003"/>
                  </a:lnTo>
                  <a:lnTo>
                    <a:pt x="9024" y="15150"/>
                  </a:lnTo>
                  <a:lnTo>
                    <a:pt x="8914" y="15223"/>
                  </a:lnTo>
                  <a:lnTo>
                    <a:pt x="8768" y="15333"/>
                  </a:lnTo>
                  <a:lnTo>
                    <a:pt x="8034" y="15040"/>
                  </a:lnTo>
                  <a:lnTo>
                    <a:pt x="6383" y="14490"/>
                  </a:lnTo>
                  <a:lnTo>
                    <a:pt x="5576" y="14270"/>
                  </a:lnTo>
                  <a:lnTo>
                    <a:pt x="4769" y="14086"/>
                  </a:lnTo>
                  <a:lnTo>
                    <a:pt x="4292" y="14013"/>
                  </a:lnTo>
                  <a:lnTo>
                    <a:pt x="4072" y="14013"/>
                  </a:lnTo>
                  <a:lnTo>
                    <a:pt x="3852" y="14050"/>
                  </a:lnTo>
                  <a:lnTo>
                    <a:pt x="3742" y="14013"/>
                  </a:lnTo>
                  <a:lnTo>
                    <a:pt x="3669" y="13939"/>
                  </a:lnTo>
                  <a:lnTo>
                    <a:pt x="3632" y="13829"/>
                  </a:lnTo>
                  <a:lnTo>
                    <a:pt x="3632" y="13719"/>
                  </a:lnTo>
                  <a:lnTo>
                    <a:pt x="3632" y="13609"/>
                  </a:lnTo>
                  <a:lnTo>
                    <a:pt x="3705" y="13536"/>
                  </a:lnTo>
                  <a:lnTo>
                    <a:pt x="3816" y="13463"/>
                  </a:lnTo>
                  <a:lnTo>
                    <a:pt x="3926" y="13426"/>
                  </a:lnTo>
                  <a:close/>
                  <a:moveTo>
                    <a:pt x="4256" y="15737"/>
                  </a:moveTo>
                  <a:lnTo>
                    <a:pt x="4696" y="15847"/>
                  </a:lnTo>
                  <a:lnTo>
                    <a:pt x="4476" y="16067"/>
                  </a:lnTo>
                  <a:lnTo>
                    <a:pt x="4292" y="16287"/>
                  </a:lnTo>
                  <a:lnTo>
                    <a:pt x="4292" y="16250"/>
                  </a:lnTo>
                  <a:lnTo>
                    <a:pt x="4256" y="16140"/>
                  </a:lnTo>
                  <a:lnTo>
                    <a:pt x="4256" y="15994"/>
                  </a:lnTo>
                  <a:lnTo>
                    <a:pt x="4256" y="15737"/>
                  </a:lnTo>
                  <a:close/>
                  <a:moveTo>
                    <a:pt x="4843" y="15920"/>
                  </a:moveTo>
                  <a:lnTo>
                    <a:pt x="4989" y="15957"/>
                  </a:lnTo>
                  <a:lnTo>
                    <a:pt x="5136" y="15994"/>
                  </a:lnTo>
                  <a:lnTo>
                    <a:pt x="4879" y="16140"/>
                  </a:lnTo>
                  <a:lnTo>
                    <a:pt x="4623" y="16360"/>
                  </a:lnTo>
                  <a:lnTo>
                    <a:pt x="4623" y="16360"/>
                  </a:lnTo>
                  <a:lnTo>
                    <a:pt x="4733" y="16140"/>
                  </a:lnTo>
                  <a:lnTo>
                    <a:pt x="4843" y="15920"/>
                  </a:lnTo>
                  <a:close/>
                  <a:moveTo>
                    <a:pt x="4146" y="14453"/>
                  </a:moveTo>
                  <a:lnTo>
                    <a:pt x="4659" y="14490"/>
                  </a:lnTo>
                  <a:lnTo>
                    <a:pt x="5356" y="14673"/>
                  </a:lnTo>
                  <a:lnTo>
                    <a:pt x="6053" y="14857"/>
                  </a:lnTo>
                  <a:lnTo>
                    <a:pt x="7410" y="15333"/>
                  </a:lnTo>
                  <a:lnTo>
                    <a:pt x="8034" y="15553"/>
                  </a:lnTo>
                  <a:lnTo>
                    <a:pt x="8401" y="15663"/>
                  </a:lnTo>
                  <a:lnTo>
                    <a:pt x="8694" y="15774"/>
                  </a:lnTo>
                  <a:lnTo>
                    <a:pt x="8731" y="15847"/>
                  </a:lnTo>
                  <a:lnTo>
                    <a:pt x="8768" y="15884"/>
                  </a:lnTo>
                  <a:lnTo>
                    <a:pt x="8841" y="15957"/>
                  </a:lnTo>
                  <a:lnTo>
                    <a:pt x="8951" y="15957"/>
                  </a:lnTo>
                  <a:lnTo>
                    <a:pt x="8914" y="16067"/>
                  </a:lnTo>
                  <a:lnTo>
                    <a:pt x="8841" y="16214"/>
                  </a:lnTo>
                  <a:lnTo>
                    <a:pt x="8694" y="16397"/>
                  </a:lnTo>
                  <a:lnTo>
                    <a:pt x="8547" y="16507"/>
                  </a:lnTo>
                  <a:lnTo>
                    <a:pt x="8401" y="16581"/>
                  </a:lnTo>
                  <a:lnTo>
                    <a:pt x="7227" y="16140"/>
                  </a:lnTo>
                  <a:lnTo>
                    <a:pt x="6016" y="15774"/>
                  </a:lnTo>
                  <a:lnTo>
                    <a:pt x="4733" y="15370"/>
                  </a:lnTo>
                  <a:lnTo>
                    <a:pt x="4072" y="15223"/>
                  </a:lnTo>
                  <a:lnTo>
                    <a:pt x="3449" y="15113"/>
                  </a:lnTo>
                  <a:lnTo>
                    <a:pt x="3449" y="15040"/>
                  </a:lnTo>
                  <a:lnTo>
                    <a:pt x="3449" y="14857"/>
                  </a:lnTo>
                  <a:lnTo>
                    <a:pt x="3522" y="14673"/>
                  </a:lnTo>
                  <a:lnTo>
                    <a:pt x="3632" y="14563"/>
                  </a:lnTo>
                  <a:lnTo>
                    <a:pt x="3705" y="14490"/>
                  </a:lnTo>
                  <a:lnTo>
                    <a:pt x="3926" y="14490"/>
                  </a:lnTo>
                  <a:lnTo>
                    <a:pt x="3962" y="14526"/>
                  </a:lnTo>
                  <a:lnTo>
                    <a:pt x="3999" y="14526"/>
                  </a:lnTo>
                  <a:lnTo>
                    <a:pt x="4036" y="14490"/>
                  </a:lnTo>
                  <a:lnTo>
                    <a:pt x="4146" y="14453"/>
                  </a:lnTo>
                  <a:close/>
                  <a:moveTo>
                    <a:pt x="5503" y="16067"/>
                  </a:moveTo>
                  <a:lnTo>
                    <a:pt x="5723" y="16140"/>
                  </a:lnTo>
                  <a:lnTo>
                    <a:pt x="5503" y="16287"/>
                  </a:lnTo>
                  <a:lnTo>
                    <a:pt x="5246" y="16434"/>
                  </a:lnTo>
                  <a:lnTo>
                    <a:pt x="5026" y="16617"/>
                  </a:lnTo>
                  <a:lnTo>
                    <a:pt x="4843" y="16837"/>
                  </a:lnTo>
                  <a:lnTo>
                    <a:pt x="4659" y="16764"/>
                  </a:lnTo>
                  <a:lnTo>
                    <a:pt x="4733" y="16691"/>
                  </a:lnTo>
                  <a:lnTo>
                    <a:pt x="5503" y="16067"/>
                  </a:lnTo>
                  <a:close/>
                  <a:moveTo>
                    <a:pt x="5980" y="16214"/>
                  </a:moveTo>
                  <a:lnTo>
                    <a:pt x="6200" y="16287"/>
                  </a:lnTo>
                  <a:lnTo>
                    <a:pt x="6200" y="16324"/>
                  </a:lnTo>
                  <a:lnTo>
                    <a:pt x="5943" y="16434"/>
                  </a:lnTo>
                  <a:lnTo>
                    <a:pt x="5723" y="16581"/>
                  </a:lnTo>
                  <a:lnTo>
                    <a:pt x="5540" y="16727"/>
                  </a:lnTo>
                  <a:lnTo>
                    <a:pt x="5393" y="16947"/>
                  </a:lnTo>
                  <a:lnTo>
                    <a:pt x="5246" y="16911"/>
                  </a:lnTo>
                  <a:lnTo>
                    <a:pt x="5613" y="16544"/>
                  </a:lnTo>
                  <a:lnTo>
                    <a:pt x="5980" y="16214"/>
                  </a:lnTo>
                  <a:close/>
                  <a:moveTo>
                    <a:pt x="6383" y="16360"/>
                  </a:moveTo>
                  <a:lnTo>
                    <a:pt x="6897" y="16544"/>
                  </a:lnTo>
                  <a:lnTo>
                    <a:pt x="6420" y="16801"/>
                  </a:lnTo>
                  <a:lnTo>
                    <a:pt x="6200" y="16947"/>
                  </a:lnTo>
                  <a:lnTo>
                    <a:pt x="5980" y="17131"/>
                  </a:lnTo>
                  <a:lnTo>
                    <a:pt x="5796" y="17057"/>
                  </a:lnTo>
                  <a:lnTo>
                    <a:pt x="5833" y="16984"/>
                  </a:lnTo>
                  <a:lnTo>
                    <a:pt x="5833" y="16911"/>
                  </a:lnTo>
                  <a:lnTo>
                    <a:pt x="5833" y="16874"/>
                  </a:lnTo>
                  <a:lnTo>
                    <a:pt x="6090" y="16617"/>
                  </a:lnTo>
                  <a:lnTo>
                    <a:pt x="6383" y="16397"/>
                  </a:lnTo>
                  <a:lnTo>
                    <a:pt x="6383" y="16360"/>
                  </a:lnTo>
                  <a:close/>
                  <a:moveTo>
                    <a:pt x="7080" y="16581"/>
                  </a:moveTo>
                  <a:lnTo>
                    <a:pt x="7410" y="16691"/>
                  </a:lnTo>
                  <a:lnTo>
                    <a:pt x="7154" y="16911"/>
                  </a:lnTo>
                  <a:lnTo>
                    <a:pt x="6787" y="17314"/>
                  </a:lnTo>
                  <a:lnTo>
                    <a:pt x="6457" y="17241"/>
                  </a:lnTo>
                  <a:lnTo>
                    <a:pt x="6493" y="17167"/>
                  </a:lnTo>
                  <a:lnTo>
                    <a:pt x="6457" y="17131"/>
                  </a:lnTo>
                  <a:lnTo>
                    <a:pt x="6750" y="16837"/>
                  </a:lnTo>
                  <a:lnTo>
                    <a:pt x="7080" y="16581"/>
                  </a:lnTo>
                  <a:close/>
                  <a:moveTo>
                    <a:pt x="8034" y="2678"/>
                  </a:moveTo>
                  <a:lnTo>
                    <a:pt x="7704" y="2715"/>
                  </a:lnTo>
                  <a:lnTo>
                    <a:pt x="7374" y="2752"/>
                  </a:lnTo>
                  <a:lnTo>
                    <a:pt x="7044" y="2825"/>
                  </a:lnTo>
                  <a:lnTo>
                    <a:pt x="6750" y="2898"/>
                  </a:lnTo>
                  <a:lnTo>
                    <a:pt x="6420" y="3008"/>
                  </a:lnTo>
                  <a:lnTo>
                    <a:pt x="6126" y="3155"/>
                  </a:lnTo>
                  <a:lnTo>
                    <a:pt x="5833" y="3302"/>
                  </a:lnTo>
                  <a:lnTo>
                    <a:pt x="5576" y="3522"/>
                  </a:lnTo>
                  <a:lnTo>
                    <a:pt x="5026" y="3962"/>
                  </a:lnTo>
                  <a:lnTo>
                    <a:pt x="4806" y="4219"/>
                  </a:lnTo>
                  <a:lnTo>
                    <a:pt x="4586" y="4512"/>
                  </a:lnTo>
                  <a:lnTo>
                    <a:pt x="4366" y="4769"/>
                  </a:lnTo>
                  <a:lnTo>
                    <a:pt x="4182" y="5099"/>
                  </a:lnTo>
                  <a:lnTo>
                    <a:pt x="3999" y="5393"/>
                  </a:lnTo>
                  <a:lnTo>
                    <a:pt x="3852" y="5723"/>
                  </a:lnTo>
                  <a:lnTo>
                    <a:pt x="3742" y="6163"/>
                  </a:lnTo>
                  <a:lnTo>
                    <a:pt x="3669" y="6603"/>
                  </a:lnTo>
                  <a:lnTo>
                    <a:pt x="3632" y="7043"/>
                  </a:lnTo>
                  <a:lnTo>
                    <a:pt x="3632" y="7520"/>
                  </a:lnTo>
                  <a:lnTo>
                    <a:pt x="3705" y="7960"/>
                  </a:lnTo>
                  <a:lnTo>
                    <a:pt x="3779" y="8437"/>
                  </a:lnTo>
                  <a:lnTo>
                    <a:pt x="3962" y="9318"/>
                  </a:lnTo>
                  <a:lnTo>
                    <a:pt x="4109" y="10308"/>
                  </a:lnTo>
                  <a:lnTo>
                    <a:pt x="4182" y="10785"/>
                  </a:lnTo>
                  <a:lnTo>
                    <a:pt x="4219" y="11262"/>
                  </a:lnTo>
                  <a:lnTo>
                    <a:pt x="4182" y="11739"/>
                  </a:lnTo>
                  <a:lnTo>
                    <a:pt x="4109" y="12215"/>
                  </a:lnTo>
                  <a:lnTo>
                    <a:pt x="3999" y="12619"/>
                  </a:lnTo>
                  <a:lnTo>
                    <a:pt x="3816" y="13059"/>
                  </a:lnTo>
                  <a:lnTo>
                    <a:pt x="3595" y="13132"/>
                  </a:lnTo>
                  <a:lnTo>
                    <a:pt x="3449" y="13279"/>
                  </a:lnTo>
                  <a:lnTo>
                    <a:pt x="3302" y="13426"/>
                  </a:lnTo>
                  <a:lnTo>
                    <a:pt x="3229" y="13646"/>
                  </a:lnTo>
                  <a:lnTo>
                    <a:pt x="3229" y="13829"/>
                  </a:lnTo>
                  <a:lnTo>
                    <a:pt x="3265" y="13976"/>
                  </a:lnTo>
                  <a:lnTo>
                    <a:pt x="3339" y="14160"/>
                  </a:lnTo>
                  <a:lnTo>
                    <a:pt x="3412" y="14270"/>
                  </a:lnTo>
                  <a:lnTo>
                    <a:pt x="3339" y="14343"/>
                  </a:lnTo>
                  <a:lnTo>
                    <a:pt x="3265" y="14416"/>
                  </a:lnTo>
                  <a:lnTo>
                    <a:pt x="3192" y="14526"/>
                  </a:lnTo>
                  <a:lnTo>
                    <a:pt x="3119" y="14673"/>
                  </a:lnTo>
                  <a:lnTo>
                    <a:pt x="3082" y="14857"/>
                  </a:lnTo>
                  <a:lnTo>
                    <a:pt x="3045" y="15040"/>
                  </a:lnTo>
                  <a:lnTo>
                    <a:pt x="3045" y="15187"/>
                  </a:lnTo>
                  <a:lnTo>
                    <a:pt x="3082" y="15370"/>
                  </a:lnTo>
                  <a:lnTo>
                    <a:pt x="3192" y="15480"/>
                  </a:lnTo>
                  <a:lnTo>
                    <a:pt x="3302" y="15590"/>
                  </a:lnTo>
                  <a:lnTo>
                    <a:pt x="3412" y="15627"/>
                  </a:lnTo>
                  <a:lnTo>
                    <a:pt x="3485" y="15590"/>
                  </a:lnTo>
                  <a:lnTo>
                    <a:pt x="3522" y="15553"/>
                  </a:lnTo>
                  <a:lnTo>
                    <a:pt x="3559" y="15553"/>
                  </a:lnTo>
                  <a:lnTo>
                    <a:pt x="4072" y="15700"/>
                  </a:lnTo>
                  <a:lnTo>
                    <a:pt x="3999" y="15810"/>
                  </a:lnTo>
                  <a:lnTo>
                    <a:pt x="3926" y="15957"/>
                  </a:lnTo>
                  <a:lnTo>
                    <a:pt x="3926" y="16140"/>
                  </a:lnTo>
                  <a:lnTo>
                    <a:pt x="3926" y="16324"/>
                  </a:lnTo>
                  <a:lnTo>
                    <a:pt x="3999" y="16507"/>
                  </a:lnTo>
                  <a:lnTo>
                    <a:pt x="4072" y="16654"/>
                  </a:lnTo>
                  <a:lnTo>
                    <a:pt x="4146" y="16801"/>
                  </a:lnTo>
                  <a:lnTo>
                    <a:pt x="4292" y="16874"/>
                  </a:lnTo>
                  <a:lnTo>
                    <a:pt x="4256" y="16947"/>
                  </a:lnTo>
                  <a:lnTo>
                    <a:pt x="4292" y="17021"/>
                  </a:lnTo>
                  <a:lnTo>
                    <a:pt x="4329" y="17057"/>
                  </a:lnTo>
                  <a:lnTo>
                    <a:pt x="4402" y="17094"/>
                  </a:lnTo>
                  <a:lnTo>
                    <a:pt x="4586" y="17167"/>
                  </a:lnTo>
                  <a:lnTo>
                    <a:pt x="4806" y="17277"/>
                  </a:lnTo>
                  <a:lnTo>
                    <a:pt x="5283" y="17388"/>
                  </a:lnTo>
                  <a:lnTo>
                    <a:pt x="5393" y="17424"/>
                  </a:lnTo>
                  <a:lnTo>
                    <a:pt x="5576" y="17461"/>
                  </a:lnTo>
                  <a:lnTo>
                    <a:pt x="6310" y="17681"/>
                  </a:lnTo>
                  <a:lnTo>
                    <a:pt x="6677" y="17754"/>
                  </a:lnTo>
                  <a:lnTo>
                    <a:pt x="6860" y="17791"/>
                  </a:lnTo>
                  <a:lnTo>
                    <a:pt x="7044" y="17754"/>
                  </a:lnTo>
                  <a:lnTo>
                    <a:pt x="7117" y="17718"/>
                  </a:lnTo>
                  <a:lnTo>
                    <a:pt x="7154" y="17681"/>
                  </a:lnTo>
                  <a:lnTo>
                    <a:pt x="7154" y="17608"/>
                  </a:lnTo>
                  <a:lnTo>
                    <a:pt x="7117" y="17534"/>
                  </a:lnTo>
                  <a:lnTo>
                    <a:pt x="7447" y="17204"/>
                  </a:lnTo>
                  <a:lnTo>
                    <a:pt x="7594" y="17021"/>
                  </a:lnTo>
                  <a:lnTo>
                    <a:pt x="7740" y="16837"/>
                  </a:lnTo>
                  <a:lnTo>
                    <a:pt x="8327" y="17021"/>
                  </a:lnTo>
                  <a:lnTo>
                    <a:pt x="8437" y="17021"/>
                  </a:lnTo>
                  <a:lnTo>
                    <a:pt x="8547" y="16984"/>
                  </a:lnTo>
                  <a:lnTo>
                    <a:pt x="8731" y="16911"/>
                  </a:lnTo>
                  <a:lnTo>
                    <a:pt x="8914" y="16764"/>
                  </a:lnTo>
                  <a:lnTo>
                    <a:pt x="9098" y="16581"/>
                  </a:lnTo>
                  <a:lnTo>
                    <a:pt x="9208" y="16360"/>
                  </a:lnTo>
                  <a:lnTo>
                    <a:pt x="9281" y="16140"/>
                  </a:lnTo>
                  <a:lnTo>
                    <a:pt x="9318" y="15884"/>
                  </a:lnTo>
                  <a:lnTo>
                    <a:pt x="9281" y="15700"/>
                  </a:lnTo>
                  <a:lnTo>
                    <a:pt x="9208" y="15590"/>
                  </a:lnTo>
                  <a:lnTo>
                    <a:pt x="9171" y="15517"/>
                  </a:lnTo>
                  <a:lnTo>
                    <a:pt x="9244" y="15407"/>
                  </a:lnTo>
                  <a:lnTo>
                    <a:pt x="9354" y="15260"/>
                  </a:lnTo>
                  <a:lnTo>
                    <a:pt x="9391" y="15113"/>
                  </a:lnTo>
                  <a:lnTo>
                    <a:pt x="9428" y="15003"/>
                  </a:lnTo>
                  <a:lnTo>
                    <a:pt x="9501" y="14930"/>
                  </a:lnTo>
                  <a:lnTo>
                    <a:pt x="9575" y="14857"/>
                  </a:lnTo>
                  <a:lnTo>
                    <a:pt x="9575" y="14783"/>
                  </a:lnTo>
                  <a:lnTo>
                    <a:pt x="9538" y="14673"/>
                  </a:lnTo>
                  <a:lnTo>
                    <a:pt x="9391" y="14526"/>
                  </a:lnTo>
                  <a:lnTo>
                    <a:pt x="9244" y="14380"/>
                  </a:lnTo>
                  <a:lnTo>
                    <a:pt x="9244" y="14050"/>
                  </a:lnTo>
                  <a:lnTo>
                    <a:pt x="9318" y="13683"/>
                  </a:lnTo>
                  <a:lnTo>
                    <a:pt x="9428" y="13353"/>
                  </a:lnTo>
                  <a:lnTo>
                    <a:pt x="9538" y="13059"/>
                  </a:lnTo>
                  <a:lnTo>
                    <a:pt x="9721" y="12766"/>
                  </a:lnTo>
                  <a:lnTo>
                    <a:pt x="9905" y="12472"/>
                  </a:lnTo>
                  <a:lnTo>
                    <a:pt x="10308" y="11885"/>
                  </a:lnTo>
                  <a:lnTo>
                    <a:pt x="10785" y="11335"/>
                  </a:lnTo>
                  <a:lnTo>
                    <a:pt x="11299" y="10822"/>
                  </a:lnTo>
                  <a:lnTo>
                    <a:pt x="11775" y="10308"/>
                  </a:lnTo>
                  <a:lnTo>
                    <a:pt x="12179" y="9758"/>
                  </a:lnTo>
                  <a:lnTo>
                    <a:pt x="12362" y="9501"/>
                  </a:lnTo>
                  <a:lnTo>
                    <a:pt x="12546" y="9208"/>
                  </a:lnTo>
                  <a:lnTo>
                    <a:pt x="12656" y="8951"/>
                  </a:lnTo>
                  <a:lnTo>
                    <a:pt x="12803" y="8657"/>
                  </a:lnTo>
                  <a:lnTo>
                    <a:pt x="12876" y="8364"/>
                  </a:lnTo>
                  <a:lnTo>
                    <a:pt x="12949" y="8034"/>
                  </a:lnTo>
                  <a:lnTo>
                    <a:pt x="12986" y="7740"/>
                  </a:lnTo>
                  <a:lnTo>
                    <a:pt x="13023" y="7447"/>
                  </a:lnTo>
                  <a:lnTo>
                    <a:pt x="13023" y="6823"/>
                  </a:lnTo>
                  <a:lnTo>
                    <a:pt x="12913" y="6236"/>
                  </a:lnTo>
                  <a:lnTo>
                    <a:pt x="12729" y="5613"/>
                  </a:lnTo>
                  <a:lnTo>
                    <a:pt x="12436" y="5026"/>
                  </a:lnTo>
                  <a:lnTo>
                    <a:pt x="12252" y="4769"/>
                  </a:lnTo>
                  <a:lnTo>
                    <a:pt x="12069" y="4476"/>
                  </a:lnTo>
                  <a:lnTo>
                    <a:pt x="11849" y="4256"/>
                  </a:lnTo>
                  <a:lnTo>
                    <a:pt x="11629" y="3999"/>
                  </a:lnTo>
                  <a:lnTo>
                    <a:pt x="11372" y="3815"/>
                  </a:lnTo>
                  <a:lnTo>
                    <a:pt x="11115" y="3595"/>
                  </a:lnTo>
                  <a:lnTo>
                    <a:pt x="10565" y="3265"/>
                  </a:lnTo>
                  <a:lnTo>
                    <a:pt x="9978" y="3008"/>
                  </a:lnTo>
                  <a:lnTo>
                    <a:pt x="9354" y="2825"/>
                  </a:lnTo>
                  <a:lnTo>
                    <a:pt x="8694" y="2715"/>
                  </a:lnTo>
                  <a:lnTo>
                    <a:pt x="8034" y="2678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8" name="Google Shape;296;p5">
              <a:extLst>
                <a:ext uri="{FF2B5EF4-FFF2-40B4-BE49-F238E27FC236}">
                  <a16:creationId xmlns:a16="http://schemas.microsoft.com/office/drawing/2014/main" id="{1C86731F-88FC-4FAC-9AA0-3C719DA9FE08}"/>
                </a:ext>
              </a:extLst>
            </p:cNvPr>
            <p:cNvSpPr/>
            <p:nvPr/>
          </p:nvSpPr>
          <p:spPr>
            <a:xfrm>
              <a:off x="6244725" y="2547975"/>
              <a:ext cx="185275" cy="404450"/>
            </a:xfrm>
            <a:custGeom>
              <a:avLst/>
              <a:gdLst/>
              <a:ahLst/>
              <a:cxnLst/>
              <a:rect l="l" t="t" r="r" b="b"/>
              <a:pathLst>
                <a:path w="7411" h="16178" extrusionOk="0">
                  <a:moveTo>
                    <a:pt x="3339" y="147"/>
                  </a:moveTo>
                  <a:lnTo>
                    <a:pt x="3229" y="441"/>
                  </a:lnTo>
                  <a:lnTo>
                    <a:pt x="3155" y="734"/>
                  </a:lnTo>
                  <a:lnTo>
                    <a:pt x="3119" y="1358"/>
                  </a:lnTo>
                  <a:lnTo>
                    <a:pt x="3082" y="2972"/>
                  </a:lnTo>
                  <a:lnTo>
                    <a:pt x="3119" y="4476"/>
                  </a:lnTo>
                  <a:lnTo>
                    <a:pt x="3119" y="5283"/>
                  </a:lnTo>
                  <a:lnTo>
                    <a:pt x="3119" y="5576"/>
                  </a:lnTo>
                  <a:lnTo>
                    <a:pt x="3155" y="5723"/>
                  </a:lnTo>
                  <a:lnTo>
                    <a:pt x="3229" y="5870"/>
                  </a:lnTo>
                  <a:lnTo>
                    <a:pt x="3265" y="5906"/>
                  </a:lnTo>
                  <a:lnTo>
                    <a:pt x="3339" y="5943"/>
                  </a:lnTo>
                  <a:lnTo>
                    <a:pt x="3375" y="5943"/>
                  </a:lnTo>
                  <a:lnTo>
                    <a:pt x="3449" y="5870"/>
                  </a:lnTo>
                  <a:lnTo>
                    <a:pt x="3486" y="5760"/>
                  </a:lnTo>
                  <a:lnTo>
                    <a:pt x="3522" y="5649"/>
                  </a:lnTo>
                  <a:lnTo>
                    <a:pt x="3522" y="5393"/>
                  </a:lnTo>
                  <a:lnTo>
                    <a:pt x="3522" y="4586"/>
                  </a:lnTo>
                  <a:lnTo>
                    <a:pt x="3486" y="2972"/>
                  </a:lnTo>
                  <a:lnTo>
                    <a:pt x="3522" y="1504"/>
                  </a:lnTo>
                  <a:lnTo>
                    <a:pt x="3522" y="808"/>
                  </a:lnTo>
                  <a:lnTo>
                    <a:pt x="3486" y="477"/>
                  </a:lnTo>
                  <a:lnTo>
                    <a:pt x="3412" y="294"/>
                  </a:lnTo>
                  <a:lnTo>
                    <a:pt x="3375" y="147"/>
                  </a:lnTo>
                  <a:close/>
                  <a:moveTo>
                    <a:pt x="1725" y="1"/>
                  </a:moveTo>
                  <a:lnTo>
                    <a:pt x="1688" y="37"/>
                  </a:lnTo>
                  <a:lnTo>
                    <a:pt x="1615" y="147"/>
                  </a:lnTo>
                  <a:lnTo>
                    <a:pt x="1578" y="294"/>
                  </a:lnTo>
                  <a:lnTo>
                    <a:pt x="1541" y="624"/>
                  </a:lnTo>
                  <a:lnTo>
                    <a:pt x="1578" y="1284"/>
                  </a:lnTo>
                  <a:lnTo>
                    <a:pt x="1615" y="2898"/>
                  </a:lnTo>
                  <a:lnTo>
                    <a:pt x="1725" y="6236"/>
                  </a:lnTo>
                  <a:lnTo>
                    <a:pt x="1761" y="6346"/>
                  </a:lnTo>
                  <a:lnTo>
                    <a:pt x="1798" y="6383"/>
                  </a:lnTo>
                  <a:lnTo>
                    <a:pt x="1872" y="6420"/>
                  </a:lnTo>
                  <a:lnTo>
                    <a:pt x="1945" y="6456"/>
                  </a:lnTo>
                  <a:lnTo>
                    <a:pt x="2018" y="6420"/>
                  </a:lnTo>
                  <a:lnTo>
                    <a:pt x="2092" y="6383"/>
                  </a:lnTo>
                  <a:lnTo>
                    <a:pt x="2165" y="6346"/>
                  </a:lnTo>
                  <a:lnTo>
                    <a:pt x="2165" y="6236"/>
                  </a:lnTo>
                  <a:lnTo>
                    <a:pt x="2165" y="5980"/>
                  </a:lnTo>
                  <a:lnTo>
                    <a:pt x="2165" y="5943"/>
                  </a:lnTo>
                  <a:lnTo>
                    <a:pt x="2055" y="3008"/>
                  </a:lnTo>
                  <a:lnTo>
                    <a:pt x="1982" y="1394"/>
                  </a:lnTo>
                  <a:lnTo>
                    <a:pt x="1945" y="587"/>
                  </a:lnTo>
                  <a:lnTo>
                    <a:pt x="1908" y="294"/>
                  </a:lnTo>
                  <a:lnTo>
                    <a:pt x="1872" y="147"/>
                  </a:lnTo>
                  <a:lnTo>
                    <a:pt x="1761" y="37"/>
                  </a:lnTo>
                  <a:lnTo>
                    <a:pt x="1725" y="1"/>
                  </a:lnTo>
                  <a:close/>
                  <a:moveTo>
                    <a:pt x="4953" y="184"/>
                  </a:moveTo>
                  <a:lnTo>
                    <a:pt x="4879" y="221"/>
                  </a:lnTo>
                  <a:lnTo>
                    <a:pt x="4843" y="257"/>
                  </a:lnTo>
                  <a:lnTo>
                    <a:pt x="4843" y="331"/>
                  </a:lnTo>
                  <a:lnTo>
                    <a:pt x="4769" y="1101"/>
                  </a:lnTo>
                  <a:lnTo>
                    <a:pt x="4733" y="1908"/>
                  </a:lnTo>
                  <a:lnTo>
                    <a:pt x="4733" y="3522"/>
                  </a:lnTo>
                  <a:lnTo>
                    <a:pt x="4733" y="5136"/>
                  </a:lnTo>
                  <a:lnTo>
                    <a:pt x="4696" y="5870"/>
                  </a:lnTo>
                  <a:lnTo>
                    <a:pt x="4696" y="6273"/>
                  </a:lnTo>
                  <a:lnTo>
                    <a:pt x="4769" y="6640"/>
                  </a:lnTo>
                  <a:lnTo>
                    <a:pt x="4806" y="6713"/>
                  </a:lnTo>
                  <a:lnTo>
                    <a:pt x="4916" y="6750"/>
                  </a:lnTo>
                  <a:lnTo>
                    <a:pt x="5026" y="6713"/>
                  </a:lnTo>
                  <a:lnTo>
                    <a:pt x="5100" y="6640"/>
                  </a:lnTo>
                  <a:lnTo>
                    <a:pt x="5173" y="6273"/>
                  </a:lnTo>
                  <a:lnTo>
                    <a:pt x="5173" y="5870"/>
                  </a:lnTo>
                  <a:lnTo>
                    <a:pt x="5136" y="5136"/>
                  </a:lnTo>
                  <a:lnTo>
                    <a:pt x="5136" y="3522"/>
                  </a:lnTo>
                  <a:lnTo>
                    <a:pt x="5173" y="1908"/>
                  </a:lnTo>
                  <a:lnTo>
                    <a:pt x="5136" y="1138"/>
                  </a:lnTo>
                  <a:lnTo>
                    <a:pt x="5100" y="331"/>
                  </a:lnTo>
                  <a:lnTo>
                    <a:pt x="5100" y="257"/>
                  </a:lnTo>
                  <a:lnTo>
                    <a:pt x="5063" y="221"/>
                  </a:lnTo>
                  <a:lnTo>
                    <a:pt x="4953" y="184"/>
                  </a:lnTo>
                  <a:close/>
                  <a:moveTo>
                    <a:pt x="6273" y="2678"/>
                  </a:moveTo>
                  <a:lnTo>
                    <a:pt x="6273" y="2715"/>
                  </a:lnTo>
                  <a:lnTo>
                    <a:pt x="6200" y="3008"/>
                  </a:lnTo>
                  <a:lnTo>
                    <a:pt x="6163" y="3302"/>
                  </a:lnTo>
                  <a:lnTo>
                    <a:pt x="6127" y="3925"/>
                  </a:lnTo>
                  <a:lnTo>
                    <a:pt x="6127" y="5173"/>
                  </a:lnTo>
                  <a:lnTo>
                    <a:pt x="6090" y="7667"/>
                  </a:lnTo>
                  <a:lnTo>
                    <a:pt x="6090" y="7887"/>
                  </a:lnTo>
                  <a:lnTo>
                    <a:pt x="6127" y="7960"/>
                  </a:lnTo>
                  <a:lnTo>
                    <a:pt x="6163" y="8034"/>
                  </a:lnTo>
                  <a:lnTo>
                    <a:pt x="6237" y="8070"/>
                  </a:lnTo>
                  <a:lnTo>
                    <a:pt x="6383" y="8070"/>
                  </a:lnTo>
                  <a:lnTo>
                    <a:pt x="6457" y="8034"/>
                  </a:lnTo>
                  <a:lnTo>
                    <a:pt x="6493" y="7960"/>
                  </a:lnTo>
                  <a:lnTo>
                    <a:pt x="6530" y="7887"/>
                  </a:lnTo>
                  <a:lnTo>
                    <a:pt x="6530" y="5283"/>
                  </a:lnTo>
                  <a:lnTo>
                    <a:pt x="6530" y="3962"/>
                  </a:lnTo>
                  <a:lnTo>
                    <a:pt x="6493" y="3339"/>
                  </a:lnTo>
                  <a:lnTo>
                    <a:pt x="6457" y="3008"/>
                  </a:lnTo>
                  <a:lnTo>
                    <a:pt x="6383" y="2715"/>
                  </a:lnTo>
                  <a:lnTo>
                    <a:pt x="6347" y="2678"/>
                  </a:lnTo>
                  <a:close/>
                  <a:moveTo>
                    <a:pt x="3265" y="7887"/>
                  </a:moveTo>
                  <a:lnTo>
                    <a:pt x="3082" y="8107"/>
                  </a:lnTo>
                  <a:lnTo>
                    <a:pt x="2862" y="8291"/>
                  </a:lnTo>
                  <a:lnTo>
                    <a:pt x="2679" y="8401"/>
                  </a:lnTo>
                  <a:lnTo>
                    <a:pt x="2458" y="8474"/>
                  </a:lnTo>
                  <a:lnTo>
                    <a:pt x="2458" y="8474"/>
                  </a:lnTo>
                  <a:lnTo>
                    <a:pt x="2605" y="8291"/>
                  </a:lnTo>
                  <a:lnTo>
                    <a:pt x="2752" y="8144"/>
                  </a:lnTo>
                  <a:lnTo>
                    <a:pt x="2972" y="7997"/>
                  </a:lnTo>
                  <a:lnTo>
                    <a:pt x="3192" y="7924"/>
                  </a:lnTo>
                  <a:lnTo>
                    <a:pt x="3265" y="7887"/>
                  </a:lnTo>
                  <a:close/>
                  <a:moveTo>
                    <a:pt x="4806" y="9501"/>
                  </a:moveTo>
                  <a:lnTo>
                    <a:pt x="4513" y="9538"/>
                  </a:lnTo>
                  <a:lnTo>
                    <a:pt x="4329" y="9574"/>
                  </a:lnTo>
                  <a:lnTo>
                    <a:pt x="4072" y="9574"/>
                  </a:lnTo>
                  <a:lnTo>
                    <a:pt x="4072" y="9611"/>
                  </a:lnTo>
                  <a:lnTo>
                    <a:pt x="4072" y="9684"/>
                  </a:lnTo>
                  <a:lnTo>
                    <a:pt x="4109" y="9758"/>
                  </a:lnTo>
                  <a:lnTo>
                    <a:pt x="4146" y="9831"/>
                  </a:lnTo>
                  <a:lnTo>
                    <a:pt x="4219" y="9868"/>
                  </a:lnTo>
                  <a:lnTo>
                    <a:pt x="4293" y="9905"/>
                  </a:lnTo>
                  <a:lnTo>
                    <a:pt x="4476" y="9941"/>
                  </a:lnTo>
                  <a:lnTo>
                    <a:pt x="4659" y="9905"/>
                  </a:lnTo>
                  <a:lnTo>
                    <a:pt x="4806" y="9941"/>
                  </a:lnTo>
                  <a:lnTo>
                    <a:pt x="4953" y="9978"/>
                  </a:lnTo>
                  <a:lnTo>
                    <a:pt x="5100" y="10015"/>
                  </a:lnTo>
                  <a:lnTo>
                    <a:pt x="5246" y="10125"/>
                  </a:lnTo>
                  <a:lnTo>
                    <a:pt x="5320" y="10235"/>
                  </a:lnTo>
                  <a:lnTo>
                    <a:pt x="5430" y="10381"/>
                  </a:lnTo>
                  <a:lnTo>
                    <a:pt x="5466" y="10528"/>
                  </a:lnTo>
                  <a:lnTo>
                    <a:pt x="5503" y="10675"/>
                  </a:lnTo>
                  <a:lnTo>
                    <a:pt x="5540" y="10748"/>
                  </a:lnTo>
                  <a:lnTo>
                    <a:pt x="5613" y="10822"/>
                  </a:lnTo>
                  <a:lnTo>
                    <a:pt x="5833" y="10822"/>
                  </a:lnTo>
                  <a:lnTo>
                    <a:pt x="5907" y="10748"/>
                  </a:lnTo>
                  <a:lnTo>
                    <a:pt x="5943" y="10711"/>
                  </a:lnTo>
                  <a:lnTo>
                    <a:pt x="5980" y="10601"/>
                  </a:lnTo>
                  <a:lnTo>
                    <a:pt x="5907" y="10308"/>
                  </a:lnTo>
                  <a:lnTo>
                    <a:pt x="5760" y="10051"/>
                  </a:lnTo>
                  <a:lnTo>
                    <a:pt x="5576" y="9831"/>
                  </a:lnTo>
                  <a:lnTo>
                    <a:pt x="5356" y="9648"/>
                  </a:lnTo>
                  <a:lnTo>
                    <a:pt x="5100" y="9538"/>
                  </a:lnTo>
                  <a:lnTo>
                    <a:pt x="4806" y="9501"/>
                  </a:lnTo>
                  <a:close/>
                  <a:moveTo>
                    <a:pt x="4879" y="8547"/>
                  </a:moveTo>
                  <a:lnTo>
                    <a:pt x="5136" y="8621"/>
                  </a:lnTo>
                  <a:lnTo>
                    <a:pt x="5393" y="8731"/>
                  </a:lnTo>
                  <a:lnTo>
                    <a:pt x="5650" y="8877"/>
                  </a:lnTo>
                  <a:lnTo>
                    <a:pt x="5907" y="9061"/>
                  </a:lnTo>
                  <a:lnTo>
                    <a:pt x="6090" y="9244"/>
                  </a:lnTo>
                  <a:lnTo>
                    <a:pt x="6310" y="9464"/>
                  </a:lnTo>
                  <a:lnTo>
                    <a:pt x="6457" y="9684"/>
                  </a:lnTo>
                  <a:lnTo>
                    <a:pt x="6603" y="9941"/>
                  </a:lnTo>
                  <a:lnTo>
                    <a:pt x="6714" y="10198"/>
                  </a:lnTo>
                  <a:lnTo>
                    <a:pt x="6787" y="10491"/>
                  </a:lnTo>
                  <a:lnTo>
                    <a:pt x="6860" y="10748"/>
                  </a:lnTo>
                  <a:lnTo>
                    <a:pt x="6934" y="11078"/>
                  </a:lnTo>
                  <a:lnTo>
                    <a:pt x="6934" y="11372"/>
                  </a:lnTo>
                  <a:lnTo>
                    <a:pt x="6934" y="11665"/>
                  </a:lnTo>
                  <a:lnTo>
                    <a:pt x="6934" y="11995"/>
                  </a:lnTo>
                  <a:lnTo>
                    <a:pt x="6824" y="12619"/>
                  </a:lnTo>
                  <a:lnTo>
                    <a:pt x="6677" y="13206"/>
                  </a:lnTo>
                  <a:lnTo>
                    <a:pt x="6530" y="13499"/>
                  </a:lnTo>
                  <a:lnTo>
                    <a:pt x="6383" y="13793"/>
                  </a:lnTo>
                  <a:lnTo>
                    <a:pt x="6310" y="13939"/>
                  </a:lnTo>
                  <a:lnTo>
                    <a:pt x="6163" y="14050"/>
                  </a:lnTo>
                  <a:lnTo>
                    <a:pt x="5907" y="14270"/>
                  </a:lnTo>
                  <a:lnTo>
                    <a:pt x="5540" y="14526"/>
                  </a:lnTo>
                  <a:lnTo>
                    <a:pt x="5173" y="14857"/>
                  </a:lnTo>
                  <a:lnTo>
                    <a:pt x="5026" y="14967"/>
                  </a:lnTo>
                  <a:lnTo>
                    <a:pt x="4659" y="15187"/>
                  </a:lnTo>
                  <a:lnTo>
                    <a:pt x="4659" y="15187"/>
                  </a:lnTo>
                  <a:lnTo>
                    <a:pt x="4806" y="14857"/>
                  </a:lnTo>
                  <a:lnTo>
                    <a:pt x="4916" y="14636"/>
                  </a:lnTo>
                  <a:lnTo>
                    <a:pt x="4953" y="14490"/>
                  </a:lnTo>
                  <a:lnTo>
                    <a:pt x="4989" y="14380"/>
                  </a:lnTo>
                  <a:lnTo>
                    <a:pt x="4953" y="14270"/>
                  </a:lnTo>
                  <a:lnTo>
                    <a:pt x="4916" y="14160"/>
                  </a:lnTo>
                  <a:lnTo>
                    <a:pt x="4843" y="14123"/>
                  </a:lnTo>
                  <a:lnTo>
                    <a:pt x="4659" y="14123"/>
                  </a:lnTo>
                  <a:lnTo>
                    <a:pt x="4586" y="14160"/>
                  </a:lnTo>
                  <a:lnTo>
                    <a:pt x="4549" y="14233"/>
                  </a:lnTo>
                  <a:lnTo>
                    <a:pt x="4513" y="14343"/>
                  </a:lnTo>
                  <a:lnTo>
                    <a:pt x="4549" y="14453"/>
                  </a:lnTo>
                  <a:lnTo>
                    <a:pt x="4513" y="14526"/>
                  </a:lnTo>
                  <a:lnTo>
                    <a:pt x="4439" y="14783"/>
                  </a:lnTo>
                  <a:lnTo>
                    <a:pt x="4366" y="15003"/>
                  </a:lnTo>
                  <a:lnTo>
                    <a:pt x="4329" y="15260"/>
                  </a:lnTo>
                  <a:lnTo>
                    <a:pt x="4366" y="15333"/>
                  </a:lnTo>
                  <a:lnTo>
                    <a:pt x="4293" y="15370"/>
                  </a:lnTo>
                  <a:lnTo>
                    <a:pt x="3999" y="15480"/>
                  </a:lnTo>
                  <a:lnTo>
                    <a:pt x="3632" y="15590"/>
                  </a:lnTo>
                  <a:lnTo>
                    <a:pt x="3816" y="15333"/>
                  </a:lnTo>
                  <a:lnTo>
                    <a:pt x="4109" y="14746"/>
                  </a:lnTo>
                  <a:lnTo>
                    <a:pt x="4109" y="14673"/>
                  </a:lnTo>
                  <a:lnTo>
                    <a:pt x="4109" y="14600"/>
                  </a:lnTo>
                  <a:lnTo>
                    <a:pt x="4072" y="14526"/>
                  </a:lnTo>
                  <a:lnTo>
                    <a:pt x="4036" y="14490"/>
                  </a:lnTo>
                  <a:lnTo>
                    <a:pt x="3962" y="14453"/>
                  </a:lnTo>
                  <a:lnTo>
                    <a:pt x="3889" y="14453"/>
                  </a:lnTo>
                  <a:lnTo>
                    <a:pt x="3816" y="14490"/>
                  </a:lnTo>
                  <a:lnTo>
                    <a:pt x="3779" y="14563"/>
                  </a:lnTo>
                  <a:lnTo>
                    <a:pt x="3486" y="15150"/>
                  </a:lnTo>
                  <a:lnTo>
                    <a:pt x="3339" y="15407"/>
                  </a:lnTo>
                  <a:lnTo>
                    <a:pt x="3229" y="15663"/>
                  </a:lnTo>
                  <a:lnTo>
                    <a:pt x="2899" y="15700"/>
                  </a:lnTo>
                  <a:lnTo>
                    <a:pt x="2532" y="15627"/>
                  </a:lnTo>
                  <a:lnTo>
                    <a:pt x="2752" y="15407"/>
                  </a:lnTo>
                  <a:lnTo>
                    <a:pt x="2935" y="15187"/>
                  </a:lnTo>
                  <a:lnTo>
                    <a:pt x="3119" y="14893"/>
                  </a:lnTo>
                  <a:lnTo>
                    <a:pt x="3265" y="14600"/>
                  </a:lnTo>
                  <a:lnTo>
                    <a:pt x="3339" y="14600"/>
                  </a:lnTo>
                  <a:lnTo>
                    <a:pt x="3375" y="14526"/>
                  </a:lnTo>
                  <a:lnTo>
                    <a:pt x="3412" y="14490"/>
                  </a:lnTo>
                  <a:lnTo>
                    <a:pt x="3449" y="14380"/>
                  </a:lnTo>
                  <a:lnTo>
                    <a:pt x="3412" y="14343"/>
                  </a:lnTo>
                  <a:lnTo>
                    <a:pt x="3412" y="14270"/>
                  </a:lnTo>
                  <a:lnTo>
                    <a:pt x="3339" y="14233"/>
                  </a:lnTo>
                  <a:lnTo>
                    <a:pt x="3229" y="14196"/>
                  </a:lnTo>
                  <a:lnTo>
                    <a:pt x="3155" y="14196"/>
                  </a:lnTo>
                  <a:lnTo>
                    <a:pt x="3045" y="14233"/>
                  </a:lnTo>
                  <a:lnTo>
                    <a:pt x="2935" y="14380"/>
                  </a:lnTo>
                  <a:lnTo>
                    <a:pt x="2752" y="14673"/>
                  </a:lnTo>
                  <a:lnTo>
                    <a:pt x="2495" y="15077"/>
                  </a:lnTo>
                  <a:lnTo>
                    <a:pt x="2238" y="15443"/>
                  </a:lnTo>
                  <a:lnTo>
                    <a:pt x="2202" y="15553"/>
                  </a:lnTo>
                  <a:lnTo>
                    <a:pt x="1908" y="15370"/>
                  </a:lnTo>
                  <a:lnTo>
                    <a:pt x="1615" y="15187"/>
                  </a:lnTo>
                  <a:lnTo>
                    <a:pt x="1761" y="15077"/>
                  </a:lnTo>
                  <a:lnTo>
                    <a:pt x="1872" y="14967"/>
                  </a:lnTo>
                  <a:lnTo>
                    <a:pt x="2238" y="14563"/>
                  </a:lnTo>
                  <a:lnTo>
                    <a:pt x="2568" y="14196"/>
                  </a:lnTo>
                  <a:lnTo>
                    <a:pt x="2715" y="13976"/>
                  </a:lnTo>
                  <a:lnTo>
                    <a:pt x="2789" y="13756"/>
                  </a:lnTo>
                  <a:lnTo>
                    <a:pt x="2789" y="13683"/>
                  </a:lnTo>
                  <a:lnTo>
                    <a:pt x="2752" y="13609"/>
                  </a:lnTo>
                  <a:lnTo>
                    <a:pt x="2642" y="13609"/>
                  </a:lnTo>
                  <a:lnTo>
                    <a:pt x="2422" y="13719"/>
                  </a:lnTo>
                  <a:lnTo>
                    <a:pt x="2238" y="13866"/>
                  </a:lnTo>
                  <a:lnTo>
                    <a:pt x="1945" y="14233"/>
                  </a:lnTo>
                  <a:lnTo>
                    <a:pt x="1578" y="14673"/>
                  </a:lnTo>
                  <a:lnTo>
                    <a:pt x="1505" y="14820"/>
                  </a:lnTo>
                  <a:lnTo>
                    <a:pt x="1431" y="15003"/>
                  </a:lnTo>
                  <a:lnTo>
                    <a:pt x="1138" y="14636"/>
                  </a:lnTo>
                  <a:lnTo>
                    <a:pt x="1468" y="14306"/>
                  </a:lnTo>
                  <a:lnTo>
                    <a:pt x="1761" y="13939"/>
                  </a:lnTo>
                  <a:lnTo>
                    <a:pt x="2312" y="13206"/>
                  </a:lnTo>
                  <a:lnTo>
                    <a:pt x="2312" y="13132"/>
                  </a:lnTo>
                  <a:lnTo>
                    <a:pt x="2312" y="13059"/>
                  </a:lnTo>
                  <a:lnTo>
                    <a:pt x="2238" y="12949"/>
                  </a:lnTo>
                  <a:lnTo>
                    <a:pt x="2202" y="12912"/>
                  </a:lnTo>
                  <a:lnTo>
                    <a:pt x="2055" y="12912"/>
                  </a:lnTo>
                  <a:lnTo>
                    <a:pt x="1982" y="12949"/>
                  </a:lnTo>
                  <a:lnTo>
                    <a:pt x="1431" y="13646"/>
                  </a:lnTo>
                  <a:lnTo>
                    <a:pt x="1211" y="14013"/>
                  </a:lnTo>
                  <a:lnTo>
                    <a:pt x="991" y="14380"/>
                  </a:lnTo>
                  <a:lnTo>
                    <a:pt x="844" y="14050"/>
                  </a:lnTo>
                  <a:lnTo>
                    <a:pt x="698" y="13719"/>
                  </a:lnTo>
                  <a:lnTo>
                    <a:pt x="1028" y="13426"/>
                  </a:lnTo>
                  <a:lnTo>
                    <a:pt x="1358" y="13096"/>
                  </a:lnTo>
                  <a:lnTo>
                    <a:pt x="1872" y="12436"/>
                  </a:lnTo>
                  <a:lnTo>
                    <a:pt x="1908" y="12362"/>
                  </a:lnTo>
                  <a:lnTo>
                    <a:pt x="1908" y="12289"/>
                  </a:lnTo>
                  <a:lnTo>
                    <a:pt x="1872" y="12215"/>
                  </a:lnTo>
                  <a:lnTo>
                    <a:pt x="1835" y="12179"/>
                  </a:lnTo>
                  <a:lnTo>
                    <a:pt x="1761" y="12142"/>
                  </a:lnTo>
                  <a:lnTo>
                    <a:pt x="1688" y="12105"/>
                  </a:lnTo>
                  <a:lnTo>
                    <a:pt x="1615" y="12105"/>
                  </a:lnTo>
                  <a:lnTo>
                    <a:pt x="1541" y="12179"/>
                  </a:lnTo>
                  <a:lnTo>
                    <a:pt x="1065" y="12729"/>
                  </a:lnTo>
                  <a:lnTo>
                    <a:pt x="808" y="13022"/>
                  </a:lnTo>
                  <a:lnTo>
                    <a:pt x="624" y="13353"/>
                  </a:lnTo>
                  <a:lnTo>
                    <a:pt x="588" y="13206"/>
                  </a:lnTo>
                  <a:lnTo>
                    <a:pt x="551" y="12876"/>
                  </a:lnTo>
                  <a:lnTo>
                    <a:pt x="771" y="12656"/>
                  </a:lnTo>
                  <a:lnTo>
                    <a:pt x="1028" y="12399"/>
                  </a:lnTo>
                  <a:lnTo>
                    <a:pt x="1321" y="12069"/>
                  </a:lnTo>
                  <a:lnTo>
                    <a:pt x="1468" y="11885"/>
                  </a:lnTo>
                  <a:lnTo>
                    <a:pt x="1505" y="11775"/>
                  </a:lnTo>
                  <a:lnTo>
                    <a:pt x="1505" y="11665"/>
                  </a:lnTo>
                  <a:lnTo>
                    <a:pt x="1505" y="11592"/>
                  </a:lnTo>
                  <a:lnTo>
                    <a:pt x="1468" y="11555"/>
                  </a:lnTo>
                  <a:lnTo>
                    <a:pt x="1395" y="11518"/>
                  </a:lnTo>
                  <a:lnTo>
                    <a:pt x="1358" y="11555"/>
                  </a:lnTo>
                  <a:lnTo>
                    <a:pt x="1175" y="11629"/>
                  </a:lnTo>
                  <a:lnTo>
                    <a:pt x="1028" y="11775"/>
                  </a:lnTo>
                  <a:lnTo>
                    <a:pt x="771" y="12105"/>
                  </a:lnTo>
                  <a:lnTo>
                    <a:pt x="514" y="12436"/>
                  </a:lnTo>
                  <a:lnTo>
                    <a:pt x="514" y="11922"/>
                  </a:lnTo>
                  <a:lnTo>
                    <a:pt x="624" y="11812"/>
                  </a:lnTo>
                  <a:lnTo>
                    <a:pt x="734" y="11702"/>
                  </a:lnTo>
                  <a:lnTo>
                    <a:pt x="808" y="11482"/>
                  </a:lnTo>
                  <a:lnTo>
                    <a:pt x="991" y="11445"/>
                  </a:lnTo>
                  <a:lnTo>
                    <a:pt x="1138" y="11408"/>
                  </a:lnTo>
                  <a:lnTo>
                    <a:pt x="1248" y="11298"/>
                  </a:lnTo>
                  <a:lnTo>
                    <a:pt x="1358" y="11188"/>
                  </a:lnTo>
                  <a:lnTo>
                    <a:pt x="1468" y="11078"/>
                  </a:lnTo>
                  <a:lnTo>
                    <a:pt x="1505" y="10932"/>
                  </a:lnTo>
                  <a:lnTo>
                    <a:pt x="1505" y="10858"/>
                  </a:lnTo>
                  <a:lnTo>
                    <a:pt x="1505" y="10785"/>
                  </a:lnTo>
                  <a:lnTo>
                    <a:pt x="1468" y="10711"/>
                  </a:lnTo>
                  <a:lnTo>
                    <a:pt x="1395" y="10675"/>
                  </a:lnTo>
                  <a:lnTo>
                    <a:pt x="1175" y="10675"/>
                  </a:lnTo>
                  <a:lnTo>
                    <a:pt x="1101" y="10748"/>
                  </a:lnTo>
                  <a:lnTo>
                    <a:pt x="1065" y="10822"/>
                  </a:lnTo>
                  <a:lnTo>
                    <a:pt x="1028" y="10932"/>
                  </a:lnTo>
                  <a:lnTo>
                    <a:pt x="954" y="11005"/>
                  </a:lnTo>
                  <a:lnTo>
                    <a:pt x="844" y="11042"/>
                  </a:lnTo>
                  <a:lnTo>
                    <a:pt x="698" y="11078"/>
                  </a:lnTo>
                  <a:lnTo>
                    <a:pt x="881" y="10785"/>
                  </a:lnTo>
                  <a:lnTo>
                    <a:pt x="954" y="10675"/>
                  </a:lnTo>
                  <a:lnTo>
                    <a:pt x="1101" y="10565"/>
                  </a:lnTo>
                  <a:lnTo>
                    <a:pt x="1211" y="10455"/>
                  </a:lnTo>
                  <a:lnTo>
                    <a:pt x="1395" y="10418"/>
                  </a:lnTo>
                  <a:lnTo>
                    <a:pt x="1541" y="10345"/>
                  </a:lnTo>
                  <a:lnTo>
                    <a:pt x="1725" y="10345"/>
                  </a:lnTo>
                  <a:lnTo>
                    <a:pt x="2092" y="10308"/>
                  </a:lnTo>
                  <a:lnTo>
                    <a:pt x="2422" y="10271"/>
                  </a:lnTo>
                  <a:lnTo>
                    <a:pt x="2715" y="10161"/>
                  </a:lnTo>
                  <a:lnTo>
                    <a:pt x="3009" y="9978"/>
                  </a:lnTo>
                  <a:lnTo>
                    <a:pt x="3229" y="9721"/>
                  </a:lnTo>
                  <a:lnTo>
                    <a:pt x="3412" y="9464"/>
                  </a:lnTo>
                  <a:lnTo>
                    <a:pt x="3559" y="9171"/>
                  </a:lnTo>
                  <a:lnTo>
                    <a:pt x="3706" y="8841"/>
                  </a:lnTo>
                  <a:lnTo>
                    <a:pt x="3706" y="8804"/>
                  </a:lnTo>
                  <a:lnTo>
                    <a:pt x="3706" y="8767"/>
                  </a:lnTo>
                  <a:lnTo>
                    <a:pt x="3926" y="8731"/>
                  </a:lnTo>
                  <a:lnTo>
                    <a:pt x="4146" y="8657"/>
                  </a:lnTo>
                  <a:lnTo>
                    <a:pt x="4366" y="8584"/>
                  </a:lnTo>
                  <a:lnTo>
                    <a:pt x="4586" y="8547"/>
                  </a:lnTo>
                  <a:close/>
                  <a:moveTo>
                    <a:pt x="3265" y="7484"/>
                  </a:moveTo>
                  <a:lnTo>
                    <a:pt x="3009" y="7557"/>
                  </a:lnTo>
                  <a:lnTo>
                    <a:pt x="2789" y="7704"/>
                  </a:lnTo>
                  <a:lnTo>
                    <a:pt x="2568" y="7850"/>
                  </a:lnTo>
                  <a:lnTo>
                    <a:pt x="2422" y="7997"/>
                  </a:lnTo>
                  <a:lnTo>
                    <a:pt x="2275" y="8180"/>
                  </a:lnTo>
                  <a:lnTo>
                    <a:pt x="2165" y="8364"/>
                  </a:lnTo>
                  <a:lnTo>
                    <a:pt x="2092" y="8584"/>
                  </a:lnTo>
                  <a:lnTo>
                    <a:pt x="2018" y="8254"/>
                  </a:lnTo>
                  <a:lnTo>
                    <a:pt x="1945" y="7924"/>
                  </a:lnTo>
                  <a:lnTo>
                    <a:pt x="1872" y="7850"/>
                  </a:lnTo>
                  <a:lnTo>
                    <a:pt x="1835" y="7850"/>
                  </a:lnTo>
                  <a:lnTo>
                    <a:pt x="1761" y="7887"/>
                  </a:lnTo>
                  <a:lnTo>
                    <a:pt x="1688" y="7997"/>
                  </a:lnTo>
                  <a:lnTo>
                    <a:pt x="1651" y="8107"/>
                  </a:lnTo>
                  <a:lnTo>
                    <a:pt x="1615" y="8364"/>
                  </a:lnTo>
                  <a:lnTo>
                    <a:pt x="1651" y="8657"/>
                  </a:lnTo>
                  <a:lnTo>
                    <a:pt x="1725" y="8914"/>
                  </a:lnTo>
                  <a:lnTo>
                    <a:pt x="1872" y="9208"/>
                  </a:lnTo>
                  <a:lnTo>
                    <a:pt x="2055" y="9428"/>
                  </a:lnTo>
                  <a:lnTo>
                    <a:pt x="2275" y="9611"/>
                  </a:lnTo>
                  <a:lnTo>
                    <a:pt x="2495" y="9758"/>
                  </a:lnTo>
                  <a:lnTo>
                    <a:pt x="2312" y="9831"/>
                  </a:lnTo>
                  <a:lnTo>
                    <a:pt x="2128" y="9868"/>
                  </a:lnTo>
                  <a:lnTo>
                    <a:pt x="1688" y="9868"/>
                  </a:lnTo>
                  <a:lnTo>
                    <a:pt x="1468" y="9905"/>
                  </a:lnTo>
                  <a:lnTo>
                    <a:pt x="1248" y="9941"/>
                  </a:lnTo>
                  <a:lnTo>
                    <a:pt x="1065" y="10015"/>
                  </a:lnTo>
                  <a:lnTo>
                    <a:pt x="881" y="10125"/>
                  </a:lnTo>
                  <a:lnTo>
                    <a:pt x="588" y="10381"/>
                  </a:lnTo>
                  <a:lnTo>
                    <a:pt x="441" y="10528"/>
                  </a:lnTo>
                  <a:lnTo>
                    <a:pt x="331" y="10711"/>
                  </a:lnTo>
                  <a:lnTo>
                    <a:pt x="221" y="10932"/>
                  </a:lnTo>
                  <a:lnTo>
                    <a:pt x="147" y="11115"/>
                  </a:lnTo>
                  <a:lnTo>
                    <a:pt x="37" y="11592"/>
                  </a:lnTo>
                  <a:lnTo>
                    <a:pt x="1" y="12069"/>
                  </a:lnTo>
                  <a:lnTo>
                    <a:pt x="1" y="12546"/>
                  </a:lnTo>
                  <a:lnTo>
                    <a:pt x="74" y="13022"/>
                  </a:lnTo>
                  <a:lnTo>
                    <a:pt x="147" y="13463"/>
                  </a:lnTo>
                  <a:lnTo>
                    <a:pt x="258" y="13903"/>
                  </a:lnTo>
                  <a:lnTo>
                    <a:pt x="404" y="14270"/>
                  </a:lnTo>
                  <a:lnTo>
                    <a:pt x="588" y="14673"/>
                  </a:lnTo>
                  <a:lnTo>
                    <a:pt x="844" y="15040"/>
                  </a:lnTo>
                  <a:lnTo>
                    <a:pt x="1101" y="15333"/>
                  </a:lnTo>
                  <a:lnTo>
                    <a:pt x="1431" y="15627"/>
                  </a:lnTo>
                  <a:lnTo>
                    <a:pt x="1761" y="15847"/>
                  </a:lnTo>
                  <a:lnTo>
                    <a:pt x="2165" y="16030"/>
                  </a:lnTo>
                  <a:lnTo>
                    <a:pt x="2568" y="16140"/>
                  </a:lnTo>
                  <a:lnTo>
                    <a:pt x="2789" y="16177"/>
                  </a:lnTo>
                  <a:lnTo>
                    <a:pt x="3009" y="16177"/>
                  </a:lnTo>
                  <a:lnTo>
                    <a:pt x="3486" y="16140"/>
                  </a:lnTo>
                  <a:lnTo>
                    <a:pt x="3926" y="16030"/>
                  </a:lnTo>
                  <a:lnTo>
                    <a:pt x="4329" y="15884"/>
                  </a:lnTo>
                  <a:lnTo>
                    <a:pt x="4696" y="15700"/>
                  </a:lnTo>
                  <a:lnTo>
                    <a:pt x="5100" y="15517"/>
                  </a:lnTo>
                  <a:lnTo>
                    <a:pt x="5430" y="15297"/>
                  </a:lnTo>
                  <a:lnTo>
                    <a:pt x="5613" y="15150"/>
                  </a:lnTo>
                  <a:lnTo>
                    <a:pt x="5723" y="15003"/>
                  </a:lnTo>
                  <a:lnTo>
                    <a:pt x="6310" y="14490"/>
                  </a:lnTo>
                  <a:lnTo>
                    <a:pt x="6567" y="14270"/>
                  </a:lnTo>
                  <a:lnTo>
                    <a:pt x="6714" y="14160"/>
                  </a:lnTo>
                  <a:lnTo>
                    <a:pt x="6787" y="14013"/>
                  </a:lnTo>
                  <a:lnTo>
                    <a:pt x="6970" y="13683"/>
                  </a:lnTo>
                  <a:lnTo>
                    <a:pt x="7117" y="13316"/>
                  </a:lnTo>
                  <a:lnTo>
                    <a:pt x="7227" y="12949"/>
                  </a:lnTo>
                  <a:lnTo>
                    <a:pt x="7300" y="12619"/>
                  </a:lnTo>
                  <a:lnTo>
                    <a:pt x="7374" y="12252"/>
                  </a:lnTo>
                  <a:lnTo>
                    <a:pt x="7410" y="11885"/>
                  </a:lnTo>
                  <a:lnTo>
                    <a:pt x="7410" y="11518"/>
                  </a:lnTo>
                  <a:lnTo>
                    <a:pt x="7374" y="11152"/>
                  </a:lnTo>
                  <a:lnTo>
                    <a:pt x="7337" y="10785"/>
                  </a:lnTo>
                  <a:lnTo>
                    <a:pt x="7264" y="10418"/>
                  </a:lnTo>
                  <a:lnTo>
                    <a:pt x="7154" y="10125"/>
                  </a:lnTo>
                  <a:lnTo>
                    <a:pt x="7007" y="9794"/>
                  </a:lnTo>
                  <a:lnTo>
                    <a:pt x="6860" y="9538"/>
                  </a:lnTo>
                  <a:lnTo>
                    <a:pt x="6677" y="9244"/>
                  </a:lnTo>
                  <a:lnTo>
                    <a:pt x="6457" y="8987"/>
                  </a:lnTo>
                  <a:lnTo>
                    <a:pt x="6237" y="8767"/>
                  </a:lnTo>
                  <a:lnTo>
                    <a:pt x="5980" y="8584"/>
                  </a:lnTo>
                  <a:lnTo>
                    <a:pt x="5686" y="8401"/>
                  </a:lnTo>
                  <a:lnTo>
                    <a:pt x="5393" y="8291"/>
                  </a:lnTo>
                  <a:lnTo>
                    <a:pt x="5100" y="8180"/>
                  </a:lnTo>
                  <a:lnTo>
                    <a:pt x="4769" y="8144"/>
                  </a:lnTo>
                  <a:lnTo>
                    <a:pt x="4476" y="8144"/>
                  </a:lnTo>
                  <a:lnTo>
                    <a:pt x="4219" y="8180"/>
                  </a:lnTo>
                  <a:lnTo>
                    <a:pt x="3926" y="8291"/>
                  </a:lnTo>
                  <a:lnTo>
                    <a:pt x="3816" y="8364"/>
                  </a:lnTo>
                  <a:lnTo>
                    <a:pt x="3706" y="8437"/>
                  </a:lnTo>
                  <a:lnTo>
                    <a:pt x="3632" y="8547"/>
                  </a:lnTo>
                  <a:lnTo>
                    <a:pt x="3559" y="8657"/>
                  </a:lnTo>
                  <a:lnTo>
                    <a:pt x="3559" y="8694"/>
                  </a:lnTo>
                  <a:lnTo>
                    <a:pt x="3522" y="8731"/>
                  </a:lnTo>
                  <a:lnTo>
                    <a:pt x="3486" y="8767"/>
                  </a:lnTo>
                  <a:lnTo>
                    <a:pt x="3192" y="9171"/>
                  </a:lnTo>
                  <a:lnTo>
                    <a:pt x="3009" y="9354"/>
                  </a:lnTo>
                  <a:lnTo>
                    <a:pt x="2825" y="9538"/>
                  </a:lnTo>
                  <a:lnTo>
                    <a:pt x="2789" y="9464"/>
                  </a:lnTo>
                  <a:lnTo>
                    <a:pt x="2458" y="9171"/>
                  </a:lnTo>
                  <a:lnTo>
                    <a:pt x="2348" y="9024"/>
                  </a:lnTo>
                  <a:lnTo>
                    <a:pt x="2202" y="8877"/>
                  </a:lnTo>
                  <a:lnTo>
                    <a:pt x="2275" y="8877"/>
                  </a:lnTo>
                  <a:lnTo>
                    <a:pt x="2312" y="8841"/>
                  </a:lnTo>
                  <a:lnTo>
                    <a:pt x="2532" y="8841"/>
                  </a:lnTo>
                  <a:lnTo>
                    <a:pt x="2715" y="8804"/>
                  </a:lnTo>
                  <a:lnTo>
                    <a:pt x="2899" y="8731"/>
                  </a:lnTo>
                  <a:lnTo>
                    <a:pt x="3045" y="8621"/>
                  </a:lnTo>
                  <a:lnTo>
                    <a:pt x="3265" y="8474"/>
                  </a:lnTo>
                  <a:lnTo>
                    <a:pt x="3486" y="8254"/>
                  </a:lnTo>
                  <a:lnTo>
                    <a:pt x="3669" y="8034"/>
                  </a:lnTo>
                  <a:lnTo>
                    <a:pt x="3816" y="7814"/>
                  </a:lnTo>
                  <a:lnTo>
                    <a:pt x="3852" y="7740"/>
                  </a:lnTo>
                  <a:lnTo>
                    <a:pt x="3852" y="7667"/>
                  </a:lnTo>
                  <a:lnTo>
                    <a:pt x="3779" y="7557"/>
                  </a:lnTo>
                  <a:lnTo>
                    <a:pt x="3669" y="7484"/>
                  </a:lnTo>
                  <a:lnTo>
                    <a:pt x="3596" y="7484"/>
                  </a:lnTo>
                  <a:lnTo>
                    <a:pt x="3522" y="7520"/>
                  </a:lnTo>
                  <a:lnTo>
                    <a:pt x="3412" y="7484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9" name="Google Shape;297;p5">
              <a:extLst>
                <a:ext uri="{FF2B5EF4-FFF2-40B4-BE49-F238E27FC236}">
                  <a16:creationId xmlns:a16="http://schemas.microsoft.com/office/drawing/2014/main" id="{294A52DE-7BDC-4451-B428-398A0A2E06EC}"/>
                </a:ext>
              </a:extLst>
            </p:cNvPr>
            <p:cNvSpPr/>
            <p:nvPr/>
          </p:nvSpPr>
          <p:spPr>
            <a:xfrm>
              <a:off x="6823375" y="1978500"/>
              <a:ext cx="365025" cy="447525"/>
            </a:xfrm>
            <a:custGeom>
              <a:avLst/>
              <a:gdLst/>
              <a:ahLst/>
              <a:cxnLst/>
              <a:rect l="l" t="t" r="r" b="b"/>
              <a:pathLst>
                <a:path w="14601" h="17901" extrusionOk="0">
                  <a:moveTo>
                    <a:pt x="10492" y="4329"/>
                  </a:moveTo>
                  <a:lnTo>
                    <a:pt x="10859" y="4769"/>
                  </a:lnTo>
                  <a:lnTo>
                    <a:pt x="10712" y="4769"/>
                  </a:lnTo>
                  <a:lnTo>
                    <a:pt x="10712" y="4696"/>
                  </a:lnTo>
                  <a:lnTo>
                    <a:pt x="10675" y="4622"/>
                  </a:lnTo>
                  <a:lnTo>
                    <a:pt x="10639" y="4622"/>
                  </a:lnTo>
                  <a:lnTo>
                    <a:pt x="10602" y="4549"/>
                  </a:lnTo>
                  <a:lnTo>
                    <a:pt x="10565" y="4512"/>
                  </a:lnTo>
                  <a:lnTo>
                    <a:pt x="10455" y="4475"/>
                  </a:lnTo>
                  <a:lnTo>
                    <a:pt x="10345" y="4512"/>
                  </a:lnTo>
                  <a:lnTo>
                    <a:pt x="10308" y="4549"/>
                  </a:lnTo>
                  <a:lnTo>
                    <a:pt x="10272" y="4622"/>
                  </a:lnTo>
                  <a:lnTo>
                    <a:pt x="10272" y="4696"/>
                  </a:lnTo>
                  <a:lnTo>
                    <a:pt x="10052" y="4622"/>
                  </a:lnTo>
                  <a:lnTo>
                    <a:pt x="10492" y="4329"/>
                  </a:lnTo>
                  <a:close/>
                  <a:moveTo>
                    <a:pt x="6897" y="3448"/>
                  </a:moveTo>
                  <a:lnTo>
                    <a:pt x="7044" y="3485"/>
                  </a:lnTo>
                  <a:lnTo>
                    <a:pt x="7227" y="3522"/>
                  </a:lnTo>
                  <a:lnTo>
                    <a:pt x="7374" y="3595"/>
                  </a:lnTo>
                  <a:lnTo>
                    <a:pt x="7484" y="3705"/>
                  </a:lnTo>
                  <a:lnTo>
                    <a:pt x="7521" y="3815"/>
                  </a:lnTo>
                  <a:lnTo>
                    <a:pt x="7521" y="3889"/>
                  </a:lnTo>
                  <a:lnTo>
                    <a:pt x="7484" y="3999"/>
                  </a:lnTo>
                  <a:lnTo>
                    <a:pt x="7447" y="4109"/>
                  </a:lnTo>
                  <a:lnTo>
                    <a:pt x="7264" y="4292"/>
                  </a:lnTo>
                  <a:lnTo>
                    <a:pt x="7154" y="4439"/>
                  </a:lnTo>
                  <a:lnTo>
                    <a:pt x="6934" y="4732"/>
                  </a:lnTo>
                  <a:lnTo>
                    <a:pt x="6714" y="4952"/>
                  </a:lnTo>
                  <a:lnTo>
                    <a:pt x="6494" y="5099"/>
                  </a:lnTo>
                  <a:lnTo>
                    <a:pt x="6384" y="5136"/>
                  </a:lnTo>
                  <a:lnTo>
                    <a:pt x="6310" y="5136"/>
                  </a:lnTo>
                  <a:lnTo>
                    <a:pt x="6237" y="5062"/>
                  </a:lnTo>
                  <a:lnTo>
                    <a:pt x="6200" y="4989"/>
                  </a:lnTo>
                  <a:lnTo>
                    <a:pt x="6163" y="4806"/>
                  </a:lnTo>
                  <a:lnTo>
                    <a:pt x="6163" y="4659"/>
                  </a:lnTo>
                  <a:lnTo>
                    <a:pt x="6163" y="4145"/>
                  </a:lnTo>
                  <a:lnTo>
                    <a:pt x="6127" y="3595"/>
                  </a:lnTo>
                  <a:lnTo>
                    <a:pt x="6273" y="3522"/>
                  </a:lnTo>
                  <a:lnTo>
                    <a:pt x="6420" y="3485"/>
                  </a:lnTo>
                  <a:lnTo>
                    <a:pt x="6567" y="3448"/>
                  </a:lnTo>
                  <a:close/>
                  <a:moveTo>
                    <a:pt x="6457" y="3118"/>
                  </a:moveTo>
                  <a:lnTo>
                    <a:pt x="6237" y="3192"/>
                  </a:lnTo>
                  <a:lnTo>
                    <a:pt x="6017" y="3265"/>
                  </a:lnTo>
                  <a:lnTo>
                    <a:pt x="5833" y="3375"/>
                  </a:lnTo>
                  <a:lnTo>
                    <a:pt x="5723" y="3558"/>
                  </a:lnTo>
                  <a:lnTo>
                    <a:pt x="5723" y="3632"/>
                  </a:lnTo>
                  <a:lnTo>
                    <a:pt x="5760" y="3668"/>
                  </a:lnTo>
                  <a:lnTo>
                    <a:pt x="5797" y="3705"/>
                  </a:lnTo>
                  <a:lnTo>
                    <a:pt x="5870" y="3705"/>
                  </a:lnTo>
                  <a:lnTo>
                    <a:pt x="5980" y="3668"/>
                  </a:lnTo>
                  <a:lnTo>
                    <a:pt x="5943" y="4219"/>
                  </a:lnTo>
                  <a:lnTo>
                    <a:pt x="5943" y="4769"/>
                  </a:lnTo>
                  <a:lnTo>
                    <a:pt x="5943" y="4952"/>
                  </a:lnTo>
                  <a:lnTo>
                    <a:pt x="5980" y="5099"/>
                  </a:lnTo>
                  <a:lnTo>
                    <a:pt x="6053" y="5209"/>
                  </a:lnTo>
                  <a:lnTo>
                    <a:pt x="6163" y="5319"/>
                  </a:lnTo>
                  <a:lnTo>
                    <a:pt x="6237" y="5393"/>
                  </a:lnTo>
                  <a:lnTo>
                    <a:pt x="6530" y="5393"/>
                  </a:lnTo>
                  <a:lnTo>
                    <a:pt x="6714" y="5282"/>
                  </a:lnTo>
                  <a:lnTo>
                    <a:pt x="6897" y="5136"/>
                  </a:lnTo>
                  <a:lnTo>
                    <a:pt x="7227" y="4806"/>
                  </a:lnTo>
                  <a:lnTo>
                    <a:pt x="7447" y="4512"/>
                  </a:lnTo>
                  <a:lnTo>
                    <a:pt x="7594" y="4329"/>
                  </a:lnTo>
                  <a:lnTo>
                    <a:pt x="7741" y="4182"/>
                  </a:lnTo>
                  <a:lnTo>
                    <a:pt x="7814" y="3962"/>
                  </a:lnTo>
                  <a:lnTo>
                    <a:pt x="7851" y="3852"/>
                  </a:lnTo>
                  <a:lnTo>
                    <a:pt x="7851" y="3742"/>
                  </a:lnTo>
                  <a:lnTo>
                    <a:pt x="7777" y="3595"/>
                  </a:lnTo>
                  <a:lnTo>
                    <a:pt x="7667" y="3448"/>
                  </a:lnTo>
                  <a:lnTo>
                    <a:pt x="7521" y="3302"/>
                  </a:lnTo>
                  <a:lnTo>
                    <a:pt x="7374" y="3228"/>
                  </a:lnTo>
                  <a:lnTo>
                    <a:pt x="7190" y="3155"/>
                  </a:lnTo>
                  <a:lnTo>
                    <a:pt x="6970" y="3118"/>
                  </a:lnTo>
                  <a:close/>
                  <a:moveTo>
                    <a:pt x="2789" y="3522"/>
                  </a:moveTo>
                  <a:lnTo>
                    <a:pt x="2935" y="3668"/>
                  </a:lnTo>
                  <a:lnTo>
                    <a:pt x="3082" y="3779"/>
                  </a:lnTo>
                  <a:lnTo>
                    <a:pt x="3449" y="3925"/>
                  </a:lnTo>
                  <a:lnTo>
                    <a:pt x="3632" y="3999"/>
                  </a:lnTo>
                  <a:lnTo>
                    <a:pt x="3669" y="4072"/>
                  </a:lnTo>
                  <a:lnTo>
                    <a:pt x="3706" y="4145"/>
                  </a:lnTo>
                  <a:lnTo>
                    <a:pt x="3706" y="4219"/>
                  </a:lnTo>
                  <a:lnTo>
                    <a:pt x="3742" y="4255"/>
                  </a:lnTo>
                  <a:lnTo>
                    <a:pt x="3779" y="4292"/>
                  </a:lnTo>
                  <a:lnTo>
                    <a:pt x="3852" y="4329"/>
                  </a:lnTo>
                  <a:lnTo>
                    <a:pt x="4036" y="4402"/>
                  </a:lnTo>
                  <a:lnTo>
                    <a:pt x="4219" y="4475"/>
                  </a:lnTo>
                  <a:lnTo>
                    <a:pt x="4403" y="4586"/>
                  </a:lnTo>
                  <a:lnTo>
                    <a:pt x="4549" y="4696"/>
                  </a:lnTo>
                  <a:lnTo>
                    <a:pt x="4843" y="5026"/>
                  </a:lnTo>
                  <a:lnTo>
                    <a:pt x="5100" y="5319"/>
                  </a:lnTo>
                  <a:lnTo>
                    <a:pt x="4770" y="5356"/>
                  </a:lnTo>
                  <a:lnTo>
                    <a:pt x="4476" y="5356"/>
                  </a:lnTo>
                  <a:lnTo>
                    <a:pt x="3816" y="5319"/>
                  </a:lnTo>
                  <a:lnTo>
                    <a:pt x="3486" y="5319"/>
                  </a:lnTo>
                  <a:lnTo>
                    <a:pt x="3156" y="5393"/>
                  </a:lnTo>
                  <a:lnTo>
                    <a:pt x="2972" y="5466"/>
                  </a:lnTo>
                  <a:lnTo>
                    <a:pt x="2789" y="5576"/>
                  </a:lnTo>
                  <a:lnTo>
                    <a:pt x="2605" y="5649"/>
                  </a:lnTo>
                  <a:lnTo>
                    <a:pt x="2495" y="5686"/>
                  </a:lnTo>
                  <a:lnTo>
                    <a:pt x="2349" y="5686"/>
                  </a:lnTo>
                  <a:lnTo>
                    <a:pt x="2312" y="5723"/>
                  </a:lnTo>
                  <a:lnTo>
                    <a:pt x="2275" y="5796"/>
                  </a:lnTo>
                  <a:lnTo>
                    <a:pt x="2275" y="5833"/>
                  </a:lnTo>
                  <a:lnTo>
                    <a:pt x="2349" y="6676"/>
                  </a:lnTo>
                  <a:lnTo>
                    <a:pt x="2128" y="6493"/>
                  </a:lnTo>
                  <a:lnTo>
                    <a:pt x="1908" y="6383"/>
                  </a:lnTo>
                  <a:lnTo>
                    <a:pt x="1908" y="6126"/>
                  </a:lnTo>
                  <a:lnTo>
                    <a:pt x="1835" y="5906"/>
                  </a:lnTo>
                  <a:lnTo>
                    <a:pt x="1725" y="5796"/>
                  </a:lnTo>
                  <a:lnTo>
                    <a:pt x="1578" y="5723"/>
                  </a:lnTo>
                  <a:lnTo>
                    <a:pt x="1285" y="5649"/>
                  </a:lnTo>
                  <a:lnTo>
                    <a:pt x="1101" y="5649"/>
                  </a:lnTo>
                  <a:lnTo>
                    <a:pt x="918" y="5686"/>
                  </a:lnTo>
                  <a:lnTo>
                    <a:pt x="918" y="5686"/>
                  </a:lnTo>
                  <a:lnTo>
                    <a:pt x="1101" y="5356"/>
                  </a:lnTo>
                  <a:lnTo>
                    <a:pt x="1285" y="5026"/>
                  </a:lnTo>
                  <a:lnTo>
                    <a:pt x="1468" y="4732"/>
                  </a:lnTo>
                  <a:lnTo>
                    <a:pt x="1688" y="4439"/>
                  </a:lnTo>
                  <a:lnTo>
                    <a:pt x="1945" y="4182"/>
                  </a:lnTo>
                  <a:lnTo>
                    <a:pt x="2202" y="3962"/>
                  </a:lnTo>
                  <a:lnTo>
                    <a:pt x="2495" y="3742"/>
                  </a:lnTo>
                  <a:lnTo>
                    <a:pt x="2789" y="3522"/>
                  </a:lnTo>
                  <a:close/>
                  <a:moveTo>
                    <a:pt x="10639" y="7520"/>
                  </a:moveTo>
                  <a:lnTo>
                    <a:pt x="11042" y="7703"/>
                  </a:lnTo>
                  <a:lnTo>
                    <a:pt x="11336" y="7850"/>
                  </a:lnTo>
                  <a:lnTo>
                    <a:pt x="11482" y="7924"/>
                  </a:lnTo>
                  <a:lnTo>
                    <a:pt x="11629" y="7960"/>
                  </a:lnTo>
                  <a:lnTo>
                    <a:pt x="11556" y="8254"/>
                  </a:lnTo>
                  <a:lnTo>
                    <a:pt x="11225" y="8107"/>
                  </a:lnTo>
                  <a:lnTo>
                    <a:pt x="10895" y="7960"/>
                  </a:lnTo>
                  <a:lnTo>
                    <a:pt x="10785" y="7887"/>
                  </a:lnTo>
                  <a:lnTo>
                    <a:pt x="10639" y="7520"/>
                  </a:lnTo>
                  <a:close/>
                  <a:moveTo>
                    <a:pt x="10272" y="8070"/>
                  </a:moveTo>
                  <a:lnTo>
                    <a:pt x="10382" y="8144"/>
                  </a:lnTo>
                  <a:lnTo>
                    <a:pt x="10529" y="8217"/>
                  </a:lnTo>
                  <a:lnTo>
                    <a:pt x="10565" y="8327"/>
                  </a:lnTo>
                  <a:lnTo>
                    <a:pt x="10602" y="8400"/>
                  </a:lnTo>
                  <a:lnTo>
                    <a:pt x="10712" y="8437"/>
                  </a:lnTo>
                  <a:lnTo>
                    <a:pt x="10932" y="8510"/>
                  </a:lnTo>
                  <a:lnTo>
                    <a:pt x="11042" y="8547"/>
                  </a:lnTo>
                  <a:lnTo>
                    <a:pt x="11042" y="8584"/>
                  </a:lnTo>
                  <a:lnTo>
                    <a:pt x="11042" y="8657"/>
                  </a:lnTo>
                  <a:lnTo>
                    <a:pt x="11079" y="8731"/>
                  </a:lnTo>
                  <a:lnTo>
                    <a:pt x="11152" y="8804"/>
                  </a:lnTo>
                  <a:lnTo>
                    <a:pt x="11336" y="8841"/>
                  </a:lnTo>
                  <a:lnTo>
                    <a:pt x="11152" y="9244"/>
                  </a:lnTo>
                  <a:lnTo>
                    <a:pt x="11079" y="9171"/>
                  </a:lnTo>
                  <a:lnTo>
                    <a:pt x="10602" y="8767"/>
                  </a:lnTo>
                  <a:lnTo>
                    <a:pt x="10602" y="8547"/>
                  </a:lnTo>
                  <a:lnTo>
                    <a:pt x="10565" y="8364"/>
                  </a:lnTo>
                  <a:lnTo>
                    <a:pt x="10492" y="8254"/>
                  </a:lnTo>
                  <a:lnTo>
                    <a:pt x="10345" y="8180"/>
                  </a:lnTo>
                  <a:lnTo>
                    <a:pt x="10272" y="8070"/>
                  </a:lnTo>
                  <a:close/>
                  <a:moveTo>
                    <a:pt x="9135" y="4806"/>
                  </a:moveTo>
                  <a:lnTo>
                    <a:pt x="9501" y="4842"/>
                  </a:lnTo>
                  <a:lnTo>
                    <a:pt x="9575" y="4879"/>
                  </a:lnTo>
                  <a:lnTo>
                    <a:pt x="9611" y="4842"/>
                  </a:lnTo>
                  <a:lnTo>
                    <a:pt x="9905" y="4916"/>
                  </a:lnTo>
                  <a:lnTo>
                    <a:pt x="10198" y="5026"/>
                  </a:lnTo>
                  <a:lnTo>
                    <a:pt x="10015" y="5246"/>
                  </a:lnTo>
                  <a:lnTo>
                    <a:pt x="10015" y="5319"/>
                  </a:lnTo>
                  <a:lnTo>
                    <a:pt x="10052" y="5393"/>
                  </a:lnTo>
                  <a:lnTo>
                    <a:pt x="10125" y="5429"/>
                  </a:lnTo>
                  <a:lnTo>
                    <a:pt x="10198" y="5429"/>
                  </a:lnTo>
                  <a:lnTo>
                    <a:pt x="10418" y="5319"/>
                  </a:lnTo>
                  <a:lnTo>
                    <a:pt x="10639" y="5246"/>
                  </a:lnTo>
                  <a:lnTo>
                    <a:pt x="10859" y="5209"/>
                  </a:lnTo>
                  <a:lnTo>
                    <a:pt x="11115" y="5172"/>
                  </a:lnTo>
                  <a:lnTo>
                    <a:pt x="11336" y="5613"/>
                  </a:lnTo>
                  <a:lnTo>
                    <a:pt x="10859" y="5723"/>
                  </a:lnTo>
                  <a:lnTo>
                    <a:pt x="10602" y="5796"/>
                  </a:lnTo>
                  <a:lnTo>
                    <a:pt x="10382" y="5906"/>
                  </a:lnTo>
                  <a:lnTo>
                    <a:pt x="10345" y="5943"/>
                  </a:lnTo>
                  <a:lnTo>
                    <a:pt x="10345" y="5979"/>
                  </a:lnTo>
                  <a:lnTo>
                    <a:pt x="10345" y="6016"/>
                  </a:lnTo>
                  <a:lnTo>
                    <a:pt x="10382" y="6053"/>
                  </a:lnTo>
                  <a:lnTo>
                    <a:pt x="10639" y="6126"/>
                  </a:lnTo>
                  <a:lnTo>
                    <a:pt x="10932" y="6126"/>
                  </a:lnTo>
                  <a:lnTo>
                    <a:pt x="11225" y="6089"/>
                  </a:lnTo>
                  <a:lnTo>
                    <a:pt x="11482" y="6016"/>
                  </a:lnTo>
                  <a:lnTo>
                    <a:pt x="11629" y="6566"/>
                  </a:lnTo>
                  <a:lnTo>
                    <a:pt x="11666" y="6640"/>
                  </a:lnTo>
                  <a:lnTo>
                    <a:pt x="11666" y="6640"/>
                  </a:lnTo>
                  <a:lnTo>
                    <a:pt x="11262" y="6530"/>
                  </a:lnTo>
                  <a:lnTo>
                    <a:pt x="10932" y="6456"/>
                  </a:lnTo>
                  <a:lnTo>
                    <a:pt x="10749" y="6420"/>
                  </a:lnTo>
                  <a:lnTo>
                    <a:pt x="10565" y="6456"/>
                  </a:lnTo>
                  <a:lnTo>
                    <a:pt x="10529" y="6456"/>
                  </a:lnTo>
                  <a:lnTo>
                    <a:pt x="10565" y="6530"/>
                  </a:lnTo>
                  <a:lnTo>
                    <a:pt x="10712" y="6640"/>
                  </a:lnTo>
                  <a:lnTo>
                    <a:pt x="10895" y="6750"/>
                  </a:lnTo>
                  <a:lnTo>
                    <a:pt x="11336" y="6933"/>
                  </a:lnTo>
                  <a:lnTo>
                    <a:pt x="11702" y="7043"/>
                  </a:lnTo>
                  <a:lnTo>
                    <a:pt x="11666" y="7593"/>
                  </a:lnTo>
                  <a:lnTo>
                    <a:pt x="11482" y="7520"/>
                  </a:lnTo>
                  <a:lnTo>
                    <a:pt x="11299" y="7447"/>
                  </a:lnTo>
                  <a:lnTo>
                    <a:pt x="10785" y="7227"/>
                  </a:lnTo>
                  <a:lnTo>
                    <a:pt x="10529" y="7153"/>
                  </a:lnTo>
                  <a:lnTo>
                    <a:pt x="10235" y="7117"/>
                  </a:lnTo>
                  <a:lnTo>
                    <a:pt x="10198" y="7117"/>
                  </a:lnTo>
                  <a:lnTo>
                    <a:pt x="10198" y="7153"/>
                  </a:lnTo>
                  <a:lnTo>
                    <a:pt x="10198" y="7190"/>
                  </a:lnTo>
                  <a:lnTo>
                    <a:pt x="10198" y="7227"/>
                  </a:lnTo>
                  <a:lnTo>
                    <a:pt x="10492" y="7410"/>
                  </a:lnTo>
                  <a:lnTo>
                    <a:pt x="10418" y="7447"/>
                  </a:lnTo>
                  <a:lnTo>
                    <a:pt x="10015" y="7593"/>
                  </a:lnTo>
                  <a:lnTo>
                    <a:pt x="9905" y="7483"/>
                  </a:lnTo>
                  <a:lnTo>
                    <a:pt x="9832" y="7447"/>
                  </a:lnTo>
                  <a:lnTo>
                    <a:pt x="9795" y="7483"/>
                  </a:lnTo>
                  <a:lnTo>
                    <a:pt x="9758" y="7520"/>
                  </a:lnTo>
                  <a:lnTo>
                    <a:pt x="9722" y="7557"/>
                  </a:lnTo>
                  <a:lnTo>
                    <a:pt x="9722" y="7703"/>
                  </a:lnTo>
                  <a:lnTo>
                    <a:pt x="9685" y="7740"/>
                  </a:lnTo>
                  <a:lnTo>
                    <a:pt x="9685" y="7813"/>
                  </a:lnTo>
                  <a:lnTo>
                    <a:pt x="9722" y="7924"/>
                  </a:lnTo>
                  <a:lnTo>
                    <a:pt x="9942" y="8180"/>
                  </a:lnTo>
                  <a:lnTo>
                    <a:pt x="9611" y="7960"/>
                  </a:lnTo>
                  <a:lnTo>
                    <a:pt x="9281" y="7777"/>
                  </a:lnTo>
                  <a:lnTo>
                    <a:pt x="9245" y="7777"/>
                  </a:lnTo>
                  <a:lnTo>
                    <a:pt x="9208" y="7813"/>
                  </a:lnTo>
                  <a:lnTo>
                    <a:pt x="9171" y="7850"/>
                  </a:lnTo>
                  <a:lnTo>
                    <a:pt x="9171" y="7924"/>
                  </a:lnTo>
                  <a:lnTo>
                    <a:pt x="9391" y="8180"/>
                  </a:lnTo>
                  <a:lnTo>
                    <a:pt x="9648" y="8437"/>
                  </a:lnTo>
                  <a:lnTo>
                    <a:pt x="10162" y="8877"/>
                  </a:lnTo>
                  <a:lnTo>
                    <a:pt x="10235" y="8951"/>
                  </a:lnTo>
                  <a:lnTo>
                    <a:pt x="10162" y="9134"/>
                  </a:lnTo>
                  <a:lnTo>
                    <a:pt x="10052" y="9317"/>
                  </a:lnTo>
                  <a:lnTo>
                    <a:pt x="9905" y="9391"/>
                  </a:lnTo>
                  <a:lnTo>
                    <a:pt x="9832" y="9354"/>
                  </a:lnTo>
                  <a:lnTo>
                    <a:pt x="9428" y="9097"/>
                  </a:lnTo>
                  <a:lnTo>
                    <a:pt x="9318" y="8914"/>
                  </a:lnTo>
                  <a:lnTo>
                    <a:pt x="9171" y="8694"/>
                  </a:lnTo>
                  <a:lnTo>
                    <a:pt x="8951" y="8547"/>
                  </a:lnTo>
                  <a:lnTo>
                    <a:pt x="8768" y="8400"/>
                  </a:lnTo>
                  <a:lnTo>
                    <a:pt x="8658" y="8290"/>
                  </a:lnTo>
                  <a:lnTo>
                    <a:pt x="8548" y="8107"/>
                  </a:lnTo>
                  <a:lnTo>
                    <a:pt x="8511" y="7887"/>
                  </a:lnTo>
                  <a:lnTo>
                    <a:pt x="8474" y="7887"/>
                  </a:lnTo>
                  <a:lnTo>
                    <a:pt x="8474" y="7777"/>
                  </a:lnTo>
                  <a:lnTo>
                    <a:pt x="8438" y="7740"/>
                  </a:lnTo>
                  <a:lnTo>
                    <a:pt x="8364" y="7740"/>
                  </a:lnTo>
                  <a:lnTo>
                    <a:pt x="7887" y="7667"/>
                  </a:lnTo>
                  <a:lnTo>
                    <a:pt x="7374" y="7630"/>
                  </a:lnTo>
                  <a:lnTo>
                    <a:pt x="7117" y="7630"/>
                  </a:lnTo>
                  <a:lnTo>
                    <a:pt x="6860" y="7667"/>
                  </a:lnTo>
                  <a:lnTo>
                    <a:pt x="6640" y="7740"/>
                  </a:lnTo>
                  <a:lnTo>
                    <a:pt x="6457" y="7887"/>
                  </a:lnTo>
                  <a:lnTo>
                    <a:pt x="6384" y="7777"/>
                  </a:lnTo>
                  <a:lnTo>
                    <a:pt x="6347" y="7703"/>
                  </a:lnTo>
                  <a:lnTo>
                    <a:pt x="6384" y="7630"/>
                  </a:lnTo>
                  <a:lnTo>
                    <a:pt x="6420" y="7557"/>
                  </a:lnTo>
                  <a:lnTo>
                    <a:pt x="6604" y="7410"/>
                  </a:lnTo>
                  <a:lnTo>
                    <a:pt x="6787" y="7337"/>
                  </a:lnTo>
                  <a:lnTo>
                    <a:pt x="7080" y="7300"/>
                  </a:lnTo>
                  <a:lnTo>
                    <a:pt x="7374" y="7227"/>
                  </a:lnTo>
                  <a:lnTo>
                    <a:pt x="7521" y="7153"/>
                  </a:lnTo>
                  <a:lnTo>
                    <a:pt x="7704" y="7006"/>
                  </a:lnTo>
                  <a:lnTo>
                    <a:pt x="7741" y="6896"/>
                  </a:lnTo>
                  <a:lnTo>
                    <a:pt x="7777" y="6823"/>
                  </a:lnTo>
                  <a:lnTo>
                    <a:pt x="7741" y="6750"/>
                  </a:lnTo>
                  <a:lnTo>
                    <a:pt x="7667" y="6676"/>
                  </a:lnTo>
                  <a:lnTo>
                    <a:pt x="7594" y="6603"/>
                  </a:lnTo>
                  <a:lnTo>
                    <a:pt x="7484" y="6603"/>
                  </a:lnTo>
                  <a:lnTo>
                    <a:pt x="7227" y="6640"/>
                  </a:lnTo>
                  <a:lnTo>
                    <a:pt x="7007" y="6713"/>
                  </a:lnTo>
                  <a:lnTo>
                    <a:pt x="6787" y="6786"/>
                  </a:lnTo>
                  <a:lnTo>
                    <a:pt x="6714" y="6786"/>
                  </a:lnTo>
                  <a:lnTo>
                    <a:pt x="6640" y="6750"/>
                  </a:lnTo>
                  <a:lnTo>
                    <a:pt x="6640" y="6676"/>
                  </a:lnTo>
                  <a:lnTo>
                    <a:pt x="6677" y="6603"/>
                  </a:lnTo>
                  <a:lnTo>
                    <a:pt x="6750" y="6456"/>
                  </a:lnTo>
                  <a:lnTo>
                    <a:pt x="6824" y="6346"/>
                  </a:lnTo>
                  <a:lnTo>
                    <a:pt x="7080" y="6199"/>
                  </a:lnTo>
                  <a:lnTo>
                    <a:pt x="7337" y="6016"/>
                  </a:lnTo>
                  <a:lnTo>
                    <a:pt x="7704" y="5759"/>
                  </a:lnTo>
                  <a:lnTo>
                    <a:pt x="8108" y="5466"/>
                  </a:lnTo>
                  <a:lnTo>
                    <a:pt x="8181" y="5539"/>
                  </a:lnTo>
                  <a:lnTo>
                    <a:pt x="8218" y="5539"/>
                  </a:lnTo>
                  <a:lnTo>
                    <a:pt x="8254" y="5503"/>
                  </a:lnTo>
                  <a:lnTo>
                    <a:pt x="8511" y="5172"/>
                  </a:lnTo>
                  <a:lnTo>
                    <a:pt x="8731" y="4806"/>
                  </a:lnTo>
                  <a:close/>
                  <a:moveTo>
                    <a:pt x="10492" y="9171"/>
                  </a:moveTo>
                  <a:lnTo>
                    <a:pt x="10749" y="9391"/>
                  </a:lnTo>
                  <a:lnTo>
                    <a:pt x="10969" y="9611"/>
                  </a:lnTo>
                  <a:lnTo>
                    <a:pt x="10675" y="10124"/>
                  </a:lnTo>
                  <a:lnTo>
                    <a:pt x="10602" y="10198"/>
                  </a:lnTo>
                  <a:lnTo>
                    <a:pt x="10565" y="10161"/>
                  </a:lnTo>
                  <a:lnTo>
                    <a:pt x="10529" y="10088"/>
                  </a:lnTo>
                  <a:lnTo>
                    <a:pt x="10418" y="9941"/>
                  </a:lnTo>
                  <a:lnTo>
                    <a:pt x="10308" y="9758"/>
                  </a:lnTo>
                  <a:lnTo>
                    <a:pt x="10162" y="9611"/>
                  </a:lnTo>
                  <a:lnTo>
                    <a:pt x="10272" y="9501"/>
                  </a:lnTo>
                  <a:lnTo>
                    <a:pt x="10345" y="9427"/>
                  </a:lnTo>
                  <a:lnTo>
                    <a:pt x="10492" y="9171"/>
                  </a:lnTo>
                  <a:close/>
                  <a:moveTo>
                    <a:pt x="551" y="7300"/>
                  </a:moveTo>
                  <a:lnTo>
                    <a:pt x="808" y="7483"/>
                  </a:lnTo>
                  <a:lnTo>
                    <a:pt x="991" y="7703"/>
                  </a:lnTo>
                  <a:lnTo>
                    <a:pt x="1211" y="7924"/>
                  </a:lnTo>
                  <a:lnTo>
                    <a:pt x="1431" y="8144"/>
                  </a:lnTo>
                  <a:lnTo>
                    <a:pt x="1982" y="8584"/>
                  </a:lnTo>
                  <a:lnTo>
                    <a:pt x="2238" y="8841"/>
                  </a:lnTo>
                  <a:lnTo>
                    <a:pt x="2349" y="8987"/>
                  </a:lnTo>
                  <a:lnTo>
                    <a:pt x="2422" y="9134"/>
                  </a:lnTo>
                  <a:lnTo>
                    <a:pt x="2202" y="9281"/>
                  </a:lnTo>
                  <a:lnTo>
                    <a:pt x="2018" y="9464"/>
                  </a:lnTo>
                  <a:lnTo>
                    <a:pt x="1872" y="9684"/>
                  </a:lnTo>
                  <a:lnTo>
                    <a:pt x="1762" y="9978"/>
                  </a:lnTo>
                  <a:lnTo>
                    <a:pt x="1725" y="10344"/>
                  </a:lnTo>
                  <a:lnTo>
                    <a:pt x="1762" y="10675"/>
                  </a:lnTo>
                  <a:lnTo>
                    <a:pt x="1908" y="11408"/>
                  </a:lnTo>
                  <a:lnTo>
                    <a:pt x="1542" y="10968"/>
                  </a:lnTo>
                  <a:lnTo>
                    <a:pt x="1248" y="10528"/>
                  </a:lnTo>
                  <a:lnTo>
                    <a:pt x="991" y="10014"/>
                  </a:lnTo>
                  <a:lnTo>
                    <a:pt x="808" y="9501"/>
                  </a:lnTo>
                  <a:lnTo>
                    <a:pt x="661" y="8951"/>
                  </a:lnTo>
                  <a:lnTo>
                    <a:pt x="551" y="8400"/>
                  </a:lnTo>
                  <a:lnTo>
                    <a:pt x="514" y="7850"/>
                  </a:lnTo>
                  <a:lnTo>
                    <a:pt x="551" y="7300"/>
                  </a:lnTo>
                  <a:close/>
                  <a:moveTo>
                    <a:pt x="6897" y="8620"/>
                  </a:moveTo>
                  <a:lnTo>
                    <a:pt x="6934" y="8694"/>
                  </a:lnTo>
                  <a:lnTo>
                    <a:pt x="7007" y="8731"/>
                  </a:lnTo>
                  <a:lnTo>
                    <a:pt x="7264" y="8877"/>
                  </a:lnTo>
                  <a:lnTo>
                    <a:pt x="7484" y="9024"/>
                  </a:lnTo>
                  <a:lnTo>
                    <a:pt x="7704" y="9207"/>
                  </a:lnTo>
                  <a:lnTo>
                    <a:pt x="7887" y="9427"/>
                  </a:lnTo>
                  <a:lnTo>
                    <a:pt x="8034" y="9648"/>
                  </a:lnTo>
                  <a:lnTo>
                    <a:pt x="8181" y="9904"/>
                  </a:lnTo>
                  <a:lnTo>
                    <a:pt x="8254" y="10161"/>
                  </a:lnTo>
                  <a:lnTo>
                    <a:pt x="8254" y="10418"/>
                  </a:lnTo>
                  <a:lnTo>
                    <a:pt x="8218" y="10638"/>
                  </a:lnTo>
                  <a:lnTo>
                    <a:pt x="7704" y="10088"/>
                  </a:lnTo>
                  <a:lnTo>
                    <a:pt x="7154" y="9611"/>
                  </a:lnTo>
                  <a:lnTo>
                    <a:pt x="7080" y="9611"/>
                  </a:lnTo>
                  <a:lnTo>
                    <a:pt x="7044" y="9648"/>
                  </a:lnTo>
                  <a:lnTo>
                    <a:pt x="7080" y="9684"/>
                  </a:lnTo>
                  <a:lnTo>
                    <a:pt x="7557" y="10344"/>
                  </a:lnTo>
                  <a:lnTo>
                    <a:pt x="8071" y="10968"/>
                  </a:lnTo>
                  <a:lnTo>
                    <a:pt x="7887" y="11188"/>
                  </a:lnTo>
                  <a:lnTo>
                    <a:pt x="7741" y="11408"/>
                  </a:lnTo>
                  <a:lnTo>
                    <a:pt x="7521" y="11628"/>
                  </a:lnTo>
                  <a:lnTo>
                    <a:pt x="7227" y="11372"/>
                  </a:lnTo>
                  <a:lnTo>
                    <a:pt x="6860" y="11005"/>
                  </a:lnTo>
                  <a:lnTo>
                    <a:pt x="6787" y="10748"/>
                  </a:lnTo>
                  <a:lnTo>
                    <a:pt x="6750" y="10491"/>
                  </a:lnTo>
                  <a:lnTo>
                    <a:pt x="6640" y="10234"/>
                  </a:lnTo>
                  <a:lnTo>
                    <a:pt x="6530" y="9978"/>
                  </a:lnTo>
                  <a:lnTo>
                    <a:pt x="6457" y="9868"/>
                  </a:lnTo>
                  <a:lnTo>
                    <a:pt x="6310" y="9868"/>
                  </a:lnTo>
                  <a:lnTo>
                    <a:pt x="5870" y="10014"/>
                  </a:lnTo>
                  <a:lnTo>
                    <a:pt x="5650" y="10088"/>
                  </a:lnTo>
                  <a:lnTo>
                    <a:pt x="5577" y="10088"/>
                  </a:lnTo>
                  <a:lnTo>
                    <a:pt x="5466" y="10014"/>
                  </a:lnTo>
                  <a:lnTo>
                    <a:pt x="5210" y="9904"/>
                  </a:lnTo>
                  <a:lnTo>
                    <a:pt x="5026" y="9758"/>
                  </a:lnTo>
                  <a:lnTo>
                    <a:pt x="4953" y="9648"/>
                  </a:lnTo>
                  <a:lnTo>
                    <a:pt x="4880" y="9538"/>
                  </a:lnTo>
                  <a:lnTo>
                    <a:pt x="4843" y="9427"/>
                  </a:lnTo>
                  <a:lnTo>
                    <a:pt x="4843" y="9281"/>
                  </a:lnTo>
                  <a:lnTo>
                    <a:pt x="4880" y="9134"/>
                  </a:lnTo>
                  <a:lnTo>
                    <a:pt x="4953" y="8987"/>
                  </a:lnTo>
                  <a:lnTo>
                    <a:pt x="5063" y="8877"/>
                  </a:lnTo>
                  <a:lnTo>
                    <a:pt x="5210" y="8804"/>
                  </a:lnTo>
                  <a:lnTo>
                    <a:pt x="5577" y="8694"/>
                  </a:lnTo>
                  <a:lnTo>
                    <a:pt x="5870" y="8657"/>
                  </a:lnTo>
                  <a:lnTo>
                    <a:pt x="6384" y="8657"/>
                  </a:lnTo>
                  <a:lnTo>
                    <a:pt x="6897" y="8620"/>
                  </a:lnTo>
                  <a:close/>
                  <a:moveTo>
                    <a:pt x="8621" y="10088"/>
                  </a:moveTo>
                  <a:lnTo>
                    <a:pt x="9355" y="10565"/>
                  </a:lnTo>
                  <a:lnTo>
                    <a:pt x="9501" y="10711"/>
                  </a:lnTo>
                  <a:lnTo>
                    <a:pt x="9648" y="10858"/>
                  </a:lnTo>
                  <a:lnTo>
                    <a:pt x="9758" y="11005"/>
                  </a:lnTo>
                  <a:lnTo>
                    <a:pt x="9868" y="11151"/>
                  </a:lnTo>
                  <a:lnTo>
                    <a:pt x="9355" y="11628"/>
                  </a:lnTo>
                  <a:lnTo>
                    <a:pt x="9318" y="11592"/>
                  </a:lnTo>
                  <a:lnTo>
                    <a:pt x="9208" y="11482"/>
                  </a:lnTo>
                  <a:lnTo>
                    <a:pt x="9061" y="11408"/>
                  </a:lnTo>
                  <a:lnTo>
                    <a:pt x="8878" y="11298"/>
                  </a:lnTo>
                  <a:lnTo>
                    <a:pt x="8768" y="11188"/>
                  </a:lnTo>
                  <a:lnTo>
                    <a:pt x="8511" y="10931"/>
                  </a:lnTo>
                  <a:lnTo>
                    <a:pt x="8548" y="10821"/>
                  </a:lnTo>
                  <a:lnTo>
                    <a:pt x="8621" y="10638"/>
                  </a:lnTo>
                  <a:lnTo>
                    <a:pt x="8658" y="10455"/>
                  </a:lnTo>
                  <a:lnTo>
                    <a:pt x="8658" y="10271"/>
                  </a:lnTo>
                  <a:lnTo>
                    <a:pt x="8621" y="10088"/>
                  </a:lnTo>
                  <a:close/>
                  <a:moveTo>
                    <a:pt x="6860" y="11555"/>
                  </a:moveTo>
                  <a:lnTo>
                    <a:pt x="7190" y="11885"/>
                  </a:lnTo>
                  <a:lnTo>
                    <a:pt x="7007" y="11958"/>
                  </a:lnTo>
                  <a:lnTo>
                    <a:pt x="6897" y="11958"/>
                  </a:lnTo>
                  <a:lnTo>
                    <a:pt x="6787" y="11922"/>
                  </a:lnTo>
                  <a:lnTo>
                    <a:pt x="6860" y="11555"/>
                  </a:lnTo>
                  <a:close/>
                  <a:moveTo>
                    <a:pt x="8328" y="11262"/>
                  </a:moveTo>
                  <a:lnTo>
                    <a:pt x="8474" y="11445"/>
                  </a:lnTo>
                  <a:lnTo>
                    <a:pt x="8658" y="11628"/>
                  </a:lnTo>
                  <a:lnTo>
                    <a:pt x="8878" y="11775"/>
                  </a:lnTo>
                  <a:lnTo>
                    <a:pt x="8988" y="11812"/>
                  </a:lnTo>
                  <a:lnTo>
                    <a:pt x="9098" y="11848"/>
                  </a:lnTo>
                  <a:lnTo>
                    <a:pt x="8731" y="12105"/>
                  </a:lnTo>
                  <a:lnTo>
                    <a:pt x="8328" y="12325"/>
                  </a:lnTo>
                  <a:lnTo>
                    <a:pt x="8291" y="12289"/>
                  </a:lnTo>
                  <a:lnTo>
                    <a:pt x="7814" y="11885"/>
                  </a:lnTo>
                  <a:lnTo>
                    <a:pt x="8071" y="11592"/>
                  </a:lnTo>
                  <a:lnTo>
                    <a:pt x="8328" y="11262"/>
                  </a:lnTo>
                  <a:close/>
                  <a:moveTo>
                    <a:pt x="6970" y="2678"/>
                  </a:moveTo>
                  <a:lnTo>
                    <a:pt x="7374" y="2715"/>
                  </a:lnTo>
                  <a:lnTo>
                    <a:pt x="7777" y="2788"/>
                  </a:lnTo>
                  <a:lnTo>
                    <a:pt x="8181" y="2898"/>
                  </a:lnTo>
                  <a:lnTo>
                    <a:pt x="8548" y="3008"/>
                  </a:lnTo>
                  <a:lnTo>
                    <a:pt x="8915" y="3192"/>
                  </a:lnTo>
                  <a:lnTo>
                    <a:pt x="9281" y="3375"/>
                  </a:lnTo>
                  <a:lnTo>
                    <a:pt x="9611" y="3595"/>
                  </a:lnTo>
                  <a:lnTo>
                    <a:pt x="9501" y="3632"/>
                  </a:lnTo>
                  <a:lnTo>
                    <a:pt x="9281" y="3815"/>
                  </a:lnTo>
                  <a:lnTo>
                    <a:pt x="9171" y="3925"/>
                  </a:lnTo>
                  <a:lnTo>
                    <a:pt x="9061" y="4035"/>
                  </a:lnTo>
                  <a:lnTo>
                    <a:pt x="9061" y="4072"/>
                  </a:lnTo>
                  <a:lnTo>
                    <a:pt x="9061" y="4109"/>
                  </a:lnTo>
                  <a:lnTo>
                    <a:pt x="9135" y="4109"/>
                  </a:lnTo>
                  <a:lnTo>
                    <a:pt x="9245" y="4072"/>
                  </a:lnTo>
                  <a:lnTo>
                    <a:pt x="9355" y="4072"/>
                  </a:lnTo>
                  <a:lnTo>
                    <a:pt x="9685" y="3925"/>
                  </a:lnTo>
                  <a:lnTo>
                    <a:pt x="9905" y="3815"/>
                  </a:lnTo>
                  <a:lnTo>
                    <a:pt x="10198" y="4035"/>
                  </a:lnTo>
                  <a:lnTo>
                    <a:pt x="9905" y="4255"/>
                  </a:lnTo>
                  <a:lnTo>
                    <a:pt x="9611" y="4512"/>
                  </a:lnTo>
                  <a:lnTo>
                    <a:pt x="9281" y="4475"/>
                  </a:lnTo>
                  <a:lnTo>
                    <a:pt x="8731" y="4475"/>
                  </a:lnTo>
                  <a:lnTo>
                    <a:pt x="8584" y="4512"/>
                  </a:lnTo>
                  <a:lnTo>
                    <a:pt x="8548" y="4549"/>
                  </a:lnTo>
                  <a:lnTo>
                    <a:pt x="8511" y="4622"/>
                  </a:lnTo>
                  <a:lnTo>
                    <a:pt x="8328" y="4989"/>
                  </a:lnTo>
                  <a:lnTo>
                    <a:pt x="8108" y="5356"/>
                  </a:lnTo>
                  <a:lnTo>
                    <a:pt x="7851" y="5466"/>
                  </a:lnTo>
                  <a:lnTo>
                    <a:pt x="7594" y="5613"/>
                  </a:lnTo>
                  <a:lnTo>
                    <a:pt x="7117" y="5906"/>
                  </a:lnTo>
                  <a:lnTo>
                    <a:pt x="6714" y="6163"/>
                  </a:lnTo>
                  <a:lnTo>
                    <a:pt x="6530" y="6310"/>
                  </a:lnTo>
                  <a:lnTo>
                    <a:pt x="6457" y="6383"/>
                  </a:lnTo>
                  <a:lnTo>
                    <a:pt x="6420" y="6493"/>
                  </a:lnTo>
                  <a:lnTo>
                    <a:pt x="6384" y="6676"/>
                  </a:lnTo>
                  <a:lnTo>
                    <a:pt x="6420" y="6786"/>
                  </a:lnTo>
                  <a:lnTo>
                    <a:pt x="6457" y="6896"/>
                  </a:lnTo>
                  <a:lnTo>
                    <a:pt x="6567" y="6970"/>
                  </a:lnTo>
                  <a:lnTo>
                    <a:pt x="6677" y="6970"/>
                  </a:lnTo>
                  <a:lnTo>
                    <a:pt x="6824" y="7006"/>
                  </a:lnTo>
                  <a:lnTo>
                    <a:pt x="7117" y="6933"/>
                  </a:lnTo>
                  <a:lnTo>
                    <a:pt x="7301" y="6860"/>
                  </a:lnTo>
                  <a:lnTo>
                    <a:pt x="7447" y="6823"/>
                  </a:lnTo>
                  <a:lnTo>
                    <a:pt x="7484" y="6860"/>
                  </a:lnTo>
                  <a:lnTo>
                    <a:pt x="7411" y="6896"/>
                  </a:lnTo>
                  <a:lnTo>
                    <a:pt x="7227" y="7006"/>
                  </a:lnTo>
                  <a:lnTo>
                    <a:pt x="6860" y="7080"/>
                  </a:lnTo>
                  <a:lnTo>
                    <a:pt x="6530" y="7153"/>
                  </a:lnTo>
                  <a:lnTo>
                    <a:pt x="6347" y="7227"/>
                  </a:lnTo>
                  <a:lnTo>
                    <a:pt x="6237" y="7337"/>
                  </a:lnTo>
                  <a:lnTo>
                    <a:pt x="6163" y="7483"/>
                  </a:lnTo>
                  <a:lnTo>
                    <a:pt x="6127" y="7630"/>
                  </a:lnTo>
                  <a:lnTo>
                    <a:pt x="6127" y="7777"/>
                  </a:lnTo>
                  <a:lnTo>
                    <a:pt x="6163" y="7924"/>
                  </a:lnTo>
                  <a:lnTo>
                    <a:pt x="6237" y="8070"/>
                  </a:lnTo>
                  <a:lnTo>
                    <a:pt x="6384" y="8180"/>
                  </a:lnTo>
                  <a:lnTo>
                    <a:pt x="6494" y="8180"/>
                  </a:lnTo>
                  <a:lnTo>
                    <a:pt x="6567" y="8144"/>
                  </a:lnTo>
                  <a:lnTo>
                    <a:pt x="6640" y="8070"/>
                  </a:lnTo>
                  <a:lnTo>
                    <a:pt x="6714" y="7997"/>
                  </a:lnTo>
                  <a:lnTo>
                    <a:pt x="6897" y="7924"/>
                  </a:lnTo>
                  <a:lnTo>
                    <a:pt x="7337" y="7924"/>
                  </a:lnTo>
                  <a:lnTo>
                    <a:pt x="8328" y="7997"/>
                  </a:lnTo>
                  <a:lnTo>
                    <a:pt x="8328" y="8144"/>
                  </a:lnTo>
                  <a:lnTo>
                    <a:pt x="8364" y="8327"/>
                  </a:lnTo>
                  <a:lnTo>
                    <a:pt x="8438" y="8474"/>
                  </a:lnTo>
                  <a:lnTo>
                    <a:pt x="8548" y="8584"/>
                  </a:lnTo>
                  <a:lnTo>
                    <a:pt x="8768" y="8767"/>
                  </a:lnTo>
                  <a:lnTo>
                    <a:pt x="8548" y="8694"/>
                  </a:lnTo>
                  <a:lnTo>
                    <a:pt x="8328" y="8657"/>
                  </a:lnTo>
                  <a:lnTo>
                    <a:pt x="8291" y="8657"/>
                  </a:lnTo>
                  <a:lnTo>
                    <a:pt x="8291" y="8731"/>
                  </a:lnTo>
                  <a:lnTo>
                    <a:pt x="8511" y="8951"/>
                  </a:lnTo>
                  <a:lnTo>
                    <a:pt x="8768" y="9171"/>
                  </a:lnTo>
                  <a:lnTo>
                    <a:pt x="9355" y="9501"/>
                  </a:lnTo>
                  <a:lnTo>
                    <a:pt x="9428" y="9574"/>
                  </a:lnTo>
                  <a:lnTo>
                    <a:pt x="9538" y="9648"/>
                  </a:lnTo>
                  <a:lnTo>
                    <a:pt x="9648" y="9684"/>
                  </a:lnTo>
                  <a:lnTo>
                    <a:pt x="9795" y="9794"/>
                  </a:lnTo>
                  <a:lnTo>
                    <a:pt x="9942" y="9941"/>
                  </a:lnTo>
                  <a:lnTo>
                    <a:pt x="10125" y="10198"/>
                  </a:lnTo>
                  <a:lnTo>
                    <a:pt x="10272" y="10344"/>
                  </a:lnTo>
                  <a:lnTo>
                    <a:pt x="10418" y="10491"/>
                  </a:lnTo>
                  <a:lnTo>
                    <a:pt x="10125" y="10858"/>
                  </a:lnTo>
                  <a:lnTo>
                    <a:pt x="9978" y="10638"/>
                  </a:lnTo>
                  <a:lnTo>
                    <a:pt x="9795" y="10455"/>
                  </a:lnTo>
                  <a:lnTo>
                    <a:pt x="9428" y="10161"/>
                  </a:lnTo>
                  <a:lnTo>
                    <a:pt x="8988" y="9904"/>
                  </a:lnTo>
                  <a:lnTo>
                    <a:pt x="8401" y="9501"/>
                  </a:lnTo>
                  <a:lnTo>
                    <a:pt x="8144" y="9171"/>
                  </a:lnTo>
                  <a:lnTo>
                    <a:pt x="7851" y="8877"/>
                  </a:lnTo>
                  <a:lnTo>
                    <a:pt x="7557" y="8657"/>
                  </a:lnTo>
                  <a:lnTo>
                    <a:pt x="7227" y="8437"/>
                  </a:lnTo>
                  <a:lnTo>
                    <a:pt x="7190" y="8437"/>
                  </a:lnTo>
                  <a:lnTo>
                    <a:pt x="7190" y="8400"/>
                  </a:lnTo>
                  <a:lnTo>
                    <a:pt x="7154" y="8400"/>
                  </a:lnTo>
                  <a:lnTo>
                    <a:pt x="7044" y="8364"/>
                  </a:lnTo>
                  <a:lnTo>
                    <a:pt x="6677" y="8327"/>
                  </a:lnTo>
                  <a:lnTo>
                    <a:pt x="6273" y="8290"/>
                  </a:lnTo>
                  <a:lnTo>
                    <a:pt x="5870" y="8327"/>
                  </a:lnTo>
                  <a:lnTo>
                    <a:pt x="5466" y="8364"/>
                  </a:lnTo>
                  <a:lnTo>
                    <a:pt x="5173" y="8437"/>
                  </a:lnTo>
                  <a:lnTo>
                    <a:pt x="4990" y="8510"/>
                  </a:lnTo>
                  <a:lnTo>
                    <a:pt x="4843" y="8620"/>
                  </a:lnTo>
                  <a:lnTo>
                    <a:pt x="4733" y="8731"/>
                  </a:lnTo>
                  <a:lnTo>
                    <a:pt x="4623" y="8841"/>
                  </a:lnTo>
                  <a:lnTo>
                    <a:pt x="4549" y="8987"/>
                  </a:lnTo>
                  <a:lnTo>
                    <a:pt x="4476" y="9171"/>
                  </a:lnTo>
                  <a:lnTo>
                    <a:pt x="4476" y="9317"/>
                  </a:lnTo>
                  <a:lnTo>
                    <a:pt x="4476" y="9464"/>
                  </a:lnTo>
                  <a:lnTo>
                    <a:pt x="4513" y="9611"/>
                  </a:lnTo>
                  <a:lnTo>
                    <a:pt x="4549" y="9721"/>
                  </a:lnTo>
                  <a:lnTo>
                    <a:pt x="4733" y="9978"/>
                  </a:lnTo>
                  <a:lnTo>
                    <a:pt x="4953" y="10161"/>
                  </a:lnTo>
                  <a:lnTo>
                    <a:pt x="5246" y="10344"/>
                  </a:lnTo>
                  <a:lnTo>
                    <a:pt x="5577" y="10491"/>
                  </a:lnTo>
                  <a:lnTo>
                    <a:pt x="5687" y="10491"/>
                  </a:lnTo>
                  <a:lnTo>
                    <a:pt x="5797" y="10418"/>
                  </a:lnTo>
                  <a:lnTo>
                    <a:pt x="6090" y="10308"/>
                  </a:lnTo>
                  <a:lnTo>
                    <a:pt x="6090" y="10418"/>
                  </a:lnTo>
                  <a:lnTo>
                    <a:pt x="6090" y="10528"/>
                  </a:lnTo>
                  <a:lnTo>
                    <a:pt x="6163" y="10785"/>
                  </a:lnTo>
                  <a:lnTo>
                    <a:pt x="6310" y="10968"/>
                  </a:lnTo>
                  <a:lnTo>
                    <a:pt x="6494" y="11188"/>
                  </a:lnTo>
                  <a:lnTo>
                    <a:pt x="6494" y="11592"/>
                  </a:lnTo>
                  <a:lnTo>
                    <a:pt x="6420" y="11958"/>
                  </a:lnTo>
                  <a:lnTo>
                    <a:pt x="6384" y="12105"/>
                  </a:lnTo>
                  <a:lnTo>
                    <a:pt x="6420" y="12142"/>
                  </a:lnTo>
                  <a:lnTo>
                    <a:pt x="6457" y="12179"/>
                  </a:lnTo>
                  <a:lnTo>
                    <a:pt x="6714" y="12289"/>
                  </a:lnTo>
                  <a:lnTo>
                    <a:pt x="6970" y="12325"/>
                  </a:lnTo>
                  <a:lnTo>
                    <a:pt x="7227" y="12252"/>
                  </a:lnTo>
                  <a:lnTo>
                    <a:pt x="7447" y="12142"/>
                  </a:lnTo>
                  <a:lnTo>
                    <a:pt x="7924" y="12509"/>
                  </a:lnTo>
                  <a:lnTo>
                    <a:pt x="7484" y="12655"/>
                  </a:lnTo>
                  <a:lnTo>
                    <a:pt x="7044" y="12802"/>
                  </a:lnTo>
                  <a:lnTo>
                    <a:pt x="6714" y="12876"/>
                  </a:lnTo>
                  <a:lnTo>
                    <a:pt x="6604" y="12765"/>
                  </a:lnTo>
                  <a:lnTo>
                    <a:pt x="6494" y="12582"/>
                  </a:lnTo>
                  <a:lnTo>
                    <a:pt x="6310" y="12289"/>
                  </a:lnTo>
                  <a:lnTo>
                    <a:pt x="6090" y="12032"/>
                  </a:lnTo>
                  <a:lnTo>
                    <a:pt x="5870" y="11812"/>
                  </a:lnTo>
                  <a:lnTo>
                    <a:pt x="5466" y="11372"/>
                  </a:lnTo>
                  <a:lnTo>
                    <a:pt x="5100" y="10895"/>
                  </a:lnTo>
                  <a:lnTo>
                    <a:pt x="5063" y="10858"/>
                  </a:lnTo>
                  <a:lnTo>
                    <a:pt x="4990" y="10858"/>
                  </a:lnTo>
                  <a:lnTo>
                    <a:pt x="4953" y="10895"/>
                  </a:lnTo>
                  <a:lnTo>
                    <a:pt x="4953" y="10931"/>
                  </a:lnTo>
                  <a:lnTo>
                    <a:pt x="4953" y="11151"/>
                  </a:lnTo>
                  <a:lnTo>
                    <a:pt x="5026" y="11335"/>
                  </a:lnTo>
                  <a:lnTo>
                    <a:pt x="5100" y="11518"/>
                  </a:lnTo>
                  <a:lnTo>
                    <a:pt x="5246" y="11702"/>
                  </a:lnTo>
                  <a:lnTo>
                    <a:pt x="5540" y="12032"/>
                  </a:lnTo>
                  <a:lnTo>
                    <a:pt x="5833" y="12325"/>
                  </a:lnTo>
                  <a:lnTo>
                    <a:pt x="6017" y="12582"/>
                  </a:lnTo>
                  <a:lnTo>
                    <a:pt x="6200" y="12912"/>
                  </a:lnTo>
                  <a:lnTo>
                    <a:pt x="5650" y="12949"/>
                  </a:lnTo>
                  <a:lnTo>
                    <a:pt x="5026" y="12362"/>
                  </a:lnTo>
                  <a:lnTo>
                    <a:pt x="4659" y="11995"/>
                  </a:lnTo>
                  <a:lnTo>
                    <a:pt x="4513" y="11812"/>
                  </a:lnTo>
                  <a:lnTo>
                    <a:pt x="4439" y="11555"/>
                  </a:lnTo>
                  <a:lnTo>
                    <a:pt x="4403" y="11518"/>
                  </a:lnTo>
                  <a:lnTo>
                    <a:pt x="4329" y="11482"/>
                  </a:lnTo>
                  <a:lnTo>
                    <a:pt x="4256" y="11482"/>
                  </a:lnTo>
                  <a:lnTo>
                    <a:pt x="4219" y="11555"/>
                  </a:lnTo>
                  <a:lnTo>
                    <a:pt x="4219" y="11665"/>
                  </a:lnTo>
                  <a:lnTo>
                    <a:pt x="4219" y="11812"/>
                  </a:lnTo>
                  <a:lnTo>
                    <a:pt x="4293" y="12032"/>
                  </a:lnTo>
                  <a:lnTo>
                    <a:pt x="4403" y="12252"/>
                  </a:lnTo>
                  <a:lnTo>
                    <a:pt x="4586" y="12435"/>
                  </a:lnTo>
                  <a:lnTo>
                    <a:pt x="4953" y="12876"/>
                  </a:lnTo>
                  <a:lnTo>
                    <a:pt x="4880" y="12876"/>
                  </a:lnTo>
                  <a:lnTo>
                    <a:pt x="4880" y="12839"/>
                  </a:lnTo>
                  <a:lnTo>
                    <a:pt x="4880" y="12802"/>
                  </a:lnTo>
                  <a:lnTo>
                    <a:pt x="4843" y="12765"/>
                  </a:lnTo>
                  <a:lnTo>
                    <a:pt x="4549" y="12692"/>
                  </a:lnTo>
                  <a:lnTo>
                    <a:pt x="4439" y="12655"/>
                  </a:lnTo>
                  <a:lnTo>
                    <a:pt x="4366" y="12545"/>
                  </a:lnTo>
                  <a:lnTo>
                    <a:pt x="4293" y="12362"/>
                  </a:lnTo>
                  <a:lnTo>
                    <a:pt x="4073" y="11995"/>
                  </a:lnTo>
                  <a:lnTo>
                    <a:pt x="3926" y="11848"/>
                  </a:lnTo>
                  <a:lnTo>
                    <a:pt x="3816" y="11738"/>
                  </a:lnTo>
                  <a:lnTo>
                    <a:pt x="3816" y="11665"/>
                  </a:lnTo>
                  <a:lnTo>
                    <a:pt x="3816" y="11592"/>
                  </a:lnTo>
                  <a:lnTo>
                    <a:pt x="3779" y="11555"/>
                  </a:lnTo>
                  <a:lnTo>
                    <a:pt x="3742" y="11518"/>
                  </a:lnTo>
                  <a:lnTo>
                    <a:pt x="3669" y="11555"/>
                  </a:lnTo>
                  <a:lnTo>
                    <a:pt x="3559" y="11628"/>
                  </a:lnTo>
                  <a:lnTo>
                    <a:pt x="3522" y="11702"/>
                  </a:lnTo>
                  <a:lnTo>
                    <a:pt x="3522" y="11848"/>
                  </a:lnTo>
                  <a:lnTo>
                    <a:pt x="3559" y="11958"/>
                  </a:lnTo>
                  <a:lnTo>
                    <a:pt x="3669" y="12105"/>
                  </a:lnTo>
                  <a:lnTo>
                    <a:pt x="3779" y="12252"/>
                  </a:lnTo>
                  <a:lnTo>
                    <a:pt x="3889" y="12435"/>
                  </a:lnTo>
                  <a:lnTo>
                    <a:pt x="3963" y="12655"/>
                  </a:lnTo>
                  <a:lnTo>
                    <a:pt x="3963" y="12655"/>
                  </a:lnTo>
                  <a:lnTo>
                    <a:pt x="3376" y="12435"/>
                  </a:lnTo>
                  <a:lnTo>
                    <a:pt x="2825" y="12105"/>
                  </a:lnTo>
                  <a:lnTo>
                    <a:pt x="2789" y="12069"/>
                  </a:lnTo>
                  <a:lnTo>
                    <a:pt x="2715" y="11958"/>
                  </a:lnTo>
                  <a:lnTo>
                    <a:pt x="2605" y="11885"/>
                  </a:lnTo>
                  <a:lnTo>
                    <a:pt x="2349" y="11812"/>
                  </a:lnTo>
                  <a:lnTo>
                    <a:pt x="2312" y="11738"/>
                  </a:lnTo>
                  <a:lnTo>
                    <a:pt x="2165" y="11115"/>
                  </a:lnTo>
                  <a:lnTo>
                    <a:pt x="2092" y="10748"/>
                  </a:lnTo>
                  <a:lnTo>
                    <a:pt x="2055" y="10381"/>
                  </a:lnTo>
                  <a:lnTo>
                    <a:pt x="2055" y="10051"/>
                  </a:lnTo>
                  <a:lnTo>
                    <a:pt x="2092" y="9868"/>
                  </a:lnTo>
                  <a:lnTo>
                    <a:pt x="2165" y="9758"/>
                  </a:lnTo>
                  <a:lnTo>
                    <a:pt x="2238" y="9611"/>
                  </a:lnTo>
                  <a:lnTo>
                    <a:pt x="2349" y="9538"/>
                  </a:lnTo>
                  <a:lnTo>
                    <a:pt x="2495" y="9464"/>
                  </a:lnTo>
                  <a:lnTo>
                    <a:pt x="2679" y="9391"/>
                  </a:lnTo>
                  <a:lnTo>
                    <a:pt x="2715" y="9391"/>
                  </a:lnTo>
                  <a:lnTo>
                    <a:pt x="2752" y="9354"/>
                  </a:lnTo>
                  <a:lnTo>
                    <a:pt x="2789" y="9281"/>
                  </a:lnTo>
                  <a:lnTo>
                    <a:pt x="2789" y="9207"/>
                  </a:lnTo>
                  <a:lnTo>
                    <a:pt x="2715" y="9024"/>
                  </a:lnTo>
                  <a:lnTo>
                    <a:pt x="2605" y="8841"/>
                  </a:lnTo>
                  <a:lnTo>
                    <a:pt x="2495" y="8694"/>
                  </a:lnTo>
                  <a:lnTo>
                    <a:pt x="2349" y="8510"/>
                  </a:lnTo>
                  <a:lnTo>
                    <a:pt x="2055" y="8254"/>
                  </a:lnTo>
                  <a:lnTo>
                    <a:pt x="1725" y="7960"/>
                  </a:lnTo>
                  <a:lnTo>
                    <a:pt x="1505" y="7813"/>
                  </a:lnTo>
                  <a:lnTo>
                    <a:pt x="1285" y="7630"/>
                  </a:lnTo>
                  <a:lnTo>
                    <a:pt x="1175" y="7447"/>
                  </a:lnTo>
                  <a:lnTo>
                    <a:pt x="991" y="7300"/>
                  </a:lnTo>
                  <a:lnTo>
                    <a:pt x="771" y="7153"/>
                  </a:lnTo>
                  <a:lnTo>
                    <a:pt x="551" y="7117"/>
                  </a:lnTo>
                  <a:lnTo>
                    <a:pt x="661" y="6566"/>
                  </a:lnTo>
                  <a:lnTo>
                    <a:pt x="771" y="6089"/>
                  </a:lnTo>
                  <a:lnTo>
                    <a:pt x="808" y="6016"/>
                  </a:lnTo>
                  <a:lnTo>
                    <a:pt x="955" y="5943"/>
                  </a:lnTo>
                  <a:lnTo>
                    <a:pt x="1101" y="5906"/>
                  </a:lnTo>
                  <a:lnTo>
                    <a:pt x="1248" y="5906"/>
                  </a:lnTo>
                  <a:lnTo>
                    <a:pt x="1395" y="5943"/>
                  </a:lnTo>
                  <a:lnTo>
                    <a:pt x="1505" y="6016"/>
                  </a:lnTo>
                  <a:lnTo>
                    <a:pt x="1615" y="6126"/>
                  </a:lnTo>
                  <a:lnTo>
                    <a:pt x="1652" y="6236"/>
                  </a:lnTo>
                  <a:lnTo>
                    <a:pt x="1652" y="6420"/>
                  </a:lnTo>
                  <a:lnTo>
                    <a:pt x="1652" y="6530"/>
                  </a:lnTo>
                  <a:lnTo>
                    <a:pt x="1688" y="6566"/>
                  </a:lnTo>
                  <a:lnTo>
                    <a:pt x="1725" y="6566"/>
                  </a:lnTo>
                  <a:lnTo>
                    <a:pt x="1945" y="6676"/>
                  </a:lnTo>
                  <a:lnTo>
                    <a:pt x="2128" y="6786"/>
                  </a:lnTo>
                  <a:lnTo>
                    <a:pt x="2275" y="6970"/>
                  </a:lnTo>
                  <a:lnTo>
                    <a:pt x="2385" y="7153"/>
                  </a:lnTo>
                  <a:lnTo>
                    <a:pt x="2459" y="7227"/>
                  </a:lnTo>
                  <a:lnTo>
                    <a:pt x="2532" y="7227"/>
                  </a:lnTo>
                  <a:lnTo>
                    <a:pt x="2605" y="7190"/>
                  </a:lnTo>
                  <a:lnTo>
                    <a:pt x="2642" y="7080"/>
                  </a:lnTo>
                  <a:lnTo>
                    <a:pt x="2532" y="5943"/>
                  </a:lnTo>
                  <a:lnTo>
                    <a:pt x="2752" y="5906"/>
                  </a:lnTo>
                  <a:lnTo>
                    <a:pt x="3009" y="5796"/>
                  </a:lnTo>
                  <a:lnTo>
                    <a:pt x="3229" y="5723"/>
                  </a:lnTo>
                  <a:lnTo>
                    <a:pt x="3449" y="5686"/>
                  </a:lnTo>
                  <a:lnTo>
                    <a:pt x="3669" y="5649"/>
                  </a:lnTo>
                  <a:lnTo>
                    <a:pt x="3889" y="5686"/>
                  </a:lnTo>
                  <a:lnTo>
                    <a:pt x="4293" y="5723"/>
                  </a:lnTo>
                  <a:lnTo>
                    <a:pt x="5100" y="5723"/>
                  </a:lnTo>
                  <a:lnTo>
                    <a:pt x="5283" y="5649"/>
                  </a:lnTo>
                  <a:lnTo>
                    <a:pt x="5503" y="5576"/>
                  </a:lnTo>
                  <a:lnTo>
                    <a:pt x="5577" y="5539"/>
                  </a:lnTo>
                  <a:lnTo>
                    <a:pt x="5613" y="5466"/>
                  </a:lnTo>
                  <a:lnTo>
                    <a:pt x="5613" y="5356"/>
                  </a:lnTo>
                  <a:lnTo>
                    <a:pt x="5577" y="5282"/>
                  </a:lnTo>
                  <a:lnTo>
                    <a:pt x="5246" y="4916"/>
                  </a:lnTo>
                  <a:lnTo>
                    <a:pt x="4880" y="4549"/>
                  </a:lnTo>
                  <a:lnTo>
                    <a:pt x="4696" y="4365"/>
                  </a:lnTo>
                  <a:lnTo>
                    <a:pt x="4513" y="4219"/>
                  </a:lnTo>
                  <a:lnTo>
                    <a:pt x="4293" y="4109"/>
                  </a:lnTo>
                  <a:lnTo>
                    <a:pt x="4036" y="3999"/>
                  </a:lnTo>
                  <a:lnTo>
                    <a:pt x="3999" y="3889"/>
                  </a:lnTo>
                  <a:lnTo>
                    <a:pt x="3963" y="3815"/>
                  </a:lnTo>
                  <a:lnTo>
                    <a:pt x="3852" y="3742"/>
                  </a:lnTo>
                  <a:lnTo>
                    <a:pt x="3742" y="3668"/>
                  </a:lnTo>
                  <a:lnTo>
                    <a:pt x="3376" y="3522"/>
                  </a:lnTo>
                  <a:lnTo>
                    <a:pt x="3192" y="3448"/>
                  </a:lnTo>
                  <a:lnTo>
                    <a:pt x="2972" y="3412"/>
                  </a:lnTo>
                  <a:lnTo>
                    <a:pt x="3412" y="3228"/>
                  </a:lnTo>
                  <a:lnTo>
                    <a:pt x="3816" y="3045"/>
                  </a:lnTo>
                  <a:lnTo>
                    <a:pt x="4256" y="2935"/>
                  </a:lnTo>
                  <a:lnTo>
                    <a:pt x="4696" y="2861"/>
                  </a:lnTo>
                  <a:lnTo>
                    <a:pt x="5136" y="2788"/>
                  </a:lnTo>
                  <a:lnTo>
                    <a:pt x="6494" y="2788"/>
                  </a:lnTo>
                  <a:lnTo>
                    <a:pt x="6567" y="2751"/>
                  </a:lnTo>
                  <a:lnTo>
                    <a:pt x="6567" y="2678"/>
                  </a:lnTo>
                  <a:close/>
                  <a:moveTo>
                    <a:pt x="5100" y="15590"/>
                  </a:moveTo>
                  <a:lnTo>
                    <a:pt x="5246" y="15627"/>
                  </a:lnTo>
                  <a:lnTo>
                    <a:pt x="5503" y="15700"/>
                  </a:lnTo>
                  <a:lnTo>
                    <a:pt x="5393" y="15737"/>
                  </a:lnTo>
                  <a:lnTo>
                    <a:pt x="5320" y="15810"/>
                  </a:lnTo>
                  <a:lnTo>
                    <a:pt x="5246" y="15920"/>
                  </a:lnTo>
                  <a:lnTo>
                    <a:pt x="5246" y="16030"/>
                  </a:lnTo>
                  <a:lnTo>
                    <a:pt x="5210" y="16177"/>
                  </a:lnTo>
                  <a:lnTo>
                    <a:pt x="5246" y="16360"/>
                  </a:lnTo>
                  <a:lnTo>
                    <a:pt x="5246" y="16434"/>
                  </a:lnTo>
                  <a:lnTo>
                    <a:pt x="5283" y="16507"/>
                  </a:lnTo>
                  <a:lnTo>
                    <a:pt x="5356" y="16580"/>
                  </a:lnTo>
                  <a:lnTo>
                    <a:pt x="5430" y="16617"/>
                  </a:lnTo>
                  <a:lnTo>
                    <a:pt x="5540" y="16617"/>
                  </a:lnTo>
                  <a:lnTo>
                    <a:pt x="5870" y="16947"/>
                  </a:lnTo>
                  <a:lnTo>
                    <a:pt x="6237" y="17167"/>
                  </a:lnTo>
                  <a:lnTo>
                    <a:pt x="6567" y="17351"/>
                  </a:lnTo>
                  <a:lnTo>
                    <a:pt x="6750" y="17424"/>
                  </a:lnTo>
                  <a:lnTo>
                    <a:pt x="3449" y="17387"/>
                  </a:lnTo>
                  <a:lnTo>
                    <a:pt x="3596" y="17314"/>
                  </a:lnTo>
                  <a:lnTo>
                    <a:pt x="3926" y="17167"/>
                  </a:lnTo>
                  <a:lnTo>
                    <a:pt x="4256" y="16984"/>
                  </a:lnTo>
                  <a:lnTo>
                    <a:pt x="4476" y="16837"/>
                  </a:lnTo>
                  <a:lnTo>
                    <a:pt x="4696" y="16654"/>
                  </a:lnTo>
                  <a:lnTo>
                    <a:pt x="4770" y="16690"/>
                  </a:lnTo>
                  <a:lnTo>
                    <a:pt x="4880" y="16690"/>
                  </a:lnTo>
                  <a:lnTo>
                    <a:pt x="4953" y="16654"/>
                  </a:lnTo>
                  <a:lnTo>
                    <a:pt x="5026" y="16580"/>
                  </a:lnTo>
                  <a:lnTo>
                    <a:pt x="5136" y="16397"/>
                  </a:lnTo>
                  <a:lnTo>
                    <a:pt x="5210" y="16214"/>
                  </a:lnTo>
                  <a:lnTo>
                    <a:pt x="5173" y="16103"/>
                  </a:lnTo>
                  <a:lnTo>
                    <a:pt x="5100" y="16030"/>
                  </a:lnTo>
                  <a:lnTo>
                    <a:pt x="5063" y="15993"/>
                  </a:lnTo>
                  <a:lnTo>
                    <a:pt x="5100" y="15773"/>
                  </a:lnTo>
                  <a:lnTo>
                    <a:pt x="5100" y="15590"/>
                  </a:lnTo>
                  <a:close/>
                  <a:moveTo>
                    <a:pt x="9795" y="0"/>
                  </a:moveTo>
                  <a:lnTo>
                    <a:pt x="9648" y="74"/>
                  </a:lnTo>
                  <a:lnTo>
                    <a:pt x="9391" y="110"/>
                  </a:lnTo>
                  <a:lnTo>
                    <a:pt x="9171" y="220"/>
                  </a:lnTo>
                  <a:lnTo>
                    <a:pt x="9061" y="294"/>
                  </a:lnTo>
                  <a:lnTo>
                    <a:pt x="8988" y="404"/>
                  </a:lnTo>
                  <a:lnTo>
                    <a:pt x="8951" y="514"/>
                  </a:lnTo>
                  <a:lnTo>
                    <a:pt x="8915" y="661"/>
                  </a:lnTo>
                  <a:lnTo>
                    <a:pt x="8915" y="771"/>
                  </a:lnTo>
                  <a:lnTo>
                    <a:pt x="8915" y="881"/>
                  </a:lnTo>
                  <a:lnTo>
                    <a:pt x="8988" y="1027"/>
                  </a:lnTo>
                  <a:lnTo>
                    <a:pt x="9025" y="1137"/>
                  </a:lnTo>
                  <a:lnTo>
                    <a:pt x="8254" y="2348"/>
                  </a:lnTo>
                  <a:lnTo>
                    <a:pt x="7631" y="2201"/>
                  </a:lnTo>
                  <a:lnTo>
                    <a:pt x="7007" y="2165"/>
                  </a:lnTo>
                  <a:lnTo>
                    <a:pt x="6384" y="2165"/>
                  </a:lnTo>
                  <a:lnTo>
                    <a:pt x="5797" y="2238"/>
                  </a:lnTo>
                  <a:lnTo>
                    <a:pt x="5650" y="2275"/>
                  </a:lnTo>
                  <a:lnTo>
                    <a:pt x="5577" y="2385"/>
                  </a:lnTo>
                  <a:lnTo>
                    <a:pt x="5100" y="2348"/>
                  </a:lnTo>
                  <a:lnTo>
                    <a:pt x="4623" y="2421"/>
                  </a:lnTo>
                  <a:lnTo>
                    <a:pt x="4109" y="2495"/>
                  </a:lnTo>
                  <a:lnTo>
                    <a:pt x="3632" y="2641"/>
                  </a:lnTo>
                  <a:lnTo>
                    <a:pt x="3192" y="2825"/>
                  </a:lnTo>
                  <a:lnTo>
                    <a:pt x="2715" y="3045"/>
                  </a:lnTo>
                  <a:lnTo>
                    <a:pt x="2312" y="3302"/>
                  </a:lnTo>
                  <a:lnTo>
                    <a:pt x="1945" y="3558"/>
                  </a:lnTo>
                  <a:lnTo>
                    <a:pt x="1505" y="3925"/>
                  </a:lnTo>
                  <a:lnTo>
                    <a:pt x="1138" y="4365"/>
                  </a:lnTo>
                  <a:lnTo>
                    <a:pt x="808" y="4806"/>
                  </a:lnTo>
                  <a:lnTo>
                    <a:pt x="551" y="5282"/>
                  </a:lnTo>
                  <a:lnTo>
                    <a:pt x="331" y="5796"/>
                  </a:lnTo>
                  <a:lnTo>
                    <a:pt x="184" y="6346"/>
                  </a:lnTo>
                  <a:lnTo>
                    <a:pt x="74" y="6896"/>
                  </a:lnTo>
                  <a:lnTo>
                    <a:pt x="1" y="7447"/>
                  </a:lnTo>
                  <a:lnTo>
                    <a:pt x="1" y="7997"/>
                  </a:lnTo>
                  <a:lnTo>
                    <a:pt x="38" y="8547"/>
                  </a:lnTo>
                  <a:lnTo>
                    <a:pt x="148" y="9097"/>
                  </a:lnTo>
                  <a:lnTo>
                    <a:pt x="294" y="9648"/>
                  </a:lnTo>
                  <a:lnTo>
                    <a:pt x="478" y="10161"/>
                  </a:lnTo>
                  <a:lnTo>
                    <a:pt x="698" y="10638"/>
                  </a:lnTo>
                  <a:lnTo>
                    <a:pt x="991" y="11115"/>
                  </a:lnTo>
                  <a:lnTo>
                    <a:pt x="1358" y="11555"/>
                  </a:lnTo>
                  <a:lnTo>
                    <a:pt x="1725" y="11958"/>
                  </a:lnTo>
                  <a:lnTo>
                    <a:pt x="2165" y="12325"/>
                  </a:lnTo>
                  <a:lnTo>
                    <a:pt x="2679" y="12655"/>
                  </a:lnTo>
                  <a:lnTo>
                    <a:pt x="3156" y="12912"/>
                  </a:lnTo>
                  <a:lnTo>
                    <a:pt x="3706" y="13132"/>
                  </a:lnTo>
                  <a:lnTo>
                    <a:pt x="4256" y="13279"/>
                  </a:lnTo>
                  <a:lnTo>
                    <a:pt x="4806" y="13389"/>
                  </a:lnTo>
                  <a:lnTo>
                    <a:pt x="5393" y="13462"/>
                  </a:lnTo>
                  <a:lnTo>
                    <a:pt x="5943" y="13462"/>
                  </a:lnTo>
                  <a:lnTo>
                    <a:pt x="6494" y="13426"/>
                  </a:lnTo>
                  <a:lnTo>
                    <a:pt x="7044" y="13352"/>
                  </a:lnTo>
                  <a:lnTo>
                    <a:pt x="7594" y="13206"/>
                  </a:lnTo>
                  <a:lnTo>
                    <a:pt x="8108" y="13022"/>
                  </a:lnTo>
                  <a:lnTo>
                    <a:pt x="8621" y="12802"/>
                  </a:lnTo>
                  <a:lnTo>
                    <a:pt x="9098" y="12509"/>
                  </a:lnTo>
                  <a:lnTo>
                    <a:pt x="9538" y="12215"/>
                  </a:lnTo>
                  <a:lnTo>
                    <a:pt x="10052" y="11775"/>
                  </a:lnTo>
                  <a:lnTo>
                    <a:pt x="10492" y="11262"/>
                  </a:lnTo>
                  <a:lnTo>
                    <a:pt x="10932" y="10711"/>
                  </a:lnTo>
                  <a:lnTo>
                    <a:pt x="11299" y="10161"/>
                  </a:lnTo>
                  <a:lnTo>
                    <a:pt x="11629" y="9538"/>
                  </a:lnTo>
                  <a:lnTo>
                    <a:pt x="11886" y="8914"/>
                  </a:lnTo>
                  <a:lnTo>
                    <a:pt x="12106" y="8290"/>
                  </a:lnTo>
                  <a:lnTo>
                    <a:pt x="12179" y="7924"/>
                  </a:lnTo>
                  <a:lnTo>
                    <a:pt x="12216" y="7593"/>
                  </a:lnTo>
                  <a:lnTo>
                    <a:pt x="12253" y="7080"/>
                  </a:lnTo>
                  <a:lnTo>
                    <a:pt x="12216" y="6603"/>
                  </a:lnTo>
                  <a:lnTo>
                    <a:pt x="12106" y="6126"/>
                  </a:lnTo>
                  <a:lnTo>
                    <a:pt x="11922" y="5649"/>
                  </a:lnTo>
                  <a:lnTo>
                    <a:pt x="11739" y="5172"/>
                  </a:lnTo>
                  <a:lnTo>
                    <a:pt x="11482" y="4732"/>
                  </a:lnTo>
                  <a:lnTo>
                    <a:pt x="11189" y="4329"/>
                  </a:lnTo>
                  <a:lnTo>
                    <a:pt x="10859" y="3962"/>
                  </a:lnTo>
                  <a:lnTo>
                    <a:pt x="10822" y="3852"/>
                  </a:lnTo>
                  <a:lnTo>
                    <a:pt x="10712" y="3815"/>
                  </a:lnTo>
                  <a:lnTo>
                    <a:pt x="10272" y="3375"/>
                  </a:lnTo>
                  <a:lnTo>
                    <a:pt x="10162" y="3302"/>
                  </a:lnTo>
                  <a:lnTo>
                    <a:pt x="9832" y="3082"/>
                  </a:lnTo>
                  <a:lnTo>
                    <a:pt x="9501" y="2861"/>
                  </a:lnTo>
                  <a:lnTo>
                    <a:pt x="9135" y="2678"/>
                  </a:lnTo>
                  <a:lnTo>
                    <a:pt x="8768" y="2531"/>
                  </a:lnTo>
                  <a:lnTo>
                    <a:pt x="8804" y="2458"/>
                  </a:lnTo>
                  <a:lnTo>
                    <a:pt x="8841" y="2421"/>
                  </a:lnTo>
                  <a:lnTo>
                    <a:pt x="8804" y="2348"/>
                  </a:lnTo>
                  <a:lnTo>
                    <a:pt x="9171" y="1871"/>
                  </a:lnTo>
                  <a:lnTo>
                    <a:pt x="9501" y="1394"/>
                  </a:lnTo>
                  <a:lnTo>
                    <a:pt x="9758" y="1394"/>
                  </a:lnTo>
                  <a:lnTo>
                    <a:pt x="9868" y="1358"/>
                  </a:lnTo>
                  <a:lnTo>
                    <a:pt x="9978" y="1284"/>
                  </a:lnTo>
                  <a:lnTo>
                    <a:pt x="10052" y="1211"/>
                  </a:lnTo>
                  <a:lnTo>
                    <a:pt x="10602" y="1468"/>
                  </a:lnTo>
                  <a:lnTo>
                    <a:pt x="11079" y="1798"/>
                  </a:lnTo>
                  <a:lnTo>
                    <a:pt x="11556" y="2128"/>
                  </a:lnTo>
                  <a:lnTo>
                    <a:pt x="11996" y="2531"/>
                  </a:lnTo>
                  <a:lnTo>
                    <a:pt x="12399" y="2972"/>
                  </a:lnTo>
                  <a:lnTo>
                    <a:pt x="12766" y="3412"/>
                  </a:lnTo>
                  <a:lnTo>
                    <a:pt x="13060" y="3925"/>
                  </a:lnTo>
                  <a:lnTo>
                    <a:pt x="13353" y="4439"/>
                  </a:lnTo>
                  <a:lnTo>
                    <a:pt x="13573" y="4989"/>
                  </a:lnTo>
                  <a:lnTo>
                    <a:pt x="13757" y="5539"/>
                  </a:lnTo>
                  <a:lnTo>
                    <a:pt x="13903" y="6126"/>
                  </a:lnTo>
                  <a:lnTo>
                    <a:pt x="14013" y="6713"/>
                  </a:lnTo>
                  <a:lnTo>
                    <a:pt x="14087" y="7300"/>
                  </a:lnTo>
                  <a:lnTo>
                    <a:pt x="14087" y="7887"/>
                  </a:lnTo>
                  <a:lnTo>
                    <a:pt x="14087" y="8510"/>
                  </a:lnTo>
                  <a:lnTo>
                    <a:pt x="14013" y="9097"/>
                  </a:lnTo>
                  <a:lnTo>
                    <a:pt x="13867" y="9758"/>
                  </a:lnTo>
                  <a:lnTo>
                    <a:pt x="13720" y="10381"/>
                  </a:lnTo>
                  <a:lnTo>
                    <a:pt x="13463" y="11005"/>
                  </a:lnTo>
                  <a:lnTo>
                    <a:pt x="13206" y="11592"/>
                  </a:lnTo>
                  <a:lnTo>
                    <a:pt x="12876" y="12179"/>
                  </a:lnTo>
                  <a:lnTo>
                    <a:pt x="12473" y="12692"/>
                  </a:lnTo>
                  <a:lnTo>
                    <a:pt x="12069" y="13206"/>
                  </a:lnTo>
                  <a:lnTo>
                    <a:pt x="11592" y="13683"/>
                  </a:lnTo>
                  <a:lnTo>
                    <a:pt x="11079" y="14049"/>
                  </a:lnTo>
                  <a:lnTo>
                    <a:pt x="10565" y="14416"/>
                  </a:lnTo>
                  <a:lnTo>
                    <a:pt x="9978" y="14710"/>
                  </a:lnTo>
                  <a:lnTo>
                    <a:pt x="9391" y="14966"/>
                  </a:lnTo>
                  <a:lnTo>
                    <a:pt x="8804" y="15150"/>
                  </a:lnTo>
                  <a:lnTo>
                    <a:pt x="8181" y="15260"/>
                  </a:lnTo>
                  <a:lnTo>
                    <a:pt x="7557" y="15333"/>
                  </a:lnTo>
                  <a:lnTo>
                    <a:pt x="6897" y="15370"/>
                  </a:lnTo>
                  <a:lnTo>
                    <a:pt x="6420" y="15333"/>
                  </a:lnTo>
                  <a:lnTo>
                    <a:pt x="5943" y="15296"/>
                  </a:lnTo>
                  <a:lnTo>
                    <a:pt x="5466" y="15186"/>
                  </a:lnTo>
                  <a:lnTo>
                    <a:pt x="5026" y="15076"/>
                  </a:lnTo>
                  <a:lnTo>
                    <a:pt x="4549" y="14893"/>
                  </a:lnTo>
                  <a:lnTo>
                    <a:pt x="4109" y="14673"/>
                  </a:lnTo>
                  <a:lnTo>
                    <a:pt x="3632" y="14453"/>
                  </a:lnTo>
                  <a:lnTo>
                    <a:pt x="3669" y="14416"/>
                  </a:lnTo>
                  <a:lnTo>
                    <a:pt x="3706" y="14343"/>
                  </a:lnTo>
                  <a:lnTo>
                    <a:pt x="3706" y="14269"/>
                  </a:lnTo>
                  <a:lnTo>
                    <a:pt x="3706" y="14196"/>
                  </a:lnTo>
                  <a:lnTo>
                    <a:pt x="3669" y="14123"/>
                  </a:lnTo>
                  <a:lnTo>
                    <a:pt x="3522" y="14013"/>
                  </a:lnTo>
                  <a:lnTo>
                    <a:pt x="3376" y="13939"/>
                  </a:lnTo>
                  <a:lnTo>
                    <a:pt x="3229" y="13903"/>
                  </a:lnTo>
                  <a:lnTo>
                    <a:pt x="3009" y="13903"/>
                  </a:lnTo>
                  <a:lnTo>
                    <a:pt x="2899" y="13939"/>
                  </a:lnTo>
                  <a:lnTo>
                    <a:pt x="2752" y="14013"/>
                  </a:lnTo>
                  <a:lnTo>
                    <a:pt x="2642" y="14123"/>
                  </a:lnTo>
                  <a:lnTo>
                    <a:pt x="2605" y="14269"/>
                  </a:lnTo>
                  <a:lnTo>
                    <a:pt x="2605" y="14416"/>
                  </a:lnTo>
                  <a:lnTo>
                    <a:pt x="2642" y="14563"/>
                  </a:lnTo>
                  <a:lnTo>
                    <a:pt x="2715" y="14710"/>
                  </a:lnTo>
                  <a:lnTo>
                    <a:pt x="2825" y="14820"/>
                  </a:lnTo>
                  <a:lnTo>
                    <a:pt x="2972" y="14856"/>
                  </a:lnTo>
                  <a:lnTo>
                    <a:pt x="3119" y="14893"/>
                  </a:lnTo>
                  <a:lnTo>
                    <a:pt x="3266" y="14856"/>
                  </a:lnTo>
                  <a:lnTo>
                    <a:pt x="3376" y="14746"/>
                  </a:lnTo>
                  <a:lnTo>
                    <a:pt x="3522" y="14856"/>
                  </a:lnTo>
                  <a:lnTo>
                    <a:pt x="4036" y="15150"/>
                  </a:lnTo>
                  <a:lnTo>
                    <a:pt x="4439" y="15333"/>
                  </a:lnTo>
                  <a:lnTo>
                    <a:pt x="4806" y="15480"/>
                  </a:lnTo>
                  <a:lnTo>
                    <a:pt x="4770" y="15553"/>
                  </a:lnTo>
                  <a:lnTo>
                    <a:pt x="4733" y="15590"/>
                  </a:lnTo>
                  <a:lnTo>
                    <a:pt x="4659" y="15810"/>
                  </a:lnTo>
                  <a:lnTo>
                    <a:pt x="4623" y="16030"/>
                  </a:lnTo>
                  <a:lnTo>
                    <a:pt x="4586" y="16470"/>
                  </a:lnTo>
                  <a:lnTo>
                    <a:pt x="3963" y="16654"/>
                  </a:lnTo>
                  <a:lnTo>
                    <a:pt x="3376" y="16910"/>
                  </a:lnTo>
                  <a:lnTo>
                    <a:pt x="2752" y="17167"/>
                  </a:lnTo>
                  <a:lnTo>
                    <a:pt x="2128" y="17387"/>
                  </a:lnTo>
                  <a:lnTo>
                    <a:pt x="2055" y="17424"/>
                  </a:lnTo>
                  <a:lnTo>
                    <a:pt x="2018" y="17497"/>
                  </a:lnTo>
                  <a:lnTo>
                    <a:pt x="1982" y="17571"/>
                  </a:lnTo>
                  <a:lnTo>
                    <a:pt x="1982" y="17644"/>
                  </a:lnTo>
                  <a:lnTo>
                    <a:pt x="2018" y="17717"/>
                  </a:lnTo>
                  <a:lnTo>
                    <a:pt x="2055" y="17791"/>
                  </a:lnTo>
                  <a:lnTo>
                    <a:pt x="2128" y="17828"/>
                  </a:lnTo>
                  <a:lnTo>
                    <a:pt x="2202" y="17864"/>
                  </a:lnTo>
                  <a:lnTo>
                    <a:pt x="8401" y="17901"/>
                  </a:lnTo>
                  <a:lnTo>
                    <a:pt x="8474" y="17901"/>
                  </a:lnTo>
                  <a:lnTo>
                    <a:pt x="8548" y="17864"/>
                  </a:lnTo>
                  <a:lnTo>
                    <a:pt x="8621" y="17791"/>
                  </a:lnTo>
                  <a:lnTo>
                    <a:pt x="8621" y="17717"/>
                  </a:lnTo>
                  <a:lnTo>
                    <a:pt x="8621" y="17644"/>
                  </a:lnTo>
                  <a:lnTo>
                    <a:pt x="8621" y="17571"/>
                  </a:lnTo>
                  <a:lnTo>
                    <a:pt x="8584" y="17497"/>
                  </a:lnTo>
                  <a:lnTo>
                    <a:pt x="8474" y="17424"/>
                  </a:lnTo>
                  <a:lnTo>
                    <a:pt x="8108" y="17277"/>
                  </a:lnTo>
                  <a:lnTo>
                    <a:pt x="7667" y="17167"/>
                  </a:lnTo>
                  <a:lnTo>
                    <a:pt x="7264" y="17057"/>
                  </a:lnTo>
                  <a:lnTo>
                    <a:pt x="6860" y="16947"/>
                  </a:lnTo>
                  <a:lnTo>
                    <a:pt x="6494" y="16764"/>
                  </a:lnTo>
                  <a:lnTo>
                    <a:pt x="6163" y="16544"/>
                  </a:lnTo>
                  <a:lnTo>
                    <a:pt x="5907" y="16324"/>
                  </a:lnTo>
                  <a:lnTo>
                    <a:pt x="5797" y="16214"/>
                  </a:lnTo>
                  <a:lnTo>
                    <a:pt x="5650" y="16140"/>
                  </a:lnTo>
                  <a:lnTo>
                    <a:pt x="5650" y="16103"/>
                  </a:lnTo>
                  <a:lnTo>
                    <a:pt x="5687" y="15920"/>
                  </a:lnTo>
                  <a:lnTo>
                    <a:pt x="5650" y="15737"/>
                  </a:lnTo>
                  <a:lnTo>
                    <a:pt x="6127" y="15810"/>
                  </a:lnTo>
                  <a:lnTo>
                    <a:pt x="6640" y="15847"/>
                  </a:lnTo>
                  <a:lnTo>
                    <a:pt x="7631" y="15847"/>
                  </a:lnTo>
                  <a:lnTo>
                    <a:pt x="8218" y="15773"/>
                  </a:lnTo>
                  <a:lnTo>
                    <a:pt x="8841" y="15627"/>
                  </a:lnTo>
                  <a:lnTo>
                    <a:pt x="9428" y="15480"/>
                  </a:lnTo>
                  <a:lnTo>
                    <a:pt x="10015" y="15260"/>
                  </a:lnTo>
                  <a:lnTo>
                    <a:pt x="10565" y="14966"/>
                  </a:lnTo>
                  <a:lnTo>
                    <a:pt x="11079" y="14673"/>
                  </a:lnTo>
                  <a:lnTo>
                    <a:pt x="11592" y="14306"/>
                  </a:lnTo>
                  <a:lnTo>
                    <a:pt x="12069" y="13903"/>
                  </a:lnTo>
                  <a:lnTo>
                    <a:pt x="12509" y="13462"/>
                  </a:lnTo>
                  <a:lnTo>
                    <a:pt x="12913" y="12986"/>
                  </a:lnTo>
                  <a:lnTo>
                    <a:pt x="13280" y="12472"/>
                  </a:lnTo>
                  <a:lnTo>
                    <a:pt x="13573" y="11922"/>
                  </a:lnTo>
                  <a:lnTo>
                    <a:pt x="13867" y="11372"/>
                  </a:lnTo>
                  <a:lnTo>
                    <a:pt x="14087" y="10785"/>
                  </a:lnTo>
                  <a:lnTo>
                    <a:pt x="14307" y="10198"/>
                  </a:lnTo>
                  <a:lnTo>
                    <a:pt x="14417" y="9574"/>
                  </a:lnTo>
                  <a:lnTo>
                    <a:pt x="14527" y="8951"/>
                  </a:lnTo>
                  <a:lnTo>
                    <a:pt x="14600" y="8327"/>
                  </a:lnTo>
                  <a:lnTo>
                    <a:pt x="14600" y="7703"/>
                  </a:lnTo>
                  <a:lnTo>
                    <a:pt x="14564" y="7080"/>
                  </a:lnTo>
                  <a:lnTo>
                    <a:pt x="14490" y="6456"/>
                  </a:lnTo>
                  <a:lnTo>
                    <a:pt x="14380" y="5833"/>
                  </a:lnTo>
                  <a:lnTo>
                    <a:pt x="14197" y="5209"/>
                  </a:lnTo>
                  <a:lnTo>
                    <a:pt x="13977" y="4622"/>
                  </a:lnTo>
                  <a:lnTo>
                    <a:pt x="13720" y="3999"/>
                  </a:lnTo>
                  <a:lnTo>
                    <a:pt x="13353" y="3412"/>
                  </a:lnTo>
                  <a:lnTo>
                    <a:pt x="12986" y="2861"/>
                  </a:lnTo>
                  <a:lnTo>
                    <a:pt x="12509" y="2311"/>
                  </a:lnTo>
                  <a:lnTo>
                    <a:pt x="12032" y="1834"/>
                  </a:lnTo>
                  <a:lnTo>
                    <a:pt x="11482" y="1394"/>
                  </a:lnTo>
                  <a:lnTo>
                    <a:pt x="10895" y="1027"/>
                  </a:lnTo>
                  <a:lnTo>
                    <a:pt x="10602" y="881"/>
                  </a:lnTo>
                  <a:lnTo>
                    <a:pt x="10272" y="734"/>
                  </a:lnTo>
                  <a:lnTo>
                    <a:pt x="10308" y="587"/>
                  </a:lnTo>
                  <a:lnTo>
                    <a:pt x="10308" y="441"/>
                  </a:lnTo>
                  <a:lnTo>
                    <a:pt x="10272" y="294"/>
                  </a:lnTo>
                  <a:lnTo>
                    <a:pt x="10198" y="147"/>
                  </a:lnTo>
                  <a:lnTo>
                    <a:pt x="10088" y="74"/>
                  </a:lnTo>
                  <a:lnTo>
                    <a:pt x="9942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0" name="Google Shape;298;p5">
              <a:extLst>
                <a:ext uri="{FF2B5EF4-FFF2-40B4-BE49-F238E27FC236}">
                  <a16:creationId xmlns:a16="http://schemas.microsoft.com/office/drawing/2014/main" id="{22176E66-5927-40C8-80E7-C7DE634CEC56}"/>
                </a:ext>
              </a:extLst>
            </p:cNvPr>
            <p:cNvSpPr/>
            <p:nvPr/>
          </p:nvSpPr>
          <p:spPr>
            <a:xfrm>
              <a:off x="6071400" y="1791425"/>
              <a:ext cx="402625" cy="375100"/>
            </a:xfrm>
            <a:custGeom>
              <a:avLst/>
              <a:gdLst/>
              <a:ahLst/>
              <a:cxnLst/>
              <a:rect l="l" t="t" r="r" b="b"/>
              <a:pathLst>
                <a:path w="16105" h="15004" extrusionOk="0">
                  <a:moveTo>
                    <a:pt x="13170" y="587"/>
                  </a:moveTo>
                  <a:lnTo>
                    <a:pt x="13206" y="624"/>
                  </a:lnTo>
                  <a:lnTo>
                    <a:pt x="13280" y="661"/>
                  </a:lnTo>
                  <a:lnTo>
                    <a:pt x="13353" y="697"/>
                  </a:lnTo>
                  <a:lnTo>
                    <a:pt x="13610" y="771"/>
                  </a:lnTo>
                  <a:lnTo>
                    <a:pt x="13830" y="844"/>
                  </a:lnTo>
                  <a:lnTo>
                    <a:pt x="14013" y="954"/>
                  </a:lnTo>
                  <a:lnTo>
                    <a:pt x="14160" y="1174"/>
                  </a:lnTo>
                  <a:lnTo>
                    <a:pt x="14307" y="1394"/>
                  </a:lnTo>
                  <a:lnTo>
                    <a:pt x="14343" y="1651"/>
                  </a:lnTo>
                  <a:lnTo>
                    <a:pt x="14307" y="1908"/>
                  </a:lnTo>
                  <a:lnTo>
                    <a:pt x="14233" y="2128"/>
                  </a:lnTo>
                  <a:lnTo>
                    <a:pt x="14087" y="2348"/>
                  </a:lnTo>
                  <a:lnTo>
                    <a:pt x="13903" y="2531"/>
                  </a:lnTo>
                  <a:lnTo>
                    <a:pt x="13683" y="2678"/>
                  </a:lnTo>
                  <a:lnTo>
                    <a:pt x="13463" y="2788"/>
                  </a:lnTo>
                  <a:lnTo>
                    <a:pt x="13170" y="2825"/>
                  </a:lnTo>
                  <a:lnTo>
                    <a:pt x="12840" y="2788"/>
                  </a:lnTo>
                  <a:lnTo>
                    <a:pt x="12656" y="2751"/>
                  </a:lnTo>
                  <a:lnTo>
                    <a:pt x="12546" y="2715"/>
                  </a:lnTo>
                  <a:lnTo>
                    <a:pt x="12436" y="2641"/>
                  </a:lnTo>
                  <a:lnTo>
                    <a:pt x="12363" y="2495"/>
                  </a:lnTo>
                  <a:lnTo>
                    <a:pt x="12289" y="2495"/>
                  </a:lnTo>
                  <a:lnTo>
                    <a:pt x="12253" y="2275"/>
                  </a:lnTo>
                  <a:lnTo>
                    <a:pt x="12253" y="2054"/>
                  </a:lnTo>
                  <a:lnTo>
                    <a:pt x="12253" y="1871"/>
                  </a:lnTo>
                  <a:lnTo>
                    <a:pt x="12289" y="1724"/>
                  </a:lnTo>
                  <a:lnTo>
                    <a:pt x="12399" y="1394"/>
                  </a:lnTo>
                  <a:lnTo>
                    <a:pt x="12583" y="1064"/>
                  </a:lnTo>
                  <a:lnTo>
                    <a:pt x="12840" y="807"/>
                  </a:lnTo>
                  <a:lnTo>
                    <a:pt x="12986" y="697"/>
                  </a:lnTo>
                  <a:lnTo>
                    <a:pt x="13170" y="587"/>
                  </a:lnTo>
                  <a:close/>
                  <a:moveTo>
                    <a:pt x="9061" y="3338"/>
                  </a:moveTo>
                  <a:lnTo>
                    <a:pt x="9245" y="3412"/>
                  </a:lnTo>
                  <a:lnTo>
                    <a:pt x="9245" y="3448"/>
                  </a:lnTo>
                  <a:lnTo>
                    <a:pt x="9171" y="3632"/>
                  </a:lnTo>
                  <a:lnTo>
                    <a:pt x="9171" y="3668"/>
                  </a:lnTo>
                  <a:lnTo>
                    <a:pt x="9135" y="3632"/>
                  </a:lnTo>
                  <a:lnTo>
                    <a:pt x="9061" y="3522"/>
                  </a:lnTo>
                  <a:lnTo>
                    <a:pt x="8988" y="3448"/>
                  </a:lnTo>
                  <a:lnTo>
                    <a:pt x="8988" y="3412"/>
                  </a:lnTo>
                  <a:lnTo>
                    <a:pt x="8988" y="3375"/>
                  </a:lnTo>
                  <a:lnTo>
                    <a:pt x="9061" y="3338"/>
                  </a:lnTo>
                  <a:close/>
                  <a:moveTo>
                    <a:pt x="14123" y="440"/>
                  </a:moveTo>
                  <a:lnTo>
                    <a:pt x="14233" y="477"/>
                  </a:lnTo>
                  <a:lnTo>
                    <a:pt x="14307" y="587"/>
                  </a:lnTo>
                  <a:lnTo>
                    <a:pt x="14417" y="661"/>
                  </a:lnTo>
                  <a:lnTo>
                    <a:pt x="14454" y="807"/>
                  </a:lnTo>
                  <a:lnTo>
                    <a:pt x="14527" y="807"/>
                  </a:lnTo>
                  <a:lnTo>
                    <a:pt x="14490" y="624"/>
                  </a:lnTo>
                  <a:lnTo>
                    <a:pt x="14454" y="477"/>
                  </a:lnTo>
                  <a:lnTo>
                    <a:pt x="14600" y="551"/>
                  </a:lnTo>
                  <a:lnTo>
                    <a:pt x="14784" y="624"/>
                  </a:lnTo>
                  <a:lnTo>
                    <a:pt x="14967" y="771"/>
                  </a:lnTo>
                  <a:lnTo>
                    <a:pt x="15114" y="881"/>
                  </a:lnTo>
                  <a:lnTo>
                    <a:pt x="15224" y="1064"/>
                  </a:lnTo>
                  <a:lnTo>
                    <a:pt x="15334" y="1211"/>
                  </a:lnTo>
                  <a:lnTo>
                    <a:pt x="15444" y="1578"/>
                  </a:lnTo>
                  <a:lnTo>
                    <a:pt x="15554" y="1944"/>
                  </a:lnTo>
                  <a:lnTo>
                    <a:pt x="15627" y="2385"/>
                  </a:lnTo>
                  <a:lnTo>
                    <a:pt x="15664" y="2568"/>
                  </a:lnTo>
                  <a:lnTo>
                    <a:pt x="15627" y="2788"/>
                  </a:lnTo>
                  <a:lnTo>
                    <a:pt x="15591" y="2972"/>
                  </a:lnTo>
                  <a:lnTo>
                    <a:pt x="15481" y="3118"/>
                  </a:lnTo>
                  <a:lnTo>
                    <a:pt x="15187" y="3412"/>
                  </a:lnTo>
                  <a:lnTo>
                    <a:pt x="14930" y="3595"/>
                  </a:lnTo>
                  <a:lnTo>
                    <a:pt x="14600" y="3705"/>
                  </a:lnTo>
                  <a:lnTo>
                    <a:pt x="14270" y="3779"/>
                  </a:lnTo>
                  <a:lnTo>
                    <a:pt x="13940" y="3815"/>
                  </a:lnTo>
                  <a:lnTo>
                    <a:pt x="13720" y="3779"/>
                  </a:lnTo>
                  <a:lnTo>
                    <a:pt x="13500" y="3742"/>
                  </a:lnTo>
                  <a:lnTo>
                    <a:pt x="13316" y="3668"/>
                  </a:lnTo>
                  <a:lnTo>
                    <a:pt x="13133" y="3595"/>
                  </a:lnTo>
                  <a:lnTo>
                    <a:pt x="12950" y="3485"/>
                  </a:lnTo>
                  <a:lnTo>
                    <a:pt x="12803" y="3338"/>
                  </a:lnTo>
                  <a:lnTo>
                    <a:pt x="12656" y="3192"/>
                  </a:lnTo>
                  <a:lnTo>
                    <a:pt x="12546" y="3045"/>
                  </a:lnTo>
                  <a:lnTo>
                    <a:pt x="12840" y="3118"/>
                  </a:lnTo>
                  <a:lnTo>
                    <a:pt x="13133" y="3155"/>
                  </a:lnTo>
                  <a:lnTo>
                    <a:pt x="13426" y="3118"/>
                  </a:lnTo>
                  <a:lnTo>
                    <a:pt x="13720" y="3045"/>
                  </a:lnTo>
                  <a:lnTo>
                    <a:pt x="13977" y="2935"/>
                  </a:lnTo>
                  <a:lnTo>
                    <a:pt x="14233" y="2751"/>
                  </a:lnTo>
                  <a:lnTo>
                    <a:pt x="14417" y="2495"/>
                  </a:lnTo>
                  <a:lnTo>
                    <a:pt x="14600" y="2238"/>
                  </a:lnTo>
                  <a:lnTo>
                    <a:pt x="14674" y="1981"/>
                  </a:lnTo>
                  <a:lnTo>
                    <a:pt x="14710" y="1724"/>
                  </a:lnTo>
                  <a:lnTo>
                    <a:pt x="14674" y="1468"/>
                  </a:lnTo>
                  <a:lnTo>
                    <a:pt x="14600" y="1211"/>
                  </a:lnTo>
                  <a:lnTo>
                    <a:pt x="14490" y="991"/>
                  </a:lnTo>
                  <a:lnTo>
                    <a:pt x="14343" y="771"/>
                  </a:lnTo>
                  <a:lnTo>
                    <a:pt x="14160" y="587"/>
                  </a:lnTo>
                  <a:lnTo>
                    <a:pt x="13940" y="440"/>
                  </a:lnTo>
                  <a:close/>
                  <a:moveTo>
                    <a:pt x="13757" y="0"/>
                  </a:moveTo>
                  <a:lnTo>
                    <a:pt x="13610" y="74"/>
                  </a:lnTo>
                  <a:lnTo>
                    <a:pt x="13353" y="110"/>
                  </a:lnTo>
                  <a:lnTo>
                    <a:pt x="13133" y="147"/>
                  </a:lnTo>
                  <a:lnTo>
                    <a:pt x="12913" y="257"/>
                  </a:lnTo>
                  <a:lnTo>
                    <a:pt x="12729" y="404"/>
                  </a:lnTo>
                  <a:lnTo>
                    <a:pt x="12509" y="551"/>
                  </a:lnTo>
                  <a:lnTo>
                    <a:pt x="12363" y="734"/>
                  </a:lnTo>
                  <a:lnTo>
                    <a:pt x="12216" y="917"/>
                  </a:lnTo>
                  <a:lnTo>
                    <a:pt x="12069" y="1137"/>
                  </a:lnTo>
                  <a:lnTo>
                    <a:pt x="11996" y="1321"/>
                  </a:lnTo>
                  <a:lnTo>
                    <a:pt x="11922" y="1578"/>
                  </a:lnTo>
                  <a:lnTo>
                    <a:pt x="11849" y="1798"/>
                  </a:lnTo>
                  <a:lnTo>
                    <a:pt x="11849" y="2054"/>
                  </a:lnTo>
                  <a:lnTo>
                    <a:pt x="11849" y="2275"/>
                  </a:lnTo>
                  <a:lnTo>
                    <a:pt x="11886" y="2531"/>
                  </a:lnTo>
                  <a:lnTo>
                    <a:pt x="11959" y="2751"/>
                  </a:lnTo>
                  <a:lnTo>
                    <a:pt x="12033" y="2972"/>
                  </a:lnTo>
                  <a:lnTo>
                    <a:pt x="12143" y="3192"/>
                  </a:lnTo>
                  <a:lnTo>
                    <a:pt x="12253" y="3375"/>
                  </a:lnTo>
                  <a:lnTo>
                    <a:pt x="12399" y="3558"/>
                  </a:lnTo>
                  <a:lnTo>
                    <a:pt x="12583" y="3705"/>
                  </a:lnTo>
                  <a:lnTo>
                    <a:pt x="12766" y="3852"/>
                  </a:lnTo>
                  <a:lnTo>
                    <a:pt x="12986" y="3999"/>
                  </a:lnTo>
                  <a:lnTo>
                    <a:pt x="13206" y="4072"/>
                  </a:lnTo>
                  <a:lnTo>
                    <a:pt x="13426" y="4145"/>
                  </a:lnTo>
                  <a:lnTo>
                    <a:pt x="13683" y="4219"/>
                  </a:lnTo>
                  <a:lnTo>
                    <a:pt x="14123" y="4219"/>
                  </a:lnTo>
                  <a:lnTo>
                    <a:pt x="14564" y="4145"/>
                  </a:lnTo>
                  <a:lnTo>
                    <a:pt x="15004" y="3999"/>
                  </a:lnTo>
                  <a:lnTo>
                    <a:pt x="15371" y="3779"/>
                  </a:lnTo>
                  <a:lnTo>
                    <a:pt x="15591" y="3632"/>
                  </a:lnTo>
                  <a:lnTo>
                    <a:pt x="15737" y="3448"/>
                  </a:lnTo>
                  <a:lnTo>
                    <a:pt x="15884" y="3265"/>
                  </a:lnTo>
                  <a:lnTo>
                    <a:pt x="15994" y="3045"/>
                  </a:lnTo>
                  <a:lnTo>
                    <a:pt x="16067" y="2788"/>
                  </a:lnTo>
                  <a:lnTo>
                    <a:pt x="16104" y="2495"/>
                  </a:lnTo>
                  <a:lnTo>
                    <a:pt x="16067" y="2238"/>
                  </a:lnTo>
                  <a:lnTo>
                    <a:pt x="15994" y="1981"/>
                  </a:lnTo>
                  <a:lnTo>
                    <a:pt x="15884" y="1431"/>
                  </a:lnTo>
                  <a:lnTo>
                    <a:pt x="15774" y="1174"/>
                  </a:lnTo>
                  <a:lnTo>
                    <a:pt x="15664" y="954"/>
                  </a:lnTo>
                  <a:lnTo>
                    <a:pt x="15517" y="734"/>
                  </a:lnTo>
                  <a:lnTo>
                    <a:pt x="15371" y="551"/>
                  </a:lnTo>
                  <a:lnTo>
                    <a:pt x="15150" y="367"/>
                  </a:lnTo>
                  <a:lnTo>
                    <a:pt x="14930" y="220"/>
                  </a:lnTo>
                  <a:lnTo>
                    <a:pt x="14637" y="74"/>
                  </a:lnTo>
                  <a:lnTo>
                    <a:pt x="14270" y="0"/>
                  </a:lnTo>
                  <a:close/>
                  <a:moveTo>
                    <a:pt x="11115" y="4549"/>
                  </a:moveTo>
                  <a:lnTo>
                    <a:pt x="11446" y="4842"/>
                  </a:lnTo>
                  <a:lnTo>
                    <a:pt x="11299" y="4952"/>
                  </a:lnTo>
                  <a:lnTo>
                    <a:pt x="11115" y="4916"/>
                  </a:lnTo>
                  <a:lnTo>
                    <a:pt x="10932" y="4916"/>
                  </a:lnTo>
                  <a:lnTo>
                    <a:pt x="10639" y="4952"/>
                  </a:lnTo>
                  <a:lnTo>
                    <a:pt x="10859" y="4732"/>
                  </a:lnTo>
                  <a:lnTo>
                    <a:pt x="11115" y="4549"/>
                  </a:lnTo>
                  <a:close/>
                  <a:moveTo>
                    <a:pt x="6860" y="3632"/>
                  </a:moveTo>
                  <a:lnTo>
                    <a:pt x="7007" y="3668"/>
                  </a:lnTo>
                  <a:lnTo>
                    <a:pt x="7044" y="3705"/>
                  </a:lnTo>
                  <a:lnTo>
                    <a:pt x="7044" y="3742"/>
                  </a:lnTo>
                  <a:lnTo>
                    <a:pt x="7044" y="3779"/>
                  </a:lnTo>
                  <a:lnTo>
                    <a:pt x="7080" y="3852"/>
                  </a:lnTo>
                  <a:lnTo>
                    <a:pt x="7191" y="3889"/>
                  </a:lnTo>
                  <a:lnTo>
                    <a:pt x="7374" y="3889"/>
                  </a:lnTo>
                  <a:lnTo>
                    <a:pt x="7411" y="3925"/>
                  </a:lnTo>
                  <a:lnTo>
                    <a:pt x="7447" y="4035"/>
                  </a:lnTo>
                  <a:lnTo>
                    <a:pt x="7484" y="4145"/>
                  </a:lnTo>
                  <a:lnTo>
                    <a:pt x="7484" y="4255"/>
                  </a:lnTo>
                  <a:lnTo>
                    <a:pt x="7447" y="4512"/>
                  </a:lnTo>
                  <a:lnTo>
                    <a:pt x="7374" y="4769"/>
                  </a:lnTo>
                  <a:lnTo>
                    <a:pt x="7227" y="5026"/>
                  </a:lnTo>
                  <a:lnTo>
                    <a:pt x="7154" y="5136"/>
                  </a:lnTo>
                  <a:lnTo>
                    <a:pt x="7044" y="5209"/>
                  </a:lnTo>
                  <a:lnTo>
                    <a:pt x="6934" y="5246"/>
                  </a:lnTo>
                  <a:lnTo>
                    <a:pt x="6787" y="5246"/>
                  </a:lnTo>
                  <a:lnTo>
                    <a:pt x="6787" y="4989"/>
                  </a:lnTo>
                  <a:lnTo>
                    <a:pt x="6750" y="4769"/>
                  </a:lnTo>
                  <a:lnTo>
                    <a:pt x="6640" y="4549"/>
                  </a:lnTo>
                  <a:lnTo>
                    <a:pt x="6494" y="4329"/>
                  </a:lnTo>
                  <a:lnTo>
                    <a:pt x="6310" y="4145"/>
                  </a:lnTo>
                  <a:lnTo>
                    <a:pt x="6090" y="4035"/>
                  </a:lnTo>
                  <a:lnTo>
                    <a:pt x="6090" y="3925"/>
                  </a:lnTo>
                  <a:lnTo>
                    <a:pt x="6163" y="3852"/>
                  </a:lnTo>
                  <a:lnTo>
                    <a:pt x="6237" y="3779"/>
                  </a:lnTo>
                  <a:lnTo>
                    <a:pt x="6347" y="3742"/>
                  </a:lnTo>
                  <a:lnTo>
                    <a:pt x="6567" y="3705"/>
                  </a:lnTo>
                  <a:lnTo>
                    <a:pt x="6860" y="3632"/>
                  </a:lnTo>
                  <a:close/>
                  <a:moveTo>
                    <a:pt x="6530" y="3192"/>
                  </a:moveTo>
                  <a:lnTo>
                    <a:pt x="6494" y="3228"/>
                  </a:lnTo>
                  <a:lnTo>
                    <a:pt x="6457" y="3302"/>
                  </a:lnTo>
                  <a:lnTo>
                    <a:pt x="6457" y="3338"/>
                  </a:lnTo>
                  <a:lnTo>
                    <a:pt x="6457" y="3412"/>
                  </a:lnTo>
                  <a:lnTo>
                    <a:pt x="6200" y="3485"/>
                  </a:lnTo>
                  <a:lnTo>
                    <a:pt x="5980" y="3558"/>
                  </a:lnTo>
                  <a:lnTo>
                    <a:pt x="5797" y="3742"/>
                  </a:lnTo>
                  <a:lnTo>
                    <a:pt x="5760" y="3815"/>
                  </a:lnTo>
                  <a:lnTo>
                    <a:pt x="5687" y="3925"/>
                  </a:lnTo>
                  <a:lnTo>
                    <a:pt x="5687" y="4035"/>
                  </a:lnTo>
                  <a:lnTo>
                    <a:pt x="5687" y="4072"/>
                  </a:lnTo>
                  <a:lnTo>
                    <a:pt x="5797" y="4219"/>
                  </a:lnTo>
                  <a:lnTo>
                    <a:pt x="5907" y="4292"/>
                  </a:lnTo>
                  <a:lnTo>
                    <a:pt x="6053" y="4365"/>
                  </a:lnTo>
                  <a:lnTo>
                    <a:pt x="6163" y="4439"/>
                  </a:lnTo>
                  <a:lnTo>
                    <a:pt x="6274" y="4512"/>
                  </a:lnTo>
                  <a:lnTo>
                    <a:pt x="6347" y="4622"/>
                  </a:lnTo>
                  <a:lnTo>
                    <a:pt x="6420" y="4769"/>
                  </a:lnTo>
                  <a:lnTo>
                    <a:pt x="6494" y="5026"/>
                  </a:lnTo>
                  <a:lnTo>
                    <a:pt x="6457" y="5282"/>
                  </a:lnTo>
                  <a:lnTo>
                    <a:pt x="6494" y="5392"/>
                  </a:lnTo>
                  <a:lnTo>
                    <a:pt x="6530" y="5466"/>
                  </a:lnTo>
                  <a:lnTo>
                    <a:pt x="6750" y="5539"/>
                  </a:lnTo>
                  <a:lnTo>
                    <a:pt x="6934" y="5539"/>
                  </a:lnTo>
                  <a:lnTo>
                    <a:pt x="7117" y="5503"/>
                  </a:lnTo>
                  <a:lnTo>
                    <a:pt x="7264" y="5429"/>
                  </a:lnTo>
                  <a:lnTo>
                    <a:pt x="7411" y="5282"/>
                  </a:lnTo>
                  <a:lnTo>
                    <a:pt x="7521" y="5136"/>
                  </a:lnTo>
                  <a:lnTo>
                    <a:pt x="7631" y="4952"/>
                  </a:lnTo>
                  <a:lnTo>
                    <a:pt x="7704" y="4769"/>
                  </a:lnTo>
                  <a:lnTo>
                    <a:pt x="7741" y="4585"/>
                  </a:lnTo>
                  <a:lnTo>
                    <a:pt x="7777" y="4365"/>
                  </a:lnTo>
                  <a:lnTo>
                    <a:pt x="7777" y="4145"/>
                  </a:lnTo>
                  <a:lnTo>
                    <a:pt x="7777" y="3925"/>
                  </a:lnTo>
                  <a:lnTo>
                    <a:pt x="7704" y="3779"/>
                  </a:lnTo>
                  <a:lnTo>
                    <a:pt x="7631" y="3668"/>
                  </a:lnTo>
                  <a:lnTo>
                    <a:pt x="7484" y="3595"/>
                  </a:lnTo>
                  <a:lnTo>
                    <a:pt x="7337" y="3595"/>
                  </a:lnTo>
                  <a:lnTo>
                    <a:pt x="7301" y="3485"/>
                  </a:lnTo>
                  <a:lnTo>
                    <a:pt x="7227" y="3448"/>
                  </a:lnTo>
                  <a:lnTo>
                    <a:pt x="7044" y="3375"/>
                  </a:lnTo>
                  <a:lnTo>
                    <a:pt x="6824" y="3302"/>
                  </a:lnTo>
                  <a:lnTo>
                    <a:pt x="6677" y="3228"/>
                  </a:lnTo>
                  <a:lnTo>
                    <a:pt x="6567" y="3192"/>
                  </a:lnTo>
                  <a:close/>
                  <a:moveTo>
                    <a:pt x="11739" y="5136"/>
                  </a:moveTo>
                  <a:lnTo>
                    <a:pt x="12179" y="5686"/>
                  </a:lnTo>
                  <a:lnTo>
                    <a:pt x="11776" y="5796"/>
                  </a:lnTo>
                  <a:lnTo>
                    <a:pt x="11409" y="6016"/>
                  </a:lnTo>
                  <a:lnTo>
                    <a:pt x="11042" y="6236"/>
                  </a:lnTo>
                  <a:lnTo>
                    <a:pt x="10895" y="6383"/>
                  </a:lnTo>
                  <a:lnTo>
                    <a:pt x="10785" y="6566"/>
                  </a:lnTo>
                  <a:lnTo>
                    <a:pt x="10749" y="6640"/>
                  </a:lnTo>
                  <a:lnTo>
                    <a:pt x="10785" y="6676"/>
                  </a:lnTo>
                  <a:lnTo>
                    <a:pt x="10859" y="6713"/>
                  </a:lnTo>
                  <a:lnTo>
                    <a:pt x="10932" y="6713"/>
                  </a:lnTo>
                  <a:lnTo>
                    <a:pt x="11262" y="6493"/>
                  </a:lnTo>
                  <a:lnTo>
                    <a:pt x="11556" y="6310"/>
                  </a:lnTo>
                  <a:lnTo>
                    <a:pt x="11849" y="6199"/>
                  </a:lnTo>
                  <a:lnTo>
                    <a:pt x="12143" y="6089"/>
                  </a:lnTo>
                  <a:lnTo>
                    <a:pt x="12253" y="6053"/>
                  </a:lnTo>
                  <a:lnTo>
                    <a:pt x="12363" y="6016"/>
                  </a:lnTo>
                  <a:lnTo>
                    <a:pt x="12399" y="5979"/>
                  </a:lnTo>
                  <a:lnTo>
                    <a:pt x="12619" y="6456"/>
                  </a:lnTo>
                  <a:lnTo>
                    <a:pt x="12840" y="6896"/>
                  </a:lnTo>
                  <a:lnTo>
                    <a:pt x="12803" y="6933"/>
                  </a:lnTo>
                  <a:lnTo>
                    <a:pt x="12326" y="7043"/>
                  </a:lnTo>
                  <a:lnTo>
                    <a:pt x="11812" y="7117"/>
                  </a:lnTo>
                  <a:lnTo>
                    <a:pt x="11299" y="7117"/>
                  </a:lnTo>
                  <a:lnTo>
                    <a:pt x="10749" y="7080"/>
                  </a:lnTo>
                  <a:lnTo>
                    <a:pt x="10675" y="7117"/>
                  </a:lnTo>
                  <a:lnTo>
                    <a:pt x="10639" y="7153"/>
                  </a:lnTo>
                  <a:lnTo>
                    <a:pt x="10639" y="7227"/>
                  </a:lnTo>
                  <a:lnTo>
                    <a:pt x="10712" y="7300"/>
                  </a:lnTo>
                  <a:lnTo>
                    <a:pt x="10932" y="7373"/>
                  </a:lnTo>
                  <a:lnTo>
                    <a:pt x="11189" y="7447"/>
                  </a:lnTo>
                  <a:lnTo>
                    <a:pt x="11702" y="7483"/>
                  </a:lnTo>
                  <a:lnTo>
                    <a:pt x="11959" y="7483"/>
                  </a:lnTo>
                  <a:lnTo>
                    <a:pt x="12216" y="7447"/>
                  </a:lnTo>
                  <a:lnTo>
                    <a:pt x="12583" y="7373"/>
                  </a:lnTo>
                  <a:lnTo>
                    <a:pt x="12693" y="7373"/>
                  </a:lnTo>
                  <a:lnTo>
                    <a:pt x="12766" y="7337"/>
                  </a:lnTo>
                  <a:lnTo>
                    <a:pt x="12803" y="7410"/>
                  </a:lnTo>
                  <a:lnTo>
                    <a:pt x="12840" y="7447"/>
                  </a:lnTo>
                  <a:lnTo>
                    <a:pt x="12876" y="7483"/>
                  </a:lnTo>
                  <a:lnTo>
                    <a:pt x="12986" y="7520"/>
                  </a:lnTo>
                  <a:lnTo>
                    <a:pt x="13023" y="7777"/>
                  </a:lnTo>
                  <a:lnTo>
                    <a:pt x="13060" y="8070"/>
                  </a:lnTo>
                  <a:lnTo>
                    <a:pt x="12986" y="8107"/>
                  </a:lnTo>
                  <a:lnTo>
                    <a:pt x="12693" y="7997"/>
                  </a:lnTo>
                  <a:lnTo>
                    <a:pt x="12473" y="7887"/>
                  </a:lnTo>
                  <a:lnTo>
                    <a:pt x="12253" y="7777"/>
                  </a:lnTo>
                  <a:lnTo>
                    <a:pt x="11886" y="7777"/>
                  </a:lnTo>
                  <a:lnTo>
                    <a:pt x="11776" y="7813"/>
                  </a:lnTo>
                  <a:lnTo>
                    <a:pt x="11226" y="7777"/>
                  </a:lnTo>
                  <a:lnTo>
                    <a:pt x="10895" y="7740"/>
                  </a:lnTo>
                  <a:lnTo>
                    <a:pt x="10749" y="7740"/>
                  </a:lnTo>
                  <a:lnTo>
                    <a:pt x="10675" y="7703"/>
                  </a:lnTo>
                  <a:lnTo>
                    <a:pt x="10565" y="7483"/>
                  </a:lnTo>
                  <a:lnTo>
                    <a:pt x="10529" y="7483"/>
                  </a:lnTo>
                  <a:lnTo>
                    <a:pt x="10529" y="7520"/>
                  </a:lnTo>
                  <a:lnTo>
                    <a:pt x="10529" y="7887"/>
                  </a:lnTo>
                  <a:lnTo>
                    <a:pt x="10529" y="7960"/>
                  </a:lnTo>
                  <a:lnTo>
                    <a:pt x="10602" y="7997"/>
                  </a:lnTo>
                  <a:lnTo>
                    <a:pt x="11042" y="8107"/>
                  </a:lnTo>
                  <a:lnTo>
                    <a:pt x="11482" y="8144"/>
                  </a:lnTo>
                  <a:lnTo>
                    <a:pt x="11482" y="8327"/>
                  </a:lnTo>
                  <a:lnTo>
                    <a:pt x="11519" y="8474"/>
                  </a:lnTo>
                  <a:lnTo>
                    <a:pt x="11592" y="8547"/>
                  </a:lnTo>
                  <a:lnTo>
                    <a:pt x="11629" y="8584"/>
                  </a:lnTo>
                  <a:lnTo>
                    <a:pt x="11776" y="8657"/>
                  </a:lnTo>
                  <a:lnTo>
                    <a:pt x="11959" y="8767"/>
                  </a:lnTo>
                  <a:lnTo>
                    <a:pt x="11409" y="8657"/>
                  </a:lnTo>
                  <a:lnTo>
                    <a:pt x="10969" y="8474"/>
                  </a:lnTo>
                  <a:lnTo>
                    <a:pt x="10712" y="8437"/>
                  </a:lnTo>
                  <a:lnTo>
                    <a:pt x="10455" y="8400"/>
                  </a:lnTo>
                  <a:lnTo>
                    <a:pt x="10198" y="8217"/>
                  </a:lnTo>
                  <a:lnTo>
                    <a:pt x="10052" y="8180"/>
                  </a:lnTo>
                  <a:lnTo>
                    <a:pt x="9942" y="8144"/>
                  </a:lnTo>
                  <a:lnTo>
                    <a:pt x="9722" y="8180"/>
                  </a:lnTo>
                  <a:lnTo>
                    <a:pt x="9575" y="8254"/>
                  </a:lnTo>
                  <a:lnTo>
                    <a:pt x="9465" y="8364"/>
                  </a:lnTo>
                  <a:lnTo>
                    <a:pt x="9355" y="8510"/>
                  </a:lnTo>
                  <a:lnTo>
                    <a:pt x="9245" y="8584"/>
                  </a:lnTo>
                  <a:lnTo>
                    <a:pt x="9098" y="8620"/>
                  </a:lnTo>
                  <a:lnTo>
                    <a:pt x="8841" y="8584"/>
                  </a:lnTo>
                  <a:lnTo>
                    <a:pt x="8621" y="8620"/>
                  </a:lnTo>
                  <a:lnTo>
                    <a:pt x="8401" y="8694"/>
                  </a:lnTo>
                  <a:lnTo>
                    <a:pt x="8181" y="8804"/>
                  </a:lnTo>
                  <a:lnTo>
                    <a:pt x="7924" y="8804"/>
                  </a:lnTo>
                  <a:lnTo>
                    <a:pt x="7851" y="8767"/>
                  </a:lnTo>
                  <a:lnTo>
                    <a:pt x="7814" y="8730"/>
                  </a:lnTo>
                  <a:lnTo>
                    <a:pt x="7814" y="8694"/>
                  </a:lnTo>
                  <a:lnTo>
                    <a:pt x="7887" y="8620"/>
                  </a:lnTo>
                  <a:lnTo>
                    <a:pt x="7998" y="8510"/>
                  </a:lnTo>
                  <a:lnTo>
                    <a:pt x="8144" y="8437"/>
                  </a:lnTo>
                  <a:lnTo>
                    <a:pt x="8401" y="8327"/>
                  </a:lnTo>
                  <a:lnTo>
                    <a:pt x="8731" y="8180"/>
                  </a:lnTo>
                  <a:lnTo>
                    <a:pt x="8915" y="8070"/>
                  </a:lnTo>
                  <a:lnTo>
                    <a:pt x="9025" y="7924"/>
                  </a:lnTo>
                  <a:lnTo>
                    <a:pt x="9135" y="7777"/>
                  </a:lnTo>
                  <a:lnTo>
                    <a:pt x="9208" y="7630"/>
                  </a:lnTo>
                  <a:lnTo>
                    <a:pt x="9208" y="7447"/>
                  </a:lnTo>
                  <a:lnTo>
                    <a:pt x="9171" y="7227"/>
                  </a:lnTo>
                  <a:lnTo>
                    <a:pt x="9098" y="7117"/>
                  </a:lnTo>
                  <a:lnTo>
                    <a:pt x="8988" y="7006"/>
                  </a:lnTo>
                  <a:lnTo>
                    <a:pt x="8841" y="6896"/>
                  </a:lnTo>
                  <a:lnTo>
                    <a:pt x="8694" y="6860"/>
                  </a:lnTo>
                  <a:lnTo>
                    <a:pt x="8548" y="6823"/>
                  </a:lnTo>
                  <a:lnTo>
                    <a:pt x="8401" y="6823"/>
                  </a:lnTo>
                  <a:lnTo>
                    <a:pt x="8254" y="6860"/>
                  </a:lnTo>
                  <a:lnTo>
                    <a:pt x="8108" y="6933"/>
                  </a:lnTo>
                  <a:lnTo>
                    <a:pt x="7924" y="7117"/>
                  </a:lnTo>
                  <a:lnTo>
                    <a:pt x="7924" y="7117"/>
                  </a:lnTo>
                  <a:lnTo>
                    <a:pt x="7998" y="6970"/>
                  </a:lnTo>
                  <a:lnTo>
                    <a:pt x="8108" y="6860"/>
                  </a:lnTo>
                  <a:lnTo>
                    <a:pt x="8291" y="6603"/>
                  </a:lnTo>
                  <a:lnTo>
                    <a:pt x="8511" y="6383"/>
                  </a:lnTo>
                  <a:lnTo>
                    <a:pt x="8768" y="6126"/>
                  </a:lnTo>
                  <a:lnTo>
                    <a:pt x="8951" y="5943"/>
                  </a:lnTo>
                  <a:lnTo>
                    <a:pt x="9135" y="5796"/>
                  </a:lnTo>
                  <a:lnTo>
                    <a:pt x="9171" y="5796"/>
                  </a:lnTo>
                  <a:lnTo>
                    <a:pt x="9391" y="5759"/>
                  </a:lnTo>
                  <a:lnTo>
                    <a:pt x="9612" y="5686"/>
                  </a:lnTo>
                  <a:lnTo>
                    <a:pt x="10052" y="5539"/>
                  </a:lnTo>
                  <a:lnTo>
                    <a:pt x="10455" y="5356"/>
                  </a:lnTo>
                  <a:lnTo>
                    <a:pt x="10639" y="5282"/>
                  </a:lnTo>
                  <a:lnTo>
                    <a:pt x="10895" y="5246"/>
                  </a:lnTo>
                  <a:lnTo>
                    <a:pt x="10895" y="5246"/>
                  </a:lnTo>
                  <a:lnTo>
                    <a:pt x="10602" y="5503"/>
                  </a:lnTo>
                  <a:lnTo>
                    <a:pt x="10492" y="5649"/>
                  </a:lnTo>
                  <a:lnTo>
                    <a:pt x="10419" y="5833"/>
                  </a:lnTo>
                  <a:lnTo>
                    <a:pt x="10455" y="5869"/>
                  </a:lnTo>
                  <a:lnTo>
                    <a:pt x="10639" y="5796"/>
                  </a:lnTo>
                  <a:lnTo>
                    <a:pt x="10822" y="5723"/>
                  </a:lnTo>
                  <a:lnTo>
                    <a:pt x="11152" y="5503"/>
                  </a:lnTo>
                  <a:lnTo>
                    <a:pt x="11739" y="5136"/>
                  </a:lnTo>
                  <a:close/>
                  <a:moveTo>
                    <a:pt x="11996" y="8254"/>
                  </a:moveTo>
                  <a:lnTo>
                    <a:pt x="12546" y="8400"/>
                  </a:lnTo>
                  <a:lnTo>
                    <a:pt x="12729" y="8584"/>
                  </a:lnTo>
                  <a:lnTo>
                    <a:pt x="12803" y="8620"/>
                  </a:lnTo>
                  <a:lnTo>
                    <a:pt x="12876" y="8657"/>
                  </a:lnTo>
                  <a:lnTo>
                    <a:pt x="12950" y="8620"/>
                  </a:lnTo>
                  <a:lnTo>
                    <a:pt x="13023" y="8584"/>
                  </a:lnTo>
                  <a:lnTo>
                    <a:pt x="12950" y="9024"/>
                  </a:lnTo>
                  <a:lnTo>
                    <a:pt x="12509" y="8914"/>
                  </a:lnTo>
                  <a:lnTo>
                    <a:pt x="12399" y="8657"/>
                  </a:lnTo>
                  <a:lnTo>
                    <a:pt x="12216" y="8474"/>
                  </a:lnTo>
                  <a:lnTo>
                    <a:pt x="12033" y="8327"/>
                  </a:lnTo>
                  <a:lnTo>
                    <a:pt x="11959" y="8290"/>
                  </a:lnTo>
                  <a:lnTo>
                    <a:pt x="11996" y="8254"/>
                  </a:lnTo>
                  <a:close/>
                  <a:moveTo>
                    <a:pt x="10932" y="8841"/>
                  </a:moveTo>
                  <a:lnTo>
                    <a:pt x="11519" y="9097"/>
                  </a:lnTo>
                  <a:lnTo>
                    <a:pt x="12106" y="9244"/>
                  </a:lnTo>
                  <a:lnTo>
                    <a:pt x="12033" y="9391"/>
                  </a:lnTo>
                  <a:lnTo>
                    <a:pt x="11922" y="9537"/>
                  </a:lnTo>
                  <a:lnTo>
                    <a:pt x="11776" y="9611"/>
                  </a:lnTo>
                  <a:lnTo>
                    <a:pt x="11702" y="9611"/>
                  </a:lnTo>
                  <a:lnTo>
                    <a:pt x="11629" y="9574"/>
                  </a:lnTo>
                  <a:lnTo>
                    <a:pt x="11519" y="9537"/>
                  </a:lnTo>
                  <a:lnTo>
                    <a:pt x="11409" y="9427"/>
                  </a:lnTo>
                  <a:lnTo>
                    <a:pt x="11226" y="9244"/>
                  </a:lnTo>
                  <a:lnTo>
                    <a:pt x="10932" y="8841"/>
                  </a:lnTo>
                  <a:close/>
                  <a:moveTo>
                    <a:pt x="12509" y="9354"/>
                  </a:moveTo>
                  <a:lnTo>
                    <a:pt x="12876" y="9391"/>
                  </a:lnTo>
                  <a:lnTo>
                    <a:pt x="12656" y="10161"/>
                  </a:lnTo>
                  <a:lnTo>
                    <a:pt x="12583" y="10088"/>
                  </a:lnTo>
                  <a:lnTo>
                    <a:pt x="12363" y="10088"/>
                  </a:lnTo>
                  <a:lnTo>
                    <a:pt x="12216" y="10051"/>
                  </a:lnTo>
                  <a:lnTo>
                    <a:pt x="11886" y="9978"/>
                  </a:lnTo>
                  <a:lnTo>
                    <a:pt x="12106" y="9868"/>
                  </a:lnTo>
                  <a:lnTo>
                    <a:pt x="12289" y="9758"/>
                  </a:lnTo>
                  <a:lnTo>
                    <a:pt x="12399" y="9574"/>
                  </a:lnTo>
                  <a:lnTo>
                    <a:pt x="12509" y="9354"/>
                  </a:lnTo>
                  <a:close/>
                  <a:moveTo>
                    <a:pt x="10382" y="9721"/>
                  </a:moveTo>
                  <a:lnTo>
                    <a:pt x="11409" y="10161"/>
                  </a:lnTo>
                  <a:lnTo>
                    <a:pt x="11922" y="10381"/>
                  </a:lnTo>
                  <a:lnTo>
                    <a:pt x="12253" y="10491"/>
                  </a:lnTo>
                  <a:lnTo>
                    <a:pt x="12399" y="10491"/>
                  </a:lnTo>
                  <a:lnTo>
                    <a:pt x="12509" y="10455"/>
                  </a:lnTo>
                  <a:lnTo>
                    <a:pt x="12326" y="10968"/>
                  </a:lnTo>
                  <a:lnTo>
                    <a:pt x="12033" y="10858"/>
                  </a:lnTo>
                  <a:lnTo>
                    <a:pt x="11886" y="10785"/>
                  </a:lnTo>
                  <a:lnTo>
                    <a:pt x="11776" y="10711"/>
                  </a:lnTo>
                  <a:lnTo>
                    <a:pt x="11519" y="10528"/>
                  </a:lnTo>
                  <a:lnTo>
                    <a:pt x="11409" y="10418"/>
                  </a:lnTo>
                  <a:lnTo>
                    <a:pt x="11262" y="10344"/>
                  </a:lnTo>
                  <a:lnTo>
                    <a:pt x="11079" y="10308"/>
                  </a:lnTo>
                  <a:lnTo>
                    <a:pt x="10895" y="10271"/>
                  </a:lnTo>
                  <a:lnTo>
                    <a:pt x="10492" y="10234"/>
                  </a:lnTo>
                  <a:lnTo>
                    <a:pt x="10455" y="9978"/>
                  </a:lnTo>
                  <a:lnTo>
                    <a:pt x="10382" y="9721"/>
                  </a:lnTo>
                  <a:close/>
                  <a:moveTo>
                    <a:pt x="10455" y="10528"/>
                  </a:moveTo>
                  <a:lnTo>
                    <a:pt x="10785" y="10601"/>
                  </a:lnTo>
                  <a:lnTo>
                    <a:pt x="10969" y="10638"/>
                  </a:lnTo>
                  <a:lnTo>
                    <a:pt x="11115" y="10711"/>
                  </a:lnTo>
                  <a:lnTo>
                    <a:pt x="11336" y="10821"/>
                  </a:lnTo>
                  <a:lnTo>
                    <a:pt x="11519" y="10968"/>
                  </a:lnTo>
                  <a:lnTo>
                    <a:pt x="11702" y="11115"/>
                  </a:lnTo>
                  <a:lnTo>
                    <a:pt x="11886" y="11262"/>
                  </a:lnTo>
                  <a:lnTo>
                    <a:pt x="12106" y="11335"/>
                  </a:lnTo>
                  <a:lnTo>
                    <a:pt x="11739" y="11922"/>
                  </a:lnTo>
                  <a:lnTo>
                    <a:pt x="11629" y="11922"/>
                  </a:lnTo>
                  <a:lnTo>
                    <a:pt x="11482" y="11885"/>
                  </a:lnTo>
                  <a:lnTo>
                    <a:pt x="11226" y="11738"/>
                  </a:lnTo>
                  <a:lnTo>
                    <a:pt x="10565" y="11482"/>
                  </a:lnTo>
                  <a:lnTo>
                    <a:pt x="10272" y="11335"/>
                  </a:lnTo>
                  <a:lnTo>
                    <a:pt x="10382" y="10968"/>
                  </a:lnTo>
                  <a:lnTo>
                    <a:pt x="10455" y="10601"/>
                  </a:lnTo>
                  <a:lnTo>
                    <a:pt x="10455" y="10528"/>
                  </a:lnTo>
                  <a:close/>
                  <a:moveTo>
                    <a:pt x="10125" y="11665"/>
                  </a:moveTo>
                  <a:lnTo>
                    <a:pt x="10785" y="11958"/>
                  </a:lnTo>
                  <a:lnTo>
                    <a:pt x="11115" y="12142"/>
                  </a:lnTo>
                  <a:lnTo>
                    <a:pt x="11299" y="12215"/>
                  </a:lnTo>
                  <a:lnTo>
                    <a:pt x="11482" y="12289"/>
                  </a:lnTo>
                  <a:lnTo>
                    <a:pt x="11226" y="12655"/>
                  </a:lnTo>
                  <a:lnTo>
                    <a:pt x="10895" y="12545"/>
                  </a:lnTo>
                  <a:lnTo>
                    <a:pt x="10455" y="12399"/>
                  </a:lnTo>
                  <a:lnTo>
                    <a:pt x="10052" y="12252"/>
                  </a:lnTo>
                  <a:lnTo>
                    <a:pt x="9868" y="12142"/>
                  </a:lnTo>
                  <a:lnTo>
                    <a:pt x="10125" y="11665"/>
                  </a:lnTo>
                  <a:close/>
                  <a:moveTo>
                    <a:pt x="9355" y="9574"/>
                  </a:moveTo>
                  <a:lnTo>
                    <a:pt x="9575" y="9611"/>
                  </a:lnTo>
                  <a:lnTo>
                    <a:pt x="9795" y="9648"/>
                  </a:lnTo>
                  <a:lnTo>
                    <a:pt x="9978" y="9758"/>
                  </a:lnTo>
                  <a:lnTo>
                    <a:pt x="10052" y="9868"/>
                  </a:lnTo>
                  <a:lnTo>
                    <a:pt x="10088" y="9941"/>
                  </a:lnTo>
                  <a:lnTo>
                    <a:pt x="10125" y="10088"/>
                  </a:lnTo>
                  <a:lnTo>
                    <a:pt x="10125" y="10198"/>
                  </a:lnTo>
                  <a:lnTo>
                    <a:pt x="9832" y="10161"/>
                  </a:lnTo>
                  <a:lnTo>
                    <a:pt x="9795" y="10198"/>
                  </a:lnTo>
                  <a:lnTo>
                    <a:pt x="9795" y="10234"/>
                  </a:lnTo>
                  <a:lnTo>
                    <a:pt x="9942" y="10344"/>
                  </a:lnTo>
                  <a:lnTo>
                    <a:pt x="10088" y="10455"/>
                  </a:lnTo>
                  <a:lnTo>
                    <a:pt x="10015" y="10785"/>
                  </a:lnTo>
                  <a:lnTo>
                    <a:pt x="9942" y="11078"/>
                  </a:lnTo>
                  <a:lnTo>
                    <a:pt x="9905" y="11188"/>
                  </a:lnTo>
                  <a:lnTo>
                    <a:pt x="9648" y="11115"/>
                  </a:lnTo>
                  <a:lnTo>
                    <a:pt x="9391" y="11078"/>
                  </a:lnTo>
                  <a:lnTo>
                    <a:pt x="9355" y="11078"/>
                  </a:lnTo>
                  <a:lnTo>
                    <a:pt x="9318" y="11115"/>
                  </a:lnTo>
                  <a:lnTo>
                    <a:pt x="9318" y="11151"/>
                  </a:lnTo>
                  <a:lnTo>
                    <a:pt x="9355" y="11188"/>
                  </a:lnTo>
                  <a:lnTo>
                    <a:pt x="9538" y="11372"/>
                  </a:lnTo>
                  <a:lnTo>
                    <a:pt x="9795" y="11518"/>
                  </a:lnTo>
                  <a:lnTo>
                    <a:pt x="9501" y="11995"/>
                  </a:lnTo>
                  <a:lnTo>
                    <a:pt x="9061" y="11812"/>
                  </a:lnTo>
                  <a:lnTo>
                    <a:pt x="8584" y="11628"/>
                  </a:lnTo>
                  <a:lnTo>
                    <a:pt x="8548" y="11628"/>
                  </a:lnTo>
                  <a:lnTo>
                    <a:pt x="8548" y="11702"/>
                  </a:lnTo>
                  <a:lnTo>
                    <a:pt x="8731" y="11848"/>
                  </a:lnTo>
                  <a:lnTo>
                    <a:pt x="8915" y="12032"/>
                  </a:lnTo>
                  <a:lnTo>
                    <a:pt x="9318" y="12289"/>
                  </a:lnTo>
                  <a:lnTo>
                    <a:pt x="9061" y="12582"/>
                  </a:lnTo>
                  <a:lnTo>
                    <a:pt x="8805" y="12802"/>
                  </a:lnTo>
                  <a:lnTo>
                    <a:pt x="8548" y="12692"/>
                  </a:lnTo>
                  <a:lnTo>
                    <a:pt x="8401" y="12069"/>
                  </a:lnTo>
                  <a:lnTo>
                    <a:pt x="8291" y="11445"/>
                  </a:lnTo>
                  <a:lnTo>
                    <a:pt x="8218" y="11298"/>
                  </a:lnTo>
                  <a:lnTo>
                    <a:pt x="8144" y="11188"/>
                  </a:lnTo>
                  <a:lnTo>
                    <a:pt x="8034" y="11115"/>
                  </a:lnTo>
                  <a:lnTo>
                    <a:pt x="7374" y="11115"/>
                  </a:lnTo>
                  <a:lnTo>
                    <a:pt x="7264" y="11078"/>
                  </a:lnTo>
                  <a:lnTo>
                    <a:pt x="7154" y="11041"/>
                  </a:lnTo>
                  <a:lnTo>
                    <a:pt x="7007" y="10895"/>
                  </a:lnTo>
                  <a:lnTo>
                    <a:pt x="6897" y="10675"/>
                  </a:lnTo>
                  <a:lnTo>
                    <a:pt x="6860" y="10455"/>
                  </a:lnTo>
                  <a:lnTo>
                    <a:pt x="6860" y="10344"/>
                  </a:lnTo>
                  <a:lnTo>
                    <a:pt x="6897" y="10234"/>
                  </a:lnTo>
                  <a:lnTo>
                    <a:pt x="6934" y="10124"/>
                  </a:lnTo>
                  <a:lnTo>
                    <a:pt x="7007" y="10051"/>
                  </a:lnTo>
                  <a:lnTo>
                    <a:pt x="7227" y="9978"/>
                  </a:lnTo>
                  <a:lnTo>
                    <a:pt x="7447" y="9904"/>
                  </a:lnTo>
                  <a:lnTo>
                    <a:pt x="8328" y="9721"/>
                  </a:lnTo>
                  <a:lnTo>
                    <a:pt x="8401" y="9758"/>
                  </a:lnTo>
                  <a:lnTo>
                    <a:pt x="8548" y="9758"/>
                  </a:lnTo>
                  <a:lnTo>
                    <a:pt x="8841" y="9648"/>
                  </a:lnTo>
                  <a:lnTo>
                    <a:pt x="9135" y="9574"/>
                  </a:lnTo>
                  <a:close/>
                  <a:moveTo>
                    <a:pt x="1028" y="7373"/>
                  </a:moveTo>
                  <a:lnTo>
                    <a:pt x="1028" y="7887"/>
                  </a:lnTo>
                  <a:lnTo>
                    <a:pt x="1101" y="8437"/>
                  </a:lnTo>
                  <a:lnTo>
                    <a:pt x="1138" y="8474"/>
                  </a:lnTo>
                  <a:lnTo>
                    <a:pt x="1211" y="8510"/>
                  </a:lnTo>
                  <a:lnTo>
                    <a:pt x="1285" y="8510"/>
                  </a:lnTo>
                  <a:lnTo>
                    <a:pt x="1358" y="8474"/>
                  </a:lnTo>
                  <a:lnTo>
                    <a:pt x="1872" y="8070"/>
                  </a:lnTo>
                  <a:lnTo>
                    <a:pt x="1945" y="8951"/>
                  </a:lnTo>
                  <a:lnTo>
                    <a:pt x="1982" y="9611"/>
                  </a:lnTo>
                  <a:lnTo>
                    <a:pt x="1982" y="9758"/>
                  </a:lnTo>
                  <a:lnTo>
                    <a:pt x="1982" y="9904"/>
                  </a:lnTo>
                  <a:lnTo>
                    <a:pt x="1872" y="10014"/>
                  </a:lnTo>
                  <a:lnTo>
                    <a:pt x="1762" y="10088"/>
                  </a:lnTo>
                  <a:lnTo>
                    <a:pt x="1615" y="10271"/>
                  </a:lnTo>
                  <a:lnTo>
                    <a:pt x="1505" y="10455"/>
                  </a:lnTo>
                  <a:lnTo>
                    <a:pt x="1468" y="10638"/>
                  </a:lnTo>
                  <a:lnTo>
                    <a:pt x="1468" y="10858"/>
                  </a:lnTo>
                  <a:lnTo>
                    <a:pt x="1505" y="11078"/>
                  </a:lnTo>
                  <a:lnTo>
                    <a:pt x="1578" y="11298"/>
                  </a:lnTo>
                  <a:lnTo>
                    <a:pt x="1688" y="11702"/>
                  </a:lnTo>
                  <a:lnTo>
                    <a:pt x="2165" y="12876"/>
                  </a:lnTo>
                  <a:lnTo>
                    <a:pt x="1835" y="12509"/>
                  </a:lnTo>
                  <a:lnTo>
                    <a:pt x="1505" y="12142"/>
                  </a:lnTo>
                  <a:lnTo>
                    <a:pt x="1211" y="11665"/>
                  </a:lnTo>
                  <a:lnTo>
                    <a:pt x="918" y="11188"/>
                  </a:lnTo>
                  <a:lnTo>
                    <a:pt x="735" y="10675"/>
                  </a:lnTo>
                  <a:lnTo>
                    <a:pt x="588" y="10161"/>
                  </a:lnTo>
                  <a:lnTo>
                    <a:pt x="551" y="9831"/>
                  </a:lnTo>
                  <a:lnTo>
                    <a:pt x="514" y="9501"/>
                  </a:lnTo>
                  <a:lnTo>
                    <a:pt x="551" y="9171"/>
                  </a:lnTo>
                  <a:lnTo>
                    <a:pt x="588" y="8841"/>
                  </a:lnTo>
                  <a:lnTo>
                    <a:pt x="771" y="8180"/>
                  </a:lnTo>
                  <a:lnTo>
                    <a:pt x="955" y="7557"/>
                  </a:lnTo>
                  <a:lnTo>
                    <a:pt x="1028" y="7373"/>
                  </a:lnTo>
                  <a:close/>
                  <a:moveTo>
                    <a:pt x="9612" y="12472"/>
                  </a:moveTo>
                  <a:lnTo>
                    <a:pt x="9942" y="12619"/>
                  </a:lnTo>
                  <a:lnTo>
                    <a:pt x="10675" y="12912"/>
                  </a:lnTo>
                  <a:lnTo>
                    <a:pt x="10895" y="12986"/>
                  </a:lnTo>
                  <a:lnTo>
                    <a:pt x="10529" y="13316"/>
                  </a:lnTo>
                  <a:lnTo>
                    <a:pt x="10162" y="13609"/>
                  </a:lnTo>
                  <a:lnTo>
                    <a:pt x="9685" y="13279"/>
                  </a:lnTo>
                  <a:lnTo>
                    <a:pt x="9171" y="12986"/>
                  </a:lnTo>
                  <a:lnTo>
                    <a:pt x="9391" y="12729"/>
                  </a:lnTo>
                  <a:lnTo>
                    <a:pt x="9612" y="12472"/>
                  </a:lnTo>
                  <a:close/>
                  <a:moveTo>
                    <a:pt x="2569" y="5209"/>
                  </a:moveTo>
                  <a:lnTo>
                    <a:pt x="2899" y="5319"/>
                  </a:lnTo>
                  <a:lnTo>
                    <a:pt x="3266" y="5356"/>
                  </a:lnTo>
                  <a:lnTo>
                    <a:pt x="3999" y="5356"/>
                  </a:lnTo>
                  <a:lnTo>
                    <a:pt x="4733" y="5429"/>
                  </a:lnTo>
                  <a:lnTo>
                    <a:pt x="5467" y="5539"/>
                  </a:lnTo>
                  <a:lnTo>
                    <a:pt x="5320" y="5649"/>
                  </a:lnTo>
                  <a:lnTo>
                    <a:pt x="5173" y="5723"/>
                  </a:lnTo>
                  <a:lnTo>
                    <a:pt x="4880" y="5833"/>
                  </a:lnTo>
                  <a:lnTo>
                    <a:pt x="4696" y="5943"/>
                  </a:lnTo>
                  <a:lnTo>
                    <a:pt x="4513" y="6053"/>
                  </a:lnTo>
                  <a:lnTo>
                    <a:pt x="4366" y="6236"/>
                  </a:lnTo>
                  <a:lnTo>
                    <a:pt x="4293" y="6420"/>
                  </a:lnTo>
                  <a:lnTo>
                    <a:pt x="4256" y="6493"/>
                  </a:lnTo>
                  <a:lnTo>
                    <a:pt x="4293" y="6603"/>
                  </a:lnTo>
                  <a:lnTo>
                    <a:pt x="4329" y="6676"/>
                  </a:lnTo>
                  <a:lnTo>
                    <a:pt x="4366" y="6750"/>
                  </a:lnTo>
                  <a:lnTo>
                    <a:pt x="4439" y="6823"/>
                  </a:lnTo>
                  <a:lnTo>
                    <a:pt x="4549" y="6823"/>
                  </a:lnTo>
                  <a:lnTo>
                    <a:pt x="4660" y="6860"/>
                  </a:lnTo>
                  <a:lnTo>
                    <a:pt x="4696" y="6933"/>
                  </a:lnTo>
                  <a:lnTo>
                    <a:pt x="4733" y="7117"/>
                  </a:lnTo>
                  <a:lnTo>
                    <a:pt x="4770" y="7300"/>
                  </a:lnTo>
                  <a:lnTo>
                    <a:pt x="4770" y="7667"/>
                  </a:lnTo>
                  <a:lnTo>
                    <a:pt x="4806" y="7813"/>
                  </a:lnTo>
                  <a:lnTo>
                    <a:pt x="4586" y="7520"/>
                  </a:lnTo>
                  <a:lnTo>
                    <a:pt x="4366" y="7263"/>
                  </a:lnTo>
                  <a:lnTo>
                    <a:pt x="4256" y="7190"/>
                  </a:lnTo>
                  <a:lnTo>
                    <a:pt x="4146" y="7153"/>
                  </a:lnTo>
                  <a:lnTo>
                    <a:pt x="3999" y="7117"/>
                  </a:lnTo>
                  <a:lnTo>
                    <a:pt x="3889" y="7153"/>
                  </a:lnTo>
                  <a:lnTo>
                    <a:pt x="3632" y="7227"/>
                  </a:lnTo>
                  <a:lnTo>
                    <a:pt x="3412" y="7373"/>
                  </a:lnTo>
                  <a:lnTo>
                    <a:pt x="3192" y="7593"/>
                  </a:lnTo>
                  <a:lnTo>
                    <a:pt x="2972" y="7813"/>
                  </a:lnTo>
                  <a:lnTo>
                    <a:pt x="2825" y="8070"/>
                  </a:lnTo>
                  <a:lnTo>
                    <a:pt x="2715" y="8364"/>
                  </a:lnTo>
                  <a:lnTo>
                    <a:pt x="2642" y="8657"/>
                  </a:lnTo>
                  <a:lnTo>
                    <a:pt x="2605" y="8951"/>
                  </a:lnTo>
                  <a:lnTo>
                    <a:pt x="2605" y="9244"/>
                  </a:lnTo>
                  <a:lnTo>
                    <a:pt x="2679" y="9537"/>
                  </a:lnTo>
                  <a:lnTo>
                    <a:pt x="2679" y="9611"/>
                  </a:lnTo>
                  <a:lnTo>
                    <a:pt x="2752" y="9648"/>
                  </a:lnTo>
                  <a:lnTo>
                    <a:pt x="2789" y="9684"/>
                  </a:lnTo>
                  <a:lnTo>
                    <a:pt x="3156" y="9684"/>
                  </a:lnTo>
                  <a:lnTo>
                    <a:pt x="3449" y="9758"/>
                  </a:lnTo>
                  <a:lnTo>
                    <a:pt x="3706" y="9868"/>
                  </a:lnTo>
                  <a:lnTo>
                    <a:pt x="3963" y="10014"/>
                  </a:lnTo>
                  <a:lnTo>
                    <a:pt x="4183" y="10198"/>
                  </a:lnTo>
                  <a:lnTo>
                    <a:pt x="4403" y="10418"/>
                  </a:lnTo>
                  <a:lnTo>
                    <a:pt x="4770" y="10858"/>
                  </a:lnTo>
                  <a:lnTo>
                    <a:pt x="4403" y="11151"/>
                  </a:lnTo>
                  <a:lnTo>
                    <a:pt x="4109" y="11445"/>
                  </a:lnTo>
                  <a:lnTo>
                    <a:pt x="3816" y="11775"/>
                  </a:lnTo>
                  <a:lnTo>
                    <a:pt x="3596" y="12142"/>
                  </a:lnTo>
                  <a:lnTo>
                    <a:pt x="3412" y="12545"/>
                  </a:lnTo>
                  <a:lnTo>
                    <a:pt x="3266" y="12986"/>
                  </a:lnTo>
                  <a:lnTo>
                    <a:pt x="3192" y="13426"/>
                  </a:lnTo>
                  <a:lnTo>
                    <a:pt x="3156" y="13866"/>
                  </a:lnTo>
                  <a:lnTo>
                    <a:pt x="3082" y="13829"/>
                  </a:lnTo>
                  <a:lnTo>
                    <a:pt x="2972" y="13719"/>
                  </a:lnTo>
                  <a:lnTo>
                    <a:pt x="2899" y="13572"/>
                  </a:lnTo>
                  <a:lnTo>
                    <a:pt x="2459" y="12582"/>
                  </a:lnTo>
                  <a:lnTo>
                    <a:pt x="2092" y="11702"/>
                  </a:lnTo>
                  <a:lnTo>
                    <a:pt x="1945" y="11262"/>
                  </a:lnTo>
                  <a:lnTo>
                    <a:pt x="1872" y="10821"/>
                  </a:lnTo>
                  <a:lnTo>
                    <a:pt x="1872" y="10638"/>
                  </a:lnTo>
                  <a:lnTo>
                    <a:pt x="1945" y="10491"/>
                  </a:lnTo>
                  <a:lnTo>
                    <a:pt x="2055" y="10381"/>
                  </a:lnTo>
                  <a:lnTo>
                    <a:pt x="2202" y="10271"/>
                  </a:lnTo>
                  <a:lnTo>
                    <a:pt x="2312" y="10161"/>
                  </a:lnTo>
                  <a:lnTo>
                    <a:pt x="2385" y="10051"/>
                  </a:lnTo>
                  <a:lnTo>
                    <a:pt x="2385" y="9904"/>
                  </a:lnTo>
                  <a:lnTo>
                    <a:pt x="2385" y="9721"/>
                  </a:lnTo>
                  <a:lnTo>
                    <a:pt x="2312" y="8730"/>
                  </a:lnTo>
                  <a:lnTo>
                    <a:pt x="2165" y="7740"/>
                  </a:lnTo>
                  <a:lnTo>
                    <a:pt x="2165" y="7667"/>
                  </a:lnTo>
                  <a:lnTo>
                    <a:pt x="2092" y="7593"/>
                  </a:lnTo>
                  <a:lnTo>
                    <a:pt x="1945" y="7593"/>
                  </a:lnTo>
                  <a:lnTo>
                    <a:pt x="1358" y="8070"/>
                  </a:lnTo>
                  <a:lnTo>
                    <a:pt x="1321" y="7667"/>
                  </a:lnTo>
                  <a:lnTo>
                    <a:pt x="1358" y="7263"/>
                  </a:lnTo>
                  <a:lnTo>
                    <a:pt x="1395" y="6860"/>
                  </a:lnTo>
                  <a:lnTo>
                    <a:pt x="1505" y="6456"/>
                  </a:lnTo>
                  <a:lnTo>
                    <a:pt x="1505" y="6383"/>
                  </a:lnTo>
                  <a:lnTo>
                    <a:pt x="1468" y="6310"/>
                  </a:lnTo>
                  <a:lnTo>
                    <a:pt x="1725" y="5796"/>
                  </a:lnTo>
                  <a:lnTo>
                    <a:pt x="1982" y="5319"/>
                  </a:lnTo>
                  <a:lnTo>
                    <a:pt x="2239" y="5356"/>
                  </a:lnTo>
                  <a:lnTo>
                    <a:pt x="2495" y="5392"/>
                  </a:lnTo>
                  <a:lnTo>
                    <a:pt x="2569" y="5356"/>
                  </a:lnTo>
                  <a:lnTo>
                    <a:pt x="2605" y="5319"/>
                  </a:lnTo>
                  <a:lnTo>
                    <a:pt x="2605" y="5282"/>
                  </a:lnTo>
                  <a:lnTo>
                    <a:pt x="2569" y="5209"/>
                  </a:lnTo>
                  <a:close/>
                  <a:moveTo>
                    <a:pt x="8805" y="13939"/>
                  </a:moveTo>
                  <a:lnTo>
                    <a:pt x="9098" y="13976"/>
                  </a:lnTo>
                  <a:lnTo>
                    <a:pt x="9391" y="14049"/>
                  </a:lnTo>
                  <a:lnTo>
                    <a:pt x="9208" y="14086"/>
                  </a:lnTo>
                  <a:lnTo>
                    <a:pt x="9171" y="14049"/>
                  </a:lnTo>
                  <a:lnTo>
                    <a:pt x="9061" y="14049"/>
                  </a:lnTo>
                  <a:lnTo>
                    <a:pt x="8988" y="13976"/>
                  </a:lnTo>
                  <a:lnTo>
                    <a:pt x="8805" y="13939"/>
                  </a:lnTo>
                  <a:close/>
                  <a:moveTo>
                    <a:pt x="5815" y="14178"/>
                  </a:moveTo>
                  <a:lnTo>
                    <a:pt x="5797" y="14196"/>
                  </a:lnTo>
                  <a:lnTo>
                    <a:pt x="5760" y="14196"/>
                  </a:lnTo>
                  <a:lnTo>
                    <a:pt x="5815" y="14178"/>
                  </a:lnTo>
                  <a:close/>
                  <a:moveTo>
                    <a:pt x="7154" y="2935"/>
                  </a:moveTo>
                  <a:lnTo>
                    <a:pt x="7594" y="3008"/>
                  </a:lnTo>
                  <a:lnTo>
                    <a:pt x="8034" y="3082"/>
                  </a:lnTo>
                  <a:lnTo>
                    <a:pt x="8438" y="3155"/>
                  </a:lnTo>
                  <a:lnTo>
                    <a:pt x="8401" y="3192"/>
                  </a:lnTo>
                  <a:lnTo>
                    <a:pt x="8401" y="3228"/>
                  </a:lnTo>
                  <a:lnTo>
                    <a:pt x="8401" y="3265"/>
                  </a:lnTo>
                  <a:lnTo>
                    <a:pt x="8438" y="3265"/>
                  </a:lnTo>
                  <a:lnTo>
                    <a:pt x="8621" y="3228"/>
                  </a:lnTo>
                  <a:lnTo>
                    <a:pt x="8768" y="3265"/>
                  </a:lnTo>
                  <a:lnTo>
                    <a:pt x="8805" y="3265"/>
                  </a:lnTo>
                  <a:lnTo>
                    <a:pt x="8768" y="3338"/>
                  </a:lnTo>
                  <a:lnTo>
                    <a:pt x="8768" y="3412"/>
                  </a:lnTo>
                  <a:lnTo>
                    <a:pt x="8768" y="3448"/>
                  </a:lnTo>
                  <a:lnTo>
                    <a:pt x="8805" y="3485"/>
                  </a:lnTo>
                  <a:lnTo>
                    <a:pt x="8841" y="3485"/>
                  </a:lnTo>
                  <a:lnTo>
                    <a:pt x="8915" y="3522"/>
                  </a:lnTo>
                  <a:lnTo>
                    <a:pt x="8988" y="3558"/>
                  </a:lnTo>
                  <a:lnTo>
                    <a:pt x="9098" y="3668"/>
                  </a:lnTo>
                  <a:lnTo>
                    <a:pt x="9208" y="3815"/>
                  </a:lnTo>
                  <a:lnTo>
                    <a:pt x="9245" y="3852"/>
                  </a:lnTo>
                  <a:lnTo>
                    <a:pt x="9281" y="3889"/>
                  </a:lnTo>
                  <a:lnTo>
                    <a:pt x="9318" y="3852"/>
                  </a:lnTo>
                  <a:lnTo>
                    <a:pt x="9391" y="3742"/>
                  </a:lnTo>
                  <a:lnTo>
                    <a:pt x="9465" y="3632"/>
                  </a:lnTo>
                  <a:lnTo>
                    <a:pt x="9538" y="3558"/>
                  </a:lnTo>
                  <a:lnTo>
                    <a:pt x="9758" y="3632"/>
                  </a:lnTo>
                  <a:lnTo>
                    <a:pt x="9612" y="3815"/>
                  </a:lnTo>
                  <a:lnTo>
                    <a:pt x="9501" y="3999"/>
                  </a:lnTo>
                  <a:lnTo>
                    <a:pt x="9465" y="4072"/>
                  </a:lnTo>
                  <a:lnTo>
                    <a:pt x="9465" y="4182"/>
                  </a:lnTo>
                  <a:lnTo>
                    <a:pt x="9575" y="4182"/>
                  </a:lnTo>
                  <a:lnTo>
                    <a:pt x="9648" y="4145"/>
                  </a:lnTo>
                  <a:lnTo>
                    <a:pt x="9795" y="4035"/>
                  </a:lnTo>
                  <a:lnTo>
                    <a:pt x="10052" y="3815"/>
                  </a:lnTo>
                  <a:lnTo>
                    <a:pt x="10308" y="3962"/>
                  </a:lnTo>
                  <a:lnTo>
                    <a:pt x="10235" y="4035"/>
                  </a:lnTo>
                  <a:lnTo>
                    <a:pt x="9978" y="4365"/>
                  </a:lnTo>
                  <a:lnTo>
                    <a:pt x="9868" y="4512"/>
                  </a:lnTo>
                  <a:lnTo>
                    <a:pt x="9795" y="4696"/>
                  </a:lnTo>
                  <a:lnTo>
                    <a:pt x="9795" y="4732"/>
                  </a:lnTo>
                  <a:lnTo>
                    <a:pt x="9832" y="4732"/>
                  </a:lnTo>
                  <a:lnTo>
                    <a:pt x="10015" y="4659"/>
                  </a:lnTo>
                  <a:lnTo>
                    <a:pt x="10198" y="4549"/>
                  </a:lnTo>
                  <a:lnTo>
                    <a:pt x="10492" y="4329"/>
                  </a:lnTo>
                  <a:lnTo>
                    <a:pt x="10639" y="4182"/>
                  </a:lnTo>
                  <a:lnTo>
                    <a:pt x="10822" y="4292"/>
                  </a:lnTo>
                  <a:lnTo>
                    <a:pt x="10565" y="4549"/>
                  </a:lnTo>
                  <a:lnTo>
                    <a:pt x="10272" y="4879"/>
                  </a:lnTo>
                  <a:lnTo>
                    <a:pt x="10052" y="5209"/>
                  </a:lnTo>
                  <a:lnTo>
                    <a:pt x="9942" y="5246"/>
                  </a:lnTo>
                  <a:lnTo>
                    <a:pt x="9648" y="5392"/>
                  </a:lnTo>
                  <a:lnTo>
                    <a:pt x="9391" y="5539"/>
                  </a:lnTo>
                  <a:lnTo>
                    <a:pt x="9281" y="5539"/>
                  </a:lnTo>
                  <a:lnTo>
                    <a:pt x="9135" y="5576"/>
                  </a:lnTo>
                  <a:lnTo>
                    <a:pt x="8805" y="5759"/>
                  </a:lnTo>
                  <a:lnTo>
                    <a:pt x="8548" y="5979"/>
                  </a:lnTo>
                  <a:lnTo>
                    <a:pt x="8364" y="6089"/>
                  </a:lnTo>
                  <a:lnTo>
                    <a:pt x="8071" y="6346"/>
                  </a:lnTo>
                  <a:lnTo>
                    <a:pt x="7924" y="6566"/>
                  </a:lnTo>
                  <a:lnTo>
                    <a:pt x="7741" y="6750"/>
                  </a:lnTo>
                  <a:lnTo>
                    <a:pt x="7631" y="6970"/>
                  </a:lnTo>
                  <a:lnTo>
                    <a:pt x="7594" y="7153"/>
                  </a:lnTo>
                  <a:lnTo>
                    <a:pt x="7631" y="7227"/>
                  </a:lnTo>
                  <a:lnTo>
                    <a:pt x="7667" y="7300"/>
                  </a:lnTo>
                  <a:lnTo>
                    <a:pt x="7741" y="7373"/>
                  </a:lnTo>
                  <a:lnTo>
                    <a:pt x="7851" y="7410"/>
                  </a:lnTo>
                  <a:lnTo>
                    <a:pt x="7998" y="7410"/>
                  </a:lnTo>
                  <a:lnTo>
                    <a:pt x="8144" y="7337"/>
                  </a:lnTo>
                  <a:lnTo>
                    <a:pt x="8401" y="7190"/>
                  </a:lnTo>
                  <a:lnTo>
                    <a:pt x="8548" y="7153"/>
                  </a:lnTo>
                  <a:lnTo>
                    <a:pt x="8731" y="7227"/>
                  </a:lnTo>
                  <a:lnTo>
                    <a:pt x="8805" y="7263"/>
                  </a:lnTo>
                  <a:lnTo>
                    <a:pt x="8878" y="7337"/>
                  </a:lnTo>
                  <a:lnTo>
                    <a:pt x="8915" y="7410"/>
                  </a:lnTo>
                  <a:lnTo>
                    <a:pt x="8915" y="7483"/>
                  </a:lnTo>
                  <a:lnTo>
                    <a:pt x="8841" y="7593"/>
                  </a:lnTo>
                  <a:lnTo>
                    <a:pt x="8731" y="7740"/>
                  </a:lnTo>
                  <a:lnTo>
                    <a:pt x="8584" y="7850"/>
                  </a:lnTo>
                  <a:lnTo>
                    <a:pt x="8401" y="7960"/>
                  </a:lnTo>
                  <a:lnTo>
                    <a:pt x="8144" y="8070"/>
                  </a:lnTo>
                  <a:lnTo>
                    <a:pt x="7961" y="8144"/>
                  </a:lnTo>
                  <a:lnTo>
                    <a:pt x="7741" y="8254"/>
                  </a:lnTo>
                  <a:lnTo>
                    <a:pt x="7557" y="8400"/>
                  </a:lnTo>
                  <a:lnTo>
                    <a:pt x="7521" y="8474"/>
                  </a:lnTo>
                  <a:lnTo>
                    <a:pt x="7484" y="8584"/>
                  </a:lnTo>
                  <a:lnTo>
                    <a:pt x="7447" y="8767"/>
                  </a:lnTo>
                  <a:lnTo>
                    <a:pt x="7521" y="8914"/>
                  </a:lnTo>
                  <a:lnTo>
                    <a:pt x="7631" y="9061"/>
                  </a:lnTo>
                  <a:lnTo>
                    <a:pt x="7777" y="9134"/>
                  </a:lnTo>
                  <a:lnTo>
                    <a:pt x="7887" y="9171"/>
                  </a:lnTo>
                  <a:lnTo>
                    <a:pt x="8034" y="9207"/>
                  </a:lnTo>
                  <a:lnTo>
                    <a:pt x="8254" y="9134"/>
                  </a:lnTo>
                  <a:lnTo>
                    <a:pt x="8694" y="8951"/>
                  </a:lnTo>
                  <a:lnTo>
                    <a:pt x="9208" y="8951"/>
                  </a:lnTo>
                  <a:lnTo>
                    <a:pt x="9391" y="8877"/>
                  </a:lnTo>
                  <a:lnTo>
                    <a:pt x="9575" y="8767"/>
                  </a:lnTo>
                  <a:lnTo>
                    <a:pt x="9685" y="8657"/>
                  </a:lnTo>
                  <a:lnTo>
                    <a:pt x="9795" y="8547"/>
                  </a:lnTo>
                  <a:lnTo>
                    <a:pt x="9905" y="8547"/>
                  </a:lnTo>
                  <a:lnTo>
                    <a:pt x="10052" y="8584"/>
                  </a:lnTo>
                  <a:lnTo>
                    <a:pt x="10088" y="8620"/>
                  </a:lnTo>
                  <a:lnTo>
                    <a:pt x="10125" y="8620"/>
                  </a:lnTo>
                  <a:lnTo>
                    <a:pt x="10198" y="8657"/>
                  </a:lnTo>
                  <a:lnTo>
                    <a:pt x="10382" y="8804"/>
                  </a:lnTo>
                  <a:lnTo>
                    <a:pt x="10565" y="8987"/>
                  </a:lnTo>
                  <a:lnTo>
                    <a:pt x="11115" y="9648"/>
                  </a:lnTo>
                  <a:lnTo>
                    <a:pt x="10382" y="9391"/>
                  </a:lnTo>
                  <a:lnTo>
                    <a:pt x="10015" y="9281"/>
                  </a:lnTo>
                  <a:lnTo>
                    <a:pt x="9648" y="9171"/>
                  </a:lnTo>
                  <a:lnTo>
                    <a:pt x="9612" y="9207"/>
                  </a:lnTo>
                  <a:lnTo>
                    <a:pt x="9281" y="9171"/>
                  </a:lnTo>
                  <a:lnTo>
                    <a:pt x="8951" y="9207"/>
                  </a:lnTo>
                  <a:lnTo>
                    <a:pt x="8621" y="9281"/>
                  </a:lnTo>
                  <a:lnTo>
                    <a:pt x="8328" y="9391"/>
                  </a:lnTo>
                  <a:lnTo>
                    <a:pt x="8291" y="9427"/>
                  </a:lnTo>
                  <a:lnTo>
                    <a:pt x="8144" y="9427"/>
                  </a:lnTo>
                  <a:lnTo>
                    <a:pt x="7631" y="9537"/>
                  </a:lnTo>
                  <a:lnTo>
                    <a:pt x="7117" y="9648"/>
                  </a:lnTo>
                  <a:lnTo>
                    <a:pt x="6934" y="9684"/>
                  </a:lnTo>
                  <a:lnTo>
                    <a:pt x="6787" y="9794"/>
                  </a:lnTo>
                  <a:lnTo>
                    <a:pt x="6677" y="9904"/>
                  </a:lnTo>
                  <a:lnTo>
                    <a:pt x="6567" y="10088"/>
                  </a:lnTo>
                  <a:lnTo>
                    <a:pt x="6494" y="10271"/>
                  </a:lnTo>
                  <a:lnTo>
                    <a:pt x="6494" y="10455"/>
                  </a:lnTo>
                  <a:lnTo>
                    <a:pt x="6494" y="10601"/>
                  </a:lnTo>
                  <a:lnTo>
                    <a:pt x="6530" y="10785"/>
                  </a:lnTo>
                  <a:lnTo>
                    <a:pt x="6604" y="10968"/>
                  </a:lnTo>
                  <a:lnTo>
                    <a:pt x="6714" y="11115"/>
                  </a:lnTo>
                  <a:lnTo>
                    <a:pt x="6824" y="11225"/>
                  </a:lnTo>
                  <a:lnTo>
                    <a:pt x="6970" y="11335"/>
                  </a:lnTo>
                  <a:lnTo>
                    <a:pt x="7117" y="11408"/>
                  </a:lnTo>
                  <a:lnTo>
                    <a:pt x="7301" y="11445"/>
                  </a:lnTo>
                  <a:lnTo>
                    <a:pt x="7484" y="11482"/>
                  </a:lnTo>
                  <a:lnTo>
                    <a:pt x="7777" y="11482"/>
                  </a:lnTo>
                  <a:lnTo>
                    <a:pt x="7851" y="11555"/>
                  </a:lnTo>
                  <a:lnTo>
                    <a:pt x="7924" y="11665"/>
                  </a:lnTo>
                  <a:lnTo>
                    <a:pt x="7961" y="11812"/>
                  </a:lnTo>
                  <a:lnTo>
                    <a:pt x="8034" y="12105"/>
                  </a:lnTo>
                  <a:lnTo>
                    <a:pt x="8071" y="12362"/>
                  </a:lnTo>
                  <a:lnTo>
                    <a:pt x="8108" y="12509"/>
                  </a:lnTo>
                  <a:lnTo>
                    <a:pt x="7851" y="12435"/>
                  </a:lnTo>
                  <a:lnTo>
                    <a:pt x="7631" y="12399"/>
                  </a:lnTo>
                  <a:lnTo>
                    <a:pt x="7557" y="12362"/>
                  </a:lnTo>
                  <a:lnTo>
                    <a:pt x="7521" y="12215"/>
                  </a:lnTo>
                  <a:lnTo>
                    <a:pt x="7521" y="12179"/>
                  </a:lnTo>
                  <a:lnTo>
                    <a:pt x="7447" y="12179"/>
                  </a:lnTo>
                  <a:lnTo>
                    <a:pt x="7447" y="12215"/>
                  </a:lnTo>
                  <a:lnTo>
                    <a:pt x="7411" y="12472"/>
                  </a:lnTo>
                  <a:lnTo>
                    <a:pt x="7411" y="12509"/>
                  </a:lnTo>
                  <a:lnTo>
                    <a:pt x="7447" y="12545"/>
                  </a:lnTo>
                  <a:lnTo>
                    <a:pt x="7851" y="12729"/>
                  </a:lnTo>
                  <a:lnTo>
                    <a:pt x="8254" y="12949"/>
                  </a:lnTo>
                  <a:lnTo>
                    <a:pt x="8438" y="13316"/>
                  </a:lnTo>
                  <a:lnTo>
                    <a:pt x="8474" y="13389"/>
                  </a:lnTo>
                  <a:lnTo>
                    <a:pt x="8548" y="13426"/>
                  </a:lnTo>
                  <a:lnTo>
                    <a:pt x="8621" y="13426"/>
                  </a:lnTo>
                  <a:lnTo>
                    <a:pt x="8694" y="13389"/>
                  </a:lnTo>
                  <a:lnTo>
                    <a:pt x="8841" y="13279"/>
                  </a:lnTo>
                  <a:lnTo>
                    <a:pt x="9428" y="13609"/>
                  </a:lnTo>
                  <a:lnTo>
                    <a:pt x="9281" y="13609"/>
                  </a:lnTo>
                  <a:lnTo>
                    <a:pt x="8548" y="13536"/>
                  </a:lnTo>
                  <a:lnTo>
                    <a:pt x="7851" y="13536"/>
                  </a:lnTo>
                  <a:lnTo>
                    <a:pt x="7374" y="13206"/>
                  </a:lnTo>
                  <a:lnTo>
                    <a:pt x="6860" y="12912"/>
                  </a:lnTo>
                  <a:lnTo>
                    <a:pt x="6824" y="12876"/>
                  </a:lnTo>
                  <a:lnTo>
                    <a:pt x="6750" y="12912"/>
                  </a:lnTo>
                  <a:lnTo>
                    <a:pt x="6750" y="12949"/>
                  </a:lnTo>
                  <a:lnTo>
                    <a:pt x="6750" y="13022"/>
                  </a:lnTo>
                  <a:lnTo>
                    <a:pt x="6970" y="13316"/>
                  </a:lnTo>
                  <a:lnTo>
                    <a:pt x="7227" y="13572"/>
                  </a:lnTo>
                  <a:lnTo>
                    <a:pt x="6897" y="13609"/>
                  </a:lnTo>
                  <a:lnTo>
                    <a:pt x="6567" y="13646"/>
                  </a:lnTo>
                  <a:lnTo>
                    <a:pt x="6310" y="13426"/>
                  </a:lnTo>
                  <a:lnTo>
                    <a:pt x="6090" y="13169"/>
                  </a:lnTo>
                  <a:lnTo>
                    <a:pt x="6017" y="13169"/>
                  </a:lnTo>
                  <a:lnTo>
                    <a:pt x="5943" y="13242"/>
                  </a:lnTo>
                  <a:lnTo>
                    <a:pt x="5907" y="13389"/>
                  </a:lnTo>
                  <a:lnTo>
                    <a:pt x="5943" y="13499"/>
                  </a:lnTo>
                  <a:lnTo>
                    <a:pt x="5980" y="13646"/>
                  </a:lnTo>
                  <a:lnTo>
                    <a:pt x="6090" y="13756"/>
                  </a:lnTo>
                  <a:lnTo>
                    <a:pt x="5760" y="13829"/>
                  </a:lnTo>
                  <a:lnTo>
                    <a:pt x="5430" y="13939"/>
                  </a:lnTo>
                  <a:lnTo>
                    <a:pt x="5393" y="13903"/>
                  </a:lnTo>
                  <a:lnTo>
                    <a:pt x="5173" y="13682"/>
                  </a:lnTo>
                  <a:lnTo>
                    <a:pt x="5026" y="13609"/>
                  </a:lnTo>
                  <a:lnTo>
                    <a:pt x="4916" y="13572"/>
                  </a:lnTo>
                  <a:lnTo>
                    <a:pt x="4880" y="13572"/>
                  </a:lnTo>
                  <a:lnTo>
                    <a:pt x="4880" y="13609"/>
                  </a:lnTo>
                  <a:lnTo>
                    <a:pt x="4880" y="13682"/>
                  </a:lnTo>
                  <a:lnTo>
                    <a:pt x="4916" y="13793"/>
                  </a:lnTo>
                  <a:lnTo>
                    <a:pt x="4990" y="13939"/>
                  </a:lnTo>
                  <a:lnTo>
                    <a:pt x="5100" y="14086"/>
                  </a:lnTo>
                  <a:lnTo>
                    <a:pt x="5136" y="14086"/>
                  </a:lnTo>
                  <a:lnTo>
                    <a:pt x="4843" y="14306"/>
                  </a:lnTo>
                  <a:lnTo>
                    <a:pt x="4623" y="14269"/>
                  </a:lnTo>
                  <a:lnTo>
                    <a:pt x="4109" y="14196"/>
                  </a:lnTo>
                  <a:lnTo>
                    <a:pt x="3853" y="14159"/>
                  </a:lnTo>
                  <a:lnTo>
                    <a:pt x="3596" y="14086"/>
                  </a:lnTo>
                  <a:lnTo>
                    <a:pt x="3669" y="14013"/>
                  </a:lnTo>
                  <a:lnTo>
                    <a:pt x="3706" y="13903"/>
                  </a:lnTo>
                  <a:lnTo>
                    <a:pt x="3706" y="13829"/>
                  </a:lnTo>
                  <a:lnTo>
                    <a:pt x="3669" y="13719"/>
                  </a:lnTo>
                  <a:lnTo>
                    <a:pt x="3632" y="13646"/>
                  </a:lnTo>
                  <a:lnTo>
                    <a:pt x="3559" y="13609"/>
                  </a:lnTo>
                  <a:lnTo>
                    <a:pt x="3632" y="13242"/>
                  </a:lnTo>
                  <a:lnTo>
                    <a:pt x="3742" y="12876"/>
                  </a:lnTo>
                  <a:lnTo>
                    <a:pt x="3889" y="12509"/>
                  </a:lnTo>
                  <a:lnTo>
                    <a:pt x="4073" y="12179"/>
                  </a:lnTo>
                  <a:lnTo>
                    <a:pt x="4293" y="11848"/>
                  </a:lnTo>
                  <a:lnTo>
                    <a:pt x="4549" y="11555"/>
                  </a:lnTo>
                  <a:lnTo>
                    <a:pt x="4843" y="11298"/>
                  </a:lnTo>
                  <a:lnTo>
                    <a:pt x="5173" y="11115"/>
                  </a:lnTo>
                  <a:lnTo>
                    <a:pt x="5246" y="11041"/>
                  </a:lnTo>
                  <a:lnTo>
                    <a:pt x="5283" y="10931"/>
                  </a:lnTo>
                  <a:lnTo>
                    <a:pt x="5283" y="10858"/>
                  </a:lnTo>
                  <a:lnTo>
                    <a:pt x="5210" y="10785"/>
                  </a:lnTo>
                  <a:lnTo>
                    <a:pt x="4770" y="10234"/>
                  </a:lnTo>
                  <a:lnTo>
                    <a:pt x="4549" y="9978"/>
                  </a:lnTo>
                  <a:lnTo>
                    <a:pt x="4293" y="9758"/>
                  </a:lnTo>
                  <a:lnTo>
                    <a:pt x="3999" y="9574"/>
                  </a:lnTo>
                  <a:lnTo>
                    <a:pt x="3706" y="9427"/>
                  </a:lnTo>
                  <a:lnTo>
                    <a:pt x="3376" y="9317"/>
                  </a:lnTo>
                  <a:lnTo>
                    <a:pt x="3046" y="9281"/>
                  </a:lnTo>
                  <a:lnTo>
                    <a:pt x="3046" y="8877"/>
                  </a:lnTo>
                  <a:lnTo>
                    <a:pt x="3119" y="8510"/>
                  </a:lnTo>
                  <a:lnTo>
                    <a:pt x="3266" y="8180"/>
                  </a:lnTo>
                  <a:lnTo>
                    <a:pt x="3486" y="7887"/>
                  </a:lnTo>
                  <a:lnTo>
                    <a:pt x="3632" y="7740"/>
                  </a:lnTo>
                  <a:lnTo>
                    <a:pt x="3816" y="7593"/>
                  </a:lnTo>
                  <a:lnTo>
                    <a:pt x="3889" y="7557"/>
                  </a:lnTo>
                  <a:lnTo>
                    <a:pt x="3963" y="7557"/>
                  </a:lnTo>
                  <a:lnTo>
                    <a:pt x="4036" y="7593"/>
                  </a:lnTo>
                  <a:lnTo>
                    <a:pt x="4109" y="7630"/>
                  </a:lnTo>
                  <a:lnTo>
                    <a:pt x="4219" y="7740"/>
                  </a:lnTo>
                  <a:lnTo>
                    <a:pt x="4329" y="7887"/>
                  </a:lnTo>
                  <a:lnTo>
                    <a:pt x="4916" y="8657"/>
                  </a:lnTo>
                  <a:lnTo>
                    <a:pt x="5026" y="8730"/>
                  </a:lnTo>
                  <a:lnTo>
                    <a:pt x="5136" y="8767"/>
                  </a:lnTo>
                  <a:lnTo>
                    <a:pt x="5210" y="8730"/>
                  </a:lnTo>
                  <a:lnTo>
                    <a:pt x="5246" y="8694"/>
                  </a:lnTo>
                  <a:lnTo>
                    <a:pt x="5283" y="8620"/>
                  </a:lnTo>
                  <a:lnTo>
                    <a:pt x="5283" y="8547"/>
                  </a:lnTo>
                  <a:lnTo>
                    <a:pt x="5136" y="7006"/>
                  </a:lnTo>
                  <a:lnTo>
                    <a:pt x="5100" y="6823"/>
                  </a:lnTo>
                  <a:lnTo>
                    <a:pt x="4990" y="6640"/>
                  </a:lnTo>
                  <a:lnTo>
                    <a:pt x="4880" y="6493"/>
                  </a:lnTo>
                  <a:lnTo>
                    <a:pt x="4660" y="6456"/>
                  </a:lnTo>
                  <a:lnTo>
                    <a:pt x="4733" y="6420"/>
                  </a:lnTo>
                  <a:lnTo>
                    <a:pt x="4843" y="6346"/>
                  </a:lnTo>
                  <a:lnTo>
                    <a:pt x="5026" y="6199"/>
                  </a:lnTo>
                  <a:lnTo>
                    <a:pt x="5430" y="6016"/>
                  </a:lnTo>
                  <a:lnTo>
                    <a:pt x="5613" y="5943"/>
                  </a:lnTo>
                  <a:lnTo>
                    <a:pt x="5760" y="5796"/>
                  </a:lnTo>
                  <a:lnTo>
                    <a:pt x="5870" y="5649"/>
                  </a:lnTo>
                  <a:lnTo>
                    <a:pt x="5980" y="5466"/>
                  </a:lnTo>
                  <a:lnTo>
                    <a:pt x="5980" y="5392"/>
                  </a:lnTo>
                  <a:lnTo>
                    <a:pt x="5943" y="5319"/>
                  </a:lnTo>
                  <a:lnTo>
                    <a:pt x="5907" y="5246"/>
                  </a:lnTo>
                  <a:lnTo>
                    <a:pt x="5833" y="5209"/>
                  </a:lnTo>
                  <a:lnTo>
                    <a:pt x="4990" y="5099"/>
                  </a:lnTo>
                  <a:lnTo>
                    <a:pt x="4109" y="4989"/>
                  </a:lnTo>
                  <a:lnTo>
                    <a:pt x="3742" y="4989"/>
                  </a:lnTo>
                  <a:lnTo>
                    <a:pt x="3302" y="4952"/>
                  </a:lnTo>
                  <a:lnTo>
                    <a:pt x="2899" y="4989"/>
                  </a:lnTo>
                  <a:lnTo>
                    <a:pt x="2715" y="5026"/>
                  </a:lnTo>
                  <a:lnTo>
                    <a:pt x="2532" y="5099"/>
                  </a:lnTo>
                  <a:lnTo>
                    <a:pt x="2495" y="5136"/>
                  </a:lnTo>
                  <a:lnTo>
                    <a:pt x="2532" y="5209"/>
                  </a:lnTo>
                  <a:lnTo>
                    <a:pt x="2165" y="5062"/>
                  </a:lnTo>
                  <a:lnTo>
                    <a:pt x="2459" y="4732"/>
                  </a:lnTo>
                  <a:lnTo>
                    <a:pt x="2752" y="4402"/>
                  </a:lnTo>
                  <a:lnTo>
                    <a:pt x="3082" y="4145"/>
                  </a:lnTo>
                  <a:lnTo>
                    <a:pt x="3449" y="3889"/>
                  </a:lnTo>
                  <a:lnTo>
                    <a:pt x="3816" y="3668"/>
                  </a:lnTo>
                  <a:lnTo>
                    <a:pt x="4219" y="3448"/>
                  </a:lnTo>
                  <a:lnTo>
                    <a:pt x="4623" y="3302"/>
                  </a:lnTo>
                  <a:lnTo>
                    <a:pt x="5026" y="3155"/>
                  </a:lnTo>
                  <a:lnTo>
                    <a:pt x="5467" y="3045"/>
                  </a:lnTo>
                  <a:lnTo>
                    <a:pt x="5907" y="2972"/>
                  </a:lnTo>
                  <a:lnTo>
                    <a:pt x="6310" y="2935"/>
                  </a:lnTo>
                  <a:close/>
                  <a:moveTo>
                    <a:pt x="5393" y="14343"/>
                  </a:moveTo>
                  <a:lnTo>
                    <a:pt x="5430" y="14379"/>
                  </a:lnTo>
                  <a:lnTo>
                    <a:pt x="5356" y="14379"/>
                  </a:lnTo>
                  <a:lnTo>
                    <a:pt x="5393" y="14343"/>
                  </a:lnTo>
                  <a:close/>
                  <a:moveTo>
                    <a:pt x="7704" y="13903"/>
                  </a:moveTo>
                  <a:lnTo>
                    <a:pt x="7961" y="14049"/>
                  </a:lnTo>
                  <a:lnTo>
                    <a:pt x="8291" y="14196"/>
                  </a:lnTo>
                  <a:lnTo>
                    <a:pt x="8584" y="14306"/>
                  </a:lnTo>
                  <a:lnTo>
                    <a:pt x="8181" y="14379"/>
                  </a:lnTo>
                  <a:lnTo>
                    <a:pt x="7741" y="14416"/>
                  </a:lnTo>
                  <a:lnTo>
                    <a:pt x="7704" y="14306"/>
                  </a:lnTo>
                  <a:lnTo>
                    <a:pt x="7631" y="14233"/>
                  </a:lnTo>
                  <a:lnTo>
                    <a:pt x="7264" y="14123"/>
                  </a:lnTo>
                  <a:lnTo>
                    <a:pt x="6970" y="13939"/>
                  </a:lnTo>
                  <a:lnTo>
                    <a:pt x="7521" y="13903"/>
                  </a:lnTo>
                  <a:close/>
                  <a:moveTo>
                    <a:pt x="6420" y="14013"/>
                  </a:moveTo>
                  <a:lnTo>
                    <a:pt x="6567" y="14123"/>
                  </a:lnTo>
                  <a:lnTo>
                    <a:pt x="6787" y="14306"/>
                  </a:lnTo>
                  <a:lnTo>
                    <a:pt x="7007" y="14453"/>
                  </a:lnTo>
                  <a:lnTo>
                    <a:pt x="6053" y="14416"/>
                  </a:lnTo>
                  <a:lnTo>
                    <a:pt x="6053" y="14343"/>
                  </a:lnTo>
                  <a:lnTo>
                    <a:pt x="6053" y="14269"/>
                  </a:lnTo>
                  <a:lnTo>
                    <a:pt x="5980" y="14196"/>
                  </a:lnTo>
                  <a:lnTo>
                    <a:pt x="5907" y="14159"/>
                  </a:lnTo>
                  <a:lnTo>
                    <a:pt x="5870" y="14159"/>
                  </a:lnTo>
                  <a:lnTo>
                    <a:pt x="5980" y="14123"/>
                  </a:lnTo>
                  <a:lnTo>
                    <a:pt x="6420" y="14013"/>
                  </a:lnTo>
                  <a:close/>
                  <a:moveTo>
                    <a:pt x="6824" y="2385"/>
                  </a:moveTo>
                  <a:lnTo>
                    <a:pt x="6750" y="2421"/>
                  </a:lnTo>
                  <a:lnTo>
                    <a:pt x="6677" y="2495"/>
                  </a:lnTo>
                  <a:lnTo>
                    <a:pt x="6127" y="2531"/>
                  </a:lnTo>
                  <a:lnTo>
                    <a:pt x="5540" y="2605"/>
                  </a:lnTo>
                  <a:lnTo>
                    <a:pt x="5026" y="2715"/>
                  </a:lnTo>
                  <a:lnTo>
                    <a:pt x="4476" y="2861"/>
                  </a:lnTo>
                  <a:lnTo>
                    <a:pt x="3926" y="3082"/>
                  </a:lnTo>
                  <a:lnTo>
                    <a:pt x="3376" y="3375"/>
                  </a:lnTo>
                  <a:lnTo>
                    <a:pt x="2899" y="3705"/>
                  </a:lnTo>
                  <a:lnTo>
                    <a:pt x="2459" y="4109"/>
                  </a:lnTo>
                  <a:lnTo>
                    <a:pt x="2018" y="4512"/>
                  </a:lnTo>
                  <a:lnTo>
                    <a:pt x="1652" y="4989"/>
                  </a:lnTo>
                  <a:lnTo>
                    <a:pt x="1321" y="5466"/>
                  </a:lnTo>
                  <a:lnTo>
                    <a:pt x="1065" y="6016"/>
                  </a:lnTo>
                  <a:lnTo>
                    <a:pt x="735" y="6713"/>
                  </a:lnTo>
                  <a:lnTo>
                    <a:pt x="478" y="7447"/>
                  </a:lnTo>
                  <a:lnTo>
                    <a:pt x="221" y="8180"/>
                  </a:lnTo>
                  <a:lnTo>
                    <a:pt x="74" y="8914"/>
                  </a:lnTo>
                  <a:lnTo>
                    <a:pt x="38" y="9244"/>
                  </a:lnTo>
                  <a:lnTo>
                    <a:pt x="1" y="9611"/>
                  </a:lnTo>
                  <a:lnTo>
                    <a:pt x="38" y="9941"/>
                  </a:lnTo>
                  <a:lnTo>
                    <a:pt x="74" y="10271"/>
                  </a:lnTo>
                  <a:lnTo>
                    <a:pt x="148" y="10601"/>
                  </a:lnTo>
                  <a:lnTo>
                    <a:pt x="258" y="10931"/>
                  </a:lnTo>
                  <a:lnTo>
                    <a:pt x="368" y="11262"/>
                  </a:lnTo>
                  <a:lnTo>
                    <a:pt x="514" y="11555"/>
                  </a:lnTo>
                  <a:lnTo>
                    <a:pt x="881" y="12142"/>
                  </a:lnTo>
                  <a:lnTo>
                    <a:pt x="1285" y="12692"/>
                  </a:lnTo>
                  <a:lnTo>
                    <a:pt x="1725" y="13206"/>
                  </a:lnTo>
                  <a:lnTo>
                    <a:pt x="2202" y="13719"/>
                  </a:lnTo>
                  <a:lnTo>
                    <a:pt x="2459" y="13976"/>
                  </a:lnTo>
                  <a:lnTo>
                    <a:pt x="2752" y="14233"/>
                  </a:lnTo>
                  <a:lnTo>
                    <a:pt x="2825" y="14343"/>
                  </a:lnTo>
                  <a:lnTo>
                    <a:pt x="2899" y="14416"/>
                  </a:lnTo>
                  <a:lnTo>
                    <a:pt x="3009" y="14453"/>
                  </a:lnTo>
                  <a:lnTo>
                    <a:pt x="3119" y="14453"/>
                  </a:lnTo>
                  <a:lnTo>
                    <a:pt x="3192" y="14526"/>
                  </a:lnTo>
                  <a:lnTo>
                    <a:pt x="3559" y="14636"/>
                  </a:lnTo>
                  <a:lnTo>
                    <a:pt x="3889" y="14746"/>
                  </a:lnTo>
                  <a:lnTo>
                    <a:pt x="4623" y="14820"/>
                  </a:lnTo>
                  <a:lnTo>
                    <a:pt x="6017" y="14966"/>
                  </a:lnTo>
                  <a:lnTo>
                    <a:pt x="6714" y="15003"/>
                  </a:lnTo>
                  <a:lnTo>
                    <a:pt x="7411" y="15003"/>
                  </a:lnTo>
                  <a:lnTo>
                    <a:pt x="8108" y="14930"/>
                  </a:lnTo>
                  <a:lnTo>
                    <a:pt x="8768" y="14783"/>
                  </a:lnTo>
                  <a:lnTo>
                    <a:pt x="9465" y="14600"/>
                  </a:lnTo>
                  <a:lnTo>
                    <a:pt x="9758" y="14453"/>
                  </a:lnTo>
                  <a:lnTo>
                    <a:pt x="10088" y="14306"/>
                  </a:lnTo>
                  <a:lnTo>
                    <a:pt x="10382" y="14159"/>
                  </a:lnTo>
                  <a:lnTo>
                    <a:pt x="10675" y="13976"/>
                  </a:lnTo>
                  <a:lnTo>
                    <a:pt x="11152" y="13536"/>
                  </a:lnTo>
                  <a:lnTo>
                    <a:pt x="11629" y="13059"/>
                  </a:lnTo>
                  <a:lnTo>
                    <a:pt x="12033" y="12509"/>
                  </a:lnTo>
                  <a:lnTo>
                    <a:pt x="12399" y="11958"/>
                  </a:lnTo>
                  <a:lnTo>
                    <a:pt x="12729" y="11372"/>
                  </a:lnTo>
                  <a:lnTo>
                    <a:pt x="12986" y="10748"/>
                  </a:lnTo>
                  <a:lnTo>
                    <a:pt x="13243" y="10161"/>
                  </a:lnTo>
                  <a:lnTo>
                    <a:pt x="13426" y="9464"/>
                  </a:lnTo>
                  <a:lnTo>
                    <a:pt x="13500" y="9097"/>
                  </a:lnTo>
                  <a:lnTo>
                    <a:pt x="13573" y="8730"/>
                  </a:lnTo>
                  <a:lnTo>
                    <a:pt x="13573" y="8400"/>
                  </a:lnTo>
                  <a:lnTo>
                    <a:pt x="13573" y="8034"/>
                  </a:lnTo>
                  <a:lnTo>
                    <a:pt x="13573" y="7667"/>
                  </a:lnTo>
                  <a:lnTo>
                    <a:pt x="13500" y="7300"/>
                  </a:lnTo>
                  <a:lnTo>
                    <a:pt x="13426" y="6970"/>
                  </a:lnTo>
                  <a:lnTo>
                    <a:pt x="13353" y="6640"/>
                  </a:lnTo>
                  <a:lnTo>
                    <a:pt x="13206" y="6346"/>
                  </a:lnTo>
                  <a:lnTo>
                    <a:pt x="13060" y="6053"/>
                  </a:lnTo>
                  <a:lnTo>
                    <a:pt x="12693" y="5466"/>
                  </a:lnTo>
                  <a:lnTo>
                    <a:pt x="12289" y="4916"/>
                  </a:lnTo>
                  <a:lnTo>
                    <a:pt x="11849" y="4475"/>
                  </a:lnTo>
                  <a:lnTo>
                    <a:pt x="11372" y="4035"/>
                  </a:lnTo>
                  <a:lnTo>
                    <a:pt x="10895" y="3668"/>
                  </a:lnTo>
                  <a:lnTo>
                    <a:pt x="10345" y="3338"/>
                  </a:lnTo>
                  <a:lnTo>
                    <a:pt x="9795" y="3045"/>
                  </a:lnTo>
                  <a:lnTo>
                    <a:pt x="9208" y="2788"/>
                  </a:lnTo>
                  <a:lnTo>
                    <a:pt x="8584" y="2605"/>
                  </a:lnTo>
                  <a:lnTo>
                    <a:pt x="7998" y="2458"/>
                  </a:lnTo>
                  <a:lnTo>
                    <a:pt x="7447" y="2385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1" name="Google Shape;299;p5">
              <a:extLst>
                <a:ext uri="{FF2B5EF4-FFF2-40B4-BE49-F238E27FC236}">
                  <a16:creationId xmlns:a16="http://schemas.microsoft.com/office/drawing/2014/main" id="{7ADB864B-8853-4443-BC5D-2AEEF163C773}"/>
                </a:ext>
              </a:extLst>
            </p:cNvPr>
            <p:cNvSpPr/>
            <p:nvPr/>
          </p:nvSpPr>
          <p:spPr>
            <a:xfrm>
              <a:off x="6902250" y="3951050"/>
              <a:ext cx="436525" cy="299875"/>
            </a:xfrm>
            <a:custGeom>
              <a:avLst/>
              <a:gdLst/>
              <a:ahLst/>
              <a:cxnLst/>
              <a:rect l="l" t="t" r="r" b="b"/>
              <a:pathLst>
                <a:path w="17461" h="11995" extrusionOk="0">
                  <a:moveTo>
                    <a:pt x="9758" y="2238"/>
                  </a:moveTo>
                  <a:lnTo>
                    <a:pt x="9721" y="2274"/>
                  </a:lnTo>
                  <a:lnTo>
                    <a:pt x="9648" y="2311"/>
                  </a:lnTo>
                  <a:lnTo>
                    <a:pt x="9611" y="2458"/>
                  </a:lnTo>
                  <a:lnTo>
                    <a:pt x="9648" y="2568"/>
                  </a:lnTo>
                  <a:lnTo>
                    <a:pt x="9721" y="2605"/>
                  </a:lnTo>
                  <a:lnTo>
                    <a:pt x="9758" y="2641"/>
                  </a:lnTo>
                  <a:lnTo>
                    <a:pt x="9941" y="2641"/>
                  </a:lnTo>
                  <a:lnTo>
                    <a:pt x="9978" y="2605"/>
                  </a:lnTo>
                  <a:lnTo>
                    <a:pt x="10051" y="2531"/>
                  </a:lnTo>
                  <a:lnTo>
                    <a:pt x="10051" y="2458"/>
                  </a:lnTo>
                  <a:lnTo>
                    <a:pt x="10051" y="2348"/>
                  </a:lnTo>
                  <a:lnTo>
                    <a:pt x="9978" y="2274"/>
                  </a:lnTo>
                  <a:lnTo>
                    <a:pt x="9941" y="2238"/>
                  </a:lnTo>
                  <a:close/>
                  <a:moveTo>
                    <a:pt x="9795" y="3191"/>
                  </a:moveTo>
                  <a:lnTo>
                    <a:pt x="9721" y="3265"/>
                  </a:lnTo>
                  <a:lnTo>
                    <a:pt x="9684" y="3301"/>
                  </a:lnTo>
                  <a:lnTo>
                    <a:pt x="9684" y="3375"/>
                  </a:lnTo>
                  <a:lnTo>
                    <a:pt x="9684" y="3485"/>
                  </a:lnTo>
                  <a:lnTo>
                    <a:pt x="9758" y="3522"/>
                  </a:lnTo>
                  <a:lnTo>
                    <a:pt x="9795" y="3558"/>
                  </a:lnTo>
                  <a:lnTo>
                    <a:pt x="9941" y="3558"/>
                  </a:lnTo>
                  <a:lnTo>
                    <a:pt x="9978" y="3522"/>
                  </a:lnTo>
                  <a:lnTo>
                    <a:pt x="10015" y="3485"/>
                  </a:lnTo>
                  <a:lnTo>
                    <a:pt x="10051" y="3375"/>
                  </a:lnTo>
                  <a:lnTo>
                    <a:pt x="10015" y="3301"/>
                  </a:lnTo>
                  <a:lnTo>
                    <a:pt x="9978" y="3228"/>
                  </a:lnTo>
                  <a:lnTo>
                    <a:pt x="9941" y="3191"/>
                  </a:lnTo>
                  <a:close/>
                  <a:moveTo>
                    <a:pt x="11519" y="3045"/>
                  </a:moveTo>
                  <a:lnTo>
                    <a:pt x="11409" y="3081"/>
                  </a:lnTo>
                  <a:lnTo>
                    <a:pt x="11335" y="3118"/>
                  </a:lnTo>
                  <a:lnTo>
                    <a:pt x="11298" y="3191"/>
                  </a:lnTo>
                  <a:lnTo>
                    <a:pt x="11262" y="3265"/>
                  </a:lnTo>
                  <a:lnTo>
                    <a:pt x="11262" y="3338"/>
                  </a:lnTo>
                  <a:lnTo>
                    <a:pt x="11262" y="3412"/>
                  </a:lnTo>
                  <a:lnTo>
                    <a:pt x="11298" y="3485"/>
                  </a:lnTo>
                  <a:lnTo>
                    <a:pt x="11372" y="3522"/>
                  </a:lnTo>
                  <a:lnTo>
                    <a:pt x="11445" y="3595"/>
                  </a:lnTo>
                  <a:lnTo>
                    <a:pt x="11592" y="3595"/>
                  </a:lnTo>
                  <a:lnTo>
                    <a:pt x="11665" y="3522"/>
                  </a:lnTo>
                  <a:lnTo>
                    <a:pt x="11702" y="3485"/>
                  </a:lnTo>
                  <a:lnTo>
                    <a:pt x="11739" y="3412"/>
                  </a:lnTo>
                  <a:lnTo>
                    <a:pt x="11702" y="3265"/>
                  </a:lnTo>
                  <a:lnTo>
                    <a:pt x="11702" y="3155"/>
                  </a:lnTo>
                  <a:lnTo>
                    <a:pt x="11629" y="3081"/>
                  </a:lnTo>
                  <a:lnTo>
                    <a:pt x="11519" y="3045"/>
                  </a:lnTo>
                  <a:close/>
                  <a:moveTo>
                    <a:pt x="15554" y="1541"/>
                  </a:moveTo>
                  <a:lnTo>
                    <a:pt x="15407" y="1871"/>
                  </a:lnTo>
                  <a:lnTo>
                    <a:pt x="15187" y="2164"/>
                  </a:lnTo>
                  <a:lnTo>
                    <a:pt x="14967" y="2458"/>
                  </a:lnTo>
                  <a:lnTo>
                    <a:pt x="14710" y="2715"/>
                  </a:lnTo>
                  <a:lnTo>
                    <a:pt x="14416" y="2935"/>
                  </a:lnTo>
                  <a:lnTo>
                    <a:pt x="14123" y="3155"/>
                  </a:lnTo>
                  <a:lnTo>
                    <a:pt x="13536" y="3595"/>
                  </a:lnTo>
                  <a:lnTo>
                    <a:pt x="13279" y="3265"/>
                  </a:lnTo>
                  <a:lnTo>
                    <a:pt x="12986" y="2971"/>
                  </a:lnTo>
                  <a:lnTo>
                    <a:pt x="13096" y="2935"/>
                  </a:lnTo>
                  <a:lnTo>
                    <a:pt x="13683" y="2531"/>
                  </a:lnTo>
                  <a:lnTo>
                    <a:pt x="14306" y="2164"/>
                  </a:lnTo>
                  <a:lnTo>
                    <a:pt x="14930" y="1834"/>
                  </a:lnTo>
                  <a:lnTo>
                    <a:pt x="15554" y="1541"/>
                  </a:lnTo>
                  <a:close/>
                  <a:moveTo>
                    <a:pt x="8914" y="3228"/>
                  </a:moveTo>
                  <a:lnTo>
                    <a:pt x="8841" y="3301"/>
                  </a:lnTo>
                  <a:lnTo>
                    <a:pt x="8804" y="3375"/>
                  </a:lnTo>
                  <a:lnTo>
                    <a:pt x="8804" y="3485"/>
                  </a:lnTo>
                  <a:lnTo>
                    <a:pt x="8804" y="3558"/>
                  </a:lnTo>
                  <a:lnTo>
                    <a:pt x="8877" y="3632"/>
                  </a:lnTo>
                  <a:lnTo>
                    <a:pt x="8951" y="3668"/>
                  </a:lnTo>
                  <a:lnTo>
                    <a:pt x="9098" y="3668"/>
                  </a:lnTo>
                  <a:lnTo>
                    <a:pt x="9134" y="3632"/>
                  </a:lnTo>
                  <a:lnTo>
                    <a:pt x="9208" y="3558"/>
                  </a:lnTo>
                  <a:lnTo>
                    <a:pt x="9208" y="3485"/>
                  </a:lnTo>
                  <a:lnTo>
                    <a:pt x="9208" y="3375"/>
                  </a:lnTo>
                  <a:lnTo>
                    <a:pt x="9171" y="3338"/>
                  </a:lnTo>
                  <a:lnTo>
                    <a:pt x="9134" y="3265"/>
                  </a:lnTo>
                  <a:lnTo>
                    <a:pt x="9061" y="3228"/>
                  </a:lnTo>
                  <a:close/>
                  <a:moveTo>
                    <a:pt x="16324" y="1101"/>
                  </a:moveTo>
                  <a:lnTo>
                    <a:pt x="16140" y="1541"/>
                  </a:lnTo>
                  <a:lnTo>
                    <a:pt x="15884" y="1944"/>
                  </a:lnTo>
                  <a:lnTo>
                    <a:pt x="15590" y="2348"/>
                  </a:lnTo>
                  <a:lnTo>
                    <a:pt x="15297" y="2751"/>
                  </a:lnTo>
                  <a:lnTo>
                    <a:pt x="14967" y="3081"/>
                  </a:lnTo>
                  <a:lnTo>
                    <a:pt x="14600" y="3412"/>
                  </a:lnTo>
                  <a:lnTo>
                    <a:pt x="13829" y="4072"/>
                  </a:lnTo>
                  <a:lnTo>
                    <a:pt x="13756" y="3925"/>
                  </a:lnTo>
                  <a:lnTo>
                    <a:pt x="13976" y="3778"/>
                  </a:lnTo>
                  <a:lnTo>
                    <a:pt x="14343" y="3558"/>
                  </a:lnTo>
                  <a:lnTo>
                    <a:pt x="14673" y="3301"/>
                  </a:lnTo>
                  <a:lnTo>
                    <a:pt x="15003" y="3008"/>
                  </a:lnTo>
                  <a:lnTo>
                    <a:pt x="15297" y="2715"/>
                  </a:lnTo>
                  <a:lnTo>
                    <a:pt x="15554" y="2384"/>
                  </a:lnTo>
                  <a:lnTo>
                    <a:pt x="15774" y="2018"/>
                  </a:lnTo>
                  <a:lnTo>
                    <a:pt x="15957" y="1651"/>
                  </a:lnTo>
                  <a:lnTo>
                    <a:pt x="16104" y="1211"/>
                  </a:lnTo>
                  <a:lnTo>
                    <a:pt x="16104" y="1137"/>
                  </a:lnTo>
                  <a:lnTo>
                    <a:pt x="16324" y="1101"/>
                  </a:lnTo>
                  <a:close/>
                  <a:moveTo>
                    <a:pt x="10528" y="3962"/>
                  </a:moveTo>
                  <a:lnTo>
                    <a:pt x="10455" y="3998"/>
                  </a:lnTo>
                  <a:lnTo>
                    <a:pt x="10381" y="4072"/>
                  </a:lnTo>
                  <a:lnTo>
                    <a:pt x="10381" y="4108"/>
                  </a:lnTo>
                  <a:lnTo>
                    <a:pt x="10345" y="4219"/>
                  </a:lnTo>
                  <a:lnTo>
                    <a:pt x="10381" y="4329"/>
                  </a:lnTo>
                  <a:lnTo>
                    <a:pt x="10455" y="4402"/>
                  </a:lnTo>
                  <a:lnTo>
                    <a:pt x="10491" y="4439"/>
                  </a:lnTo>
                  <a:lnTo>
                    <a:pt x="10638" y="4439"/>
                  </a:lnTo>
                  <a:lnTo>
                    <a:pt x="10748" y="4365"/>
                  </a:lnTo>
                  <a:lnTo>
                    <a:pt x="10785" y="4292"/>
                  </a:lnTo>
                  <a:lnTo>
                    <a:pt x="10822" y="4219"/>
                  </a:lnTo>
                  <a:lnTo>
                    <a:pt x="10785" y="4108"/>
                  </a:lnTo>
                  <a:lnTo>
                    <a:pt x="10748" y="4072"/>
                  </a:lnTo>
                  <a:lnTo>
                    <a:pt x="10712" y="3998"/>
                  </a:lnTo>
                  <a:lnTo>
                    <a:pt x="10675" y="3962"/>
                  </a:lnTo>
                  <a:close/>
                  <a:moveTo>
                    <a:pt x="16434" y="477"/>
                  </a:moveTo>
                  <a:lnTo>
                    <a:pt x="16617" y="514"/>
                  </a:lnTo>
                  <a:lnTo>
                    <a:pt x="16764" y="587"/>
                  </a:lnTo>
                  <a:lnTo>
                    <a:pt x="16837" y="734"/>
                  </a:lnTo>
                  <a:lnTo>
                    <a:pt x="16911" y="880"/>
                  </a:lnTo>
                  <a:lnTo>
                    <a:pt x="16947" y="1064"/>
                  </a:lnTo>
                  <a:lnTo>
                    <a:pt x="16947" y="1247"/>
                  </a:lnTo>
                  <a:lnTo>
                    <a:pt x="16911" y="1541"/>
                  </a:lnTo>
                  <a:lnTo>
                    <a:pt x="16764" y="1871"/>
                  </a:lnTo>
                  <a:lnTo>
                    <a:pt x="16544" y="2128"/>
                  </a:lnTo>
                  <a:lnTo>
                    <a:pt x="16104" y="2641"/>
                  </a:lnTo>
                  <a:lnTo>
                    <a:pt x="15077" y="3668"/>
                  </a:lnTo>
                  <a:lnTo>
                    <a:pt x="14086" y="4549"/>
                  </a:lnTo>
                  <a:lnTo>
                    <a:pt x="14013" y="4402"/>
                  </a:lnTo>
                  <a:lnTo>
                    <a:pt x="14123" y="4329"/>
                  </a:lnTo>
                  <a:lnTo>
                    <a:pt x="14967" y="3632"/>
                  </a:lnTo>
                  <a:lnTo>
                    <a:pt x="15370" y="3228"/>
                  </a:lnTo>
                  <a:lnTo>
                    <a:pt x="15737" y="2825"/>
                  </a:lnTo>
                  <a:lnTo>
                    <a:pt x="16067" y="2384"/>
                  </a:lnTo>
                  <a:lnTo>
                    <a:pt x="16361" y="1908"/>
                  </a:lnTo>
                  <a:lnTo>
                    <a:pt x="16617" y="1431"/>
                  </a:lnTo>
                  <a:lnTo>
                    <a:pt x="16764" y="880"/>
                  </a:lnTo>
                  <a:lnTo>
                    <a:pt x="16764" y="770"/>
                  </a:lnTo>
                  <a:lnTo>
                    <a:pt x="16727" y="697"/>
                  </a:lnTo>
                  <a:lnTo>
                    <a:pt x="16654" y="660"/>
                  </a:lnTo>
                  <a:lnTo>
                    <a:pt x="16544" y="660"/>
                  </a:lnTo>
                  <a:lnTo>
                    <a:pt x="15920" y="770"/>
                  </a:lnTo>
                  <a:lnTo>
                    <a:pt x="15333" y="954"/>
                  </a:lnTo>
                  <a:lnTo>
                    <a:pt x="15333" y="954"/>
                  </a:lnTo>
                  <a:lnTo>
                    <a:pt x="15590" y="807"/>
                  </a:lnTo>
                  <a:lnTo>
                    <a:pt x="15884" y="660"/>
                  </a:lnTo>
                  <a:lnTo>
                    <a:pt x="16177" y="550"/>
                  </a:lnTo>
                  <a:lnTo>
                    <a:pt x="16434" y="477"/>
                  </a:lnTo>
                  <a:close/>
                  <a:moveTo>
                    <a:pt x="9354" y="4182"/>
                  </a:moveTo>
                  <a:lnTo>
                    <a:pt x="9208" y="4255"/>
                  </a:lnTo>
                  <a:lnTo>
                    <a:pt x="9134" y="4365"/>
                  </a:lnTo>
                  <a:lnTo>
                    <a:pt x="9134" y="4439"/>
                  </a:lnTo>
                  <a:lnTo>
                    <a:pt x="9171" y="4512"/>
                  </a:lnTo>
                  <a:lnTo>
                    <a:pt x="9208" y="4585"/>
                  </a:lnTo>
                  <a:lnTo>
                    <a:pt x="9281" y="4622"/>
                  </a:lnTo>
                  <a:lnTo>
                    <a:pt x="9428" y="4622"/>
                  </a:lnTo>
                  <a:lnTo>
                    <a:pt x="9538" y="4585"/>
                  </a:lnTo>
                  <a:lnTo>
                    <a:pt x="9611" y="4475"/>
                  </a:lnTo>
                  <a:lnTo>
                    <a:pt x="9648" y="4402"/>
                  </a:lnTo>
                  <a:lnTo>
                    <a:pt x="9648" y="4292"/>
                  </a:lnTo>
                  <a:lnTo>
                    <a:pt x="9611" y="4255"/>
                  </a:lnTo>
                  <a:lnTo>
                    <a:pt x="9538" y="4182"/>
                  </a:lnTo>
                  <a:close/>
                  <a:moveTo>
                    <a:pt x="13243" y="6566"/>
                  </a:moveTo>
                  <a:lnTo>
                    <a:pt x="13169" y="6639"/>
                  </a:lnTo>
                  <a:lnTo>
                    <a:pt x="13133" y="6713"/>
                  </a:lnTo>
                  <a:lnTo>
                    <a:pt x="13133" y="6860"/>
                  </a:lnTo>
                  <a:lnTo>
                    <a:pt x="13133" y="6933"/>
                  </a:lnTo>
                  <a:lnTo>
                    <a:pt x="13206" y="6970"/>
                  </a:lnTo>
                  <a:lnTo>
                    <a:pt x="13316" y="7006"/>
                  </a:lnTo>
                  <a:lnTo>
                    <a:pt x="13463" y="6970"/>
                  </a:lnTo>
                  <a:lnTo>
                    <a:pt x="13536" y="6933"/>
                  </a:lnTo>
                  <a:lnTo>
                    <a:pt x="13536" y="6860"/>
                  </a:lnTo>
                  <a:lnTo>
                    <a:pt x="13573" y="6750"/>
                  </a:lnTo>
                  <a:lnTo>
                    <a:pt x="13536" y="6676"/>
                  </a:lnTo>
                  <a:lnTo>
                    <a:pt x="13463" y="6603"/>
                  </a:lnTo>
                  <a:lnTo>
                    <a:pt x="13316" y="6566"/>
                  </a:lnTo>
                  <a:close/>
                  <a:moveTo>
                    <a:pt x="12216" y="7300"/>
                  </a:moveTo>
                  <a:lnTo>
                    <a:pt x="12105" y="7336"/>
                  </a:lnTo>
                  <a:lnTo>
                    <a:pt x="12032" y="7410"/>
                  </a:lnTo>
                  <a:lnTo>
                    <a:pt x="11995" y="7520"/>
                  </a:lnTo>
                  <a:lnTo>
                    <a:pt x="11995" y="7630"/>
                  </a:lnTo>
                  <a:lnTo>
                    <a:pt x="12032" y="7703"/>
                  </a:lnTo>
                  <a:lnTo>
                    <a:pt x="12105" y="7777"/>
                  </a:lnTo>
                  <a:lnTo>
                    <a:pt x="12216" y="7777"/>
                  </a:lnTo>
                  <a:lnTo>
                    <a:pt x="12289" y="7740"/>
                  </a:lnTo>
                  <a:lnTo>
                    <a:pt x="12362" y="7703"/>
                  </a:lnTo>
                  <a:lnTo>
                    <a:pt x="12436" y="7630"/>
                  </a:lnTo>
                  <a:lnTo>
                    <a:pt x="12436" y="7520"/>
                  </a:lnTo>
                  <a:lnTo>
                    <a:pt x="12436" y="7410"/>
                  </a:lnTo>
                  <a:lnTo>
                    <a:pt x="12326" y="7336"/>
                  </a:lnTo>
                  <a:lnTo>
                    <a:pt x="12216" y="7300"/>
                  </a:lnTo>
                  <a:close/>
                  <a:moveTo>
                    <a:pt x="12729" y="8033"/>
                  </a:moveTo>
                  <a:lnTo>
                    <a:pt x="12656" y="8107"/>
                  </a:lnTo>
                  <a:lnTo>
                    <a:pt x="12656" y="8143"/>
                  </a:lnTo>
                  <a:lnTo>
                    <a:pt x="12619" y="8253"/>
                  </a:lnTo>
                  <a:lnTo>
                    <a:pt x="12619" y="8400"/>
                  </a:lnTo>
                  <a:lnTo>
                    <a:pt x="12656" y="8437"/>
                  </a:lnTo>
                  <a:lnTo>
                    <a:pt x="12692" y="8474"/>
                  </a:lnTo>
                  <a:lnTo>
                    <a:pt x="12729" y="8474"/>
                  </a:lnTo>
                  <a:lnTo>
                    <a:pt x="12802" y="8510"/>
                  </a:lnTo>
                  <a:lnTo>
                    <a:pt x="12912" y="8474"/>
                  </a:lnTo>
                  <a:lnTo>
                    <a:pt x="12986" y="8437"/>
                  </a:lnTo>
                  <a:lnTo>
                    <a:pt x="13022" y="8400"/>
                  </a:lnTo>
                  <a:lnTo>
                    <a:pt x="13022" y="8253"/>
                  </a:lnTo>
                  <a:lnTo>
                    <a:pt x="13022" y="8180"/>
                  </a:lnTo>
                  <a:lnTo>
                    <a:pt x="12949" y="8107"/>
                  </a:lnTo>
                  <a:lnTo>
                    <a:pt x="12912" y="8033"/>
                  </a:lnTo>
                  <a:close/>
                  <a:moveTo>
                    <a:pt x="10051" y="2128"/>
                  </a:moveTo>
                  <a:lnTo>
                    <a:pt x="10455" y="2164"/>
                  </a:lnTo>
                  <a:lnTo>
                    <a:pt x="10858" y="2238"/>
                  </a:lnTo>
                  <a:lnTo>
                    <a:pt x="11262" y="2348"/>
                  </a:lnTo>
                  <a:lnTo>
                    <a:pt x="11225" y="2458"/>
                  </a:lnTo>
                  <a:lnTo>
                    <a:pt x="11262" y="2568"/>
                  </a:lnTo>
                  <a:lnTo>
                    <a:pt x="11335" y="2641"/>
                  </a:lnTo>
                  <a:lnTo>
                    <a:pt x="11445" y="2715"/>
                  </a:lnTo>
                  <a:lnTo>
                    <a:pt x="11629" y="2715"/>
                  </a:lnTo>
                  <a:lnTo>
                    <a:pt x="11775" y="2788"/>
                  </a:lnTo>
                  <a:lnTo>
                    <a:pt x="12105" y="2935"/>
                  </a:lnTo>
                  <a:lnTo>
                    <a:pt x="12179" y="2971"/>
                  </a:lnTo>
                  <a:lnTo>
                    <a:pt x="12252" y="3008"/>
                  </a:lnTo>
                  <a:lnTo>
                    <a:pt x="12472" y="3191"/>
                  </a:lnTo>
                  <a:lnTo>
                    <a:pt x="12692" y="3412"/>
                  </a:lnTo>
                  <a:lnTo>
                    <a:pt x="13096" y="3852"/>
                  </a:lnTo>
                  <a:lnTo>
                    <a:pt x="11482" y="4842"/>
                  </a:lnTo>
                  <a:lnTo>
                    <a:pt x="9868" y="5796"/>
                  </a:lnTo>
                  <a:lnTo>
                    <a:pt x="6090" y="8070"/>
                  </a:lnTo>
                  <a:lnTo>
                    <a:pt x="5209" y="8620"/>
                  </a:lnTo>
                  <a:lnTo>
                    <a:pt x="5356" y="8327"/>
                  </a:lnTo>
                  <a:lnTo>
                    <a:pt x="5649" y="7960"/>
                  </a:lnTo>
                  <a:lnTo>
                    <a:pt x="5943" y="7557"/>
                  </a:lnTo>
                  <a:lnTo>
                    <a:pt x="5906" y="7483"/>
                  </a:lnTo>
                  <a:lnTo>
                    <a:pt x="5870" y="7483"/>
                  </a:lnTo>
                  <a:lnTo>
                    <a:pt x="5686" y="7593"/>
                  </a:lnTo>
                  <a:lnTo>
                    <a:pt x="5539" y="7740"/>
                  </a:lnTo>
                  <a:lnTo>
                    <a:pt x="5209" y="8070"/>
                  </a:lnTo>
                  <a:lnTo>
                    <a:pt x="4989" y="8437"/>
                  </a:lnTo>
                  <a:lnTo>
                    <a:pt x="4769" y="8840"/>
                  </a:lnTo>
                  <a:lnTo>
                    <a:pt x="4732" y="8877"/>
                  </a:lnTo>
                  <a:lnTo>
                    <a:pt x="4622" y="8584"/>
                  </a:lnTo>
                  <a:lnTo>
                    <a:pt x="4916" y="8107"/>
                  </a:lnTo>
                  <a:lnTo>
                    <a:pt x="5283" y="7630"/>
                  </a:lnTo>
                  <a:lnTo>
                    <a:pt x="5649" y="7190"/>
                  </a:lnTo>
                  <a:lnTo>
                    <a:pt x="6016" y="6786"/>
                  </a:lnTo>
                  <a:lnTo>
                    <a:pt x="6016" y="6750"/>
                  </a:lnTo>
                  <a:lnTo>
                    <a:pt x="6016" y="6713"/>
                  </a:lnTo>
                  <a:lnTo>
                    <a:pt x="5943" y="6713"/>
                  </a:lnTo>
                  <a:lnTo>
                    <a:pt x="5539" y="7043"/>
                  </a:lnTo>
                  <a:lnTo>
                    <a:pt x="5173" y="7410"/>
                  </a:lnTo>
                  <a:lnTo>
                    <a:pt x="4842" y="7777"/>
                  </a:lnTo>
                  <a:lnTo>
                    <a:pt x="4512" y="8180"/>
                  </a:lnTo>
                  <a:lnTo>
                    <a:pt x="4476" y="7923"/>
                  </a:lnTo>
                  <a:lnTo>
                    <a:pt x="4439" y="7667"/>
                  </a:lnTo>
                  <a:lnTo>
                    <a:pt x="4659" y="7336"/>
                  </a:lnTo>
                  <a:lnTo>
                    <a:pt x="4879" y="7080"/>
                  </a:lnTo>
                  <a:lnTo>
                    <a:pt x="5686" y="6016"/>
                  </a:lnTo>
                  <a:lnTo>
                    <a:pt x="5723" y="5943"/>
                  </a:lnTo>
                  <a:lnTo>
                    <a:pt x="5686" y="5906"/>
                  </a:lnTo>
                  <a:lnTo>
                    <a:pt x="5576" y="5906"/>
                  </a:lnTo>
                  <a:lnTo>
                    <a:pt x="5283" y="6199"/>
                  </a:lnTo>
                  <a:lnTo>
                    <a:pt x="4953" y="6529"/>
                  </a:lnTo>
                  <a:lnTo>
                    <a:pt x="4402" y="7153"/>
                  </a:lnTo>
                  <a:lnTo>
                    <a:pt x="4402" y="6529"/>
                  </a:lnTo>
                  <a:lnTo>
                    <a:pt x="4622" y="6199"/>
                  </a:lnTo>
                  <a:lnTo>
                    <a:pt x="4953" y="5759"/>
                  </a:lnTo>
                  <a:lnTo>
                    <a:pt x="5136" y="5502"/>
                  </a:lnTo>
                  <a:lnTo>
                    <a:pt x="5246" y="5392"/>
                  </a:lnTo>
                  <a:lnTo>
                    <a:pt x="5393" y="5319"/>
                  </a:lnTo>
                  <a:lnTo>
                    <a:pt x="5429" y="5319"/>
                  </a:lnTo>
                  <a:lnTo>
                    <a:pt x="5429" y="5282"/>
                  </a:lnTo>
                  <a:lnTo>
                    <a:pt x="5393" y="5246"/>
                  </a:lnTo>
                  <a:lnTo>
                    <a:pt x="5393" y="5209"/>
                  </a:lnTo>
                  <a:lnTo>
                    <a:pt x="5173" y="5209"/>
                  </a:lnTo>
                  <a:lnTo>
                    <a:pt x="5063" y="5282"/>
                  </a:lnTo>
                  <a:lnTo>
                    <a:pt x="4953" y="5356"/>
                  </a:lnTo>
                  <a:lnTo>
                    <a:pt x="4769" y="5539"/>
                  </a:lnTo>
                  <a:lnTo>
                    <a:pt x="4622" y="5722"/>
                  </a:lnTo>
                  <a:lnTo>
                    <a:pt x="4476" y="5869"/>
                  </a:lnTo>
                  <a:lnTo>
                    <a:pt x="4586" y="5466"/>
                  </a:lnTo>
                  <a:lnTo>
                    <a:pt x="4732" y="5062"/>
                  </a:lnTo>
                  <a:lnTo>
                    <a:pt x="4879" y="4842"/>
                  </a:lnTo>
                  <a:lnTo>
                    <a:pt x="5026" y="4622"/>
                  </a:lnTo>
                  <a:lnTo>
                    <a:pt x="5209" y="4402"/>
                  </a:lnTo>
                  <a:lnTo>
                    <a:pt x="5393" y="4219"/>
                  </a:lnTo>
                  <a:lnTo>
                    <a:pt x="5796" y="3852"/>
                  </a:lnTo>
                  <a:lnTo>
                    <a:pt x="6236" y="3522"/>
                  </a:lnTo>
                  <a:lnTo>
                    <a:pt x="6677" y="3228"/>
                  </a:lnTo>
                  <a:lnTo>
                    <a:pt x="7117" y="2935"/>
                  </a:lnTo>
                  <a:lnTo>
                    <a:pt x="7594" y="2715"/>
                  </a:lnTo>
                  <a:lnTo>
                    <a:pt x="8070" y="2494"/>
                  </a:lnTo>
                  <a:lnTo>
                    <a:pt x="8474" y="2348"/>
                  </a:lnTo>
                  <a:lnTo>
                    <a:pt x="8841" y="2238"/>
                  </a:lnTo>
                  <a:lnTo>
                    <a:pt x="9244" y="2164"/>
                  </a:lnTo>
                  <a:lnTo>
                    <a:pt x="9648" y="2128"/>
                  </a:lnTo>
                  <a:close/>
                  <a:moveTo>
                    <a:pt x="13316" y="4219"/>
                  </a:moveTo>
                  <a:lnTo>
                    <a:pt x="13426" y="4365"/>
                  </a:lnTo>
                  <a:lnTo>
                    <a:pt x="12582" y="5026"/>
                  </a:lnTo>
                  <a:lnTo>
                    <a:pt x="11702" y="5649"/>
                  </a:lnTo>
                  <a:lnTo>
                    <a:pt x="10785" y="6273"/>
                  </a:lnTo>
                  <a:lnTo>
                    <a:pt x="9868" y="6860"/>
                  </a:lnTo>
                  <a:lnTo>
                    <a:pt x="8877" y="7446"/>
                  </a:lnTo>
                  <a:lnTo>
                    <a:pt x="7887" y="8033"/>
                  </a:lnTo>
                  <a:lnTo>
                    <a:pt x="6860" y="8584"/>
                  </a:lnTo>
                  <a:lnTo>
                    <a:pt x="5796" y="9097"/>
                  </a:lnTo>
                  <a:lnTo>
                    <a:pt x="4989" y="9464"/>
                  </a:lnTo>
                  <a:lnTo>
                    <a:pt x="4916" y="9317"/>
                  </a:lnTo>
                  <a:lnTo>
                    <a:pt x="4953" y="9207"/>
                  </a:lnTo>
                  <a:lnTo>
                    <a:pt x="6053" y="8584"/>
                  </a:lnTo>
                  <a:lnTo>
                    <a:pt x="10198" y="6089"/>
                  </a:lnTo>
                  <a:lnTo>
                    <a:pt x="11775" y="5136"/>
                  </a:lnTo>
                  <a:lnTo>
                    <a:pt x="13316" y="4219"/>
                  </a:lnTo>
                  <a:close/>
                  <a:moveTo>
                    <a:pt x="3962" y="7960"/>
                  </a:moveTo>
                  <a:lnTo>
                    <a:pt x="3999" y="8070"/>
                  </a:lnTo>
                  <a:lnTo>
                    <a:pt x="3999" y="8107"/>
                  </a:lnTo>
                  <a:lnTo>
                    <a:pt x="4146" y="8694"/>
                  </a:lnTo>
                  <a:lnTo>
                    <a:pt x="3962" y="9024"/>
                  </a:lnTo>
                  <a:lnTo>
                    <a:pt x="3925" y="9097"/>
                  </a:lnTo>
                  <a:lnTo>
                    <a:pt x="3925" y="9134"/>
                  </a:lnTo>
                  <a:lnTo>
                    <a:pt x="3999" y="9244"/>
                  </a:lnTo>
                  <a:lnTo>
                    <a:pt x="3339" y="9501"/>
                  </a:lnTo>
                  <a:lnTo>
                    <a:pt x="3008" y="9611"/>
                  </a:lnTo>
                  <a:lnTo>
                    <a:pt x="2642" y="9684"/>
                  </a:lnTo>
                  <a:lnTo>
                    <a:pt x="2898" y="9171"/>
                  </a:lnTo>
                  <a:lnTo>
                    <a:pt x="3229" y="8694"/>
                  </a:lnTo>
                  <a:lnTo>
                    <a:pt x="3559" y="8327"/>
                  </a:lnTo>
                  <a:lnTo>
                    <a:pt x="3962" y="7960"/>
                  </a:lnTo>
                  <a:close/>
                  <a:moveTo>
                    <a:pt x="13609" y="4732"/>
                  </a:moveTo>
                  <a:lnTo>
                    <a:pt x="13683" y="4915"/>
                  </a:lnTo>
                  <a:lnTo>
                    <a:pt x="12986" y="5502"/>
                  </a:lnTo>
                  <a:lnTo>
                    <a:pt x="12105" y="6199"/>
                  </a:lnTo>
                  <a:lnTo>
                    <a:pt x="11225" y="6823"/>
                  </a:lnTo>
                  <a:lnTo>
                    <a:pt x="10308" y="7446"/>
                  </a:lnTo>
                  <a:lnTo>
                    <a:pt x="9354" y="8033"/>
                  </a:lnTo>
                  <a:lnTo>
                    <a:pt x="8401" y="8584"/>
                  </a:lnTo>
                  <a:lnTo>
                    <a:pt x="7447" y="9097"/>
                  </a:lnTo>
                  <a:lnTo>
                    <a:pt x="6456" y="9574"/>
                  </a:lnTo>
                  <a:lnTo>
                    <a:pt x="5429" y="10014"/>
                  </a:lnTo>
                  <a:lnTo>
                    <a:pt x="5246" y="9794"/>
                  </a:lnTo>
                  <a:lnTo>
                    <a:pt x="5466" y="9684"/>
                  </a:lnTo>
                  <a:lnTo>
                    <a:pt x="6603" y="9134"/>
                  </a:lnTo>
                  <a:lnTo>
                    <a:pt x="7740" y="8547"/>
                  </a:lnTo>
                  <a:lnTo>
                    <a:pt x="8877" y="7923"/>
                  </a:lnTo>
                  <a:lnTo>
                    <a:pt x="9978" y="7263"/>
                  </a:lnTo>
                  <a:lnTo>
                    <a:pt x="10895" y="6676"/>
                  </a:lnTo>
                  <a:lnTo>
                    <a:pt x="11812" y="6053"/>
                  </a:lnTo>
                  <a:lnTo>
                    <a:pt x="12729" y="5392"/>
                  </a:lnTo>
                  <a:lnTo>
                    <a:pt x="13609" y="4732"/>
                  </a:lnTo>
                  <a:close/>
                  <a:moveTo>
                    <a:pt x="11995" y="9721"/>
                  </a:moveTo>
                  <a:lnTo>
                    <a:pt x="12472" y="9831"/>
                  </a:lnTo>
                  <a:lnTo>
                    <a:pt x="12436" y="9867"/>
                  </a:lnTo>
                  <a:lnTo>
                    <a:pt x="12032" y="10271"/>
                  </a:lnTo>
                  <a:lnTo>
                    <a:pt x="12032" y="10198"/>
                  </a:lnTo>
                  <a:lnTo>
                    <a:pt x="11995" y="9721"/>
                  </a:lnTo>
                  <a:close/>
                  <a:moveTo>
                    <a:pt x="2715" y="8804"/>
                  </a:moveTo>
                  <a:lnTo>
                    <a:pt x="2422" y="9317"/>
                  </a:lnTo>
                  <a:lnTo>
                    <a:pt x="2165" y="9867"/>
                  </a:lnTo>
                  <a:lnTo>
                    <a:pt x="2165" y="9941"/>
                  </a:lnTo>
                  <a:lnTo>
                    <a:pt x="2201" y="10051"/>
                  </a:lnTo>
                  <a:lnTo>
                    <a:pt x="2275" y="10088"/>
                  </a:lnTo>
                  <a:lnTo>
                    <a:pt x="2348" y="10124"/>
                  </a:lnTo>
                  <a:lnTo>
                    <a:pt x="2898" y="10014"/>
                  </a:lnTo>
                  <a:lnTo>
                    <a:pt x="3449" y="9867"/>
                  </a:lnTo>
                  <a:lnTo>
                    <a:pt x="3925" y="9684"/>
                  </a:lnTo>
                  <a:lnTo>
                    <a:pt x="4439" y="9464"/>
                  </a:lnTo>
                  <a:lnTo>
                    <a:pt x="4549" y="9684"/>
                  </a:lnTo>
                  <a:lnTo>
                    <a:pt x="3559" y="10124"/>
                  </a:lnTo>
                  <a:lnTo>
                    <a:pt x="3082" y="10308"/>
                  </a:lnTo>
                  <a:lnTo>
                    <a:pt x="2568" y="10528"/>
                  </a:lnTo>
                  <a:lnTo>
                    <a:pt x="2275" y="10638"/>
                  </a:lnTo>
                  <a:lnTo>
                    <a:pt x="2018" y="10674"/>
                  </a:lnTo>
                  <a:lnTo>
                    <a:pt x="1761" y="10711"/>
                  </a:lnTo>
                  <a:lnTo>
                    <a:pt x="1468" y="10711"/>
                  </a:lnTo>
                  <a:lnTo>
                    <a:pt x="2091" y="9794"/>
                  </a:lnTo>
                  <a:lnTo>
                    <a:pt x="2348" y="9317"/>
                  </a:lnTo>
                  <a:lnTo>
                    <a:pt x="2642" y="8877"/>
                  </a:lnTo>
                  <a:lnTo>
                    <a:pt x="2715" y="8804"/>
                  </a:lnTo>
                  <a:close/>
                  <a:moveTo>
                    <a:pt x="13829" y="5429"/>
                  </a:moveTo>
                  <a:lnTo>
                    <a:pt x="13940" y="5943"/>
                  </a:lnTo>
                  <a:lnTo>
                    <a:pt x="13940" y="6456"/>
                  </a:lnTo>
                  <a:lnTo>
                    <a:pt x="13940" y="6896"/>
                  </a:lnTo>
                  <a:lnTo>
                    <a:pt x="13866" y="7336"/>
                  </a:lnTo>
                  <a:lnTo>
                    <a:pt x="13756" y="7740"/>
                  </a:lnTo>
                  <a:lnTo>
                    <a:pt x="13609" y="8143"/>
                  </a:lnTo>
                  <a:lnTo>
                    <a:pt x="13426" y="8547"/>
                  </a:lnTo>
                  <a:lnTo>
                    <a:pt x="13206" y="8914"/>
                  </a:lnTo>
                  <a:lnTo>
                    <a:pt x="12949" y="9281"/>
                  </a:lnTo>
                  <a:lnTo>
                    <a:pt x="12656" y="9647"/>
                  </a:lnTo>
                  <a:lnTo>
                    <a:pt x="12289" y="9611"/>
                  </a:lnTo>
                  <a:lnTo>
                    <a:pt x="11922" y="9537"/>
                  </a:lnTo>
                  <a:lnTo>
                    <a:pt x="11849" y="9574"/>
                  </a:lnTo>
                  <a:lnTo>
                    <a:pt x="11812" y="9574"/>
                  </a:lnTo>
                  <a:lnTo>
                    <a:pt x="11775" y="9647"/>
                  </a:lnTo>
                  <a:lnTo>
                    <a:pt x="11702" y="10418"/>
                  </a:lnTo>
                  <a:lnTo>
                    <a:pt x="11702" y="10491"/>
                  </a:lnTo>
                  <a:lnTo>
                    <a:pt x="11409" y="10711"/>
                  </a:lnTo>
                  <a:lnTo>
                    <a:pt x="11188" y="10821"/>
                  </a:lnTo>
                  <a:lnTo>
                    <a:pt x="11152" y="10858"/>
                  </a:lnTo>
                  <a:lnTo>
                    <a:pt x="11042" y="10931"/>
                  </a:lnTo>
                  <a:lnTo>
                    <a:pt x="11042" y="10564"/>
                  </a:lnTo>
                  <a:lnTo>
                    <a:pt x="11115" y="10198"/>
                  </a:lnTo>
                  <a:lnTo>
                    <a:pt x="11188" y="9867"/>
                  </a:lnTo>
                  <a:lnTo>
                    <a:pt x="11298" y="9501"/>
                  </a:lnTo>
                  <a:lnTo>
                    <a:pt x="11298" y="9464"/>
                  </a:lnTo>
                  <a:lnTo>
                    <a:pt x="11262" y="9427"/>
                  </a:lnTo>
                  <a:lnTo>
                    <a:pt x="11225" y="9427"/>
                  </a:lnTo>
                  <a:lnTo>
                    <a:pt x="11188" y="9464"/>
                  </a:lnTo>
                  <a:lnTo>
                    <a:pt x="11078" y="9647"/>
                  </a:lnTo>
                  <a:lnTo>
                    <a:pt x="10968" y="9831"/>
                  </a:lnTo>
                  <a:lnTo>
                    <a:pt x="10785" y="10234"/>
                  </a:lnTo>
                  <a:lnTo>
                    <a:pt x="10712" y="10638"/>
                  </a:lnTo>
                  <a:lnTo>
                    <a:pt x="10712" y="11078"/>
                  </a:lnTo>
                  <a:lnTo>
                    <a:pt x="10271" y="11261"/>
                  </a:lnTo>
                  <a:lnTo>
                    <a:pt x="9831" y="11371"/>
                  </a:lnTo>
                  <a:lnTo>
                    <a:pt x="9868" y="11005"/>
                  </a:lnTo>
                  <a:lnTo>
                    <a:pt x="9978" y="10638"/>
                  </a:lnTo>
                  <a:lnTo>
                    <a:pt x="10051" y="10344"/>
                  </a:lnTo>
                  <a:lnTo>
                    <a:pt x="10161" y="10088"/>
                  </a:lnTo>
                  <a:lnTo>
                    <a:pt x="10418" y="9574"/>
                  </a:lnTo>
                  <a:lnTo>
                    <a:pt x="10418" y="9537"/>
                  </a:lnTo>
                  <a:lnTo>
                    <a:pt x="10381" y="9501"/>
                  </a:lnTo>
                  <a:lnTo>
                    <a:pt x="10345" y="9501"/>
                  </a:lnTo>
                  <a:lnTo>
                    <a:pt x="10345" y="9537"/>
                  </a:lnTo>
                  <a:lnTo>
                    <a:pt x="10015" y="9941"/>
                  </a:lnTo>
                  <a:lnTo>
                    <a:pt x="9758" y="10418"/>
                  </a:lnTo>
                  <a:lnTo>
                    <a:pt x="9538" y="10895"/>
                  </a:lnTo>
                  <a:lnTo>
                    <a:pt x="9501" y="11151"/>
                  </a:lnTo>
                  <a:lnTo>
                    <a:pt x="9428" y="11408"/>
                  </a:lnTo>
                  <a:lnTo>
                    <a:pt x="8951" y="11408"/>
                  </a:lnTo>
                  <a:lnTo>
                    <a:pt x="8951" y="11261"/>
                  </a:lnTo>
                  <a:lnTo>
                    <a:pt x="8914" y="11225"/>
                  </a:lnTo>
                  <a:lnTo>
                    <a:pt x="8877" y="11188"/>
                  </a:lnTo>
                  <a:lnTo>
                    <a:pt x="8841" y="11188"/>
                  </a:lnTo>
                  <a:lnTo>
                    <a:pt x="8804" y="11225"/>
                  </a:lnTo>
                  <a:lnTo>
                    <a:pt x="8731" y="11298"/>
                  </a:lnTo>
                  <a:lnTo>
                    <a:pt x="9171" y="10454"/>
                  </a:lnTo>
                  <a:lnTo>
                    <a:pt x="9391" y="10051"/>
                  </a:lnTo>
                  <a:lnTo>
                    <a:pt x="9684" y="9647"/>
                  </a:lnTo>
                  <a:lnTo>
                    <a:pt x="9684" y="9611"/>
                  </a:lnTo>
                  <a:lnTo>
                    <a:pt x="9648" y="9611"/>
                  </a:lnTo>
                  <a:lnTo>
                    <a:pt x="9648" y="9574"/>
                  </a:lnTo>
                  <a:lnTo>
                    <a:pt x="9611" y="9611"/>
                  </a:lnTo>
                  <a:lnTo>
                    <a:pt x="9244" y="10014"/>
                  </a:lnTo>
                  <a:lnTo>
                    <a:pt x="8914" y="10418"/>
                  </a:lnTo>
                  <a:lnTo>
                    <a:pt x="8621" y="10858"/>
                  </a:lnTo>
                  <a:lnTo>
                    <a:pt x="8327" y="11335"/>
                  </a:lnTo>
                  <a:lnTo>
                    <a:pt x="7960" y="11225"/>
                  </a:lnTo>
                  <a:lnTo>
                    <a:pt x="7997" y="11188"/>
                  </a:lnTo>
                  <a:lnTo>
                    <a:pt x="7997" y="11151"/>
                  </a:lnTo>
                  <a:lnTo>
                    <a:pt x="7960" y="11115"/>
                  </a:lnTo>
                  <a:lnTo>
                    <a:pt x="7960" y="11078"/>
                  </a:lnTo>
                  <a:lnTo>
                    <a:pt x="7924" y="10968"/>
                  </a:lnTo>
                  <a:lnTo>
                    <a:pt x="7960" y="10858"/>
                  </a:lnTo>
                  <a:lnTo>
                    <a:pt x="8034" y="10601"/>
                  </a:lnTo>
                  <a:lnTo>
                    <a:pt x="8181" y="10308"/>
                  </a:lnTo>
                  <a:lnTo>
                    <a:pt x="8474" y="9831"/>
                  </a:lnTo>
                  <a:lnTo>
                    <a:pt x="8767" y="9427"/>
                  </a:lnTo>
                  <a:lnTo>
                    <a:pt x="8804" y="9391"/>
                  </a:lnTo>
                  <a:lnTo>
                    <a:pt x="8767" y="9317"/>
                  </a:lnTo>
                  <a:lnTo>
                    <a:pt x="8694" y="9317"/>
                  </a:lnTo>
                  <a:lnTo>
                    <a:pt x="8364" y="9537"/>
                  </a:lnTo>
                  <a:lnTo>
                    <a:pt x="8107" y="9831"/>
                  </a:lnTo>
                  <a:lnTo>
                    <a:pt x="7887" y="10124"/>
                  </a:lnTo>
                  <a:lnTo>
                    <a:pt x="7704" y="10454"/>
                  </a:lnTo>
                  <a:lnTo>
                    <a:pt x="7594" y="10784"/>
                  </a:lnTo>
                  <a:lnTo>
                    <a:pt x="7557" y="10968"/>
                  </a:lnTo>
                  <a:lnTo>
                    <a:pt x="7594" y="11115"/>
                  </a:lnTo>
                  <a:lnTo>
                    <a:pt x="7153" y="10968"/>
                  </a:lnTo>
                  <a:lnTo>
                    <a:pt x="6713" y="10784"/>
                  </a:lnTo>
                  <a:lnTo>
                    <a:pt x="6933" y="10564"/>
                  </a:lnTo>
                  <a:lnTo>
                    <a:pt x="7080" y="10344"/>
                  </a:lnTo>
                  <a:lnTo>
                    <a:pt x="7153" y="10234"/>
                  </a:lnTo>
                  <a:lnTo>
                    <a:pt x="7190" y="10124"/>
                  </a:lnTo>
                  <a:lnTo>
                    <a:pt x="7190" y="10088"/>
                  </a:lnTo>
                  <a:lnTo>
                    <a:pt x="7153" y="10088"/>
                  </a:lnTo>
                  <a:lnTo>
                    <a:pt x="7080" y="10124"/>
                  </a:lnTo>
                  <a:lnTo>
                    <a:pt x="7007" y="10161"/>
                  </a:lnTo>
                  <a:lnTo>
                    <a:pt x="6823" y="10308"/>
                  </a:lnTo>
                  <a:lnTo>
                    <a:pt x="6493" y="10564"/>
                  </a:lnTo>
                  <a:lnTo>
                    <a:pt x="6420" y="10638"/>
                  </a:lnTo>
                  <a:lnTo>
                    <a:pt x="5906" y="10344"/>
                  </a:lnTo>
                  <a:lnTo>
                    <a:pt x="6897" y="9904"/>
                  </a:lnTo>
                  <a:lnTo>
                    <a:pt x="7887" y="9391"/>
                  </a:lnTo>
                  <a:lnTo>
                    <a:pt x="8877" y="8877"/>
                  </a:lnTo>
                  <a:lnTo>
                    <a:pt x="9795" y="8327"/>
                  </a:lnTo>
                  <a:lnTo>
                    <a:pt x="10748" y="7740"/>
                  </a:lnTo>
                  <a:lnTo>
                    <a:pt x="11665" y="7116"/>
                  </a:lnTo>
                  <a:lnTo>
                    <a:pt x="12546" y="6456"/>
                  </a:lnTo>
                  <a:lnTo>
                    <a:pt x="13426" y="5796"/>
                  </a:lnTo>
                  <a:lnTo>
                    <a:pt x="13829" y="5429"/>
                  </a:lnTo>
                  <a:close/>
                  <a:moveTo>
                    <a:pt x="1651" y="9757"/>
                  </a:moveTo>
                  <a:lnTo>
                    <a:pt x="1028" y="10711"/>
                  </a:lnTo>
                  <a:lnTo>
                    <a:pt x="991" y="10784"/>
                  </a:lnTo>
                  <a:lnTo>
                    <a:pt x="1028" y="10858"/>
                  </a:lnTo>
                  <a:lnTo>
                    <a:pt x="1028" y="10931"/>
                  </a:lnTo>
                  <a:lnTo>
                    <a:pt x="1101" y="10968"/>
                  </a:lnTo>
                  <a:lnTo>
                    <a:pt x="1358" y="11041"/>
                  </a:lnTo>
                  <a:lnTo>
                    <a:pt x="1651" y="11078"/>
                  </a:lnTo>
                  <a:lnTo>
                    <a:pt x="1908" y="11078"/>
                  </a:lnTo>
                  <a:lnTo>
                    <a:pt x="2165" y="11041"/>
                  </a:lnTo>
                  <a:lnTo>
                    <a:pt x="2715" y="10858"/>
                  </a:lnTo>
                  <a:lnTo>
                    <a:pt x="3229" y="10638"/>
                  </a:lnTo>
                  <a:lnTo>
                    <a:pt x="4769" y="10014"/>
                  </a:lnTo>
                  <a:lnTo>
                    <a:pt x="4953" y="10198"/>
                  </a:lnTo>
                  <a:lnTo>
                    <a:pt x="4072" y="10564"/>
                  </a:lnTo>
                  <a:lnTo>
                    <a:pt x="3192" y="10895"/>
                  </a:lnTo>
                  <a:lnTo>
                    <a:pt x="2238" y="11188"/>
                  </a:lnTo>
                  <a:lnTo>
                    <a:pt x="1248" y="11445"/>
                  </a:lnTo>
                  <a:lnTo>
                    <a:pt x="1101" y="11518"/>
                  </a:lnTo>
                  <a:lnTo>
                    <a:pt x="844" y="11555"/>
                  </a:lnTo>
                  <a:lnTo>
                    <a:pt x="624" y="11555"/>
                  </a:lnTo>
                  <a:lnTo>
                    <a:pt x="551" y="11518"/>
                  </a:lnTo>
                  <a:lnTo>
                    <a:pt x="477" y="11481"/>
                  </a:lnTo>
                  <a:lnTo>
                    <a:pt x="477" y="11408"/>
                  </a:lnTo>
                  <a:lnTo>
                    <a:pt x="514" y="11298"/>
                  </a:lnTo>
                  <a:lnTo>
                    <a:pt x="661" y="11005"/>
                  </a:lnTo>
                  <a:lnTo>
                    <a:pt x="991" y="10601"/>
                  </a:lnTo>
                  <a:lnTo>
                    <a:pt x="1321" y="10161"/>
                  </a:lnTo>
                  <a:lnTo>
                    <a:pt x="1651" y="9757"/>
                  </a:lnTo>
                  <a:close/>
                  <a:moveTo>
                    <a:pt x="16324" y="0"/>
                  </a:moveTo>
                  <a:lnTo>
                    <a:pt x="16140" y="37"/>
                  </a:lnTo>
                  <a:lnTo>
                    <a:pt x="15774" y="147"/>
                  </a:lnTo>
                  <a:lnTo>
                    <a:pt x="15480" y="330"/>
                  </a:lnTo>
                  <a:lnTo>
                    <a:pt x="14636" y="807"/>
                  </a:lnTo>
                  <a:lnTo>
                    <a:pt x="13866" y="1357"/>
                  </a:lnTo>
                  <a:lnTo>
                    <a:pt x="13059" y="1908"/>
                  </a:lnTo>
                  <a:lnTo>
                    <a:pt x="12289" y="2458"/>
                  </a:lnTo>
                  <a:lnTo>
                    <a:pt x="12032" y="2311"/>
                  </a:lnTo>
                  <a:lnTo>
                    <a:pt x="11812" y="2238"/>
                  </a:lnTo>
                  <a:lnTo>
                    <a:pt x="11629" y="2238"/>
                  </a:lnTo>
                  <a:lnTo>
                    <a:pt x="11372" y="2091"/>
                  </a:lnTo>
                  <a:lnTo>
                    <a:pt x="11115" y="1981"/>
                  </a:lnTo>
                  <a:lnTo>
                    <a:pt x="10858" y="1908"/>
                  </a:lnTo>
                  <a:lnTo>
                    <a:pt x="10565" y="1834"/>
                  </a:lnTo>
                  <a:lnTo>
                    <a:pt x="10015" y="1761"/>
                  </a:lnTo>
                  <a:lnTo>
                    <a:pt x="9464" y="1761"/>
                  </a:lnTo>
                  <a:lnTo>
                    <a:pt x="8914" y="1834"/>
                  </a:lnTo>
                  <a:lnTo>
                    <a:pt x="8364" y="1981"/>
                  </a:lnTo>
                  <a:lnTo>
                    <a:pt x="7814" y="2164"/>
                  </a:lnTo>
                  <a:lnTo>
                    <a:pt x="7300" y="2384"/>
                  </a:lnTo>
                  <a:lnTo>
                    <a:pt x="6677" y="2715"/>
                  </a:lnTo>
                  <a:lnTo>
                    <a:pt x="6090" y="3081"/>
                  </a:lnTo>
                  <a:lnTo>
                    <a:pt x="5503" y="3522"/>
                  </a:lnTo>
                  <a:lnTo>
                    <a:pt x="4989" y="3962"/>
                  </a:lnTo>
                  <a:lnTo>
                    <a:pt x="4769" y="4219"/>
                  </a:lnTo>
                  <a:lnTo>
                    <a:pt x="4549" y="4475"/>
                  </a:lnTo>
                  <a:lnTo>
                    <a:pt x="4402" y="4769"/>
                  </a:lnTo>
                  <a:lnTo>
                    <a:pt x="4256" y="5062"/>
                  </a:lnTo>
                  <a:lnTo>
                    <a:pt x="4146" y="5356"/>
                  </a:lnTo>
                  <a:lnTo>
                    <a:pt x="4035" y="5686"/>
                  </a:lnTo>
                  <a:lnTo>
                    <a:pt x="3999" y="6016"/>
                  </a:lnTo>
                  <a:lnTo>
                    <a:pt x="3925" y="6346"/>
                  </a:lnTo>
                  <a:lnTo>
                    <a:pt x="3889" y="6970"/>
                  </a:lnTo>
                  <a:lnTo>
                    <a:pt x="3925" y="7630"/>
                  </a:lnTo>
                  <a:lnTo>
                    <a:pt x="3339" y="7960"/>
                  </a:lnTo>
                  <a:lnTo>
                    <a:pt x="2752" y="8290"/>
                  </a:lnTo>
                  <a:lnTo>
                    <a:pt x="2238" y="8657"/>
                  </a:lnTo>
                  <a:lnTo>
                    <a:pt x="1725" y="9097"/>
                  </a:lnTo>
                  <a:lnTo>
                    <a:pt x="1248" y="9574"/>
                  </a:lnTo>
                  <a:lnTo>
                    <a:pt x="808" y="10051"/>
                  </a:lnTo>
                  <a:lnTo>
                    <a:pt x="404" y="10601"/>
                  </a:lnTo>
                  <a:lnTo>
                    <a:pt x="221" y="10858"/>
                  </a:lnTo>
                  <a:lnTo>
                    <a:pt x="74" y="11151"/>
                  </a:lnTo>
                  <a:lnTo>
                    <a:pt x="1" y="11371"/>
                  </a:lnTo>
                  <a:lnTo>
                    <a:pt x="37" y="11555"/>
                  </a:lnTo>
                  <a:lnTo>
                    <a:pt x="111" y="11738"/>
                  </a:lnTo>
                  <a:lnTo>
                    <a:pt x="184" y="11812"/>
                  </a:lnTo>
                  <a:lnTo>
                    <a:pt x="257" y="11885"/>
                  </a:lnTo>
                  <a:lnTo>
                    <a:pt x="477" y="11958"/>
                  </a:lnTo>
                  <a:lnTo>
                    <a:pt x="697" y="11995"/>
                  </a:lnTo>
                  <a:lnTo>
                    <a:pt x="918" y="11995"/>
                  </a:lnTo>
                  <a:lnTo>
                    <a:pt x="1174" y="11958"/>
                  </a:lnTo>
                  <a:lnTo>
                    <a:pt x="1835" y="11812"/>
                  </a:lnTo>
                  <a:lnTo>
                    <a:pt x="2495" y="11591"/>
                  </a:lnTo>
                  <a:lnTo>
                    <a:pt x="3815" y="11151"/>
                  </a:lnTo>
                  <a:lnTo>
                    <a:pt x="4586" y="10858"/>
                  </a:lnTo>
                  <a:lnTo>
                    <a:pt x="5356" y="10564"/>
                  </a:lnTo>
                  <a:lnTo>
                    <a:pt x="5760" y="10858"/>
                  </a:lnTo>
                  <a:lnTo>
                    <a:pt x="6200" y="11078"/>
                  </a:lnTo>
                  <a:lnTo>
                    <a:pt x="6236" y="11261"/>
                  </a:lnTo>
                  <a:lnTo>
                    <a:pt x="6273" y="11335"/>
                  </a:lnTo>
                  <a:lnTo>
                    <a:pt x="6346" y="11371"/>
                  </a:lnTo>
                  <a:lnTo>
                    <a:pt x="6493" y="11371"/>
                  </a:lnTo>
                  <a:lnTo>
                    <a:pt x="6603" y="11261"/>
                  </a:lnTo>
                  <a:lnTo>
                    <a:pt x="7410" y="11591"/>
                  </a:lnTo>
                  <a:lnTo>
                    <a:pt x="7814" y="11702"/>
                  </a:lnTo>
                  <a:lnTo>
                    <a:pt x="8217" y="11812"/>
                  </a:lnTo>
                  <a:lnTo>
                    <a:pt x="8291" y="11848"/>
                  </a:lnTo>
                  <a:lnTo>
                    <a:pt x="8364" y="11885"/>
                  </a:lnTo>
                  <a:lnTo>
                    <a:pt x="8474" y="11848"/>
                  </a:lnTo>
                  <a:lnTo>
                    <a:pt x="8547" y="11885"/>
                  </a:lnTo>
                  <a:lnTo>
                    <a:pt x="8877" y="11922"/>
                  </a:lnTo>
                  <a:lnTo>
                    <a:pt x="9574" y="11922"/>
                  </a:lnTo>
                  <a:lnTo>
                    <a:pt x="9905" y="11885"/>
                  </a:lnTo>
                  <a:lnTo>
                    <a:pt x="10235" y="11812"/>
                  </a:lnTo>
                  <a:lnTo>
                    <a:pt x="10565" y="11702"/>
                  </a:lnTo>
                  <a:lnTo>
                    <a:pt x="10895" y="11555"/>
                  </a:lnTo>
                  <a:lnTo>
                    <a:pt x="11225" y="11408"/>
                  </a:lnTo>
                  <a:lnTo>
                    <a:pt x="11555" y="11225"/>
                  </a:lnTo>
                  <a:lnTo>
                    <a:pt x="11885" y="11041"/>
                  </a:lnTo>
                  <a:lnTo>
                    <a:pt x="12179" y="10784"/>
                  </a:lnTo>
                  <a:lnTo>
                    <a:pt x="12472" y="10564"/>
                  </a:lnTo>
                  <a:lnTo>
                    <a:pt x="12766" y="10308"/>
                  </a:lnTo>
                  <a:lnTo>
                    <a:pt x="13022" y="10014"/>
                  </a:lnTo>
                  <a:lnTo>
                    <a:pt x="13279" y="9721"/>
                  </a:lnTo>
                  <a:lnTo>
                    <a:pt x="13499" y="9391"/>
                  </a:lnTo>
                  <a:lnTo>
                    <a:pt x="13719" y="9097"/>
                  </a:lnTo>
                  <a:lnTo>
                    <a:pt x="13903" y="8730"/>
                  </a:lnTo>
                  <a:lnTo>
                    <a:pt x="14050" y="8400"/>
                  </a:lnTo>
                  <a:lnTo>
                    <a:pt x="14196" y="8033"/>
                  </a:lnTo>
                  <a:lnTo>
                    <a:pt x="14306" y="7667"/>
                  </a:lnTo>
                  <a:lnTo>
                    <a:pt x="14380" y="7300"/>
                  </a:lnTo>
                  <a:lnTo>
                    <a:pt x="14453" y="6933"/>
                  </a:lnTo>
                  <a:lnTo>
                    <a:pt x="14490" y="6529"/>
                  </a:lnTo>
                  <a:lnTo>
                    <a:pt x="14490" y="6163"/>
                  </a:lnTo>
                  <a:lnTo>
                    <a:pt x="14453" y="5796"/>
                  </a:lnTo>
                  <a:lnTo>
                    <a:pt x="14380" y="5429"/>
                  </a:lnTo>
                  <a:lnTo>
                    <a:pt x="14270" y="5062"/>
                  </a:lnTo>
                  <a:lnTo>
                    <a:pt x="15113" y="4329"/>
                  </a:lnTo>
                  <a:lnTo>
                    <a:pt x="15920" y="3558"/>
                  </a:lnTo>
                  <a:lnTo>
                    <a:pt x="16434" y="3045"/>
                  </a:lnTo>
                  <a:lnTo>
                    <a:pt x="16691" y="2751"/>
                  </a:lnTo>
                  <a:lnTo>
                    <a:pt x="16947" y="2458"/>
                  </a:lnTo>
                  <a:lnTo>
                    <a:pt x="17168" y="2128"/>
                  </a:lnTo>
                  <a:lnTo>
                    <a:pt x="17351" y="1798"/>
                  </a:lnTo>
                  <a:lnTo>
                    <a:pt x="17461" y="1431"/>
                  </a:lnTo>
                  <a:lnTo>
                    <a:pt x="17461" y="1247"/>
                  </a:lnTo>
                  <a:lnTo>
                    <a:pt x="17461" y="1064"/>
                  </a:lnTo>
                  <a:lnTo>
                    <a:pt x="17388" y="770"/>
                  </a:lnTo>
                  <a:lnTo>
                    <a:pt x="17278" y="514"/>
                  </a:lnTo>
                  <a:lnTo>
                    <a:pt x="17094" y="257"/>
                  </a:lnTo>
                  <a:lnTo>
                    <a:pt x="16837" y="74"/>
                  </a:lnTo>
                  <a:lnTo>
                    <a:pt x="16691" y="37"/>
                  </a:lnTo>
                  <a:lnTo>
                    <a:pt x="16507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2" name="Google Shape;300;p5">
              <a:extLst>
                <a:ext uri="{FF2B5EF4-FFF2-40B4-BE49-F238E27FC236}">
                  <a16:creationId xmlns:a16="http://schemas.microsoft.com/office/drawing/2014/main" id="{D2226863-6E80-4BE1-AF1C-DEAF4EACFB96}"/>
                </a:ext>
              </a:extLst>
            </p:cNvPr>
            <p:cNvSpPr/>
            <p:nvPr/>
          </p:nvSpPr>
          <p:spPr>
            <a:xfrm>
              <a:off x="6405225" y="2154575"/>
              <a:ext cx="328325" cy="339325"/>
            </a:xfrm>
            <a:custGeom>
              <a:avLst/>
              <a:gdLst/>
              <a:ahLst/>
              <a:cxnLst/>
              <a:rect l="l" t="t" r="r" b="b"/>
              <a:pathLst>
                <a:path w="13133" h="13573" extrusionOk="0">
                  <a:moveTo>
                    <a:pt x="2714" y="1798"/>
                  </a:moveTo>
                  <a:lnTo>
                    <a:pt x="2971" y="1908"/>
                  </a:lnTo>
                  <a:lnTo>
                    <a:pt x="3118" y="2018"/>
                  </a:lnTo>
                  <a:lnTo>
                    <a:pt x="3265" y="2128"/>
                  </a:lnTo>
                  <a:lnTo>
                    <a:pt x="3411" y="2311"/>
                  </a:lnTo>
                  <a:lnTo>
                    <a:pt x="3485" y="2458"/>
                  </a:lnTo>
                  <a:lnTo>
                    <a:pt x="3375" y="2458"/>
                  </a:lnTo>
                  <a:lnTo>
                    <a:pt x="3301" y="2495"/>
                  </a:lnTo>
                  <a:lnTo>
                    <a:pt x="3265" y="2568"/>
                  </a:lnTo>
                  <a:lnTo>
                    <a:pt x="3228" y="2605"/>
                  </a:lnTo>
                  <a:lnTo>
                    <a:pt x="3155" y="2568"/>
                  </a:lnTo>
                  <a:lnTo>
                    <a:pt x="3008" y="2348"/>
                  </a:lnTo>
                  <a:lnTo>
                    <a:pt x="2825" y="1981"/>
                  </a:lnTo>
                  <a:lnTo>
                    <a:pt x="2714" y="1798"/>
                  </a:lnTo>
                  <a:close/>
                  <a:moveTo>
                    <a:pt x="1908" y="2825"/>
                  </a:moveTo>
                  <a:lnTo>
                    <a:pt x="1797" y="2861"/>
                  </a:lnTo>
                  <a:lnTo>
                    <a:pt x="1761" y="2898"/>
                  </a:lnTo>
                  <a:lnTo>
                    <a:pt x="1687" y="2971"/>
                  </a:lnTo>
                  <a:lnTo>
                    <a:pt x="1687" y="3045"/>
                  </a:lnTo>
                  <a:lnTo>
                    <a:pt x="1687" y="3118"/>
                  </a:lnTo>
                  <a:lnTo>
                    <a:pt x="1724" y="3191"/>
                  </a:lnTo>
                  <a:lnTo>
                    <a:pt x="1797" y="3228"/>
                  </a:lnTo>
                  <a:lnTo>
                    <a:pt x="1944" y="3301"/>
                  </a:lnTo>
                  <a:lnTo>
                    <a:pt x="2054" y="3412"/>
                  </a:lnTo>
                  <a:lnTo>
                    <a:pt x="2164" y="3522"/>
                  </a:lnTo>
                  <a:lnTo>
                    <a:pt x="2201" y="3595"/>
                  </a:lnTo>
                  <a:lnTo>
                    <a:pt x="2274" y="3632"/>
                  </a:lnTo>
                  <a:lnTo>
                    <a:pt x="2384" y="3632"/>
                  </a:lnTo>
                  <a:lnTo>
                    <a:pt x="2458" y="3558"/>
                  </a:lnTo>
                  <a:lnTo>
                    <a:pt x="2494" y="3448"/>
                  </a:lnTo>
                  <a:lnTo>
                    <a:pt x="2494" y="3338"/>
                  </a:lnTo>
                  <a:lnTo>
                    <a:pt x="2421" y="3228"/>
                  </a:lnTo>
                  <a:lnTo>
                    <a:pt x="2348" y="3155"/>
                  </a:lnTo>
                  <a:lnTo>
                    <a:pt x="2164" y="2971"/>
                  </a:lnTo>
                  <a:lnTo>
                    <a:pt x="1981" y="2861"/>
                  </a:lnTo>
                  <a:lnTo>
                    <a:pt x="1908" y="2825"/>
                  </a:lnTo>
                  <a:close/>
                  <a:moveTo>
                    <a:pt x="1137" y="2311"/>
                  </a:moveTo>
                  <a:lnTo>
                    <a:pt x="1614" y="2458"/>
                  </a:lnTo>
                  <a:lnTo>
                    <a:pt x="2054" y="2678"/>
                  </a:lnTo>
                  <a:lnTo>
                    <a:pt x="2201" y="2751"/>
                  </a:lnTo>
                  <a:lnTo>
                    <a:pt x="2348" y="2898"/>
                  </a:lnTo>
                  <a:lnTo>
                    <a:pt x="2458" y="3008"/>
                  </a:lnTo>
                  <a:lnTo>
                    <a:pt x="2531" y="3191"/>
                  </a:lnTo>
                  <a:lnTo>
                    <a:pt x="2568" y="3265"/>
                  </a:lnTo>
                  <a:lnTo>
                    <a:pt x="2568" y="3338"/>
                  </a:lnTo>
                  <a:lnTo>
                    <a:pt x="2531" y="3485"/>
                  </a:lnTo>
                  <a:lnTo>
                    <a:pt x="2384" y="3742"/>
                  </a:lnTo>
                  <a:lnTo>
                    <a:pt x="2274" y="3852"/>
                  </a:lnTo>
                  <a:lnTo>
                    <a:pt x="2164" y="3962"/>
                  </a:lnTo>
                  <a:lnTo>
                    <a:pt x="1834" y="3632"/>
                  </a:lnTo>
                  <a:lnTo>
                    <a:pt x="1541" y="3228"/>
                  </a:lnTo>
                  <a:lnTo>
                    <a:pt x="1321" y="2788"/>
                  </a:lnTo>
                  <a:lnTo>
                    <a:pt x="1137" y="2311"/>
                  </a:lnTo>
                  <a:close/>
                  <a:moveTo>
                    <a:pt x="8804" y="514"/>
                  </a:moveTo>
                  <a:lnTo>
                    <a:pt x="8694" y="2531"/>
                  </a:lnTo>
                  <a:lnTo>
                    <a:pt x="8657" y="3632"/>
                  </a:lnTo>
                  <a:lnTo>
                    <a:pt x="8657" y="4549"/>
                  </a:lnTo>
                  <a:lnTo>
                    <a:pt x="7556" y="3778"/>
                  </a:lnTo>
                  <a:lnTo>
                    <a:pt x="7043" y="3375"/>
                  </a:lnTo>
                  <a:lnTo>
                    <a:pt x="6529" y="2971"/>
                  </a:lnTo>
                  <a:lnTo>
                    <a:pt x="6639" y="2788"/>
                  </a:lnTo>
                  <a:lnTo>
                    <a:pt x="6713" y="2678"/>
                  </a:lnTo>
                  <a:lnTo>
                    <a:pt x="7556" y="1798"/>
                  </a:lnTo>
                  <a:lnTo>
                    <a:pt x="8290" y="991"/>
                  </a:lnTo>
                  <a:lnTo>
                    <a:pt x="8510" y="734"/>
                  </a:lnTo>
                  <a:lnTo>
                    <a:pt x="8657" y="624"/>
                  </a:lnTo>
                  <a:lnTo>
                    <a:pt x="8804" y="514"/>
                  </a:lnTo>
                  <a:close/>
                  <a:moveTo>
                    <a:pt x="660" y="4145"/>
                  </a:moveTo>
                  <a:lnTo>
                    <a:pt x="880" y="4219"/>
                  </a:lnTo>
                  <a:lnTo>
                    <a:pt x="1064" y="4255"/>
                  </a:lnTo>
                  <a:lnTo>
                    <a:pt x="1247" y="4329"/>
                  </a:lnTo>
                  <a:lnTo>
                    <a:pt x="1357" y="4439"/>
                  </a:lnTo>
                  <a:lnTo>
                    <a:pt x="1431" y="4585"/>
                  </a:lnTo>
                  <a:lnTo>
                    <a:pt x="1467" y="4659"/>
                  </a:lnTo>
                  <a:lnTo>
                    <a:pt x="1467" y="4732"/>
                  </a:lnTo>
                  <a:lnTo>
                    <a:pt x="1467" y="4805"/>
                  </a:lnTo>
                  <a:lnTo>
                    <a:pt x="1394" y="4842"/>
                  </a:lnTo>
                  <a:lnTo>
                    <a:pt x="1284" y="4805"/>
                  </a:lnTo>
                  <a:lnTo>
                    <a:pt x="1211" y="4769"/>
                  </a:lnTo>
                  <a:lnTo>
                    <a:pt x="990" y="4585"/>
                  </a:lnTo>
                  <a:lnTo>
                    <a:pt x="844" y="4402"/>
                  </a:lnTo>
                  <a:lnTo>
                    <a:pt x="660" y="4145"/>
                  </a:lnTo>
                  <a:close/>
                  <a:moveTo>
                    <a:pt x="3962" y="2935"/>
                  </a:moveTo>
                  <a:lnTo>
                    <a:pt x="4218" y="3155"/>
                  </a:lnTo>
                  <a:lnTo>
                    <a:pt x="4035" y="3338"/>
                  </a:lnTo>
                  <a:lnTo>
                    <a:pt x="2641" y="4659"/>
                  </a:lnTo>
                  <a:lnTo>
                    <a:pt x="2311" y="5026"/>
                  </a:lnTo>
                  <a:lnTo>
                    <a:pt x="2054" y="5392"/>
                  </a:lnTo>
                  <a:lnTo>
                    <a:pt x="1797" y="5172"/>
                  </a:lnTo>
                  <a:lnTo>
                    <a:pt x="2971" y="4072"/>
                  </a:lnTo>
                  <a:lnTo>
                    <a:pt x="3485" y="3522"/>
                  </a:lnTo>
                  <a:lnTo>
                    <a:pt x="3742" y="3265"/>
                  </a:lnTo>
                  <a:lnTo>
                    <a:pt x="3962" y="2935"/>
                  </a:lnTo>
                  <a:close/>
                  <a:moveTo>
                    <a:pt x="4989" y="5209"/>
                  </a:moveTo>
                  <a:lnTo>
                    <a:pt x="5356" y="5686"/>
                  </a:lnTo>
                  <a:lnTo>
                    <a:pt x="5686" y="6199"/>
                  </a:lnTo>
                  <a:lnTo>
                    <a:pt x="6199" y="7080"/>
                  </a:lnTo>
                  <a:lnTo>
                    <a:pt x="6199" y="7080"/>
                  </a:lnTo>
                  <a:lnTo>
                    <a:pt x="5282" y="6640"/>
                  </a:lnTo>
                  <a:lnTo>
                    <a:pt x="4365" y="6199"/>
                  </a:lnTo>
                  <a:lnTo>
                    <a:pt x="4512" y="5943"/>
                  </a:lnTo>
                  <a:lnTo>
                    <a:pt x="4989" y="5209"/>
                  </a:lnTo>
                  <a:close/>
                  <a:moveTo>
                    <a:pt x="4879" y="4695"/>
                  </a:moveTo>
                  <a:lnTo>
                    <a:pt x="4805" y="4805"/>
                  </a:lnTo>
                  <a:lnTo>
                    <a:pt x="4218" y="5649"/>
                  </a:lnTo>
                  <a:lnTo>
                    <a:pt x="3962" y="6053"/>
                  </a:lnTo>
                  <a:lnTo>
                    <a:pt x="3852" y="6053"/>
                  </a:lnTo>
                  <a:lnTo>
                    <a:pt x="3778" y="6126"/>
                  </a:lnTo>
                  <a:lnTo>
                    <a:pt x="3742" y="6199"/>
                  </a:lnTo>
                  <a:lnTo>
                    <a:pt x="3705" y="6273"/>
                  </a:lnTo>
                  <a:lnTo>
                    <a:pt x="3742" y="6346"/>
                  </a:lnTo>
                  <a:lnTo>
                    <a:pt x="3778" y="6493"/>
                  </a:lnTo>
                  <a:lnTo>
                    <a:pt x="3852" y="6529"/>
                  </a:lnTo>
                  <a:lnTo>
                    <a:pt x="3925" y="6566"/>
                  </a:lnTo>
                  <a:lnTo>
                    <a:pt x="3998" y="6566"/>
                  </a:lnTo>
                  <a:lnTo>
                    <a:pt x="5172" y="7080"/>
                  </a:lnTo>
                  <a:lnTo>
                    <a:pt x="5722" y="7336"/>
                  </a:lnTo>
                  <a:lnTo>
                    <a:pt x="6053" y="7447"/>
                  </a:lnTo>
                  <a:lnTo>
                    <a:pt x="6346" y="7483"/>
                  </a:lnTo>
                  <a:lnTo>
                    <a:pt x="6419" y="7483"/>
                  </a:lnTo>
                  <a:lnTo>
                    <a:pt x="6493" y="7447"/>
                  </a:lnTo>
                  <a:lnTo>
                    <a:pt x="6529" y="7483"/>
                  </a:lnTo>
                  <a:lnTo>
                    <a:pt x="6603" y="7483"/>
                  </a:lnTo>
                  <a:lnTo>
                    <a:pt x="6639" y="7447"/>
                  </a:lnTo>
                  <a:lnTo>
                    <a:pt x="6639" y="7410"/>
                  </a:lnTo>
                  <a:lnTo>
                    <a:pt x="6566" y="7080"/>
                  </a:lnTo>
                  <a:lnTo>
                    <a:pt x="6456" y="6750"/>
                  </a:lnTo>
                  <a:lnTo>
                    <a:pt x="6273" y="6419"/>
                  </a:lnTo>
                  <a:lnTo>
                    <a:pt x="6089" y="6089"/>
                  </a:lnTo>
                  <a:lnTo>
                    <a:pt x="5649" y="5429"/>
                  </a:lnTo>
                  <a:lnTo>
                    <a:pt x="5135" y="4769"/>
                  </a:lnTo>
                  <a:lnTo>
                    <a:pt x="5062" y="4695"/>
                  </a:lnTo>
                  <a:close/>
                  <a:moveTo>
                    <a:pt x="9757" y="9537"/>
                  </a:moveTo>
                  <a:lnTo>
                    <a:pt x="9794" y="9647"/>
                  </a:lnTo>
                  <a:lnTo>
                    <a:pt x="9831" y="9757"/>
                  </a:lnTo>
                  <a:lnTo>
                    <a:pt x="9867" y="9867"/>
                  </a:lnTo>
                  <a:lnTo>
                    <a:pt x="9867" y="9978"/>
                  </a:lnTo>
                  <a:lnTo>
                    <a:pt x="9831" y="10088"/>
                  </a:lnTo>
                  <a:lnTo>
                    <a:pt x="9794" y="9757"/>
                  </a:lnTo>
                  <a:lnTo>
                    <a:pt x="9757" y="9537"/>
                  </a:lnTo>
                  <a:close/>
                  <a:moveTo>
                    <a:pt x="8950" y="8877"/>
                  </a:moveTo>
                  <a:lnTo>
                    <a:pt x="9207" y="9024"/>
                  </a:lnTo>
                  <a:lnTo>
                    <a:pt x="9207" y="9207"/>
                  </a:lnTo>
                  <a:lnTo>
                    <a:pt x="9281" y="9391"/>
                  </a:lnTo>
                  <a:lnTo>
                    <a:pt x="9391" y="9757"/>
                  </a:lnTo>
                  <a:lnTo>
                    <a:pt x="9574" y="10418"/>
                  </a:lnTo>
                  <a:lnTo>
                    <a:pt x="9464" y="10491"/>
                  </a:lnTo>
                  <a:lnTo>
                    <a:pt x="9391" y="10271"/>
                  </a:lnTo>
                  <a:lnTo>
                    <a:pt x="9281" y="10088"/>
                  </a:lnTo>
                  <a:lnTo>
                    <a:pt x="8914" y="9281"/>
                  </a:lnTo>
                  <a:lnTo>
                    <a:pt x="8840" y="9134"/>
                  </a:lnTo>
                  <a:lnTo>
                    <a:pt x="8767" y="9024"/>
                  </a:lnTo>
                  <a:lnTo>
                    <a:pt x="8950" y="8877"/>
                  </a:lnTo>
                  <a:close/>
                  <a:moveTo>
                    <a:pt x="8547" y="9244"/>
                  </a:moveTo>
                  <a:lnTo>
                    <a:pt x="8547" y="9281"/>
                  </a:lnTo>
                  <a:lnTo>
                    <a:pt x="8657" y="9281"/>
                  </a:lnTo>
                  <a:lnTo>
                    <a:pt x="8694" y="9244"/>
                  </a:lnTo>
                  <a:lnTo>
                    <a:pt x="8657" y="9354"/>
                  </a:lnTo>
                  <a:lnTo>
                    <a:pt x="8657" y="9464"/>
                  </a:lnTo>
                  <a:lnTo>
                    <a:pt x="8767" y="9721"/>
                  </a:lnTo>
                  <a:lnTo>
                    <a:pt x="9024" y="10198"/>
                  </a:lnTo>
                  <a:lnTo>
                    <a:pt x="9170" y="10528"/>
                  </a:lnTo>
                  <a:lnTo>
                    <a:pt x="8804" y="10234"/>
                  </a:lnTo>
                  <a:lnTo>
                    <a:pt x="8804" y="10198"/>
                  </a:lnTo>
                  <a:lnTo>
                    <a:pt x="8767" y="9904"/>
                  </a:lnTo>
                  <a:lnTo>
                    <a:pt x="8657" y="9611"/>
                  </a:lnTo>
                  <a:lnTo>
                    <a:pt x="8584" y="9464"/>
                  </a:lnTo>
                  <a:lnTo>
                    <a:pt x="8474" y="9317"/>
                  </a:lnTo>
                  <a:lnTo>
                    <a:pt x="8547" y="9244"/>
                  </a:lnTo>
                  <a:close/>
                  <a:moveTo>
                    <a:pt x="9464" y="10601"/>
                  </a:moveTo>
                  <a:lnTo>
                    <a:pt x="9574" y="10638"/>
                  </a:lnTo>
                  <a:lnTo>
                    <a:pt x="9464" y="10638"/>
                  </a:lnTo>
                  <a:lnTo>
                    <a:pt x="9464" y="10601"/>
                  </a:lnTo>
                  <a:close/>
                  <a:moveTo>
                    <a:pt x="8877" y="8510"/>
                  </a:moveTo>
                  <a:lnTo>
                    <a:pt x="8584" y="8730"/>
                  </a:lnTo>
                  <a:lnTo>
                    <a:pt x="8327" y="8914"/>
                  </a:lnTo>
                  <a:lnTo>
                    <a:pt x="8143" y="9171"/>
                  </a:lnTo>
                  <a:lnTo>
                    <a:pt x="8070" y="9354"/>
                  </a:lnTo>
                  <a:lnTo>
                    <a:pt x="7997" y="9501"/>
                  </a:lnTo>
                  <a:lnTo>
                    <a:pt x="7997" y="9647"/>
                  </a:lnTo>
                  <a:lnTo>
                    <a:pt x="8033" y="9831"/>
                  </a:lnTo>
                  <a:lnTo>
                    <a:pt x="8070" y="9978"/>
                  </a:lnTo>
                  <a:lnTo>
                    <a:pt x="8143" y="10088"/>
                  </a:lnTo>
                  <a:lnTo>
                    <a:pt x="8363" y="10344"/>
                  </a:lnTo>
                  <a:lnTo>
                    <a:pt x="8584" y="10564"/>
                  </a:lnTo>
                  <a:lnTo>
                    <a:pt x="8914" y="10785"/>
                  </a:lnTo>
                  <a:lnTo>
                    <a:pt x="9244" y="10968"/>
                  </a:lnTo>
                  <a:lnTo>
                    <a:pt x="9391" y="11041"/>
                  </a:lnTo>
                  <a:lnTo>
                    <a:pt x="9537" y="11078"/>
                  </a:lnTo>
                  <a:lnTo>
                    <a:pt x="9684" y="11041"/>
                  </a:lnTo>
                  <a:lnTo>
                    <a:pt x="9867" y="10968"/>
                  </a:lnTo>
                  <a:lnTo>
                    <a:pt x="10051" y="10821"/>
                  </a:lnTo>
                  <a:lnTo>
                    <a:pt x="10234" y="10601"/>
                  </a:lnTo>
                  <a:lnTo>
                    <a:pt x="10271" y="10491"/>
                  </a:lnTo>
                  <a:lnTo>
                    <a:pt x="10271" y="10381"/>
                  </a:lnTo>
                  <a:lnTo>
                    <a:pt x="10271" y="10271"/>
                  </a:lnTo>
                  <a:lnTo>
                    <a:pt x="10198" y="10161"/>
                  </a:lnTo>
                  <a:lnTo>
                    <a:pt x="10198" y="9904"/>
                  </a:lnTo>
                  <a:lnTo>
                    <a:pt x="10161" y="9684"/>
                  </a:lnTo>
                  <a:lnTo>
                    <a:pt x="10088" y="9464"/>
                  </a:lnTo>
                  <a:lnTo>
                    <a:pt x="9977" y="9244"/>
                  </a:lnTo>
                  <a:lnTo>
                    <a:pt x="9831" y="9060"/>
                  </a:lnTo>
                  <a:lnTo>
                    <a:pt x="9647" y="8914"/>
                  </a:lnTo>
                  <a:lnTo>
                    <a:pt x="9464" y="8767"/>
                  </a:lnTo>
                  <a:lnTo>
                    <a:pt x="9060" y="8510"/>
                  </a:lnTo>
                  <a:close/>
                  <a:moveTo>
                    <a:pt x="2604" y="8510"/>
                  </a:moveTo>
                  <a:lnTo>
                    <a:pt x="3815" y="9757"/>
                  </a:lnTo>
                  <a:lnTo>
                    <a:pt x="4292" y="10271"/>
                  </a:lnTo>
                  <a:lnTo>
                    <a:pt x="3852" y="10344"/>
                  </a:lnTo>
                  <a:lnTo>
                    <a:pt x="2678" y="10674"/>
                  </a:lnTo>
                  <a:lnTo>
                    <a:pt x="1577" y="10968"/>
                  </a:lnTo>
                  <a:lnTo>
                    <a:pt x="1064" y="11115"/>
                  </a:lnTo>
                  <a:lnTo>
                    <a:pt x="697" y="11188"/>
                  </a:lnTo>
                  <a:lnTo>
                    <a:pt x="587" y="11188"/>
                  </a:lnTo>
                  <a:lnTo>
                    <a:pt x="477" y="11151"/>
                  </a:lnTo>
                  <a:lnTo>
                    <a:pt x="1577" y="9721"/>
                  </a:lnTo>
                  <a:lnTo>
                    <a:pt x="1908" y="9317"/>
                  </a:lnTo>
                  <a:lnTo>
                    <a:pt x="2201" y="8914"/>
                  </a:lnTo>
                  <a:lnTo>
                    <a:pt x="2421" y="8730"/>
                  </a:lnTo>
                  <a:lnTo>
                    <a:pt x="2604" y="8510"/>
                  </a:lnTo>
                  <a:close/>
                  <a:moveTo>
                    <a:pt x="8914" y="8180"/>
                  </a:moveTo>
                  <a:lnTo>
                    <a:pt x="9097" y="8217"/>
                  </a:lnTo>
                  <a:lnTo>
                    <a:pt x="9244" y="8253"/>
                  </a:lnTo>
                  <a:lnTo>
                    <a:pt x="9574" y="8400"/>
                  </a:lnTo>
                  <a:lnTo>
                    <a:pt x="9867" y="8584"/>
                  </a:lnTo>
                  <a:lnTo>
                    <a:pt x="10124" y="8840"/>
                  </a:lnTo>
                  <a:lnTo>
                    <a:pt x="10308" y="9171"/>
                  </a:lnTo>
                  <a:lnTo>
                    <a:pt x="10454" y="9464"/>
                  </a:lnTo>
                  <a:lnTo>
                    <a:pt x="10564" y="9794"/>
                  </a:lnTo>
                  <a:lnTo>
                    <a:pt x="10601" y="10161"/>
                  </a:lnTo>
                  <a:lnTo>
                    <a:pt x="10601" y="10528"/>
                  </a:lnTo>
                  <a:lnTo>
                    <a:pt x="10491" y="10858"/>
                  </a:lnTo>
                  <a:lnTo>
                    <a:pt x="10491" y="10895"/>
                  </a:lnTo>
                  <a:lnTo>
                    <a:pt x="10454" y="10858"/>
                  </a:lnTo>
                  <a:lnTo>
                    <a:pt x="10344" y="10785"/>
                  </a:lnTo>
                  <a:lnTo>
                    <a:pt x="10271" y="10785"/>
                  </a:lnTo>
                  <a:lnTo>
                    <a:pt x="10161" y="10821"/>
                  </a:lnTo>
                  <a:lnTo>
                    <a:pt x="10124" y="10931"/>
                  </a:lnTo>
                  <a:lnTo>
                    <a:pt x="10088" y="11078"/>
                  </a:lnTo>
                  <a:lnTo>
                    <a:pt x="10051" y="11188"/>
                  </a:lnTo>
                  <a:lnTo>
                    <a:pt x="9867" y="11298"/>
                  </a:lnTo>
                  <a:lnTo>
                    <a:pt x="9794" y="11371"/>
                  </a:lnTo>
                  <a:lnTo>
                    <a:pt x="9757" y="11445"/>
                  </a:lnTo>
                  <a:lnTo>
                    <a:pt x="9611" y="11481"/>
                  </a:lnTo>
                  <a:lnTo>
                    <a:pt x="9464" y="11481"/>
                  </a:lnTo>
                  <a:lnTo>
                    <a:pt x="9354" y="11445"/>
                  </a:lnTo>
                  <a:lnTo>
                    <a:pt x="9207" y="11408"/>
                  </a:lnTo>
                  <a:lnTo>
                    <a:pt x="8620" y="11078"/>
                  </a:lnTo>
                  <a:lnTo>
                    <a:pt x="8327" y="10895"/>
                  </a:lnTo>
                  <a:lnTo>
                    <a:pt x="8070" y="10674"/>
                  </a:lnTo>
                  <a:lnTo>
                    <a:pt x="7850" y="10418"/>
                  </a:lnTo>
                  <a:lnTo>
                    <a:pt x="7703" y="10124"/>
                  </a:lnTo>
                  <a:lnTo>
                    <a:pt x="7593" y="9794"/>
                  </a:lnTo>
                  <a:lnTo>
                    <a:pt x="7593" y="9501"/>
                  </a:lnTo>
                  <a:lnTo>
                    <a:pt x="7630" y="9171"/>
                  </a:lnTo>
                  <a:lnTo>
                    <a:pt x="7777" y="8877"/>
                  </a:lnTo>
                  <a:lnTo>
                    <a:pt x="7960" y="8620"/>
                  </a:lnTo>
                  <a:lnTo>
                    <a:pt x="8217" y="8400"/>
                  </a:lnTo>
                  <a:lnTo>
                    <a:pt x="8400" y="8290"/>
                  </a:lnTo>
                  <a:lnTo>
                    <a:pt x="8584" y="8217"/>
                  </a:lnTo>
                  <a:lnTo>
                    <a:pt x="8730" y="8180"/>
                  </a:lnTo>
                  <a:close/>
                  <a:moveTo>
                    <a:pt x="8767" y="7777"/>
                  </a:moveTo>
                  <a:lnTo>
                    <a:pt x="8547" y="7813"/>
                  </a:lnTo>
                  <a:lnTo>
                    <a:pt x="8363" y="7850"/>
                  </a:lnTo>
                  <a:lnTo>
                    <a:pt x="8143" y="7960"/>
                  </a:lnTo>
                  <a:lnTo>
                    <a:pt x="7960" y="8033"/>
                  </a:lnTo>
                  <a:lnTo>
                    <a:pt x="7777" y="8180"/>
                  </a:lnTo>
                  <a:lnTo>
                    <a:pt x="7593" y="8364"/>
                  </a:lnTo>
                  <a:lnTo>
                    <a:pt x="7446" y="8510"/>
                  </a:lnTo>
                  <a:lnTo>
                    <a:pt x="7336" y="8657"/>
                  </a:lnTo>
                  <a:lnTo>
                    <a:pt x="7190" y="9024"/>
                  </a:lnTo>
                  <a:lnTo>
                    <a:pt x="7116" y="9427"/>
                  </a:lnTo>
                  <a:lnTo>
                    <a:pt x="7116" y="9831"/>
                  </a:lnTo>
                  <a:lnTo>
                    <a:pt x="7153" y="10051"/>
                  </a:lnTo>
                  <a:lnTo>
                    <a:pt x="7226" y="10271"/>
                  </a:lnTo>
                  <a:lnTo>
                    <a:pt x="7336" y="10454"/>
                  </a:lnTo>
                  <a:lnTo>
                    <a:pt x="7446" y="10638"/>
                  </a:lnTo>
                  <a:lnTo>
                    <a:pt x="7740" y="11005"/>
                  </a:lnTo>
                  <a:lnTo>
                    <a:pt x="8107" y="11298"/>
                  </a:lnTo>
                  <a:lnTo>
                    <a:pt x="8510" y="11555"/>
                  </a:lnTo>
                  <a:lnTo>
                    <a:pt x="8914" y="11775"/>
                  </a:lnTo>
                  <a:lnTo>
                    <a:pt x="9134" y="11885"/>
                  </a:lnTo>
                  <a:lnTo>
                    <a:pt x="9354" y="11958"/>
                  </a:lnTo>
                  <a:lnTo>
                    <a:pt x="9574" y="11958"/>
                  </a:lnTo>
                  <a:lnTo>
                    <a:pt x="9757" y="11922"/>
                  </a:lnTo>
                  <a:lnTo>
                    <a:pt x="9977" y="11848"/>
                  </a:lnTo>
                  <a:lnTo>
                    <a:pt x="10198" y="11702"/>
                  </a:lnTo>
                  <a:lnTo>
                    <a:pt x="10381" y="11555"/>
                  </a:lnTo>
                  <a:lnTo>
                    <a:pt x="10491" y="11371"/>
                  </a:lnTo>
                  <a:lnTo>
                    <a:pt x="10674" y="11298"/>
                  </a:lnTo>
                  <a:lnTo>
                    <a:pt x="10784" y="11151"/>
                  </a:lnTo>
                  <a:lnTo>
                    <a:pt x="10895" y="10968"/>
                  </a:lnTo>
                  <a:lnTo>
                    <a:pt x="10968" y="10785"/>
                  </a:lnTo>
                  <a:lnTo>
                    <a:pt x="11005" y="10601"/>
                  </a:lnTo>
                  <a:lnTo>
                    <a:pt x="11005" y="10381"/>
                  </a:lnTo>
                  <a:lnTo>
                    <a:pt x="11005" y="10124"/>
                  </a:lnTo>
                  <a:lnTo>
                    <a:pt x="10968" y="9684"/>
                  </a:lnTo>
                  <a:lnTo>
                    <a:pt x="10821" y="9207"/>
                  </a:lnTo>
                  <a:lnTo>
                    <a:pt x="10638" y="8804"/>
                  </a:lnTo>
                  <a:lnTo>
                    <a:pt x="10491" y="8620"/>
                  </a:lnTo>
                  <a:lnTo>
                    <a:pt x="10344" y="8437"/>
                  </a:lnTo>
                  <a:lnTo>
                    <a:pt x="10198" y="8290"/>
                  </a:lnTo>
                  <a:lnTo>
                    <a:pt x="10014" y="8143"/>
                  </a:lnTo>
                  <a:lnTo>
                    <a:pt x="9831" y="8033"/>
                  </a:lnTo>
                  <a:lnTo>
                    <a:pt x="9611" y="7923"/>
                  </a:lnTo>
                  <a:lnTo>
                    <a:pt x="9427" y="7850"/>
                  </a:lnTo>
                  <a:lnTo>
                    <a:pt x="9207" y="7813"/>
                  </a:lnTo>
                  <a:lnTo>
                    <a:pt x="8987" y="7777"/>
                  </a:lnTo>
                  <a:close/>
                  <a:moveTo>
                    <a:pt x="9024" y="0"/>
                  </a:moveTo>
                  <a:lnTo>
                    <a:pt x="8767" y="37"/>
                  </a:lnTo>
                  <a:lnTo>
                    <a:pt x="8547" y="110"/>
                  </a:lnTo>
                  <a:lnTo>
                    <a:pt x="8363" y="257"/>
                  </a:lnTo>
                  <a:lnTo>
                    <a:pt x="8180" y="440"/>
                  </a:lnTo>
                  <a:lnTo>
                    <a:pt x="7593" y="1027"/>
                  </a:lnTo>
                  <a:lnTo>
                    <a:pt x="7006" y="1651"/>
                  </a:lnTo>
                  <a:lnTo>
                    <a:pt x="6639" y="2054"/>
                  </a:lnTo>
                  <a:lnTo>
                    <a:pt x="6383" y="2311"/>
                  </a:lnTo>
                  <a:lnTo>
                    <a:pt x="6199" y="2605"/>
                  </a:lnTo>
                  <a:lnTo>
                    <a:pt x="5796" y="2201"/>
                  </a:lnTo>
                  <a:lnTo>
                    <a:pt x="5722" y="2128"/>
                  </a:lnTo>
                  <a:lnTo>
                    <a:pt x="5502" y="2128"/>
                  </a:lnTo>
                  <a:lnTo>
                    <a:pt x="5392" y="2201"/>
                  </a:lnTo>
                  <a:lnTo>
                    <a:pt x="5356" y="2238"/>
                  </a:lnTo>
                  <a:lnTo>
                    <a:pt x="4915" y="2531"/>
                  </a:lnTo>
                  <a:lnTo>
                    <a:pt x="4512" y="2898"/>
                  </a:lnTo>
                  <a:lnTo>
                    <a:pt x="4292" y="2715"/>
                  </a:lnTo>
                  <a:lnTo>
                    <a:pt x="4072" y="2495"/>
                  </a:lnTo>
                  <a:lnTo>
                    <a:pt x="3998" y="2458"/>
                  </a:lnTo>
                  <a:lnTo>
                    <a:pt x="3888" y="2458"/>
                  </a:lnTo>
                  <a:lnTo>
                    <a:pt x="3815" y="2495"/>
                  </a:lnTo>
                  <a:lnTo>
                    <a:pt x="3778" y="2568"/>
                  </a:lnTo>
                  <a:lnTo>
                    <a:pt x="3778" y="2421"/>
                  </a:lnTo>
                  <a:lnTo>
                    <a:pt x="3778" y="2311"/>
                  </a:lnTo>
                  <a:lnTo>
                    <a:pt x="3668" y="2128"/>
                  </a:lnTo>
                  <a:lnTo>
                    <a:pt x="3521" y="1908"/>
                  </a:lnTo>
                  <a:lnTo>
                    <a:pt x="3338" y="1761"/>
                  </a:lnTo>
                  <a:lnTo>
                    <a:pt x="3118" y="1614"/>
                  </a:lnTo>
                  <a:lnTo>
                    <a:pt x="2861" y="1504"/>
                  </a:lnTo>
                  <a:lnTo>
                    <a:pt x="2458" y="1321"/>
                  </a:lnTo>
                  <a:lnTo>
                    <a:pt x="2348" y="1321"/>
                  </a:lnTo>
                  <a:lnTo>
                    <a:pt x="2238" y="1357"/>
                  </a:lnTo>
                  <a:lnTo>
                    <a:pt x="2201" y="1431"/>
                  </a:lnTo>
                  <a:lnTo>
                    <a:pt x="2201" y="1504"/>
                  </a:lnTo>
                  <a:lnTo>
                    <a:pt x="2531" y="2238"/>
                  </a:lnTo>
                  <a:lnTo>
                    <a:pt x="2678" y="2531"/>
                  </a:lnTo>
                  <a:lnTo>
                    <a:pt x="2751" y="2678"/>
                  </a:lnTo>
                  <a:lnTo>
                    <a:pt x="2861" y="2825"/>
                  </a:lnTo>
                  <a:lnTo>
                    <a:pt x="3008" y="2898"/>
                  </a:lnTo>
                  <a:lnTo>
                    <a:pt x="3191" y="2935"/>
                  </a:lnTo>
                  <a:lnTo>
                    <a:pt x="3338" y="2935"/>
                  </a:lnTo>
                  <a:lnTo>
                    <a:pt x="3485" y="2861"/>
                  </a:lnTo>
                  <a:lnTo>
                    <a:pt x="3632" y="2788"/>
                  </a:lnTo>
                  <a:lnTo>
                    <a:pt x="3301" y="3155"/>
                  </a:lnTo>
                  <a:lnTo>
                    <a:pt x="2971" y="3485"/>
                  </a:lnTo>
                  <a:lnTo>
                    <a:pt x="2935" y="3412"/>
                  </a:lnTo>
                  <a:lnTo>
                    <a:pt x="2935" y="3265"/>
                  </a:lnTo>
                  <a:lnTo>
                    <a:pt x="2898" y="3081"/>
                  </a:lnTo>
                  <a:lnTo>
                    <a:pt x="2825" y="2825"/>
                  </a:lnTo>
                  <a:lnTo>
                    <a:pt x="2678" y="2605"/>
                  </a:lnTo>
                  <a:lnTo>
                    <a:pt x="2458" y="2384"/>
                  </a:lnTo>
                  <a:lnTo>
                    <a:pt x="2238" y="2238"/>
                  </a:lnTo>
                  <a:lnTo>
                    <a:pt x="1981" y="2091"/>
                  </a:lnTo>
                  <a:lnTo>
                    <a:pt x="1687" y="1981"/>
                  </a:lnTo>
                  <a:lnTo>
                    <a:pt x="1431" y="1908"/>
                  </a:lnTo>
                  <a:lnTo>
                    <a:pt x="880" y="1834"/>
                  </a:lnTo>
                  <a:lnTo>
                    <a:pt x="770" y="1834"/>
                  </a:lnTo>
                  <a:lnTo>
                    <a:pt x="697" y="1871"/>
                  </a:lnTo>
                  <a:lnTo>
                    <a:pt x="624" y="1944"/>
                  </a:lnTo>
                  <a:lnTo>
                    <a:pt x="624" y="2054"/>
                  </a:lnTo>
                  <a:lnTo>
                    <a:pt x="697" y="2384"/>
                  </a:lnTo>
                  <a:lnTo>
                    <a:pt x="807" y="2751"/>
                  </a:lnTo>
                  <a:lnTo>
                    <a:pt x="917" y="3045"/>
                  </a:lnTo>
                  <a:lnTo>
                    <a:pt x="1101" y="3375"/>
                  </a:lnTo>
                  <a:lnTo>
                    <a:pt x="1284" y="3668"/>
                  </a:lnTo>
                  <a:lnTo>
                    <a:pt x="1504" y="3925"/>
                  </a:lnTo>
                  <a:lnTo>
                    <a:pt x="1724" y="4182"/>
                  </a:lnTo>
                  <a:lnTo>
                    <a:pt x="1981" y="4439"/>
                  </a:lnTo>
                  <a:lnTo>
                    <a:pt x="2018" y="4439"/>
                  </a:lnTo>
                  <a:lnTo>
                    <a:pt x="1761" y="4695"/>
                  </a:lnTo>
                  <a:lnTo>
                    <a:pt x="1761" y="4549"/>
                  </a:lnTo>
                  <a:lnTo>
                    <a:pt x="1724" y="4402"/>
                  </a:lnTo>
                  <a:lnTo>
                    <a:pt x="1614" y="4255"/>
                  </a:lnTo>
                  <a:lnTo>
                    <a:pt x="1467" y="4108"/>
                  </a:lnTo>
                  <a:lnTo>
                    <a:pt x="1321" y="3998"/>
                  </a:lnTo>
                  <a:lnTo>
                    <a:pt x="1101" y="3925"/>
                  </a:lnTo>
                  <a:lnTo>
                    <a:pt x="697" y="3815"/>
                  </a:lnTo>
                  <a:lnTo>
                    <a:pt x="330" y="3742"/>
                  </a:lnTo>
                  <a:lnTo>
                    <a:pt x="220" y="3742"/>
                  </a:lnTo>
                  <a:lnTo>
                    <a:pt x="147" y="3815"/>
                  </a:lnTo>
                  <a:lnTo>
                    <a:pt x="110" y="3925"/>
                  </a:lnTo>
                  <a:lnTo>
                    <a:pt x="147" y="3998"/>
                  </a:lnTo>
                  <a:lnTo>
                    <a:pt x="367" y="4329"/>
                  </a:lnTo>
                  <a:lnTo>
                    <a:pt x="624" y="4732"/>
                  </a:lnTo>
                  <a:lnTo>
                    <a:pt x="807" y="4915"/>
                  </a:lnTo>
                  <a:lnTo>
                    <a:pt x="954" y="5062"/>
                  </a:lnTo>
                  <a:lnTo>
                    <a:pt x="1137" y="5172"/>
                  </a:lnTo>
                  <a:lnTo>
                    <a:pt x="1321" y="5246"/>
                  </a:lnTo>
                  <a:lnTo>
                    <a:pt x="1321" y="5282"/>
                  </a:lnTo>
                  <a:lnTo>
                    <a:pt x="1394" y="5356"/>
                  </a:lnTo>
                  <a:lnTo>
                    <a:pt x="1834" y="5759"/>
                  </a:lnTo>
                  <a:lnTo>
                    <a:pt x="1651" y="6126"/>
                  </a:lnTo>
                  <a:lnTo>
                    <a:pt x="1504" y="6493"/>
                  </a:lnTo>
                  <a:lnTo>
                    <a:pt x="1394" y="6896"/>
                  </a:lnTo>
                  <a:lnTo>
                    <a:pt x="1321" y="6933"/>
                  </a:lnTo>
                  <a:lnTo>
                    <a:pt x="1321" y="7043"/>
                  </a:lnTo>
                  <a:lnTo>
                    <a:pt x="1321" y="7153"/>
                  </a:lnTo>
                  <a:lnTo>
                    <a:pt x="1357" y="7263"/>
                  </a:lnTo>
                  <a:lnTo>
                    <a:pt x="1431" y="7373"/>
                  </a:lnTo>
                  <a:lnTo>
                    <a:pt x="1467" y="7410"/>
                  </a:lnTo>
                  <a:lnTo>
                    <a:pt x="1541" y="7447"/>
                  </a:lnTo>
                  <a:lnTo>
                    <a:pt x="1651" y="7593"/>
                  </a:lnTo>
                  <a:lnTo>
                    <a:pt x="2311" y="8217"/>
                  </a:lnTo>
                  <a:lnTo>
                    <a:pt x="2164" y="8327"/>
                  </a:lnTo>
                  <a:lnTo>
                    <a:pt x="2018" y="8437"/>
                  </a:lnTo>
                  <a:lnTo>
                    <a:pt x="1761" y="8694"/>
                  </a:lnTo>
                  <a:lnTo>
                    <a:pt x="1394" y="9207"/>
                  </a:lnTo>
                  <a:lnTo>
                    <a:pt x="990" y="9721"/>
                  </a:lnTo>
                  <a:lnTo>
                    <a:pt x="220" y="10748"/>
                  </a:lnTo>
                  <a:lnTo>
                    <a:pt x="73" y="10968"/>
                  </a:lnTo>
                  <a:lnTo>
                    <a:pt x="0" y="11151"/>
                  </a:lnTo>
                  <a:lnTo>
                    <a:pt x="0" y="11225"/>
                  </a:lnTo>
                  <a:lnTo>
                    <a:pt x="37" y="11335"/>
                  </a:lnTo>
                  <a:lnTo>
                    <a:pt x="183" y="11518"/>
                  </a:lnTo>
                  <a:lnTo>
                    <a:pt x="257" y="11592"/>
                  </a:lnTo>
                  <a:lnTo>
                    <a:pt x="367" y="11628"/>
                  </a:lnTo>
                  <a:lnTo>
                    <a:pt x="550" y="11665"/>
                  </a:lnTo>
                  <a:lnTo>
                    <a:pt x="770" y="11628"/>
                  </a:lnTo>
                  <a:lnTo>
                    <a:pt x="990" y="11592"/>
                  </a:lnTo>
                  <a:lnTo>
                    <a:pt x="2348" y="11188"/>
                  </a:lnTo>
                  <a:lnTo>
                    <a:pt x="3595" y="10821"/>
                  </a:lnTo>
                  <a:lnTo>
                    <a:pt x="4072" y="10711"/>
                  </a:lnTo>
                  <a:lnTo>
                    <a:pt x="4292" y="10638"/>
                  </a:lnTo>
                  <a:lnTo>
                    <a:pt x="4512" y="10491"/>
                  </a:lnTo>
                  <a:lnTo>
                    <a:pt x="5025" y="11005"/>
                  </a:lnTo>
                  <a:lnTo>
                    <a:pt x="5539" y="11518"/>
                  </a:lnTo>
                  <a:lnTo>
                    <a:pt x="6089" y="11995"/>
                  </a:lnTo>
                  <a:lnTo>
                    <a:pt x="6676" y="12398"/>
                  </a:lnTo>
                  <a:lnTo>
                    <a:pt x="7006" y="12619"/>
                  </a:lnTo>
                  <a:lnTo>
                    <a:pt x="7373" y="12802"/>
                  </a:lnTo>
                  <a:lnTo>
                    <a:pt x="7740" y="12985"/>
                  </a:lnTo>
                  <a:lnTo>
                    <a:pt x="8070" y="13132"/>
                  </a:lnTo>
                  <a:lnTo>
                    <a:pt x="8474" y="13242"/>
                  </a:lnTo>
                  <a:lnTo>
                    <a:pt x="8840" y="13352"/>
                  </a:lnTo>
                  <a:lnTo>
                    <a:pt x="9207" y="13426"/>
                  </a:lnTo>
                  <a:lnTo>
                    <a:pt x="9611" y="13499"/>
                  </a:lnTo>
                  <a:lnTo>
                    <a:pt x="9977" y="13536"/>
                  </a:lnTo>
                  <a:lnTo>
                    <a:pt x="10381" y="13572"/>
                  </a:lnTo>
                  <a:lnTo>
                    <a:pt x="11115" y="13536"/>
                  </a:lnTo>
                  <a:lnTo>
                    <a:pt x="11812" y="13426"/>
                  </a:lnTo>
                  <a:lnTo>
                    <a:pt x="12215" y="13316"/>
                  </a:lnTo>
                  <a:lnTo>
                    <a:pt x="12362" y="13279"/>
                  </a:lnTo>
                  <a:lnTo>
                    <a:pt x="12435" y="13279"/>
                  </a:lnTo>
                  <a:lnTo>
                    <a:pt x="12435" y="13316"/>
                  </a:lnTo>
                  <a:lnTo>
                    <a:pt x="12509" y="13352"/>
                  </a:lnTo>
                  <a:lnTo>
                    <a:pt x="12545" y="13352"/>
                  </a:lnTo>
                  <a:lnTo>
                    <a:pt x="12582" y="13316"/>
                  </a:lnTo>
                  <a:lnTo>
                    <a:pt x="12619" y="13279"/>
                  </a:lnTo>
                  <a:lnTo>
                    <a:pt x="12655" y="13169"/>
                  </a:lnTo>
                  <a:lnTo>
                    <a:pt x="12655" y="13022"/>
                  </a:lnTo>
                  <a:lnTo>
                    <a:pt x="12545" y="12949"/>
                  </a:lnTo>
                  <a:lnTo>
                    <a:pt x="12435" y="12912"/>
                  </a:lnTo>
                  <a:lnTo>
                    <a:pt x="12178" y="12912"/>
                  </a:lnTo>
                  <a:lnTo>
                    <a:pt x="11702" y="13022"/>
                  </a:lnTo>
                  <a:lnTo>
                    <a:pt x="11188" y="13095"/>
                  </a:lnTo>
                  <a:lnTo>
                    <a:pt x="10748" y="13132"/>
                  </a:lnTo>
                  <a:lnTo>
                    <a:pt x="10308" y="13095"/>
                  </a:lnTo>
                  <a:lnTo>
                    <a:pt x="9867" y="13095"/>
                  </a:lnTo>
                  <a:lnTo>
                    <a:pt x="9464" y="13022"/>
                  </a:lnTo>
                  <a:lnTo>
                    <a:pt x="9024" y="12949"/>
                  </a:lnTo>
                  <a:lnTo>
                    <a:pt x="8584" y="12802"/>
                  </a:lnTo>
                  <a:lnTo>
                    <a:pt x="8180" y="12655"/>
                  </a:lnTo>
                  <a:lnTo>
                    <a:pt x="7777" y="12509"/>
                  </a:lnTo>
                  <a:lnTo>
                    <a:pt x="7300" y="12252"/>
                  </a:lnTo>
                  <a:lnTo>
                    <a:pt x="6860" y="11958"/>
                  </a:lnTo>
                  <a:lnTo>
                    <a:pt x="6419" y="11628"/>
                  </a:lnTo>
                  <a:lnTo>
                    <a:pt x="6016" y="11298"/>
                  </a:lnTo>
                  <a:lnTo>
                    <a:pt x="5246" y="10564"/>
                  </a:lnTo>
                  <a:lnTo>
                    <a:pt x="4512" y="9794"/>
                  </a:lnTo>
                  <a:lnTo>
                    <a:pt x="3008" y="8290"/>
                  </a:lnTo>
                  <a:lnTo>
                    <a:pt x="2274" y="7520"/>
                  </a:lnTo>
                  <a:lnTo>
                    <a:pt x="2091" y="7300"/>
                  </a:lnTo>
                  <a:lnTo>
                    <a:pt x="1871" y="7080"/>
                  </a:lnTo>
                  <a:lnTo>
                    <a:pt x="1944" y="6713"/>
                  </a:lnTo>
                  <a:lnTo>
                    <a:pt x="2054" y="6383"/>
                  </a:lnTo>
                  <a:lnTo>
                    <a:pt x="2238" y="6053"/>
                  </a:lnTo>
                  <a:lnTo>
                    <a:pt x="2421" y="5722"/>
                  </a:lnTo>
                  <a:lnTo>
                    <a:pt x="2641" y="5429"/>
                  </a:lnTo>
                  <a:lnTo>
                    <a:pt x="2898" y="5172"/>
                  </a:lnTo>
                  <a:lnTo>
                    <a:pt x="3411" y="4622"/>
                  </a:lnTo>
                  <a:lnTo>
                    <a:pt x="4475" y="3558"/>
                  </a:lnTo>
                  <a:lnTo>
                    <a:pt x="5025" y="3045"/>
                  </a:lnTo>
                  <a:lnTo>
                    <a:pt x="5246" y="2825"/>
                  </a:lnTo>
                  <a:lnTo>
                    <a:pt x="5392" y="2678"/>
                  </a:lnTo>
                  <a:lnTo>
                    <a:pt x="5502" y="2605"/>
                  </a:lnTo>
                  <a:lnTo>
                    <a:pt x="5612" y="2715"/>
                  </a:lnTo>
                  <a:lnTo>
                    <a:pt x="5392" y="2825"/>
                  </a:lnTo>
                  <a:lnTo>
                    <a:pt x="5246" y="2971"/>
                  </a:lnTo>
                  <a:lnTo>
                    <a:pt x="4952" y="3301"/>
                  </a:lnTo>
                  <a:lnTo>
                    <a:pt x="4805" y="3485"/>
                  </a:lnTo>
                  <a:lnTo>
                    <a:pt x="4695" y="3668"/>
                  </a:lnTo>
                  <a:lnTo>
                    <a:pt x="4585" y="3888"/>
                  </a:lnTo>
                  <a:lnTo>
                    <a:pt x="4585" y="3962"/>
                  </a:lnTo>
                  <a:lnTo>
                    <a:pt x="4622" y="4072"/>
                  </a:lnTo>
                  <a:lnTo>
                    <a:pt x="4659" y="4145"/>
                  </a:lnTo>
                  <a:lnTo>
                    <a:pt x="4732" y="4145"/>
                  </a:lnTo>
                  <a:lnTo>
                    <a:pt x="4915" y="4035"/>
                  </a:lnTo>
                  <a:lnTo>
                    <a:pt x="5025" y="3888"/>
                  </a:lnTo>
                  <a:lnTo>
                    <a:pt x="5209" y="3558"/>
                  </a:lnTo>
                  <a:lnTo>
                    <a:pt x="5502" y="3228"/>
                  </a:lnTo>
                  <a:lnTo>
                    <a:pt x="5759" y="2898"/>
                  </a:lnTo>
                  <a:lnTo>
                    <a:pt x="6016" y="3118"/>
                  </a:lnTo>
                  <a:lnTo>
                    <a:pt x="5832" y="3301"/>
                  </a:lnTo>
                  <a:lnTo>
                    <a:pt x="5612" y="3522"/>
                  </a:lnTo>
                  <a:lnTo>
                    <a:pt x="5466" y="3742"/>
                  </a:lnTo>
                  <a:lnTo>
                    <a:pt x="5356" y="3962"/>
                  </a:lnTo>
                  <a:lnTo>
                    <a:pt x="5319" y="4072"/>
                  </a:lnTo>
                  <a:lnTo>
                    <a:pt x="5392" y="4182"/>
                  </a:lnTo>
                  <a:lnTo>
                    <a:pt x="5502" y="4219"/>
                  </a:lnTo>
                  <a:lnTo>
                    <a:pt x="5539" y="4219"/>
                  </a:lnTo>
                  <a:lnTo>
                    <a:pt x="5612" y="4182"/>
                  </a:lnTo>
                  <a:lnTo>
                    <a:pt x="5796" y="3998"/>
                  </a:lnTo>
                  <a:lnTo>
                    <a:pt x="5942" y="3778"/>
                  </a:lnTo>
                  <a:lnTo>
                    <a:pt x="6089" y="3558"/>
                  </a:lnTo>
                  <a:lnTo>
                    <a:pt x="6199" y="3301"/>
                  </a:lnTo>
                  <a:lnTo>
                    <a:pt x="6309" y="3375"/>
                  </a:lnTo>
                  <a:lnTo>
                    <a:pt x="6456" y="3485"/>
                  </a:lnTo>
                  <a:lnTo>
                    <a:pt x="6346" y="3595"/>
                  </a:lnTo>
                  <a:lnTo>
                    <a:pt x="6236" y="3705"/>
                  </a:lnTo>
                  <a:lnTo>
                    <a:pt x="6089" y="3962"/>
                  </a:lnTo>
                  <a:lnTo>
                    <a:pt x="5869" y="4255"/>
                  </a:lnTo>
                  <a:lnTo>
                    <a:pt x="5796" y="4402"/>
                  </a:lnTo>
                  <a:lnTo>
                    <a:pt x="5722" y="4585"/>
                  </a:lnTo>
                  <a:lnTo>
                    <a:pt x="5722" y="4622"/>
                  </a:lnTo>
                  <a:lnTo>
                    <a:pt x="5722" y="4695"/>
                  </a:lnTo>
                  <a:lnTo>
                    <a:pt x="5796" y="4732"/>
                  </a:lnTo>
                  <a:lnTo>
                    <a:pt x="5906" y="4769"/>
                  </a:lnTo>
                  <a:lnTo>
                    <a:pt x="6016" y="4695"/>
                  </a:lnTo>
                  <a:lnTo>
                    <a:pt x="6126" y="4585"/>
                  </a:lnTo>
                  <a:lnTo>
                    <a:pt x="6199" y="4439"/>
                  </a:lnTo>
                  <a:lnTo>
                    <a:pt x="6383" y="4145"/>
                  </a:lnTo>
                  <a:lnTo>
                    <a:pt x="6456" y="3962"/>
                  </a:lnTo>
                  <a:lnTo>
                    <a:pt x="6603" y="3632"/>
                  </a:lnTo>
                  <a:lnTo>
                    <a:pt x="7300" y="4145"/>
                  </a:lnTo>
                  <a:lnTo>
                    <a:pt x="7116" y="4292"/>
                  </a:lnTo>
                  <a:lnTo>
                    <a:pt x="6933" y="4439"/>
                  </a:lnTo>
                  <a:lnTo>
                    <a:pt x="6713" y="4695"/>
                  </a:lnTo>
                  <a:lnTo>
                    <a:pt x="6529" y="5026"/>
                  </a:lnTo>
                  <a:lnTo>
                    <a:pt x="6529" y="5099"/>
                  </a:lnTo>
                  <a:lnTo>
                    <a:pt x="6529" y="5172"/>
                  </a:lnTo>
                  <a:lnTo>
                    <a:pt x="6566" y="5209"/>
                  </a:lnTo>
                  <a:lnTo>
                    <a:pt x="6639" y="5246"/>
                  </a:lnTo>
                  <a:lnTo>
                    <a:pt x="6676" y="5282"/>
                  </a:lnTo>
                  <a:lnTo>
                    <a:pt x="6749" y="5282"/>
                  </a:lnTo>
                  <a:lnTo>
                    <a:pt x="6823" y="5246"/>
                  </a:lnTo>
                  <a:lnTo>
                    <a:pt x="6860" y="5172"/>
                  </a:lnTo>
                  <a:lnTo>
                    <a:pt x="7153" y="4695"/>
                  </a:lnTo>
                  <a:lnTo>
                    <a:pt x="7410" y="4255"/>
                  </a:lnTo>
                  <a:lnTo>
                    <a:pt x="7740" y="4475"/>
                  </a:lnTo>
                  <a:lnTo>
                    <a:pt x="7483" y="4732"/>
                  </a:lnTo>
                  <a:lnTo>
                    <a:pt x="7116" y="5136"/>
                  </a:lnTo>
                  <a:lnTo>
                    <a:pt x="7080" y="5209"/>
                  </a:lnTo>
                  <a:lnTo>
                    <a:pt x="7043" y="5246"/>
                  </a:lnTo>
                  <a:lnTo>
                    <a:pt x="7080" y="5319"/>
                  </a:lnTo>
                  <a:lnTo>
                    <a:pt x="7116" y="5356"/>
                  </a:lnTo>
                  <a:lnTo>
                    <a:pt x="7190" y="5392"/>
                  </a:lnTo>
                  <a:lnTo>
                    <a:pt x="7263" y="5429"/>
                  </a:lnTo>
                  <a:lnTo>
                    <a:pt x="7336" y="5429"/>
                  </a:lnTo>
                  <a:lnTo>
                    <a:pt x="7373" y="5356"/>
                  </a:lnTo>
                  <a:lnTo>
                    <a:pt x="7556" y="5172"/>
                  </a:lnTo>
                  <a:lnTo>
                    <a:pt x="7740" y="4989"/>
                  </a:lnTo>
                  <a:lnTo>
                    <a:pt x="7813" y="4805"/>
                  </a:lnTo>
                  <a:lnTo>
                    <a:pt x="7850" y="4695"/>
                  </a:lnTo>
                  <a:lnTo>
                    <a:pt x="7887" y="4585"/>
                  </a:lnTo>
                  <a:lnTo>
                    <a:pt x="8474" y="4989"/>
                  </a:lnTo>
                  <a:lnTo>
                    <a:pt x="8107" y="5319"/>
                  </a:lnTo>
                  <a:lnTo>
                    <a:pt x="7813" y="5722"/>
                  </a:lnTo>
                  <a:lnTo>
                    <a:pt x="7777" y="5796"/>
                  </a:lnTo>
                  <a:lnTo>
                    <a:pt x="7777" y="5833"/>
                  </a:lnTo>
                  <a:lnTo>
                    <a:pt x="7813" y="5943"/>
                  </a:lnTo>
                  <a:lnTo>
                    <a:pt x="7887" y="5979"/>
                  </a:lnTo>
                  <a:lnTo>
                    <a:pt x="7997" y="5979"/>
                  </a:lnTo>
                  <a:lnTo>
                    <a:pt x="8033" y="5943"/>
                  </a:lnTo>
                  <a:lnTo>
                    <a:pt x="8327" y="5502"/>
                  </a:lnTo>
                  <a:lnTo>
                    <a:pt x="8584" y="5062"/>
                  </a:lnTo>
                  <a:lnTo>
                    <a:pt x="9024" y="5356"/>
                  </a:lnTo>
                  <a:lnTo>
                    <a:pt x="8767" y="5612"/>
                  </a:lnTo>
                  <a:lnTo>
                    <a:pt x="8584" y="5796"/>
                  </a:lnTo>
                  <a:lnTo>
                    <a:pt x="8510" y="5906"/>
                  </a:lnTo>
                  <a:lnTo>
                    <a:pt x="8474" y="6053"/>
                  </a:lnTo>
                  <a:lnTo>
                    <a:pt x="8253" y="6383"/>
                  </a:lnTo>
                  <a:lnTo>
                    <a:pt x="8217" y="6456"/>
                  </a:lnTo>
                  <a:lnTo>
                    <a:pt x="8253" y="6566"/>
                  </a:lnTo>
                  <a:lnTo>
                    <a:pt x="8290" y="6603"/>
                  </a:lnTo>
                  <a:lnTo>
                    <a:pt x="8363" y="6640"/>
                  </a:lnTo>
                  <a:lnTo>
                    <a:pt x="8474" y="6640"/>
                  </a:lnTo>
                  <a:lnTo>
                    <a:pt x="8547" y="6566"/>
                  </a:lnTo>
                  <a:lnTo>
                    <a:pt x="8804" y="6199"/>
                  </a:lnTo>
                  <a:lnTo>
                    <a:pt x="8877" y="6126"/>
                  </a:lnTo>
                  <a:lnTo>
                    <a:pt x="8950" y="6016"/>
                  </a:lnTo>
                  <a:lnTo>
                    <a:pt x="9097" y="5796"/>
                  </a:lnTo>
                  <a:lnTo>
                    <a:pt x="9244" y="5539"/>
                  </a:lnTo>
                  <a:lnTo>
                    <a:pt x="9537" y="5722"/>
                  </a:lnTo>
                  <a:lnTo>
                    <a:pt x="9354" y="5906"/>
                  </a:lnTo>
                  <a:lnTo>
                    <a:pt x="9207" y="6126"/>
                  </a:lnTo>
                  <a:lnTo>
                    <a:pt x="8950" y="6419"/>
                  </a:lnTo>
                  <a:lnTo>
                    <a:pt x="8877" y="6566"/>
                  </a:lnTo>
                  <a:lnTo>
                    <a:pt x="8840" y="6750"/>
                  </a:lnTo>
                  <a:lnTo>
                    <a:pt x="8914" y="6823"/>
                  </a:lnTo>
                  <a:lnTo>
                    <a:pt x="8950" y="6860"/>
                  </a:lnTo>
                  <a:lnTo>
                    <a:pt x="8987" y="6860"/>
                  </a:lnTo>
                  <a:lnTo>
                    <a:pt x="9134" y="6786"/>
                  </a:lnTo>
                  <a:lnTo>
                    <a:pt x="9244" y="6640"/>
                  </a:lnTo>
                  <a:lnTo>
                    <a:pt x="9391" y="6383"/>
                  </a:lnTo>
                  <a:lnTo>
                    <a:pt x="9537" y="6126"/>
                  </a:lnTo>
                  <a:lnTo>
                    <a:pt x="9721" y="5869"/>
                  </a:lnTo>
                  <a:lnTo>
                    <a:pt x="10198" y="6236"/>
                  </a:lnTo>
                  <a:lnTo>
                    <a:pt x="10051" y="6419"/>
                  </a:lnTo>
                  <a:lnTo>
                    <a:pt x="9867" y="6640"/>
                  </a:lnTo>
                  <a:lnTo>
                    <a:pt x="9684" y="6860"/>
                  </a:lnTo>
                  <a:lnTo>
                    <a:pt x="9611" y="7006"/>
                  </a:lnTo>
                  <a:lnTo>
                    <a:pt x="9574" y="7116"/>
                  </a:lnTo>
                  <a:lnTo>
                    <a:pt x="9574" y="7190"/>
                  </a:lnTo>
                  <a:lnTo>
                    <a:pt x="9611" y="7263"/>
                  </a:lnTo>
                  <a:lnTo>
                    <a:pt x="9757" y="7263"/>
                  </a:lnTo>
                  <a:lnTo>
                    <a:pt x="9867" y="7190"/>
                  </a:lnTo>
                  <a:lnTo>
                    <a:pt x="9941" y="7080"/>
                  </a:lnTo>
                  <a:lnTo>
                    <a:pt x="10124" y="6823"/>
                  </a:lnTo>
                  <a:lnTo>
                    <a:pt x="10271" y="6603"/>
                  </a:lnTo>
                  <a:lnTo>
                    <a:pt x="10381" y="6383"/>
                  </a:lnTo>
                  <a:lnTo>
                    <a:pt x="10895" y="6823"/>
                  </a:lnTo>
                  <a:lnTo>
                    <a:pt x="10931" y="6860"/>
                  </a:lnTo>
                  <a:lnTo>
                    <a:pt x="10638" y="7226"/>
                  </a:lnTo>
                  <a:lnTo>
                    <a:pt x="10381" y="7593"/>
                  </a:lnTo>
                  <a:lnTo>
                    <a:pt x="10271" y="7703"/>
                  </a:lnTo>
                  <a:lnTo>
                    <a:pt x="10271" y="7777"/>
                  </a:lnTo>
                  <a:lnTo>
                    <a:pt x="10271" y="7813"/>
                  </a:lnTo>
                  <a:lnTo>
                    <a:pt x="10344" y="7923"/>
                  </a:lnTo>
                  <a:lnTo>
                    <a:pt x="10418" y="7960"/>
                  </a:lnTo>
                  <a:lnTo>
                    <a:pt x="10491" y="7923"/>
                  </a:lnTo>
                  <a:lnTo>
                    <a:pt x="10528" y="7887"/>
                  </a:lnTo>
                  <a:lnTo>
                    <a:pt x="10821" y="7483"/>
                  </a:lnTo>
                  <a:lnTo>
                    <a:pt x="11115" y="7043"/>
                  </a:lnTo>
                  <a:lnTo>
                    <a:pt x="11445" y="7447"/>
                  </a:lnTo>
                  <a:lnTo>
                    <a:pt x="11298" y="7703"/>
                  </a:lnTo>
                  <a:lnTo>
                    <a:pt x="11151" y="7960"/>
                  </a:lnTo>
                  <a:lnTo>
                    <a:pt x="10968" y="8253"/>
                  </a:lnTo>
                  <a:lnTo>
                    <a:pt x="10931" y="8437"/>
                  </a:lnTo>
                  <a:lnTo>
                    <a:pt x="10931" y="8510"/>
                  </a:lnTo>
                  <a:lnTo>
                    <a:pt x="10931" y="8584"/>
                  </a:lnTo>
                  <a:lnTo>
                    <a:pt x="10968" y="8657"/>
                  </a:lnTo>
                  <a:lnTo>
                    <a:pt x="11041" y="8657"/>
                  </a:lnTo>
                  <a:lnTo>
                    <a:pt x="11188" y="8584"/>
                  </a:lnTo>
                  <a:lnTo>
                    <a:pt x="11261" y="8474"/>
                  </a:lnTo>
                  <a:lnTo>
                    <a:pt x="11408" y="8180"/>
                  </a:lnTo>
                  <a:lnTo>
                    <a:pt x="11628" y="7703"/>
                  </a:lnTo>
                  <a:lnTo>
                    <a:pt x="11812" y="7997"/>
                  </a:lnTo>
                  <a:lnTo>
                    <a:pt x="11995" y="8290"/>
                  </a:lnTo>
                  <a:lnTo>
                    <a:pt x="11812" y="8694"/>
                  </a:lnTo>
                  <a:lnTo>
                    <a:pt x="11628" y="9097"/>
                  </a:lnTo>
                  <a:lnTo>
                    <a:pt x="11518" y="9097"/>
                  </a:lnTo>
                  <a:lnTo>
                    <a:pt x="11408" y="9317"/>
                  </a:lnTo>
                  <a:lnTo>
                    <a:pt x="11335" y="9501"/>
                  </a:lnTo>
                  <a:lnTo>
                    <a:pt x="11335" y="9574"/>
                  </a:lnTo>
                  <a:lnTo>
                    <a:pt x="11335" y="9647"/>
                  </a:lnTo>
                  <a:lnTo>
                    <a:pt x="11408" y="9721"/>
                  </a:lnTo>
                  <a:lnTo>
                    <a:pt x="11591" y="9721"/>
                  </a:lnTo>
                  <a:lnTo>
                    <a:pt x="11628" y="9684"/>
                  </a:lnTo>
                  <a:lnTo>
                    <a:pt x="11812" y="9427"/>
                  </a:lnTo>
                  <a:lnTo>
                    <a:pt x="11958" y="9171"/>
                  </a:lnTo>
                  <a:lnTo>
                    <a:pt x="12105" y="8914"/>
                  </a:lnTo>
                  <a:lnTo>
                    <a:pt x="12178" y="8657"/>
                  </a:lnTo>
                  <a:lnTo>
                    <a:pt x="12325" y="9024"/>
                  </a:lnTo>
                  <a:lnTo>
                    <a:pt x="12472" y="9427"/>
                  </a:lnTo>
                  <a:lnTo>
                    <a:pt x="12068" y="10088"/>
                  </a:lnTo>
                  <a:lnTo>
                    <a:pt x="11995" y="10088"/>
                  </a:lnTo>
                  <a:lnTo>
                    <a:pt x="11922" y="10271"/>
                  </a:lnTo>
                  <a:lnTo>
                    <a:pt x="11848" y="10418"/>
                  </a:lnTo>
                  <a:lnTo>
                    <a:pt x="11848" y="10491"/>
                  </a:lnTo>
                  <a:lnTo>
                    <a:pt x="11848" y="10528"/>
                  </a:lnTo>
                  <a:lnTo>
                    <a:pt x="11922" y="10601"/>
                  </a:lnTo>
                  <a:lnTo>
                    <a:pt x="12068" y="10601"/>
                  </a:lnTo>
                  <a:lnTo>
                    <a:pt x="12142" y="10564"/>
                  </a:lnTo>
                  <a:lnTo>
                    <a:pt x="12362" y="10198"/>
                  </a:lnTo>
                  <a:lnTo>
                    <a:pt x="12582" y="9831"/>
                  </a:lnTo>
                  <a:lnTo>
                    <a:pt x="12692" y="10454"/>
                  </a:lnTo>
                  <a:lnTo>
                    <a:pt x="12509" y="10638"/>
                  </a:lnTo>
                  <a:lnTo>
                    <a:pt x="12362" y="10858"/>
                  </a:lnTo>
                  <a:lnTo>
                    <a:pt x="12215" y="11078"/>
                  </a:lnTo>
                  <a:lnTo>
                    <a:pt x="12178" y="11225"/>
                  </a:lnTo>
                  <a:lnTo>
                    <a:pt x="12178" y="11371"/>
                  </a:lnTo>
                  <a:lnTo>
                    <a:pt x="12215" y="11408"/>
                  </a:lnTo>
                  <a:lnTo>
                    <a:pt x="12252" y="11408"/>
                  </a:lnTo>
                  <a:lnTo>
                    <a:pt x="12362" y="11371"/>
                  </a:lnTo>
                  <a:lnTo>
                    <a:pt x="12472" y="11298"/>
                  </a:lnTo>
                  <a:lnTo>
                    <a:pt x="12582" y="11078"/>
                  </a:lnTo>
                  <a:lnTo>
                    <a:pt x="12692" y="10858"/>
                  </a:lnTo>
                  <a:lnTo>
                    <a:pt x="12729" y="11188"/>
                  </a:lnTo>
                  <a:lnTo>
                    <a:pt x="12655" y="11775"/>
                  </a:lnTo>
                  <a:lnTo>
                    <a:pt x="12509" y="11922"/>
                  </a:lnTo>
                  <a:lnTo>
                    <a:pt x="12362" y="12068"/>
                  </a:lnTo>
                  <a:lnTo>
                    <a:pt x="12325" y="12215"/>
                  </a:lnTo>
                  <a:lnTo>
                    <a:pt x="12325" y="12288"/>
                  </a:lnTo>
                  <a:lnTo>
                    <a:pt x="12362" y="12362"/>
                  </a:lnTo>
                  <a:lnTo>
                    <a:pt x="12435" y="12398"/>
                  </a:lnTo>
                  <a:lnTo>
                    <a:pt x="12472" y="12398"/>
                  </a:lnTo>
                  <a:lnTo>
                    <a:pt x="12619" y="12288"/>
                  </a:lnTo>
                  <a:lnTo>
                    <a:pt x="12655" y="12655"/>
                  </a:lnTo>
                  <a:lnTo>
                    <a:pt x="12692" y="12692"/>
                  </a:lnTo>
                  <a:lnTo>
                    <a:pt x="12729" y="12655"/>
                  </a:lnTo>
                  <a:lnTo>
                    <a:pt x="12802" y="12545"/>
                  </a:lnTo>
                  <a:lnTo>
                    <a:pt x="12912" y="12398"/>
                  </a:lnTo>
                  <a:lnTo>
                    <a:pt x="13022" y="12068"/>
                  </a:lnTo>
                  <a:lnTo>
                    <a:pt x="13095" y="11738"/>
                  </a:lnTo>
                  <a:lnTo>
                    <a:pt x="13132" y="11408"/>
                  </a:lnTo>
                  <a:lnTo>
                    <a:pt x="13132" y="11005"/>
                  </a:lnTo>
                  <a:lnTo>
                    <a:pt x="13132" y="10638"/>
                  </a:lnTo>
                  <a:lnTo>
                    <a:pt x="13095" y="10234"/>
                  </a:lnTo>
                  <a:lnTo>
                    <a:pt x="13022" y="9867"/>
                  </a:lnTo>
                  <a:lnTo>
                    <a:pt x="12949" y="9464"/>
                  </a:lnTo>
                  <a:lnTo>
                    <a:pt x="12839" y="9060"/>
                  </a:lnTo>
                  <a:lnTo>
                    <a:pt x="12692" y="8694"/>
                  </a:lnTo>
                  <a:lnTo>
                    <a:pt x="12545" y="8327"/>
                  </a:lnTo>
                  <a:lnTo>
                    <a:pt x="12325" y="7960"/>
                  </a:lnTo>
                  <a:lnTo>
                    <a:pt x="12142" y="7630"/>
                  </a:lnTo>
                  <a:lnTo>
                    <a:pt x="11885" y="7300"/>
                  </a:lnTo>
                  <a:lnTo>
                    <a:pt x="11628" y="6970"/>
                  </a:lnTo>
                  <a:lnTo>
                    <a:pt x="11335" y="6640"/>
                  </a:lnTo>
                  <a:lnTo>
                    <a:pt x="11041" y="6346"/>
                  </a:lnTo>
                  <a:lnTo>
                    <a:pt x="10344" y="5759"/>
                  </a:lnTo>
                  <a:lnTo>
                    <a:pt x="9647" y="5246"/>
                  </a:lnTo>
                  <a:lnTo>
                    <a:pt x="8914" y="4732"/>
                  </a:lnTo>
                  <a:lnTo>
                    <a:pt x="8987" y="4439"/>
                  </a:lnTo>
                  <a:lnTo>
                    <a:pt x="9024" y="4182"/>
                  </a:lnTo>
                  <a:lnTo>
                    <a:pt x="9060" y="3558"/>
                  </a:lnTo>
                  <a:lnTo>
                    <a:pt x="9097" y="2898"/>
                  </a:lnTo>
                  <a:lnTo>
                    <a:pt x="9281" y="220"/>
                  </a:lnTo>
                  <a:lnTo>
                    <a:pt x="9244" y="110"/>
                  </a:lnTo>
                  <a:lnTo>
                    <a:pt x="9207" y="37"/>
                  </a:lnTo>
                  <a:lnTo>
                    <a:pt x="9097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3" name="Google Shape;301;p5">
              <a:extLst>
                <a:ext uri="{FF2B5EF4-FFF2-40B4-BE49-F238E27FC236}">
                  <a16:creationId xmlns:a16="http://schemas.microsoft.com/office/drawing/2014/main" id="{A97B9F76-D900-4500-9B8F-D47666816C63}"/>
                </a:ext>
              </a:extLst>
            </p:cNvPr>
            <p:cNvSpPr/>
            <p:nvPr/>
          </p:nvSpPr>
          <p:spPr>
            <a:xfrm>
              <a:off x="6537275" y="2750650"/>
              <a:ext cx="459450" cy="475050"/>
            </a:xfrm>
            <a:custGeom>
              <a:avLst/>
              <a:gdLst/>
              <a:ahLst/>
              <a:cxnLst/>
              <a:rect l="l" t="t" r="r" b="b"/>
              <a:pathLst>
                <a:path w="18378" h="19002" extrusionOk="0">
                  <a:moveTo>
                    <a:pt x="13793" y="5429"/>
                  </a:moveTo>
                  <a:lnTo>
                    <a:pt x="13682" y="5466"/>
                  </a:lnTo>
                  <a:lnTo>
                    <a:pt x="13572" y="5502"/>
                  </a:lnTo>
                  <a:lnTo>
                    <a:pt x="13499" y="5576"/>
                  </a:lnTo>
                  <a:lnTo>
                    <a:pt x="13352" y="5759"/>
                  </a:lnTo>
                  <a:lnTo>
                    <a:pt x="13352" y="5869"/>
                  </a:lnTo>
                  <a:lnTo>
                    <a:pt x="13352" y="5979"/>
                  </a:lnTo>
                  <a:lnTo>
                    <a:pt x="13389" y="6016"/>
                  </a:lnTo>
                  <a:lnTo>
                    <a:pt x="13426" y="6053"/>
                  </a:lnTo>
                  <a:lnTo>
                    <a:pt x="13499" y="6053"/>
                  </a:lnTo>
                  <a:lnTo>
                    <a:pt x="13572" y="5979"/>
                  </a:lnTo>
                  <a:lnTo>
                    <a:pt x="13646" y="5943"/>
                  </a:lnTo>
                  <a:lnTo>
                    <a:pt x="13719" y="5796"/>
                  </a:lnTo>
                  <a:lnTo>
                    <a:pt x="13829" y="5649"/>
                  </a:lnTo>
                  <a:lnTo>
                    <a:pt x="13903" y="5502"/>
                  </a:lnTo>
                  <a:lnTo>
                    <a:pt x="13903" y="5466"/>
                  </a:lnTo>
                  <a:lnTo>
                    <a:pt x="13903" y="5429"/>
                  </a:lnTo>
                  <a:close/>
                  <a:moveTo>
                    <a:pt x="13242" y="6089"/>
                  </a:moveTo>
                  <a:lnTo>
                    <a:pt x="13169" y="6126"/>
                  </a:lnTo>
                  <a:lnTo>
                    <a:pt x="13022" y="6309"/>
                  </a:lnTo>
                  <a:lnTo>
                    <a:pt x="12912" y="6493"/>
                  </a:lnTo>
                  <a:lnTo>
                    <a:pt x="12875" y="6529"/>
                  </a:lnTo>
                  <a:lnTo>
                    <a:pt x="12875" y="6603"/>
                  </a:lnTo>
                  <a:lnTo>
                    <a:pt x="12949" y="6676"/>
                  </a:lnTo>
                  <a:lnTo>
                    <a:pt x="13022" y="6713"/>
                  </a:lnTo>
                  <a:lnTo>
                    <a:pt x="13096" y="6676"/>
                  </a:lnTo>
                  <a:lnTo>
                    <a:pt x="13132" y="6639"/>
                  </a:lnTo>
                  <a:lnTo>
                    <a:pt x="13242" y="6456"/>
                  </a:lnTo>
                  <a:lnTo>
                    <a:pt x="13352" y="6273"/>
                  </a:lnTo>
                  <a:lnTo>
                    <a:pt x="13389" y="6199"/>
                  </a:lnTo>
                  <a:lnTo>
                    <a:pt x="13316" y="6126"/>
                  </a:lnTo>
                  <a:lnTo>
                    <a:pt x="13242" y="6089"/>
                  </a:lnTo>
                  <a:close/>
                  <a:moveTo>
                    <a:pt x="17241" y="6419"/>
                  </a:moveTo>
                  <a:lnTo>
                    <a:pt x="17534" y="6713"/>
                  </a:lnTo>
                  <a:lnTo>
                    <a:pt x="17497" y="6713"/>
                  </a:lnTo>
                  <a:lnTo>
                    <a:pt x="17387" y="6823"/>
                  </a:lnTo>
                  <a:lnTo>
                    <a:pt x="17351" y="6676"/>
                  </a:lnTo>
                  <a:lnTo>
                    <a:pt x="17241" y="6419"/>
                  </a:lnTo>
                  <a:close/>
                  <a:moveTo>
                    <a:pt x="12692" y="6786"/>
                  </a:moveTo>
                  <a:lnTo>
                    <a:pt x="12582" y="6860"/>
                  </a:lnTo>
                  <a:lnTo>
                    <a:pt x="12435" y="6970"/>
                  </a:lnTo>
                  <a:lnTo>
                    <a:pt x="12399" y="7116"/>
                  </a:lnTo>
                  <a:lnTo>
                    <a:pt x="12362" y="7190"/>
                  </a:lnTo>
                  <a:lnTo>
                    <a:pt x="12399" y="7226"/>
                  </a:lnTo>
                  <a:lnTo>
                    <a:pt x="12472" y="7300"/>
                  </a:lnTo>
                  <a:lnTo>
                    <a:pt x="12582" y="7300"/>
                  </a:lnTo>
                  <a:lnTo>
                    <a:pt x="12619" y="7263"/>
                  </a:lnTo>
                  <a:lnTo>
                    <a:pt x="12655" y="7190"/>
                  </a:lnTo>
                  <a:lnTo>
                    <a:pt x="12729" y="7043"/>
                  </a:lnTo>
                  <a:lnTo>
                    <a:pt x="12802" y="7006"/>
                  </a:lnTo>
                  <a:lnTo>
                    <a:pt x="12839" y="6933"/>
                  </a:lnTo>
                  <a:lnTo>
                    <a:pt x="12875" y="6860"/>
                  </a:lnTo>
                  <a:lnTo>
                    <a:pt x="12875" y="6823"/>
                  </a:lnTo>
                  <a:lnTo>
                    <a:pt x="12839" y="6823"/>
                  </a:lnTo>
                  <a:lnTo>
                    <a:pt x="12765" y="6786"/>
                  </a:lnTo>
                  <a:close/>
                  <a:moveTo>
                    <a:pt x="17571" y="6750"/>
                  </a:moveTo>
                  <a:lnTo>
                    <a:pt x="17828" y="7043"/>
                  </a:lnTo>
                  <a:lnTo>
                    <a:pt x="18048" y="7373"/>
                  </a:lnTo>
                  <a:lnTo>
                    <a:pt x="17828" y="7593"/>
                  </a:lnTo>
                  <a:lnTo>
                    <a:pt x="17828" y="7520"/>
                  </a:lnTo>
                  <a:lnTo>
                    <a:pt x="17864" y="7336"/>
                  </a:lnTo>
                  <a:lnTo>
                    <a:pt x="17828" y="7116"/>
                  </a:lnTo>
                  <a:lnTo>
                    <a:pt x="17828" y="7080"/>
                  </a:lnTo>
                  <a:lnTo>
                    <a:pt x="17754" y="7006"/>
                  </a:lnTo>
                  <a:lnTo>
                    <a:pt x="17681" y="7006"/>
                  </a:lnTo>
                  <a:lnTo>
                    <a:pt x="17644" y="7043"/>
                  </a:lnTo>
                  <a:lnTo>
                    <a:pt x="17681" y="7080"/>
                  </a:lnTo>
                  <a:lnTo>
                    <a:pt x="17644" y="7226"/>
                  </a:lnTo>
                  <a:lnTo>
                    <a:pt x="17607" y="7446"/>
                  </a:lnTo>
                  <a:lnTo>
                    <a:pt x="17534" y="7667"/>
                  </a:lnTo>
                  <a:lnTo>
                    <a:pt x="17534" y="7887"/>
                  </a:lnTo>
                  <a:lnTo>
                    <a:pt x="17534" y="7960"/>
                  </a:lnTo>
                  <a:lnTo>
                    <a:pt x="17131" y="8584"/>
                  </a:lnTo>
                  <a:lnTo>
                    <a:pt x="17167" y="8217"/>
                  </a:lnTo>
                  <a:lnTo>
                    <a:pt x="17241" y="7850"/>
                  </a:lnTo>
                  <a:lnTo>
                    <a:pt x="17387" y="7630"/>
                  </a:lnTo>
                  <a:lnTo>
                    <a:pt x="17387" y="7593"/>
                  </a:lnTo>
                  <a:lnTo>
                    <a:pt x="17387" y="7520"/>
                  </a:lnTo>
                  <a:lnTo>
                    <a:pt x="17461" y="7483"/>
                  </a:lnTo>
                  <a:lnTo>
                    <a:pt x="17497" y="7446"/>
                  </a:lnTo>
                  <a:lnTo>
                    <a:pt x="17534" y="7373"/>
                  </a:lnTo>
                  <a:lnTo>
                    <a:pt x="17534" y="7263"/>
                  </a:lnTo>
                  <a:lnTo>
                    <a:pt x="17497" y="7080"/>
                  </a:lnTo>
                  <a:lnTo>
                    <a:pt x="17571" y="6750"/>
                  </a:lnTo>
                  <a:close/>
                  <a:moveTo>
                    <a:pt x="16874" y="8840"/>
                  </a:moveTo>
                  <a:lnTo>
                    <a:pt x="16947" y="8877"/>
                  </a:lnTo>
                  <a:lnTo>
                    <a:pt x="16874" y="8950"/>
                  </a:lnTo>
                  <a:lnTo>
                    <a:pt x="16874" y="8877"/>
                  </a:lnTo>
                  <a:lnTo>
                    <a:pt x="16874" y="8840"/>
                  </a:lnTo>
                  <a:close/>
                  <a:moveTo>
                    <a:pt x="11445" y="8584"/>
                  </a:moveTo>
                  <a:lnTo>
                    <a:pt x="11408" y="8620"/>
                  </a:lnTo>
                  <a:lnTo>
                    <a:pt x="11298" y="8657"/>
                  </a:lnTo>
                  <a:lnTo>
                    <a:pt x="11188" y="8804"/>
                  </a:lnTo>
                  <a:lnTo>
                    <a:pt x="11188" y="8840"/>
                  </a:lnTo>
                  <a:lnTo>
                    <a:pt x="11188" y="8914"/>
                  </a:lnTo>
                  <a:lnTo>
                    <a:pt x="11188" y="8987"/>
                  </a:lnTo>
                  <a:lnTo>
                    <a:pt x="11225" y="9024"/>
                  </a:lnTo>
                  <a:lnTo>
                    <a:pt x="11408" y="9024"/>
                  </a:lnTo>
                  <a:lnTo>
                    <a:pt x="11445" y="8987"/>
                  </a:lnTo>
                  <a:lnTo>
                    <a:pt x="11555" y="8804"/>
                  </a:lnTo>
                  <a:lnTo>
                    <a:pt x="11555" y="8730"/>
                  </a:lnTo>
                  <a:lnTo>
                    <a:pt x="11555" y="8657"/>
                  </a:lnTo>
                  <a:lnTo>
                    <a:pt x="11518" y="8620"/>
                  </a:lnTo>
                  <a:lnTo>
                    <a:pt x="11445" y="8584"/>
                  </a:lnTo>
                  <a:close/>
                  <a:moveTo>
                    <a:pt x="16580" y="8804"/>
                  </a:moveTo>
                  <a:lnTo>
                    <a:pt x="16580" y="8877"/>
                  </a:lnTo>
                  <a:lnTo>
                    <a:pt x="16580" y="9060"/>
                  </a:lnTo>
                  <a:lnTo>
                    <a:pt x="16617" y="9170"/>
                  </a:lnTo>
                  <a:lnTo>
                    <a:pt x="16654" y="9244"/>
                  </a:lnTo>
                  <a:lnTo>
                    <a:pt x="16397" y="9611"/>
                  </a:lnTo>
                  <a:lnTo>
                    <a:pt x="16360" y="9391"/>
                  </a:lnTo>
                  <a:lnTo>
                    <a:pt x="16324" y="9170"/>
                  </a:lnTo>
                  <a:lnTo>
                    <a:pt x="16324" y="9097"/>
                  </a:lnTo>
                  <a:lnTo>
                    <a:pt x="16580" y="8804"/>
                  </a:lnTo>
                  <a:close/>
                  <a:moveTo>
                    <a:pt x="16067" y="9391"/>
                  </a:moveTo>
                  <a:lnTo>
                    <a:pt x="16067" y="9684"/>
                  </a:lnTo>
                  <a:lnTo>
                    <a:pt x="16103" y="9794"/>
                  </a:lnTo>
                  <a:lnTo>
                    <a:pt x="16177" y="9941"/>
                  </a:lnTo>
                  <a:lnTo>
                    <a:pt x="15993" y="10161"/>
                  </a:lnTo>
                  <a:lnTo>
                    <a:pt x="15920" y="10308"/>
                  </a:lnTo>
                  <a:lnTo>
                    <a:pt x="15957" y="9867"/>
                  </a:lnTo>
                  <a:lnTo>
                    <a:pt x="15920" y="9794"/>
                  </a:lnTo>
                  <a:lnTo>
                    <a:pt x="15847" y="9757"/>
                  </a:lnTo>
                  <a:lnTo>
                    <a:pt x="15810" y="9721"/>
                  </a:lnTo>
                  <a:lnTo>
                    <a:pt x="16067" y="9391"/>
                  </a:lnTo>
                  <a:close/>
                  <a:moveTo>
                    <a:pt x="9611" y="2348"/>
                  </a:moveTo>
                  <a:lnTo>
                    <a:pt x="9574" y="2421"/>
                  </a:lnTo>
                  <a:lnTo>
                    <a:pt x="9134" y="2861"/>
                  </a:lnTo>
                  <a:lnTo>
                    <a:pt x="8767" y="3375"/>
                  </a:lnTo>
                  <a:lnTo>
                    <a:pt x="7997" y="4365"/>
                  </a:lnTo>
                  <a:lnTo>
                    <a:pt x="7630" y="4879"/>
                  </a:lnTo>
                  <a:lnTo>
                    <a:pt x="7227" y="5356"/>
                  </a:lnTo>
                  <a:lnTo>
                    <a:pt x="6823" y="5832"/>
                  </a:lnTo>
                  <a:lnTo>
                    <a:pt x="6346" y="6273"/>
                  </a:lnTo>
                  <a:lnTo>
                    <a:pt x="6273" y="6346"/>
                  </a:lnTo>
                  <a:lnTo>
                    <a:pt x="6273" y="6456"/>
                  </a:lnTo>
                  <a:lnTo>
                    <a:pt x="6236" y="6456"/>
                  </a:lnTo>
                  <a:lnTo>
                    <a:pt x="6163" y="6493"/>
                  </a:lnTo>
                  <a:lnTo>
                    <a:pt x="6163" y="6566"/>
                  </a:lnTo>
                  <a:lnTo>
                    <a:pt x="6199" y="6603"/>
                  </a:lnTo>
                  <a:lnTo>
                    <a:pt x="6309" y="6786"/>
                  </a:lnTo>
                  <a:lnTo>
                    <a:pt x="6493" y="6970"/>
                  </a:lnTo>
                  <a:lnTo>
                    <a:pt x="6823" y="7263"/>
                  </a:lnTo>
                  <a:lnTo>
                    <a:pt x="7593" y="7813"/>
                  </a:lnTo>
                  <a:lnTo>
                    <a:pt x="8437" y="8363"/>
                  </a:lnTo>
                  <a:lnTo>
                    <a:pt x="8620" y="8510"/>
                  </a:lnTo>
                  <a:lnTo>
                    <a:pt x="8767" y="8694"/>
                  </a:lnTo>
                  <a:lnTo>
                    <a:pt x="9061" y="9060"/>
                  </a:lnTo>
                  <a:lnTo>
                    <a:pt x="9207" y="9207"/>
                  </a:lnTo>
                  <a:lnTo>
                    <a:pt x="9391" y="9354"/>
                  </a:lnTo>
                  <a:lnTo>
                    <a:pt x="9758" y="9574"/>
                  </a:lnTo>
                  <a:lnTo>
                    <a:pt x="10638" y="10161"/>
                  </a:lnTo>
                  <a:lnTo>
                    <a:pt x="11482" y="10784"/>
                  </a:lnTo>
                  <a:lnTo>
                    <a:pt x="12289" y="11408"/>
                  </a:lnTo>
                  <a:lnTo>
                    <a:pt x="12362" y="11445"/>
                  </a:lnTo>
                  <a:lnTo>
                    <a:pt x="12472" y="11445"/>
                  </a:lnTo>
                  <a:lnTo>
                    <a:pt x="12545" y="11408"/>
                  </a:lnTo>
                  <a:lnTo>
                    <a:pt x="12582" y="11371"/>
                  </a:lnTo>
                  <a:lnTo>
                    <a:pt x="12619" y="11298"/>
                  </a:lnTo>
                  <a:lnTo>
                    <a:pt x="12655" y="11188"/>
                  </a:lnTo>
                  <a:lnTo>
                    <a:pt x="12619" y="11115"/>
                  </a:lnTo>
                  <a:lnTo>
                    <a:pt x="12545" y="11041"/>
                  </a:lnTo>
                  <a:lnTo>
                    <a:pt x="11775" y="10418"/>
                  </a:lnTo>
                  <a:lnTo>
                    <a:pt x="11812" y="10381"/>
                  </a:lnTo>
                  <a:lnTo>
                    <a:pt x="11922" y="10198"/>
                  </a:lnTo>
                  <a:lnTo>
                    <a:pt x="11995" y="10014"/>
                  </a:lnTo>
                  <a:lnTo>
                    <a:pt x="11995" y="9941"/>
                  </a:lnTo>
                  <a:lnTo>
                    <a:pt x="11958" y="9904"/>
                  </a:lnTo>
                  <a:lnTo>
                    <a:pt x="11885" y="9904"/>
                  </a:lnTo>
                  <a:lnTo>
                    <a:pt x="11738" y="10051"/>
                  </a:lnTo>
                  <a:lnTo>
                    <a:pt x="11592" y="10234"/>
                  </a:lnTo>
                  <a:lnTo>
                    <a:pt x="11555" y="10271"/>
                  </a:lnTo>
                  <a:lnTo>
                    <a:pt x="11005" y="9867"/>
                  </a:lnTo>
                  <a:lnTo>
                    <a:pt x="10821" y="9757"/>
                  </a:lnTo>
                  <a:lnTo>
                    <a:pt x="10858" y="9684"/>
                  </a:lnTo>
                  <a:lnTo>
                    <a:pt x="10895" y="9611"/>
                  </a:lnTo>
                  <a:lnTo>
                    <a:pt x="11041" y="9464"/>
                  </a:lnTo>
                  <a:lnTo>
                    <a:pt x="11078" y="9427"/>
                  </a:lnTo>
                  <a:lnTo>
                    <a:pt x="11078" y="9354"/>
                  </a:lnTo>
                  <a:lnTo>
                    <a:pt x="11078" y="9317"/>
                  </a:lnTo>
                  <a:lnTo>
                    <a:pt x="11005" y="9281"/>
                  </a:lnTo>
                  <a:lnTo>
                    <a:pt x="10968" y="9317"/>
                  </a:lnTo>
                  <a:lnTo>
                    <a:pt x="10895" y="9281"/>
                  </a:lnTo>
                  <a:lnTo>
                    <a:pt x="10821" y="9317"/>
                  </a:lnTo>
                  <a:lnTo>
                    <a:pt x="10711" y="9427"/>
                  </a:lnTo>
                  <a:lnTo>
                    <a:pt x="10601" y="9574"/>
                  </a:lnTo>
                  <a:lnTo>
                    <a:pt x="10124" y="9281"/>
                  </a:lnTo>
                  <a:lnTo>
                    <a:pt x="10051" y="9207"/>
                  </a:lnTo>
                  <a:lnTo>
                    <a:pt x="10234" y="8914"/>
                  </a:lnTo>
                  <a:lnTo>
                    <a:pt x="10234" y="8840"/>
                  </a:lnTo>
                  <a:lnTo>
                    <a:pt x="10234" y="8804"/>
                  </a:lnTo>
                  <a:lnTo>
                    <a:pt x="10198" y="8730"/>
                  </a:lnTo>
                  <a:lnTo>
                    <a:pt x="10088" y="8694"/>
                  </a:lnTo>
                  <a:lnTo>
                    <a:pt x="10051" y="8730"/>
                  </a:lnTo>
                  <a:lnTo>
                    <a:pt x="10014" y="8767"/>
                  </a:lnTo>
                  <a:lnTo>
                    <a:pt x="9758" y="9060"/>
                  </a:lnTo>
                  <a:lnTo>
                    <a:pt x="9537" y="8877"/>
                  </a:lnTo>
                  <a:lnTo>
                    <a:pt x="9354" y="8694"/>
                  </a:lnTo>
                  <a:lnTo>
                    <a:pt x="9134" y="8437"/>
                  </a:lnTo>
                  <a:lnTo>
                    <a:pt x="9207" y="8327"/>
                  </a:lnTo>
                  <a:lnTo>
                    <a:pt x="9281" y="8217"/>
                  </a:lnTo>
                  <a:lnTo>
                    <a:pt x="9354" y="7960"/>
                  </a:lnTo>
                  <a:lnTo>
                    <a:pt x="9354" y="7887"/>
                  </a:lnTo>
                  <a:lnTo>
                    <a:pt x="9317" y="7850"/>
                  </a:lnTo>
                  <a:lnTo>
                    <a:pt x="9244" y="7850"/>
                  </a:lnTo>
                  <a:lnTo>
                    <a:pt x="9171" y="7887"/>
                  </a:lnTo>
                  <a:lnTo>
                    <a:pt x="8987" y="8107"/>
                  </a:lnTo>
                  <a:lnTo>
                    <a:pt x="8951" y="8180"/>
                  </a:lnTo>
                  <a:lnTo>
                    <a:pt x="8767" y="8033"/>
                  </a:lnTo>
                  <a:lnTo>
                    <a:pt x="8327" y="7740"/>
                  </a:lnTo>
                  <a:lnTo>
                    <a:pt x="8364" y="7446"/>
                  </a:lnTo>
                  <a:lnTo>
                    <a:pt x="8364" y="7410"/>
                  </a:lnTo>
                  <a:lnTo>
                    <a:pt x="8327" y="7336"/>
                  </a:lnTo>
                  <a:lnTo>
                    <a:pt x="8290" y="7300"/>
                  </a:lnTo>
                  <a:lnTo>
                    <a:pt x="8180" y="7300"/>
                  </a:lnTo>
                  <a:lnTo>
                    <a:pt x="8107" y="7336"/>
                  </a:lnTo>
                  <a:lnTo>
                    <a:pt x="8070" y="7446"/>
                  </a:lnTo>
                  <a:lnTo>
                    <a:pt x="8034" y="7556"/>
                  </a:lnTo>
                  <a:lnTo>
                    <a:pt x="7960" y="7520"/>
                  </a:lnTo>
                  <a:lnTo>
                    <a:pt x="7410" y="7116"/>
                  </a:lnTo>
                  <a:lnTo>
                    <a:pt x="7447" y="7080"/>
                  </a:lnTo>
                  <a:lnTo>
                    <a:pt x="7520" y="6970"/>
                  </a:lnTo>
                  <a:lnTo>
                    <a:pt x="7520" y="6896"/>
                  </a:lnTo>
                  <a:lnTo>
                    <a:pt x="7520" y="6860"/>
                  </a:lnTo>
                  <a:lnTo>
                    <a:pt x="7557" y="6750"/>
                  </a:lnTo>
                  <a:lnTo>
                    <a:pt x="7520" y="6713"/>
                  </a:lnTo>
                  <a:lnTo>
                    <a:pt x="7483" y="6713"/>
                  </a:lnTo>
                  <a:lnTo>
                    <a:pt x="7410" y="6750"/>
                  </a:lnTo>
                  <a:lnTo>
                    <a:pt x="7337" y="6750"/>
                  </a:lnTo>
                  <a:lnTo>
                    <a:pt x="7227" y="6823"/>
                  </a:lnTo>
                  <a:lnTo>
                    <a:pt x="7116" y="6896"/>
                  </a:lnTo>
                  <a:lnTo>
                    <a:pt x="6640" y="6639"/>
                  </a:lnTo>
                  <a:lnTo>
                    <a:pt x="6640" y="6603"/>
                  </a:lnTo>
                  <a:lnTo>
                    <a:pt x="7116" y="6163"/>
                  </a:lnTo>
                  <a:lnTo>
                    <a:pt x="7557" y="5649"/>
                  </a:lnTo>
                  <a:lnTo>
                    <a:pt x="7593" y="5722"/>
                  </a:lnTo>
                  <a:lnTo>
                    <a:pt x="7630" y="5759"/>
                  </a:lnTo>
                  <a:lnTo>
                    <a:pt x="7740" y="5759"/>
                  </a:lnTo>
                  <a:lnTo>
                    <a:pt x="8034" y="5576"/>
                  </a:lnTo>
                  <a:lnTo>
                    <a:pt x="8327" y="5392"/>
                  </a:lnTo>
                  <a:lnTo>
                    <a:pt x="8620" y="5209"/>
                  </a:lnTo>
                  <a:lnTo>
                    <a:pt x="8914" y="5025"/>
                  </a:lnTo>
                  <a:lnTo>
                    <a:pt x="9244" y="4879"/>
                  </a:lnTo>
                  <a:lnTo>
                    <a:pt x="9574" y="4732"/>
                  </a:lnTo>
                  <a:lnTo>
                    <a:pt x="9941" y="4659"/>
                  </a:lnTo>
                  <a:lnTo>
                    <a:pt x="10308" y="4622"/>
                  </a:lnTo>
                  <a:lnTo>
                    <a:pt x="10491" y="4622"/>
                  </a:lnTo>
                  <a:lnTo>
                    <a:pt x="10675" y="4659"/>
                  </a:lnTo>
                  <a:lnTo>
                    <a:pt x="10821" y="4732"/>
                  </a:lnTo>
                  <a:lnTo>
                    <a:pt x="10931" y="4842"/>
                  </a:lnTo>
                  <a:lnTo>
                    <a:pt x="11041" y="4989"/>
                  </a:lnTo>
                  <a:lnTo>
                    <a:pt x="11078" y="5136"/>
                  </a:lnTo>
                  <a:lnTo>
                    <a:pt x="11151" y="5502"/>
                  </a:lnTo>
                  <a:lnTo>
                    <a:pt x="11151" y="5906"/>
                  </a:lnTo>
                  <a:lnTo>
                    <a:pt x="11151" y="6309"/>
                  </a:lnTo>
                  <a:lnTo>
                    <a:pt x="11151" y="6676"/>
                  </a:lnTo>
                  <a:lnTo>
                    <a:pt x="11188" y="7006"/>
                  </a:lnTo>
                  <a:lnTo>
                    <a:pt x="11261" y="7373"/>
                  </a:lnTo>
                  <a:lnTo>
                    <a:pt x="11445" y="7703"/>
                  </a:lnTo>
                  <a:lnTo>
                    <a:pt x="11408" y="7813"/>
                  </a:lnTo>
                  <a:lnTo>
                    <a:pt x="11372" y="7923"/>
                  </a:lnTo>
                  <a:lnTo>
                    <a:pt x="11372" y="8033"/>
                  </a:lnTo>
                  <a:lnTo>
                    <a:pt x="11372" y="8143"/>
                  </a:lnTo>
                  <a:lnTo>
                    <a:pt x="11445" y="8253"/>
                  </a:lnTo>
                  <a:lnTo>
                    <a:pt x="11482" y="8327"/>
                  </a:lnTo>
                  <a:lnTo>
                    <a:pt x="11592" y="8400"/>
                  </a:lnTo>
                  <a:lnTo>
                    <a:pt x="11665" y="8474"/>
                  </a:lnTo>
                  <a:lnTo>
                    <a:pt x="11775" y="8510"/>
                  </a:lnTo>
                  <a:lnTo>
                    <a:pt x="12105" y="8510"/>
                  </a:lnTo>
                  <a:lnTo>
                    <a:pt x="12435" y="8694"/>
                  </a:lnTo>
                  <a:lnTo>
                    <a:pt x="12765" y="8840"/>
                  </a:lnTo>
                  <a:lnTo>
                    <a:pt x="13022" y="8877"/>
                  </a:lnTo>
                  <a:lnTo>
                    <a:pt x="13316" y="8877"/>
                  </a:lnTo>
                  <a:lnTo>
                    <a:pt x="13646" y="8804"/>
                  </a:lnTo>
                  <a:lnTo>
                    <a:pt x="13939" y="8694"/>
                  </a:lnTo>
                  <a:lnTo>
                    <a:pt x="14233" y="8584"/>
                  </a:lnTo>
                  <a:lnTo>
                    <a:pt x="14489" y="8400"/>
                  </a:lnTo>
                  <a:lnTo>
                    <a:pt x="14746" y="8217"/>
                  </a:lnTo>
                  <a:lnTo>
                    <a:pt x="14930" y="8033"/>
                  </a:lnTo>
                  <a:lnTo>
                    <a:pt x="14966" y="7997"/>
                  </a:lnTo>
                  <a:lnTo>
                    <a:pt x="14966" y="7923"/>
                  </a:lnTo>
                  <a:lnTo>
                    <a:pt x="14930" y="7813"/>
                  </a:lnTo>
                  <a:lnTo>
                    <a:pt x="14820" y="7777"/>
                  </a:lnTo>
                  <a:lnTo>
                    <a:pt x="14710" y="7777"/>
                  </a:lnTo>
                  <a:lnTo>
                    <a:pt x="14123" y="8143"/>
                  </a:lnTo>
                  <a:lnTo>
                    <a:pt x="13829" y="8290"/>
                  </a:lnTo>
                  <a:lnTo>
                    <a:pt x="13462" y="8400"/>
                  </a:lnTo>
                  <a:lnTo>
                    <a:pt x="13206" y="8474"/>
                  </a:lnTo>
                  <a:lnTo>
                    <a:pt x="12912" y="8437"/>
                  </a:lnTo>
                  <a:lnTo>
                    <a:pt x="12692" y="8363"/>
                  </a:lnTo>
                  <a:lnTo>
                    <a:pt x="12472" y="8217"/>
                  </a:lnTo>
                  <a:lnTo>
                    <a:pt x="12545" y="8107"/>
                  </a:lnTo>
                  <a:lnTo>
                    <a:pt x="12582" y="7960"/>
                  </a:lnTo>
                  <a:lnTo>
                    <a:pt x="12582" y="7850"/>
                  </a:lnTo>
                  <a:lnTo>
                    <a:pt x="12545" y="7777"/>
                  </a:lnTo>
                  <a:lnTo>
                    <a:pt x="12509" y="7740"/>
                  </a:lnTo>
                  <a:lnTo>
                    <a:pt x="12325" y="7630"/>
                  </a:lnTo>
                  <a:lnTo>
                    <a:pt x="12142" y="7520"/>
                  </a:lnTo>
                  <a:lnTo>
                    <a:pt x="11812" y="7520"/>
                  </a:lnTo>
                  <a:lnTo>
                    <a:pt x="11628" y="7116"/>
                  </a:lnTo>
                  <a:lnTo>
                    <a:pt x="11518" y="6713"/>
                  </a:lnTo>
                  <a:lnTo>
                    <a:pt x="11518" y="6346"/>
                  </a:lnTo>
                  <a:lnTo>
                    <a:pt x="11518" y="6016"/>
                  </a:lnTo>
                  <a:lnTo>
                    <a:pt x="11555" y="5649"/>
                  </a:lnTo>
                  <a:lnTo>
                    <a:pt x="11518" y="5282"/>
                  </a:lnTo>
                  <a:lnTo>
                    <a:pt x="11445" y="4989"/>
                  </a:lnTo>
                  <a:lnTo>
                    <a:pt x="11335" y="4732"/>
                  </a:lnTo>
                  <a:lnTo>
                    <a:pt x="11188" y="4549"/>
                  </a:lnTo>
                  <a:lnTo>
                    <a:pt x="11005" y="4402"/>
                  </a:lnTo>
                  <a:lnTo>
                    <a:pt x="10785" y="4329"/>
                  </a:lnTo>
                  <a:lnTo>
                    <a:pt x="10565" y="4255"/>
                  </a:lnTo>
                  <a:lnTo>
                    <a:pt x="10051" y="4255"/>
                  </a:lnTo>
                  <a:lnTo>
                    <a:pt x="9758" y="4292"/>
                  </a:lnTo>
                  <a:lnTo>
                    <a:pt x="9464" y="4365"/>
                  </a:lnTo>
                  <a:lnTo>
                    <a:pt x="8914" y="4585"/>
                  </a:lnTo>
                  <a:lnTo>
                    <a:pt x="8400" y="4879"/>
                  </a:lnTo>
                  <a:lnTo>
                    <a:pt x="7960" y="5209"/>
                  </a:lnTo>
                  <a:lnTo>
                    <a:pt x="8290" y="4769"/>
                  </a:lnTo>
                  <a:lnTo>
                    <a:pt x="9061" y="3742"/>
                  </a:lnTo>
                  <a:lnTo>
                    <a:pt x="9464" y="3191"/>
                  </a:lnTo>
                  <a:lnTo>
                    <a:pt x="9831" y="2641"/>
                  </a:lnTo>
                  <a:lnTo>
                    <a:pt x="9868" y="2568"/>
                  </a:lnTo>
                  <a:lnTo>
                    <a:pt x="9868" y="2531"/>
                  </a:lnTo>
                  <a:lnTo>
                    <a:pt x="9794" y="2421"/>
                  </a:lnTo>
                  <a:lnTo>
                    <a:pt x="9721" y="2384"/>
                  </a:lnTo>
                  <a:lnTo>
                    <a:pt x="9684" y="2348"/>
                  </a:lnTo>
                  <a:close/>
                  <a:moveTo>
                    <a:pt x="15663" y="9867"/>
                  </a:moveTo>
                  <a:lnTo>
                    <a:pt x="15700" y="9904"/>
                  </a:lnTo>
                  <a:lnTo>
                    <a:pt x="15627" y="10381"/>
                  </a:lnTo>
                  <a:lnTo>
                    <a:pt x="15663" y="10418"/>
                  </a:lnTo>
                  <a:lnTo>
                    <a:pt x="15663" y="10454"/>
                  </a:lnTo>
                  <a:lnTo>
                    <a:pt x="15773" y="10491"/>
                  </a:lnTo>
                  <a:lnTo>
                    <a:pt x="15443" y="10895"/>
                  </a:lnTo>
                  <a:lnTo>
                    <a:pt x="15443" y="10821"/>
                  </a:lnTo>
                  <a:lnTo>
                    <a:pt x="15333" y="10491"/>
                  </a:lnTo>
                  <a:lnTo>
                    <a:pt x="15296" y="10454"/>
                  </a:lnTo>
                  <a:lnTo>
                    <a:pt x="15260" y="10454"/>
                  </a:lnTo>
                  <a:lnTo>
                    <a:pt x="15223" y="10491"/>
                  </a:lnTo>
                  <a:lnTo>
                    <a:pt x="15223" y="10528"/>
                  </a:lnTo>
                  <a:lnTo>
                    <a:pt x="15186" y="10821"/>
                  </a:lnTo>
                  <a:lnTo>
                    <a:pt x="15186" y="11188"/>
                  </a:lnTo>
                  <a:lnTo>
                    <a:pt x="15223" y="11225"/>
                  </a:lnTo>
                  <a:lnTo>
                    <a:pt x="14746" y="11848"/>
                  </a:lnTo>
                  <a:lnTo>
                    <a:pt x="14746" y="11591"/>
                  </a:lnTo>
                  <a:lnTo>
                    <a:pt x="14746" y="11371"/>
                  </a:lnTo>
                  <a:lnTo>
                    <a:pt x="14746" y="11115"/>
                  </a:lnTo>
                  <a:lnTo>
                    <a:pt x="14710" y="11078"/>
                  </a:lnTo>
                  <a:lnTo>
                    <a:pt x="15333" y="10308"/>
                  </a:lnTo>
                  <a:lnTo>
                    <a:pt x="15663" y="9867"/>
                  </a:lnTo>
                  <a:close/>
                  <a:moveTo>
                    <a:pt x="14526" y="11298"/>
                  </a:moveTo>
                  <a:lnTo>
                    <a:pt x="14453" y="11555"/>
                  </a:lnTo>
                  <a:lnTo>
                    <a:pt x="14416" y="11775"/>
                  </a:lnTo>
                  <a:lnTo>
                    <a:pt x="14453" y="11885"/>
                  </a:lnTo>
                  <a:lnTo>
                    <a:pt x="14489" y="11958"/>
                  </a:lnTo>
                  <a:lnTo>
                    <a:pt x="14563" y="11995"/>
                  </a:lnTo>
                  <a:lnTo>
                    <a:pt x="14600" y="11995"/>
                  </a:lnTo>
                  <a:lnTo>
                    <a:pt x="14123" y="12619"/>
                  </a:lnTo>
                  <a:lnTo>
                    <a:pt x="14049" y="12655"/>
                  </a:lnTo>
                  <a:lnTo>
                    <a:pt x="14049" y="12362"/>
                  </a:lnTo>
                  <a:lnTo>
                    <a:pt x="14049" y="12142"/>
                  </a:lnTo>
                  <a:lnTo>
                    <a:pt x="14049" y="12032"/>
                  </a:lnTo>
                  <a:lnTo>
                    <a:pt x="14013" y="11922"/>
                  </a:lnTo>
                  <a:lnTo>
                    <a:pt x="14526" y="11298"/>
                  </a:lnTo>
                  <a:close/>
                  <a:moveTo>
                    <a:pt x="4806" y="7997"/>
                  </a:moveTo>
                  <a:lnTo>
                    <a:pt x="4769" y="8033"/>
                  </a:lnTo>
                  <a:lnTo>
                    <a:pt x="4769" y="8070"/>
                  </a:lnTo>
                  <a:lnTo>
                    <a:pt x="4952" y="8217"/>
                  </a:lnTo>
                  <a:lnTo>
                    <a:pt x="5099" y="8327"/>
                  </a:lnTo>
                  <a:lnTo>
                    <a:pt x="5576" y="8584"/>
                  </a:lnTo>
                  <a:lnTo>
                    <a:pt x="6126" y="8840"/>
                  </a:lnTo>
                  <a:lnTo>
                    <a:pt x="6640" y="9134"/>
                  </a:lnTo>
                  <a:lnTo>
                    <a:pt x="7116" y="9501"/>
                  </a:lnTo>
                  <a:lnTo>
                    <a:pt x="7557" y="9831"/>
                  </a:lnTo>
                  <a:lnTo>
                    <a:pt x="8437" y="10638"/>
                  </a:lnTo>
                  <a:lnTo>
                    <a:pt x="9244" y="11371"/>
                  </a:lnTo>
                  <a:lnTo>
                    <a:pt x="10088" y="12105"/>
                  </a:lnTo>
                  <a:lnTo>
                    <a:pt x="10344" y="12325"/>
                  </a:lnTo>
                  <a:lnTo>
                    <a:pt x="10748" y="12655"/>
                  </a:lnTo>
                  <a:lnTo>
                    <a:pt x="10931" y="12765"/>
                  </a:lnTo>
                  <a:lnTo>
                    <a:pt x="11115" y="12839"/>
                  </a:lnTo>
                  <a:lnTo>
                    <a:pt x="11225" y="12839"/>
                  </a:lnTo>
                  <a:lnTo>
                    <a:pt x="11298" y="12802"/>
                  </a:lnTo>
                  <a:lnTo>
                    <a:pt x="11335" y="12765"/>
                  </a:lnTo>
                  <a:lnTo>
                    <a:pt x="11372" y="12692"/>
                  </a:lnTo>
                  <a:lnTo>
                    <a:pt x="11372" y="12582"/>
                  </a:lnTo>
                  <a:lnTo>
                    <a:pt x="11335" y="12472"/>
                  </a:lnTo>
                  <a:lnTo>
                    <a:pt x="11151" y="12325"/>
                  </a:lnTo>
                  <a:lnTo>
                    <a:pt x="10711" y="11995"/>
                  </a:lnTo>
                  <a:lnTo>
                    <a:pt x="10271" y="11628"/>
                  </a:lnTo>
                  <a:lnTo>
                    <a:pt x="9391" y="10858"/>
                  </a:lnTo>
                  <a:lnTo>
                    <a:pt x="8547" y="10051"/>
                  </a:lnTo>
                  <a:lnTo>
                    <a:pt x="8107" y="9684"/>
                  </a:lnTo>
                  <a:lnTo>
                    <a:pt x="7703" y="9354"/>
                  </a:lnTo>
                  <a:lnTo>
                    <a:pt x="7227" y="9024"/>
                  </a:lnTo>
                  <a:lnTo>
                    <a:pt x="6786" y="8694"/>
                  </a:lnTo>
                  <a:lnTo>
                    <a:pt x="6309" y="8437"/>
                  </a:lnTo>
                  <a:lnTo>
                    <a:pt x="5833" y="8217"/>
                  </a:lnTo>
                  <a:lnTo>
                    <a:pt x="5356" y="8033"/>
                  </a:lnTo>
                  <a:lnTo>
                    <a:pt x="5209" y="7997"/>
                  </a:lnTo>
                  <a:close/>
                  <a:moveTo>
                    <a:pt x="954" y="12582"/>
                  </a:moveTo>
                  <a:lnTo>
                    <a:pt x="1101" y="12692"/>
                  </a:lnTo>
                  <a:lnTo>
                    <a:pt x="1064" y="12765"/>
                  </a:lnTo>
                  <a:lnTo>
                    <a:pt x="1064" y="12839"/>
                  </a:lnTo>
                  <a:lnTo>
                    <a:pt x="1064" y="12875"/>
                  </a:lnTo>
                  <a:lnTo>
                    <a:pt x="1101" y="12839"/>
                  </a:lnTo>
                  <a:lnTo>
                    <a:pt x="1211" y="12912"/>
                  </a:lnTo>
                  <a:lnTo>
                    <a:pt x="1247" y="12985"/>
                  </a:lnTo>
                  <a:lnTo>
                    <a:pt x="1247" y="13059"/>
                  </a:lnTo>
                  <a:lnTo>
                    <a:pt x="1284" y="13242"/>
                  </a:lnTo>
                  <a:lnTo>
                    <a:pt x="991" y="13095"/>
                  </a:lnTo>
                  <a:lnTo>
                    <a:pt x="844" y="13059"/>
                  </a:lnTo>
                  <a:lnTo>
                    <a:pt x="697" y="13022"/>
                  </a:lnTo>
                  <a:lnTo>
                    <a:pt x="844" y="12765"/>
                  </a:lnTo>
                  <a:lnTo>
                    <a:pt x="954" y="12582"/>
                  </a:lnTo>
                  <a:close/>
                  <a:moveTo>
                    <a:pt x="2715" y="10858"/>
                  </a:moveTo>
                  <a:lnTo>
                    <a:pt x="2641" y="10931"/>
                  </a:lnTo>
                  <a:lnTo>
                    <a:pt x="2641" y="10968"/>
                  </a:lnTo>
                  <a:lnTo>
                    <a:pt x="2788" y="11151"/>
                  </a:lnTo>
                  <a:lnTo>
                    <a:pt x="2935" y="11261"/>
                  </a:lnTo>
                  <a:lnTo>
                    <a:pt x="3302" y="11445"/>
                  </a:lnTo>
                  <a:lnTo>
                    <a:pt x="3778" y="11775"/>
                  </a:lnTo>
                  <a:lnTo>
                    <a:pt x="4255" y="12105"/>
                  </a:lnTo>
                  <a:lnTo>
                    <a:pt x="5099" y="12765"/>
                  </a:lnTo>
                  <a:lnTo>
                    <a:pt x="5539" y="13095"/>
                  </a:lnTo>
                  <a:lnTo>
                    <a:pt x="5759" y="13242"/>
                  </a:lnTo>
                  <a:lnTo>
                    <a:pt x="5869" y="13279"/>
                  </a:lnTo>
                  <a:lnTo>
                    <a:pt x="6053" y="13279"/>
                  </a:lnTo>
                  <a:lnTo>
                    <a:pt x="6126" y="13242"/>
                  </a:lnTo>
                  <a:lnTo>
                    <a:pt x="6163" y="13169"/>
                  </a:lnTo>
                  <a:lnTo>
                    <a:pt x="6126" y="13059"/>
                  </a:lnTo>
                  <a:lnTo>
                    <a:pt x="6089" y="12985"/>
                  </a:lnTo>
                  <a:lnTo>
                    <a:pt x="6016" y="12875"/>
                  </a:lnTo>
                  <a:lnTo>
                    <a:pt x="5869" y="12729"/>
                  </a:lnTo>
                  <a:lnTo>
                    <a:pt x="5502" y="12472"/>
                  </a:lnTo>
                  <a:lnTo>
                    <a:pt x="4512" y="11738"/>
                  </a:lnTo>
                  <a:lnTo>
                    <a:pt x="4035" y="11408"/>
                  </a:lnTo>
                  <a:lnTo>
                    <a:pt x="3522" y="11078"/>
                  </a:lnTo>
                  <a:lnTo>
                    <a:pt x="3338" y="11005"/>
                  </a:lnTo>
                  <a:lnTo>
                    <a:pt x="3118" y="10895"/>
                  </a:lnTo>
                  <a:lnTo>
                    <a:pt x="2935" y="10858"/>
                  </a:lnTo>
                  <a:close/>
                  <a:moveTo>
                    <a:pt x="13756" y="12252"/>
                  </a:moveTo>
                  <a:lnTo>
                    <a:pt x="13719" y="12362"/>
                  </a:lnTo>
                  <a:lnTo>
                    <a:pt x="13719" y="12619"/>
                  </a:lnTo>
                  <a:lnTo>
                    <a:pt x="13719" y="12912"/>
                  </a:lnTo>
                  <a:lnTo>
                    <a:pt x="13756" y="12985"/>
                  </a:lnTo>
                  <a:lnTo>
                    <a:pt x="13793" y="13022"/>
                  </a:lnTo>
                  <a:lnTo>
                    <a:pt x="13719" y="13095"/>
                  </a:lnTo>
                  <a:lnTo>
                    <a:pt x="13389" y="13536"/>
                  </a:lnTo>
                  <a:lnTo>
                    <a:pt x="13426" y="13132"/>
                  </a:lnTo>
                  <a:lnTo>
                    <a:pt x="13462" y="12912"/>
                  </a:lnTo>
                  <a:lnTo>
                    <a:pt x="13462" y="12765"/>
                  </a:lnTo>
                  <a:lnTo>
                    <a:pt x="13426" y="12655"/>
                  </a:lnTo>
                  <a:lnTo>
                    <a:pt x="13756" y="12252"/>
                  </a:lnTo>
                  <a:close/>
                  <a:moveTo>
                    <a:pt x="4402" y="8694"/>
                  </a:moveTo>
                  <a:lnTo>
                    <a:pt x="4329" y="8730"/>
                  </a:lnTo>
                  <a:lnTo>
                    <a:pt x="4255" y="8804"/>
                  </a:lnTo>
                  <a:lnTo>
                    <a:pt x="4255" y="8877"/>
                  </a:lnTo>
                  <a:lnTo>
                    <a:pt x="4255" y="8987"/>
                  </a:lnTo>
                  <a:lnTo>
                    <a:pt x="4292" y="9060"/>
                  </a:lnTo>
                  <a:lnTo>
                    <a:pt x="4365" y="9134"/>
                  </a:lnTo>
                  <a:lnTo>
                    <a:pt x="4512" y="9207"/>
                  </a:lnTo>
                  <a:lnTo>
                    <a:pt x="4842" y="9354"/>
                  </a:lnTo>
                  <a:lnTo>
                    <a:pt x="5136" y="9501"/>
                  </a:lnTo>
                  <a:lnTo>
                    <a:pt x="5392" y="9647"/>
                  </a:lnTo>
                  <a:lnTo>
                    <a:pt x="5869" y="10014"/>
                  </a:lnTo>
                  <a:lnTo>
                    <a:pt x="6346" y="10418"/>
                  </a:lnTo>
                  <a:lnTo>
                    <a:pt x="6786" y="10858"/>
                  </a:lnTo>
                  <a:lnTo>
                    <a:pt x="8584" y="12398"/>
                  </a:lnTo>
                  <a:lnTo>
                    <a:pt x="9501" y="13169"/>
                  </a:lnTo>
                  <a:lnTo>
                    <a:pt x="9721" y="13315"/>
                  </a:lnTo>
                  <a:lnTo>
                    <a:pt x="9941" y="13462"/>
                  </a:lnTo>
                  <a:lnTo>
                    <a:pt x="10161" y="13572"/>
                  </a:lnTo>
                  <a:lnTo>
                    <a:pt x="10271" y="13609"/>
                  </a:lnTo>
                  <a:lnTo>
                    <a:pt x="10381" y="13609"/>
                  </a:lnTo>
                  <a:lnTo>
                    <a:pt x="10454" y="13572"/>
                  </a:lnTo>
                  <a:lnTo>
                    <a:pt x="10491" y="13536"/>
                  </a:lnTo>
                  <a:lnTo>
                    <a:pt x="10528" y="13462"/>
                  </a:lnTo>
                  <a:lnTo>
                    <a:pt x="10491" y="13389"/>
                  </a:lnTo>
                  <a:lnTo>
                    <a:pt x="10418" y="13242"/>
                  </a:lnTo>
                  <a:lnTo>
                    <a:pt x="10271" y="13132"/>
                  </a:lnTo>
                  <a:lnTo>
                    <a:pt x="9978" y="12949"/>
                  </a:lnTo>
                  <a:lnTo>
                    <a:pt x="9537" y="12619"/>
                  </a:lnTo>
                  <a:lnTo>
                    <a:pt x="9134" y="12288"/>
                  </a:lnTo>
                  <a:lnTo>
                    <a:pt x="7557" y="10931"/>
                  </a:lnTo>
                  <a:lnTo>
                    <a:pt x="6823" y="10271"/>
                  </a:lnTo>
                  <a:lnTo>
                    <a:pt x="6089" y="9647"/>
                  </a:lnTo>
                  <a:lnTo>
                    <a:pt x="5686" y="9354"/>
                  </a:lnTo>
                  <a:lnTo>
                    <a:pt x="5246" y="9097"/>
                  </a:lnTo>
                  <a:lnTo>
                    <a:pt x="4769" y="8950"/>
                  </a:lnTo>
                  <a:lnTo>
                    <a:pt x="4549" y="8840"/>
                  </a:lnTo>
                  <a:lnTo>
                    <a:pt x="4475" y="8767"/>
                  </a:lnTo>
                  <a:lnTo>
                    <a:pt x="4439" y="8694"/>
                  </a:lnTo>
                  <a:close/>
                  <a:moveTo>
                    <a:pt x="1541" y="13022"/>
                  </a:moveTo>
                  <a:lnTo>
                    <a:pt x="2091" y="13389"/>
                  </a:lnTo>
                  <a:lnTo>
                    <a:pt x="2091" y="13572"/>
                  </a:lnTo>
                  <a:lnTo>
                    <a:pt x="2126" y="13749"/>
                  </a:lnTo>
                  <a:lnTo>
                    <a:pt x="1504" y="13389"/>
                  </a:lnTo>
                  <a:lnTo>
                    <a:pt x="1578" y="13352"/>
                  </a:lnTo>
                  <a:lnTo>
                    <a:pt x="1614" y="13315"/>
                  </a:lnTo>
                  <a:lnTo>
                    <a:pt x="1614" y="13279"/>
                  </a:lnTo>
                  <a:lnTo>
                    <a:pt x="1614" y="13205"/>
                  </a:lnTo>
                  <a:lnTo>
                    <a:pt x="1541" y="13095"/>
                  </a:lnTo>
                  <a:lnTo>
                    <a:pt x="1541" y="13022"/>
                  </a:lnTo>
                  <a:close/>
                  <a:moveTo>
                    <a:pt x="13206" y="12949"/>
                  </a:moveTo>
                  <a:lnTo>
                    <a:pt x="13169" y="13022"/>
                  </a:lnTo>
                  <a:lnTo>
                    <a:pt x="13059" y="13756"/>
                  </a:lnTo>
                  <a:lnTo>
                    <a:pt x="13059" y="13829"/>
                  </a:lnTo>
                  <a:lnTo>
                    <a:pt x="13096" y="13866"/>
                  </a:lnTo>
                  <a:lnTo>
                    <a:pt x="12912" y="14086"/>
                  </a:lnTo>
                  <a:lnTo>
                    <a:pt x="12912" y="13719"/>
                  </a:lnTo>
                  <a:lnTo>
                    <a:pt x="12875" y="13352"/>
                  </a:lnTo>
                  <a:lnTo>
                    <a:pt x="13206" y="12949"/>
                  </a:lnTo>
                  <a:close/>
                  <a:moveTo>
                    <a:pt x="2458" y="13646"/>
                  </a:moveTo>
                  <a:lnTo>
                    <a:pt x="2641" y="13792"/>
                  </a:lnTo>
                  <a:lnTo>
                    <a:pt x="2788" y="13902"/>
                  </a:lnTo>
                  <a:lnTo>
                    <a:pt x="2788" y="14086"/>
                  </a:lnTo>
                  <a:lnTo>
                    <a:pt x="2825" y="14233"/>
                  </a:lnTo>
                  <a:lnTo>
                    <a:pt x="2605" y="14086"/>
                  </a:lnTo>
                  <a:lnTo>
                    <a:pt x="2385" y="13939"/>
                  </a:lnTo>
                  <a:lnTo>
                    <a:pt x="2495" y="13939"/>
                  </a:lnTo>
                  <a:lnTo>
                    <a:pt x="2568" y="13866"/>
                  </a:lnTo>
                  <a:lnTo>
                    <a:pt x="2568" y="13829"/>
                  </a:lnTo>
                  <a:lnTo>
                    <a:pt x="2568" y="13756"/>
                  </a:lnTo>
                  <a:lnTo>
                    <a:pt x="2458" y="13646"/>
                  </a:lnTo>
                  <a:close/>
                  <a:moveTo>
                    <a:pt x="3595" y="9794"/>
                  </a:moveTo>
                  <a:lnTo>
                    <a:pt x="3558" y="9831"/>
                  </a:lnTo>
                  <a:lnTo>
                    <a:pt x="3522" y="9867"/>
                  </a:lnTo>
                  <a:lnTo>
                    <a:pt x="3558" y="9977"/>
                  </a:lnTo>
                  <a:lnTo>
                    <a:pt x="3595" y="10088"/>
                  </a:lnTo>
                  <a:lnTo>
                    <a:pt x="3815" y="10234"/>
                  </a:lnTo>
                  <a:lnTo>
                    <a:pt x="4659" y="10821"/>
                  </a:lnTo>
                  <a:lnTo>
                    <a:pt x="5466" y="11518"/>
                  </a:lnTo>
                  <a:lnTo>
                    <a:pt x="6236" y="12178"/>
                  </a:lnTo>
                  <a:lnTo>
                    <a:pt x="7080" y="12839"/>
                  </a:lnTo>
                  <a:lnTo>
                    <a:pt x="7923" y="13462"/>
                  </a:lnTo>
                  <a:lnTo>
                    <a:pt x="8730" y="14049"/>
                  </a:lnTo>
                  <a:lnTo>
                    <a:pt x="9134" y="14343"/>
                  </a:lnTo>
                  <a:lnTo>
                    <a:pt x="9574" y="14563"/>
                  </a:lnTo>
                  <a:lnTo>
                    <a:pt x="9684" y="14563"/>
                  </a:lnTo>
                  <a:lnTo>
                    <a:pt x="9794" y="14526"/>
                  </a:lnTo>
                  <a:lnTo>
                    <a:pt x="9868" y="14453"/>
                  </a:lnTo>
                  <a:lnTo>
                    <a:pt x="9904" y="14416"/>
                  </a:lnTo>
                  <a:lnTo>
                    <a:pt x="9904" y="14379"/>
                  </a:lnTo>
                  <a:lnTo>
                    <a:pt x="9904" y="14306"/>
                  </a:lnTo>
                  <a:lnTo>
                    <a:pt x="9868" y="14269"/>
                  </a:lnTo>
                  <a:lnTo>
                    <a:pt x="9794" y="14196"/>
                  </a:lnTo>
                  <a:lnTo>
                    <a:pt x="9721" y="14159"/>
                  </a:lnTo>
                  <a:lnTo>
                    <a:pt x="9501" y="14012"/>
                  </a:lnTo>
                  <a:lnTo>
                    <a:pt x="9281" y="13866"/>
                  </a:lnTo>
                  <a:lnTo>
                    <a:pt x="8290" y="13205"/>
                  </a:lnTo>
                  <a:lnTo>
                    <a:pt x="7373" y="12508"/>
                  </a:lnTo>
                  <a:lnTo>
                    <a:pt x="6493" y="11812"/>
                  </a:lnTo>
                  <a:lnTo>
                    <a:pt x="5649" y="11115"/>
                  </a:lnTo>
                  <a:lnTo>
                    <a:pt x="4769" y="10418"/>
                  </a:lnTo>
                  <a:lnTo>
                    <a:pt x="4549" y="10234"/>
                  </a:lnTo>
                  <a:lnTo>
                    <a:pt x="4145" y="9977"/>
                  </a:lnTo>
                  <a:lnTo>
                    <a:pt x="3925" y="9867"/>
                  </a:lnTo>
                  <a:lnTo>
                    <a:pt x="3742" y="9794"/>
                  </a:lnTo>
                  <a:close/>
                  <a:moveTo>
                    <a:pt x="3155" y="14122"/>
                  </a:moveTo>
                  <a:lnTo>
                    <a:pt x="3778" y="14563"/>
                  </a:lnTo>
                  <a:lnTo>
                    <a:pt x="3742" y="14746"/>
                  </a:lnTo>
                  <a:lnTo>
                    <a:pt x="3742" y="14856"/>
                  </a:lnTo>
                  <a:lnTo>
                    <a:pt x="3338" y="14563"/>
                  </a:lnTo>
                  <a:lnTo>
                    <a:pt x="3338" y="14489"/>
                  </a:lnTo>
                  <a:lnTo>
                    <a:pt x="3302" y="14416"/>
                  </a:lnTo>
                  <a:lnTo>
                    <a:pt x="3192" y="14269"/>
                  </a:lnTo>
                  <a:lnTo>
                    <a:pt x="3155" y="14122"/>
                  </a:lnTo>
                  <a:close/>
                  <a:moveTo>
                    <a:pt x="12692" y="13536"/>
                  </a:moveTo>
                  <a:lnTo>
                    <a:pt x="12619" y="13976"/>
                  </a:lnTo>
                  <a:lnTo>
                    <a:pt x="12582" y="14416"/>
                  </a:lnTo>
                  <a:lnTo>
                    <a:pt x="12582" y="14489"/>
                  </a:lnTo>
                  <a:lnTo>
                    <a:pt x="12142" y="15040"/>
                  </a:lnTo>
                  <a:lnTo>
                    <a:pt x="12142" y="14893"/>
                  </a:lnTo>
                  <a:lnTo>
                    <a:pt x="12142" y="14563"/>
                  </a:lnTo>
                  <a:lnTo>
                    <a:pt x="12105" y="14269"/>
                  </a:lnTo>
                  <a:lnTo>
                    <a:pt x="12692" y="13536"/>
                  </a:lnTo>
                  <a:close/>
                  <a:moveTo>
                    <a:pt x="4035" y="14746"/>
                  </a:moveTo>
                  <a:lnTo>
                    <a:pt x="4402" y="15003"/>
                  </a:lnTo>
                  <a:lnTo>
                    <a:pt x="4402" y="15040"/>
                  </a:lnTo>
                  <a:lnTo>
                    <a:pt x="4402" y="15150"/>
                  </a:lnTo>
                  <a:lnTo>
                    <a:pt x="4439" y="15223"/>
                  </a:lnTo>
                  <a:lnTo>
                    <a:pt x="4549" y="15370"/>
                  </a:lnTo>
                  <a:lnTo>
                    <a:pt x="4659" y="15553"/>
                  </a:lnTo>
                  <a:lnTo>
                    <a:pt x="4255" y="15223"/>
                  </a:lnTo>
                  <a:lnTo>
                    <a:pt x="4255" y="15150"/>
                  </a:lnTo>
                  <a:lnTo>
                    <a:pt x="4219" y="15076"/>
                  </a:lnTo>
                  <a:lnTo>
                    <a:pt x="4109" y="14966"/>
                  </a:lnTo>
                  <a:lnTo>
                    <a:pt x="4035" y="14856"/>
                  </a:lnTo>
                  <a:lnTo>
                    <a:pt x="4035" y="14746"/>
                  </a:lnTo>
                  <a:close/>
                  <a:moveTo>
                    <a:pt x="11922" y="14489"/>
                  </a:moveTo>
                  <a:lnTo>
                    <a:pt x="11885" y="14856"/>
                  </a:lnTo>
                  <a:lnTo>
                    <a:pt x="11848" y="15113"/>
                  </a:lnTo>
                  <a:lnTo>
                    <a:pt x="11848" y="15260"/>
                  </a:lnTo>
                  <a:lnTo>
                    <a:pt x="11848" y="15370"/>
                  </a:lnTo>
                  <a:lnTo>
                    <a:pt x="11555" y="15700"/>
                  </a:lnTo>
                  <a:lnTo>
                    <a:pt x="11592" y="15480"/>
                  </a:lnTo>
                  <a:lnTo>
                    <a:pt x="11555" y="15223"/>
                  </a:lnTo>
                  <a:lnTo>
                    <a:pt x="11555" y="15150"/>
                  </a:lnTo>
                  <a:lnTo>
                    <a:pt x="11482" y="15113"/>
                  </a:lnTo>
                  <a:lnTo>
                    <a:pt x="11445" y="15113"/>
                  </a:lnTo>
                  <a:lnTo>
                    <a:pt x="11922" y="14489"/>
                  </a:lnTo>
                  <a:close/>
                  <a:moveTo>
                    <a:pt x="4769" y="15223"/>
                  </a:moveTo>
                  <a:lnTo>
                    <a:pt x="5026" y="15406"/>
                  </a:lnTo>
                  <a:lnTo>
                    <a:pt x="5576" y="15810"/>
                  </a:lnTo>
                  <a:lnTo>
                    <a:pt x="5576" y="15883"/>
                  </a:lnTo>
                  <a:lnTo>
                    <a:pt x="5576" y="16177"/>
                  </a:lnTo>
                  <a:lnTo>
                    <a:pt x="5576" y="16287"/>
                  </a:lnTo>
                  <a:lnTo>
                    <a:pt x="4916" y="15773"/>
                  </a:lnTo>
                  <a:lnTo>
                    <a:pt x="4952" y="15663"/>
                  </a:lnTo>
                  <a:lnTo>
                    <a:pt x="4952" y="15553"/>
                  </a:lnTo>
                  <a:lnTo>
                    <a:pt x="4916" y="15480"/>
                  </a:lnTo>
                  <a:lnTo>
                    <a:pt x="4879" y="15370"/>
                  </a:lnTo>
                  <a:lnTo>
                    <a:pt x="4769" y="15223"/>
                  </a:lnTo>
                  <a:close/>
                  <a:moveTo>
                    <a:pt x="5833" y="15993"/>
                  </a:moveTo>
                  <a:lnTo>
                    <a:pt x="6456" y="16507"/>
                  </a:lnTo>
                  <a:lnTo>
                    <a:pt x="6420" y="16580"/>
                  </a:lnTo>
                  <a:lnTo>
                    <a:pt x="6383" y="16690"/>
                  </a:lnTo>
                  <a:lnTo>
                    <a:pt x="6346" y="16874"/>
                  </a:lnTo>
                  <a:lnTo>
                    <a:pt x="5869" y="16507"/>
                  </a:lnTo>
                  <a:lnTo>
                    <a:pt x="5869" y="16323"/>
                  </a:lnTo>
                  <a:lnTo>
                    <a:pt x="5869" y="16140"/>
                  </a:lnTo>
                  <a:lnTo>
                    <a:pt x="5833" y="15993"/>
                  </a:lnTo>
                  <a:close/>
                  <a:moveTo>
                    <a:pt x="11298" y="15260"/>
                  </a:moveTo>
                  <a:lnTo>
                    <a:pt x="11298" y="15443"/>
                  </a:lnTo>
                  <a:lnTo>
                    <a:pt x="11225" y="15957"/>
                  </a:lnTo>
                  <a:lnTo>
                    <a:pt x="11225" y="16030"/>
                  </a:lnTo>
                  <a:lnTo>
                    <a:pt x="11261" y="16067"/>
                  </a:lnTo>
                  <a:lnTo>
                    <a:pt x="10088" y="17387"/>
                  </a:lnTo>
                  <a:lnTo>
                    <a:pt x="10088" y="17130"/>
                  </a:lnTo>
                  <a:lnTo>
                    <a:pt x="10088" y="16984"/>
                  </a:lnTo>
                  <a:lnTo>
                    <a:pt x="10308" y="16653"/>
                  </a:lnTo>
                  <a:lnTo>
                    <a:pt x="10821" y="15920"/>
                  </a:lnTo>
                  <a:lnTo>
                    <a:pt x="10785" y="16067"/>
                  </a:lnTo>
                  <a:lnTo>
                    <a:pt x="10711" y="16287"/>
                  </a:lnTo>
                  <a:lnTo>
                    <a:pt x="10711" y="16397"/>
                  </a:lnTo>
                  <a:lnTo>
                    <a:pt x="10711" y="16507"/>
                  </a:lnTo>
                  <a:lnTo>
                    <a:pt x="10748" y="16543"/>
                  </a:lnTo>
                  <a:lnTo>
                    <a:pt x="10785" y="16543"/>
                  </a:lnTo>
                  <a:lnTo>
                    <a:pt x="10895" y="16470"/>
                  </a:lnTo>
                  <a:lnTo>
                    <a:pt x="10968" y="16360"/>
                  </a:lnTo>
                  <a:lnTo>
                    <a:pt x="11005" y="16103"/>
                  </a:lnTo>
                  <a:lnTo>
                    <a:pt x="11005" y="15663"/>
                  </a:lnTo>
                  <a:lnTo>
                    <a:pt x="11225" y="15370"/>
                  </a:lnTo>
                  <a:lnTo>
                    <a:pt x="11298" y="15260"/>
                  </a:lnTo>
                  <a:close/>
                  <a:moveTo>
                    <a:pt x="6566" y="16580"/>
                  </a:moveTo>
                  <a:lnTo>
                    <a:pt x="7006" y="17020"/>
                  </a:lnTo>
                  <a:lnTo>
                    <a:pt x="7006" y="17240"/>
                  </a:lnTo>
                  <a:lnTo>
                    <a:pt x="7006" y="17460"/>
                  </a:lnTo>
                  <a:lnTo>
                    <a:pt x="6896" y="17350"/>
                  </a:lnTo>
                  <a:lnTo>
                    <a:pt x="6640" y="17130"/>
                  </a:lnTo>
                  <a:lnTo>
                    <a:pt x="6640" y="17020"/>
                  </a:lnTo>
                  <a:lnTo>
                    <a:pt x="6603" y="16800"/>
                  </a:lnTo>
                  <a:lnTo>
                    <a:pt x="6566" y="16580"/>
                  </a:lnTo>
                  <a:close/>
                  <a:moveTo>
                    <a:pt x="9464" y="404"/>
                  </a:moveTo>
                  <a:lnTo>
                    <a:pt x="9684" y="440"/>
                  </a:lnTo>
                  <a:lnTo>
                    <a:pt x="9868" y="477"/>
                  </a:lnTo>
                  <a:lnTo>
                    <a:pt x="10051" y="587"/>
                  </a:lnTo>
                  <a:lnTo>
                    <a:pt x="10418" y="844"/>
                  </a:lnTo>
                  <a:lnTo>
                    <a:pt x="10711" y="1064"/>
                  </a:lnTo>
                  <a:lnTo>
                    <a:pt x="12582" y="2421"/>
                  </a:lnTo>
                  <a:lnTo>
                    <a:pt x="14489" y="3815"/>
                  </a:lnTo>
                  <a:lnTo>
                    <a:pt x="15443" y="4512"/>
                  </a:lnTo>
                  <a:lnTo>
                    <a:pt x="15700" y="4732"/>
                  </a:lnTo>
                  <a:lnTo>
                    <a:pt x="15847" y="4805"/>
                  </a:lnTo>
                  <a:lnTo>
                    <a:pt x="15993" y="4879"/>
                  </a:lnTo>
                  <a:lnTo>
                    <a:pt x="15590" y="5356"/>
                  </a:lnTo>
                  <a:lnTo>
                    <a:pt x="15223" y="5869"/>
                  </a:lnTo>
                  <a:lnTo>
                    <a:pt x="15040" y="6089"/>
                  </a:lnTo>
                  <a:lnTo>
                    <a:pt x="14856" y="6383"/>
                  </a:lnTo>
                  <a:lnTo>
                    <a:pt x="14783" y="6529"/>
                  </a:lnTo>
                  <a:lnTo>
                    <a:pt x="14746" y="6639"/>
                  </a:lnTo>
                  <a:lnTo>
                    <a:pt x="14746" y="6786"/>
                  </a:lnTo>
                  <a:lnTo>
                    <a:pt x="14856" y="6896"/>
                  </a:lnTo>
                  <a:lnTo>
                    <a:pt x="14966" y="7006"/>
                  </a:lnTo>
                  <a:lnTo>
                    <a:pt x="15076" y="7080"/>
                  </a:lnTo>
                  <a:lnTo>
                    <a:pt x="15370" y="7190"/>
                  </a:lnTo>
                  <a:lnTo>
                    <a:pt x="15957" y="7300"/>
                  </a:lnTo>
                  <a:lnTo>
                    <a:pt x="16727" y="7446"/>
                  </a:lnTo>
                  <a:lnTo>
                    <a:pt x="17021" y="7520"/>
                  </a:lnTo>
                  <a:lnTo>
                    <a:pt x="16984" y="7593"/>
                  </a:lnTo>
                  <a:lnTo>
                    <a:pt x="16470" y="8143"/>
                  </a:lnTo>
                  <a:lnTo>
                    <a:pt x="15993" y="8730"/>
                  </a:lnTo>
                  <a:lnTo>
                    <a:pt x="15040" y="9904"/>
                  </a:lnTo>
                  <a:lnTo>
                    <a:pt x="12912" y="12508"/>
                  </a:lnTo>
                  <a:lnTo>
                    <a:pt x="11848" y="13792"/>
                  </a:lnTo>
                  <a:lnTo>
                    <a:pt x="10821" y="15113"/>
                  </a:lnTo>
                  <a:lnTo>
                    <a:pt x="10344" y="15736"/>
                  </a:lnTo>
                  <a:lnTo>
                    <a:pt x="9904" y="16397"/>
                  </a:lnTo>
                  <a:lnTo>
                    <a:pt x="9464" y="17057"/>
                  </a:lnTo>
                  <a:lnTo>
                    <a:pt x="9317" y="17277"/>
                  </a:lnTo>
                  <a:lnTo>
                    <a:pt x="9207" y="17497"/>
                  </a:lnTo>
                  <a:lnTo>
                    <a:pt x="8987" y="17387"/>
                  </a:lnTo>
                  <a:lnTo>
                    <a:pt x="8767" y="17350"/>
                  </a:lnTo>
                  <a:lnTo>
                    <a:pt x="8290" y="17204"/>
                  </a:lnTo>
                  <a:lnTo>
                    <a:pt x="7997" y="17094"/>
                  </a:lnTo>
                  <a:lnTo>
                    <a:pt x="7740" y="16910"/>
                  </a:lnTo>
                  <a:lnTo>
                    <a:pt x="7483" y="16727"/>
                  </a:lnTo>
                  <a:lnTo>
                    <a:pt x="7227" y="16507"/>
                  </a:lnTo>
                  <a:lnTo>
                    <a:pt x="6750" y="16067"/>
                  </a:lnTo>
                  <a:lnTo>
                    <a:pt x="6273" y="15663"/>
                  </a:lnTo>
                  <a:lnTo>
                    <a:pt x="5723" y="15296"/>
                  </a:lnTo>
                  <a:lnTo>
                    <a:pt x="5209" y="14929"/>
                  </a:lnTo>
                  <a:lnTo>
                    <a:pt x="3045" y="13462"/>
                  </a:lnTo>
                  <a:lnTo>
                    <a:pt x="1908" y="12619"/>
                  </a:lnTo>
                  <a:lnTo>
                    <a:pt x="1321" y="12215"/>
                  </a:lnTo>
                  <a:lnTo>
                    <a:pt x="697" y="11848"/>
                  </a:lnTo>
                  <a:lnTo>
                    <a:pt x="624" y="11812"/>
                  </a:lnTo>
                  <a:lnTo>
                    <a:pt x="1614" y="10381"/>
                  </a:lnTo>
                  <a:lnTo>
                    <a:pt x="2641" y="8950"/>
                  </a:lnTo>
                  <a:lnTo>
                    <a:pt x="3668" y="7556"/>
                  </a:lnTo>
                  <a:lnTo>
                    <a:pt x="4732" y="6163"/>
                  </a:lnTo>
                  <a:lnTo>
                    <a:pt x="6970" y="3338"/>
                  </a:lnTo>
                  <a:lnTo>
                    <a:pt x="8144" y="1944"/>
                  </a:lnTo>
                  <a:lnTo>
                    <a:pt x="8730" y="1284"/>
                  </a:lnTo>
                  <a:lnTo>
                    <a:pt x="9244" y="550"/>
                  </a:lnTo>
                  <a:lnTo>
                    <a:pt x="9281" y="477"/>
                  </a:lnTo>
                  <a:lnTo>
                    <a:pt x="9281" y="404"/>
                  </a:lnTo>
                  <a:close/>
                  <a:moveTo>
                    <a:pt x="7227" y="17204"/>
                  </a:moveTo>
                  <a:lnTo>
                    <a:pt x="7667" y="17460"/>
                  </a:lnTo>
                  <a:lnTo>
                    <a:pt x="8107" y="17681"/>
                  </a:lnTo>
                  <a:lnTo>
                    <a:pt x="8070" y="17937"/>
                  </a:lnTo>
                  <a:lnTo>
                    <a:pt x="8107" y="18194"/>
                  </a:lnTo>
                  <a:lnTo>
                    <a:pt x="7850" y="18084"/>
                  </a:lnTo>
                  <a:lnTo>
                    <a:pt x="7447" y="17791"/>
                  </a:lnTo>
                  <a:lnTo>
                    <a:pt x="7410" y="17644"/>
                  </a:lnTo>
                  <a:lnTo>
                    <a:pt x="7337" y="17497"/>
                  </a:lnTo>
                  <a:lnTo>
                    <a:pt x="7227" y="17204"/>
                  </a:lnTo>
                  <a:close/>
                  <a:moveTo>
                    <a:pt x="9831" y="17460"/>
                  </a:moveTo>
                  <a:lnTo>
                    <a:pt x="9868" y="17534"/>
                  </a:lnTo>
                  <a:lnTo>
                    <a:pt x="9904" y="17571"/>
                  </a:lnTo>
                  <a:lnTo>
                    <a:pt x="9464" y="18084"/>
                  </a:lnTo>
                  <a:lnTo>
                    <a:pt x="9207" y="18341"/>
                  </a:lnTo>
                  <a:lnTo>
                    <a:pt x="9171" y="18231"/>
                  </a:lnTo>
                  <a:lnTo>
                    <a:pt x="9134" y="18121"/>
                  </a:lnTo>
                  <a:lnTo>
                    <a:pt x="9134" y="17974"/>
                  </a:lnTo>
                  <a:lnTo>
                    <a:pt x="9317" y="17974"/>
                  </a:lnTo>
                  <a:lnTo>
                    <a:pt x="9317" y="17937"/>
                  </a:lnTo>
                  <a:lnTo>
                    <a:pt x="9391" y="17937"/>
                  </a:lnTo>
                  <a:lnTo>
                    <a:pt x="9464" y="17901"/>
                  </a:lnTo>
                  <a:lnTo>
                    <a:pt x="9574" y="17827"/>
                  </a:lnTo>
                  <a:lnTo>
                    <a:pt x="9647" y="17681"/>
                  </a:lnTo>
                  <a:lnTo>
                    <a:pt x="9794" y="17460"/>
                  </a:lnTo>
                  <a:close/>
                  <a:moveTo>
                    <a:pt x="9464" y="0"/>
                  </a:moveTo>
                  <a:lnTo>
                    <a:pt x="9281" y="37"/>
                  </a:lnTo>
                  <a:lnTo>
                    <a:pt x="9134" y="110"/>
                  </a:lnTo>
                  <a:lnTo>
                    <a:pt x="9024" y="147"/>
                  </a:lnTo>
                  <a:lnTo>
                    <a:pt x="8951" y="257"/>
                  </a:lnTo>
                  <a:lnTo>
                    <a:pt x="8914" y="294"/>
                  </a:lnTo>
                  <a:lnTo>
                    <a:pt x="8914" y="330"/>
                  </a:lnTo>
                  <a:lnTo>
                    <a:pt x="8327" y="954"/>
                  </a:lnTo>
                  <a:lnTo>
                    <a:pt x="7740" y="1614"/>
                  </a:lnTo>
                  <a:lnTo>
                    <a:pt x="6640" y="2971"/>
                  </a:lnTo>
                  <a:lnTo>
                    <a:pt x="5502" y="4365"/>
                  </a:lnTo>
                  <a:lnTo>
                    <a:pt x="4402" y="5759"/>
                  </a:lnTo>
                  <a:lnTo>
                    <a:pt x="2421" y="8400"/>
                  </a:lnTo>
                  <a:lnTo>
                    <a:pt x="477" y="11041"/>
                  </a:lnTo>
                  <a:lnTo>
                    <a:pt x="330" y="11261"/>
                  </a:lnTo>
                  <a:lnTo>
                    <a:pt x="37" y="11701"/>
                  </a:lnTo>
                  <a:lnTo>
                    <a:pt x="0" y="11775"/>
                  </a:lnTo>
                  <a:lnTo>
                    <a:pt x="0" y="11885"/>
                  </a:lnTo>
                  <a:lnTo>
                    <a:pt x="37" y="11958"/>
                  </a:lnTo>
                  <a:lnTo>
                    <a:pt x="74" y="12032"/>
                  </a:lnTo>
                  <a:lnTo>
                    <a:pt x="147" y="12068"/>
                  </a:lnTo>
                  <a:lnTo>
                    <a:pt x="220" y="12105"/>
                  </a:lnTo>
                  <a:lnTo>
                    <a:pt x="294" y="12105"/>
                  </a:lnTo>
                  <a:lnTo>
                    <a:pt x="404" y="12068"/>
                  </a:lnTo>
                  <a:lnTo>
                    <a:pt x="440" y="12142"/>
                  </a:lnTo>
                  <a:lnTo>
                    <a:pt x="697" y="12398"/>
                  </a:lnTo>
                  <a:lnTo>
                    <a:pt x="587" y="12508"/>
                  </a:lnTo>
                  <a:lnTo>
                    <a:pt x="514" y="12655"/>
                  </a:lnTo>
                  <a:lnTo>
                    <a:pt x="440" y="12802"/>
                  </a:lnTo>
                  <a:lnTo>
                    <a:pt x="404" y="12949"/>
                  </a:lnTo>
                  <a:lnTo>
                    <a:pt x="404" y="13022"/>
                  </a:lnTo>
                  <a:lnTo>
                    <a:pt x="440" y="13059"/>
                  </a:lnTo>
                  <a:lnTo>
                    <a:pt x="514" y="13095"/>
                  </a:lnTo>
                  <a:lnTo>
                    <a:pt x="550" y="13095"/>
                  </a:lnTo>
                  <a:lnTo>
                    <a:pt x="624" y="13205"/>
                  </a:lnTo>
                  <a:lnTo>
                    <a:pt x="697" y="13315"/>
                  </a:lnTo>
                  <a:lnTo>
                    <a:pt x="881" y="13462"/>
                  </a:lnTo>
                  <a:lnTo>
                    <a:pt x="1284" y="13719"/>
                  </a:lnTo>
                  <a:lnTo>
                    <a:pt x="2385" y="14416"/>
                  </a:lnTo>
                  <a:lnTo>
                    <a:pt x="3558" y="15223"/>
                  </a:lnTo>
                  <a:lnTo>
                    <a:pt x="4659" y="16103"/>
                  </a:lnTo>
                  <a:lnTo>
                    <a:pt x="6420" y="17534"/>
                  </a:lnTo>
                  <a:lnTo>
                    <a:pt x="6420" y="17571"/>
                  </a:lnTo>
                  <a:lnTo>
                    <a:pt x="6493" y="17644"/>
                  </a:lnTo>
                  <a:lnTo>
                    <a:pt x="6566" y="17644"/>
                  </a:lnTo>
                  <a:lnTo>
                    <a:pt x="6823" y="17864"/>
                  </a:lnTo>
                  <a:lnTo>
                    <a:pt x="7300" y="18231"/>
                  </a:lnTo>
                  <a:lnTo>
                    <a:pt x="7777" y="18561"/>
                  </a:lnTo>
                  <a:lnTo>
                    <a:pt x="8034" y="18671"/>
                  </a:lnTo>
                  <a:lnTo>
                    <a:pt x="8254" y="18781"/>
                  </a:lnTo>
                  <a:lnTo>
                    <a:pt x="8510" y="18854"/>
                  </a:lnTo>
                  <a:lnTo>
                    <a:pt x="8620" y="18854"/>
                  </a:lnTo>
                  <a:lnTo>
                    <a:pt x="8767" y="18818"/>
                  </a:lnTo>
                  <a:lnTo>
                    <a:pt x="8804" y="18744"/>
                  </a:lnTo>
                  <a:lnTo>
                    <a:pt x="8840" y="18708"/>
                  </a:lnTo>
                  <a:lnTo>
                    <a:pt x="8840" y="18634"/>
                  </a:lnTo>
                  <a:lnTo>
                    <a:pt x="8804" y="18561"/>
                  </a:lnTo>
                  <a:lnTo>
                    <a:pt x="8730" y="18488"/>
                  </a:lnTo>
                  <a:lnTo>
                    <a:pt x="8620" y="18414"/>
                  </a:lnTo>
                  <a:lnTo>
                    <a:pt x="8437" y="18341"/>
                  </a:lnTo>
                  <a:lnTo>
                    <a:pt x="8400" y="18341"/>
                  </a:lnTo>
                  <a:lnTo>
                    <a:pt x="8400" y="18157"/>
                  </a:lnTo>
                  <a:lnTo>
                    <a:pt x="8400" y="17974"/>
                  </a:lnTo>
                  <a:lnTo>
                    <a:pt x="8364" y="17791"/>
                  </a:lnTo>
                  <a:lnTo>
                    <a:pt x="8620" y="17864"/>
                  </a:lnTo>
                  <a:lnTo>
                    <a:pt x="8951" y="17937"/>
                  </a:lnTo>
                  <a:lnTo>
                    <a:pt x="8877" y="18121"/>
                  </a:lnTo>
                  <a:lnTo>
                    <a:pt x="8877" y="18267"/>
                  </a:lnTo>
                  <a:lnTo>
                    <a:pt x="8914" y="18451"/>
                  </a:lnTo>
                  <a:lnTo>
                    <a:pt x="8987" y="18598"/>
                  </a:lnTo>
                  <a:lnTo>
                    <a:pt x="8877" y="18781"/>
                  </a:lnTo>
                  <a:lnTo>
                    <a:pt x="8877" y="18854"/>
                  </a:lnTo>
                  <a:lnTo>
                    <a:pt x="8914" y="18964"/>
                  </a:lnTo>
                  <a:lnTo>
                    <a:pt x="9024" y="19001"/>
                  </a:lnTo>
                  <a:lnTo>
                    <a:pt x="9097" y="18964"/>
                  </a:lnTo>
                  <a:lnTo>
                    <a:pt x="9281" y="18854"/>
                  </a:lnTo>
                  <a:lnTo>
                    <a:pt x="9427" y="18708"/>
                  </a:lnTo>
                  <a:lnTo>
                    <a:pt x="9721" y="18414"/>
                  </a:lnTo>
                  <a:lnTo>
                    <a:pt x="10344" y="17717"/>
                  </a:lnTo>
                  <a:lnTo>
                    <a:pt x="11555" y="16397"/>
                  </a:lnTo>
                  <a:lnTo>
                    <a:pt x="12802" y="14929"/>
                  </a:lnTo>
                  <a:lnTo>
                    <a:pt x="14013" y="13462"/>
                  </a:lnTo>
                  <a:lnTo>
                    <a:pt x="15150" y="11958"/>
                  </a:lnTo>
                  <a:lnTo>
                    <a:pt x="16214" y="10454"/>
                  </a:lnTo>
                  <a:lnTo>
                    <a:pt x="17314" y="8950"/>
                  </a:lnTo>
                  <a:lnTo>
                    <a:pt x="17791" y="8253"/>
                  </a:lnTo>
                  <a:lnTo>
                    <a:pt x="18011" y="7887"/>
                  </a:lnTo>
                  <a:lnTo>
                    <a:pt x="18231" y="7483"/>
                  </a:lnTo>
                  <a:lnTo>
                    <a:pt x="18304" y="7483"/>
                  </a:lnTo>
                  <a:lnTo>
                    <a:pt x="18341" y="7446"/>
                  </a:lnTo>
                  <a:lnTo>
                    <a:pt x="18378" y="7373"/>
                  </a:lnTo>
                  <a:lnTo>
                    <a:pt x="18378" y="7300"/>
                  </a:lnTo>
                  <a:lnTo>
                    <a:pt x="18268" y="7080"/>
                  </a:lnTo>
                  <a:lnTo>
                    <a:pt x="18158" y="6860"/>
                  </a:lnTo>
                  <a:lnTo>
                    <a:pt x="17828" y="6493"/>
                  </a:lnTo>
                  <a:lnTo>
                    <a:pt x="17644" y="6346"/>
                  </a:lnTo>
                  <a:lnTo>
                    <a:pt x="17424" y="6199"/>
                  </a:lnTo>
                  <a:lnTo>
                    <a:pt x="17277" y="6126"/>
                  </a:lnTo>
                  <a:lnTo>
                    <a:pt x="17131" y="6089"/>
                  </a:lnTo>
                  <a:lnTo>
                    <a:pt x="16910" y="5576"/>
                  </a:lnTo>
                  <a:lnTo>
                    <a:pt x="16837" y="5319"/>
                  </a:lnTo>
                  <a:lnTo>
                    <a:pt x="16800" y="5062"/>
                  </a:lnTo>
                  <a:lnTo>
                    <a:pt x="16800" y="4915"/>
                  </a:lnTo>
                  <a:lnTo>
                    <a:pt x="16727" y="4769"/>
                  </a:lnTo>
                  <a:lnTo>
                    <a:pt x="16654" y="4695"/>
                  </a:lnTo>
                  <a:lnTo>
                    <a:pt x="16470" y="4695"/>
                  </a:lnTo>
                  <a:lnTo>
                    <a:pt x="16397" y="4732"/>
                  </a:lnTo>
                  <a:lnTo>
                    <a:pt x="16360" y="4769"/>
                  </a:lnTo>
                  <a:lnTo>
                    <a:pt x="16397" y="4842"/>
                  </a:lnTo>
                  <a:lnTo>
                    <a:pt x="16434" y="4879"/>
                  </a:lnTo>
                  <a:lnTo>
                    <a:pt x="16434" y="4915"/>
                  </a:lnTo>
                  <a:lnTo>
                    <a:pt x="16434" y="5099"/>
                  </a:lnTo>
                  <a:lnTo>
                    <a:pt x="16434" y="5356"/>
                  </a:lnTo>
                  <a:lnTo>
                    <a:pt x="16470" y="5539"/>
                  </a:lnTo>
                  <a:lnTo>
                    <a:pt x="16544" y="5759"/>
                  </a:lnTo>
                  <a:lnTo>
                    <a:pt x="16690" y="6126"/>
                  </a:lnTo>
                  <a:lnTo>
                    <a:pt x="16984" y="7006"/>
                  </a:lnTo>
                  <a:lnTo>
                    <a:pt x="17021" y="7080"/>
                  </a:lnTo>
                  <a:lnTo>
                    <a:pt x="16544" y="6970"/>
                  </a:lnTo>
                  <a:lnTo>
                    <a:pt x="15920" y="6860"/>
                  </a:lnTo>
                  <a:lnTo>
                    <a:pt x="15296" y="6713"/>
                  </a:lnTo>
                  <a:lnTo>
                    <a:pt x="15186" y="6639"/>
                  </a:lnTo>
                  <a:lnTo>
                    <a:pt x="15223" y="6603"/>
                  </a:lnTo>
                  <a:lnTo>
                    <a:pt x="15333" y="6419"/>
                  </a:lnTo>
                  <a:lnTo>
                    <a:pt x="15700" y="5906"/>
                  </a:lnTo>
                  <a:lnTo>
                    <a:pt x="16030" y="5392"/>
                  </a:lnTo>
                  <a:lnTo>
                    <a:pt x="16287" y="4915"/>
                  </a:lnTo>
                  <a:lnTo>
                    <a:pt x="16360" y="4842"/>
                  </a:lnTo>
                  <a:lnTo>
                    <a:pt x="16360" y="4732"/>
                  </a:lnTo>
                  <a:lnTo>
                    <a:pt x="16324" y="4622"/>
                  </a:lnTo>
                  <a:lnTo>
                    <a:pt x="16250" y="4512"/>
                  </a:lnTo>
                  <a:lnTo>
                    <a:pt x="16067" y="4329"/>
                  </a:lnTo>
                  <a:lnTo>
                    <a:pt x="15590" y="4035"/>
                  </a:lnTo>
                  <a:lnTo>
                    <a:pt x="14526" y="3265"/>
                  </a:lnTo>
                  <a:lnTo>
                    <a:pt x="12435" y="1724"/>
                  </a:lnTo>
                  <a:lnTo>
                    <a:pt x="11445" y="1027"/>
                  </a:lnTo>
                  <a:lnTo>
                    <a:pt x="10454" y="330"/>
                  </a:lnTo>
                  <a:lnTo>
                    <a:pt x="10124" y="147"/>
                  </a:lnTo>
                  <a:lnTo>
                    <a:pt x="9794" y="37"/>
                  </a:lnTo>
                  <a:lnTo>
                    <a:pt x="9611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4" name="Google Shape;302;p5">
              <a:extLst>
                <a:ext uri="{FF2B5EF4-FFF2-40B4-BE49-F238E27FC236}">
                  <a16:creationId xmlns:a16="http://schemas.microsoft.com/office/drawing/2014/main" id="{77C8C908-782A-4E0C-865E-6F7ADE9C1510}"/>
                </a:ext>
              </a:extLst>
            </p:cNvPr>
            <p:cNvSpPr/>
            <p:nvPr/>
          </p:nvSpPr>
          <p:spPr>
            <a:xfrm>
              <a:off x="6855475" y="1544725"/>
              <a:ext cx="444800" cy="353100"/>
            </a:xfrm>
            <a:custGeom>
              <a:avLst/>
              <a:gdLst/>
              <a:ahLst/>
              <a:cxnLst/>
              <a:rect l="l" t="t" r="r" b="b"/>
              <a:pathLst>
                <a:path w="17792" h="14124" extrusionOk="0">
                  <a:moveTo>
                    <a:pt x="10565" y="2275"/>
                  </a:moveTo>
                  <a:lnTo>
                    <a:pt x="10785" y="2312"/>
                  </a:lnTo>
                  <a:lnTo>
                    <a:pt x="11189" y="2422"/>
                  </a:lnTo>
                  <a:lnTo>
                    <a:pt x="11555" y="2605"/>
                  </a:lnTo>
                  <a:lnTo>
                    <a:pt x="11445" y="2605"/>
                  </a:lnTo>
                  <a:lnTo>
                    <a:pt x="10638" y="2899"/>
                  </a:lnTo>
                  <a:lnTo>
                    <a:pt x="9868" y="3192"/>
                  </a:lnTo>
                  <a:lnTo>
                    <a:pt x="9245" y="3449"/>
                  </a:lnTo>
                  <a:lnTo>
                    <a:pt x="8584" y="3706"/>
                  </a:lnTo>
                  <a:lnTo>
                    <a:pt x="7961" y="4036"/>
                  </a:lnTo>
                  <a:lnTo>
                    <a:pt x="7667" y="4219"/>
                  </a:lnTo>
                  <a:lnTo>
                    <a:pt x="7410" y="4439"/>
                  </a:lnTo>
                  <a:lnTo>
                    <a:pt x="7631" y="4073"/>
                  </a:lnTo>
                  <a:lnTo>
                    <a:pt x="7887" y="3743"/>
                  </a:lnTo>
                  <a:lnTo>
                    <a:pt x="8144" y="3412"/>
                  </a:lnTo>
                  <a:lnTo>
                    <a:pt x="8438" y="3156"/>
                  </a:lnTo>
                  <a:lnTo>
                    <a:pt x="8768" y="2899"/>
                  </a:lnTo>
                  <a:lnTo>
                    <a:pt x="9098" y="2679"/>
                  </a:lnTo>
                  <a:lnTo>
                    <a:pt x="9501" y="2495"/>
                  </a:lnTo>
                  <a:lnTo>
                    <a:pt x="9905" y="2349"/>
                  </a:lnTo>
                  <a:lnTo>
                    <a:pt x="10125" y="2312"/>
                  </a:lnTo>
                  <a:lnTo>
                    <a:pt x="10345" y="2275"/>
                  </a:lnTo>
                  <a:close/>
                  <a:moveTo>
                    <a:pt x="1285" y="2129"/>
                  </a:moveTo>
                  <a:lnTo>
                    <a:pt x="1248" y="2165"/>
                  </a:lnTo>
                  <a:lnTo>
                    <a:pt x="1101" y="2275"/>
                  </a:lnTo>
                  <a:lnTo>
                    <a:pt x="991" y="2422"/>
                  </a:lnTo>
                  <a:lnTo>
                    <a:pt x="808" y="2715"/>
                  </a:lnTo>
                  <a:lnTo>
                    <a:pt x="588" y="2605"/>
                  </a:lnTo>
                  <a:lnTo>
                    <a:pt x="441" y="2422"/>
                  </a:lnTo>
                  <a:lnTo>
                    <a:pt x="258" y="2239"/>
                  </a:lnTo>
                  <a:lnTo>
                    <a:pt x="184" y="2202"/>
                  </a:lnTo>
                  <a:lnTo>
                    <a:pt x="111" y="2202"/>
                  </a:lnTo>
                  <a:lnTo>
                    <a:pt x="37" y="2239"/>
                  </a:lnTo>
                  <a:lnTo>
                    <a:pt x="1" y="2312"/>
                  </a:lnTo>
                  <a:lnTo>
                    <a:pt x="1" y="2495"/>
                  </a:lnTo>
                  <a:lnTo>
                    <a:pt x="74" y="2642"/>
                  </a:lnTo>
                  <a:lnTo>
                    <a:pt x="147" y="2789"/>
                  </a:lnTo>
                  <a:lnTo>
                    <a:pt x="258" y="2936"/>
                  </a:lnTo>
                  <a:lnTo>
                    <a:pt x="404" y="3046"/>
                  </a:lnTo>
                  <a:lnTo>
                    <a:pt x="588" y="3119"/>
                  </a:lnTo>
                  <a:lnTo>
                    <a:pt x="294" y="3706"/>
                  </a:lnTo>
                  <a:lnTo>
                    <a:pt x="74" y="4293"/>
                  </a:lnTo>
                  <a:lnTo>
                    <a:pt x="74" y="4403"/>
                  </a:lnTo>
                  <a:lnTo>
                    <a:pt x="74" y="4476"/>
                  </a:lnTo>
                  <a:lnTo>
                    <a:pt x="147" y="4549"/>
                  </a:lnTo>
                  <a:lnTo>
                    <a:pt x="221" y="4586"/>
                  </a:lnTo>
                  <a:lnTo>
                    <a:pt x="294" y="4623"/>
                  </a:lnTo>
                  <a:lnTo>
                    <a:pt x="368" y="4586"/>
                  </a:lnTo>
                  <a:lnTo>
                    <a:pt x="441" y="4549"/>
                  </a:lnTo>
                  <a:lnTo>
                    <a:pt x="514" y="4476"/>
                  </a:lnTo>
                  <a:lnTo>
                    <a:pt x="991" y="3339"/>
                  </a:lnTo>
                  <a:lnTo>
                    <a:pt x="1248" y="2789"/>
                  </a:lnTo>
                  <a:lnTo>
                    <a:pt x="1321" y="2495"/>
                  </a:lnTo>
                  <a:lnTo>
                    <a:pt x="1395" y="2202"/>
                  </a:lnTo>
                  <a:lnTo>
                    <a:pt x="1358" y="2165"/>
                  </a:lnTo>
                  <a:lnTo>
                    <a:pt x="1321" y="2129"/>
                  </a:lnTo>
                  <a:close/>
                  <a:moveTo>
                    <a:pt x="11702" y="2715"/>
                  </a:moveTo>
                  <a:lnTo>
                    <a:pt x="11959" y="2936"/>
                  </a:lnTo>
                  <a:lnTo>
                    <a:pt x="12142" y="3156"/>
                  </a:lnTo>
                  <a:lnTo>
                    <a:pt x="12216" y="3266"/>
                  </a:lnTo>
                  <a:lnTo>
                    <a:pt x="11812" y="3412"/>
                  </a:lnTo>
                  <a:lnTo>
                    <a:pt x="11445" y="3559"/>
                  </a:lnTo>
                  <a:lnTo>
                    <a:pt x="9758" y="4183"/>
                  </a:lnTo>
                  <a:lnTo>
                    <a:pt x="8254" y="4770"/>
                  </a:lnTo>
                  <a:lnTo>
                    <a:pt x="7484" y="5100"/>
                  </a:lnTo>
                  <a:lnTo>
                    <a:pt x="7117" y="5283"/>
                  </a:lnTo>
                  <a:lnTo>
                    <a:pt x="6787" y="5503"/>
                  </a:lnTo>
                  <a:lnTo>
                    <a:pt x="7337" y="4549"/>
                  </a:lnTo>
                  <a:lnTo>
                    <a:pt x="7374" y="4549"/>
                  </a:lnTo>
                  <a:lnTo>
                    <a:pt x="8364" y="4073"/>
                  </a:lnTo>
                  <a:lnTo>
                    <a:pt x="9355" y="3632"/>
                  </a:lnTo>
                  <a:lnTo>
                    <a:pt x="11409" y="2862"/>
                  </a:lnTo>
                  <a:lnTo>
                    <a:pt x="11445" y="2936"/>
                  </a:lnTo>
                  <a:lnTo>
                    <a:pt x="11519" y="2972"/>
                  </a:lnTo>
                  <a:lnTo>
                    <a:pt x="11592" y="3009"/>
                  </a:lnTo>
                  <a:lnTo>
                    <a:pt x="11666" y="2972"/>
                  </a:lnTo>
                  <a:lnTo>
                    <a:pt x="11739" y="2899"/>
                  </a:lnTo>
                  <a:lnTo>
                    <a:pt x="11739" y="2789"/>
                  </a:lnTo>
                  <a:lnTo>
                    <a:pt x="11702" y="2715"/>
                  </a:lnTo>
                  <a:close/>
                  <a:moveTo>
                    <a:pt x="12326" y="3522"/>
                  </a:moveTo>
                  <a:lnTo>
                    <a:pt x="12399" y="3596"/>
                  </a:lnTo>
                  <a:lnTo>
                    <a:pt x="12436" y="3596"/>
                  </a:lnTo>
                  <a:lnTo>
                    <a:pt x="12583" y="3926"/>
                  </a:lnTo>
                  <a:lnTo>
                    <a:pt x="12546" y="3926"/>
                  </a:lnTo>
                  <a:lnTo>
                    <a:pt x="12473" y="3963"/>
                  </a:lnTo>
                  <a:lnTo>
                    <a:pt x="12289" y="4109"/>
                  </a:lnTo>
                  <a:lnTo>
                    <a:pt x="12106" y="4219"/>
                  </a:lnTo>
                  <a:lnTo>
                    <a:pt x="11702" y="4403"/>
                  </a:lnTo>
                  <a:lnTo>
                    <a:pt x="11262" y="4586"/>
                  </a:lnTo>
                  <a:lnTo>
                    <a:pt x="10822" y="4733"/>
                  </a:lnTo>
                  <a:lnTo>
                    <a:pt x="9941" y="5026"/>
                  </a:lnTo>
                  <a:lnTo>
                    <a:pt x="9061" y="5393"/>
                  </a:lnTo>
                  <a:lnTo>
                    <a:pt x="8217" y="5723"/>
                  </a:lnTo>
                  <a:lnTo>
                    <a:pt x="7374" y="6127"/>
                  </a:lnTo>
                  <a:lnTo>
                    <a:pt x="6750" y="6384"/>
                  </a:lnTo>
                  <a:lnTo>
                    <a:pt x="6420" y="6567"/>
                  </a:lnTo>
                  <a:lnTo>
                    <a:pt x="6090" y="6750"/>
                  </a:lnTo>
                  <a:lnTo>
                    <a:pt x="6310" y="6384"/>
                  </a:lnTo>
                  <a:lnTo>
                    <a:pt x="6677" y="5650"/>
                  </a:lnTo>
                  <a:lnTo>
                    <a:pt x="7410" y="5467"/>
                  </a:lnTo>
                  <a:lnTo>
                    <a:pt x="8107" y="5173"/>
                  </a:lnTo>
                  <a:lnTo>
                    <a:pt x="9465" y="4623"/>
                  </a:lnTo>
                  <a:lnTo>
                    <a:pt x="10932" y="4073"/>
                  </a:lnTo>
                  <a:lnTo>
                    <a:pt x="11629" y="3816"/>
                  </a:lnTo>
                  <a:lnTo>
                    <a:pt x="12326" y="3522"/>
                  </a:lnTo>
                  <a:close/>
                  <a:moveTo>
                    <a:pt x="5100" y="8401"/>
                  </a:moveTo>
                  <a:lnTo>
                    <a:pt x="4989" y="8438"/>
                  </a:lnTo>
                  <a:lnTo>
                    <a:pt x="4953" y="8474"/>
                  </a:lnTo>
                  <a:lnTo>
                    <a:pt x="4953" y="8511"/>
                  </a:lnTo>
                  <a:lnTo>
                    <a:pt x="4916" y="8768"/>
                  </a:lnTo>
                  <a:lnTo>
                    <a:pt x="4879" y="8988"/>
                  </a:lnTo>
                  <a:lnTo>
                    <a:pt x="4879" y="9245"/>
                  </a:lnTo>
                  <a:lnTo>
                    <a:pt x="4916" y="9355"/>
                  </a:lnTo>
                  <a:lnTo>
                    <a:pt x="4989" y="9465"/>
                  </a:lnTo>
                  <a:lnTo>
                    <a:pt x="5026" y="9501"/>
                  </a:lnTo>
                  <a:lnTo>
                    <a:pt x="5173" y="9501"/>
                  </a:lnTo>
                  <a:lnTo>
                    <a:pt x="5210" y="9465"/>
                  </a:lnTo>
                  <a:lnTo>
                    <a:pt x="5283" y="9391"/>
                  </a:lnTo>
                  <a:lnTo>
                    <a:pt x="5320" y="9281"/>
                  </a:lnTo>
                  <a:lnTo>
                    <a:pt x="5320" y="9061"/>
                  </a:lnTo>
                  <a:lnTo>
                    <a:pt x="5320" y="8768"/>
                  </a:lnTo>
                  <a:lnTo>
                    <a:pt x="5283" y="8511"/>
                  </a:lnTo>
                  <a:lnTo>
                    <a:pt x="5246" y="8474"/>
                  </a:lnTo>
                  <a:lnTo>
                    <a:pt x="5210" y="8438"/>
                  </a:lnTo>
                  <a:lnTo>
                    <a:pt x="5100" y="8401"/>
                  </a:lnTo>
                  <a:close/>
                  <a:moveTo>
                    <a:pt x="5210" y="9685"/>
                  </a:moveTo>
                  <a:lnTo>
                    <a:pt x="5136" y="9722"/>
                  </a:lnTo>
                  <a:lnTo>
                    <a:pt x="5063" y="9758"/>
                  </a:lnTo>
                  <a:lnTo>
                    <a:pt x="5026" y="9795"/>
                  </a:lnTo>
                  <a:lnTo>
                    <a:pt x="4989" y="9905"/>
                  </a:lnTo>
                  <a:lnTo>
                    <a:pt x="4989" y="9978"/>
                  </a:lnTo>
                  <a:lnTo>
                    <a:pt x="4916" y="10308"/>
                  </a:lnTo>
                  <a:lnTo>
                    <a:pt x="4916" y="10639"/>
                  </a:lnTo>
                  <a:lnTo>
                    <a:pt x="4953" y="10749"/>
                  </a:lnTo>
                  <a:lnTo>
                    <a:pt x="4989" y="10785"/>
                  </a:lnTo>
                  <a:lnTo>
                    <a:pt x="5063" y="10822"/>
                  </a:lnTo>
                  <a:lnTo>
                    <a:pt x="5173" y="10822"/>
                  </a:lnTo>
                  <a:lnTo>
                    <a:pt x="5246" y="10785"/>
                  </a:lnTo>
                  <a:lnTo>
                    <a:pt x="5283" y="10749"/>
                  </a:lnTo>
                  <a:lnTo>
                    <a:pt x="5283" y="10639"/>
                  </a:lnTo>
                  <a:lnTo>
                    <a:pt x="5283" y="10272"/>
                  </a:lnTo>
                  <a:lnTo>
                    <a:pt x="5356" y="9905"/>
                  </a:lnTo>
                  <a:lnTo>
                    <a:pt x="5356" y="9832"/>
                  </a:lnTo>
                  <a:lnTo>
                    <a:pt x="5320" y="9758"/>
                  </a:lnTo>
                  <a:lnTo>
                    <a:pt x="5283" y="9722"/>
                  </a:lnTo>
                  <a:lnTo>
                    <a:pt x="5210" y="9685"/>
                  </a:lnTo>
                  <a:close/>
                  <a:moveTo>
                    <a:pt x="14600" y="9501"/>
                  </a:moveTo>
                  <a:lnTo>
                    <a:pt x="14563" y="9575"/>
                  </a:lnTo>
                  <a:lnTo>
                    <a:pt x="14490" y="9868"/>
                  </a:lnTo>
                  <a:lnTo>
                    <a:pt x="14417" y="10125"/>
                  </a:lnTo>
                  <a:lnTo>
                    <a:pt x="14380" y="10712"/>
                  </a:lnTo>
                  <a:lnTo>
                    <a:pt x="14417" y="10785"/>
                  </a:lnTo>
                  <a:lnTo>
                    <a:pt x="14453" y="10859"/>
                  </a:lnTo>
                  <a:lnTo>
                    <a:pt x="14527" y="10895"/>
                  </a:lnTo>
                  <a:lnTo>
                    <a:pt x="14600" y="10932"/>
                  </a:lnTo>
                  <a:lnTo>
                    <a:pt x="14673" y="10932"/>
                  </a:lnTo>
                  <a:lnTo>
                    <a:pt x="14747" y="10895"/>
                  </a:lnTo>
                  <a:lnTo>
                    <a:pt x="14783" y="10859"/>
                  </a:lnTo>
                  <a:lnTo>
                    <a:pt x="14820" y="10785"/>
                  </a:lnTo>
                  <a:lnTo>
                    <a:pt x="14820" y="10639"/>
                  </a:lnTo>
                  <a:lnTo>
                    <a:pt x="14820" y="10088"/>
                  </a:lnTo>
                  <a:lnTo>
                    <a:pt x="14820" y="9832"/>
                  </a:lnTo>
                  <a:lnTo>
                    <a:pt x="14747" y="9575"/>
                  </a:lnTo>
                  <a:lnTo>
                    <a:pt x="14710" y="9501"/>
                  </a:lnTo>
                  <a:close/>
                  <a:moveTo>
                    <a:pt x="12729" y="4183"/>
                  </a:moveTo>
                  <a:lnTo>
                    <a:pt x="12986" y="4880"/>
                  </a:lnTo>
                  <a:lnTo>
                    <a:pt x="12766" y="4990"/>
                  </a:lnTo>
                  <a:lnTo>
                    <a:pt x="12509" y="5100"/>
                  </a:lnTo>
                  <a:lnTo>
                    <a:pt x="12032" y="5320"/>
                  </a:lnTo>
                  <a:lnTo>
                    <a:pt x="10969" y="5833"/>
                  </a:lnTo>
                  <a:lnTo>
                    <a:pt x="9978" y="6310"/>
                  </a:lnTo>
                  <a:lnTo>
                    <a:pt x="8988" y="6714"/>
                  </a:lnTo>
                  <a:lnTo>
                    <a:pt x="8071" y="7007"/>
                  </a:lnTo>
                  <a:lnTo>
                    <a:pt x="7117" y="7301"/>
                  </a:lnTo>
                  <a:lnTo>
                    <a:pt x="6677" y="7484"/>
                  </a:lnTo>
                  <a:lnTo>
                    <a:pt x="6237" y="7704"/>
                  </a:lnTo>
                  <a:lnTo>
                    <a:pt x="5796" y="7924"/>
                  </a:lnTo>
                  <a:lnTo>
                    <a:pt x="5430" y="8218"/>
                  </a:lnTo>
                  <a:lnTo>
                    <a:pt x="5393" y="8254"/>
                  </a:lnTo>
                  <a:lnTo>
                    <a:pt x="5393" y="8291"/>
                  </a:lnTo>
                  <a:lnTo>
                    <a:pt x="5430" y="8328"/>
                  </a:lnTo>
                  <a:lnTo>
                    <a:pt x="5466" y="8328"/>
                  </a:lnTo>
                  <a:lnTo>
                    <a:pt x="6420" y="7961"/>
                  </a:lnTo>
                  <a:lnTo>
                    <a:pt x="7337" y="7594"/>
                  </a:lnTo>
                  <a:lnTo>
                    <a:pt x="8364" y="7264"/>
                  </a:lnTo>
                  <a:lnTo>
                    <a:pt x="9391" y="6897"/>
                  </a:lnTo>
                  <a:lnTo>
                    <a:pt x="10345" y="6530"/>
                  </a:lnTo>
                  <a:lnTo>
                    <a:pt x="11262" y="6090"/>
                  </a:lnTo>
                  <a:lnTo>
                    <a:pt x="12326" y="5577"/>
                  </a:lnTo>
                  <a:lnTo>
                    <a:pt x="12729" y="5393"/>
                  </a:lnTo>
                  <a:lnTo>
                    <a:pt x="12913" y="5283"/>
                  </a:lnTo>
                  <a:lnTo>
                    <a:pt x="13133" y="5210"/>
                  </a:lnTo>
                  <a:lnTo>
                    <a:pt x="13169" y="5356"/>
                  </a:lnTo>
                  <a:lnTo>
                    <a:pt x="13426" y="5870"/>
                  </a:lnTo>
                  <a:lnTo>
                    <a:pt x="13390" y="5870"/>
                  </a:lnTo>
                  <a:lnTo>
                    <a:pt x="13353" y="5797"/>
                  </a:lnTo>
                  <a:lnTo>
                    <a:pt x="13280" y="5760"/>
                  </a:lnTo>
                  <a:lnTo>
                    <a:pt x="13206" y="5723"/>
                  </a:lnTo>
                  <a:lnTo>
                    <a:pt x="13133" y="5760"/>
                  </a:lnTo>
                  <a:lnTo>
                    <a:pt x="12216" y="6237"/>
                  </a:lnTo>
                  <a:lnTo>
                    <a:pt x="11299" y="6677"/>
                  </a:lnTo>
                  <a:lnTo>
                    <a:pt x="10345" y="7081"/>
                  </a:lnTo>
                  <a:lnTo>
                    <a:pt x="9428" y="7484"/>
                  </a:lnTo>
                  <a:lnTo>
                    <a:pt x="8474" y="7851"/>
                  </a:lnTo>
                  <a:lnTo>
                    <a:pt x="7520" y="8181"/>
                  </a:lnTo>
                  <a:lnTo>
                    <a:pt x="6640" y="8474"/>
                  </a:lnTo>
                  <a:lnTo>
                    <a:pt x="6163" y="8658"/>
                  </a:lnTo>
                  <a:lnTo>
                    <a:pt x="5980" y="8768"/>
                  </a:lnTo>
                  <a:lnTo>
                    <a:pt x="5760" y="8878"/>
                  </a:lnTo>
                  <a:lnTo>
                    <a:pt x="5760" y="8915"/>
                  </a:lnTo>
                  <a:lnTo>
                    <a:pt x="5760" y="8951"/>
                  </a:lnTo>
                  <a:lnTo>
                    <a:pt x="6273" y="8951"/>
                  </a:lnTo>
                  <a:lnTo>
                    <a:pt x="6713" y="8805"/>
                  </a:lnTo>
                  <a:lnTo>
                    <a:pt x="7631" y="8511"/>
                  </a:lnTo>
                  <a:lnTo>
                    <a:pt x="8621" y="8144"/>
                  </a:lnTo>
                  <a:lnTo>
                    <a:pt x="9611" y="7777"/>
                  </a:lnTo>
                  <a:lnTo>
                    <a:pt x="10528" y="7411"/>
                  </a:lnTo>
                  <a:lnTo>
                    <a:pt x="11409" y="7007"/>
                  </a:lnTo>
                  <a:lnTo>
                    <a:pt x="12289" y="6604"/>
                  </a:lnTo>
                  <a:lnTo>
                    <a:pt x="13133" y="6163"/>
                  </a:lnTo>
                  <a:lnTo>
                    <a:pt x="13206" y="6200"/>
                  </a:lnTo>
                  <a:lnTo>
                    <a:pt x="13316" y="6200"/>
                  </a:lnTo>
                  <a:lnTo>
                    <a:pt x="13390" y="6163"/>
                  </a:lnTo>
                  <a:lnTo>
                    <a:pt x="13463" y="6090"/>
                  </a:lnTo>
                  <a:lnTo>
                    <a:pt x="13500" y="6053"/>
                  </a:lnTo>
                  <a:lnTo>
                    <a:pt x="13866" y="6714"/>
                  </a:lnTo>
                  <a:lnTo>
                    <a:pt x="13646" y="6787"/>
                  </a:lnTo>
                  <a:lnTo>
                    <a:pt x="13463" y="6860"/>
                  </a:lnTo>
                  <a:lnTo>
                    <a:pt x="12913" y="7081"/>
                  </a:lnTo>
                  <a:lnTo>
                    <a:pt x="12399" y="7337"/>
                  </a:lnTo>
                  <a:lnTo>
                    <a:pt x="11225" y="7961"/>
                  </a:lnTo>
                  <a:lnTo>
                    <a:pt x="10675" y="8254"/>
                  </a:lnTo>
                  <a:lnTo>
                    <a:pt x="10052" y="8548"/>
                  </a:lnTo>
                  <a:lnTo>
                    <a:pt x="9428" y="8768"/>
                  </a:lnTo>
                  <a:lnTo>
                    <a:pt x="8804" y="8951"/>
                  </a:lnTo>
                  <a:lnTo>
                    <a:pt x="7520" y="9318"/>
                  </a:lnTo>
                  <a:lnTo>
                    <a:pt x="6200" y="9722"/>
                  </a:lnTo>
                  <a:lnTo>
                    <a:pt x="5796" y="9868"/>
                  </a:lnTo>
                  <a:lnTo>
                    <a:pt x="5650" y="10015"/>
                  </a:lnTo>
                  <a:lnTo>
                    <a:pt x="5576" y="10052"/>
                  </a:lnTo>
                  <a:lnTo>
                    <a:pt x="5576" y="10015"/>
                  </a:lnTo>
                  <a:lnTo>
                    <a:pt x="5540" y="9978"/>
                  </a:lnTo>
                  <a:lnTo>
                    <a:pt x="5540" y="10015"/>
                  </a:lnTo>
                  <a:lnTo>
                    <a:pt x="5503" y="10088"/>
                  </a:lnTo>
                  <a:lnTo>
                    <a:pt x="5503" y="10198"/>
                  </a:lnTo>
                  <a:lnTo>
                    <a:pt x="5540" y="10235"/>
                  </a:lnTo>
                  <a:lnTo>
                    <a:pt x="5576" y="10235"/>
                  </a:lnTo>
                  <a:lnTo>
                    <a:pt x="5796" y="10125"/>
                  </a:lnTo>
                  <a:lnTo>
                    <a:pt x="6017" y="10052"/>
                  </a:lnTo>
                  <a:lnTo>
                    <a:pt x="6530" y="9942"/>
                  </a:lnTo>
                  <a:lnTo>
                    <a:pt x="7704" y="9575"/>
                  </a:lnTo>
                  <a:lnTo>
                    <a:pt x="8878" y="9281"/>
                  </a:lnTo>
                  <a:lnTo>
                    <a:pt x="9465" y="9098"/>
                  </a:lnTo>
                  <a:lnTo>
                    <a:pt x="10015" y="8878"/>
                  </a:lnTo>
                  <a:lnTo>
                    <a:pt x="10528" y="8695"/>
                  </a:lnTo>
                  <a:lnTo>
                    <a:pt x="11005" y="8438"/>
                  </a:lnTo>
                  <a:lnTo>
                    <a:pt x="11959" y="7924"/>
                  </a:lnTo>
                  <a:lnTo>
                    <a:pt x="12473" y="7667"/>
                  </a:lnTo>
                  <a:lnTo>
                    <a:pt x="12986" y="7411"/>
                  </a:lnTo>
                  <a:lnTo>
                    <a:pt x="13573" y="7191"/>
                  </a:lnTo>
                  <a:lnTo>
                    <a:pt x="13756" y="7117"/>
                  </a:lnTo>
                  <a:lnTo>
                    <a:pt x="14013" y="7044"/>
                  </a:lnTo>
                  <a:lnTo>
                    <a:pt x="14050" y="7081"/>
                  </a:lnTo>
                  <a:lnTo>
                    <a:pt x="14160" y="7081"/>
                  </a:lnTo>
                  <a:lnTo>
                    <a:pt x="14197" y="7191"/>
                  </a:lnTo>
                  <a:lnTo>
                    <a:pt x="13830" y="7374"/>
                  </a:lnTo>
                  <a:lnTo>
                    <a:pt x="13500" y="7594"/>
                  </a:lnTo>
                  <a:lnTo>
                    <a:pt x="12436" y="8218"/>
                  </a:lnTo>
                  <a:lnTo>
                    <a:pt x="11335" y="8768"/>
                  </a:lnTo>
                  <a:lnTo>
                    <a:pt x="10198" y="9245"/>
                  </a:lnTo>
                  <a:lnTo>
                    <a:pt x="9061" y="9685"/>
                  </a:lnTo>
                  <a:lnTo>
                    <a:pt x="7887" y="10088"/>
                  </a:lnTo>
                  <a:lnTo>
                    <a:pt x="6750" y="10455"/>
                  </a:lnTo>
                  <a:lnTo>
                    <a:pt x="6200" y="10639"/>
                  </a:lnTo>
                  <a:lnTo>
                    <a:pt x="5906" y="10749"/>
                  </a:lnTo>
                  <a:lnTo>
                    <a:pt x="5650" y="10895"/>
                  </a:lnTo>
                  <a:lnTo>
                    <a:pt x="5613" y="10932"/>
                  </a:lnTo>
                  <a:lnTo>
                    <a:pt x="5613" y="10969"/>
                  </a:lnTo>
                  <a:lnTo>
                    <a:pt x="5613" y="11005"/>
                  </a:lnTo>
                  <a:lnTo>
                    <a:pt x="5686" y="11042"/>
                  </a:lnTo>
                  <a:lnTo>
                    <a:pt x="5943" y="11005"/>
                  </a:lnTo>
                  <a:lnTo>
                    <a:pt x="6200" y="10969"/>
                  </a:lnTo>
                  <a:lnTo>
                    <a:pt x="6713" y="10822"/>
                  </a:lnTo>
                  <a:lnTo>
                    <a:pt x="7337" y="10602"/>
                  </a:lnTo>
                  <a:lnTo>
                    <a:pt x="7961" y="10419"/>
                  </a:lnTo>
                  <a:lnTo>
                    <a:pt x="9208" y="10015"/>
                  </a:lnTo>
                  <a:lnTo>
                    <a:pt x="10418" y="9538"/>
                  </a:lnTo>
                  <a:lnTo>
                    <a:pt x="11445" y="9061"/>
                  </a:lnTo>
                  <a:lnTo>
                    <a:pt x="12473" y="8584"/>
                  </a:lnTo>
                  <a:lnTo>
                    <a:pt x="13573" y="7961"/>
                  </a:lnTo>
                  <a:lnTo>
                    <a:pt x="14013" y="7741"/>
                  </a:lnTo>
                  <a:lnTo>
                    <a:pt x="14233" y="7594"/>
                  </a:lnTo>
                  <a:lnTo>
                    <a:pt x="14417" y="7447"/>
                  </a:lnTo>
                  <a:lnTo>
                    <a:pt x="14527" y="7594"/>
                  </a:lnTo>
                  <a:lnTo>
                    <a:pt x="14527" y="7631"/>
                  </a:lnTo>
                  <a:lnTo>
                    <a:pt x="14417" y="7961"/>
                  </a:lnTo>
                  <a:lnTo>
                    <a:pt x="14417" y="8328"/>
                  </a:lnTo>
                  <a:lnTo>
                    <a:pt x="14343" y="8254"/>
                  </a:lnTo>
                  <a:lnTo>
                    <a:pt x="14233" y="8254"/>
                  </a:lnTo>
                  <a:lnTo>
                    <a:pt x="13830" y="8438"/>
                  </a:lnTo>
                  <a:lnTo>
                    <a:pt x="13426" y="8658"/>
                  </a:lnTo>
                  <a:lnTo>
                    <a:pt x="12693" y="9135"/>
                  </a:lnTo>
                  <a:lnTo>
                    <a:pt x="12252" y="9428"/>
                  </a:lnTo>
                  <a:lnTo>
                    <a:pt x="11776" y="9685"/>
                  </a:lnTo>
                  <a:lnTo>
                    <a:pt x="11299" y="9942"/>
                  </a:lnTo>
                  <a:lnTo>
                    <a:pt x="10822" y="10125"/>
                  </a:lnTo>
                  <a:lnTo>
                    <a:pt x="8658" y="10822"/>
                  </a:lnTo>
                  <a:lnTo>
                    <a:pt x="7741" y="11115"/>
                  </a:lnTo>
                  <a:lnTo>
                    <a:pt x="7300" y="11262"/>
                  </a:lnTo>
                  <a:lnTo>
                    <a:pt x="6860" y="11446"/>
                  </a:lnTo>
                  <a:lnTo>
                    <a:pt x="5283" y="11409"/>
                  </a:lnTo>
                  <a:lnTo>
                    <a:pt x="5246" y="11189"/>
                  </a:lnTo>
                  <a:lnTo>
                    <a:pt x="5173" y="11115"/>
                  </a:lnTo>
                  <a:lnTo>
                    <a:pt x="5026" y="11115"/>
                  </a:lnTo>
                  <a:lnTo>
                    <a:pt x="4989" y="11189"/>
                  </a:lnTo>
                  <a:lnTo>
                    <a:pt x="4953" y="11409"/>
                  </a:lnTo>
                  <a:lnTo>
                    <a:pt x="4182" y="11336"/>
                  </a:lnTo>
                  <a:lnTo>
                    <a:pt x="3816" y="11336"/>
                  </a:lnTo>
                  <a:lnTo>
                    <a:pt x="3412" y="11372"/>
                  </a:lnTo>
                  <a:lnTo>
                    <a:pt x="3119" y="11409"/>
                  </a:lnTo>
                  <a:lnTo>
                    <a:pt x="2862" y="11556"/>
                  </a:lnTo>
                  <a:lnTo>
                    <a:pt x="2825" y="11005"/>
                  </a:lnTo>
                  <a:lnTo>
                    <a:pt x="2715" y="9428"/>
                  </a:lnTo>
                  <a:lnTo>
                    <a:pt x="2715" y="9171"/>
                  </a:lnTo>
                  <a:lnTo>
                    <a:pt x="2972" y="9171"/>
                  </a:lnTo>
                  <a:lnTo>
                    <a:pt x="3265" y="9135"/>
                  </a:lnTo>
                  <a:lnTo>
                    <a:pt x="3522" y="9061"/>
                  </a:lnTo>
                  <a:lnTo>
                    <a:pt x="3779" y="8988"/>
                  </a:lnTo>
                  <a:lnTo>
                    <a:pt x="4036" y="8841"/>
                  </a:lnTo>
                  <a:lnTo>
                    <a:pt x="4293" y="8695"/>
                  </a:lnTo>
                  <a:lnTo>
                    <a:pt x="4733" y="8401"/>
                  </a:lnTo>
                  <a:lnTo>
                    <a:pt x="5063" y="8108"/>
                  </a:lnTo>
                  <a:lnTo>
                    <a:pt x="5356" y="7777"/>
                  </a:lnTo>
                  <a:lnTo>
                    <a:pt x="5613" y="7447"/>
                  </a:lnTo>
                  <a:lnTo>
                    <a:pt x="5870" y="7117"/>
                  </a:lnTo>
                  <a:lnTo>
                    <a:pt x="6273" y="7007"/>
                  </a:lnTo>
                  <a:lnTo>
                    <a:pt x="6640" y="6824"/>
                  </a:lnTo>
                  <a:lnTo>
                    <a:pt x="7410" y="6420"/>
                  </a:lnTo>
                  <a:lnTo>
                    <a:pt x="8401" y="5980"/>
                  </a:lnTo>
                  <a:lnTo>
                    <a:pt x="9355" y="5577"/>
                  </a:lnTo>
                  <a:lnTo>
                    <a:pt x="10308" y="5246"/>
                  </a:lnTo>
                  <a:lnTo>
                    <a:pt x="11262" y="4880"/>
                  </a:lnTo>
                  <a:lnTo>
                    <a:pt x="12032" y="4623"/>
                  </a:lnTo>
                  <a:lnTo>
                    <a:pt x="12436" y="4403"/>
                  </a:lnTo>
                  <a:lnTo>
                    <a:pt x="12619" y="4219"/>
                  </a:lnTo>
                  <a:lnTo>
                    <a:pt x="12729" y="4183"/>
                  </a:lnTo>
                  <a:close/>
                  <a:moveTo>
                    <a:pt x="2385" y="1"/>
                  </a:moveTo>
                  <a:lnTo>
                    <a:pt x="2238" y="38"/>
                  </a:lnTo>
                  <a:lnTo>
                    <a:pt x="2202" y="74"/>
                  </a:lnTo>
                  <a:lnTo>
                    <a:pt x="2165" y="111"/>
                  </a:lnTo>
                  <a:lnTo>
                    <a:pt x="2055" y="368"/>
                  </a:lnTo>
                  <a:lnTo>
                    <a:pt x="1982" y="515"/>
                  </a:lnTo>
                  <a:lnTo>
                    <a:pt x="1578" y="1432"/>
                  </a:lnTo>
                  <a:lnTo>
                    <a:pt x="1541" y="1542"/>
                  </a:lnTo>
                  <a:lnTo>
                    <a:pt x="1578" y="1615"/>
                  </a:lnTo>
                  <a:lnTo>
                    <a:pt x="1615" y="1688"/>
                  </a:lnTo>
                  <a:lnTo>
                    <a:pt x="1688" y="1762"/>
                  </a:lnTo>
                  <a:lnTo>
                    <a:pt x="1761" y="1798"/>
                  </a:lnTo>
                  <a:lnTo>
                    <a:pt x="1835" y="1798"/>
                  </a:lnTo>
                  <a:lnTo>
                    <a:pt x="1908" y="1762"/>
                  </a:lnTo>
                  <a:lnTo>
                    <a:pt x="1982" y="1652"/>
                  </a:lnTo>
                  <a:lnTo>
                    <a:pt x="2128" y="1358"/>
                  </a:lnTo>
                  <a:lnTo>
                    <a:pt x="2092" y="2165"/>
                  </a:lnTo>
                  <a:lnTo>
                    <a:pt x="2092" y="2972"/>
                  </a:lnTo>
                  <a:lnTo>
                    <a:pt x="2055" y="4073"/>
                  </a:lnTo>
                  <a:lnTo>
                    <a:pt x="1982" y="4109"/>
                  </a:lnTo>
                  <a:lnTo>
                    <a:pt x="1835" y="4073"/>
                  </a:lnTo>
                  <a:lnTo>
                    <a:pt x="1725" y="3999"/>
                  </a:lnTo>
                  <a:lnTo>
                    <a:pt x="1615" y="3999"/>
                  </a:lnTo>
                  <a:lnTo>
                    <a:pt x="1541" y="4036"/>
                  </a:lnTo>
                  <a:lnTo>
                    <a:pt x="1505" y="4109"/>
                  </a:lnTo>
                  <a:lnTo>
                    <a:pt x="1541" y="4219"/>
                  </a:lnTo>
                  <a:lnTo>
                    <a:pt x="1651" y="4293"/>
                  </a:lnTo>
                  <a:lnTo>
                    <a:pt x="1761" y="4366"/>
                  </a:lnTo>
                  <a:lnTo>
                    <a:pt x="1908" y="4403"/>
                  </a:lnTo>
                  <a:lnTo>
                    <a:pt x="2055" y="4439"/>
                  </a:lnTo>
                  <a:lnTo>
                    <a:pt x="2055" y="5540"/>
                  </a:lnTo>
                  <a:lnTo>
                    <a:pt x="1908" y="5577"/>
                  </a:lnTo>
                  <a:lnTo>
                    <a:pt x="1651" y="5613"/>
                  </a:lnTo>
                  <a:lnTo>
                    <a:pt x="1615" y="5687"/>
                  </a:lnTo>
                  <a:lnTo>
                    <a:pt x="1541" y="5723"/>
                  </a:lnTo>
                  <a:lnTo>
                    <a:pt x="1541" y="5760"/>
                  </a:lnTo>
                  <a:lnTo>
                    <a:pt x="1505" y="5797"/>
                  </a:lnTo>
                  <a:lnTo>
                    <a:pt x="1541" y="5833"/>
                  </a:lnTo>
                  <a:lnTo>
                    <a:pt x="1578" y="5833"/>
                  </a:lnTo>
                  <a:lnTo>
                    <a:pt x="1651" y="5907"/>
                  </a:lnTo>
                  <a:lnTo>
                    <a:pt x="2055" y="5907"/>
                  </a:lnTo>
                  <a:lnTo>
                    <a:pt x="2092" y="6200"/>
                  </a:lnTo>
                  <a:lnTo>
                    <a:pt x="2092" y="7154"/>
                  </a:lnTo>
                  <a:lnTo>
                    <a:pt x="1835" y="7227"/>
                  </a:lnTo>
                  <a:lnTo>
                    <a:pt x="1541" y="7374"/>
                  </a:lnTo>
                  <a:lnTo>
                    <a:pt x="1505" y="7411"/>
                  </a:lnTo>
                  <a:lnTo>
                    <a:pt x="1505" y="7447"/>
                  </a:lnTo>
                  <a:lnTo>
                    <a:pt x="1541" y="7484"/>
                  </a:lnTo>
                  <a:lnTo>
                    <a:pt x="1578" y="7521"/>
                  </a:lnTo>
                  <a:lnTo>
                    <a:pt x="2092" y="7521"/>
                  </a:lnTo>
                  <a:lnTo>
                    <a:pt x="2165" y="8951"/>
                  </a:lnTo>
                  <a:lnTo>
                    <a:pt x="2165" y="8988"/>
                  </a:lnTo>
                  <a:lnTo>
                    <a:pt x="1982" y="8951"/>
                  </a:lnTo>
                  <a:lnTo>
                    <a:pt x="1578" y="8951"/>
                  </a:lnTo>
                  <a:lnTo>
                    <a:pt x="1505" y="8988"/>
                  </a:lnTo>
                  <a:lnTo>
                    <a:pt x="1468" y="9061"/>
                  </a:lnTo>
                  <a:lnTo>
                    <a:pt x="1468" y="9135"/>
                  </a:lnTo>
                  <a:lnTo>
                    <a:pt x="1541" y="9208"/>
                  </a:lnTo>
                  <a:lnTo>
                    <a:pt x="1688" y="9245"/>
                  </a:lnTo>
                  <a:lnTo>
                    <a:pt x="1835" y="9318"/>
                  </a:lnTo>
                  <a:lnTo>
                    <a:pt x="2202" y="9391"/>
                  </a:lnTo>
                  <a:lnTo>
                    <a:pt x="2238" y="10419"/>
                  </a:lnTo>
                  <a:lnTo>
                    <a:pt x="2018" y="10419"/>
                  </a:lnTo>
                  <a:lnTo>
                    <a:pt x="1798" y="10455"/>
                  </a:lnTo>
                  <a:lnTo>
                    <a:pt x="1725" y="10529"/>
                  </a:lnTo>
                  <a:lnTo>
                    <a:pt x="1651" y="10602"/>
                  </a:lnTo>
                  <a:lnTo>
                    <a:pt x="1578" y="10675"/>
                  </a:lnTo>
                  <a:lnTo>
                    <a:pt x="1615" y="10749"/>
                  </a:lnTo>
                  <a:lnTo>
                    <a:pt x="1688" y="10822"/>
                  </a:lnTo>
                  <a:lnTo>
                    <a:pt x="2128" y="10822"/>
                  </a:lnTo>
                  <a:lnTo>
                    <a:pt x="2275" y="10859"/>
                  </a:lnTo>
                  <a:lnTo>
                    <a:pt x="2275" y="10895"/>
                  </a:lnTo>
                  <a:lnTo>
                    <a:pt x="2312" y="11702"/>
                  </a:lnTo>
                  <a:lnTo>
                    <a:pt x="2348" y="11959"/>
                  </a:lnTo>
                  <a:lnTo>
                    <a:pt x="2385" y="12106"/>
                  </a:lnTo>
                  <a:lnTo>
                    <a:pt x="2495" y="12216"/>
                  </a:lnTo>
                  <a:lnTo>
                    <a:pt x="2568" y="12253"/>
                  </a:lnTo>
                  <a:lnTo>
                    <a:pt x="2679" y="12253"/>
                  </a:lnTo>
                  <a:lnTo>
                    <a:pt x="2752" y="12216"/>
                  </a:lnTo>
                  <a:lnTo>
                    <a:pt x="2789" y="12143"/>
                  </a:lnTo>
                  <a:lnTo>
                    <a:pt x="2825" y="12106"/>
                  </a:lnTo>
                  <a:lnTo>
                    <a:pt x="3009" y="11959"/>
                  </a:lnTo>
                  <a:lnTo>
                    <a:pt x="3265" y="11886"/>
                  </a:lnTo>
                  <a:lnTo>
                    <a:pt x="3486" y="11849"/>
                  </a:lnTo>
                  <a:lnTo>
                    <a:pt x="3742" y="11849"/>
                  </a:lnTo>
                  <a:lnTo>
                    <a:pt x="3742" y="12033"/>
                  </a:lnTo>
                  <a:lnTo>
                    <a:pt x="3742" y="12216"/>
                  </a:lnTo>
                  <a:lnTo>
                    <a:pt x="3816" y="12363"/>
                  </a:lnTo>
                  <a:lnTo>
                    <a:pt x="3889" y="12509"/>
                  </a:lnTo>
                  <a:lnTo>
                    <a:pt x="3962" y="12583"/>
                  </a:lnTo>
                  <a:lnTo>
                    <a:pt x="4036" y="12546"/>
                  </a:lnTo>
                  <a:lnTo>
                    <a:pt x="4109" y="12509"/>
                  </a:lnTo>
                  <a:lnTo>
                    <a:pt x="4146" y="12436"/>
                  </a:lnTo>
                  <a:lnTo>
                    <a:pt x="4072" y="12216"/>
                  </a:lnTo>
                  <a:lnTo>
                    <a:pt x="4036" y="12069"/>
                  </a:lnTo>
                  <a:lnTo>
                    <a:pt x="4036" y="11886"/>
                  </a:lnTo>
                  <a:lnTo>
                    <a:pt x="5063" y="11922"/>
                  </a:lnTo>
                  <a:lnTo>
                    <a:pt x="5063" y="12143"/>
                  </a:lnTo>
                  <a:lnTo>
                    <a:pt x="5100" y="12619"/>
                  </a:lnTo>
                  <a:lnTo>
                    <a:pt x="5136" y="12693"/>
                  </a:lnTo>
                  <a:lnTo>
                    <a:pt x="5173" y="12766"/>
                  </a:lnTo>
                  <a:lnTo>
                    <a:pt x="5320" y="12766"/>
                  </a:lnTo>
                  <a:lnTo>
                    <a:pt x="5466" y="12729"/>
                  </a:lnTo>
                  <a:lnTo>
                    <a:pt x="5503" y="12619"/>
                  </a:lnTo>
                  <a:lnTo>
                    <a:pt x="5540" y="12473"/>
                  </a:lnTo>
                  <a:lnTo>
                    <a:pt x="5466" y="12363"/>
                  </a:lnTo>
                  <a:lnTo>
                    <a:pt x="5393" y="12326"/>
                  </a:lnTo>
                  <a:lnTo>
                    <a:pt x="5356" y="12106"/>
                  </a:lnTo>
                  <a:lnTo>
                    <a:pt x="5283" y="11922"/>
                  </a:lnTo>
                  <a:lnTo>
                    <a:pt x="5906" y="11959"/>
                  </a:lnTo>
                  <a:lnTo>
                    <a:pt x="6493" y="11959"/>
                  </a:lnTo>
                  <a:lnTo>
                    <a:pt x="6493" y="11996"/>
                  </a:lnTo>
                  <a:lnTo>
                    <a:pt x="6457" y="12179"/>
                  </a:lnTo>
                  <a:lnTo>
                    <a:pt x="6420" y="12399"/>
                  </a:lnTo>
                  <a:lnTo>
                    <a:pt x="6457" y="12583"/>
                  </a:lnTo>
                  <a:lnTo>
                    <a:pt x="6567" y="12766"/>
                  </a:lnTo>
                  <a:lnTo>
                    <a:pt x="6603" y="12840"/>
                  </a:lnTo>
                  <a:lnTo>
                    <a:pt x="6677" y="12876"/>
                  </a:lnTo>
                  <a:lnTo>
                    <a:pt x="6750" y="12876"/>
                  </a:lnTo>
                  <a:lnTo>
                    <a:pt x="6824" y="12840"/>
                  </a:lnTo>
                  <a:lnTo>
                    <a:pt x="6897" y="12766"/>
                  </a:lnTo>
                  <a:lnTo>
                    <a:pt x="6897" y="12729"/>
                  </a:lnTo>
                  <a:lnTo>
                    <a:pt x="6897" y="12656"/>
                  </a:lnTo>
                  <a:lnTo>
                    <a:pt x="6824" y="12619"/>
                  </a:lnTo>
                  <a:lnTo>
                    <a:pt x="6787" y="12583"/>
                  </a:lnTo>
                  <a:lnTo>
                    <a:pt x="6713" y="12399"/>
                  </a:lnTo>
                  <a:lnTo>
                    <a:pt x="6677" y="12216"/>
                  </a:lnTo>
                  <a:lnTo>
                    <a:pt x="6640" y="11996"/>
                  </a:lnTo>
                  <a:lnTo>
                    <a:pt x="6640" y="11959"/>
                  </a:lnTo>
                  <a:lnTo>
                    <a:pt x="7924" y="11996"/>
                  </a:lnTo>
                  <a:lnTo>
                    <a:pt x="7851" y="12033"/>
                  </a:lnTo>
                  <a:lnTo>
                    <a:pt x="7814" y="12106"/>
                  </a:lnTo>
                  <a:lnTo>
                    <a:pt x="7777" y="12253"/>
                  </a:lnTo>
                  <a:lnTo>
                    <a:pt x="7777" y="12399"/>
                  </a:lnTo>
                  <a:lnTo>
                    <a:pt x="7777" y="12509"/>
                  </a:lnTo>
                  <a:lnTo>
                    <a:pt x="7814" y="12619"/>
                  </a:lnTo>
                  <a:lnTo>
                    <a:pt x="7887" y="12729"/>
                  </a:lnTo>
                  <a:lnTo>
                    <a:pt x="7961" y="12766"/>
                  </a:lnTo>
                  <a:lnTo>
                    <a:pt x="8034" y="12729"/>
                  </a:lnTo>
                  <a:lnTo>
                    <a:pt x="8107" y="12693"/>
                  </a:lnTo>
                  <a:lnTo>
                    <a:pt x="8144" y="12619"/>
                  </a:lnTo>
                  <a:lnTo>
                    <a:pt x="8107" y="12473"/>
                  </a:lnTo>
                  <a:lnTo>
                    <a:pt x="8071" y="12289"/>
                  </a:lnTo>
                  <a:lnTo>
                    <a:pt x="8071" y="12179"/>
                  </a:lnTo>
                  <a:lnTo>
                    <a:pt x="8034" y="12106"/>
                  </a:lnTo>
                  <a:lnTo>
                    <a:pt x="8034" y="12033"/>
                  </a:lnTo>
                  <a:lnTo>
                    <a:pt x="8034" y="11996"/>
                  </a:lnTo>
                  <a:lnTo>
                    <a:pt x="9391" y="11996"/>
                  </a:lnTo>
                  <a:lnTo>
                    <a:pt x="9318" y="12216"/>
                  </a:lnTo>
                  <a:lnTo>
                    <a:pt x="9318" y="12473"/>
                  </a:lnTo>
                  <a:lnTo>
                    <a:pt x="9355" y="12546"/>
                  </a:lnTo>
                  <a:lnTo>
                    <a:pt x="9428" y="12583"/>
                  </a:lnTo>
                  <a:lnTo>
                    <a:pt x="9611" y="12583"/>
                  </a:lnTo>
                  <a:lnTo>
                    <a:pt x="9685" y="12546"/>
                  </a:lnTo>
                  <a:lnTo>
                    <a:pt x="9721" y="12473"/>
                  </a:lnTo>
                  <a:lnTo>
                    <a:pt x="9721" y="12436"/>
                  </a:lnTo>
                  <a:lnTo>
                    <a:pt x="9721" y="12363"/>
                  </a:lnTo>
                  <a:lnTo>
                    <a:pt x="9611" y="12326"/>
                  </a:lnTo>
                  <a:lnTo>
                    <a:pt x="9611" y="11996"/>
                  </a:lnTo>
                  <a:lnTo>
                    <a:pt x="10638" y="11996"/>
                  </a:lnTo>
                  <a:lnTo>
                    <a:pt x="10675" y="12253"/>
                  </a:lnTo>
                  <a:lnTo>
                    <a:pt x="10748" y="12509"/>
                  </a:lnTo>
                  <a:lnTo>
                    <a:pt x="10822" y="12583"/>
                  </a:lnTo>
                  <a:lnTo>
                    <a:pt x="10969" y="12583"/>
                  </a:lnTo>
                  <a:lnTo>
                    <a:pt x="11005" y="12509"/>
                  </a:lnTo>
                  <a:lnTo>
                    <a:pt x="11042" y="12399"/>
                  </a:lnTo>
                  <a:lnTo>
                    <a:pt x="10969" y="12179"/>
                  </a:lnTo>
                  <a:lnTo>
                    <a:pt x="10895" y="11996"/>
                  </a:lnTo>
                  <a:lnTo>
                    <a:pt x="12106" y="11996"/>
                  </a:lnTo>
                  <a:lnTo>
                    <a:pt x="12069" y="12069"/>
                  </a:lnTo>
                  <a:lnTo>
                    <a:pt x="12032" y="12143"/>
                  </a:lnTo>
                  <a:lnTo>
                    <a:pt x="11996" y="12363"/>
                  </a:lnTo>
                  <a:lnTo>
                    <a:pt x="12032" y="12473"/>
                  </a:lnTo>
                  <a:lnTo>
                    <a:pt x="12069" y="12619"/>
                  </a:lnTo>
                  <a:lnTo>
                    <a:pt x="12142" y="12729"/>
                  </a:lnTo>
                  <a:lnTo>
                    <a:pt x="12216" y="12803"/>
                  </a:lnTo>
                  <a:lnTo>
                    <a:pt x="12289" y="12840"/>
                  </a:lnTo>
                  <a:lnTo>
                    <a:pt x="12362" y="12803"/>
                  </a:lnTo>
                  <a:lnTo>
                    <a:pt x="12399" y="12766"/>
                  </a:lnTo>
                  <a:lnTo>
                    <a:pt x="12399" y="12693"/>
                  </a:lnTo>
                  <a:lnTo>
                    <a:pt x="12362" y="12546"/>
                  </a:lnTo>
                  <a:lnTo>
                    <a:pt x="12289" y="12363"/>
                  </a:lnTo>
                  <a:lnTo>
                    <a:pt x="12252" y="12179"/>
                  </a:lnTo>
                  <a:lnTo>
                    <a:pt x="12252" y="11959"/>
                  </a:lnTo>
                  <a:lnTo>
                    <a:pt x="13353" y="11959"/>
                  </a:lnTo>
                  <a:lnTo>
                    <a:pt x="13280" y="12106"/>
                  </a:lnTo>
                  <a:lnTo>
                    <a:pt x="13243" y="12253"/>
                  </a:lnTo>
                  <a:lnTo>
                    <a:pt x="13243" y="12436"/>
                  </a:lnTo>
                  <a:lnTo>
                    <a:pt x="13316" y="12583"/>
                  </a:lnTo>
                  <a:lnTo>
                    <a:pt x="13353" y="12619"/>
                  </a:lnTo>
                  <a:lnTo>
                    <a:pt x="13426" y="12656"/>
                  </a:lnTo>
                  <a:lnTo>
                    <a:pt x="13500" y="12656"/>
                  </a:lnTo>
                  <a:lnTo>
                    <a:pt x="13573" y="12583"/>
                  </a:lnTo>
                  <a:lnTo>
                    <a:pt x="13610" y="12436"/>
                  </a:lnTo>
                  <a:lnTo>
                    <a:pt x="13536" y="12216"/>
                  </a:lnTo>
                  <a:lnTo>
                    <a:pt x="13536" y="12069"/>
                  </a:lnTo>
                  <a:lnTo>
                    <a:pt x="13573" y="11922"/>
                  </a:lnTo>
                  <a:lnTo>
                    <a:pt x="14563" y="11886"/>
                  </a:lnTo>
                  <a:lnTo>
                    <a:pt x="14563" y="11886"/>
                  </a:lnTo>
                  <a:lnTo>
                    <a:pt x="14527" y="12363"/>
                  </a:lnTo>
                  <a:lnTo>
                    <a:pt x="14563" y="12436"/>
                  </a:lnTo>
                  <a:lnTo>
                    <a:pt x="14637" y="12509"/>
                  </a:lnTo>
                  <a:lnTo>
                    <a:pt x="14747" y="12509"/>
                  </a:lnTo>
                  <a:lnTo>
                    <a:pt x="14820" y="12473"/>
                  </a:lnTo>
                  <a:lnTo>
                    <a:pt x="14893" y="12399"/>
                  </a:lnTo>
                  <a:lnTo>
                    <a:pt x="14967" y="12289"/>
                  </a:lnTo>
                  <a:lnTo>
                    <a:pt x="14967" y="12179"/>
                  </a:lnTo>
                  <a:lnTo>
                    <a:pt x="14967" y="12069"/>
                  </a:lnTo>
                  <a:lnTo>
                    <a:pt x="14930" y="11996"/>
                  </a:lnTo>
                  <a:lnTo>
                    <a:pt x="14857" y="11959"/>
                  </a:lnTo>
                  <a:lnTo>
                    <a:pt x="14857" y="11886"/>
                  </a:lnTo>
                  <a:lnTo>
                    <a:pt x="16618" y="11776"/>
                  </a:lnTo>
                  <a:lnTo>
                    <a:pt x="16654" y="11812"/>
                  </a:lnTo>
                  <a:lnTo>
                    <a:pt x="16544" y="11996"/>
                  </a:lnTo>
                  <a:lnTo>
                    <a:pt x="16361" y="12179"/>
                  </a:lnTo>
                  <a:lnTo>
                    <a:pt x="16287" y="12289"/>
                  </a:lnTo>
                  <a:lnTo>
                    <a:pt x="16251" y="12363"/>
                  </a:lnTo>
                  <a:lnTo>
                    <a:pt x="16287" y="12436"/>
                  </a:lnTo>
                  <a:lnTo>
                    <a:pt x="16324" y="12509"/>
                  </a:lnTo>
                  <a:lnTo>
                    <a:pt x="16397" y="12546"/>
                  </a:lnTo>
                  <a:lnTo>
                    <a:pt x="16471" y="12583"/>
                  </a:lnTo>
                  <a:lnTo>
                    <a:pt x="16544" y="12583"/>
                  </a:lnTo>
                  <a:lnTo>
                    <a:pt x="16581" y="12546"/>
                  </a:lnTo>
                  <a:lnTo>
                    <a:pt x="16728" y="12473"/>
                  </a:lnTo>
                  <a:lnTo>
                    <a:pt x="16801" y="12363"/>
                  </a:lnTo>
                  <a:lnTo>
                    <a:pt x="16984" y="12106"/>
                  </a:lnTo>
                  <a:lnTo>
                    <a:pt x="17461" y="11482"/>
                  </a:lnTo>
                  <a:lnTo>
                    <a:pt x="17461" y="11409"/>
                  </a:lnTo>
                  <a:lnTo>
                    <a:pt x="17461" y="11336"/>
                  </a:lnTo>
                  <a:lnTo>
                    <a:pt x="17461" y="11262"/>
                  </a:lnTo>
                  <a:lnTo>
                    <a:pt x="17425" y="11189"/>
                  </a:lnTo>
                  <a:lnTo>
                    <a:pt x="17058" y="10895"/>
                  </a:lnTo>
                  <a:lnTo>
                    <a:pt x="16728" y="10639"/>
                  </a:lnTo>
                  <a:lnTo>
                    <a:pt x="16654" y="10602"/>
                  </a:lnTo>
                  <a:lnTo>
                    <a:pt x="16581" y="10602"/>
                  </a:lnTo>
                  <a:lnTo>
                    <a:pt x="16544" y="10639"/>
                  </a:lnTo>
                  <a:lnTo>
                    <a:pt x="16471" y="10675"/>
                  </a:lnTo>
                  <a:lnTo>
                    <a:pt x="16434" y="10785"/>
                  </a:lnTo>
                  <a:lnTo>
                    <a:pt x="16434" y="10859"/>
                  </a:lnTo>
                  <a:lnTo>
                    <a:pt x="16471" y="10932"/>
                  </a:lnTo>
                  <a:lnTo>
                    <a:pt x="16801" y="11226"/>
                  </a:lnTo>
                  <a:lnTo>
                    <a:pt x="13940" y="11372"/>
                  </a:lnTo>
                  <a:lnTo>
                    <a:pt x="14050" y="11336"/>
                  </a:lnTo>
                  <a:lnTo>
                    <a:pt x="14270" y="11189"/>
                  </a:lnTo>
                  <a:lnTo>
                    <a:pt x="14343" y="11115"/>
                  </a:lnTo>
                  <a:lnTo>
                    <a:pt x="14417" y="11005"/>
                  </a:lnTo>
                  <a:lnTo>
                    <a:pt x="14417" y="10932"/>
                  </a:lnTo>
                  <a:lnTo>
                    <a:pt x="14380" y="10895"/>
                  </a:lnTo>
                  <a:lnTo>
                    <a:pt x="14233" y="10895"/>
                  </a:lnTo>
                  <a:lnTo>
                    <a:pt x="14123" y="10932"/>
                  </a:lnTo>
                  <a:lnTo>
                    <a:pt x="13903" y="11079"/>
                  </a:lnTo>
                  <a:lnTo>
                    <a:pt x="13720" y="11226"/>
                  </a:lnTo>
                  <a:lnTo>
                    <a:pt x="13573" y="11409"/>
                  </a:lnTo>
                  <a:lnTo>
                    <a:pt x="12289" y="11446"/>
                  </a:lnTo>
                  <a:lnTo>
                    <a:pt x="12546" y="11336"/>
                  </a:lnTo>
                  <a:lnTo>
                    <a:pt x="12839" y="11226"/>
                  </a:lnTo>
                  <a:lnTo>
                    <a:pt x="13169" y="11079"/>
                  </a:lnTo>
                  <a:lnTo>
                    <a:pt x="13500" y="10895"/>
                  </a:lnTo>
                  <a:lnTo>
                    <a:pt x="13793" y="10675"/>
                  </a:lnTo>
                  <a:lnTo>
                    <a:pt x="14050" y="10419"/>
                  </a:lnTo>
                  <a:lnTo>
                    <a:pt x="14087" y="10308"/>
                  </a:lnTo>
                  <a:lnTo>
                    <a:pt x="14050" y="10235"/>
                  </a:lnTo>
                  <a:lnTo>
                    <a:pt x="13976" y="10198"/>
                  </a:lnTo>
                  <a:lnTo>
                    <a:pt x="13903" y="10235"/>
                  </a:lnTo>
                  <a:lnTo>
                    <a:pt x="13646" y="10382"/>
                  </a:lnTo>
                  <a:lnTo>
                    <a:pt x="13390" y="10565"/>
                  </a:lnTo>
                  <a:lnTo>
                    <a:pt x="13133" y="10749"/>
                  </a:lnTo>
                  <a:lnTo>
                    <a:pt x="12876" y="10895"/>
                  </a:lnTo>
                  <a:lnTo>
                    <a:pt x="12583" y="11042"/>
                  </a:lnTo>
                  <a:lnTo>
                    <a:pt x="12289" y="11152"/>
                  </a:lnTo>
                  <a:lnTo>
                    <a:pt x="11996" y="11299"/>
                  </a:lnTo>
                  <a:lnTo>
                    <a:pt x="11702" y="11446"/>
                  </a:lnTo>
                  <a:lnTo>
                    <a:pt x="10162" y="11482"/>
                  </a:lnTo>
                  <a:lnTo>
                    <a:pt x="10602" y="11299"/>
                  </a:lnTo>
                  <a:lnTo>
                    <a:pt x="12216" y="10639"/>
                  </a:lnTo>
                  <a:lnTo>
                    <a:pt x="12766" y="10455"/>
                  </a:lnTo>
                  <a:lnTo>
                    <a:pt x="13316" y="10162"/>
                  </a:lnTo>
                  <a:lnTo>
                    <a:pt x="13573" y="10015"/>
                  </a:lnTo>
                  <a:lnTo>
                    <a:pt x="13793" y="9832"/>
                  </a:lnTo>
                  <a:lnTo>
                    <a:pt x="13976" y="9612"/>
                  </a:lnTo>
                  <a:lnTo>
                    <a:pt x="14087" y="9355"/>
                  </a:lnTo>
                  <a:lnTo>
                    <a:pt x="14087" y="9245"/>
                  </a:lnTo>
                  <a:lnTo>
                    <a:pt x="14050" y="9208"/>
                  </a:lnTo>
                  <a:lnTo>
                    <a:pt x="13940" y="9171"/>
                  </a:lnTo>
                  <a:lnTo>
                    <a:pt x="13866" y="9208"/>
                  </a:lnTo>
                  <a:lnTo>
                    <a:pt x="13463" y="9612"/>
                  </a:lnTo>
                  <a:lnTo>
                    <a:pt x="13243" y="9795"/>
                  </a:lnTo>
                  <a:lnTo>
                    <a:pt x="12986" y="9978"/>
                  </a:lnTo>
                  <a:lnTo>
                    <a:pt x="12693" y="10125"/>
                  </a:lnTo>
                  <a:lnTo>
                    <a:pt x="12399" y="10235"/>
                  </a:lnTo>
                  <a:lnTo>
                    <a:pt x="11776" y="10492"/>
                  </a:lnTo>
                  <a:lnTo>
                    <a:pt x="10418" y="11042"/>
                  </a:lnTo>
                  <a:lnTo>
                    <a:pt x="9905" y="11262"/>
                  </a:lnTo>
                  <a:lnTo>
                    <a:pt x="9428" y="11482"/>
                  </a:lnTo>
                  <a:lnTo>
                    <a:pt x="7667" y="11482"/>
                  </a:lnTo>
                  <a:lnTo>
                    <a:pt x="8621" y="11152"/>
                  </a:lnTo>
                  <a:lnTo>
                    <a:pt x="10895" y="10419"/>
                  </a:lnTo>
                  <a:lnTo>
                    <a:pt x="11335" y="10235"/>
                  </a:lnTo>
                  <a:lnTo>
                    <a:pt x="11776" y="10052"/>
                  </a:lnTo>
                  <a:lnTo>
                    <a:pt x="12179" y="9832"/>
                  </a:lnTo>
                  <a:lnTo>
                    <a:pt x="12583" y="9575"/>
                  </a:lnTo>
                  <a:lnTo>
                    <a:pt x="13426" y="9025"/>
                  </a:lnTo>
                  <a:lnTo>
                    <a:pt x="13866" y="8768"/>
                  </a:lnTo>
                  <a:lnTo>
                    <a:pt x="14307" y="8548"/>
                  </a:lnTo>
                  <a:lnTo>
                    <a:pt x="14380" y="8511"/>
                  </a:lnTo>
                  <a:lnTo>
                    <a:pt x="14417" y="8474"/>
                  </a:lnTo>
                  <a:lnTo>
                    <a:pt x="14417" y="8841"/>
                  </a:lnTo>
                  <a:lnTo>
                    <a:pt x="14453" y="8915"/>
                  </a:lnTo>
                  <a:lnTo>
                    <a:pt x="14490" y="8951"/>
                  </a:lnTo>
                  <a:lnTo>
                    <a:pt x="14527" y="8988"/>
                  </a:lnTo>
                  <a:lnTo>
                    <a:pt x="14600" y="9025"/>
                  </a:lnTo>
                  <a:lnTo>
                    <a:pt x="14673" y="8988"/>
                  </a:lnTo>
                  <a:lnTo>
                    <a:pt x="14747" y="8951"/>
                  </a:lnTo>
                  <a:lnTo>
                    <a:pt x="14783" y="8915"/>
                  </a:lnTo>
                  <a:lnTo>
                    <a:pt x="14783" y="8841"/>
                  </a:lnTo>
                  <a:lnTo>
                    <a:pt x="14783" y="8291"/>
                  </a:lnTo>
                  <a:lnTo>
                    <a:pt x="14747" y="8034"/>
                  </a:lnTo>
                  <a:lnTo>
                    <a:pt x="14673" y="7777"/>
                  </a:lnTo>
                  <a:lnTo>
                    <a:pt x="15077" y="8181"/>
                  </a:lnTo>
                  <a:lnTo>
                    <a:pt x="15517" y="8584"/>
                  </a:lnTo>
                  <a:lnTo>
                    <a:pt x="15737" y="8768"/>
                  </a:lnTo>
                  <a:lnTo>
                    <a:pt x="15847" y="8841"/>
                  </a:lnTo>
                  <a:lnTo>
                    <a:pt x="15994" y="8878"/>
                  </a:lnTo>
                  <a:lnTo>
                    <a:pt x="16361" y="8915"/>
                  </a:lnTo>
                  <a:lnTo>
                    <a:pt x="16764" y="8915"/>
                  </a:lnTo>
                  <a:lnTo>
                    <a:pt x="17204" y="8878"/>
                  </a:lnTo>
                  <a:lnTo>
                    <a:pt x="17608" y="8731"/>
                  </a:lnTo>
                  <a:lnTo>
                    <a:pt x="17681" y="8695"/>
                  </a:lnTo>
                  <a:lnTo>
                    <a:pt x="17755" y="8584"/>
                  </a:lnTo>
                  <a:lnTo>
                    <a:pt x="17791" y="8511"/>
                  </a:lnTo>
                  <a:lnTo>
                    <a:pt x="17755" y="8438"/>
                  </a:lnTo>
                  <a:lnTo>
                    <a:pt x="17718" y="8328"/>
                  </a:lnTo>
                  <a:lnTo>
                    <a:pt x="17681" y="8291"/>
                  </a:lnTo>
                  <a:lnTo>
                    <a:pt x="17571" y="8254"/>
                  </a:lnTo>
                  <a:lnTo>
                    <a:pt x="17461" y="8254"/>
                  </a:lnTo>
                  <a:lnTo>
                    <a:pt x="17131" y="8364"/>
                  </a:lnTo>
                  <a:lnTo>
                    <a:pt x="16764" y="8401"/>
                  </a:lnTo>
                  <a:lnTo>
                    <a:pt x="16397" y="8438"/>
                  </a:lnTo>
                  <a:lnTo>
                    <a:pt x="16177" y="8401"/>
                  </a:lnTo>
                  <a:lnTo>
                    <a:pt x="16031" y="8364"/>
                  </a:lnTo>
                  <a:lnTo>
                    <a:pt x="15480" y="7888"/>
                  </a:lnTo>
                  <a:lnTo>
                    <a:pt x="15004" y="7374"/>
                  </a:lnTo>
                  <a:lnTo>
                    <a:pt x="14563" y="6824"/>
                  </a:lnTo>
                  <a:lnTo>
                    <a:pt x="14160" y="6237"/>
                  </a:lnTo>
                  <a:lnTo>
                    <a:pt x="13830" y="5613"/>
                  </a:lnTo>
                  <a:lnTo>
                    <a:pt x="13536" y="4990"/>
                  </a:lnTo>
                  <a:lnTo>
                    <a:pt x="13096" y="3926"/>
                  </a:lnTo>
                  <a:lnTo>
                    <a:pt x="12803" y="3412"/>
                  </a:lnTo>
                  <a:lnTo>
                    <a:pt x="12509" y="2936"/>
                  </a:lnTo>
                  <a:lnTo>
                    <a:pt x="12326" y="2752"/>
                  </a:lnTo>
                  <a:lnTo>
                    <a:pt x="12142" y="2532"/>
                  </a:lnTo>
                  <a:lnTo>
                    <a:pt x="11959" y="2349"/>
                  </a:lnTo>
                  <a:lnTo>
                    <a:pt x="11739" y="2202"/>
                  </a:lnTo>
                  <a:lnTo>
                    <a:pt x="11482" y="2092"/>
                  </a:lnTo>
                  <a:lnTo>
                    <a:pt x="11225" y="1982"/>
                  </a:lnTo>
                  <a:lnTo>
                    <a:pt x="10932" y="1908"/>
                  </a:lnTo>
                  <a:lnTo>
                    <a:pt x="10602" y="1872"/>
                  </a:lnTo>
                  <a:lnTo>
                    <a:pt x="10308" y="1872"/>
                  </a:lnTo>
                  <a:lnTo>
                    <a:pt x="9978" y="1908"/>
                  </a:lnTo>
                  <a:lnTo>
                    <a:pt x="9685" y="1982"/>
                  </a:lnTo>
                  <a:lnTo>
                    <a:pt x="9391" y="2055"/>
                  </a:lnTo>
                  <a:lnTo>
                    <a:pt x="9098" y="2202"/>
                  </a:lnTo>
                  <a:lnTo>
                    <a:pt x="8841" y="2349"/>
                  </a:lnTo>
                  <a:lnTo>
                    <a:pt x="8584" y="2495"/>
                  </a:lnTo>
                  <a:lnTo>
                    <a:pt x="8327" y="2715"/>
                  </a:lnTo>
                  <a:lnTo>
                    <a:pt x="7887" y="3119"/>
                  </a:lnTo>
                  <a:lnTo>
                    <a:pt x="7484" y="3632"/>
                  </a:lnTo>
                  <a:lnTo>
                    <a:pt x="7117" y="4146"/>
                  </a:lnTo>
                  <a:lnTo>
                    <a:pt x="6787" y="4660"/>
                  </a:lnTo>
                  <a:lnTo>
                    <a:pt x="6127" y="5833"/>
                  </a:lnTo>
                  <a:lnTo>
                    <a:pt x="5796" y="6457"/>
                  </a:lnTo>
                  <a:lnTo>
                    <a:pt x="5430" y="7044"/>
                  </a:lnTo>
                  <a:lnTo>
                    <a:pt x="4989" y="7594"/>
                  </a:lnTo>
                  <a:lnTo>
                    <a:pt x="4769" y="7851"/>
                  </a:lnTo>
                  <a:lnTo>
                    <a:pt x="4513" y="8071"/>
                  </a:lnTo>
                  <a:lnTo>
                    <a:pt x="4256" y="8291"/>
                  </a:lnTo>
                  <a:lnTo>
                    <a:pt x="3962" y="8474"/>
                  </a:lnTo>
                  <a:lnTo>
                    <a:pt x="3669" y="8621"/>
                  </a:lnTo>
                  <a:lnTo>
                    <a:pt x="3339" y="8731"/>
                  </a:lnTo>
                  <a:lnTo>
                    <a:pt x="3009" y="8841"/>
                  </a:lnTo>
                  <a:lnTo>
                    <a:pt x="2715" y="8915"/>
                  </a:lnTo>
                  <a:lnTo>
                    <a:pt x="2605" y="6200"/>
                  </a:lnTo>
                  <a:lnTo>
                    <a:pt x="2568" y="3119"/>
                  </a:lnTo>
                  <a:lnTo>
                    <a:pt x="2605" y="1505"/>
                  </a:lnTo>
                  <a:lnTo>
                    <a:pt x="2568" y="1138"/>
                  </a:lnTo>
                  <a:lnTo>
                    <a:pt x="2715" y="1395"/>
                  </a:lnTo>
                  <a:lnTo>
                    <a:pt x="2862" y="1652"/>
                  </a:lnTo>
                  <a:lnTo>
                    <a:pt x="2899" y="1725"/>
                  </a:lnTo>
                  <a:lnTo>
                    <a:pt x="2972" y="1762"/>
                  </a:lnTo>
                  <a:lnTo>
                    <a:pt x="3119" y="1762"/>
                  </a:lnTo>
                  <a:lnTo>
                    <a:pt x="3192" y="1688"/>
                  </a:lnTo>
                  <a:lnTo>
                    <a:pt x="3229" y="1652"/>
                  </a:lnTo>
                  <a:lnTo>
                    <a:pt x="3265" y="1578"/>
                  </a:lnTo>
                  <a:lnTo>
                    <a:pt x="3265" y="1505"/>
                  </a:lnTo>
                  <a:lnTo>
                    <a:pt x="3155" y="1138"/>
                  </a:lnTo>
                  <a:lnTo>
                    <a:pt x="2972" y="771"/>
                  </a:lnTo>
                  <a:lnTo>
                    <a:pt x="2568" y="111"/>
                  </a:lnTo>
                  <a:lnTo>
                    <a:pt x="2495" y="38"/>
                  </a:lnTo>
                  <a:lnTo>
                    <a:pt x="2385" y="1"/>
                  </a:lnTo>
                  <a:close/>
                  <a:moveTo>
                    <a:pt x="15554" y="12546"/>
                  </a:moveTo>
                  <a:lnTo>
                    <a:pt x="15480" y="12583"/>
                  </a:lnTo>
                  <a:lnTo>
                    <a:pt x="15370" y="12619"/>
                  </a:lnTo>
                  <a:lnTo>
                    <a:pt x="15224" y="12766"/>
                  </a:lnTo>
                  <a:lnTo>
                    <a:pt x="15077" y="12913"/>
                  </a:lnTo>
                  <a:lnTo>
                    <a:pt x="15077" y="12950"/>
                  </a:lnTo>
                  <a:lnTo>
                    <a:pt x="14820" y="12803"/>
                  </a:lnTo>
                  <a:lnTo>
                    <a:pt x="14527" y="12693"/>
                  </a:lnTo>
                  <a:lnTo>
                    <a:pt x="14453" y="12693"/>
                  </a:lnTo>
                  <a:lnTo>
                    <a:pt x="14417" y="12729"/>
                  </a:lnTo>
                  <a:lnTo>
                    <a:pt x="14380" y="12803"/>
                  </a:lnTo>
                  <a:lnTo>
                    <a:pt x="14380" y="12876"/>
                  </a:lnTo>
                  <a:lnTo>
                    <a:pt x="14563" y="13096"/>
                  </a:lnTo>
                  <a:lnTo>
                    <a:pt x="14783" y="13316"/>
                  </a:lnTo>
                  <a:lnTo>
                    <a:pt x="14673" y="13463"/>
                  </a:lnTo>
                  <a:lnTo>
                    <a:pt x="14490" y="13720"/>
                  </a:lnTo>
                  <a:lnTo>
                    <a:pt x="14417" y="13867"/>
                  </a:lnTo>
                  <a:lnTo>
                    <a:pt x="14417" y="14013"/>
                  </a:lnTo>
                  <a:lnTo>
                    <a:pt x="14453" y="14087"/>
                  </a:lnTo>
                  <a:lnTo>
                    <a:pt x="14490" y="14123"/>
                  </a:lnTo>
                  <a:lnTo>
                    <a:pt x="14600" y="14123"/>
                  </a:lnTo>
                  <a:lnTo>
                    <a:pt x="14673" y="14087"/>
                  </a:lnTo>
                  <a:lnTo>
                    <a:pt x="14783" y="14050"/>
                  </a:lnTo>
                  <a:lnTo>
                    <a:pt x="14893" y="13903"/>
                  </a:lnTo>
                  <a:lnTo>
                    <a:pt x="15150" y="13573"/>
                  </a:lnTo>
                  <a:lnTo>
                    <a:pt x="15590" y="13903"/>
                  </a:lnTo>
                  <a:lnTo>
                    <a:pt x="15700" y="13940"/>
                  </a:lnTo>
                  <a:lnTo>
                    <a:pt x="15774" y="13940"/>
                  </a:lnTo>
                  <a:lnTo>
                    <a:pt x="15847" y="13903"/>
                  </a:lnTo>
                  <a:lnTo>
                    <a:pt x="15884" y="13830"/>
                  </a:lnTo>
                  <a:lnTo>
                    <a:pt x="15921" y="13757"/>
                  </a:lnTo>
                  <a:lnTo>
                    <a:pt x="15921" y="13647"/>
                  </a:lnTo>
                  <a:lnTo>
                    <a:pt x="15921" y="13573"/>
                  </a:lnTo>
                  <a:lnTo>
                    <a:pt x="15847" y="13500"/>
                  </a:lnTo>
                  <a:lnTo>
                    <a:pt x="15407" y="13170"/>
                  </a:lnTo>
                  <a:lnTo>
                    <a:pt x="15480" y="13096"/>
                  </a:lnTo>
                  <a:lnTo>
                    <a:pt x="15590" y="12876"/>
                  </a:lnTo>
                  <a:lnTo>
                    <a:pt x="15664" y="12803"/>
                  </a:lnTo>
                  <a:lnTo>
                    <a:pt x="15737" y="12766"/>
                  </a:lnTo>
                  <a:lnTo>
                    <a:pt x="15774" y="12729"/>
                  </a:lnTo>
                  <a:lnTo>
                    <a:pt x="15811" y="12693"/>
                  </a:lnTo>
                  <a:lnTo>
                    <a:pt x="15811" y="12656"/>
                  </a:lnTo>
                  <a:lnTo>
                    <a:pt x="15774" y="12656"/>
                  </a:lnTo>
                  <a:lnTo>
                    <a:pt x="15664" y="12583"/>
                  </a:lnTo>
                  <a:lnTo>
                    <a:pt x="15554" y="12546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5" name="Google Shape;303;p5">
              <a:extLst>
                <a:ext uri="{FF2B5EF4-FFF2-40B4-BE49-F238E27FC236}">
                  <a16:creationId xmlns:a16="http://schemas.microsoft.com/office/drawing/2014/main" id="{429DEB95-140B-47B1-BD37-9BB904885EE8}"/>
                </a:ext>
              </a:extLst>
            </p:cNvPr>
            <p:cNvSpPr/>
            <p:nvPr/>
          </p:nvSpPr>
          <p:spPr>
            <a:xfrm>
              <a:off x="6844475" y="1037625"/>
              <a:ext cx="414525" cy="389750"/>
            </a:xfrm>
            <a:custGeom>
              <a:avLst/>
              <a:gdLst/>
              <a:ahLst/>
              <a:cxnLst/>
              <a:rect l="l" t="t" r="r" b="b"/>
              <a:pathLst>
                <a:path w="16581" h="15590" extrusionOk="0">
                  <a:moveTo>
                    <a:pt x="13793" y="2568"/>
                  </a:moveTo>
                  <a:lnTo>
                    <a:pt x="14123" y="2641"/>
                  </a:lnTo>
                  <a:lnTo>
                    <a:pt x="14123" y="2678"/>
                  </a:lnTo>
                  <a:lnTo>
                    <a:pt x="14086" y="2825"/>
                  </a:lnTo>
                  <a:lnTo>
                    <a:pt x="14013" y="2935"/>
                  </a:lnTo>
                  <a:lnTo>
                    <a:pt x="13866" y="3045"/>
                  </a:lnTo>
                  <a:lnTo>
                    <a:pt x="13756" y="3081"/>
                  </a:lnTo>
                  <a:lnTo>
                    <a:pt x="13573" y="2971"/>
                  </a:lnTo>
                  <a:lnTo>
                    <a:pt x="13609" y="2788"/>
                  </a:lnTo>
                  <a:lnTo>
                    <a:pt x="13683" y="2678"/>
                  </a:lnTo>
                  <a:lnTo>
                    <a:pt x="13720" y="2605"/>
                  </a:lnTo>
                  <a:lnTo>
                    <a:pt x="13793" y="2568"/>
                  </a:lnTo>
                  <a:close/>
                  <a:moveTo>
                    <a:pt x="9428" y="3705"/>
                  </a:moveTo>
                  <a:lnTo>
                    <a:pt x="9831" y="4475"/>
                  </a:lnTo>
                  <a:lnTo>
                    <a:pt x="10161" y="5246"/>
                  </a:lnTo>
                  <a:lnTo>
                    <a:pt x="8327" y="4402"/>
                  </a:lnTo>
                  <a:lnTo>
                    <a:pt x="8878" y="4035"/>
                  </a:lnTo>
                  <a:lnTo>
                    <a:pt x="9428" y="3705"/>
                  </a:lnTo>
                  <a:close/>
                  <a:moveTo>
                    <a:pt x="5283" y="3668"/>
                  </a:moveTo>
                  <a:lnTo>
                    <a:pt x="6383" y="4072"/>
                  </a:lnTo>
                  <a:lnTo>
                    <a:pt x="7410" y="4512"/>
                  </a:lnTo>
                  <a:lnTo>
                    <a:pt x="6383" y="5319"/>
                  </a:lnTo>
                  <a:lnTo>
                    <a:pt x="5393" y="6163"/>
                  </a:lnTo>
                  <a:lnTo>
                    <a:pt x="5319" y="5282"/>
                  </a:lnTo>
                  <a:lnTo>
                    <a:pt x="5283" y="4365"/>
                  </a:lnTo>
                  <a:lnTo>
                    <a:pt x="5283" y="3668"/>
                  </a:lnTo>
                  <a:close/>
                  <a:moveTo>
                    <a:pt x="13096" y="2494"/>
                  </a:moveTo>
                  <a:lnTo>
                    <a:pt x="13023" y="2641"/>
                  </a:lnTo>
                  <a:lnTo>
                    <a:pt x="12986" y="2825"/>
                  </a:lnTo>
                  <a:lnTo>
                    <a:pt x="12949" y="3008"/>
                  </a:lnTo>
                  <a:lnTo>
                    <a:pt x="12986" y="3191"/>
                  </a:lnTo>
                  <a:lnTo>
                    <a:pt x="13096" y="3412"/>
                  </a:lnTo>
                  <a:lnTo>
                    <a:pt x="13243" y="3595"/>
                  </a:lnTo>
                  <a:lnTo>
                    <a:pt x="13426" y="3705"/>
                  </a:lnTo>
                  <a:lnTo>
                    <a:pt x="13646" y="3778"/>
                  </a:lnTo>
                  <a:lnTo>
                    <a:pt x="13793" y="3815"/>
                  </a:lnTo>
                  <a:lnTo>
                    <a:pt x="13536" y="4512"/>
                  </a:lnTo>
                  <a:lnTo>
                    <a:pt x="13243" y="5209"/>
                  </a:lnTo>
                  <a:lnTo>
                    <a:pt x="12913" y="5869"/>
                  </a:lnTo>
                  <a:lnTo>
                    <a:pt x="12546" y="6529"/>
                  </a:lnTo>
                  <a:lnTo>
                    <a:pt x="11665" y="6016"/>
                  </a:lnTo>
                  <a:lnTo>
                    <a:pt x="10785" y="5576"/>
                  </a:lnTo>
                  <a:lnTo>
                    <a:pt x="10602" y="5026"/>
                  </a:lnTo>
                  <a:lnTo>
                    <a:pt x="10345" y="4475"/>
                  </a:lnTo>
                  <a:lnTo>
                    <a:pt x="10125" y="3962"/>
                  </a:lnTo>
                  <a:lnTo>
                    <a:pt x="9831" y="3448"/>
                  </a:lnTo>
                  <a:lnTo>
                    <a:pt x="10602" y="3045"/>
                  </a:lnTo>
                  <a:lnTo>
                    <a:pt x="11005" y="2898"/>
                  </a:lnTo>
                  <a:lnTo>
                    <a:pt x="11409" y="2751"/>
                  </a:lnTo>
                  <a:lnTo>
                    <a:pt x="11849" y="2641"/>
                  </a:lnTo>
                  <a:lnTo>
                    <a:pt x="12252" y="2568"/>
                  </a:lnTo>
                  <a:lnTo>
                    <a:pt x="12692" y="2494"/>
                  </a:lnTo>
                  <a:close/>
                  <a:moveTo>
                    <a:pt x="2605" y="6713"/>
                  </a:moveTo>
                  <a:lnTo>
                    <a:pt x="2678" y="6750"/>
                  </a:lnTo>
                  <a:lnTo>
                    <a:pt x="2752" y="6823"/>
                  </a:lnTo>
                  <a:lnTo>
                    <a:pt x="2788" y="6970"/>
                  </a:lnTo>
                  <a:lnTo>
                    <a:pt x="2752" y="7116"/>
                  </a:lnTo>
                  <a:lnTo>
                    <a:pt x="2715" y="7153"/>
                  </a:lnTo>
                  <a:lnTo>
                    <a:pt x="2605" y="7226"/>
                  </a:lnTo>
                  <a:lnTo>
                    <a:pt x="2458" y="7336"/>
                  </a:lnTo>
                  <a:lnTo>
                    <a:pt x="2165" y="7116"/>
                  </a:lnTo>
                  <a:lnTo>
                    <a:pt x="2275" y="6970"/>
                  </a:lnTo>
                  <a:lnTo>
                    <a:pt x="2275" y="6896"/>
                  </a:lnTo>
                  <a:lnTo>
                    <a:pt x="2458" y="6860"/>
                  </a:lnTo>
                  <a:lnTo>
                    <a:pt x="2715" y="6860"/>
                  </a:lnTo>
                  <a:lnTo>
                    <a:pt x="2715" y="6823"/>
                  </a:lnTo>
                  <a:lnTo>
                    <a:pt x="2678" y="6786"/>
                  </a:lnTo>
                  <a:lnTo>
                    <a:pt x="2605" y="6713"/>
                  </a:lnTo>
                  <a:close/>
                  <a:moveTo>
                    <a:pt x="8364" y="6529"/>
                  </a:moveTo>
                  <a:lnTo>
                    <a:pt x="8547" y="6566"/>
                  </a:lnTo>
                  <a:lnTo>
                    <a:pt x="8657" y="6603"/>
                  </a:lnTo>
                  <a:lnTo>
                    <a:pt x="8657" y="6713"/>
                  </a:lnTo>
                  <a:lnTo>
                    <a:pt x="8694" y="6860"/>
                  </a:lnTo>
                  <a:lnTo>
                    <a:pt x="8694" y="6970"/>
                  </a:lnTo>
                  <a:lnTo>
                    <a:pt x="8694" y="7116"/>
                  </a:lnTo>
                  <a:lnTo>
                    <a:pt x="8657" y="7226"/>
                  </a:lnTo>
                  <a:lnTo>
                    <a:pt x="8621" y="7336"/>
                  </a:lnTo>
                  <a:lnTo>
                    <a:pt x="8547" y="7446"/>
                  </a:lnTo>
                  <a:lnTo>
                    <a:pt x="8364" y="7446"/>
                  </a:lnTo>
                  <a:lnTo>
                    <a:pt x="8107" y="7520"/>
                  </a:lnTo>
                  <a:lnTo>
                    <a:pt x="7850" y="7593"/>
                  </a:lnTo>
                  <a:lnTo>
                    <a:pt x="7704" y="7483"/>
                  </a:lnTo>
                  <a:lnTo>
                    <a:pt x="7630" y="7336"/>
                  </a:lnTo>
                  <a:lnTo>
                    <a:pt x="7557" y="7190"/>
                  </a:lnTo>
                  <a:lnTo>
                    <a:pt x="7594" y="7006"/>
                  </a:lnTo>
                  <a:lnTo>
                    <a:pt x="7667" y="6750"/>
                  </a:lnTo>
                  <a:lnTo>
                    <a:pt x="7777" y="6750"/>
                  </a:lnTo>
                  <a:lnTo>
                    <a:pt x="7850" y="6786"/>
                  </a:lnTo>
                  <a:lnTo>
                    <a:pt x="7924" y="6750"/>
                  </a:lnTo>
                  <a:lnTo>
                    <a:pt x="7960" y="6713"/>
                  </a:lnTo>
                  <a:lnTo>
                    <a:pt x="8071" y="6566"/>
                  </a:lnTo>
                  <a:lnTo>
                    <a:pt x="8364" y="6529"/>
                  </a:lnTo>
                  <a:close/>
                  <a:moveTo>
                    <a:pt x="3155" y="3191"/>
                  </a:moveTo>
                  <a:lnTo>
                    <a:pt x="3595" y="3228"/>
                  </a:lnTo>
                  <a:lnTo>
                    <a:pt x="4036" y="3301"/>
                  </a:lnTo>
                  <a:lnTo>
                    <a:pt x="4439" y="3412"/>
                  </a:lnTo>
                  <a:lnTo>
                    <a:pt x="4879" y="3522"/>
                  </a:lnTo>
                  <a:lnTo>
                    <a:pt x="4843" y="4072"/>
                  </a:lnTo>
                  <a:lnTo>
                    <a:pt x="4843" y="4659"/>
                  </a:lnTo>
                  <a:lnTo>
                    <a:pt x="4879" y="5282"/>
                  </a:lnTo>
                  <a:lnTo>
                    <a:pt x="4989" y="6529"/>
                  </a:lnTo>
                  <a:lnTo>
                    <a:pt x="4182" y="7263"/>
                  </a:lnTo>
                  <a:lnTo>
                    <a:pt x="3779" y="7630"/>
                  </a:lnTo>
                  <a:lnTo>
                    <a:pt x="3375" y="8033"/>
                  </a:lnTo>
                  <a:lnTo>
                    <a:pt x="3265" y="7960"/>
                  </a:lnTo>
                  <a:lnTo>
                    <a:pt x="2898" y="7667"/>
                  </a:lnTo>
                  <a:lnTo>
                    <a:pt x="3008" y="7520"/>
                  </a:lnTo>
                  <a:lnTo>
                    <a:pt x="3119" y="7410"/>
                  </a:lnTo>
                  <a:lnTo>
                    <a:pt x="3155" y="7336"/>
                  </a:lnTo>
                  <a:lnTo>
                    <a:pt x="3192" y="7300"/>
                  </a:lnTo>
                  <a:lnTo>
                    <a:pt x="3192" y="7153"/>
                  </a:lnTo>
                  <a:lnTo>
                    <a:pt x="3229" y="6933"/>
                  </a:lnTo>
                  <a:lnTo>
                    <a:pt x="3192" y="6823"/>
                  </a:lnTo>
                  <a:lnTo>
                    <a:pt x="3155" y="6676"/>
                  </a:lnTo>
                  <a:lnTo>
                    <a:pt x="3119" y="6566"/>
                  </a:lnTo>
                  <a:lnTo>
                    <a:pt x="3045" y="6456"/>
                  </a:lnTo>
                  <a:lnTo>
                    <a:pt x="2972" y="6383"/>
                  </a:lnTo>
                  <a:lnTo>
                    <a:pt x="2862" y="6309"/>
                  </a:lnTo>
                  <a:lnTo>
                    <a:pt x="2752" y="6273"/>
                  </a:lnTo>
                  <a:lnTo>
                    <a:pt x="2605" y="6236"/>
                  </a:lnTo>
                  <a:lnTo>
                    <a:pt x="2495" y="6236"/>
                  </a:lnTo>
                  <a:lnTo>
                    <a:pt x="2348" y="6273"/>
                  </a:lnTo>
                  <a:lnTo>
                    <a:pt x="2128" y="6383"/>
                  </a:lnTo>
                  <a:lnTo>
                    <a:pt x="1908" y="6529"/>
                  </a:lnTo>
                  <a:lnTo>
                    <a:pt x="1761" y="6713"/>
                  </a:lnTo>
                  <a:lnTo>
                    <a:pt x="1321" y="6309"/>
                  </a:lnTo>
                  <a:lnTo>
                    <a:pt x="954" y="5833"/>
                  </a:lnTo>
                  <a:lnTo>
                    <a:pt x="734" y="5502"/>
                  </a:lnTo>
                  <a:lnTo>
                    <a:pt x="624" y="5172"/>
                  </a:lnTo>
                  <a:lnTo>
                    <a:pt x="551" y="4805"/>
                  </a:lnTo>
                  <a:lnTo>
                    <a:pt x="514" y="4439"/>
                  </a:lnTo>
                  <a:lnTo>
                    <a:pt x="551" y="4255"/>
                  </a:lnTo>
                  <a:lnTo>
                    <a:pt x="624" y="4072"/>
                  </a:lnTo>
                  <a:lnTo>
                    <a:pt x="734" y="3925"/>
                  </a:lnTo>
                  <a:lnTo>
                    <a:pt x="844" y="3778"/>
                  </a:lnTo>
                  <a:lnTo>
                    <a:pt x="991" y="3668"/>
                  </a:lnTo>
                  <a:lnTo>
                    <a:pt x="1174" y="3558"/>
                  </a:lnTo>
                  <a:lnTo>
                    <a:pt x="1541" y="3412"/>
                  </a:lnTo>
                  <a:lnTo>
                    <a:pt x="1908" y="3265"/>
                  </a:lnTo>
                  <a:lnTo>
                    <a:pt x="2312" y="3191"/>
                  </a:lnTo>
                  <a:close/>
                  <a:moveTo>
                    <a:pt x="11005" y="6199"/>
                  </a:moveTo>
                  <a:lnTo>
                    <a:pt x="12289" y="6896"/>
                  </a:lnTo>
                  <a:lnTo>
                    <a:pt x="11885" y="7483"/>
                  </a:lnTo>
                  <a:lnTo>
                    <a:pt x="11482" y="8033"/>
                  </a:lnTo>
                  <a:lnTo>
                    <a:pt x="11335" y="7410"/>
                  </a:lnTo>
                  <a:lnTo>
                    <a:pt x="11188" y="6750"/>
                  </a:lnTo>
                  <a:lnTo>
                    <a:pt x="11005" y="6199"/>
                  </a:lnTo>
                  <a:close/>
                  <a:moveTo>
                    <a:pt x="7264" y="8180"/>
                  </a:moveTo>
                  <a:lnTo>
                    <a:pt x="7410" y="8253"/>
                  </a:lnTo>
                  <a:lnTo>
                    <a:pt x="7594" y="8290"/>
                  </a:lnTo>
                  <a:lnTo>
                    <a:pt x="7960" y="8290"/>
                  </a:lnTo>
                  <a:lnTo>
                    <a:pt x="7704" y="8327"/>
                  </a:lnTo>
                  <a:lnTo>
                    <a:pt x="7557" y="8327"/>
                  </a:lnTo>
                  <a:lnTo>
                    <a:pt x="7447" y="8290"/>
                  </a:lnTo>
                  <a:lnTo>
                    <a:pt x="7337" y="8253"/>
                  </a:lnTo>
                  <a:lnTo>
                    <a:pt x="7264" y="8180"/>
                  </a:lnTo>
                  <a:close/>
                  <a:moveTo>
                    <a:pt x="8181" y="5979"/>
                  </a:moveTo>
                  <a:lnTo>
                    <a:pt x="7997" y="6016"/>
                  </a:lnTo>
                  <a:lnTo>
                    <a:pt x="7814" y="6089"/>
                  </a:lnTo>
                  <a:lnTo>
                    <a:pt x="7667" y="6236"/>
                  </a:lnTo>
                  <a:lnTo>
                    <a:pt x="7410" y="6346"/>
                  </a:lnTo>
                  <a:lnTo>
                    <a:pt x="7190" y="6529"/>
                  </a:lnTo>
                  <a:lnTo>
                    <a:pt x="6970" y="6713"/>
                  </a:lnTo>
                  <a:lnTo>
                    <a:pt x="6787" y="6933"/>
                  </a:lnTo>
                  <a:lnTo>
                    <a:pt x="6677" y="7080"/>
                  </a:lnTo>
                  <a:lnTo>
                    <a:pt x="6640" y="7263"/>
                  </a:lnTo>
                  <a:lnTo>
                    <a:pt x="6567" y="7410"/>
                  </a:lnTo>
                  <a:lnTo>
                    <a:pt x="6567" y="7593"/>
                  </a:lnTo>
                  <a:lnTo>
                    <a:pt x="6567" y="7923"/>
                  </a:lnTo>
                  <a:lnTo>
                    <a:pt x="6677" y="8253"/>
                  </a:lnTo>
                  <a:lnTo>
                    <a:pt x="6787" y="8437"/>
                  </a:lnTo>
                  <a:lnTo>
                    <a:pt x="6897" y="8584"/>
                  </a:lnTo>
                  <a:lnTo>
                    <a:pt x="7043" y="8694"/>
                  </a:lnTo>
                  <a:lnTo>
                    <a:pt x="7190" y="8767"/>
                  </a:lnTo>
                  <a:lnTo>
                    <a:pt x="7374" y="8804"/>
                  </a:lnTo>
                  <a:lnTo>
                    <a:pt x="7557" y="8840"/>
                  </a:lnTo>
                  <a:lnTo>
                    <a:pt x="7924" y="8840"/>
                  </a:lnTo>
                  <a:lnTo>
                    <a:pt x="8254" y="8767"/>
                  </a:lnTo>
                  <a:lnTo>
                    <a:pt x="8584" y="8620"/>
                  </a:lnTo>
                  <a:lnTo>
                    <a:pt x="8914" y="8364"/>
                  </a:lnTo>
                  <a:lnTo>
                    <a:pt x="9208" y="8070"/>
                  </a:lnTo>
                  <a:lnTo>
                    <a:pt x="9464" y="7740"/>
                  </a:lnTo>
                  <a:lnTo>
                    <a:pt x="9538" y="7593"/>
                  </a:lnTo>
                  <a:lnTo>
                    <a:pt x="9611" y="7410"/>
                  </a:lnTo>
                  <a:lnTo>
                    <a:pt x="9648" y="7226"/>
                  </a:lnTo>
                  <a:lnTo>
                    <a:pt x="9648" y="7043"/>
                  </a:lnTo>
                  <a:lnTo>
                    <a:pt x="9648" y="6860"/>
                  </a:lnTo>
                  <a:lnTo>
                    <a:pt x="9574" y="6713"/>
                  </a:lnTo>
                  <a:lnTo>
                    <a:pt x="9464" y="6529"/>
                  </a:lnTo>
                  <a:lnTo>
                    <a:pt x="9354" y="6419"/>
                  </a:lnTo>
                  <a:lnTo>
                    <a:pt x="9208" y="6273"/>
                  </a:lnTo>
                  <a:lnTo>
                    <a:pt x="9061" y="6199"/>
                  </a:lnTo>
                  <a:lnTo>
                    <a:pt x="8731" y="6053"/>
                  </a:lnTo>
                  <a:lnTo>
                    <a:pt x="8364" y="5979"/>
                  </a:lnTo>
                  <a:close/>
                  <a:moveTo>
                    <a:pt x="5063" y="7080"/>
                  </a:moveTo>
                  <a:lnTo>
                    <a:pt x="5246" y="8180"/>
                  </a:lnTo>
                  <a:lnTo>
                    <a:pt x="5466" y="9281"/>
                  </a:lnTo>
                  <a:lnTo>
                    <a:pt x="4622" y="8804"/>
                  </a:lnTo>
                  <a:lnTo>
                    <a:pt x="3779" y="8290"/>
                  </a:lnTo>
                  <a:lnTo>
                    <a:pt x="4439" y="7667"/>
                  </a:lnTo>
                  <a:lnTo>
                    <a:pt x="5063" y="7080"/>
                  </a:lnTo>
                  <a:close/>
                  <a:moveTo>
                    <a:pt x="7887" y="4732"/>
                  </a:moveTo>
                  <a:lnTo>
                    <a:pt x="9171" y="5282"/>
                  </a:lnTo>
                  <a:lnTo>
                    <a:pt x="10381" y="5869"/>
                  </a:lnTo>
                  <a:lnTo>
                    <a:pt x="10602" y="6529"/>
                  </a:lnTo>
                  <a:lnTo>
                    <a:pt x="10785" y="7190"/>
                  </a:lnTo>
                  <a:lnTo>
                    <a:pt x="10932" y="7850"/>
                  </a:lnTo>
                  <a:lnTo>
                    <a:pt x="11078" y="8547"/>
                  </a:lnTo>
                  <a:lnTo>
                    <a:pt x="10565" y="9097"/>
                  </a:lnTo>
                  <a:lnTo>
                    <a:pt x="10015" y="9647"/>
                  </a:lnTo>
                  <a:lnTo>
                    <a:pt x="9428" y="10161"/>
                  </a:lnTo>
                  <a:lnTo>
                    <a:pt x="8841" y="10674"/>
                  </a:lnTo>
                  <a:lnTo>
                    <a:pt x="8107" y="10418"/>
                  </a:lnTo>
                  <a:lnTo>
                    <a:pt x="7374" y="10161"/>
                  </a:lnTo>
                  <a:lnTo>
                    <a:pt x="6677" y="9867"/>
                  </a:lnTo>
                  <a:lnTo>
                    <a:pt x="5980" y="9537"/>
                  </a:lnTo>
                  <a:lnTo>
                    <a:pt x="5723" y="8143"/>
                  </a:lnTo>
                  <a:lnTo>
                    <a:pt x="5466" y="6713"/>
                  </a:lnTo>
                  <a:lnTo>
                    <a:pt x="6677" y="5722"/>
                  </a:lnTo>
                  <a:lnTo>
                    <a:pt x="7887" y="4732"/>
                  </a:lnTo>
                  <a:close/>
                  <a:moveTo>
                    <a:pt x="11152" y="9171"/>
                  </a:moveTo>
                  <a:lnTo>
                    <a:pt x="11225" y="10161"/>
                  </a:lnTo>
                  <a:lnTo>
                    <a:pt x="11225" y="11188"/>
                  </a:lnTo>
                  <a:lnTo>
                    <a:pt x="11225" y="11225"/>
                  </a:lnTo>
                  <a:lnTo>
                    <a:pt x="10308" y="11041"/>
                  </a:lnTo>
                  <a:lnTo>
                    <a:pt x="9391" y="10821"/>
                  </a:lnTo>
                  <a:lnTo>
                    <a:pt x="10015" y="10308"/>
                  </a:lnTo>
                  <a:lnTo>
                    <a:pt x="10565" y="9794"/>
                  </a:lnTo>
                  <a:lnTo>
                    <a:pt x="11152" y="9171"/>
                  </a:lnTo>
                  <a:close/>
                  <a:moveTo>
                    <a:pt x="12729" y="7153"/>
                  </a:moveTo>
                  <a:lnTo>
                    <a:pt x="13243" y="7483"/>
                  </a:lnTo>
                  <a:lnTo>
                    <a:pt x="13756" y="7813"/>
                  </a:lnTo>
                  <a:lnTo>
                    <a:pt x="14233" y="8180"/>
                  </a:lnTo>
                  <a:lnTo>
                    <a:pt x="14673" y="8584"/>
                  </a:lnTo>
                  <a:lnTo>
                    <a:pt x="15113" y="9024"/>
                  </a:lnTo>
                  <a:lnTo>
                    <a:pt x="15480" y="9464"/>
                  </a:lnTo>
                  <a:lnTo>
                    <a:pt x="15810" y="9941"/>
                  </a:lnTo>
                  <a:lnTo>
                    <a:pt x="16067" y="10454"/>
                  </a:lnTo>
                  <a:lnTo>
                    <a:pt x="16251" y="11005"/>
                  </a:lnTo>
                  <a:lnTo>
                    <a:pt x="16177" y="11041"/>
                  </a:lnTo>
                  <a:lnTo>
                    <a:pt x="15957" y="11188"/>
                  </a:lnTo>
                  <a:lnTo>
                    <a:pt x="15700" y="11298"/>
                  </a:lnTo>
                  <a:lnTo>
                    <a:pt x="15444" y="11371"/>
                  </a:lnTo>
                  <a:lnTo>
                    <a:pt x="15187" y="11445"/>
                  </a:lnTo>
                  <a:lnTo>
                    <a:pt x="15113" y="11371"/>
                  </a:lnTo>
                  <a:lnTo>
                    <a:pt x="15077" y="11408"/>
                  </a:lnTo>
                  <a:lnTo>
                    <a:pt x="14233" y="11445"/>
                  </a:lnTo>
                  <a:lnTo>
                    <a:pt x="13389" y="11408"/>
                  </a:lnTo>
                  <a:lnTo>
                    <a:pt x="12582" y="11371"/>
                  </a:lnTo>
                  <a:lnTo>
                    <a:pt x="11739" y="11298"/>
                  </a:lnTo>
                  <a:lnTo>
                    <a:pt x="11702" y="10198"/>
                  </a:lnTo>
                  <a:lnTo>
                    <a:pt x="11665" y="9464"/>
                  </a:lnTo>
                  <a:lnTo>
                    <a:pt x="11592" y="8694"/>
                  </a:lnTo>
                  <a:lnTo>
                    <a:pt x="12179" y="7923"/>
                  </a:lnTo>
                  <a:lnTo>
                    <a:pt x="12729" y="7153"/>
                  </a:lnTo>
                  <a:close/>
                  <a:moveTo>
                    <a:pt x="6126" y="10161"/>
                  </a:moveTo>
                  <a:lnTo>
                    <a:pt x="6787" y="10454"/>
                  </a:lnTo>
                  <a:lnTo>
                    <a:pt x="7447" y="10711"/>
                  </a:lnTo>
                  <a:lnTo>
                    <a:pt x="8327" y="11005"/>
                  </a:lnTo>
                  <a:lnTo>
                    <a:pt x="7557" y="11555"/>
                  </a:lnTo>
                  <a:lnTo>
                    <a:pt x="6713" y="11995"/>
                  </a:lnTo>
                  <a:lnTo>
                    <a:pt x="6603" y="12068"/>
                  </a:lnTo>
                  <a:lnTo>
                    <a:pt x="6346" y="11078"/>
                  </a:lnTo>
                  <a:lnTo>
                    <a:pt x="6126" y="10161"/>
                  </a:lnTo>
                  <a:close/>
                  <a:moveTo>
                    <a:pt x="3449" y="8657"/>
                  </a:moveTo>
                  <a:lnTo>
                    <a:pt x="3889" y="8950"/>
                  </a:lnTo>
                  <a:lnTo>
                    <a:pt x="4733" y="9427"/>
                  </a:lnTo>
                  <a:lnTo>
                    <a:pt x="5613" y="9904"/>
                  </a:lnTo>
                  <a:lnTo>
                    <a:pt x="5870" y="11078"/>
                  </a:lnTo>
                  <a:lnTo>
                    <a:pt x="6016" y="11665"/>
                  </a:lnTo>
                  <a:lnTo>
                    <a:pt x="6200" y="12288"/>
                  </a:lnTo>
                  <a:lnTo>
                    <a:pt x="5686" y="12509"/>
                  </a:lnTo>
                  <a:lnTo>
                    <a:pt x="5136" y="12729"/>
                  </a:lnTo>
                  <a:lnTo>
                    <a:pt x="4622" y="12875"/>
                  </a:lnTo>
                  <a:lnTo>
                    <a:pt x="4072" y="12985"/>
                  </a:lnTo>
                  <a:lnTo>
                    <a:pt x="3705" y="12985"/>
                  </a:lnTo>
                  <a:lnTo>
                    <a:pt x="3375" y="12949"/>
                  </a:lnTo>
                  <a:lnTo>
                    <a:pt x="3045" y="12875"/>
                  </a:lnTo>
                  <a:lnTo>
                    <a:pt x="2715" y="12692"/>
                  </a:lnTo>
                  <a:lnTo>
                    <a:pt x="2568" y="12582"/>
                  </a:lnTo>
                  <a:lnTo>
                    <a:pt x="2458" y="12435"/>
                  </a:lnTo>
                  <a:lnTo>
                    <a:pt x="2348" y="12288"/>
                  </a:lnTo>
                  <a:lnTo>
                    <a:pt x="2275" y="12105"/>
                  </a:lnTo>
                  <a:lnTo>
                    <a:pt x="2165" y="11775"/>
                  </a:lnTo>
                  <a:lnTo>
                    <a:pt x="2165" y="11371"/>
                  </a:lnTo>
                  <a:lnTo>
                    <a:pt x="2201" y="11005"/>
                  </a:lnTo>
                  <a:lnTo>
                    <a:pt x="2275" y="10638"/>
                  </a:lnTo>
                  <a:lnTo>
                    <a:pt x="2385" y="10271"/>
                  </a:lnTo>
                  <a:lnTo>
                    <a:pt x="2532" y="9941"/>
                  </a:lnTo>
                  <a:lnTo>
                    <a:pt x="2715" y="9574"/>
                  </a:lnTo>
                  <a:lnTo>
                    <a:pt x="2935" y="9281"/>
                  </a:lnTo>
                  <a:lnTo>
                    <a:pt x="3192" y="8950"/>
                  </a:lnTo>
                  <a:lnTo>
                    <a:pt x="3449" y="8657"/>
                  </a:lnTo>
                  <a:close/>
                  <a:moveTo>
                    <a:pt x="8291" y="14049"/>
                  </a:moveTo>
                  <a:lnTo>
                    <a:pt x="8401" y="14086"/>
                  </a:lnTo>
                  <a:lnTo>
                    <a:pt x="8401" y="14196"/>
                  </a:lnTo>
                  <a:lnTo>
                    <a:pt x="8401" y="14343"/>
                  </a:lnTo>
                  <a:lnTo>
                    <a:pt x="8364" y="14489"/>
                  </a:lnTo>
                  <a:lnTo>
                    <a:pt x="8291" y="14599"/>
                  </a:lnTo>
                  <a:lnTo>
                    <a:pt x="8181" y="14673"/>
                  </a:lnTo>
                  <a:lnTo>
                    <a:pt x="7960" y="14489"/>
                  </a:lnTo>
                  <a:lnTo>
                    <a:pt x="7777" y="14306"/>
                  </a:lnTo>
                  <a:lnTo>
                    <a:pt x="7850" y="14159"/>
                  </a:lnTo>
                  <a:lnTo>
                    <a:pt x="7997" y="14086"/>
                  </a:lnTo>
                  <a:lnTo>
                    <a:pt x="8144" y="14049"/>
                  </a:lnTo>
                  <a:close/>
                  <a:moveTo>
                    <a:pt x="8914" y="11188"/>
                  </a:moveTo>
                  <a:lnTo>
                    <a:pt x="10051" y="11481"/>
                  </a:lnTo>
                  <a:lnTo>
                    <a:pt x="11225" y="11702"/>
                  </a:lnTo>
                  <a:lnTo>
                    <a:pt x="11188" y="12288"/>
                  </a:lnTo>
                  <a:lnTo>
                    <a:pt x="11115" y="12839"/>
                  </a:lnTo>
                  <a:lnTo>
                    <a:pt x="10968" y="13426"/>
                  </a:lnTo>
                  <a:lnTo>
                    <a:pt x="10822" y="13976"/>
                  </a:lnTo>
                  <a:lnTo>
                    <a:pt x="10638" y="14269"/>
                  </a:lnTo>
                  <a:lnTo>
                    <a:pt x="10455" y="14563"/>
                  </a:lnTo>
                  <a:lnTo>
                    <a:pt x="10198" y="14819"/>
                  </a:lnTo>
                  <a:lnTo>
                    <a:pt x="9905" y="15003"/>
                  </a:lnTo>
                  <a:lnTo>
                    <a:pt x="9648" y="15113"/>
                  </a:lnTo>
                  <a:lnTo>
                    <a:pt x="9391" y="15150"/>
                  </a:lnTo>
                  <a:lnTo>
                    <a:pt x="9098" y="15113"/>
                  </a:lnTo>
                  <a:lnTo>
                    <a:pt x="8841" y="15040"/>
                  </a:lnTo>
                  <a:lnTo>
                    <a:pt x="8951" y="14856"/>
                  </a:lnTo>
                  <a:lnTo>
                    <a:pt x="8988" y="14673"/>
                  </a:lnTo>
                  <a:lnTo>
                    <a:pt x="9061" y="14453"/>
                  </a:lnTo>
                  <a:lnTo>
                    <a:pt x="9061" y="14269"/>
                  </a:lnTo>
                  <a:lnTo>
                    <a:pt x="9024" y="14086"/>
                  </a:lnTo>
                  <a:lnTo>
                    <a:pt x="8951" y="13976"/>
                  </a:lnTo>
                  <a:lnTo>
                    <a:pt x="8841" y="13829"/>
                  </a:lnTo>
                  <a:lnTo>
                    <a:pt x="8731" y="13756"/>
                  </a:lnTo>
                  <a:lnTo>
                    <a:pt x="8547" y="13646"/>
                  </a:lnTo>
                  <a:lnTo>
                    <a:pt x="8401" y="13609"/>
                  </a:lnTo>
                  <a:lnTo>
                    <a:pt x="8254" y="13572"/>
                  </a:lnTo>
                  <a:lnTo>
                    <a:pt x="8071" y="13572"/>
                  </a:lnTo>
                  <a:lnTo>
                    <a:pt x="7887" y="13609"/>
                  </a:lnTo>
                  <a:lnTo>
                    <a:pt x="7740" y="13682"/>
                  </a:lnTo>
                  <a:lnTo>
                    <a:pt x="7594" y="13792"/>
                  </a:lnTo>
                  <a:lnTo>
                    <a:pt x="7447" y="13902"/>
                  </a:lnTo>
                  <a:lnTo>
                    <a:pt x="7264" y="13609"/>
                  </a:lnTo>
                  <a:lnTo>
                    <a:pt x="7080" y="13242"/>
                  </a:lnTo>
                  <a:lnTo>
                    <a:pt x="6897" y="12912"/>
                  </a:lnTo>
                  <a:lnTo>
                    <a:pt x="6750" y="12545"/>
                  </a:lnTo>
                  <a:lnTo>
                    <a:pt x="7814" y="11958"/>
                  </a:lnTo>
                  <a:lnTo>
                    <a:pt x="8364" y="11591"/>
                  </a:lnTo>
                  <a:lnTo>
                    <a:pt x="8914" y="11188"/>
                  </a:lnTo>
                  <a:close/>
                  <a:moveTo>
                    <a:pt x="6493" y="0"/>
                  </a:moveTo>
                  <a:lnTo>
                    <a:pt x="6163" y="294"/>
                  </a:lnTo>
                  <a:lnTo>
                    <a:pt x="5870" y="624"/>
                  </a:lnTo>
                  <a:lnTo>
                    <a:pt x="5613" y="991"/>
                  </a:lnTo>
                  <a:lnTo>
                    <a:pt x="5429" y="1394"/>
                  </a:lnTo>
                  <a:lnTo>
                    <a:pt x="5246" y="1798"/>
                  </a:lnTo>
                  <a:lnTo>
                    <a:pt x="5099" y="2201"/>
                  </a:lnTo>
                  <a:lnTo>
                    <a:pt x="5026" y="2641"/>
                  </a:lnTo>
                  <a:lnTo>
                    <a:pt x="4953" y="3081"/>
                  </a:lnTo>
                  <a:lnTo>
                    <a:pt x="4219" y="2898"/>
                  </a:lnTo>
                  <a:lnTo>
                    <a:pt x="3485" y="2788"/>
                  </a:lnTo>
                  <a:lnTo>
                    <a:pt x="2752" y="2715"/>
                  </a:lnTo>
                  <a:lnTo>
                    <a:pt x="2385" y="2751"/>
                  </a:lnTo>
                  <a:lnTo>
                    <a:pt x="2055" y="2788"/>
                  </a:lnTo>
                  <a:lnTo>
                    <a:pt x="1725" y="2825"/>
                  </a:lnTo>
                  <a:lnTo>
                    <a:pt x="1394" y="2898"/>
                  </a:lnTo>
                  <a:lnTo>
                    <a:pt x="1101" y="3045"/>
                  </a:lnTo>
                  <a:lnTo>
                    <a:pt x="808" y="3191"/>
                  </a:lnTo>
                  <a:lnTo>
                    <a:pt x="551" y="3338"/>
                  </a:lnTo>
                  <a:lnTo>
                    <a:pt x="367" y="3558"/>
                  </a:lnTo>
                  <a:lnTo>
                    <a:pt x="184" y="3815"/>
                  </a:lnTo>
                  <a:lnTo>
                    <a:pt x="74" y="4108"/>
                  </a:lnTo>
                  <a:lnTo>
                    <a:pt x="1" y="4402"/>
                  </a:lnTo>
                  <a:lnTo>
                    <a:pt x="1" y="4732"/>
                  </a:lnTo>
                  <a:lnTo>
                    <a:pt x="37" y="5026"/>
                  </a:lnTo>
                  <a:lnTo>
                    <a:pt x="147" y="5356"/>
                  </a:lnTo>
                  <a:lnTo>
                    <a:pt x="257" y="5649"/>
                  </a:lnTo>
                  <a:lnTo>
                    <a:pt x="441" y="5943"/>
                  </a:lnTo>
                  <a:lnTo>
                    <a:pt x="624" y="6236"/>
                  </a:lnTo>
                  <a:lnTo>
                    <a:pt x="844" y="6493"/>
                  </a:lnTo>
                  <a:lnTo>
                    <a:pt x="1211" y="6860"/>
                  </a:lnTo>
                  <a:lnTo>
                    <a:pt x="1615" y="7263"/>
                  </a:lnTo>
                  <a:lnTo>
                    <a:pt x="1615" y="7300"/>
                  </a:lnTo>
                  <a:lnTo>
                    <a:pt x="1615" y="7520"/>
                  </a:lnTo>
                  <a:lnTo>
                    <a:pt x="1688" y="7777"/>
                  </a:lnTo>
                  <a:lnTo>
                    <a:pt x="1725" y="7887"/>
                  </a:lnTo>
                  <a:lnTo>
                    <a:pt x="1835" y="7960"/>
                  </a:lnTo>
                  <a:lnTo>
                    <a:pt x="1908" y="8033"/>
                  </a:lnTo>
                  <a:lnTo>
                    <a:pt x="2055" y="8070"/>
                  </a:lnTo>
                  <a:lnTo>
                    <a:pt x="2165" y="8107"/>
                  </a:lnTo>
                  <a:lnTo>
                    <a:pt x="2275" y="8070"/>
                  </a:lnTo>
                  <a:lnTo>
                    <a:pt x="2532" y="7997"/>
                  </a:lnTo>
                  <a:lnTo>
                    <a:pt x="3045" y="8400"/>
                  </a:lnTo>
                  <a:lnTo>
                    <a:pt x="2642" y="8914"/>
                  </a:lnTo>
                  <a:lnTo>
                    <a:pt x="2312" y="9464"/>
                  </a:lnTo>
                  <a:lnTo>
                    <a:pt x="2018" y="10051"/>
                  </a:lnTo>
                  <a:lnTo>
                    <a:pt x="1871" y="10344"/>
                  </a:lnTo>
                  <a:lnTo>
                    <a:pt x="1798" y="10674"/>
                  </a:lnTo>
                  <a:lnTo>
                    <a:pt x="1725" y="10968"/>
                  </a:lnTo>
                  <a:lnTo>
                    <a:pt x="1688" y="11261"/>
                  </a:lnTo>
                  <a:lnTo>
                    <a:pt x="1688" y="11555"/>
                  </a:lnTo>
                  <a:lnTo>
                    <a:pt x="1725" y="11885"/>
                  </a:lnTo>
                  <a:lnTo>
                    <a:pt x="1798" y="12142"/>
                  </a:lnTo>
                  <a:lnTo>
                    <a:pt x="1908" y="12435"/>
                  </a:lnTo>
                  <a:lnTo>
                    <a:pt x="2055" y="12692"/>
                  </a:lnTo>
                  <a:lnTo>
                    <a:pt x="2238" y="12912"/>
                  </a:lnTo>
                  <a:lnTo>
                    <a:pt x="2495" y="13132"/>
                  </a:lnTo>
                  <a:lnTo>
                    <a:pt x="2788" y="13279"/>
                  </a:lnTo>
                  <a:lnTo>
                    <a:pt x="3045" y="13389"/>
                  </a:lnTo>
                  <a:lnTo>
                    <a:pt x="3375" y="13426"/>
                  </a:lnTo>
                  <a:lnTo>
                    <a:pt x="3669" y="13462"/>
                  </a:lnTo>
                  <a:lnTo>
                    <a:pt x="3999" y="13462"/>
                  </a:lnTo>
                  <a:lnTo>
                    <a:pt x="4292" y="13426"/>
                  </a:lnTo>
                  <a:lnTo>
                    <a:pt x="4586" y="13389"/>
                  </a:lnTo>
                  <a:lnTo>
                    <a:pt x="5026" y="13242"/>
                  </a:lnTo>
                  <a:lnTo>
                    <a:pt x="5503" y="13095"/>
                  </a:lnTo>
                  <a:lnTo>
                    <a:pt x="5906" y="12949"/>
                  </a:lnTo>
                  <a:lnTo>
                    <a:pt x="6346" y="12729"/>
                  </a:lnTo>
                  <a:lnTo>
                    <a:pt x="6530" y="13169"/>
                  </a:lnTo>
                  <a:lnTo>
                    <a:pt x="6713" y="13572"/>
                  </a:lnTo>
                  <a:lnTo>
                    <a:pt x="6970" y="13976"/>
                  </a:lnTo>
                  <a:lnTo>
                    <a:pt x="7227" y="14343"/>
                  </a:lnTo>
                  <a:lnTo>
                    <a:pt x="7153" y="14526"/>
                  </a:lnTo>
                  <a:lnTo>
                    <a:pt x="7117" y="14709"/>
                  </a:lnTo>
                  <a:lnTo>
                    <a:pt x="7153" y="14893"/>
                  </a:lnTo>
                  <a:lnTo>
                    <a:pt x="7227" y="15076"/>
                  </a:lnTo>
                  <a:lnTo>
                    <a:pt x="7337" y="15223"/>
                  </a:lnTo>
                  <a:lnTo>
                    <a:pt x="7484" y="15333"/>
                  </a:lnTo>
                  <a:lnTo>
                    <a:pt x="7630" y="15406"/>
                  </a:lnTo>
                  <a:lnTo>
                    <a:pt x="7777" y="15480"/>
                  </a:lnTo>
                  <a:lnTo>
                    <a:pt x="7924" y="15516"/>
                  </a:lnTo>
                  <a:lnTo>
                    <a:pt x="8107" y="15516"/>
                  </a:lnTo>
                  <a:lnTo>
                    <a:pt x="8254" y="15480"/>
                  </a:lnTo>
                  <a:lnTo>
                    <a:pt x="8437" y="15406"/>
                  </a:lnTo>
                  <a:lnTo>
                    <a:pt x="8474" y="15406"/>
                  </a:lnTo>
                  <a:lnTo>
                    <a:pt x="8804" y="15516"/>
                  </a:lnTo>
                  <a:lnTo>
                    <a:pt x="9171" y="15590"/>
                  </a:lnTo>
                  <a:lnTo>
                    <a:pt x="9501" y="15590"/>
                  </a:lnTo>
                  <a:lnTo>
                    <a:pt x="9868" y="15516"/>
                  </a:lnTo>
                  <a:lnTo>
                    <a:pt x="10161" y="15406"/>
                  </a:lnTo>
                  <a:lnTo>
                    <a:pt x="10418" y="15260"/>
                  </a:lnTo>
                  <a:lnTo>
                    <a:pt x="10675" y="15040"/>
                  </a:lnTo>
                  <a:lnTo>
                    <a:pt x="10858" y="14819"/>
                  </a:lnTo>
                  <a:lnTo>
                    <a:pt x="11042" y="14563"/>
                  </a:lnTo>
                  <a:lnTo>
                    <a:pt x="11188" y="14269"/>
                  </a:lnTo>
                  <a:lnTo>
                    <a:pt x="11299" y="13976"/>
                  </a:lnTo>
                  <a:lnTo>
                    <a:pt x="11409" y="13682"/>
                  </a:lnTo>
                  <a:lnTo>
                    <a:pt x="11519" y="13242"/>
                  </a:lnTo>
                  <a:lnTo>
                    <a:pt x="11629" y="12765"/>
                  </a:lnTo>
                  <a:lnTo>
                    <a:pt x="11665" y="12252"/>
                  </a:lnTo>
                  <a:lnTo>
                    <a:pt x="11702" y="11775"/>
                  </a:lnTo>
                  <a:lnTo>
                    <a:pt x="12619" y="11848"/>
                  </a:lnTo>
                  <a:lnTo>
                    <a:pt x="13499" y="11922"/>
                  </a:lnTo>
                  <a:lnTo>
                    <a:pt x="14416" y="11922"/>
                  </a:lnTo>
                  <a:lnTo>
                    <a:pt x="15297" y="11885"/>
                  </a:lnTo>
                  <a:lnTo>
                    <a:pt x="15333" y="11848"/>
                  </a:lnTo>
                  <a:lnTo>
                    <a:pt x="15333" y="11775"/>
                  </a:lnTo>
                  <a:lnTo>
                    <a:pt x="15590" y="11702"/>
                  </a:lnTo>
                  <a:lnTo>
                    <a:pt x="15884" y="11628"/>
                  </a:lnTo>
                  <a:lnTo>
                    <a:pt x="16140" y="11481"/>
                  </a:lnTo>
                  <a:lnTo>
                    <a:pt x="16397" y="11335"/>
                  </a:lnTo>
                  <a:lnTo>
                    <a:pt x="16507" y="11335"/>
                  </a:lnTo>
                  <a:lnTo>
                    <a:pt x="16544" y="11298"/>
                  </a:lnTo>
                  <a:lnTo>
                    <a:pt x="16581" y="11225"/>
                  </a:lnTo>
                  <a:lnTo>
                    <a:pt x="16544" y="10931"/>
                  </a:lnTo>
                  <a:lnTo>
                    <a:pt x="16471" y="10638"/>
                  </a:lnTo>
                  <a:lnTo>
                    <a:pt x="16397" y="10344"/>
                  </a:lnTo>
                  <a:lnTo>
                    <a:pt x="16287" y="10088"/>
                  </a:lnTo>
                  <a:lnTo>
                    <a:pt x="15994" y="9537"/>
                  </a:lnTo>
                  <a:lnTo>
                    <a:pt x="15627" y="9060"/>
                  </a:lnTo>
                  <a:lnTo>
                    <a:pt x="15223" y="8584"/>
                  </a:lnTo>
                  <a:lnTo>
                    <a:pt x="14783" y="8143"/>
                  </a:lnTo>
                  <a:lnTo>
                    <a:pt x="14306" y="7740"/>
                  </a:lnTo>
                  <a:lnTo>
                    <a:pt x="13793" y="7336"/>
                  </a:lnTo>
                  <a:lnTo>
                    <a:pt x="12949" y="6786"/>
                  </a:lnTo>
                  <a:lnTo>
                    <a:pt x="13353" y="6053"/>
                  </a:lnTo>
                  <a:lnTo>
                    <a:pt x="13720" y="5319"/>
                  </a:lnTo>
                  <a:lnTo>
                    <a:pt x="14050" y="4549"/>
                  </a:lnTo>
                  <a:lnTo>
                    <a:pt x="14306" y="3778"/>
                  </a:lnTo>
                  <a:lnTo>
                    <a:pt x="14306" y="3632"/>
                  </a:lnTo>
                  <a:lnTo>
                    <a:pt x="14453" y="3522"/>
                  </a:lnTo>
                  <a:lnTo>
                    <a:pt x="14600" y="3375"/>
                  </a:lnTo>
                  <a:lnTo>
                    <a:pt x="14747" y="3155"/>
                  </a:lnTo>
                  <a:lnTo>
                    <a:pt x="14820" y="2935"/>
                  </a:lnTo>
                  <a:lnTo>
                    <a:pt x="14820" y="2678"/>
                  </a:lnTo>
                  <a:lnTo>
                    <a:pt x="14747" y="2421"/>
                  </a:lnTo>
                  <a:lnTo>
                    <a:pt x="14637" y="2238"/>
                  </a:lnTo>
                  <a:lnTo>
                    <a:pt x="14490" y="2054"/>
                  </a:lnTo>
                  <a:lnTo>
                    <a:pt x="14270" y="1944"/>
                  </a:lnTo>
                  <a:lnTo>
                    <a:pt x="14160" y="1908"/>
                  </a:lnTo>
                  <a:lnTo>
                    <a:pt x="14013" y="1908"/>
                  </a:lnTo>
                  <a:lnTo>
                    <a:pt x="13830" y="1944"/>
                  </a:lnTo>
                  <a:lnTo>
                    <a:pt x="13683" y="2018"/>
                  </a:lnTo>
                  <a:lnTo>
                    <a:pt x="13536" y="2091"/>
                  </a:lnTo>
                  <a:lnTo>
                    <a:pt x="13389" y="2201"/>
                  </a:lnTo>
                  <a:lnTo>
                    <a:pt x="12949" y="2128"/>
                  </a:lnTo>
                  <a:lnTo>
                    <a:pt x="12472" y="2164"/>
                  </a:lnTo>
                  <a:lnTo>
                    <a:pt x="12032" y="2201"/>
                  </a:lnTo>
                  <a:lnTo>
                    <a:pt x="11592" y="2274"/>
                  </a:lnTo>
                  <a:lnTo>
                    <a:pt x="11115" y="2421"/>
                  </a:lnTo>
                  <a:lnTo>
                    <a:pt x="10675" y="2568"/>
                  </a:lnTo>
                  <a:lnTo>
                    <a:pt x="10271" y="2751"/>
                  </a:lnTo>
                  <a:lnTo>
                    <a:pt x="9831" y="2971"/>
                  </a:lnTo>
                  <a:lnTo>
                    <a:pt x="9611" y="3081"/>
                  </a:lnTo>
                  <a:lnTo>
                    <a:pt x="9208" y="2421"/>
                  </a:lnTo>
                  <a:lnTo>
                    <a:pt x="8767" y="1761"/>
                  </a:lnTo>
                  <a:lnTo>
                    <a:pt x="8254" y="1137"/>
                  </a:lnTo>
                  <a:lnTo>
                    <a:pt x="7740" y="550"/>
                  </a:lnTo>
                  <a:lnTo>
                    <a:pt x="7630" y="477"/>
                  </a:lnTo>
                  <a:lnTo>
                    <a:pt x="7520" y="477"/>
                  </a:lnTo>
                  <a:lnTo>
                    <a:pt x="7117" y="624"/>
                  </a:lnTo>
                  <a:lnTo>
                    <a:pt x="6713" y="807"/>
                  </a:lnTo>
                  <a:lnTo>
                    <a:pt x="6640" y="844"/>
                  </a:lnTo>
                  <a:lnTo>
                    <a:pt x="6603" y="881"/>
                  </a:lnTo>
                  <a:lnTo>
                    <a:pt x="6640" y="991"/>
                  </a:lnTo>
                  <a:lnTo>
                    <a:pt x="6677" y="1064"/>
                  </a:lnTo>
                  <a:lnTo>
                    <a:pt x="6787" y="1064"/>
                  </a:lnTo>
                  <a:lnTo>
                    <a:pt x="7153" y="1027"/>
                  </a:lnTo>
                  <a:lnTo>
                    <a:pt x="7484" y="991"/>
                  </a:lnTo>
                  <a:lnTo>
                    <a:pt x="7960" y="1541"/>
                  </a:lnTo>
                  <a:lnTo>
                    <a:pt x="8401" y="2091"/>
                  </a:lnTo>
                  <a:lnTo>
                    <a:pt x="8841" y="2715"/>
                  </a:lnTo>
                  <a:lnTo>
                    <a:pt x="9208" y="3301"/>
                  </a:lnTo>
                  <a:lnTo>
                    <a:pt x="8511" y="3742"/>
                  </a:lnTo>
                  <a:lnTo>
                    <a:pt x="7850" y="4219"/>
                  </a:lnTo>
                  <a:lnTo>
                    <a:pt x="6603" y="3668"/>
                  </a:lnTo>
                  <a:lnTo>
                    <a:pt x="5980" y="3412"/>
                  </a:lnTo>
                  <a:lnTo>
                    <a:pt x="5319" y="3191"/>
                  </a:lnTo>
                  <a:lnTo>
                    <a:pt x="5393" y="2788"/>
                  </a:lnTo>
                  <a:lnTo>
                    <a:pt x="5466" y="2384"/>
                  </a:lnTo>
                  <a:lnTo>
                    <a:pt x="5576" y="1981"/>
                  </a:lnTo>
                  <a:lnTo>
                    <a:pt x="5723" y="1577"/>
                  </a:lnTo>
                  <a:lnTo>
                    <a:pt x="5906" y="1211"/>
                  </a:lnTo>
                  <a:lnTo>
                    <a:pt x="6126" y="844"/>
                  </a:lnTo>
                  <a:lnTo>
                    <a:pt x="6383" y="514"/>
                  </a:lnTo>
                  <a:lnTo>
                    <a:pt x="6640" y="184"/>
                  </a:lnTo>
                  <a:lnTo>
                    <a:pt x="6677" y="110"/>
                  </a:lnTo>
                  <a:lnTo>
                    <a:pt x="6677" y="37"/>
                  </a:lnTo>
                  <a:lnTo>
                    <a:pt x="6603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6" name="Google Shape;304;p5">
              <a:extLst>
                <a:ext uri="{FF2B5EF4-FFF2-40B4-BE49-F238E27FC236}">
                  <a16:creationId xmlns:a16="http://schemas.microsoft.com/office/drawing/2014/main" id="{49AFB081-BE68-48E0-9E72-761B1D4A675C}"/>
                </a:ext>
              </a:extLst>
            </p:cNvPr>
            <p:cNvSpPr/>
            <p:nvPr/>
          </p:nvSpPr>
          <p:spPr>
            <a:xfrm>
              <a:off x="6553775" y="1840025"/>
              <a:ext cx="234775" cy="276975"/>
            </a:xfrm>
            <a:custGeom>
              <a:avLst/>
              <a:gdLst/>
              <a:ahLst/>
              <a:cxnLst/>
              <a:rect l="l" t="t" r="r" b="b"/>
              <a:pathLst>
                <a:path w="9391" h="11079" extrusionOk="0">
                  <a:moveTo>
                    <a:pt x="4916" y="441"/>
                  </a:moveTo>
                  <a:lnTo>
                    <a:pt x="5026" y="477"/>
                  </a:lnTo>
                  <a:lnTo>
                    <a:pt x="5099" y="551"/>
                  </a:lnTo>
                  <a:lnTo>
                    <a:pt x="5099" y="771"/>
                  </a:lnTo>
                  <a:lnTo>
                    <a:pt x="5026" y="954"/>
                  </a:lnTo>
                  <a:lnTo>
                    <a:pt x="4953" y="1064"/>
                  </a:lnTo>
                  <a:lnTo>
                    <a:pt x="4842" y="1138"/>
                  </a:lnTo>
                  <a:lnTo>
                    <a:pt x="4732" y="1174"/>
                  </a:lnTo>
                  <a:lnTo>
                    <a:pt x="4622" y="1138"/>
                  </a:lnTo>
                  <a:lnTo>
                    <a:pt x="4366" y="1028"/>
                  </a:lnTo>
                  <a:lnTo>
                    <a:pt x="4439" y="917"/>
                  </a:lnTo>
                  <a:lnTo>
                    <a:pt x="4439" y="771"/>
                  </a:lnTo>
                  <a:lnTo>
                    <a:pt x="4402" y="697"/>
                  </a:lnTo>
                  <a:lnTo>
                    <a:pt x="4366" y="661"/>
                  </a:lnTo>
                  <a:lnTo>
                    <a:pt x="4476" y="551"/>
                  </a:lnTo>
                  <a:lnTo>
                    <a:pt x="4622" y="477"/>
                  </a:lnTo>
                  <a:lnTo>
                    <a:pt x="4769" y="441"/>
                  </a:lnTo>
                  <a:close/>
                  <a:moveTo>
                    <a:pt x="3375" y="6493"/>
                  </a:moveTo>
                  <a:lnTo>
                    <a:pt x="3375" y="6530"/>
                  </a:lnTo>
                  <a:lnTo>
                    <a:pt x="3339" y="6530"/>
                  </a:lnTo>
                  <a:lnTo>
                    <a:pt x="3375" y="6493"/>
                  </a:lnTo>
                  <a:close/>
                  <a:moveTo>
                    <a:pt x="4292" y="6933"/>
                  </a:moveTo>
                  <a:lnTo>
                    <a:pt x="4256" y="7007"/>
                  </a:lnTo>
                  <a:lnTo>
                    <a:pt x="4219" y="6970"/>
                  </a:lnTo>
                  <a:lnTo>
                    <a:pt x="4292" y="6933"/>
                  </a:lnTo>
                  <a:close/>
                  <a:moveTo>
                    <a:pt x="5209" y="4219"/>
                  </a:moveTo>
                  <a:lnTo>
                    <a:pt x="5429" y="4329"/>
                  </a:lnTo>
                  <a:lnTo>
                    <a:pt x="5649" y="4439"/>
                  </a:lnTo>
                  <a:lnTo>
                    <a:pt x="5686" y="4549"/>
                  </a:lnTo>
                  <a:lnTo>
                    <a:pt x="5723" y="4586"/>
                  </a:lnTo>
                  <a:lnTo>
                    <a:pt x="5796" y="4586"/>
                  </a:lnTo>
                  <a:lnTo>
                    <a:pt x="6016" y="4879"/>
                  </a:lnTo>
                  <a:lnTo>
                    <a:pt x="6163" y="5173"/>
                  </a:lnTo>
                  <a:lnTo>
                    <a:pt x="6200" y="5503"/>
                  </a:lnTo>
                  <a:lnTo>
                    <a:pt x="6200" y="5833"/>
                  </a:lnTo>
                  <a:lnTo>
                    <a:pt x="6090" y="6126"/>
                  </a:lnTo>
                  <a:lnTo>
                    <a:pt x="5943" y="6420"/>
                  </a:lnTo>
                  <a:lnTo>
                    <a:pt x="5796" y="6603"/>
                  </a:lnTo>
                  <a:lnTo>
                    <a:pt x="5649" y="6750"/>
                  </a:lnTo>
                  <a:lnTo>
                    <a:pt x="5649" y="6713"/>
                  </a:lnTo>
                  <a:lnTo>
                    <a:pt x="5649" y="6566"/>
                  </a:lnTo>
                  <a:lnTo>
                    <a:pt x="5649" y="6383"/>
                  </a:lnTo>
                  <a:lnTo>
                    <a:pt x="5613" y="6346"/>
                  </a:lnTo>
                  <a:lnTo>
                    <a:pt x="5576" y="6310"/>
                  </a:lnTo>
                  <a:lnTo>
                    <a:pt x="5539" y="6310"/>
                  </a:lnTo>
                  <a:lnTo>
                    <a:pt x="5503" y="6346"/>
                  </a:lnTo>
                  <a:lnTo>
                    <a:pt x="5393" y="6493"/>
                  </a:lnTo>
                  <a:lnTo>
                    <a:pt x="5356" y="6676"/>
                  </a:lnTo>
                  <a:lnTo>
                    <a:pt x="5319" y="6933"/>
                  </a:lnTo>
                  <a:lnTo>
                    <a:pt x="5099" y="7007"/>
                  </a:lnTo>
                  <a:lnTo>
                    <a:pt x="5099" y="6860"/>
                  </a:lnTo>
                  <a:lnTo>
                    <a:pt x="5099" y="6713"/>
                  </a:lnTo>
                  <a:lnTo>
                    <a:pt x="5136" y="6566"/>
                  </a:lnTo>
                  <a:lnTo>
                    <a:pt x="5209" y="6456"/>
                  </a:lnTo>
                  <a:lnTo>
                    <a:pt x="5246" y="6420"/>
                  </a:lnTo>
                  <a:lnTo>
                    <a:pt x="5209" y="6383"/>
                  </a:lnTo>
                  <a:lnTo>
                    <a:pt x="5173" y="6346"/>
                  </a:lnTo>
                  <a:lnTo>
                    <a:pt x="5136" y="6346"/>
                  </a:lnTo>
                  <a:lnTo>
                    <a:pt x="4953" y="6456"/>
                  </a:lnTo>
                  <a:lnTo>
                    <a:pt x="4842" y="6640"/>
                  </a:lnTo>
                  <a:lnTo>
                    <a:pt x="4769" y="6823"/>
                  </a:lnTo>
                  <a:lnTo>
                    <a:pt x="4769" y="7043"/>
                  </a:lnTo>
                  <a:lnTo>
                    <a:pt x="4696" y="7043"/>
                  </a:lnTo>
                  <a:lnTo>
                    <a:pt x="4659" y="7007"/>
                  </a:lnTo>
                  <a:lnTo>
                    <a:pt x="4622" y="6970"/>
                  </a:lnTo>
                  <a:lnTo>
                    <a:pt x="4586" y="6970"/>
                  </a:lnTo>
                  <a:lnTo>
                    <a:pt x="5026" y="6016"/>
                  </a:lnTo>
                  <a:lnTo>
                    <a:pt x="5026" y="5943"/>
                  </a:lnTo>
                  <a:lnTo>
                    <a:pt x="4989" y="5906"/>
                  </a:lnTo>
                  <a:lnTo>
                    <a:pt x="4953" y="5906"/>
                  </a:lnTo>
                  <a:lnTo>
                    <a:pt x="4916" y="5943"/>
                  </a:lnTo>
                  <a:lnTo>
                    <a:pt x="4402" y="6750"/>
                  </a:lnTo>
                  <a:lnTo>
                    <a:pt x="4366" y="6676"/>
                  </a:lnTo>
                  <a:lnTo>
                    <a:pt x="4329" y="6640"/>
                  </a:lnTo>
                  <a:lnTo>
                    <a:pt x="4256" y="6640"/>
                  </a:lnTo>
                  <a:lnTo>
                    <a:pt x="4439" y="6236"/>
                  </a:lnTo>
                  <a:lnTo>
                    <a:pt x="4659" y="5796"/>
                  </a:lnTo>
                  <a:lnTo>
                    <a:pt x="4696" y="5759"/>
                  </a:lnTo>
                  <a:lnTo>
                    <a:pt x="4659" y="5723"/>
                  </a:lnTo>
                  <a:lnTo>
                    <a:pt x="4586" y="5723"/>
                  </a:lnTo>
                  <a:lnTo>
                    <a:pt x="4182" y="6273"/>
                  </a:lnTo>
                  <a:lnTo>
                    <a:pt x="3999" y="6566"/>
                  </a:lnTo>
                  <a:lnTo>
                    <a:pt x="3852" y="6860"/>
                  </a:lnTo>
                  <a:lnTo>
                    <a:pt x="3669" y="6786"/>
                  </a:lnTo>
                  <a:lnTo>
                    <a:pt x="3779" y="6750"/>
                  </a:lnTo>
                  <a:lnTo>
                    <a:pt x="3852" y="6640"/>
                  </a:lnTo>
                  <a:lnTo>
                    <a:pt x="3889" y="6566"/>
                  </a:lnTo>
                  <a:lnTo>
                    <a:pt x="3889" y="6420"/>
                  </a:lnTo>
                  <a:lnTo>
                    <a:pt x="3889" y="6383"/>
                  </a:lnTo>
                  <a:lnTo>
                    <a:pt x="3815" y="6383"/>
                  </a:lnTo>
                  <a:lnTo>
                    <a:pt x="3999" y="6163"/>
                  </a:lnTo>
                  <a:lnTo>
                    <a:pt x="4512" y="5539"/>
                  </a:lnTo>
                  <a:lnTo>
                    <a:pt x="4512" y="5466"/>
                  </a:lnTo>
                  <a:lnTo>
                    <a:pt x="4476" y="5429"/>
                  </a:lnTo>
                  <a:lnTo>
                    <a:pt x="4402" y="5429"/>
                  </a:lnTo>
                  <a:lnTo>
                    <a:pt x="3779" y="6016"/>
                  </a:lnTo>
                  <a:lnTo>
                    <a:pt x="3632" y="6126"/>
                  </a:lnTo>
                  <a:lnTo>
                    <a:pt x="3595" y="6090"/>
                  </a:lnTo>
                  <a:lnTo>
                    <a:pt x="3559" y="6090"/>
                  </a:lnTo>
                  <a:lnTo>
                    <a:pt x="3485" y="6126"/>
                  </a:lnTo>
                  <a:lnTo>
                    <a:pt x="3669" y="5869"/>
                  </a:lnTo>
                  <a:lnTo>
                    <a:pt x="3889" y="5649"/>
                  </a:lnTo>
                  <a:lnTo>
                    <a:pt x="4146" y="5466"/>
                  </a:lnTo>
                  <a:lnTo>
                    <a:pt x="4402" y="5283"/>
                  </a:lnTo>
                  <a:lnTo>
                    <a:pt x="4439" y="5246"/>
                  </a:lnTo>
                  <a:lnTo>
                    <a:pt x="4402" y="5209"/>
                  </a:lnTo>
                  <a:lnTo>
                    <a:pt x="4402" y="5173"/>
                  </a:lnTo>
                  <a:lnTo>
                    <a:pt x="4329" y="5136"/>
                  </a:lnTo>
                  <a:lnTo>
                    <a:pt x="3962" y="5319"/>
                  </a:lnTo>
                  <a:lnTo>
                    <a:pt x="3632" y="5539"/>
                  </a:lnTo>
                  <a:lnTo>
                    <a:pt x="3339" y="5796"/>
                  </a:lnTo>
                  <a:lnTo>
                    <a:pt x="3082" y="6126"/>
                  </a:lnTo>
                  <a:lnTo>
                    <a:pt x="3045" y="6016"/>
                  </a:lnTo>
                  <a:lnTo>
                    <a:pt x="3082" y="5980"/>
                  </a:lnTo>
                  <a:lnTo>
                    <a:pt x="3339" y="5613"/>
                  </a:lnTo>
                  <a:lnTo>
                    <a:pt x="3632" y="5283"/>
                  </a:lnTo>
                  <a:lnTo>
                    <a:pt x="3962" y="4952"/>
                  </a:lnTo>
                  <a:lnTo>
                    <a:pt x="4292" y="4659"/>
                  </a:lnTo>
                  <a:lnTo>
                    <a:pt x="4292" y="4622"/>
                  </a:lnTo>
                  <a:lnTo>
                    <a:pt x="4256" y="4586"/>
                  </a:lnTo>
                  <a:lnTo>
                    <a:pt x="4219" y="4586"/>
                  </a:lnTo>
                  <a:lnTo>
                    <a:pt x="3925" y="4732"/>
                  </a:lnTo>
                  <a:lnTo>
                    <a:pt x="3632" y="4879"/>
                  </a:lnTo>
                  <a:lnTo>
                    <a:pt x="3375" y="5099"/>
                  </a:lnTo>
                  <a:lnTo>
                    <a:pt x="3155" y="5356"/>
                  </a:lnTo>
                  <a:lnTo>
                    <a:pt x="3228" y="5209"/>
                  </a:lnTo>
                  <a:lnTo>
                    <a:pt x="3339" y="5062"/>
                  </a:lnTo>
                  <a:lnTo>
                    <a:pt x="3559" y="4842"/>
                  </a:lnTo>
                  <a:lnTo>
                    <a:pt x="3852" y="4622"/>
                  </a:lnTo>
                  <a:lnTo>
                    <a:pt x="4146" y="4476"/>
                  </a:lnTo>
                  <a:lnTo>
                    <a:pt x="4402" y="4366"/>
                  </a:lnTo>
                  <a:lnTo>
                    <a:pt x="4659" y="4292"/>
                  </a:lnTo>
                  <a:lnTo>
                    <a:pt x="4953" y="4219"/>
                  </a:lnTo>
                  <a:close/>
                  <a:moveTo>
                    <a:pt x="807" y="8767"/>
                  </a:moveTo>
                  <a:lnTo>
                    <a:pt x="807" y="8841"/>
                  </a:lnTo>
                  <a:lnTo>
                    <a:pt x="844" y="8914"/>
                  </a:lnTo>
                  <a:lnTo>
                    <a:pt x="918" y="8951"/>
                  </a:lnTo>
                  <a:lnTo>
                    <a:pt x="1138" y="8951"/>
                  </a:lnTo>
                  <a:lnTo>
                    <a:pt x="1211" y="8987"/>
                  </a:lnTo>
                  <a:lnTo>
                    <a:pt x="1321" y="8987"/>
                  </a:lnTo>
                  <a:lnTo>
                    <a:pt x="1321" y="9061"/>
                  </a:lnTo>
                  <a:lnTo>
                    <a:pt x="1321" y="9097"/>
                  </a:lnTo>
                  <a:lnTo>
                    <a:pt x="1248" y="9171"/>
                  </a:lnTo>
                  <a:lnTo>
                    <a:pt x="1174" y="9207"/>
                  </a:lnTo>
                  <a:lnTo>
                    <a:pt x="954" y="9244"/>
                  </a:lnTo>
                  <a:lnTo>
                    <a:pt x="844" y="9207"/>
                  </a:lnTo>
                  <a:lnTo>
                    <a:pt x="697" y="9134"/>
                  </a:lnTo>
                  <a:lnTo>
                    <a:pt x="587" y="9061"/>
                  </a:lnTo>
                  <a:lnTo>
                    <a:pt x="551" y="8951"/>
                  </a:lnTo>
                  <a:lnTo>
                    <a:pt x="661" y="8841"/>
                  </a:lnTo>
                  <a:lnTo>
                    <a:pt x="807" y="8767"/>
                  </a:lnTo>
                  <a:close/>
                  <a:moveTo>
                    <a:pt x="8511" y="8657"/>
                  </a:moveTo>
                  <a:lnTo>
                    <a:pt x="8621" y="8694"/>
                  </a:lnTo>
                  <a:lnTo>
                    <a:pt x="8731" y="8731"/>
                  </a:lnTo>
                  <a:lnTo>
                    <a:pt x="8841" y="8804"/>
                  </a:lnTo>
                  <a:lnTo>
                    <a:pt x="8951" y="8877"/>
                  </a:lnTo>
                  <a:lnTo>
                    <a:pt x="8987" y="8987"/>
                  </a:lnTo>
                  <a:lnTo>
                    <a:pt x="9024" y="9097"/>
                  </a:lnTo>
                  <a:lnTo>
                    <a:pt x="9024" y="9134"/>
                  </a:lnTo>
                  <a:lnTo>
                    <a:pt x="8987" y="9134"/>
                  </a:lnTo>
                  <a:lnTo>
                    <a:pt x="8877" y="9097"/>
                  </a:lnTo>
                  <a:lnTo>
                    <a:pt x="8804" y="9134"/>
                  </a:lnTo>
                  <a:lnTo>
                    <a:pt x="8731" y="9171"/>
                  </a:lnTo>
                  <a:lnTo>
                    <a:pt x="8621" y="9281"/>
                  </a:lnTo>
                  <a:lnTo>
                    <a:pt x="8474" y="9354"/>
                  </a:lnTo>
                  <a:lnTo>
                    <a:pt x="8327" y="9318"/>
                  </a:lnTo>
                  <a:lnTo>
                    <a:pt x="8254" y="9244"/>
                  </a:lnTo>
                  <a:lnTo>
                    <a:pt x="8217" y="9171"/>
                  </a:lnTo>
                  <a:lnTo>
                    <a:pt x="8217" y="9024"/>
                  </a:lnTo>
                  <a:lnTo>
                    <a:pt x="8254" y="8841"/>
                  </a:lnTo>
                  <a:lnTo>
                    <a:pt x="8254" y="8694"/>
                  </a:lnTo>
                  <a:lnTo>
                    <a:pt x="8511" y="8657"/>
                  </a:lnTo>
                  <a:close/>
                  <a:moveTo>
                    <a:pt x="5026" y="9501"/>
                  </a:moveTo>
                  <a:lnTo>
                    <a:pt x="5063" y="9574"/>
                  </a:lnTo>
                  <a:lnTo>
                    <a:pt x="4989" y="9538"/>
                  </a:lnTo>
                  <a:lnTo>
                    <a:pt x="5026" y="9501"/>
                  </a:lnTo>
                  <a:close/>
                  <a:moveTo>
                    <a:pt x="4696" y="9868"/>
                  </a:moveTo>
                  <a:lnTo>
                    <a:pt x="4953" y="9941"/>
                  </a:lnTo>
                  <a:lnTo>
                    <a:pt x="4916" y="10014"/>
                  </a:lnTo>
                  <a:lnTo>
                    <a:pt x="4879" y="10271"/>
                  </a:lnTo>
                  <a:lnTo>
                    <a:pt x="4842" y="10308"/>
                  </a:lnTo>
                  <a:lnTo>
                    <a:pt x="4549" y="10308"/>
                  </a:lnTo>
                  <a:lnTo>
                    <a:pt x="4439" y="10235"/>
                  </a:lnTo>
                  <a:lnTo>
                    <a:pt x="4329" y="10125"/>
                  </a:lnTo>
                  <a:lnTo>
                    <a:pt x="4292" y="10051"/>
                  </a:lnTo>
                  <a:lnTo>
                    <a:pt x="4256" y="9941"/>
                  </a:lnTo>
                  <a:lnTo>
                    <a:pt x="4329" y="9904"/>
                  </a:lnTo>
                  <a:lnTo>
                    <a:pt x="4439" y="9868"/>
                  </a:lnTo>
                  <a:close/>
                  <a:moveTo>
                    <a:pt x="4806" y="0"/>
                  </a:moveTo>
                  <a:lnTo>
                    <a:pt x="4622" y="37"/>
                  </a:lnTo>
                  <a:lnTo>
                    <a:pt x="4476" y="110"/>
                  </a:lnTo>
                  <a:lnTo>
                    <a:pt x="4292" y="147"/>
                  </a:lnTo>
                  <a:lnTo>
                    <a:pt x="4146" y="257"/>
                  </a:lnTo>
                  <a:lnTo>
                    <a:pt x="3999" y="367"/>
                  </a:lnTo>
                  <a:lnTo>
                    <a:pt x="3889" y="477"/>
                  </a:lnTo>
                  <a:lnTo>
                    <a:pt x="3779" y="624"/>
                  </a:lnTo>
                  <a:lnTo>
                    <a:pt x="3705" y="807"/>
                  </a:lnTo>
                  <a:lnTo>
                    <a:pt x="3669" y="954"/>
                  </a:lnTo>
                  <a:lnTo>
                    <a:pt x="3669" y="1138"/>
                  </a:lnTo>
                  <a:lnTo>
                    <a:pt x="3705" y="1321"/>
                  </a:lnTo>
                  <a:lnTo>
                    <a:pt x="3815" y="1578"/>
                  </a:lnTo>
                  <a:lnTo>
                    <a:pt x="3999" y="1761"/>
                  </a:lnTo>
                  <a:lnTo>
                    <a:pt x="4182" y="1871"/>
                  </a:lnTo>
                  <a:lnTo>
                    <a:pt x="4402" y="1945"/>
                  </a:lnTo>
                  <a:lnTo>
                    <a:pt x="4366" y="2055"/>
                  </a:lnTo>
                  <a:lnTo>
                    <a:pt x="4329" y="2165"/>
                  </a:lnTo>
                  <a:lnTo>
                    <a:pt x="4329" y="2531"/>
                  </a:lnTo>
                  <a:lnTo>
                    <a:pt x="4329" y="2898"/>
                  </a:lnTo>
                  <a:lnTo>
                    <a:pt x="4329" y="3522"/>
                  </a:lnTo>
                  <a:lnTo>
                    <a:pt x="4329" y="3669"/>
                  </a:lnTo>
                  <a:lnTo>
                    <a:pt x="4366" y="3779"/>
                  </a:lnTo>
                  <a:lnTo>
                    <a:pt x="4072" y="3925"/>
                  </a:lnTo>
                  <a:lnTo>
                    <a:pt x="3815" y="4109"/>
                  </a:lnTo>
                  <a:lnTo>
                    <a:pt x="3742" y="4182"/>
                  </a:lnTo>
                  <a:lnTo>
                    <a:pt x="3742" y="4255"/>
                  </a:lnTo>
                  <a:lnTo>
                    <a:pt x="3522" y="4402"/>
                  </a:lnTo>
                  <a:lnTo>
                    <a:pt x="3339" y="4549"/>
                  </a:lnTo>
                  <a:lnTo>
                    <a:pt x="3155" y="4696"/>
                  </a:lnTo>
                  <a:lnTo>
                    <a:pt x="3008" y="4879"/>
                  </a:lnTo>
                  <a:lnTo>
                    <a:pt x="2862" y="5062"/>
                  </a:lnTo>
                  <a:lnTo>
                    <a:pt x="2752" y="5283"/>
                  </a:lnTo>
                  <a:lnTo>
                    <a:pt x="2678" y="5503"/>
                  </a:lnTo>
                  <a:lnTo>
                    <a:pt x="2642" y="5686"/>
                  </a:lnTo>
                  <a:lnTo>
                    <a:pt x="2642" y="5906"/>
                  </a:lnTo>
                  <a:lnTo>
                    <a:pt x="2678" y="6126"/>
                  </a:lnTo>
                  <a:lnTo>
                    <a:pt x="2752" y="6346"/>
                  </a:lnTo>
                  <a:lnTo>
                    <a:pt x="2825" y="6566"/>
                  </a:lnTo>
                  <a:lnTo>
                    <a:pt x="2898" y="6676"/>
                  </a:lnTo>
                  <a:lnTo>
                    <a:pt x="2421" y="7080"/>
                  </a:lnTo>
                  <a:lnTo>
                    <a:pt x="1908" y="7447"/>
                  </a:lnTo>
                  <a:lnTo>
                    <a:pt x="1431" y="7850"/>
                  </a:lnTo>
                  <a:lnTo>
                    <a:pt x="1211" y="8070"/>
                  </a:lnTo>
                  <a:lnTo>
                    <a:pt x="991" y="8327"/>
                  </a:lnTo>
                  <a:lnTo>
                    <a:pt x="771" y="8364"/>
                  </a:lnTo>
                  <a:lnTo>
                    <a:pt x="624" y="8327"/>
                  </a:lnTo>
                  <a:lnTo>
                    <a:pt x="477" y="8327"/>
                  </a:lnTo>
                  <a:lnTo>
                    <a:pt x="367" y="8364"/>
                  </a:lnTo>
                  <a:lnTo>
                    <a:pt x="257" y="8437"/>
                  </a:lnTo>
                  <a:lnTo>
                    <a:pt x="184" y="8511"/>
                  </a:lnTo>
                  <a:lnTo>
                    <a:pt x="111" y="8584"/>
                  </a:lnTo>
                  <a:lnTo>
                    <a:pt x="37" y="8804"/>
                  </a:lnTo>
                  <a:lnTo>
                    <a:pt x="0" y="9061"/>
                  </a:lnTo>
                  <a:lnTo>
                    <a:pt x="0" y="9318"/>
                  </a:lnTo>
                  <a:lnTo>
                    <a:pt x="74" y="9538"/>
                  </a:lnTo>
                  <a:lnTo>
                    <a:pt x="257" y="9684"/>
                  </a:lnTo>
                  <a:lnTo>
                    <a:pt x="477" y="9831"/>
                  </a:lnTo>
                  <a:lnTo>
                    <a:pt x="697" y="9904"/>
                  </a:lnTo>
                  <a:lnTo>
                    <a:pt x="954" y="9941"/>
                  </a:lnTo>
                  <a:lnTo>
                    <a:pt x="1174" y="9904"/>
                  </a:lnTo>
                  <a:lnTo>
                    <a:pt x="1431" y="9868"/>
                  </a:lnTo>
                  <a:lnTo>
                    <a:pt x="1651" y="9794"/>
                  </a:lnTo>
                  <a:lnTo>
                    <a:pt x="1798" y="9648"/>
                  </a:lnTo>
                  <a:lnTo>
                    <a:pt x="1908" y="9574"/>
                  </a:lnTo>
                  <a:lnTo>
                    <a:pt x="1945" y="9464"/>
                  </a:lnTo>
                  <a:lnTo>
                    <a:pt x="1981" y="9354"/>
                  </a:lnTo>
                  <a:lnTo>
                    <a:pt x="1981" y="9207"/>
                  </a:lnTo>
                  <a:lnTo>
                    <a:pt x="1908" y="8987"/>
                  </a:lnTo>
                  <a:lnTo>
                    <a:pt x="1798" y="8767"/>
                  </a:lnTo>
                  <a:lnTo>
                    <a:pt x="1651" y="8584"/>
                  </a:lnTo>
                  <a:lnTo>
                    <a:pt x="1431" y="8437"/>
                  </a:lnTo>
                  <a:lnTo>
                    <a:pt x="1394" y="8437"/>
                  </a:lnTo>
                  <a:lnTo>
                    <a:pt x="1578" y="8254"/>
                  </a:lnTo>
                  <a:lnTo>
                    <a:pt x="1761" y="8070"/>
                  </a:lnTo>
                  <a:lnTo>
                    <a:pt x="2165" y="7777"/>
                  </a:lnTo>
                  <a:lnTo>
                    <a:pt x="2421" y="7557"/>
                  </a:lnTo>
                  <a:lnTo>
                    <a:pt x="2642" y="7337"/>
                  </a:lnTo>
                  <a:lnTo>
                    <a:pt x="2862" y="7080"/>
                  </a:lnTo>
                  <a:lnTo>
                    <a:pt x="3008" y="6786"/>
                  </a:lnTo>
                  <a:lnTo>
                    <a:pt x="3118" y="6897"/>
                  </a:lnTo>
                  <a:lnTo>
                    <a:pt x="3302" y="7043"/>
                  </a:lnTo>
                  <a:lnTo>
                    <a:pt x="3632" y="7227"/>
                  </a:lnTo>
                  <a:lnTo>
                    <a:pt x="3999" y="7337"/>
                  </a:lnTo>
                  <a:lnTo>
                    <a:pt x="4366" y="7410"/>
                  </a:lnTo>
                  <a:lnTo>
                    <a:pt x="4439" y="7410"/>
                  </a:lnTo>
                  <a:lnTo>
                    <a:pt x="4402" y="7887"/>
                  </a:lnTo>
                  <a:lnTo>
                    <a:pt x="4402" y="8364"/>
                  </a:lnTo>
                  <a:lnTo>
                    <a:pt x="4439" y="9318"/>
                  </a:lnTo>
                  <a:lnTo>
                    <a:pt x="4256" y="9391"/>
                  </a:lnTo>
                  <a:lnTo>
                    <a:pt x="4109" y="9464"/>
                  </a:lnTo>
                  <a:lnTo>
                    <a:pt x="3999" y="9574"/>
                  </a:lnTo>
                  <a:lnTo>
                    <a:pt x="3925" y="9684"/>
                  </a:lnTo>
                  <a:lnTo>
                    <a:pt x="3889" y="9794"/>
                  </a:lnTo>
                  <a:lnTo>
                    <a:pt x="3852" y="9941"/>
                  </a:lnTo>
                  <a:lnTo>
                    <a:pt x="3815" y="10125"/>
                  </a:lnTo>
                  <a:lnTo>
                    <a:pt x="3852" y="10271"/>
                  </a:lnTo>
                  <a:lnTo>
                    <a:pt x="3925" y="10565"/>
                  </a:lnTo>
                  <a:lnTo>
                    <a:pt x="4072" y="10821"/>
                  </a:lnTo>
                  <a:lnTo>
                    <a:pt x="4182" y="10895"/>
                  </a:lnTo>
                  <a:lnTo>
                    <a:pt x="4329" y="10968"/>
                  </a:lnTo>
                  <a:lnTo>
                    <a:pt x="4439" y="11042"/>
                  </a:lnTo>
                  <a:lnTo>
                    <a:pt x="4586" y="11078"/>
                  </a:lnTo>
                  <a:lnTo>
                    <a:pt x="4879" y="11078"/>
                  </a:lnTo>
                  <a:lnTo>
                    <a:pt x="5173" y="11005"/>
                  </a:lnTo>
                  <a:lnTo>
                    <a:pt x="5283" y="10932"/>
                  </a:lnTo>
                  <a:lnTo>
                    <a:pt x="5393" y="10821"/>
                  </a:lnTo>
                  <a:lnTo>
                    <a:pt x="5466" y="10711"/>
                  </a:lnTo>
                  <a:lnTo>
                    <a:pt x="5503" y="10601"/>
                  </a:lnTo>
                  <a:lnTo>
                    <a:pt x="5576" y="10308"/>
                  </a:lnTo>
                  <a:lnTo>
                    <a:pt x="5539" y="10051"/>
                  </a:lnTo>
                  <a:lnTo>
                    <a:pt x="5503" y="9904"/>
                  </a:lnTo>
                  <a:lnTo>
                    <a:pt x="5393" y="9794"/>
                  </a:lnTo>
                  <a:lnTo>
                    <a:pt x="5319" y="9684"/>
                  </a:lnTo>
                  <a:lnTo>
                    <a:pt x="5173" y="9611"/>
                  </a:lnTo>
                  <a:lnTo>
                    <a:pt x="5136" y="9428"/>
                  </a:lnTo>
                  <a:lnTo>
                    <a:pt x="5099" y="9354"/>
                  </a:lnTo>
                  <a:lnTo>
                    <a:pt x="4842" y="9354"/>
                  </a:lnTo>
                  <a:lnTo>
                    <a:pt x="4806" y="8474"/>
                  </a:lnTo>
                  <a:lnTo>
                    <a:pt x="4806" y="7960"/>
                  </a:lnTo>
                  <a:lnTo>
                    <a:pt x="4769" y="7447"/>
                  </a:lnTo>
                  <a:lnTo>
                    <a:pt x="5136" y="7410"/>
                  </a:lnTo>
                  <a:lnTo>
                    <a:pt x="5503" y="7300"/>
                  </a:lnTo>
                  <a:lnTo>
                    <a:pt x="5833" y="7117"/>
                  </a:lnTo>
                  <a:lnTo>
                    <a:pt x="6126" y="6860"/>
                  </a:lnTo>
                  <a:lnTo>
                    <a:pt x="6200" y="6786"/>
                  </a:lnTo>
                  <a:lnTo>
                    <a:pt x="6310" y="6933"/>
                  </a:lnTo>
                  <a:lnTo>
                    <a:pt x="6493" y="7080"/>
                  </a:lnTo>
                  <a:lnTo>
                    <a:pt x="6677" y="7190"/>
                  </a:lnTo>
                  <a:lnTo>
                    <a:pt x="6860" y="7300"/>
                  </a:lnTo>
                  <a:lnTo>
                    <a:pt x="7043" y="7630"/>
                  </a:lnTo>
                  <a:lnTo>
                    <a:pt x="7263" y="7997"/>
                  </a:lnTo>
                  <a:lnTo>
                    <a:pt x="7557" y="8437"/>
                  </a:lnTo>
                  <a:lnTo>
                    <a:pt x="7667" y="8584"/>
                  </a:lnTo>
                  <a:lnTo>
                    <a:pt x="7557" y="8767"/>
                  </a:lnTo>
                  <a:lnTo>
                    <a:pt x="7484" y="8951"/>
                  </a:lnTo>
                  <a:lnTo>
                    <a:pt x="7447" y="9097"/>
                  </a:lnTo>
                  <a:lnTo>
                    <a:pt x="7447" y="9281"/>
                  </a:lnTo>
                  <a:lnTo>
                    <a:pt x="7484" y="9428"/>
                  </a:lnTo>
                  <a:lnTo>
                    <a:pt x="7520" y="9611"/>
                  </a:lnTo>
                  <a:lnTo>
                    <a:pt x="7594" y="9758"/>
                  </a:lnTo>
                  <a:lnTo>
                    <a:pt x="7704" y="9904"/>
                  </a:lnTo>
                  <a:lnTo>
                    <a:pt x="7850" y="10014"/>
                  </a:lnTo>
                  <a:lnTo>
                    <a:pt x="7960" y="10125"/>
                  </a:lnTo>
                  <a:lnTo>
                    <a:pt x="8107" y="10161"/>
                  </a:lnTo>
                  <a:lnTo>
                    <a:pt x="8254" y="10198"/>
                  </a:lnTo>
                  <a:lnTo>
                    <a:pt x="8547" y="10198"/>
                  </a:lnTo>
                  <a:lnTo>
                    <a:pt x="8694" y="10125"/>
                  </a:lnTo>
                  <a:lnTo>
                    <a:pt x="8877" y="10051"/>
                  </a:lnTo>
                  <a:lnTo>
                    <a:pt x="9098" y="9831"/>
                  </a:lnTo>
                  <a:lnTo>
                    <a:pt x="9281" y="9538"/>
                  </a:lnTo>
                  <a:lnTo>
                    <a:pt x="9354" y="9391"/>
                  </a:lnTo>
                  <a:lnTo>
                    <a:pt x="9391" y="9244"/>
                  </a:lnTo>
                  <a:lnTo>
                    <a:pt x="9391" y="9061"/>
                  </a:lnTo>
                  <a:lnTo>
                    <a:pt x="9391" y="8914"/>
                  </a:lnTo>
                  <a:lnTo>
                    <a:pt x="9318" y="8767"/>
                  </a:lnTo>
                  <a:lnTo>
                    <a:pt x="9244" y="8621"/>
                  </a:lnTo>
                  <a:lnTo>
                    <a:pt x="9134" y="8511"/>
                  </a:lnTo>
                  <a:lnTo>
                    <a:pt x="8987" y="8437"/>
                  </a:lnTo>
                  <a:lnTo>
                    <a:pt x="8841" y="8364"/>
                  </a:lnTo>
                  <a:lnTo>
                    <a:pt x="8694" y="8327"/>
                  </a:lnTo>
                  <a:lnTo>
                    <a:pt x="8364" y="8290"/>
                  </a:lnTo>
                  <a:lnTo>
                    <a:pt x="8180" y="8290"/>
                  </a:lnTo>
                  <a:lnTo>
                    <a:pt x="7997" y="8364"/>
                  </a:lnTo>
                  <a:lnTo>
                    <a:pt x="7924" y="8217"/>
                  </a:lnTo>
                  <a:lnTo>
                    <a:pt x="7814" y="8070"/>
                  </a:lnTo>
                  <a:lnTo>
                    <a:pt x="7557" y="7667"/>
                  </a:lnTo>
                  <a:lnTo>
                    <a:pt x="7300" y="7300"/>
                  </a:lnTo>
                  <a:lnTo>
                    <a:pt x="7227" y="7153"/>
                  </a:lnTo>
                  <a:lnTo>
                    <a:pt x="7153" y="7007"/>
                  </a:lnTo>
                  <a:lnTo>
                    <a:pt x="7043" y="6933"/>
                  </a:lnTo>
                  <a:lnTo>
                    <a:pt x="6897" y="6897"/>
                  </a:lnTo>
                  <a:lnTo>
                    <a:pt x="6640" y="6750"/>
                  </a:lnTo>
                  <a:lnTo>
                    <a:pt x="6346" y="6530"/>
                  </a:lnTo>
                  <a:lnTo>
                    <a:pt x="6530" y="6236"/>
                  </a:lnTo>
                  <a:lnTo>
                    <a:pt x="6603" y="5869"/>
                  </a:lnTo>
                  <a:lnTo>
                    <a:pt x="6603" y="5503"/>
                  </a:lnTo>
                  <a:lnTo>
                    <a:pt x="6567" y="5173"/>
                  </a:lnTo>
                  <a:lnTo>
                    <a:pt x="6456" y="4842"/>
                  </a:lnTo>
                  <a:lnTo>
                    <a:pt x="6310" y="4586"/>
                  </a:lnTo>
                  <a:lnTo>
                    <a:pt x="6126" y="4329"/>
                  </a:lnTo>
                  <a:lnTo>
                    <a:pt x="5870" y="4109"/>
                  </a:lnTo>
                  <a:lnTo>
                    <a:pt x="5613" y="3962"/>
                  </a:lnTo>
                  <a:lnTo>
                    <a:pt x="5356" y="3815"/>
                  </a:lnTo>
                  <a:lnTo>
                    <a:pt x="5026" y="3742"/>
                  </a:lnTo>
                  <a:lnTo>
                    <a:pt x="4732" y="3742"/>
                  </a:lnTo>
                  <a:lnTo>
                    <a:pt x="4732" y="3522"/>
                  </a:lnTo>
                  <a:lnTo>
                    <a:pt x="4696" y="2678"/>
                  </a:lnTo>
                  <a:lnTo>
                    <a:pt x="4732" y="2385"/>
                  </a:lnTo>
                  <a:lnTo>
                    <a:pt x="4696" y="2165"/>
                  </a:lnTo>
                  <a:lnTo>
                    <a:pt x="4659" y="1981"/>
                  </a:lnTo>
                  <a:lnTo>
                    <a:pt x="4842" y="1945"/>
                  </a:lnTo>
                  <a:lnTo>
                    <a:pt x="5063" y="1871"/>
                  </a:lnTo>
                  <a:lnTo>
                    <a:pt x="5246" y="1761"/>
                  </a:lnTo>
                  <a:lnTo>
                    <a:pt x="5393" y="1651"/>
                  </a:lnTo>
                  <a:lnTo>
                    <a:pt x="5539" y="1468"/>
                  </a:lnTo>
                  <a:lnTo>
                    <a:pt x="5613" y="1284"/>
                  </a:lnTo>
                  <a:lnTo>
                    <a:pt x="5686" y="1101"/>
                  </a:lnTo>
                  <a:lnTo>
                    <a:pt x="5686" y="844"/>
                  </a:lnTo>
                  <a:lnTo>
                    <a:pt x="5613" y="624"/>
                  </a:lnTo>
                  <a:lnTo>
                    <a:pt x="5503" y="404"/>
                  </a:lnTo>
                  <a:lnTo>
                    <a:pt x="5466" y="257"/>
                  </a:lnTo>
                  <a:lnTo>
                    <a:pt x="5429" y="184"/>
                  </a:lnTo>
                  <a:lnTo>
                    <a:pt x="5356" y="147"/>
                  </a:lnTo>
                  <a:lnTo>
                    <a:pt x="5209" y="147"/>
                  </a:lnTo>
                  <a:lnTo>
                    <a:pt x="5063" y="110"/>
                  </a:lnTo>
                  <a:lnTo>
                    <a:pt x="4989" y="37"/>
                  </a:lnTo>
                  <a:lnTo>
                    <a:pt x="4806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7" name="Google Shape;305;p5">
              <a:extLst>
                <a:ext uri="{FF2B5EF4-FFF2-40B4-BE49-F238E27FC236}">
                  <a16:creationId xmlns:a16="http://schemas.microsoft.com/office/drawing/2014/main" id="{8C456FFF-E54D-420E-AD2E-AEF0BFC602CA}"/>
                </a:ext>
              </a:extLst>
            </p:cNvPr>
            <p:cNvSpPr/>
            <p:nvPr/>
          </p:nvSpPr>
          <p:spPr>
            <a:xfrm>
              <a:off x="6618875" y="2550725"/>
              <a:ext cx="408125" cy="156850"/>
            </a:xfrm>
            <a:custGeom>
              <a:avLst/>
              <a:gdLst/>
              <a:ahLst/>
              <a:cxnLst/>
              <a:rect l="l" t="t" r="r" b="b"/>
              <a:pathLst>
                <a:path w="16325" h="6274" extrusionOk="0">
                  <a:moveTo>
                    <a:pt x="14710" y="1"/>
                  </a:moveTo>
                  <a:lnTo>
                    <a:pt x="14527" y="74"/>
                  </a:lnTo>
                  <a:lnTo>
                    <a:pt x="14380" y="147"/>
                  </a:lnTo>
                  <a:lnTo>
                    <a:pt x="14270" y="221"/>
                  </a:lnTo>
                  <a:lnTo>
                    <a:pt x="14270" y="257"/>
                  </a:lnTo>
                  <a:lnTo>
                    <a:pt x="14197" y="221"/>
                  </a:lnTo>
                  <a:lnTo>
                    <a:pt x="14087" y="221"/>
                  </a:lnTo>
                  <a:lnTo>
                    <a:pt x="14013" y="294"/>
                  </a:lnTo>
                  <a:lnTo>
                    <a:pt x="13977" y="331"/>
                  </a:lnTo>
                  <a:lnTo>
                    <a:pt x="13977" y="441"/>
                  </a:lnTo>
                  <a:lnTo>
                    <a:pt x="14013" y="551"/>
                  </a:lnTo>
                  <a:lnTo>
                    <a:pt x="14050" y="587"/>
                  </a:lnTo>
                  <a:lnTo>
                    <a:pt x="14123" y="624"/>
                  </a:lnTo>
                  <a:lnTo>
                    <a:pt x="14343" y="624"/>
                  </a:lnTo>
                  <a:lnTo>
                    <a:pt x="14527" y="551"/>
                  </a:lnTo>
                  <a:lnTo>
                    <a:pt x="14710" y="477"/>
                  </a:lnTo>
                  <a:lnTo>
                    <a:pt x="14894" y="441"/>
                  </a:lnTo>
                  <a:lnTo>
                    <a:pt x="14967" y="477"/>
                  </a:lnTo>
                  <a:lnTo>
                    <a:pt x="15004" y="514"/>
                  </a:lnTo>
                  <a:lnTo>
                    <a:pt x="14967" y="587"/>
                  </a:lnTo>
                  <a:lnTo>
                    <a:pt x="14930" y="661"/>
                  </a:lnTo>
                  <a:lnTo>
                    <a:pt x="14747" y="881"/>
                  </a:lnTo>
                  <a:lnTo>
                    <a:pt x="14123" y="1725"/>
                  </a:lnTo>
                  <a:lnTo>
                    <a:pt x="14123" y="1798"/>
                  </a:lnTo>
                  <a:lnTo>
                    <a:pt x="14087" y="1871"/>
                  </a:lnTo>
                  <a:lnTo>
                    <a:pt x="14123" y="1981"/>
                  </a:lnTo>
                  <a:lnTo>
                    <a:pt x="14233" y="2055"/>
                  </a:lnTo>
                  <a:lnTo>
                    <a:pt x="14343" y="2091"/>
                  </a:lnTo>
                  <a:lnTo>
                    <a:pt x="14820" y="2091"/>
                  </a:lnTo>
                  <a:lnTo>
                    <a:pt x="15260" y="2055"/>
                  </a:lnTo>
                  <a:lnTo>
                    <a:pt x="15774" y="1945"/>
                  </a:lnTo>
                  <a:lnTo>
                    <a:pt x="16031" y="1871"/>
                  </a:lnTo>
                  <a:lnTo>
                    <a:pt x="16251" y="1761"/>
                  </a:lnTo>
                  <a:lnTo>
                    <a:pt x="16324" y="1651"/>
                  </a:lnTo>
                  <a:lnTo>
                    <a:pt x="16324" y="1541"/>
                  </a:lnTo>
                  <a:lnTo>
                    <a:pt x="16288" y="1468"/>
                  </a:lnTo>
                  <a:lnTo>
                    <a:pt x="16214" y="1431"/>
                  </a:lnTo>
                  <a:lnTo>
                    <a:pt x="16141" y="1394"/>
                  </a:lnTo>
                  <a:lnTo>
                    <a:pt x="15957" y="1431"/>
                  </a:lnTo>
                  <a:lnTo>
                    <a:pt x="15774" y="1468"/>
                  </a:lnTo>
                  <a:lnTo>
                    <a:pt x="15370" y="1541"/>
                  </a:lnTo>
                  <a:lnTo>
                    <a:pt x="14820" y="1615"/>
                  </a:lnTo>
                  <a:lnTo>
                    <a:pt x="14820" y="1615"/>
                  </a:lnTo>
                  <a:lnTo>
                    <a:pt x="15260" y="1028"/>
                  </a:lnTo>
                  <a:lnTo>
                    <a:pt x="15370" y="844"/>
                  </a:lnTo>
                  <a:lnTo>
                    <a:pt x="15481" y="698"/>
                  </a:lnTo>
                  <a:lnTo>
                    <a:pt x="15517" y="477"/>
                  </a:lnTo>
                  <a:lnTo>
                    <a:pt x="15517" y="404"/>
                  </a:lnTo>
                  <a:lnTo>
                    <a:pt x="15481" y="294"/>
                  </a:lnTo>
                  <a:lnTo>
                    <a:pt x="15370" y="184"/>
                  </a:lnTo>
                  <a:lnTo>
                    <a:pt x="15224" y="74"/>
                  </a:lnTo>
                  <a:lnTo>
                    <a:pt x="15077" y="37"/>
                  </a:lnTo>
                  <a:lnTo>
                    <a:pt x="14894" y="1"/>
                  </a:lnTo>
                  <a:close/>
                  <a:moveTo>
                    <a:pt x="6604" y="2788"/>
                  </a:moveTo>
                  <a:lnTo>
                    <a:pt x="6163" y="2898"/>
                  </a:lnTo>
                  <a:lnTo>
                    <a:pt x="5576" y="2972"/>
                  </a:lnTo>
                  <a:lnTo>
                    <a:pt x="5283" y="3045"/>
                  </a:lnTo>
                  <a:lnTo>
                    <a:pt x="4990" y="3118"/>
                  </a:lnTo>
                  <a:lnTo>
                    <a:pt x="4953" y="3155"/>
                  </a:lnTo>
                  <a:lnTo>
                    <a:pt x="4880" y="3229"/>
                  </a:lnTo>
                  <a:lnTo>
                    <a:pt x="4880" y="3302"/>
                  </a:lnTo>
                  <a:lnTo>
                    <a:pt x="4880" y="3339"/>
                  </a:lnTo>
                  <a:lnTo>
                    <a:pt x="4880" y="3412"/>
                  </a:lnTo>
                  <a:lnTo>
                    <a:pt x="4916" y="3485"/>
                  </a:lnTo>
                  <a:lnTo>
                    <a:pt x="4990" y="3522"/>
                  </a:lnTo>
                  <a:lnTo>
                    <a:pt x="5063" y="3522"/>
                  </a:lnTo>
                  <a:lnTo>
                    <a:pt x="5613" y="3485"/>
                  </a:lnTo>
                  <a:lnTo>
                    <a:pt x="6163" y="3412"/>
                  </a:lnTo>
                  <a:lnTo>
                    <a:pt x="6640" y="3339"/>
                  </a:lnTo>
                  <a:lnTo>
                    <a:pt x="6860" y="3265"/>
                  </a:lnTo>
                  <a:lnTo>
                    <a:pt x="6970" y="3192"/>
                  </a:lnTo>
                  <a:lnTo>
                    <a:pt x="7044" y="3118"/>
                  </a:lnTo>
                  <a:lnTo>
                    <a:pt x="7044" y="3008"/>
                  </a:lnTo>
                  <a:lnTo>
                    <a:pt x="7044" y="2972"/>
                  </a:lnTo>
                  <a:lnTo>
                    <a:pt x="7007" y="2898"/>
                  </a:lnTo>
                  <a:lnTo>
                    <a:pt x="6897" y="2862"/>
                  </a:lnTo>
                  <a:lnTo>
                    <a:pt x="6824" y="2825"/>
                  </a:lnTo>
                  <a:lnTo>
                    <a:pt x="6604" y="2788"/>
                  </a:lnTo>
                  <a:close/>
                  <a:moveTo>
                    <a:pt x="13500" y="1945"/>
                  </a:moveTo>
                  <a:lnTo>
                    <a:pt x="13280" y="1981"/>
                  </a:lnTo>
                  <a:lnTo>
                    <a:pt x="13060" y="2018"/>
                  </a:lnTo>
                  <a:lnTo>
                    <a:pt x="12876" y="2055"/>
                  </a:lnTo>
                  <a:lnTo>
                    <a:pt x="12693" y="2201"/>
                  </a:lnTo>
                  <a:lnTo>
                    <a:pt x="12546" y="2275"/>
                  </a:lnTo>
                  <a:lnTo>
                    <a:pt x="12436" y="2422"/>
                  </a:lnTo>
                  <a:lnTo>
                    <a:pt x="12289" y="2678"/>
                  </a:lnTo>
                  <a:lnTo>
                    <a:pt x="12179" y="3008"/>
                  </a:lnTo>
                  <a:lnTo>
                    <a:pt x="12179" y="3339"/>
                  </a:lnTo>
                  <a:lnTo>
                    <a:pt x="12179" y="3522"/>
                  </a:lnTo>
                  <a:lnTo>
                    <a:pt x="12216" y="3669"/>
                  </a:lnTo>
                  <a:lnTo>
                    <a:pt x="12289" y="3815"/>
                  </a:lnTo>
                  <a:lnTo>
                    <a:pt x="12363" y="3962"/>
                  </a:lnTo>
                  <a:lnTo>
                    <a:pt x="12473" y="4109"/>
                  </a:lnTo>
                  <a:lnTo>
                    <a:pt x="12583" y="4219"/>
                  </a:lnTo>
                  <a:lnTo>
                    <a:pt x="12729" y="4292"/>
                  </a:lnTo>
                  <a:lnTo>
                    <a:pt x="12876" y="4366"/>
                  </a:lnTo>
                  <a:lnTo>
                    <a:pt x="12986" y="4402"/>
                  </a:lnTo>
                  <a:lnTo>
                    <a:pt x="13096" y="4402"/>
                  </a:lnTo>
                  <a:lnTo>
                    <a:pt x="13353" y="4329"/>
                  </a:lnTo>
                  <a:lnTo>
                    <a:pt x="13757" y="4146"/>
                  </a:lnTo>
                  <a:lnTo>
                    <a:pt x="14197" y="3999"/>
                  </a:lnTo>
                  <a:lnTo>
                    <a:pt x="14417" y="3852"/>
                  </a:lnTo>
                  <a:lnTo>
                    <a:pt x="14564" y="3705"/>
                  </a:lnTo>
                  <a:lnTo>
                    <a:pt x="14600" y="3632"/>
                  </a:lnTo>
                  <a:lnTo>
                    <a:pt x="14564" y="3559"/>
                  </a:lnTo>
                  <a:lnTo>
                    <a:pt x="14527" y="3485"/>
                  </a:lnTo>
                  <a:lnTo>
                    <a:pt x="14453" y="3449"/>
                  </a:lnTo>
                  <a:lnTo>
                    <a:pt x="14343" y="3412"/>
                  </a:lnTo>
                  <a:lnTo>
                    <a:pt x="14197" y="3449"/>
                  </a:lnTo>
                  <a:lnTo>
                    <a:pt x="13940" y="3522"/>
                  </a:lnTo>
                  <a:lnTo>
                    <a:pt x="13426" y="3742"/>
                  </a:lnTo>
                  <a:lnTo>
                    <a:pt x="13280" y="3815"/>
                  </a:lnTo>
                  <a:lnTo>
                    <a:pt x="13133" y="3852"/>
                  </a:lnTo>
                  <a:lnTo>
                    <a:pt x="12986" y="3852"/>
                  </a:lnTo>
                  <a:lnTo>
                    <a:pt x="12839" y="3779"/>
                  </a:lnTo>
                  <a:lnTo>
                    <a:pt x="12766" y="3669"/>
                  </a:lnTo>
                  <a:lnTo>
                    <a:pt x="12729" y="3559"/>
                  </a:lnTo>
                  <a:lnTo>
                    <a:pt x="12656" y="3339"/>
                  </a:lnTo>
                  <a:lnTo>
                    <a:pt x="12656" y="3118"/>
                  </a:lnTo>
                  <a:lnTo>
                    <a:pt x="12729" y="2898"/>
                  </a:lnTo>
                  <a:lnTo>
                    <a:pt x="12839" y="2715"/>
                  </a:lnTo>
                  <a:lnTo>
                    <a:pt x="12986" y="2532"/>
                  </a:lnTo>
                  <a:lnTo>
                    <a:pt x="13133" y="2458"/>
                  </a:lnTo>
                  <a:lnTo>
                    <a:pt x="13280" y="2422"/>
                  </a:lnTo>
                  <a:lnTo>
                    <a:pt x="13610" y="2385"/>
                  </a:lnTo>
                  <a:lnTo>
                    <a:pt x="13940" y="2348"/>
                  </a:lnTo>
                  <a:lnTo>
                    <a:pt x="14307" y="2348"/>
                  </a:lnTo>
                  <a:lnTo>
                    <a:pt x="14307" y="2311"/>
                  </a:lnTo>
                  <a:lnTo>
                    <a:pt x="14307" y="2275"/>
                  </a:lnTo>
                  <a:lnTo>
                    <a:pt x="14307" y="2238"/>
                  </a:lnTo>
                  <a:lnTo>
                    <a:pt x="14123" y="2128"/>
                  </a:lnTo>
                  <a:lnTo>
                    <a:pt x="13903" y="2055"/>
                  </a:lnTo>
                  <a:lnTo>
                    <a:pt x="13720" y="1981"/>
                  </a:lnTo>
                  <a:lnTo>
                    <a:pt x="13500" y="1945"/>
                  </a:lnTo>
                  <a:close/>
                  <a:moveTo>
                    <a:pt x="6787" y="4182"/>
                  </a:moveTo>
                  <a:lnTo>
                    <a:pt x="6347" y="4292"/>
                  </a:lnTo>
                  <a:lnTo>
                    <a:pt x="5907" y="4366"/>
                  </a:lnTo>
                  <a:lnTo>
                    <a:pt x="5466" y="4439"/>
                  </a:lnTo>
                  <a:lnTo>
                    <a:pt x="5063" y="4549"/>
                  </a:lnTo>
                  <a:lnTo>
                    <a:pt x="4990" y="4622"/>
                  </a:lnTo>
                  <a:lnTo>
                    <a:pt x="4953" y="4696"/>
                  </a:lnTo>
                  <a:lnTo>
                    <a:pt x="4953" y="4806"/>
                  </a:lnTo>
                  <a:lnTo>
                    <a:pt x="5063" y="4843"/>
                  </a:lnTo>
                  <a:lnTo>
                    <a:pt x="5283" y="4879"/>
                  </a:lnTo>
                  <a:lnTo>
                    <a:pt x="5980" y="4879"/>
                  </a:lnTo>
                  <a:lnTo>
                    <a:pt x="6457" y="4769"/>
                  </a:lnTo>
                  <a:lnTo>
                    <a:pt x="6897" y="4659"/>
                  </a:lnTo>
                  <a:lnTo>
                    <a:pt x="6970" y="4622"/>
                  </a:lnTo>
                  <a:lnTo>
                    <a:pt x="7044" y="4586"/>
                  </a:lnTo>
                  <a:lnTo>
                    <a:pt x="7080" y="4512"/>
                  </a:lnTo>
                  <a:lnTo>
                    <a:pt x="7117" y="4439"/>
                  </a:lnTo>
                  <a:lnTo>
                    <a:pt x="7080" y="4292"/>
                  </a:lnTo>
                  <a:lnTo>
                    <a:pt x="7007" y="4219"/>
                  </a:lnTo>
                  <a:lnTo>
                    <a:pt x="6934" y="4182"/>
                  </a:lnTo>
                  <a:close/>
                  <a:moveTo>
                    <a:pt x="11079" y="2055"/>
                  </a:moveTo>
                  <a:lnTo>
                    <a:pt x="10785" y="2091"/>
                  </a:lnTo>
                  <a:lnTo>
                    <a:pt x="10565" y="2165"/>
                  </a:lnTo>
                  <a:lnTo>
                    <a:pt x="10382" y="2311"/>
                  </a:lnTo>
                  <a:lnTo>
                    <a:pt x="10235" y="2495"/>
                  </a:lnTo>
                  <a:lnTo>
                    <a:pt x="10198" y="2385"/>
                  </a:lnTo>
                  <a:lnTo>
                    <a:pt x="10088" y="2348"/>
                  </a:lnTo>
                  <a:lnTo>
                    <a:pt x="9942" y="2311"/>
                  </a:lnTo>
                  <a:lnTo>
                    <a:pt x="9611" y="2311"/>
                  </a:lnTo>
                  <a:lnTo>
                    <a:pt x="9501" y="2348"/>
                  </a:lnTo>
                  <a:lnTo>
                    <a:pt x="9208" y="2495"/>
                  </a:lnTo>
                  <a:lnTo>
                    <a:pt x="8988" y="2678"/>
                  </a:lnTo>
                  <a:lnTo>
                    <a:pt x="8951" y="2568"/>
                  </a:lnTo>
                  <a:lnTo>
                    <a:pt x="8915" y="2532"/>
                  </a:lnTo>
                  <a:lnTo>
                    <a:pt x="8878" y="2532"/>
                  </a:lnTo>
                  <a:lnTo>
                    <a:pt x="8804" y="2568"/>
                  </a:lnTo>
                  <a:lnTo>
                    <a:pt x="8731" y="2752"/>
                  </a:lnTo>
                  <a:lnTo>
                    <a:pt x="8658" y="2935"/>
                  </a:lnTo>
                  <a:lnTo>
                    <a:pt x="8621" y="3339"/>
                  </a:lnTo>
                  <a:lnTo>
                    <a:pt x="8584" y="3705"/>
                  </a:lnTo>
                  <a:lnTo>
                    <a:pt x="8621" y="4072"/>
                  </a:lnTo>
                  <a:lnTo>
                    <a:pt x="8694" y="4439"/>
                  </a:lnTo>
                  <a:lnTo>
                    <a:pt x="8768" y="4806"/>
                  </a:lnTo>
                  <a:lnTo>
                    <a:pt x="8804" y="4879"/>
                  </a:lnTo>
                  <a:lnTo>
                    <a:pt x="8878" y="4953"/>
                  </a:lnTo>
                  <a:lnTo>
                    <a:pt x="8951" y="4989"/>
                  </a:lnTo>
                  <a:lnTo>
                    <a:pt x="9061" y="4953"/>
                  </a:lnTo>
                  <a:lnTo>
                    <a:pt x="9135" y="4916"/>
                  </a:lnTo>
                  <a:lnTo>
                    <a:pt x="9208" y="4879"/>
                  </a:lnTo>
                  <a:lnTo>
                    <a:pt x="9245" y="4769"/>
                  </a:lnTo>
                  <a:lnTo>
                    <a:pt x="9208" y="4659"/>
                  </a:lnTo>
                  <a:lnTo>
                    <a:pt x="9135" y="4182"/>
                  </a:lnTo>
                  <a:lnTo>
                    <a:pt x="9098" y="3669"/>
                  </a:lnTo>
                  <a:lnTo>
                    <a:pt x="9135" y="3339"/>
                  </a:lnTo>
                  <a:lnTo>
                    <a:pt x="9208" y="3118"/>
                  </a:lnTo>
                  <a:lnTo>
                    <a:pt x="9391" y="2972"/>
                  </a:lnTo>
                  <a:lnTo>
                    <a:pt x="9575" y="2825"/>
                  </a:lnTo>
                  <a:lnTo>
                    <a:pt x="9795" y="2788"/>
                  </a:lnTo>
                  <a:lnTo>
                    <a:pt x="9868" y="4072"/>
                  </a:lnTo>
                  <a:lnTo>
                    <a:pt x="9905" y="4146"/>
                  </a:lnTo>
                  <a:lnTo>
                    <a:pt x="9942" y="4219"/>
                  </a:lnTo>
                  <a:lnTo>
                    <a:pt x="10015" y="4292"/>
                  </a:lnTo>
                  <a:lnTo>
                    <a:pt x="10125" y="4292"/>
                  </a:lnTo>
                  <a:lnTo>
                    <a:pt x="10198" y="4329"/>
                  </a:lnTo>
                  <a:lnTo>
                    <a:pt x="10272" y="4292"/>
                  </a:lnTo>
                  <a:lnTo>
                    <a:pt x="10308" y="4219"/>
                  </a:lnTo>
                  <a:lnTo>
                    <a:pt x="10345" y="4146"/>
                  </a:lnTo>
                  <a:lnTo>
                    <a:pt x="10455" y="3559"/>
                  </a:lnTo>
                  <a:lnTo>
                    <a:pt x="10565" y="3008"/>
                  </a:lnTo>
                  <a:lnTo>
                    <a:pt x="10602" y="2862"/>
                  </a:lnTo>
                  <a:lnTo>
                    <a:pt x="10675" y="2752"/>
                  </a:lnTo>
                  <a:lnTo>
                    <a:pt x="10785" y="2642"/>
                  </a:lnTo>
                  <a:lnTo>
                    <a:pt x="10895" y="2568"/>
                  </a:lnTo>
                  <a:lnTo>
                    <a:pt x="11079" y="2568"/>
                  </a:lnTo>
                  <a:lnTo>
                    <a:pt x="11115" y="2642"/>
                  </a:lnTo>
                  <a:lnTo>
                    <a:pt x="11115" y="2752"/>
                  </a:lnTo>
                  <a:lnTo>
                    <a:pt x="11115" y="2862"/>
                  </a:lnTo>
                  <a:lnTo>
                    <a:pt x="11189" y="3449"/>
                  </a:lnTo>
                  <a:lnTo>
                    <a:pt x="11299" y="4036"/>
                  </a:lnTo>
                  <a:lnTo>
                    <a:pt x="11372" y="4256"/>
                  </a:lnTo>
                  <a:lnTo>
                    <a:pt x="11446" y="4512"/>
                  </a:lnTo>
                  <a:lnTo>
                    <a:pt x="11556" y="4732"/>
                  </a:lnTo>
                  <a:lnTo>
                    <a:pt x="11629" y="4806"/>
                  </a:lnTo>
                  <a:lnTo>
                    <a:pt x="11739" y="4843"/>
                  </a:lnTo>
                  <a:lnTo>
                    <a:pt x="11849" y="4843"/>
                  </a:lnTo>
                  <a:lnTo>
                    <a:pt x="11922" y="4806"/>
                  </a:lnTo>
                  <a:lnTo>
                    <a:pt x="11996" y="4769"/>
                  </a:lnTo>
                  <a:lnTo>
                    <a:pt x="12032" y="4696"/>
                  </a:lnTo>
                  <a:lnTo>
                    <a:pt x="12069" y="4586"/>
                  </a:lnTo>
                  <a:lnTo>
                    <a:pt x="11996" y="4476"/>
                  </a:lnTo>
                  <a:lnTo>
                    <a:pt x="11922" y="4402"/>
                  </a:lnTo>
                  <a:lnTo>
                    <a:pt x="11886" y="4256"/>
                  </a:lnTo>
                  <a:lnTo>
                    <a:pt x="11812" y="4072"/>
                  </a:lnTo>
                  <a:lnTo>
                    <a:pt x="11776" y="3779"/>
                  </a:lnTo>
                  <a:lnTo>
                    <a:pt x="11666" y="3339"/>
                  </a:lnTo>
                  <a:lnTo>
                    <a:pt x="11629" y="2862"/>
                  </a:lnTo>
                  <a:lnTo>
                    <a:pt x="11629" y="2532"/>
                  </a:lnTo>
                  <a:lnTo>
                    <a:pt x="11592" y="2385"/>
                  </a:lnTo>
                  <a:lnTo>
                    <a:pt x="11482" y="2275"/>
                  </a:lnTo>
                  <a:lnTo>
                    <a:pt x="11299" y="2128"/>
                  </a:lnTo>
                  <a:lnTo>
                    <a:pt x="11189" y="2091"/>
                  </a:lnTo>
                  <a:lnTo>
                    <a:pt x="11079" y="2055"/>
                  </a:lnTo>
                  <a:close/>
                  <a:moveTo>
                    <a:pt x="2715" y="1138"/>
                  </a:moveTo>
                  <a:lnTo>
                    <a:pt x="2569" y="1174"/>
                  </a:lnTo>
                  <a:lnTo>
                    <a:pt x="2422" y="1284"/>
                  </a:lnTo>
                  <a:lnTo>
                    <a:pt x="2385" y="1358"/>
                  </a:lnTo>
                  <a:lnTo>
                    <a:pt x="2165" y="1284"/>
                  </a:lnTo>
                  <a:lnTo>
                    <a:pt x="1762" y="1284"/>
                  </a:lnTo>
                  <a:lnTo>
                    <a:pt x="1542" y="1358"/>
                  </a:lnTo>
                  <a:lnTo>
                    <a:pt x="771" y="1504"/>
                  </a:lnTo>
                  <a:lnTo>
                    <a:pt x="368" y="1651"/>
                  </a:lnTo>
                  <a:lnTo>
                    <a:pt x="184" y="1725"/>
                  </a:lnTo>
                  <a:lnTo>
                    <a:pt x="38" y="1835"/>
                  </a:lnTo>
                  <a:lnTo>
                    <a:pt x="1" y="1908"/>
                  </a:lnTo>
                  <a:lnTo>
                    <a:pt x="1" y="1981"/>
                  </a:lnTo>
                  <a:lnTo>
                    <a:pt x="38" y="2018"/>
                  </a:lnTo>
                  <a:lnTo>
                    <a:pt x="111" y="2055"/>
                  </a:lnTo>
                  <a:lnTo>
                    <a:pt x="74" y="2348"/>
                  </a:lnTo>
                  <a:lnTo>
                    <a:pt x="74" y="2642"/>
                  </a:lnTo>
                  <a:lnTo>
                    <a:pt x="74" y="3705"/>
                  </a:lnTo>
                  <a:lnTo>
                    <a:pt x="111" y="4843"/>
                  </a:lnTo>
                  <a:lnTo>
                    <a:pt x="148" y="5980"/>
                  </a:lnTo>
                  <a:lnTo>
                    <a:pt x="184" y="6090"/>
                  </a:lnTo>
                  <a:lnTo>
                    <a:pt x="294" y="6200"/>
                  </a:lnTo>
                  <a:lnTo>
                    <a:pt x="404" y="6236"/>
                  </a:lnTo>
                  <a:lnTo>
                    <a:pt x="514" y="6200"/>
                  </a:lnTo>
                  <a:lnTo>
                    <a:pt x="624" y="6236"/>
                  </a:lnTo>
                  <a:lnTo>
                    <a:pt x="845" y="6273"/>
                  </a:lnTo>
                  <a:lnTo>
                    <a:pt x="1028" y="6236"/>
                  </a:lnTo>
                  <a:lnTo>
                    <a:pt x="1395" y="6163"/>
                  </a:lnTo>
                  <a:lnTo>
                    <a:pt x="2385" y="5980"/>
                  </a:lnTo>
                  <a:lnTo>
                    <a:pt x="2605" y="5943"/>
                  </a:lnTo>
                  <a:lnTo>
                    <a:pt x="2752" y="5906"/>
                  </a:lnTo>
                  <a:lnTo>
                    <a:pt x="2899" y="5833"/>
                  </a:lnTo>
                  <a:lnTo>
                    <a:pt x="2972" y="5686"/>
                  </a:lnTo>
                  <a:lnTo>
                    <a:pt x="2972" y="5576"/>
                  </a:lnTo>
                  <a:lnTo>
                    <a:pt x="2935" y="5503"/>
                  </a:lnTo>
                  <a:lnTo>
                    <a:pt x="2825" y="5429"/>
                  </a:lnTo>
                  <a:lnTo>
                    <a:pt x="2679" y="5393"/>
                  </a:lnTo>
                  <a:lnTo>
                    <a:pt x="2532" y="5393"/>
                  </a:lnTo>
                  <a:lnTo>
                    <a:pt x="2385" y="5429"/>
                  </a:lnTo>
                  <a:lnTo>
                    <a:pt x="2055" y="5503"/>
                  </a:lnTo>
                  <a:lnTo>
                    <a:pt x="1762" y="5576"/>
                  </a:lnTo>
                  <a:lnTo>
                    <a:pt x="1028" y="5723"/>
                  </a:lnTo>
                  <a:lnTo>
                    <a:pt x="698" y="5796"/>
                  </a:lnTo>
                  <a:lnTo>
                    <a:pt x="661" y="4953"/>
                  </a:lnTo>
                  <a:lnTo>
                    <a:pt x="624" y="4109"/>
                  </a:lnTo>
                  <a:lnTo>
                    <a:pt x="845" y="4109"/>
                  </a:lnTo>
                  <a:lnTo>
                    <a:pt x="1028" y="4072"/>
                  </a:lnTo>
                  <a:lnTo>
                    <a:pt x="1431" y="3962"/>
                  </a:lnTo>
                  <a:lnTo>
                    <a:pt x="2459" y="3742"/>
                  </a:lnTo>
                  <a:lnTo>
                    <a:pt x="2495" y="3779"/>
                  </a:lnTo>
                  <a:lnTo>
                    <a:pt x="2605" y="3779"/>
                  </a:lnTo>
                  <a:lnTo>
                    <a:pt x="2679" y="3742"/>
                  </a:lnTo>
                  <a:lnTo>
                    <a:pt x="2752" y="3705"/>
                  </a:lnTo>
                  <a:lnTo>
                    <a:pt x="2789" y="3669"/>
                  </a:lnTo>
                  <a:lnTo>
                    <a:pt x="2862" y="3559"/>
                  </a:lnTo>
                  <a:lnTo>
                    <a:pt x="2899" y="3485"/>
                  </a:lnTo>
                  <a:lnTo>
                    <a:pt x="2899" y="3412"/>
                  </a:lnTo>
                  <a:lnTo>
                    <a:pt x="2862" y="3339"/>
                  </a:lnTo>
                  <a:lnTo>
                    <a:pt x="2825" y="3265"/>
                  </a:lnTo>
                  <a:lnTo>
                    <a:pt x="2715" y="3155"/>
                  </a:lnTo>
                  <a:lnTo>
                    <a:pt x="2532" y="3155"/>
                  </a:lnTo>
                  <a:lnTo>
                    <a:pt x="1431" y="3449"/>
                  </a:lnTo>
                  <a:lnTo>
                    <a:pt x="1028" y="3522"/>
                  </a:lnTo>
                  <a:lnTo>
                    <a:pt x="808" y="3595"/>
                  </a:lnTo>
                  <a:lnTo>
                    <a:pt x="624" y="3632"/>
                  </a:lnTo>
                  <a:lnTo>
                    <a:pt x="588" y="2788"/>
                  </a:lnTo>
                  <a:lnTo>
                    <a:pt x="588" y="2458"/>
                  </a:lnTo>
                  <a:lnTo>
                    <a:pt x="551" y="2091"/>
                  </a:lnTo>
                  <a:lnTo>
                    <a:pt x="1065" y="1981"/>
                  </a:lnTo>
                  <a:lnTo>
                    <a:pt x="1615" y="1835"/>
                  </a:lnTo>
                  <a:lnTo>
                    <a:pt x="1798" y="1798"/>
                  </a:lnTo>
                  <a:lnTo>
                    <a:pt x="2055" y="1798"/>
                  </a:lnTo>
                  <a:lnTo>
                    <a:pt x="2165" y="1871"/>
                  </a:lnTo>
                  <a:lnTo>
                    <a:pt x="2238" y="1908"/>
                  </a:lnTo>
                  <a:lnTo>
                    <a:pt x="2312" y="1945"/>
                  </a:lnTo>
                  <a:lnTo>
                    <a:pt x="2422" y="1945"/>
                  </a:lnTo>
                  <a:lnTo>
                    <a:pt x="2495" y="1908"/>
                  </a:lnTo>
                  <a:lnTo>
                    <a:pt x="3009" y="1651"/>
                  </a:lnTo>
                  <a:lnTo>
                    <a:pt x="3082" y="1615"/>
                  </a:lnTo>
                  <a:lnTo>
                    <a:pt x="3119" y="1578"/>
                  </a:lnTo>
                  <a:lnTo>
                    <a:pt x="3156" y="1431"/>
                  </a:lnTo>
                  <a:lnTo>
                    <a:pt x="3119" y="1284"/>
                  </a:lnTo>
                  <a:lnTo>
                    <a:pt x="3082" y="1248"/>
                  </a:lnTo>
                  <a:lnTo>
                    <a:pt x="3009" y="1174"/>
                  </a:lnTo>
                  <a:lnTo>
                    <a:pt x="2862" y="1138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8" name="Google Shape;306;p5">
              <a:extLst>
                <a:ext uri="{FF2B5EF4-FFF2-40B4-BE49-F238E27FC236}">
                  <a16:creationId xmlns:a16="http://schemas.microsoft.com/office/drawing/2014/main" id="{C9124E36-6012-4351-B98C-FAA7CB6D0811}"/>
                </a:ext>
              </a:extLst>
            </p:cNvPr>
            <p:cNvSpPr/>
            <p:nvPr/>
          </p:nvSpPr>
          <p:spPr>
            <a:xfrm>
              <a:off x="6336425" y="4507675"/>
              <a:ext cx="520000" cy="365000"/>
            </a:xfrm>
            <a:custGeom>
              <a:avLst/>
              <a:gdLst/>
              <a:ahLst/>
              <a:cxnLst/>
              <a:rect l="l" t="t" r="r" b="b"/>
              <a:pathLst>
                <a:path w="20800" h="14600" extrusionOk="0">
                  <a:moveTo>
                    <a:pt x="5466" y="441"/>
                  </a:moveTo>
                  <a:lnTo>
                    <a:pt x="5650" y="478"/>
                  </a:lnTo>
                  <a:lnTo>
                    <a:pt x="5577" y="478"/>
                  </a:lnTo>
                  <a:lnTo>
                    <a:pt x="5466" y="441"/>
                  </a:lnTo>
                  <a:close/>
                  <a:moveTo>
                    <a:pt x="4843" y="478"/>
                  </a:moveTo>
                  <a:lnTo>
                    <a:pt x="4806" y="514"/>
                  </a:lnTo>
                  <a:lnTo>
                    <a:pt x="4586" y="551"/>
                  </a:lnTo>
                  <a:lnTo>
                    <a:pt x="4843" y="478"/>
                  </a:lnTo>
                  <a:close/>
                  <a:moveTo>
                    <a:pt x="5173" y="808"/>
                  </a:moveTo>
                  <a:lnTo>
                    <a:pt x="5210" y="844"/>
                  </a:lnTo>
                  <a:lnTo>
                    <a:pt x="5246" y="918"/>
                  </a:lnTo>
                  <a:lnTo>
                    <a:pt x="5356" y="991"/>
                  </a:lnTo>
                  <a:lnTo>
                    <a:pt x="5503" y="1028"/>
                  </a:lnTo>
                  <a:lnTo>
                    <a:pt x="5760" y="1028"/>
                  </a:lnTo>
                  <a:lnTo>
                    <a:pt x="5870" y="991"/>
                  </a:lnTo>
                  <a:lnTo>
                    <a:pt x="5980" y="991"/>
                  </a:lnTo>
                  <a:lnTo>
                    <a:pt x="6017" y="1028"/>
                  </a:lnTo>
                  <a:lnTo>
                    <a:pt x="6053" y="1101"/>
                  </a:lnTo>
                  <a:lnTo>
                    <a:pt x="6163" y="1431"/>
                  </a:lnTo>
                  <a:lnTo>
                    <a:pt x="6163" y="1725"/>
                  </a:lnTo>
                  <a:lnTo>
                    <a:pt x="6127" y="2055"/>
                  </a:lnTo>
                  <a:lnTo>
                    <a:pt x="6053" y="2348"/>
                  </a:lnTo>
                  <a:lnTo>
                    <a:pt x="5980" y="2532"/>
                  </a:lnTo>
                  <a:lnTo>
                    <a:pt x="5907" y="2715"/>
                  </a:lnTo>
                  <a:lnTo>
                    <a:pt x="5650" y="3009"/>
                  </a:lnTo>
                  <a:lnTo>
                    <a:pt x="5393" y="3229"/>
                  </a:lnTo>
                  <a:lnTo>
                    <a:pt x="5063" y="3412"/>
                  </a:lnTo>
                  <a:lnTo>
                    <a:pt x="5063" y="3375"/>
                  </a:lnTo>
                  <a:lnTo>
                    <a:pt x="5063" y="3302"/>
                  </a:lnTo>
                  <a:lnTo>
                    <a:pt x="5026" y="3265"/>
                  </a:lnTo>
                  <a:lnTo>
                    <a:pt x="4953" y="3229"/>
                  </a:lnTo>
                  <a:lnTo>
                    <a:pt x="4880" y="3229"/>
                  </a:lnTo>
                  <a:lnTo>
                    <a:pt x="5063" y="2789"/>
                  </a:lnTo>
                  <a:lnTo>
                    <a:pt x="5063" y="2715"/>
                  </a:lnTo>
                  <a:lnTo>
                    <a:pt x="4990" y="2679"/>
                  </a:lnTo>
                  <a:lnTo>
                    <a:pt x="4953" y="2679"/>
                  </a:lnTo>
                  <a:lnTo>
                    <a:pt x="4880" y="2715"/>
                  </a:lnTo>
                  <a:lnTo>
                    <a:pt x="4549" y="3229"/>
                  </a:lnTo>
                  <a:lnTo>
                    <a:pt x="4329" y="3559"/>
                  </a:lnTo>
                  <a:lnTo>
                    <a:pt x="4109" y="3522"/>
                  </a:lnTo>
                  <a:lnTo>
                    <a:pt x="3853" y="3486"/>
                  </a:lnTo>
                  <a:lnTo>
                    <a:pt x="3706" y="3449"/>
                  </a:lnTo>
                  <a:lnTo>
                    <a:pt x="3999" y="3192"/>
                  </a:lnTo>
                  <a:lnTo>
                    <a:pt x="4586" y="2642"/>
                  </a:lnTo>
                  <a:lnTo>
                    <a:pt x="4586" y="2568"/>
                  </a:lnTo>
                  <a:lnTo>
                    <a:pt x="4586" y="2495"/>
                  </a:lnTo>
                  <a:lnTo>
                    <a:pt x="4513" y="2458"/>
                  </a:lnTo>
                  <a:lnTo>
                    <a:pt x="4439" y="2458"/>
                  </a:lnTo>
                  <a:lnTo>
                    <a:pt x="3486" y="3119"/>
                  </a:lnTo>
                  <a:lnTo>
                    <a:pt x="3302" y="3265"/>
                  </a:lnTo>
                  <a:lnTo>
                    <a:pt x="3229" y="3192"/>
                  </a:lnTo>
                  <a:lnTo>
                    <a:pt x="3266" y="3082"/>
                  </a:lnTo>
                  <a:lnTo>
                    <a:pt x="3302" y="3009"/>
                  </a:lnTo>
                  <a:lnTo>
                    <a:pt x="3266" y="2935"/>
                  </a:lnTo>
                  <a:lnTo>
                    <a:pt x="3229" y="2899"/>
                  </a:lnTo>
                  <a:lnTo>
                    <a:pt x="3339" y="2935"/>
                  </a:lnTo>
                  <a:lnTo>
                    <a:pt x="3669" y="2752"/>
                  </a:lnTo>
                  <a:lnTo>
                    <a:pt x="4733" y="2055"/>
                  </a:lnTo>
                  <a:lnTo>
                    <a:pt x="4770" y="1982"/>
                  </a:lnTo>
                  <a:lnTo>
                    <a:pt x="4770" y="1945"/>
                  </a:lnTo>
                  <a:lnTo>
                    <a:pt x="4733" y="1872"/>
                  </a:lnTo>
                  <a:lnTo>
                    <a:pt x="4660" y="1872"/>
                  </a:lnTo>
                  <a:lnTo>
                    <a:pt x="4329" y="1982"/>
                  </a:lnTo>
                  <a:lnTo>
                    <a:pt x="3816" y="2202"/>
                  </a:lnTo>
                  <a:lnTo>
                    <a:pt x="3302" y="2458"/>
                  </a:lnTo>
                  <a:lnTo>
                    <a:pt x="3082" y="2642"/>
                  </a:lnTo>
                  <a:lnTo>
                    <a:pt x="2935" y="2789"/>
                  </a:lnTo>
                  <a:lnTo>
                    <a:pt x="2899" y="2605"/>
                  </a:lnTo>
                  <a:lnTo>
                    <a:pt x="2899" y="2458"/>
                  </a:lnTo>
                  <a:lnTo>
                    <a:pt x="3082" y="2385"/>
                  </a:lnTo>
                  <a:lnTo>
                    <a:pt x="3266" y="2238"/>
                  </a:lnTo>
                  <a:lnTo>
                    <a:pt x="3632" y="2018"/>
                  </a:lnTo>
                  <a:lnTo>
                    <a:pt x="4109" y="1725"/>
                  </a:lnTo>
                  <a:lnTo>
                    <a:pt x="4586" y="1505"/>
                  </a:lnTo>
                  <a:lnTo>
                    <a:pt x="4660" y="1431"/>
                  </a:lnTo>
                  <a:lnTo>
                    <a:pt x="4660" y="1358"/>
                  </a:lnTo>
                  <a:lnTo>
                    <a:pt x="4586" y="1321"/>
                  </a:lnTo>
                  <a:lnTo>
                    <a:pt x="4513" y="1285"/>
                  </a:lnTo>
                  <a:lnTo>
                    <a:pt x="4256" y="1358"/>
                  </a:lnTo>
                  <a:lnTo>
                    <a:pt x="3963" y="1431"/>
                  </a:lnTo>
                  <a:lnTo>
                    <a:pt x="3706" y="1505"/>
                  </a:lnTo>
                  <a:lnTo>
                    <a:pt x="3449" y="1651"/>
                  </a:lnTo>
                  <a:lnTo>
                    <a:pt x="3156" y="1798"/>
                  </a:lnTo>
                  <a:lnTo>
                    <a:pt x="3302" y="1578"/>
                  </a:lnTo>
                  <a:lnTo>
                    <a:pt x="3486" y="1358"/>
                  </a:lnTo>
                  <a:lnTo>
                    <a:pt x="3779" y="1211"/>
                  </a:lnTo>
                  <a:lnTo>
                    <a:pt x="4109" y="1065"/>
                  </a:lnTo>
                  <a:lnTo>
                    <a:pt x="4733" y="844"/>
                  </a:lnTo>
                  <a:lnTo>
                    <a:pt x="4770" y="918"/>
                  </a:lnTo>
                  <a:lnTo>
                    <a:pt x="4843" y="991"/>
                  </a:lnTo>
                  <a:lnTo>
                    <a:pt x="4916" y="991"/>
                  </a:lnTo>
                  <a:lnTo>
                    <a:pt x="4990" y="1028"/>
                  </a:lnTo>
                  <a:lnTo>
                    <a:pt x="5063" y="991"/>
                  </a:lnTo>
                  <a:lnTo>
                    <a:pt x="5100" y="955"/>
                  </a:lnTo>
                  <a:lnTo>
                    <a:pt x="5173" y="881"/>
                  </a:lnTo>
                  <a:lnTo>
                    <a:pt x="5173" y="808"/>
                  </a:lnTo>
                  <a:close/>
                  <a:moveTo>
                    <a:pt x="9648" y="3302"/>
                  </a:moveTo>
                  <a:lnTo>
                    <a:pt x="9905" y="3375"/>
                  </a:lnTo>
                  <a:lnTo>
                    <a:pt x="9905" y="3412"/>
                  </a:lnTo>
                  <a:lnTo>
                    <a:pt x="10125" y="3632"/>
                  </a:lnTo>
                  <a:lnTo>
                    <a:pt x="10308" y="3889"/>
                  </a:lnTo>
                  <a:lnTo>
                    <a:pt x="10162" y="4036"/>
                  </a:lnTo>
                  <a:lnTo>
                    <a:pt x="9978" y="4182"/>
                  </a:lnTo>
                  <a:lnTo>
                    <a:pt x="9795" y="4293"/>
                  </a:lnTo>
                  <a:lnTo>
                    <a:pt x="9612" y="4329"/>
                  </a:lnTo>
                  <a:lnTo>
                    <a:pt x="9501" y="4293"/>
                  </a:lnTo>
                  <a:lnTo>
                    <a:pt x="9428" y="4256"/>
                  </a:lnTo>
                  <a:lnTo>
                    <a:pt x="9501" y="4146"/>
                  </a:lnTo>
                  <a:lnTo>
                    <a:pt x="9501" y="4072"/>
                  </a:lnTo>
                  <a:lnTo>
                    <a:pt x="9465" y="3999"/>
                  </a:lnTo>
                  <a:lnTo>
                    <a:pt x="9391" y="3926"/>
                  </a:lnTo>
                  <a:lnTo>
                    <a:pt x="9245" y="3926"/>
                  </a:lnTo>
                  <a:lnTo>
                    <a:pt x="9465" y="3816"/>
                  </a:lnTo>
                  <a:lnTo>
                    <a:pt x="9501" y="3779"/>
                  </a:lnTo>
                  <a:lnTo>
                    <a:pt x="9538" y="3742"/>
                  </a:lnTo>
                  <a:lnTo>
                    <a:pt x="9538" y="3632"/>
                  </a:lnTo>
                  <a:lnTo>
                    <a:pt x="9465" y="3559"/>
                  </a:lnTo>
                  <a:lnTo>
                    <a:pt x="9391" y="3522"/>
                  </a:lnTo>
                  <a:lnTo>
                    <a:pt x="9355" y="3522"/>
                  </a:lnTo>
                  <a:lnTo>
                    <a:pt x="9061" y="3632"/>
                  </a:lnTo>
                  <a:lnTo>
                    <a:pt x="9208" y="3375"/>
                  </a:lnTo>
                  <a:lnTo>
                    <a:pt x="9281" y="3412"/>
                  </a:lnTo>
                  <a:lnTo>
                    <a:pt x="9355" y="3412"/>
                  </a:lnTo>
                  <a:lnTo>
                    <a:pt x="9501" y="3375"/>
                  </a:lnTo>
                  <a:lnTo>
                    <a:pt x="9648" y="3302"/>
                  </a:lnTo>
                  <a:close/>
                  <a:moveTo>
                    <a:pt x="1505" y="4329"/>
                  </a:moveTo>
                  <a:lnTo>
                    <a:pt x="1615" y="4366"/>
                  </a:lnTo>
                  <a:lnTo>
                    <a:pt x="1725" y="4439"/>
                  </a:lnTo>
                  <a:lnTo>
                    <a:pt x="1872" y="4586"/>
                  </a:lnTo>
                  <a:lnTo>
                    <a:pt x="1908" y="4769"/>
                  </a:lnTo>
                  <a:lnTo>
                    <a:pt x="1945" y="4916"/>
                  </a:lnTo>
                  <a:lnTo>
                    <a:pt x="1908" y="5100"/>
                  </a:lnTo>
                  <a:lnTo>
                    <a:pt x="1872" y="5246"/>
                  </a:lnTo>
                  <a:lnTo>
                    <a:pt x="1762" y="5393"/>
                  </a:lnTo>
                  <a:lnTo>
                    <a:pt x="1615" y="5503"/>
                  </a:lnTo>
                  <a:lnTo>
                    <a:pt x="1468" y="5576"/>
                  </a:lnTo>
                  <a:lnTo>
                    <a:pt x="1432" y="5430"/>
                  </a:lnTo>
                  <a:lnTo>
                    <a:pt x="1432" y="5283"/>
                  </a:lnTo>
                  <a:lnTo>
                    <a:pt x="1432" y="5210"/>
                  </a:lnTo>
                  <a:lnTo>
                    <a:pt x="1395" y="5136"/>
                  </a:lnTo>
                  <a:lnTo>
                    <a:pt x="1395" y="5063"/>
                  </a:lnTo>
                  <a:lnTo>
                    <a:pt x="1321" y="4989"/>
                  </a:lnTo>
                  <a:lnTo>
                    <a:pt x="1285" y="4953"/>
                  </a:lnTo>
                  <a:lnTo>
                    <a:pt x="1175" y="4989"/>
                  </a:lnTo>
                  <a:lnTo>
                    <a:pt x="1028" y="5063"/>
                  </a:lnTo>
                  <a:lnTo>
                    <a:pt x="1138" y="4989"/>
                  </a:lnTo>
                  <a:lnTo>
                    <a:pt x="1321" y="4879"/>
                  </a:lnTo>
                  <a:lnTo>
                    <a:pt x="1468" y="4769"/>
                  </a:lnTo>
                  <a:lnTo>
                    <a:pt x="1542" y="4696"/>
                  </a:lnTo>
                  <a:lnTo>
                    <a:pt x="1505" y="4623"/>
                  </a:lnTo>
                  <a:lnTo>
                    <a:pt x="1468" y="4549"/>
                  </a:lnTo>
                  <a:lnTo>
                    <a:pt x="1395" y="4513"/>
                  </a:lnTo>
                  <a:lnTo>
                    <a:pt x="1432" y="4476"/>
                  </a:lnTo>
                  <a:lnTo>
                    <a:pt x="1468" y="4439"/>
                  </a:lnTo>
                  <a:lnTo>
                    <a:pt x="1468" y="4403"/>
                  </a:lnTo>
                  <a:lnTo>
                    <a:pt x="1432" y="4329"/>
                  </a:lnTo>
                  <a:close/>
                  <a:moveTo>
                    <a:pt x="1138" y="5576"/>
                  </a:moveTo>
                  <a:lnTo>
                    <a:pt x="1138" y="5650"/>
                  </a:lnTo>
                  <a:lnTo>
                    <a:pt x="1028" y="5613"/>
                  </a:lnTo>
                  <a:lnTo>
                    <a:pt x="1138" y="5576"/>
                  </a:lnTo>
                  <a:close/>
                  <a:moveTo>
                    <a:pt x="7887" y="5907"/>
                  </a:moveTo>
                  <a:lnTo>
                    <a:pt x="8218" y="5980"/>
                  </a:lnTo>
                  <a:lnTo>
                    <a:pt x="8291" y="6090"/>
                  </a:lnTo>
                  <a:lnTo>
                    <a:pt x="8401" y="6163"/>
                  </a:lnTo>
                  <a:lnTo>
                    <a:pt x="8511" y="6273"/>
                  </a:lnTo>
                  <a:lnTo>
                    <a:pt x="8621" y="6383"/>
                  </a:lnTo>
                  <a:lnTo>
                    <a:pt x="8694" y="6530"/>
                  </a:lnTo>
                  <a:lnTo>
                    <a:pt x="8768" y="6677"/>
                  </a:lnTo>
                  <a:lnTo>
                    <a:pt x="8805" y="6934"/>
                  </a:lnTo>
                  <a:lnTo>
                    <a:pt x="8768" y="7154"/>
                  </a:lnTo>
                  <a:lnTo>
                    <a:pt x="8658" y="7374"/>
                  </a:lnTo>
                  <a:lnTo>
                    <a:pt x="8548" y="7557"/>
                  </a:lnTo>
                  <a:lnTo>
                    <a:pt x="8438" y="7704"/>
                  </a:lnTo>
                  <a:lnTo>
                    <a:pt x="8291" y="7814"/>
                  </a:lnTo>
                  <a:lnTo>
                    <a:pt x="8144" y="7887"/>
                  </a:lnTo>
                  <a:lnTo>
                    <a:pt x="7998" y="7961"/>
                  </a:lnTo>
                  <a:lnTo>
                    <a:pt x="8071" y="7594"/>
                  </a:lnTo>
                  <a:lnTo>
                    <a:pt x="8071" y="7520"/>
                  </a:lnTo>
                  <a:lnTo>
                    <a:pt x="8034" y="7484"/>
                  </a:lnTo>
                  <a:lnTo>
                    <a:pt x="7961" y="7484"/>
                  </a:lnTo>
                  <a:lnTo>
                    <a:pt x="7924" y="7520"/>
                  </a:lnTo>
                  <a:lnTo>
                    <a:pt x="7741" y="7741"/>
                  </a:lnTo>
                  <a:lnTo>
                    <a:pt x="7557" y="7997"/>
                  </a:lnTo>
                  <a:lnTo>
                    <a:pt x="7264" y="7924"/>
                  </a:lnTo>
                  <a:lnTo>
                    <a:pt x="7484" y="7594"/>
                  </a:lnTo>
                  <a:lnTo>
                    <a:pt x="7741" y="7337"/>
                  </a:lnTo>
                  <a:lnTo>
                    <a:pt x="7741" y="7264"/>
                  </a:lnTo>
                  <a:lnTo>
                    <a:pt x="7741" y="7227"/>
                  </a:lnTo>
                  <a:lnTo>
                    <a:pt x="7631" y="7227"/>
                  </a:lnTo>
                  <a:lnTo>
                    <a:pt x="7447" y="7337"/>
                  </a:lnTo>
                  <a:lnTo>
                    <a:pt x="7264" y="7447"/>
                  </a:lnTo>
                  <a:lnTo>
                    <a:pt x="7080" y="7594"/>
                  </a:lnTo>
                  <a:lnTo>
                    <a:pt x="6934" y="7777"/>
                  </a:lnTo>
                  <a:lnTo>
                    <a:pt x="6860" y="7704"/>
                  </a:lnTo>
                  <a:lnTo>
                    <a:pt x="6714" y="7557"/>
                  </a:lnTo>
                  <a:lnTo>
                    <a:pt x="7227" y="7264"/>
                  </a:lnTo>
                  <a:lnTo>
                    <a:pt x="7741" y="6934"/>
                  </a:lnTo>
                  <a:lnTo>
                    <a:pt x="7741" y="6897"/>
                  </a:lnTo>
                  <a:lnTo>
                    <a:pt x="7704" y="6860"/>
                  </a:lnTo>
                  <a:lnTo>
                    <a:pt x="7411" y="6860"/>
                  </a:lnTo>
                  <a:lnTo>
                    <a:pt x="7080" y="6934"/>
                  </a:lnTo>
                  <a:lnTo>
                    <a:pt x="6787" y="7044"/>
                  </a:lnTo>
                  <a:lnTo>
                    <a:pt x="6530" y="7227"/>
                  </a:lnTo>
                  <a:lnTo>
                    <a:pt x="6494" y="7007"/>
                  </a:lnTo>
                  <a:lnTo>
                    <a:pt x="6494" y="6750"/>
                  </a:lnTo>
                  <a:lnTo>
                    <a:pt x="6604" y="6713"/>
                  </a:lnTo>
                  <a:lnTo>
                    <a:pt x="6970" y="6603"/>
                  </a:lnTo>
                  <a:lnTo>
                    <a:pt x="7117" y="6530"/>
                  </a:lnTo>
                  <a:lnTo>
                    <a:pt x="7301" y="6420"/>
                  </a:lnTo>
                  <a:lnTo>
                    <a:pt x="7337" y="6347"/>
                  </a:lnTo>
                  <a:lnTo>
                    <a:pt x="7337" y="6310"/>
                  </a:lnTo>
                  <a:lnTo>
                    <a:pt x="7301" y="6310"/>
                  </a:lnTo>
                  <a:lnTo>
                    <a:pt x="7007" y="6273"/>
                  </a:lnTo>
                  <a:lnTo>
                    <a:pt x="6750" y="6310"/>
                  </a:lnTo>
                  <a:lnTo>
                    <a:pt x="6750" y="6310"/>
                  </a:lnTo>
                  <a:lnTo>
                    <a:pt x="6860" y="6200"/>
                  </a:lnTo>
                  <a:lnTo>
                    <a:pt x="6970" y="6090"/>
                  </a:lnTo>
                  <a:lnTo>
                    <a:pt x="7117" y="6017"/>
                  </a:lnTo>
                  <a:lnTo>
                    <a:pt x="7264" y="5943"/>
                  </a:lnTo>
                  <a:lnTo>
                    <a:pt x="7557" y="5907"/>
                  </a:lnTo>
                  <a:close/>
                  <a:moveTo>
                    <a:pt x="4953" y="1"/>
                  </a:moveTo>
                  <a:lnTo>
                    <a:pt x="4733" y="37"/>
                  </a:lnTo>
                  <a:lnTo>
                    <a:pt x="4476" y="111"/>
                  </a:lnTo>
                  <a:lnTo>
                    <a:pt x="4256" y="184"/>
                  </a:lnTo>
                  <a:lnTo>
                    <a:pt x="4036" y="294"/>
                  </a:lnTo>
                  <a:lnTo>
                    <a:pt x="3632" y="551"/>
                  </a:lnTo>
                  <a:lnTo>
                    <a:pt x="3302" y="881"/>
                  </a:lnTo>
                  <a:lnTo>
                    <a:pt x="2972" y="1248"/>
                  </a:lnTo>
                  <a:lnTo>
                    <a:pt x="2679" y="1651"/>
                  </a:lnTo>
                  <a:lnTo>
                    <a:pt x="2569" y="1872"/>
                  </a:lnTo>
                  <a:lnTo>
                    <a:pt x="2495" y="2092"/>
                  </a:lnTo>
                  <a:lnTo>
                    <a:pt x="2422" y="2348"/>
                  </a:lnTo>
                  <a:lnTo>
                    <a:pt x="2385" y="2568"/>
                  </a:lnTo>
                  <a:lnTo>
                    <a:pt x="2422" y="2789"/>
                  </a:lnTo>
                  <a:lnTo>
                    <a:pt x="2459" y="2935"/>
                  </a:lnTo>
                  <a:lnTo>
                    <a:pt x="2532" y="3119"/>
                  </a:lnTo>
                  <a:lnTo>
                    <a:pt x="2605" y="3265"/>
                  </a:lnTo>
                  <a:lnTo>
                    <a:pt x="2495" y="3339"/>
                  </a:lnTo>
                  <a:lnTo>
                    <a:pt x="2018" y="3559"/>
                  </a:lnTo>
                  <a:lnTo>
                    <a:pt x="1798" y="3706"/>
                  </a:lnTo>
                  <a:lnTo>
                    <a:pt x="1688" y="3779"/>
                  </a:lnTo>
                  <a:lnTo>
                    <a:pt x="1578" y="3852"/>
                  </a:lnTo>
                  <a:lnTo>
                    <a:pt x="1065" y="3852"/>
                  </a:lnTo>
                  <a:lnTo>
                    <a:pt x="881" y="3926"/>
                  </a:lnTo>
                  <a:lnTo>
                    <a:pt x="735" y="3999"/>
                  </a:lnTo>
                  <a:lnTo>
                    <a:pt x="588" y="4109"/>
                  </a:lnTo>
                  <a:lnTo>
                    <a:pt x="478" y="4256"/>
                  </a:lnTo>
                  <a:lnTo>
                    <a:pt x="368" y="4403"/>
                  </a:lnTo>
                  <a:lnTo>
                    <a:pt x="184" y="4623"/>
                  </a:lnTo>
                  <a:lnTo>
                    <a:pt x="74" y="4879"/>
                  </a:lnTo>
                  <a:lnTo>
                    <a:pt x="38" y="4989"/>
                  </a:lnTo>
                  <a:lnTo>
                    <a:pt x="1" y="5136"/>
                  </a:lnTo>
                  <a:lnTo>
                    <a:pt x="38" y="5283"/>
                  </a:lnTo>
                  <a:lnTo>
                    <a:pt x="74" y="5430"/>
                  </a:lnTo>
                  <a:lnTo>
                    <a:pt x="184" y="5576"/>
                  </a:lnTo>
                  <a:lnTo>
                    <a:pt x="258" y="5723"/>
                  </a:lnTo>
                  <a:lnTo>
                    <a:pt x="404" y="5833"/>
                  </a:lnTo>
                  <a:lnTo>
                    <a:pt x="514" y="5943"/>
                  </a:lnTo>
                  <a:lnTo>
                    <a:pt x="661" y="6017"/>
                  </a:lnTo>
                  <a:lnTo>
                    <a:pt x="845" y="6053"/>
                  </a:lnTo>
                  <a:lnTo>
                    <a:pt x="1175" y="6127"/>
                  </a:lnTo>
                  <a:lnTo>
                    <a:pt x="1358" y="6127"/>
                  </a:lnTo>
                  <a:lnTo>
                    <a:pt x="1505" y="6090"/>
                  </a:lnTo>
                  <a:lnTo>
                    <a:pt x="1688" y="6053"/>
                  </a:lnTo>
                  <a:lnTo>
                    <a:pt x="1835" y="5980"/>
                  </a:lnTo>
                  <a:lnTo>
                    <a:pt x="2055" y="5760"/>
                  </a:lnTo>
                  <a:lnTo>
                    <a:pt x="2275" y="5503"/>
                  </a:lnTo>
                  <a:lnTo>
                    <a:pt x="2385" y="5210"/>
                  </a:lnTo>
                  <a:lnTo>
                    <a:pt x="2422" y="5063"/>
                  </a:lnTo>
                  <a:lnTo>
                    <a:pt x="2422" y="4879"/>
                  </a:lnTo>
                  <a:lnTo>
                    <a:pt x="2385" y="4733"/>
                  </a:lnTo>
                  <a:lnTo>
                    <a:pt x="2349" y="4586"/>
                  </a:lnTo>
                  <a:lnTo>
                    <a:pt x="2275" y="4403"/>
                  </a:lnTo>
                  <a:lnTo>
                    <a:pt x="2202" y="4256"/>
                  </a:lnTo>
                  <a:lnTo>
                    <a:pt x="2092" y="4146"/>
                  </a:lnTo>
                  <a:lnTo>
                    <a:pt x="2055" y="4109"/>
                  </a:lnTo>
                  <a:lnTo>
                    <a:pt x="2165" y="4036"/>
                  </a:lnTo>
                  <a:lnTo>
                    <a:pt x="2495" y="3816"/>
                  </a:lnTo>
                  <a:lnTo>
                    <a:pt x="2679" y="3669"/>
                  </a:lnTo>
                  <a:lnTo>
                    <a:pt x="2862" y="3522"/>
                  </a:lnTo>
                  <a:lnTo>
                    <a:pt x="3119" y="3706"/>
                  </a:lnTo>
                  <a:lnTo>
                    <a:pt x="3156" y="3779"/>
                  </a:lnTo>
                  <a:lnTo>
                    <a:pt x="3229" y="3816"/>
                  </a:lnTo>
                  <a:lnTo>
                    <a:pt x="3339" y="3816"/>
                  </a:lnTo>
                  <a:lnTo>
                    <a:pt x="3706" y="3962"/>
                  </a:lnTo>
                  <a:lnTo>
                    <a:pt x="4109" y="4036"/>
                  </a:lnTo>
                  <a:lnTo>
                    <a:pt x="4513" y="4072"/>
                  </a:lnTo>
                  <a:lnTo>
                    <a:pt x="4880" y="3999"/>
                  </a:lnTo>
                  <a:lnTo>
                    <a:pt x="5246" y="3889"/>
                  </a:lnTo>
                  <a:lnTo>
                    <a:pt x="5283" y="3962"/>
                  </a:lnTo>
                  <a:lnTo>
                    <a:pt x="5320" y="4036"/>
                  </a:lnTo>
                  <a:lnTo>
                    <a:pt x="5540" y="4219"/>
                  </a:lnTo>
                  <a:lnTo>
                    <a:pt x="5723" y="4439"/>
                  </a:lnTo>
                  <a:lnTo>
                    <a:pt x="5980" y="4916"/>
                  </a:lnTo>
                  <a:lnTo>
                    <a:pt x="6200" y="5430"/>
                  </a:lnTo>
                  <a:lnTo>
                    <a:pt x="6347" y="5650"/>
                  </a:lnTo>
                  <a:lnTo>
                    <a:pt x="6530" y="5870"/>
                  </a:lnTo>
                  <a:lnTo>
                    <a:pt x="6347" y="6017"/>
                  </a:lnTo>
                  <a:lnTo>
                    <a:pt x="6237" y="6200"/>
                  </a:lnTo>
                  <a:lnTo>
                    <a:pt x="6127" y="6383"/>
                  </a:lnTo>
                  <a:lnTo>
                    <a:pt x="6053" y="6567"/>
                  </a:lnTo>
                  <a:lnTo>
                    <a:pt x="5797" y="6713"/>
                  </a:lnTo>
                  <a:lnTo>
                    <a:pt x="5723" y="6824"/>
                  </a:lnTo>
                  <a:lnTo>
                    <a:pt x="5723" y="6934"/>
                  </a:lnTo>
                  <a:lnTo>
                    <a:pt x="5760" y="7044"/>
                  </a:lnTo>
                  <a:lnTo>
                    <a:pt x="5833" y="7080"/>
                  </a:lnTo>
                  <a:lnTo>
                    <a:pt x="6017" y="7080"/>
                  </a:lnTo>
                  <a:lnTo>
                    <a:pt x="6053" y="7300"/>
                  </a:lnTo>
                  <a:lnTo>
                    <a:pt x="6127" y="7520"/>
                  </a:lnTo>
                  <a:lnTo>
                    <a:pt x="6127" y="7631"/>
                  </a:lnTo>
                  <a:lnTo>
                    <a:pt x="6127" y="7741"/>
                  </a:lnTo>
                  <a:lnTo>
                    <a:pt x="6200" y="7814"/>
                  </a:lnTo>
                  <a:lnTo>
                    <a:pt x="6310" y="7851"/>
                  </a:lnTo>
                  <a:lnTo>
                    <a:pt x="6347" y="7851"/>
                  </a:lnTo>
                  <a:lnTo>
                    <a:pt x="6494" y="8034"/>
                  </a:lnTo>
                  <a:lnTo>
                    <a:pt x="6640" y="8144"/>
                  </a:lnTo>
                  <a:lnTo>
                    <a:pt x="6787" y="8254"/>
                  </a:lnTo>
                  <a:lnTo>
                    <a:pt x="6860" y="8291"/>
                  </a:lnTo>
                  <a:lnTo>
                    <a:pt x="6934" y="8327"/>
                  </a:lnTo>
                  <a:lnTo>
                    <a:pt x="7191" y="8438"/>
                  </a:lnTo>
                  <a:lnTo>
                    <a:pt x="7447" y="8474"/>
                  </a:lnTo>
                  <a:lnTo>
                    <a:pt x="7741" y="8474"/>
                  </a:lnTo>
                  <a:lnTo>
                    <a:pt x="7998" y="8438"/>
                  </a:lnTo>
                  <a:lnTo>
                    <a:pt x="8254" y="8364"/>
                  </a:lnTo>
                  <a:lnTo>
                    <a:pt x="8511" y="8254"/>
                  </a:lnTo>
                  <a:lnTo>
                    <a:pt x="8731" y="8071"/>
                  </a:lnTo>
                  <a:lnTo>
                    <a:pt x="8915" y="7887"/>
                  </a:lnTo>
                  <a:lnTo>
                    <a:pt x="9098" y="7631"/>
                  </a:lnTo>
                  <a:lnTo>
                    <a:pt x="9245" y="7300"/>
                  </a:lnTo>
                  <a:lnTo>
                    <a:pt x="9281" y="7007"/>
                  </a:lnTo>
                  <a:lnTo>
                    <a:pt x="9318" y="6824"/>
                  </a:lnTo>
                  <a:lnTo>
                    <a:pt x="9281" y="6677"/>
                  </a:lnTo>
                  <a:lnTo>
                    <a:pt x="9208" y="6457"/>
                  </a:lnTo>
                  <a:lnTo>
                    <a:pt x="9135" y="6200"/>
                  </a:lnTo>
                  <a:lnTo>
                    <a:pt x="8951" y="5980"/>
                  </a:lnTo>
                  <a:lnTo>
                    <a:pt x="8878" y="5907"/>
                  </a:lnTo>
                  <a:lnTo>
                    <a:pt x="8768" y="5833"/>
                  </a:lnTo>
                  <a:lnTo>
                    <a:pt x="8805" y="5686"/>
                  </a:lnTo>
                  <a:lnTo>
                    <a:pt x="9025" y="5246"/>
                  </a:lnTo>
                  <a:lnTo>
                    <a:pt x="9208" y="4769"/>
                  </a:lnTo>
                  <a:lnTo>
                    <a:pt x="9428" y="4806"/>
                  </a:lnTo>
                  <a:lnTo>
                    <a:pt x="9648" y="4806"/>
                  </a:lnTo>
                  <a:lnTo>
                    <a:pt x="9832" y="4733"/>
                  </a:lnTo>
                  <a:lnTo>
                    <a:pt x="10052" y="4659"/>
                  </a:lnTo>
                  <a:lnTo>
                    <a:pt x="10235" y="4549"/>
                  </a:lnTo>
                  <a:lnTo>
                    <a:pt x="10419" y="4403"/>
                  </a:lnTo>
                  <a:lnTo>
                    <a:pt x="10712" y="4109"/>
                  </a:lnTo>
                  <a:lnTo>
                    <a:pt x="10785" y="3962"/>
                  </a:lnTo>
                  <a:lnTo>
                    <a:pt x="10785" y="3816"/>
                  </a:lnTo>
                  <a:lnTo>
                    <a:pt x="10639" y="3559"/>
                  </a:lnTo>
                  <a:lnTo>
                    <a:pt x="10492" y="3339"/>
                  </a:lnTo>
                  <a:lnTo>
                    <a:pt x="10345" y="3155"/>
                  </a:lnTo>
                  <a:lnTo>
                    <a:pt x="10125" y="2972"/>
                  </a:lnTo>
                  <a:lnTo>
                    <a:pt x="9905" y="2825"/>
                  </a:lnTo>
                  <a:lnTo>
                    <a:pt x="9795" y="2789"/>
                  </a:lnTo>
                  <a:lnTo>
                    <a:pt x="9685" y="2752"/>
                  </a:lnTo>
                  <a:lnTo>
                    <a:pt x="9501" y="2862"/>
                  </a:lnTo>
                  <a:lnTo>
                    <a:pt x="9391" y="2825"/>
                  </a:lnTo>
                  <a:lnTo>
                    <a:pt x="9318" y="2862"/>
                  </a:lnTo>
                  <a:lnTo>
                    <a:pt x="9025" y="3009"/>
                  </a:lnTo>
                  <a:lnTo>
                    <a:pt x="8768" y="3192"/>
                  </a:lnTo>
                  <a:lnTo>
                    <a:pt x="8658" y="3302"/>
                  </a:lnTo>
                  <a:lnTo>
                    <a:pt x="8548" y="3449"/>
                  </a:lnTo>
                  <a:lnTo>
                    <a:pt x="8474" y="3559"/>
                  </a:lnTo>
                  <a:lnTo>
                    <a:pt x="8438" y="3742"/>
                  </a:lnTo>
                  <a:lnTo>
                    <a:pt x="8438" y="3852"/>
                  </a:lnTo>
                  <a:lnTo>
                    <a:pt x="8438" y="3962"/>
                  </a:lnTo>
                  <a:lnTo>
                    <a:pt x="8474" y="4182"/>
                  </a:lnTo>
                  <a:lnTo>
                    <a:pt x="8621" y="4403"/>
                  </a:lnTo>
                  <a:lnTo>
                    <a:pt x="8768" y="4549"/>
                  </a:lnTo>
                  <a:lnTo>
                    <a:pt x="8878" y="4623"/>
                  </a:lnTo>
                  <a:lnTo>
                    <a:pt x="8694" y="4879"/>
                  </a:lnTo>
                  <a:lnTo>
                    <a:pt x="8548" y="5136"/>
                  </a:lnTo>
                  <a:lnTo>
                    <a:pt x="8291" y="5613"/>
                  </a:lnTo>
                  <a:lnTo>
                    <a:pt x="8144" y="5540"/>
                  </a:lnTo>
                  <a:lnTo>
                    <a:pt x="7961" y="5503"/>
                  </a:lnTo>
                  <a:lnTo>
                    <a:pt x="7777" y="5466"/>
                  </a:lnTo>
                  <a:lnTo>
                    <a:pt x="7411" y="5466"/>
                  </a:lnTo>
                  <a:lnTo>
                    <a:pt x="7227" y="5503"/>
                  </a:lnTo>
                  <a:lnTo>
                    <a:pt x="7044" y="5540"/>
                  </a:lnTo>
                  <a:lnTo>
                    <a:pt x="6860" y="5650"/>
                  </a:lnTo>
                  <a:lnTo>
                    <a:pt x="6750" y="5320"/>
                  </a:lnTo>
                  <a:lnTo>
                    <a:pt x="6604" y="5026"/>
                  </a:lnTo>
                  <a:lnTo>
                    <a:pt x="6273" y="4476"/>
                  </a:lnTo>
                  <a:lnTo>
                    <a:pt x="6163" y="4256"/>
                  </a:lnTo>
                  <a:lnTo>
                    <a:pt x="6053" y="4072"/>
                  </a:lnTo>
                  <a:lnTo>
                    <a:pt x="5870" y="3889"/>
                  </a:lnTo>
                  <a:lnTo>
                    <a:pt x="5687" y="3779"/>
                  </a:lnTo>
                  <a:lnTo>
                    <a:pt x="5723" y="3706"/>
                  </a:lnTo>
                  <a:lnTo>
                    <a:pt x="5723" y="3632"/>
                  </a:lnTo>
                  <a:lnTo>
                    <a:pt x="5907" y="3486"/>
                  </a:lnTo>
                  <a:lnTo>
                    <a:pt x="6053" y="3339"/>
                  </a:lnTo>
                  <a:lnTo>
                    <a:pt x="6200" y="3155"/>
                  </a:lnTo>
                  <a:lnTo>
                    <a:pt x="6347" y="2972"/>
                  </a:lnTo>
                  <a:lnTo>
                    <a:pt x="6457" y="2752"/>
                  </a:lnTo>
                  <a:lnTo>
                    <a:pt x="6530" y="2532"/>
                  </a:lnTo>
                  <a:lnTo>
                    <a:pt x="6604" y="2312"/>
                  </a:lnTo>
                  <a:lnTo>
                    <a:pt x="6677" y="2055"/>
                  </a:lnTo>
                  <a:lnTo>
                    <a:pt x="6677" y="1615"/>
                  </a:lnTo>
                  <a:lnTo>
                    <a:pt x="6677" y="1358"/>
                  </a:lnTo>
                  <a:lnTo>
                    <a:pt x="6640" y="1138"/>
                  </a:lnTo>
                  <a:lnTo>
                    <a:pt x="6567" y="881"/>
                  </a:lnTo>
                  <a:lnTo>
                    <a:pt x="6457" y="698"/>
                  </a:lnTo>
                  <a:lnTo>
                    <a:pt x="6273" y="551"/>
                  </a:lnTo>
                  <a:lnTo>
                    <a:pt x="6200" y="478"/>
                  </a:lnTo>
                  <a:lnTo>
                    <a:pt x="6090" y="478"/>
                  </a:lnTo>
                  <a:lnTo>
                    <a:pt x="6017" y="331"/>
                  </a:lnTo>
                  <a:lnTo>
                    <a:pt x="5907" y="221"/>
                  </a:lnTo>
                  <a:lnTo>
                    <a:pt x="5760" y="148"/>
                  </a:lnTo>
                  <a:lnTo>
                    <a:pt x="5613" y="74"/>
                  </a:lnTo>
                  <a:lnTo>
                    <a:pt x="5283" y="1"/>
                  </a:lnTo>
                  <a:close/>
                  <a:moveTo>
                    <a:pt x="15114" y="6750"/>
                  </a:moveTo>
                  <a:lnTo>
                    <a:pt x="15187" y="6787"/>
                  </a:lnTo>
                  <a:lnTo>
                    <a:pt x="15481" y="6897"/>
                  </a:lnTo>
                  <a:lnTo>
                    <a:pt x="15591" y="6970"/>
                  </a:lnTo>
                  <a:lnTo>
                    <a:pt x="15737" y="7044"/>
                  </a:lnTo>
                  <a:lnTo>
                    <a:pt x="15847" y="7190"/>
                  </a:lnTo>
                  <a:lnTo>
                    <a:pt x="15921" y="7337"/>
                  </a:lnTo>
                  <a:lnTo>
                    <a:pt x="16068" y="7667"/>
                  </a:lnTo>
                  <a:lnTo>
                    <a:pt x="16141" y="8034"/>
                  </a:lnTo>
                  <a:lnTo>
                    <a:pt x="16178" y="8438"/>
                  </a:lnTo>
                  <a:lnTo>
                    <a:pt x="16178" y="8621"/>
                  </a:lnTo>
                  <a:lnTo>
                    <a:pt x="16141" y="8804"/>
                  </a:lnTo>
                  <a:lnTo>
                    <a:pt x="16068" y="8988"/>
                  </a:lnTo>
                  <a:lnTo>
                    <a:pt x="15957" y="9134"/>
                  </a:lnTo>
                  <a:lnTo>
                    <a:pt x="15701" y="9355"/>
                  </a:lnTo>
                  <a:lnTo>
                    <a:pt x="15407" y="9575"/>
                  </a:lnTo>
                  <a:lnTo>
                    <a:pt x="15077" y="9758"/>
                  </a:lnTo>
                  <a:lnTo>
                    <a:pt x="14710" y="9905"/>
                  </a:lnTo>
                  <a:lnTo>
                    <a:pt x="14710" y="9905"/>
                  </a:lnTo>
                  <a:lnTo>
                    <a:pt x="15187" y="9208"/>
                  </a:lnTo>
                  <a:lnTo>
                    <a:pt x="15187" y="9134"/>
                  </a:lnTo>
                  <a:lnTo>
                    <a:pt x="15150" y="9098"/>
                  </a:lnTo>
                  <a:lnTo>
                    <a:pt x="15114" y="9061"/>
                  </a:lnTo>
                  <a:lnTo>
                    <a:pt x="15040" y="9098"/>
                  </a:lnTo>
                  <a:lnTo>
                    <a:pt x="14564" y="9538"/>
                  </a:lnTo>
                  <a:lnTo>
                    <a:pt x="14123" y="9978"/>
                  </a:lnTo>
                  <a:lnTo>
                    <a:pt x="13940" y="9978"/>
                  </a:lnTo>
                  <a:lnTo>
                    <a:pt x="13757" y="9905"/>
                  </a:lnTo>
                  <a:lnTo>
                    <a:pt x="13940" y="9648"/>
                  </a:lnTo>
                  <a:lnTo>
                    <a:pt x="14160" y="9391"/>
                  </a:lnTo>
                  <a:lnTo>
                    <a:pt x="14380" y="9134"/>
                  </a:lnTo>
                  <a:lnTo>
                    <a:pt x="14637" y="8914"/>
                  </a:lnTo>
                  <a:lnTo>
                    <a:pt x="14674" y="8841"/>
                  </a:lnTo>
                  <a:lnTo>
                    <a:pt x="14674" y="8804"/>
                  </a:lnTo>
                  <a:lnTo>
                    <a:pt x="14637" y="8731"/>
                  </a:lnTo>
                  <a:lnTo>
                    <a:pt x="14564" y="8731"/>
                  </a:lnTo>
                  <a:lnTo>
                    <a:pt x="14784" y="8584"/>
                  </a:lnTo>
                  <a:lnTo>
                    <a:pt x="14820" y="8511"/>
                  </a:lnTo>
                  <a:lnTo>
                    <a:pt x="14784" y="8438"/>
                  </a:lnTo>
                  <a:lnTo>
                    <a:pt x="14710" y="8401"/>
                  </a:lnTo>
                  <a:lnTo>
                    <a:pt x="14637" y="8401"/>
                  </a:lnTo>
                  <a:lnTo>
                    <a:pt x="14233" y="8621"/>
                  </a:lnTo>
                  <a:lnTo>
                    <a:pt x="13867" y="8841"/>
                  </a:lnTo>
                  <a:lnTo>
                    <a:pt x="13500" y="9061"/>
                  </a:lnTo>
                  <a:lnTo>
                    <a:pt x="13170" y="9318"/>
                  </a:lnTo>
                  <a:lnTo>
                    <a:pt x="13060" y="9098"/>
                  </a:lnTo>
                  <a:lnTo>
                    <a:pt x="13720" y="8658"/>
                  </a:lnTo>
                  <a:lnTo>
                    <a:pt x="14417" y="8291"/>
                  </a:lnTo>
                  <a:lnTo>
                    <a:pt x="14454" y="8217"/>
                  </a:lnTo>
                  <a:lnTo>
                    <a:pt x="14454" y="8144"/>
                  </a:lnTo>
                  <a:lnTo>
                    <a:pt x="14417" y="8107"/>
                  </a:lnTo>
                  <a:lnTo>
                    <a:pt x="14343" y="8107"/>
                  </a:lnTo>
                  <a:lnTo>
                    <a:pt x="13647" y="8364"/>
                  </a:lnTo>
                  <a:lnTo>
                    <a:pt x="12986" y="8658"/>
                  </a:lnTo>
                  <a:lnTo>
                    <a:pt x="12986" y="8474"/>
                  </a:lnTo>
                  <a:lnTo>
                    <a:pt x="13133" y="8401"/>
                  </a:lnTo>
                  <a:lnTo>
                    <a:pt x="13243" y="8327"/>
                  </a:lnTo>
                  <a:lnTo>
                    <a:pt x="13500" y="8144"/>
                  </a:lnTo>
                  <a:lnTo>
                    <a:pt x="14013" y="7924"/>
                  </a:lnTo>
                  <a:lnTo>
                    <a:pt x="14307" y="7814"/>
                  </a:lnTo>
                  <a:lnTo>
                    <a:pt x="14564" y="7777"/>
                  </a:lnTo>
                  <a:lnTo>
                    <a:pt x="14600" y="7741"/>
                  </a:lnTo>
                  <a:lnTo>
                    <a:pt x="14600" y="7704"/>
                  </a:lnTo>
                  <a:lnTo>
                    <a:pt x="14564" y="7667"/>
                  </a:lnTo>
                  <a:lnTo>
                    <a:pt x="14233" y="7667"/>
                  </a:lnTo>
                  <a:lnTo>
                    <a:pt x="13903" y="7704"/>
                  </a:lnTo>
                  <a:lnTo>
                    <a:pt x="13573" y="7777"/>
                  </a:lnTo>
                  <a:lnTo>
                    <a:pt x="13280" y="7851"/>
                  </a:lnTo>
                  <a:lnTo>
                    <a:pt x="13500" y="7594"/>
                  </a:lnTo>
                  <a:lnTo>
                    <a:pt x="14087" y="7484"/>
                  </a:lnTo>
                  <a:lnTo>
                    <a:pt x="14380" y="7410"/>
                  </a:lnTo>
                  <a:lnTo>
                    <a:pt x="14674" y="7264"/>
                  </a:lnTo>
                  <a:lnTo>
                    <a:pt x="14710" y="7227"/>
                  </a:lnTo>
                  <a:lnTo>
                    <a:pt x="14710" y="7190"/>
                  </a:lnTo>
                  <a:lnTo>
                    <a:pt x="14710" y="7154"/>
                  </a:lnTo>
                  <a:lnTo>
                    <a:pt x="14637" y="7117"/>
                  </a:lnTo>
                  <a:lnTo>
                    <a:pt x="14343" y="7080"/>
                  </a:lnTo>
                  <a:lnTo>
                    <a:pt x="14013" y="7080"/>
                  </a:lnTo>
                  <a:lnTo>
                    <a:pt x="14270" y="6934"/>
                  </a:lnTo>
                  <a:lnTo>
                    <a:pt x="14527" y="6824"/>
                  </a:lnTo>
                  <a:lnTo>
                    <a:pt x="14820" y="6750"/>
                  </a:lnTo>
                  <a:close/>
                  <a:moveTo>
                    <a:pt x="5246" y="9098"/>
                  </a:moveTo>
                  <a:lnTo>
                    <a:pt x="5320" y="9208"/>
                  </a:lnTo>
                  <a:lnTo>
                    <a:pt x="5393" y="9245"/>
                  </a:lnTo>
                  <a:lnTo>
                    <a:pt x="5577" y="9245"/>
                  </a:lnTo>
                  <a:lnTo>
                    <a:pt x="5650" y="9281"/>
                  </a:lnTo>
                  <a:lnTo>
                    <a:pt x="5760" y="9318"/>
                  </a:lnTo>
                  <a:lnTo>
                    <a:pt x="5833" y="9391"/>
                  </a:lnTo>
                  <a:lnTo>
                    <a:pt x="5870" y="9465"/>
                  </a:lnTo>
                  <a:lnTo>
                    <a:pt x="5907" y="9538"/>
                  </a:lnTo>
                  <a:lnTo>
                    <a:pt x="5907" y="9648"/>
                  </a:lnTo>
                  <a:lnTo>
                    <a:pt x="5870" y="9758"/>
                  </a:lnTo>
                  <a:lnTo>
                    <a:pt x="5797" y="9831"/>
                  </a:lnTo>
                  <a:lnTo>
                    <a:pt x="5723" y="9905"/>
                  </a:lnTo>
                  <a:lnTo>
                    <a:pt x="5650" y="9978"/>
                  </a:lnTo>
                  <a:lnTo>
                    <a:pt x="5540" y="10015"/>
                  </a:lnTo>
                  <a:lnTo>
                    <a:pt x="5466" y="9868"/>
                  </a:lnTo>
                  <a:lnTo>
                    <a:pt x="5356" y="9758"/>
                  </a:lnTo>
                  <a:lnTo>
                    <a:pt x="5210" y="9685"/>
                  </a:lnTo>
                  <a:lnTo>
                    <a:pt x="5026" y="9648"/>
                  </a:lnTo>
                  <a:lnTo>
                    <a:pt x="5063" y="9648"/>
                  </a:lnTo>
                  <a:lnTo>
                    <a:pt x="5210" y="9575"/>
                  </a:lnTo>
                  <a:lnTo>
                    <a:pt x="5283" y="9538"/>
                  </a:lnTo>
                  <a:lnTo>
                    <a:pt x="5283" y="9501"/>
                  </a:lnTo>
                  <a:lnTo>
                    <a:pt x="5283" y="9355"/>
                  </a:lnTo>
                  <a:lnTo>
                    <a:pt x="5210" y="9245"/>
                  </a:lnTo>
                  <a:lnTo>
                    <a:pt x="5100" y="9245"/>
                  </a:lnTo>
                  <a:lnTo>
                    <a:pt x="4953" y="9281"/>
                  </a:lnTo>
                  <a:lnTo>
                    <a:pt x="4806" y="9355"/>
                  </a:lnTo>
                  <a:lnTo>
                    <a:pt x="4806" y="9355"/>
                  </a:lnTo>
                  <a:lnTo>
                    <a:pt x="4843" y="9281"/>
                  </a:lnTo>
                  <a:lnTo>
                    <a:pt x="4880" y="9208"/>
                  </a:lnTo>
                  <a:lnTo>
                    <a:pt x="4843" y="9171"/>
                  </a:lnTo>
                  <a:lnTo>
                    <a:pt x="5026" y="9134"/>
                  </a:lnTo>
                  <a:lnTo>
                    <a:pt x="5246" y="9098"/>
                  </a:lnTo>
                  <a:close/>
                  <a:moveTo>
                    <a:pt x="6347" y="8034"/>
                  </a:moveTo>
                  <a:lnTo>
                    <a:pt x="6347" y="8071"/>
                  </a:lnTo>
                  <a:lnTo>
                    <a:pt x="6310" y="8181"/>
                  </a:lnTo>
                  <a:lnTo>
                    <a:pt x="6127" y="8254"/>
                  </a:lnTo>
                  <a:lnTo>
                    <a:pt x="5980" y="8364"/>
                  </a:lnTo>
                  <a:lnTo>
                    <a:pt x="5687" y="8621"/>
                  </a:lnTo>
                  <a:lnTo>
                    <a:pt x="5577" y="8621"/>
                  </a:lnTo>
                  <a:lnTo>
                    <a:pt x="5466" y="8694"/>
                  </a:lnTo>
                  <a:lnTo>
                    <a:pt x="5393" y="8768"/>
                  </a:lnTo>
                  <a:lnTo>
                    <a:pt x="5246" y="8731"/>
                  </a:lnTo>
                  <a:lnTo>
                    <a:pt x="4806" y="8731"/>
                  </a:lnTo>
                  <a:lnTo>
                    <a:pt x="4549" y="8841"/>
                  </a:lnTo>
                  <a:lnTo>
                    <a:pt x="4293" y="9024"/>
                  </a:lnTo>
                  <a:lnTo>
                    <a:pt x="4183" y="9171"/>
                  </a:lnTo>
                  <a:lnTo>
                    <a:pt x="4073" y="9355"/>
                  </a:lnTo>
                  <a:lnTo>
                    <a:pt x="4073" y="9501"/>
                  </a:lnTo>
                  <a:lnTo>
                    <a:pt x="4073" y="9648"/>
                  </a:lnTo>
                  <a:lnTo>
                    <a:pt x="4073" y="9721"/>
                  </a:lnTo>
                  <a:lnTo>
                    <a:pt x="4146" y="9831"/>
                  </a:lnTo>
                  <a:lnTo>
                    <a:pt x="4256" y="9978"/>
                  </a:lnTo>
                  <a:lnTo>
                    <a:pt x="4439" y="10162"/>
                  </a:lnTo>
                  <a:lnTo>
                    <a:pt x="4623" y="10308"/>
                  </a:lnTo>
                  <a:lnTo>
                    <a:pt x="4843" y="10382"/>
                  </a:lnTo>
                  <a:lnTo>
                    <a:pt x="5026" y="10455"/>
                  </a:lnTo>
                  <a:lnTo>
                    <a:pt x="5246" y="10492"/>
                  </a:lnTo>
                  <a:lnTo>
                    <a:pt x="5466" y="10492"/>
                  </a:lnTo>
                  <a:lnTo>
                    <a:pt x="5723" y="10455"/>
                  </a:lnTo>
                  <a:lnTo>
                    <a:pt x="5907" y="10345"/>
                  </a:lnTo>
                  <a:lnTo>
                    <a:pt x="6090" y="10235"/>
                  </a:lnTo>
                  <a:lnTo>
                    <a:pt x="6237" y="10052"/>
                  </a:lnTo>
                  <a:lnTo>
                    <a:pt x="6347" y="9868"/>
                  </a:lnTo>
                  <a:lnTo>
                    <a:pt x="6384" y="9575"/>
                  </a:lnTo>
                  <a:lnTo>
                    <a:pt x="6310" y="9355"/>
                  </a:lnTo>
                  <a:lnTo>
                    <a:pt x="6200" y="9134"/>
                  </a:lnTo>
                  <a:lnTo>
                    <a:pt x="6017" y="8951"/>
                  </a:lnTo>
                  <a:lnTo>
                    <a:pt x="6310" y="8658"/>
                  </a:lnTo>
                  <a:lnTo>
                    <a:pt x="6420" y="8548"/>
                  </a:lnTo>
                  <a:lnTo>
                    <a:pt x="6567" y="8401"/>
                  </a:lnTo>
                  <a:lnTo>
                    <a:pt x="6567" y="8327"/>
                  </a:lnTo>
                  <a:lnTo>
                    <a:pt x="6567" y="8254"/>
                  </a:lnTo>
                  <a:lnTo>
                    <a:pt x="6530" y="8217"/>
                  </a:lnTo>
                  <a:lnTo>
                    <a:pt x="6494" y="8181"/>
                  </a:lnTo>
                  <a:lnTo>
                    <a:pt x="6384" y="8071"/>
                  </a:lnTo>
                  <a:lnTo>
                    <a:pt x="6347" y="8034"/>
                  </a:lnTo>
                  <a:close/>
                  <a:moveTo>
                    <a:pt x="19992" y="10418"/>
                  </a:moveTo>
                  <a:lnTo>
                    <a:pt x="20139" y="10492"/>
                  </a:lnTo>
                  <a:lnTo>
                    <a:pt x="20139" y="10602"/>
                  </a:lnTo>
                  <a:lnTo>
                    <a:pt x="20176" y="10638"/>
                  </a:lnTo>
                  <a:lnTo>
                    <a:pt x="20213" y="10638"/>
                  </a:lnTo>
                  <a:lnTo>
                    <a:pt x="20249" y="10602"/>
                  </a:lnTo>
                  <a:lnTo>
                    <a:pt x="20286" y="10785"/>
                  </a:lnTo>
                  <a:lnTo>
                    <a:pt x="20286" y="11042"/>
                  </a:lnTo>
                  <a:lnTo>
                    <a:pt x="20286" y="11189"/>
                  </a:lnTo>
                  <a:lnTo>
                    <a:pt x="20213" y="11372"/>
                  </a:lnTo>
                  <a:lnTo>
                    <a:pt x="20139" y="11519"/>
                  </a:lnTo>
                  <a:lnTo>
                    <a:pt x="20066" y="11665"/>
                  </a:lnTo>
                  <a:lnTo>
                    <a:pt x="19956" y="11812"/>
                  </a:lnTo>
                  <a:lnTo>
                    <a:pt x="19809" y="11886"/>
                  </a:lnTo>
                  <a:lnTo>
                    <a:pt x="19662" y="11959"/>
                  </a:lnTo>
                  <a:lnTo>
                    <a:pt x="19479" y="11959"/>
                  </a:lnTo>
                  <a:lnTo>
                    <a:pt x="19442" y="11886"/>
                  </a:lnTo>
                  <a:lnTo>
                    <a:pt x="19222" y="11776"/>
                  </a:lnTo>
                  <a:lnTo>
                    <a:pt x="19626" y="11702"/>
                  </a:lnTo>
                  <a:lnTo>
                    <a:pt x="19662" y="11665"/>
                  </a:lnTo>
                  <a:lnTo>
                    <a:pt x="19736" y="11629"/>
                  </a:lnTo>
                  <a:lnTo>
                    <a:pt x="19736" y="11482"/>
                  </a:lnTo>
                  <a:lnTo>
                    <a:pt x="19699" y="11372"/>
                  </a:lnTo>
                  <a:lnTo>
                    <a:pt x="19626" y="11335"/>
                  </a:lnTo>
                  <a:lnTo>
                    <a:pt x="19406" y="11335"/>
                  </a:lnTo>
                  <a:lnTo>
                    <a:pt x="19662" y="11152"/>
                  </a:lnTo>
                  <a:lnTo>
                    <a:pt x="19736" y="11115"/>
                  </a:lnTo>
                  <a:lnTo>
                    <a:pt x="19736" y="11042"/>
                  </a:lnTo>
                  <a:lnTo>
                    <a:pt x="19736" y="10969"/>
                  </a:lnTo>
                  <a:lnTo>
                    <a:pt x="19736" y="10932"/>
                  </a:lnTo>
                  <a:lnTo>
                    <a:pt x="19699" y="10858"/>
                  </a:lnTo>
                  <a:lnTo>
                    <a:pt x="19626" y="10822"/>
                  </a:lnTo>
                  <a:lnTo>
                    <a:pt x="19552" y="10822"/>
                  </a:lnTo>
                  <a:lnTo>
                    <a:pt x="19479" y="10858"/>
                  </a:lnTo>
                  <a:lnTo>
                    <a:pt x="19332" y="10895"/>
                  </a:lnTo>
                  <a:lnTo>
                    <a:pt x="19185" y="10932"/>
                  </a:lnTo>
                  <a:lnTo>
                    <a:pt x="19185" y="10932"/>
                  </a:lnTo>
                  <a:lnTo>
                    <a:pt x="19626" y="10748"/>
                  </a:lnTo>
                  <a:lnTo>
                    <a:pt x="19662" y="10712"/>
                  </a:lnTo>
                  <a:lnTo>
                    <a:pt x="19662" y="10675"/>
                  </a:lnTo>
                  <a:lnTo>
                    <a:pt x="19626" y="10638"/>
                  </a:lnTo>
                  <a:lnTo>
                    <a:pt x="19479" y="10602"/>
                  </a:lnTo>
                  <a:lnTo>
                    <a:pt x="19295" y="10602"/>
                  </a:lnTo>
                  <a:lnTo>
                    <a:pt x="19369" y="10565"/>
                  </a:lnTo>
                  <a:lnTo>
                    <a:pt x="19589" y="10455"/>
                  </a:lnTo>
                  <a:lnTo>
                    <a:pt x="19772" y="10418"/>
                  </a:lnTo>
                  <a:close/>
                  <a:moveTo>
                    <a:pt x="16691" y="13390"/>
                  </a:moveTo>
                  <a:lnTo>
                    <a:pt x="16801" y="13463"/>
                  </a:lnTo>
                  <a:lnTo>
                    <a:pt x="16874" y="13536"/>
                  </a:lnTo>
                  <a:lnTo>
                    <a:pt x="16728" y="13646"/>
                  </a:lnTo>
                  <a:lnTo>
                    <a:pt x="16581" y="13756"/>
                  </a:lnTo>
                  <a:lnTo>
                    <a:pt x="16434" y="13903"/>
                  </a:lnTo>
                  <a:lnTo>
                    <a:pt x="16361" y="14050"/>
                  </a:lnTo>
                  <a:lnTo>
                    <a:pt x="16104" y="14013"/>
                  </a:lnTo>
                  <a:lnTo>
                    <a:pt x="16068" y="13976"/>
                  </a:lnTo>
                  <a:lnTo>
                    <a:pt x="16691" y="13390"/>
                  </a:lnTo>
                  <a:close/>
                  <a:moveTo>
                    <a:pt x="16654" y="11959"/>
                  </a:moveTo>
                  <a:lnTo>
                    <a:pt x="17058" y="12326"/>
                  </a:lnTo>
                  <a:lnTo>
                    <a:pt x="17278" y="12546"/>
                  </a:lnTo>
                  <a:lnTo>
                    <a:pt x="17498" y="12803"/>
                  </a:lnTo>
                  <a:lnTo>
                    <a:pt x="17681" y="13059"/>
                  </a:lnTo>
                  <a:lnTo>
                    <a:pt x="17755" y="13169"/>
                  </a:lnTo>
                  <a:lnTo>
                    <a:pt x="17792" y="13279"/>
                  </a:lnTo>
                  <a:lnTo>
                    <a:pt x="17792" y="13426"/>
                  </a:lnTo>
                  <a:lnTo>
                    <a:pt x="17755" y="13536"/>
                  </a:lnTo>
                  <a:lnTo>
                    <a:pt x="17718" y="13646"/>
                  </a:lnTo>
                  <a:lnTo>
                    <a:pt x="17608" y="13756"/>
                  </a:lnTo>
                  <a:lnTo>
                    <a:pt x="17498" y="13866"/>
                  </a:lnTo>
                  <a:lnTo>
                    <a:pt x="17351" y="13940"/>
                  </a:lnTo>
                  <a:lnTo>
                    <a:pt x="17278" y="13866"/>
                  </a:lnTo>
                  <a:lnTo>
                    <a:pt x="17168" y="13866"/>
                  </a:lnTo>
                  <a:lnTo>
                    <a:pt x="17095" y="13903"/>
                  </a:lnTo>
                  <a:lnTo>
                    <a:pt x="17058" y="13940"/>
                  </a:lnTo>
                  <a:lnTo>
                    <a:pt x="17021" y="13940"/>
                  </a:lnTo>
                  <a:lnTo>
                    <a:pt x="16948" y="13976"/>
                  </a:lnTo>
                  <a:lnTo>
                    <a:pt x="16911" y="14050"/>
                  </a:lnTo>
                  <a:lnTo>
                    <a:pt x="16874" y="14050"/>
                  </a:lnTo>
                  <a:lnTo>
                    <a:pt x="16948" y="13940"/>
                  </a:lnTo>
                  <a:lnTo>
                    <a:pt x="17095" y="13793"/>
                  </a:lnTo>
                  <a:lnTo>
                    <a:pt x="17168" y="13683"/>
                  </a:lnTo>
                  <a:lnTo>
                    <a:pt x="17205" y="13573"/>
                  </a:lnTo>
                  <a:lnTo>
                    <a:pt x="17168" y="13500"/>
                  </a:lnTo>
                  <a:lnTo>
                    <a:pt x="17131" y="13426"/>
                  </a:lnTo>
                  <a:lnTo>
                    <a:pt x="17021" y="13316"/>
                  </a:lnTo>
                  <a:lnTo>
                    <a:pt x="16874" y="13206"/>
                  </a:lnTo>
                  <a:lnTo>
                    <a:pt x="16691" y="13169"/>
                  </a:lnTo>
                  <a:lnTo>
                    <a:pt x="16618" y="13169"/>
                  </a:lnTo>
                  <a:lnTo>
                    <a:pt x="16581" y="13206"/>
                  </a:lnTo>
                  <a:lnTo>
                    <a:pt x="15627" y="13793"/>
                  </a:lnTo>
                  <a:lnTo>
                    <a:pt x="15517" y="13756"/>
                  </a:lnTo>
                  <a:lnTo>
                    <a:pt x="15407" y="13646"/>
                  </a:lnTo>
                  <a:lnTo>
                    <a:pt x="15884" y="13353"/>
                  </a:lnTo>
                  <a:lnTo>
                    <a:pt x="16361" y="13096"/>
                  </a:lnTo>
                  <a:lnTo>
                    <a:pt x="16398" y="13023"/>
                  </a:lnTo>
                  <a:lnTo>
                    <a:pt x="16398" y="12986"/>
                  </a:lnTo>
                  <a:lnTo>
                    <a:pt x="16361" y="12913"/>
                  </a:lnTo>
                  <a:lnTo>
                    <a:pt x="16288" y="12913"/>
                  </a:lnTo>
                  <a:lnTo>
                    <a:pt x="15994" y="12949"/>
                  </a:lnTo>
                  <a:lnTo>
                    <a:pt x="15701" y="13059"/>
                  </a:lnTo>
                  <a:lnTo>
                    <a:pt x="15407" y="13169"/>
                  </a:lnTo>
                  <a:lnTo>
                    <a:pt x="15150" y="13279"/>
                  </a:lnTo>
                  <a:lnTo>
                    <a:pt x="15040" y="13023"/>
                  </a:lnTo>
                  <a:lnTo>
                    <a:pt x="15077" y="12986"/>
                  </a:lnTo>
                  <a:lnTo>
                    <a:pt x="16068" y="12399"/>
                  </a:lnTo>
                  <a:lnTo>
                    <a:pt x="16104" y="12362"/>
                  </a:lnTo>
                  <a:lnTo>
                    <a:pt x="16104" y="12326"/>
                  </a:lnTo>
                  <a:lnTo>
                    <a:pt x="16068" y="12289"/>
                  </a:lnTo>
                  <a:lnTo>
                    <a:pt x="15994" y="12252"/>
                  </a:lnTo>
                  <a:lnTo>
                    <a:pt x="15554" y="12362"/>
                  </a:lnTo>
                  <a:lnTo>
                    <a:pt x="15150" y="12472"/>
                  </a:lnTo>
                  <a:lnTo>
                    <a:pt x="15150" y="12472"/>
                  </a:lnTo>
                  <a:lnTo>
                    <a:pt x="15297" y="12326"/>
                  </a:lnTo>
                  <a:lnTo>
                    <a:pt x="15517" y="12179"/>
                  </a:lnTo>
                  <a:lnTo>
                    <a:pt x="15737" y="12069"/>
                  </a:lnTo>
                  <a:lnTo>
                    <a:pt x="15994" y="11996"/>
                  </a:lnTo>
                  <a:lnTo>
                    <a:pt x="16324" y="11959"/>
                  </a:lnTo>
                  <a:close/>
                  <a:moveTo>
                    <a:pt x="14857" y="6310"/>
                  </a:moveTo>
                  <a:lnTo>
                    <a:pt x="14600" y="6347"/>
                  </a:lnTo>
                  <a:lnTo>
                    <a:pt x="14380" y="6383"/>
                  </a:lnTo>
                  <a:lnTo>
                    <a:pt x="14197" y="6457"/>
                  </a:lnTo>
                  <a:lnTo>
                    <a:pt x="13793" y="6677"/>
                  </a:lnTo>
                  <a:lnTo>
                    <a:pt x="13426" y="6970"/>
                  </a:lnTo>
                  <a:lnTo>
                    <a:pt x="13243" y="7154"/>
                  </a:lnTo>
                  <a:lnTo>
                    <a:pt x="12950" y="7190"/>
                  </a:lnTo>
                  <a:lnTo>
                    <a:pt x="12840" y="7227"/>
                  </a:lnTo>
                  <a:lnTo>
                    <a:pt x="12803" y="7300"/>
                  </a:lnTo>
                  <a:lnTo>
                    <a:pt x="12766" y="7374"/>
                  </a:lnTo>
                  <a:lnTo>
                    <a:pt x="12766" y="7447"/>
                  </a:lnTo>
                  <a:lnTo>
                    <a:pt x="11042" y="7631"/>
                  </a:lnTo>
                  <a:lnTo>
                    <a:pt x="10052" y="7667"/>
                  </a:lnTo>
                  <a:lnTo>
                    <a:pt x="9575" y="7704"/>
                  </a:lnTo>
                  <a:lnTo>
                    <a:pt x="9098" y="7741"/>
                  </a:lnTo>
                  <a:lnTo>
                    <a:pt x="9025" y="7777"/>
                  </a:lnTo>
                  <a:lnTo>
                    <a:pt x="8988" y="7814"/>
                  </a:lnTo>
                  <a:lnTo>
                    <a:pt x="8951" y="7924"/>
                  </a:lnTo>
                  <a:lnTo>
                    <a:pt x="9025" y="8034"/>
                  </a:lnTo>
                  <a:lnTo>
                    <a:pt x="9061" y="8071"/>
                  </a:lnTo>
                  <a:lnTo>
                    <a:pt x="9135" y="8107"/>
                  </a:lnTo>
                  <a:lnTo>
                    <a:pt x="9612" y="8144"/>
                  </a:lnTo>
                  <a:lnTo>
                    <a:pt x="10125" y="8144"/>
                  </a:lnTo>
                  <a:lnTo>
                    <a:pt x="11152" y="8071"/>
                  </a:lnTo>
                  <a:lnTo>
                    <a:pt x="11922" y="8034"/>
                  </a:lnTo>
                  <a:lnTo>
                    <a:pt x="12693" y="7961"/>
                  </a:lnTo>
                  <a:lnTo>
                    <a:pt x="12546" y="8254"/>
                  </a:lnTo>
                  <a:lnTo>
                    <a:pt x="12473" y="8438"/>
                  </a:lnTo>
                  <a:lnTo>
                    <a:pt x="12473" y="8584"/>
                  </a:lnTo>
                  <a:lnTo>
                    <a:pt x="12509" y="8914"/>
                  </a:lnTo>
                  <a:lnTo>
                    <a:pt x="12363" y="9024"/>
                  </a:lnTo>
                  <a:lnTo>
                    <a:pt x="12253" y="9134"/>
                  </a:lnTo>
                  <a:lnTo>
                    <a:pt x="12253" y="9245"/>
                  </a:lnTo>
                  <a:lnTo>
                    <a:pt x="12289" y="9355"/>
                  </a:lnTo>
                  <a:lnTo>
                    <a:pt x="12399" y="9428"/>
                  </a:lnTo>
                  <a:lnTo>
                    <a:pt x="12546" y="9465"/>
                  </a:lnTo>
                  <a:lnTo>
                    <a:pt x="12693" y="9465"/>
                  </a:lnTo>
                  <a:lnTo>
                    <a:pt x="12803" y="9685"/>
                  </a:lnTo>
                  <a:lnTo>
                    <a:pt x="12950" y="9868"/>
                  </a:lnTo>
                  <a:lnTo>
                    <a:pt x="13096" y="10052"/>
                  </a:lnTo>
                  <a:lnTo>
                    <a:pt x="13243" y="10198"/>
                  </a:lnTo>
                  <a:lnTo>
                    <a:pt x="13426" y="10308"/>
                  </a:lnTo>
                  <a:lnTo>
                    <a:pt x="13647" y="10418"/>
                  </a:lnTo>
                  <a:lnTo>
                    <a:pt x="13867" y="10455"/>
                  </a:lnTo>
                  <a:lnTo>
                    <a:pt x="14087" y="10492"/>
                  </a:lnTo>
                  <a:lnTo>
                    <a:pt x="14233" y="10492"/>
                  </a:lnTo>
                  <a:lnTo>
                    <a:pt x="14600" y="10418"/>
                  </a:lnTo>
                  <a:lnTo>
                    <a:pt x="14967" y="10345"/>
                  </a:lnTo>
                  <a:lnTo>
                    <a:pt x="14930" y="10455"/>
                  </a:lnTo>
                  <a:lnTo>
                    <a:pt x="14930" y="10602"/>
                  </a:lnTo>
                  <a:lnTo>
                    <a:pt x="15004" y="10895"/>
                  </a:lnTo>
                  <a:lnTo>
                    <a:pt x="15077" y="11079"/>
                  </a:lnTo>
                  <a:lnTo>
                    <a:pt x="15150" y="11299"/>
                  </a:lnTo>
                  <a:lnTo>
                    <a:pt x="15297" y="11482"/>
                  </a:lnTo>
                  <a:lnTo>
                    <a:pt x="15481" y="11629"/>
                  </a:lnTo>
                  <a:lnTo>
                    <a:pt x="15481" y="11665"/>
                  </a:lnTo>
                  <a:lnTo>
                    <a:pt x="15261" y="11739"/>
                  </a:lnTo>
                  <a:lnTo>
                    <a:pt x="15077" y="11886"/>
                  </a:lnTo>
                  <a:lnTo>
                    <a:pt x="14894" y="11996"/>
                  </a:lnTo>
                  <a:lnTo>
                    <a:pt x="14784" y="12142"/>
                  </a:lnTo>
                  <a:lnTo>
                    <a:pt x="14674" y="12326"/>
                  </a:lnTo>
                  <a:lnTo>
                    <a:pt x="14600" y="12509"/>
                  </a:lnTo>
                  <a:lnTo>
                    <a:pt x="14564" y="12693"/>
                  </a:lnTo>
                  <a:lnTo>
                    <a:pt x="14527" y="12876"/>
                  </a:lnTo>
                  <a:lnTo>
                    <a:pt x="14527" y="12986"/>
                  </a:lnTo>
                  <a:lnTo>
                    <a:pt x="14527" y="13059"/>
                  </a:lnTo>
                  <a:lnTo>
                    <a:pt x="14600" y="13353"/>
                  </a:lnTo>
                  <a:lnTo>
                    <a:pt x="14747" y="13610"/>
                  </a:lnTo>
                  <a:lnTo>
                    <a:pt x="14747" y="13720"/>
                  </a:lnTo>
                  <a:lnTo>
                    <a:pt x="14784" y="13830"/>
                  </a:lnTo>
                  <a:lnTo>
                    <a:pt x="14930" y="13903"/>
                  </a:lnTo>
                  <a:lnTo>
                    <a:pt x="15004" y="13976"/>
                  </a:lnTo>
                  <a:lnTo>
                    <a:pt x="15297" y="14197"/>
                  </a:lnTo>
                  <a:lnTo>
                    <a:pt x="15627" y="14380"/>
                  </a:lnTo>
                  <a:lnTo>
                    <a:pt x="15994" y="14527"/>
                  </a:lnTo>
                  <a:lnTo>
                    <a:pt x="16398" y="14600"/>
                  </a:lnTo>
                  <a:lnTo>
                    <a:pt x="16801" y="14600"/>
                  </a:lnTo>
                  <a:lnTo>
                    <a:pt x="17205" y="14527"/>
                  </a:lnTo>
                  <a:lnTo>
                    <a:pt x="17571" y="14417"/>
                  </a:lnTo>
                  <a:lnTo>
                    <a:pt x="17902" y="14233"/>
                  </a:lnTo>
                  <a:lnTo>
                    <a:pt x="18122" y="14013"/>
                  </a:lnTo>
                  <a:lnTo>
                    <a:pt x="18268" y="13793"/>
                  </a:lnTo>
                  <a:lnTo>
                    <a:pt x="18305" y="13536"/>
                  </a:lnTo>
                  <a:lnTo>
                    <a:pt x="18305" y="13316"/>
                  </a:lnTo>
                  <a:lnTo>
                    <a:pt x="18232" y="13059"/>
                  </a:lnTo>
                  <a:lnTo>
                    <a:pt x="18122" y="12803"/>
                  </a:lnTo>
                  <a:lnTo>
                    <a:pt x="17975" y="12546"/>
                  </a:lnTo>
                  <a:lnTo>
                    <a:pt x="17792" y="12326"/>
                  </a:lnTo>
                  <a:lnTo>
                    <a:pt x="17902" y="12289"/>
                  </a:lnTo>
                  <a:lnTo>
                    <a:pt x="18232" y="12106"/>
                  </a:lnTo>
                  <a:lnTo>
                    <a:pt x="18599" y="11849"/>
                  </a:lnTo>
                  <a:lnTo>
                    <a:pt x="18709" y="12032"/>
                  </a:lnTo>
                  <a:lnTo>
                    <a:pt x="18855" y="12179"/>
                  </a:lnTo>
                  <a:lnTo>
                    <a:pt x="19002" y="12289"/>
                  </a:lnTo>
                  <a:lnTo>
                    <a:pt x="19149" y="12362"/>
                  </a:lnTo>
                  <a:lnTo>
                    <a:pt x="19406" y="12436"/>
                  </a:lnTo>
                  <a:lnTo>
                    <a:pt x="19662" y="12399"/>
                  </a:lnTo>
                  <a:lnTo>
                    <a:pt x="19919" y="12326"/>
                  </a:lnTo>
                  <a:lnTo>
                    <a:pt x="20139" y="12179"/>
                  </a:lnTo>
                  <a:lnTo>
                    <a:pt x="20359" y="11996"/>
                  </a:lnTo>
                  <a:lnTo>
                    <a:pt x="20543" y="11776"/>
                  </a:lnTo>
                  <a:lnTo>
                    <a:pt x="20653" y="11519"/>
                  </a:lnTo>
                  <a:lnTo>
                    <a:pt x="20726" y="11225"/>
                  </a:lnTo>
                  <a:lnTo>
                    <a:pt x="20799" y="10858"/>
                  </a:lnTo>
                  <a:lnTo>
                    <a:pt x="20763" y="10675"/>
                  </a:lnTo>
                  <a:lnTo>
                    <a:pt x="20726" y="10528"/>
                  </a:lnTo>
                  <a:lnTo>
                    <a:pt x="20689" y="10382"/>
                  </a:lnTo>
                  <a:lnTo>
                    <a:pt x="20579" y="10272"/>
                  </a:lnTo>
                  <a:lnTo>
                    <a:pt x="20359" y="10088"/>
                  </a:lnTo>
                  <a:lnTo>
                    <a:pt x="20066" y="9978"/>
                  </a:lnTo>
                  <a:lnTo>
                    <a:pt x="19919" y="9941"/>
                  </a:lnTo>
                  <a:lnTo>
                    <a:pt x="19626" y="9941"/>
                  </a:lnTo>
                  <a:lnTo>
                    <a:pt x="19516" y="10015"/>
                  </a:lnTo>
                  <a:lnTo>
                    <a:pt x="19479" y="10088"/>
                  </a:lnTo>
                  <a:lnTo>
                    <a:pt x="19185" y="10198"/>
                  </a:lnTo>
                  <a:lnTo>
                    <a:pt x="18929" y="10308"/>
                  </a:lnTo>
                  <a:lnTo>
                    <a:pt x="18819" y="10418"/>
                  </a:lnTo>
                  <a:lnTo>
                    <a:pt x="18672" y="10528"/>
                  </a:lnTo>
                  <a:lnTo>
                    <a:pt x="18599" y="10675"/>
                  </a:lnTo>
                  <a:lnTo>
                    <a:pt x="18525" y="10822"/>
                  </a:lnTo>
                  <a:lnTo>
                    <a:pt x="18452" y="11115"/>
                  </a:lnTo>
                  <a:lnTo>
                    <a:pt x="18452" y="11409"/>
                  </a:lnTo>
                  <a:lnTo>
                    <a:pt x="18048" y="11702"/>
                  </a:lnTo>
                  <a:lnTo>
                    <a:pt x="17645" y="11996"/>
                  </a:lnTo>
                  <a:lnTo>
                    <a:pt x="17608" y="12032"/>
                  </a:lnTo>
                  <a:lnTo>
                    <a:pt x="17608" y="12106"/>
                  </a:lnTo>
                  <a:lnTo>
                    <a:pt x="17241" y="11776"/>
                  </a:lnTo>
                  <a:lnTo>
                    <a:pt x="16911" y="11519"/>
                  </a:lnTo>
                  <a:lnTo>
                    <a:pt x="16838" y="11482"/>
                  </a:lnTo>
                  <a:lnTo>
                    <a:pt x="16691" y="11482"/>
                  </a:lnTo>
                  <a:lnTo>
                    <a:pt x="16654" y="11555"/>
                  </a:lnTo>
                  <a:lnTo>
                    <a:pt x="16434" y="11519"/>
                  </a:lnTo>
                  <a:lnTo>
                    <a:pt x="16214" y="11519"/>
                  </a:lnTo>
                  <a:lnTo>
                    <a:pt x="15774" y="11555"/>
                  </a:lnTo>
                  <a:lnTo>
                    <a:pt x="15811" y="11445"/>
                  </a:lnTo>
                  <a:lnTo>
                    <a:pt x="15774" y="11335"/>
                  </a:lnTo>
                  <a:lnTo>
                    <a:pt x="15664" y="11152"/>
                  </a:lnTo>
                  <a:lnTo>
                    <a:pt x="15554" y="11005"/>
                  </a:lnTo>
                  <a:lnTo>
                    <a:pt x="15444" y="10822"/>
                  </a:lnTo>
                  <a:lnTo>
                    <a:pt x="15371" y="10602"/>
                  </a:lnTo>
                  <a:lnTo>
                    <a:pt x="15334" y="10418"/>
                  </a:lnTo>
                  <a:lnTo>
                    <a:pt x="15297" y="10308"/>
                  </a:lnTo>
                  <a:lnTo>
                    <a:pt x="15224" y="10235"/>
                  </a:lnTo>
                  <a:lnTo>
                    <a:pt x="15627" y="10015"/>
                  </a:lnTo>
                  <a:lnTo>
                    <a:pt x="16031" y="9758"/>
                  </a:lnTo>
                  <a:lnTo>
                    <a:pt x="16361" y="9428"/>
                  </a:lnTo>
                  <a:lnTo>
                    <a:pt x="16471" y="9281"/>
                  </a:lnTo>
                  <a:lnTo>
                    <a:pt x="16581" y="9098"/>
                  </a:lnTo>
                  <a:lnTo>
                    <a:pt x="16654" y="8878"/>
                  </a:lnTo>
                  <a:lnTo>
                    <a:pt x="16691" y="8621"/>
                  </a:lnTo>
                  <a:lnTo>
                    <a:pt x="16691" y="8364"/>
                  </a:lnTo>
                  <a:lnTo>
                    <a:pt x="16691" y="8107"/>
                  </a:lnTo>
                  <a:lnTo>
                    <a:pt x="16581" y="7631"/>
                  </a:lnTo>
                  <a:lnTo>
                    <a:pt x="16398" y="7190"/>
                  </a:lnTo>
                  <a:lnTo>
                    <a:pt x="16251" y="6897"/>
                  </a:lnTo>
                  <a:lnTo>
                    <a:pt x="16031" y="6640"/>
                  </a:lnTo>
                  <a:lnTo>
                    <a:pt x="15884" y="6530"/>
                  </a:lnTo>
                  <a:lnTo>
                    <a:pt x="15737" y="6457"/>
                  </a:lnTo>
                  <a:lnTo>
                    <a:pt x="15591" y="6420"/>
                  </a:lnTo>
                  <a:lnTo>
                    <a:pt x="15407" y="6383"/>
                  </a:lnTo>
                  <a:lnTo>
                    <a:pt x="15077" y="631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9" name="Google Shape;307;p5">
              <a:extLst>
                <a:ext uri="{FF2B5EF4-FFF2-40B4-BE49-F238E27FC236}">
                  <a16:creationId xmlns:a16="http://schemas.microsoft.com/office/drawing/2014/main" id="{4DBF8CD3-98F8-42B5-8B96-FC0AF23993E3}"/>
                </a:ext>
              </a:extLst>
            </p:cNvPr>
            <p:cNvSpPr/>
            <p:nvPr/>
          </p:nvSpPr>
          <p:spPr>
            <a:xfrm>
              <a:off x="6425400" y="3728200"/>
              <a:ext cx="342075" cy="360425"/>
            </a:xfrm>
            <a:custGeom>
              <a:avLst/>
              <a:gdLst/>
              <a:ahLst/>
              <a:cxnLst/>
              <a:rect l="l" t="t" r="r" b="b"/>
              <a:pathLst>
                <a:path w="13683" h="14417" extrusionOk="0">
                  <a:moveTo>
                    <a:pt x="9281" y="2311"/>
                  </a:moveTo>
                  <a:lnTo>
                    <a:pt x="9170" y="2385"/>
                  </a:lnTo>
                  <a:lnTo>
                    <a:pt x="9134" y="2495"/>
                  </a:lnTo>
                  <a:lnTo>
                    <a:pt x="9097" y="2568"/>
                  </a:lnTo>
                  <a:lnTo>
                    <a:pt x="9097" y="2678"/>
                  </a:lnTo>
                  <a:lnTo>
                    <a:pt x="9134" y="2862"/>
                  </a:lnTo>
                  <a:lnTo>
                    <a:pt x="9207" y="3082"/>
                  </a:lnTo>
                  <a:lnTo>
                    <a:pt x="9464" y="3742"/>
                  </a:lnTo>
                  <a:lnTo>
                    <a:pt x="9721" y="4402"/>
                  </a:lnTo>
                  <a:lnTo>
                    <a:pt x="9647" y="4439"/>
                  </a:lnTo>
                  <a:lnTo>
                    <a:pt x="9060" y="5283"/>
                  </a:lnTo>
                  <a:lnTo>
                    <a:pt x="8804" y="5649"/>
                  </a:lnTo>
                  <a:lnTo>
                    <a:pt x="8694" y="5833"/>
                  </a:lnTo>
                  <a:lnTo>
                    <a:pt x="8657" y="5943"/>
                  </a:lnTo>
                  <a:lnTo>
                    <a:pt x="8694" y="6053"/>
                  </a:lnTo>
                  <a:lnTo>
                    <a:pt x="8804" y="6016"/>
                  </a:lnTo>
                  <a:lnTo>
                    <a:pt x="8877" y="5980"/>
                  </a:lnTo>
                  <a:lnTo>
                    <a:pt x="9024" y="5833"/>
                  </a:lnTo>
                  <a:lnTo>
                    <a:pt x="9281" y="5503"/>
                  </a:lnTo>
                  <a:lnTo>
                    <a:pt x="9941" y="4659"/>
                  </a:lnTo>
                  <a:lnTo>
                    <a:pt x="10014" y="4659"/>
                  </a:lnTo>
                  <a:lnTo>
                    <a:pt x="10124" y="4622"/>
                  </a:lnTo>
                  <a:lnTo>
                    <a:pt x="10161" y="4549"/>
                  </a:lnTo>
                  <a:lnTo>
                    <a:pt x="10161" y="4439"/>
                  </a:lnTo>
                  <a:lnTo>
                    <a:pt x="9684" y="3229"/>
                  </a:lnTo>
                  <a:lnTo>
                    <a:pt x="9427" y="2715"/>
                  </a:lnTo>
                  <a:lnTo>
                    <a:pt x="9354" y="2532"/>
                  </a:lnTo>
                  <a:lnTo>
                    <a:pt x="9317" y="2422"/>
                  </a:lnTo>
                  <a:lnTo>
                    <a:pt x="9317" y="2348"/>
                  </a:lnTo>
                  <a:lnTo>
                    <a:pt x="9317" y="2311"/>
                  </a:lnTo>
                  <a:close/>
                  <a:moveTo>
                    <a:pt x="8694" y="1615"/>
                  </a:moveTo>
                  <a:lnTo>
                    <a:pt x="8767" y="1798"/>
                  </a:lnTo>
                  <a:lnTo>
                    <a:pt x="8804" y="1908"/>
                  </a:lnTo>
                  <a:lnTo>
                    <a:pt x="8914" y="1981"/>
                  </a:lnTo>
                  <a:lnTo>
                    <a:pt x="9024" y="2055"/>
                  </a:lnTo>
                  <a:lnTo>
                    <a:pt x="9170" y="2018"/>
                  </a:lnTo>
                  <a:lnTo>
                    <a:pt x="9391" y="1908"/>
                  </a:lnTo>
                  <a:lnTo>
                    <a:pt x="9611" y="1725"/>
                  </a:lnTo>
                  <a:lnTo>
                    <a:pt x="9867" y="2275"/>
                  </a:lnTo>
                  <a:lnTo>
                    <a:pt x="10161" y="2752"/>
                  </a:lnTo>
                  <a:lnTo>
                    <a:pt x="10454" y="3265"/>
                  </a:lnTo>
                  <a:lnTo>
                    <a:pt x="10674" y="3779"/>
                  </a:lnTo>
                  <a:lnTo>
                    <a:pt x="10528" y="3925"/>
                  </a:lnTo>
                  <a:lnTo>
                    <a:pt x="10381" y="4072"/>
                  </a:lnTo>
                  <a:lnTo>
                    <a:pt x="10271" y="4256"/>
                  </a:lnTo>
                  <a:lnTo>
                    <a:pt x="10234" y="4476"/>
                  </a:lnTo>
                  <a:lnTo>
                    <a:pt x="10271" y="4586"/>
                  </a:lnTo>
                  <a:lnTo>
                    <a:pt x="10344" y="4659"/>
                  </a:lnTo>
                  <a:lnTo>
                    <a:pt x="10344" y="4806"/>
                  </a:lnTo>
                  <a:lnTo>
                    <a:pt x="10381" y="4879"/>
                  </a:lnTo>
                  <a:lnTo>
                    <a:pt x="10491" y="4916"/>
                  </a:lnTo>
                  <a:lnTo>
                    <a:pt x="10491" y="4953"/>
                  </a:lnTo>
                  <a:lnTo>
                    <a:pt x="10344" y="5173"/>
                  </a:lnTo>
                  <a:lnTo>
                    <a:pt x="9977" y="5649"/>
                  </a:lnTo>
                  <a:lnTo>
                    <a:pt x="9647" y="6163"/>
                  </a:lnTo>
                  <a:lnTo>
                    <a:pt x="9501" y="6090"/>
                  </a:lnTo>
                  <a:lnTo>
                    <a:pt x="9317" y="6053"/>
                  </a:lnTo>
                  <a:lnTo>
                    <a:pt x="9134" y="6126"/>
                  </a:lnTo>
                  <a:lnTo>
                    <a:pt x="8950" y="6200"/>
                  </a:lnTo>
                  <a:lnTo>
                    <a:pt x="8840" y="6346"/>
                  </a:lnTo>
                  <a:lnTo>
                    <a:pt x="8730" y="6493"/>
                  </a:lnTo>
                  <a:lnTo>
                    <a:pt x="8327" y="6493"/>
                  </a:lnTo>
                  <a:lnTo>
                    <a:pt x="7556" y="6530"/>
                  </a:lnTo>
                  <a:lnTo>
                    <a:pt x="7520" y="6456"/>
                  </a:lnTo>
                  <a:lnTo>
                    <a:pt x="7410" y="6383"/>
                  </a:lnTo>
                  <a:lnTo>
                    <a:pt x="7080" y="6273"/>
                  </a:lnTo>
                  <a:lnTo>
                    <a:pt x="7043" y="6273"/>
                  </a:lnTo>
                  <a:lnTo>
                    <a:pt x="6970" y="6236"/>
                  </a:lnTo>
                  <a:lnTo>
                    <a:pt x="6786" y="6236"/>
                  </a:lnTo>
                  <a:lnTo>
                    <a:pt x="6639" y="6200"/>
                  </a:lnTo>
                  <a:lnTo>
                    <a:pt x="5832" y="5429"/>
                  </a:lnTo>
                  <a:lnTo>
                    <a:pt x="5246" y="4879"/>
                  </a:lnTo>
                  <a:lnTo>
                    <a:pt x="5319" y="4696"/>
                  </a:lnTo>
                  <a:lnTo>
                    <a:pt x="5319" y="4512"/>
                  </a:lnTo>
                  <a:lnTo>
                    <a:pt x="5282" y="4439"/>
                  </a:lnTo>
                  <a:lnTo>
                    <a:pt x="5246" y="4366"/>
                  </a:lnTo>
                  <a:lnTo>
                    <a:pt x="5099" y="4256"/>
                  </a:lnTo>
                  <a:lnTo>
                    <a:pt x="5282" y="3815"/>
                  </a:lnTo>
                  <a:lnTo>
                    <a:pt x="5796" y="2715"/>
                  </a:lnTo>
                  <a:lnTo>
                    <a:pt x="6126" y="2018"/>
                  </a:lnTo>
                  <a:lnTo>
                    <a:pt x="6273" y="2018"/>
                  </a:lnTo>
                  <a:lnTo>
                    <a:pt x="6419" y="1981"/>
                  </a:lnTo>
                  <a:lnTo>
                    <a:pt x="6566" y="1908"/>
                  </a:lnTo>
                  <a:lnTo>
                    <a:pt x="6713" y="1798"/>
                  </a:lnTo>
                  <a:lnTo>
                    <a:pt x="6823" y="1688"/>
                  </a:lnTo>
                  <a:lnTo>
                    <a:pt x="7483" y="1651"/>
                  </a:lnTo>
                  <a:lnTo>
                    <a:pt x="8694" y="1615"/>
                  </a:lnTo>
                  <a:close/>
                  <a:moveTo>
                    <a:pt x="6823" y="6823"/>
                  </a:moveTo>
                  <a:lnTo>
                    <a:pt x="6933" y="6897"/>
                  </a:lnTo>
                  <a:lnTo>
                    <a:pt x="6749" y="6897"/>
                  </a:lnTo>
                  <a:lnTo>
                    <a:pt x="6713" y="6860"/>
                  </a:lnTo>
                  <a:lnTo>
                    <a:pt x="6823" y="6823"/>
                  </a:lnTo>
                  <a:close/>
                  <a:moveTo>
                    <a:pt x="2714" y="5393"/>
                  </a:moveTo>
                  <a:lnTo>
                    <a:pt x="2641" y="5429"/>
                  </a:lnTo>
                  <a:lnTo>
                    <a:pt x="2531" y="5503"/>
                  </a:lnTo>
                  <a:lnTo>
                    <a:pt x="2458" y="5576"/>
                  </a:lnTo>
                  <a:lnTo>
                    <a:pt x="2274" y="5796"/>
                  </a:lnTo>
                  <a:lnTo>
                    <a:pt x="1981" y="6310"/>
                  </a:lnTo>
                  <a:lnTo>
                    <a:pt x="1651" y="6860"/>
                  </a:lnTo>
                  <a:lnTo>
                    <a:pt x="1504" y="7080"/>
                  </a:lnTo>
                  <a:lnTo>
                    <a:pt x="1431" y="7190"/>
                  </a:lnTo>
                  <a:lnTo>
                    <a:pt x="1394" y="7263"/>
                  </a:lnTo>
                  <a:lnTo>
                    <a:pt x="1394" y="7337"/>
                  </a:lnTo>
                  <a:lnTo>
                    <a:pt x="1321" y="7374"/>
                  </a:lnTo>
                  <a:lnTo>
                    <a:pt x="1321" y="7410"/>
                  </a:lnTo>
                  <a:lnTo>
                    <a:pt x="1321" y="7520"/>
                  </a:lnTo>
                  <a:lnTo>
                    <a:pt x="1394" y="7557"/>
                  </a:lnTo>
                  <a:lnTo>
                    <a:pt x="1504" y="7594"/>
                  </a:lnTo>
                  <a:lnTo>
                    <a:pt x="1614" y="7520"/>
                  </a:lnTo>
                  <a:lnTo>
                    <a:pt x="1724" y="7447"/>
                  </a:lnTo>
                  <a:lnTo>
                    <a:pt x="1834" y="7337"/>
                  </a:lnTo>
                  <a:lnTo>
                    <a:pt x="2018" y="7043"/>
                  </a:lnTo>
                  <a:lnTo>
                    <a:pt x="2128" y="6823"/>
                  </a:lnTo>
                  <a:lnTo>
                    <a:pt x="2568" y="6200"/>
                  </a:lnTo>
                  <a:lnTo>
                    <a:pt x="2751" y="5870"/>
                  </a:lnTo>
                  <a:lnTo>
                    <a:pt x="2861" y="5723"/>
                  </a:lnTo>
                  <a:lnTo>
                    <a:pt x="2861" y="5539"/>
                  </a:lnTo>
                  <a:lnTo>
                    <a:pt x="2861" y="5466"/>
                  </a:lnTo>
                  <a:lnTo>
                    <a:pt x="2788" y="5429"/>
                  </a:lnTo>
                  <a:lnTo>
                    <a:pt x="2714" y="5393"/>
                  </a:lnTo>
                  <a:close/>
                  <a:moveTo>
                    <a:pt x="4072" y="4843"/>
                  </a:moveTo>
                  <a:lnTo>
                    <a:pt x="4182" y="5026"/>
                  </a:lnTo>
                  <a:lnTo>
                    <a:pt x="4328" y="5173"/>
                  </a:lnTo>
                  <a:lnTo>
                    <a:pt x="4475" y="5209"/>
                  </a:lnTo>
                  <a:lnTo>
                    <a:pt x="4622" y="5246"/>
                  </a:lnTo>
                  <a:lnTo>
                    <a:pt x="4769" y="5246"/>
                  </a:lnTo>
                  <a:lnTo>
                    <a:pt x="4915" y="5209"/>
                  </a:lnTo>
                  <a:lnTo>
                    <a:pt x="5319" y="5576"/>
                  </a:lnTo>
                  <a:lnTo>
                    <a:pt x="6163" y="6456"/>
                  </a:lnTo>
                  <a:lnTo>
                    <a:pt x="6126" y="6530"/>
                  </a:lnTo>
                  <a:lnTo>
                    <a:pt x="6089" y="6640"/>
                  </a:lnTo>
                  <a:lnTo>
                    <a:pt x="6126" y="6787"/>
                  </a:lnTo>
                  <a:lnTo>
                    <a:pt x="6163" y="6897"/>
                  </a:lnTo>
                  <a:lnTo>
                    <a:pt x="6236" y="7007"/>
                  </a:lnTo>
                  <a:lnTo>
                    <a:pt x="6236" y="7080"/>
                  </a:lnTo>
                  <a:lnTo>
                    <a:pt x="5942" y="7410"/>
                  </a:lnTo>
                  <a:lnTo>
                    <a:pt x="5686" y="7777"/>
                  </a:lnTo>
                  <a:lnTo>
                    <a:pt x="5172" y="8511"/>
                  </a:lnTo>
                  <a:lnTo>
                    <a:pt x="4695" y="9134"/>
                  </a:lnTo>
                  <a:lnTo>
                    <a:pt x="4585" y="9061"/>
                  </a:lnTo>
                  <a:lnTo>
                    <a:pt x="4439" y="9061"/>
                  </a:lnTo>
                  <a:lnTo>
                    <a:pt x="4255" y="9098"/>
                  </a:lnTo>
                  <a:lnTo>
                    <a:pt x="4108" y="9208"/>
                  </a:lnTo>
                  <a:lnTo>
                    <a:pt x="3998" y="9354"/>
                  </a:lnTo>
                  <a:lnTo>
                    <a:pt x="3925" y="9538"/>
                  </a:lnTo>
                  <a:lnTo>
                    <a:pt x="3595" y="9501"/>
                  </a:lnTo>
                  <a:lnTo>
                    <a:pt x="2825" y="9538"/>
                  </a:lnTo>
                  <a:lnTo>
                    <a:pt x="2788" y="9354"/>
                  </a:lnTo>
                  <a:lnTo>
                    <a:pt x="2678" y="9208"/>
                  </a:lnTo>
                  <a:lnTo>
                    <a:pt x="2531" y="9098"/>
                  </a:lnTo>
                  <a:lnTo>
                    <a:pt x="2384" y="9061"/>
                  </a:lnTo>
                  <a:lnTo>
                    <a:pt x="2238" y="9061"/>
                  </a:lnTo>
                  <a:lnTo>
                    <a:pt x="2054" y="9098"/>
                  </a:lnTo>
                  <a:lnTo>
                    <a:pt x="1577" y="8437"/>
                  </a:lnTo>
                  <a:lnTo>
                    <a:pt x="1394" y="8107"/>
                  </a:lnTo>
                  <a:lnTo>
                    <a:pt x="1137" y="7777"/>
                  </a:lnTo>
                  <a:lnTo>
                    <a:pt x="1211" y="7594"/>
                  </a:lnTo>
                  <a:lnTo>
                    <a:pt x="1247" y="7447"/>
                  </a:lnTo>
                  <a:lnTo>
                    <a:pt x="1211" y="7263"/>
                  </a:lnTo>
                  <a:lnTo>
                    <a:pt x="1174" y="7117"/>
                  </a:lnTo>
                  <a:lnTo>
                    <a:pt x="1064" y="7007"/>
                  </a:lnTo>
                  <a:lnTo>
                    <a:pt x="1101" y="6933"/>
                  </a:lnTo>
                  <a:lnTo>
                    <a:pt x="1174" y="6823"/>
                  </a:lnTo>
                  <a:lnTo>
                    <a:pt x="1247" y="6640"/>
                  </a:lnTo>
                  <a:lnTo>
                    <a:pt x="1614" y="5980"/>
                  </a:lnTo>
                  <a:lnTo>
                    <a:pt x="1944" y="5356"/>
                  </a:lnTo>
                  <a:lnTo>
                    <a:pt x="2164" y="5356"/>
                  </a:lnTo>
                  <a:lnTo>
                    <a:pt x="2384" y="5283"/>
                  </a:lnTo>
                  <a:lnTo>
                    <a:pt x="2531" y="5136"/>
                  </a:lnTo>
                  <a:lnTo>
                    <a:pt x="2604" y="5063"/>
                  </a:lnTo>
                  <a:lnTo>
                    <a:pt x="2641" y="4953"/>
                  </a:lnTo>
                  <a:lnTo>
                    <a:pt x="2678" y="4916"/>
                  </a:lnTo>
                  <a:lnTo>
                    <a:pt x="3118" y="4953"/>
                  </a:lnTo>
                  <a:lnTo>
                    <a:pt x="3705" y="4916"/>
                  </a:lnTo>
                  <a:lnTo>
                    <a:pt x="4072" y="4843"/>
                  </a:lnTo>
                  <a:close/>
                  <a:moveTo>
                    <a:pt x="8877" y="7740"/>
                  </a:moveTo>
                  <a:lnTo>
                    <a:pt x="8877" y="7777"/>
                  </a:lnTo>
                  <a:lnTo>
                    <a:pt x="8877" y="7814"/>
                  </a:lnTo>
                  <a:lnTo>
                    <a:pt x="8914" y="7997"/>
                  </a:lnTo>
                  <a:lnTo>
                    <a:pt x="8914" y="8070"/>
                  </a:lnTo>
                  <a:lnTo>
                    <a:pt x="8950" y="8181"/>
                  </a:lnTo>
                  <a:lnTo>
                    <a:pt x="9391" y="8731"/>
                  </a:lnTo>
                  <a:lnTo>
                    <a:pt x="9794" y="9281"/>
                  </a:lnTo>
                  <a:lnTo>
                    <a:pt x="9941" y="9464"/>
                  </a:lnTo>
                  <a:lnTo>
                    <a:pt x="10014" y="9538"/>
                  </a:lnTo>
                  <a:lnTo>
                    <a:pt x="10124" y="9574"/>
                  </a:lnTo>
                  <a:lnTo>
                    <a:pt x="10234" y="9574"/>
                  </a:lnTo>
                  <a:lnTo>
                    <a:pt x="10308" y="9538"/>
                  </a:lnTo>
                  <a:lnTo>
                    <a:pt x="10381" y="9501"/>
                  </a:lnTo>
                  <a:lnTo>
                    <a:pt x="10418" y="9391"/>
                  </a:lnTo>
                  <a:lnTo>
                    <a:pt x="10418" y="9354"/>
                  </a:lnTo>
                  <a:lnTo>
                    <a:pt x="10418" y="9244"/>
                  </a:lnTo>
                  <a:lnTo>
                    <a:pt x="10381" y="9171"/>
                  </a:lnTo>
                  <a:lnTo>
                    <a:pt x="10308" y="9134"/>
                  </a:lnTo>
                  <a:lnTo>
                    <a:pt x="10198" y="9098"/>
                  </a:lnTo>
                  <a:lnTo>
                    <a:pt x="10088" y="8951"/>
                  </a:lnTo>
                  <a:lnTo>
                    <a:pt x="10014" y="8841"/>
                  </a:lnTo>
                  <a:lnTo>
                    <a:pt x="9647" y="8401"/>
                  </a:lnTo>
                  <a:lnTo>
                    <a:pt x="9281" y="7924"/>
                  </a:lnTo>
                  <a:lnTo>
                    <a:pt x="9207" y="7850"/>
                  </a:lnTo>
                  <a:lnTo>
                    <a:pt x="9134" y="7814"/>
                  </a:lnTo>
                  <a:lnTo>
                    <a:pt x="8950" y="7740"/>
                  </a:lnTo>
                  <a:close/>
                  <a:moveTo>
                    <a:pt x="2128" y="9721"/>
                  </a:moveTo>
                  <a:lnTo>
                    <a:pt x="2054" y="9758"/>
                  </a:lnTo>
                  <a:lnTo>
                    <a:pt x="2054" y="9721"/>
                  </a:lnTo>
                  <a:close/>
                  <a:moveTo>
                    <a:pt x="5612" y="9281"/>
                  </a:moveTo>
                  <a:lnTo>
                    <a:pt x="5576" y="9318"/>
                  </a:lnTo>
                  <a:lnTo>
                    <a:pt x="5576" y="9354"/>
                  </a:lnTo>
                  <a:lnTo>
                    <a:pt x="5576" y="9538"/>
                  </a:lnTo>
                  <a:lnTo>
                    <a:pt x="5649" y="9684"/>
                  </a:lnTo>
                  <a:lnTo>
                    <a:pt x="5796" y="9941"/>
                  </a:lnTo>
                  <a:lnTo>
                    <a:pt x="6163" y="10455"/>
                  </a:lnTo>
                  <a:lnTo>
                    <a:pt x="6456" y="10895"/>
                  </a:lnTo>
                  <a:lnTo>
                    <a:pt x="6603" y="11115"/>
                  </a:lnTo>
                  <a:lnTo>
                    <a:pt x="6823" y="11298"/>
                  </a:lnTo>
                  <a:lnTo>
                    <a:pt x="6860" y="11372"/>
                  </a:lnTo>
                  <a:lnTo>
                    <a:pt x="6970" y="11482"/>
                  </a:lnTo>
                  <a:lnTo>
                    <a:pt x="7043" y="11519"/>
                  </a:lnTo>
                  <a:lnTo>
                    <a:pt x="7116" y="11519"/>
                  </a:lnTo>
                  <a:lnTo>
                    <a:pt x="7190" y="11482"/>
                  </a:lnTo>
                  <a:lnTo>
                    <a:pt x="7226" y="11408"/>
                  </a:lnTo>
                  <a:lnTo>
                    <a:pt x="7263" y="11188"/>
                  </a:lnTo>
                  <a:lnTo>
                    <a:pt x="7226" y="11078"/>
                  </a:lnTo>
                  <a:lnTo>
                    <a:pt x="7153" y="10968"/>
                  </a:lnTo>
                  <a:lnTo>
                    <a:pt x="7080" y="10932"/>
                  </a:lnTo>
                  <a:lnTo>
                    <a:pt x="7006" y="10895"/>
                  </a:lnTo>
                  <a:lnTo>
                    <a:pt x="6933" y="10785"/>
                  </a:lnTo>
                  <a:lnTo>
                    <a:pt x="6860" y="10675"/>
                  </a:lnTo>
                  <a:lnTo>
                    <a:pt x="6713" y="10455"/>
                  </a:lnTo>
                  <a:lnTo>
                    <a:pt x="6273" y="9831"/>
                  </a:lnTo>
                  <a:lnTo>
                    <a:pt x="6016" y="9501"/>
                  </a:lnTo>
                  <a:lnTo>
                    <a:pt x="5869" y="9391"/>
                  </a:lnTo>
                  <a:lnTo>
                    <a:pt x="5722" y="9281"/>
                  </a:lnTo>
                  <a:close/>
                  <a:moveTo>
                    <a:pt x="8730" y="6970"/>
                  </a:moveTo>
                  <a:lnTo>
                    <a:pt x="8804" y="7080"/>
                  </a:lnTo>
                  <a:lnTo>
                    <a:pt x="8914" y="7153"/>
                  </a:lnTo>
                  <a:lnTo>
                    <a:pt x="8987" y="7227"/>
                  </a:lnTo>
                  <a:lnTo>
                    <a:pt x="9097" y="7263"/>
                  </a:lnTo>
                  <a:lnTo>
                    <a:pt x="9391" y="7227"/>
                  </a:lnTo>
                  <a:lnTo>
                    <a:pt x="9501" y="7263"/>
                  </a:lnTo>
                  <a:lnTo>
                    <a:pt x="9574" y="7300"/>
                  </a:lnTo>
                  <a:lnTo>
                    <a:pt x="9721" y="7557"/>
                  </a:lnTo>
                  <a:lnTo>
                    <a:pt x="9867" y="7814"/>
                  </a:lnTo>
                  <a:lnTo>
                    <a:pt x="10234" y="8364"/>
                  </a:lnTo>
                  <a:lnTo>
                    <a:pt x="10711" y="9098"/>
                  </a:lnTo>
                  <a:lnTo>
                    <a:pt x="10638" y="9281"/>
                  </a:lnTo>
                  <a:lnTo>
                    <a:pt x="10601" y="9428"/>
                  </a:lnTo>
                  <a:lnTo>
                    <a:pt x="10564" y="9758"/>
                  </a:lnTo>
                  <a:lnTo>
                    <a:pt x="10528" y="9941"/>
                  </a:lnTo>
                  <a:lnTo>
                    <a:pt x="10528" y="10125"/>
                  </a:lnTo>
                  <a:lnTo>
                    <a:pt x="10528" y="10235"/>
                  </a:lnTo>
                  <a:lnTo>
                    <a:pt x="10564" y="10271"/>
                  </a:lnTo>
                  <a:lnTo>
                    <a:pt x="10344" y="10638"/>
                  </a:lnTo>
                  <a:lnTo>
                    <a:pt x="9794" y="11555"/>
                  </a:lnTo>
                  <a:lnTo>
                    <a:pt x="9684" y="11519"/>
                  </a:lnTo>
                  <a:lnTo>
                    <a:pt x="9537" y="11519"/>
                  </a:lnTo>
                  <a:lnTo>
                    <a:pt x="9391" y="11555"/>
                  </a:lnTo>
                  <a:lnTo>
                    <a:pt x="9281" y="11629"/>
                  </a:lnTo>
                  <a:lnTo>
                    <a:pt x="9170" y="11702"/>
                  </a:lnTo>
                  <a:lnTo>
                    <a:pt x="9097" y="11812"/>
                  </a:lnTo>
                  <a:lnTo>
                    <a:pt x="9024" y="11922"/>
                  </a:lnTo>
                  <a:lnTo>
                    <a:pt x="8987" y="12032"/>
                  </a:lnTo>
                  <a:lnTo>
                    <a:pt x="8400" y="12069"/>
                  </a:lnTo>
                  <a:lnTo>
                    <a:pt x="7483" y="12142"/>
                  </a:lnTo>
                  <a:lnTo>
                    <a:pt x="7006" y="12142"/>
                  </a:lnTo>
                  <a:lnTo>
                    <a:pt x="6970" y="11959"/>
                  </a:lnTo>
                  <a:lnTo>
                    <a:pt x="6823" y="11775"/>
                  </a:lnTo>
                  <a:lnTo>
                    <a:pt x="6749" y="11739"/>
                  </a:lnTo>
                  <a:lnTo>
                    <a:pt x="6676" y="11702"/>
                  </a:lnTo>
                  <a:lnTo>
                    <a:pt x="6493" y="11665"/>
                  </a:lnTo>
                  <a:lnTo>
                    <a:pt x="6419" y="11629"/>
                  </a:lnTo>
                  <a:lnTo>
                    <a:pt x="6346" y="11665"/>
                  </a:lnTo>
                  <a:lnTo>
                    <a:pt x="6273" y="11739"/>
                  </a:lnTo>
                  <a:lnTo>
                    <a:pt x="6199" y="11739"/>
                  </a:lnTo>
                  <a:lnTo>
                    <a:pt x="5979" y="11225"/>
                  </a:lnTo>
                  <a:lnTo>
                    <a:pt x="5722" y="10712"/>
                  </a:lnTo>
                  <a:lnTo>
                    <a:pt x="5466" y="10308"/>
                  </a:lnTo>
                  <a:lnTo>
                    <a:pt x="5172" y="9868"/>
                  </a:lnTo>
                  <a:lnTo>
                    <a:pt x="5209" y="9758"/>
                  </a:lnTo>
                  <a:lnTo>
                    <a:pt x="5246" y="9648"/>
                  </a:lnTo>
                  <a:lnTo>
                    <a:pt x="5246" y="9501"/>
                  </a:lnTo>
                  <a:lnTo>
                    <a:pt x="5209" y="9391"/>
                  </a:lnTo>
                  <a:lnTo>
                    <a:pt x="5135" y="9318"/>
                  </a:lnTo>
                  <a:lnTo>
                    <a:pt x="5099" y="9318"/>
                  </a:lnTo>
                  <a:lnTo>
                    <a:pt x="5209" y="9171"/>
                  </a:lnTo>
                  <a:lnTo>
                    <a:pt x="5759" y="8401"/>
                  </a:lnTo>
                  <a:lnTo>
                    <a:pt x="6163" y="7850"/>
                  </a:lnTo>
                  <a:lnTo>
                    <a:pt x="6383" y="7594"/>
                  </a:lnTo>
                  <a:lnTo>
                    <a:pt x="6529" y="7300"/>
                  </a:lnTo>
                  <a:lnTo>
                    <a:pt x="6676" y="7337"/>
                  </a:lnTo>
                  <a:lnTo>
                    <a:pt x="6933" y="7337"/>
                  </a:lnTo>
                  <a:lnTo>
                    <a:pt x="7080" y="7300"/>
                  </a:lnTo>
                  <a:lnTo>
                    <a:pt x="7190" y="7263"/>
                  </a:lnTo>
                  <a:lnTo>
                    <a:pt x="7300" y="7153"/>
                  </a:lnTo>
                  <a:lnTo>
                    <a:pt x="7410" y="7080"/>
                  </a:lnTo>
                  <a:lnTo>
                    <a:pt x="7483" y="6970"/>
                  </a:lnTo>
                  <a:close/>
                  <a:moveTo>
                    <a:pt x="4769" y="1"/>
                  </a:moveTo>
                  <a:lnTo>
                    <a:pt x="4769" y="37"/>
                  </a:lnTo>
                  <a:lnTo>
                    <a:pt x="4805" y="184"/>
                  </a:lnTo>
                  <a:lnTo>
                    <a:pt x="4879" y="294"/>
                  </a:lnTo>
                  <a:lnTo>
                    <a:pt x="4989" y="367"/>
                  </a:lnTo>
                  <a:lnTo>
                    <a:pt x="5099" y="404"/>
                  </a:lnTo>
                  <a:lnTo>
                    <a:pt x="5172" y="551"/>
                  </a:lnTo>
                  <a:lnTo>
                    <a:pt x="5282" y="697"/>
                  </a:lnTo>
                  <a:lnTo>
                    <a:pt x="5466" y="991"/>
                  </a:lnTo>
                  <a:lnTo>
                    <a:pt x="5539" y="1101"/>
                  </a:lnTo>
                  <a:lnTo>
                    <a:pt x="5466" y="1284"/>
                  </a:lnTo>
                  <a:lnTo>
                    <a:pt x="5466" y="1468"/>
                  </a:lnTo>
                  <a:lnTo>
                    <a:pt x="5539" y="1688"/>
                  </a:lnTo>
                  <a:lnTo>
                    <a:pt x="5649" y="1835"/>
                  </a:lnTo>
                  <a:lnTo>
                    <a:pt x="5722" y="1908"/>
                  </a:lnTo>
                  <a:lnTo>
                    <a:pt x="5356" y="2605"/>
                  </a:lnTo>
                  <a:lnTo>
                    <a:pt x="4879" y="3595"/>
                  </a:lnTo>
                  <a:lnTo>
                    <a:pt x="4769" y="3852"/>
                  </a:lnTo>
                  <a:lnTo>
                    <a:pt x="4622" y="4072"/>
                  </a:lnTo>
                  <a:lnTo>
                    <a:pt x="4402" y="4072"/>
                  </a:lnTo>
                  <a:lnTo>
                    <a:pt x="4292" y="4109"/>
                  </a:lnTo>
                  <a:lnTo>
                    <a:pt x="4182" y="4182"/>
                  </a:lnTo>
                  <a:lnTo>
                    <a:pt x="4108" y="4292"/>
                  </a:lnTo>
                  <a:lnTo>
                    <a:pt x="4072" y="4402"/>
                  </a:lnTo>
                  <a:lnTo>
                    <a:pt x="3485" y="4476"/>
                  </a:lnTo>
                  <a:lnTo>
                    <a:pt x="3045" y="4512"/>
                  </a:lnTo>
                  <a:lnTo>
                    <a:pt x="2678" y="4549"/>
                  </a:lnTo>
                  <a:lnTo>
                    <a:pt x="2568" y="4366"/>
                  </a:lnTo>
                  <a:lnTo>
                    <a:pt x="2458" y="4219"/>
                  </a:lnTo>
                  <a:lnTo>
                    <a:pt x="2274" y="4146"/>
                  </a:lnTo>
                  <a:lnTo>
                    <a:pt x="2091" y="4109"/>
                  </a:lnTo>
                  <a:lnTo>
                    <a:pt x="1907" y="4109"/>
                  </a:lnTo>
                  <a:lnTo>
                    <a:pt x="1797" y="4182"/>
                  </a:lnTo>
                  <a:lnTo>
                    <a:pt x="1651" y="4292"/>
                  </a:lnTo>
                  <a:lnTo>
                    <a:pt x="1577" y="4402"/>
                  </a:lnTo>
                  <a:lnTo>
                    <a:pt x="1504" y="4512"/>
                  </a:lnTo>
                  <a:lnTo>
                    <a:pt x="1504" y="4622"/>
                  </a:lnTo>
                  <a:lnTo>
                    <a:pt x="1431" y="4769"/>
                  </a:lnTo>
                  <a:lnTo>
                    <a:pt x="1431" y="4953"/>
                  </a:lnTo>
                  <a:lnTo>
                    <a:pt x="1467" y="5099"/>
                  </a:lnTo>
                  <a:lnTo>
                    <a:pt x="1504" y="5173"/>
                  </a:lnTo>
                  <a:lnTo>
                    <a:pt x="1504" y="5209"/>
                  </a:lnTo>
                  <a:lnTo>
                    <a:pt x="1247" y="5760"/>
                  </a:lnTo>
                  <a:lnTo>
                    <a:pt x="880" y="6420"/>
                  </a:lnTo>
                  <a:lnTo>
                    <a:pt x="770" y="6640"/>
                  </a:lnTo>
                  <a:lnTo>
                    <a:pt x="770" y="6713"/>
                  </a:lnTo>
                  <a:lnTo>
                    <a:pt x="734" y="6823"/>
                  </a:lnTo>
                  <a:lnTo>
                    <a:pt x="734" y="6787"/>
                  </a:lnTo>
                  <a:lnTo>
                    <a:pt x="624" y="6787"/>
                  </a:lnTo>
                  <a:lnTo>
                    <a:pt x="550" y="6823"/>
                  </a:lnTo>
                  <a:lnTo>
                    <a:pt x="404" y="6933"/>
                  </a:lnTo>
                  <a:lnTo>
                    <a:pt x="330" y="6970"/>
                  </a:lnTo>
                  <a:lnTo>
                    <a:pt x="257" y="7007"/>
                  </a:lnTo>
                  <a:lnTo>
                    <a:pt x="183" y="7117"/>
                  </a:lnTo>
                  <a:lnTo>
                    <a:pt x="110" y="7227"/>
                  </a:lnTo>
                  <a:lnTo>
                    <a:pt x="110" y="7447"/>
                  </a:lnTo>
                  <a:lnTo>
                    <a:pt x="0" y="7777"/>
                  </a:lnTo>
                  <a:lnTo>
                    <a:pt x="37" y="7850"/>
                  </a:lnTo>
                  <a:lnTo>
                    <a:pt x="73" y="7887"/>
                  </a:lnTo>
                  <a:lnTo>
                    <a:pt x="110" y="7960"/>
                  </a:lnTo>
                  <a:lnTo>
                    <a:pt x="183" y="7960"/>
                  </a:lnTo>
                  <a:lnTo>
                    <a:pt x="367" y="8034"/>
                  </a:lnTo>
                  <a:lnTo>
                    <a:pt x="660" y="8034"/>
                  </a:lnTo>
                  <a:lnTo>
                    <a:pt x="660" y="7997"/>
                  </a:lnTo>
                  <a:lnTo>
                    <a:pt x="770" y="7997"/>
                  </a:lnTo>
                  <a:lnTo>
                    <a:pt x="880" y="8181"/>
                  </a:lnTo>
                  <a:lnTo>
                    <a:pt x="990" y="8364"/>
                  </a:lnTo>
                  <a:lnTo>
                    <a:pt x="1211" y="8657"/>
                  </a:lnTo>
                  <a:lnTo>
                    <a:pt x="1651" y="9281"/>
                  </a:lnTo>
                  <a:lnTo>
                    <a:pt x="1687" y="9354"/>
                  </a:lnTo>
                  <a:lnTo>
                    <a:pt x="1651" y="9501"/>
                  </a:lnTo>
                  <a:lnTo>
                    <a:pt x="1614" y="9648"/>
                  </a:lnTo>
                  <a:lnTo>
                    <a:pt x="1577" y="9831"/>
                  </a:lnTo>
                  <a:lnTo>
                    <a:pt x="1577" y="9941"/>
                  </a:lnTo>
                  <a:lnTo>
                    <a:pt x="1614" y="10051"/>
                  </a:lnTo>
                  <a:lnTo>
                    <a:pt x="1541" y="10235"/>
                  </a:lnTo>
                  <a:lnTo>
                    <a:pt x="1431" y="10418"/>
                  </a:lnTo>
                  <a:lnTo>
                    <a:pt x="1357" y="10601"/>
                  </a:lnTo>
                  <a:lnTo>
                    <a:pt x="1211" y="10785"/>
                  </a:lnTo>
                  <a:lnTo>
                    <a:pt x="1137" y="10858"/>
                  </a:lnTo>
                  <a:lnTo>
                    <a:pt x="1137" y="10968"/>
                  </a:lnTo>
                  <a:lnTo>
                    <a:pt x="1174" y="11078"/>
                  </a:lnTo>
                  <a:lnTo>
                    <a:pt x="1247" y="11152"/>
                  </a:lnTo>
                  <a:lnTo>
                    <a:pt x="1357" y="11188"/>
                  </a:lnTo>
                  <a:lnTo>
                    <a:pt x="1467" y="11152"/>
                  </a:lnTo>
                  <a:lnTo>
                    <a:pt x="1541" y="11078"/>
                  </a:lnTo>
                  <a:lnTo>
                    <a:pt x="1577" y="10968"/>
                  </a:lnTo>
                  <a:lnTo>
                    <a:pt x="1614" y="10932"/>
                  </a:lnTo>
                  <a:lnTo>
                    <a:pt x="1687" y="10822"/>
                  </a:lnTo>
                  <a:lnTo>
                    <a:pt x="1761" y="10638"/>
                  </a:lnTo>
                  <a:lnTo>
                    <a:pt x="1834" y="10491"/>
                  </a:lnTo>
                  <a:lnTo>
                    <a:pt x="1907" y="10198"/>
                  </a:lnTo>
                  <a:lnTo>
                    <a:pt x="2164" y="10198"/>
                  </a:lnTo>
                  <a:lnTo>
                    <a:pt x="2348" y="10161"/>
                  </a:lnTo>
                  <a:lnTo>
                    <a:pt x="2494" y="10088"/>
                  </a:lnTo>
                  <a:lnTo>
                    <a:pt x="2641" y="10015"/>
                  </a:lnTo>
                  <a:lnTo>
                    <a:pt x="2714" y="9905"/>
                  </a:lnTo>
                  <a:lnTo>
                    <a:pt x="3338" y="9905"/>
                  </a:lnTo>
                  <a:lnTo>
                    <a:pt x="3998" y="9941"/>
                  </a:lnTo>
                  <a:lnTo>
                    <a:pt x="4035" y="10051"/>
                  </a:lnTo>
                  <a:lnTo>
                    <a:pt x="4072" y="10088"/>
                  </a:lnTo>
                  <a:lnTo>
                    <a:pt x="4145" y="10161"/>
                  </a:lnTo>
                  <a:lnTo>
                    <a:pt x="4292" y="10235"/>
                  </a:lnTo>
                  <a:lnTo>
                    <a:pt x="4439" y="10308"/>
                  </a:lnTo>
                  <a:lnTo>
                    <a:pt x="4622" y="10308"/>
                  </a:lnTo>
                  <a:lnTo>
                    <a:pt x="4805" y="10271"/>
                  </a:lnTo>
                  <a:lnTo>
                    <a:pt x="4879" y="10235"/>
                  </a:lnTo>
                  <a:lnTo>
                    <a:pt x="5282" y="10822"/>
                  </a:lnTo>
                  <a:lnTo>
                    <a:pt x="5429" y="11115"/>
                  </a:lnTo>
                  <a:lnTo>
                    <a:pt x="5576" y="11408"/>
                  </a:lnTo>
                  <a:lnTo>
                    <a:pt x="5796" y="11995"/>
                  </a:lnTo>
                  <a:lnTo>
                    <a:pt x="5759" y="12105"/>
                  </a:lnTo>
                  <a:lnTo>
                    <a:pt x="5759" y="12215"/>
                  </a:lnTo>
                  <a:lnTo>
                    <a:pt x="5759" y="12362"/>
                  </a:lnTo>
                  <a:lnTo>
                    <a:pt x="5759" y="12472"/>
                  </a:lnTo>
                  <a:lnTo>
                    <a:pt x="5759" y="12509"/>
                  </a:lnTo>
                  <a:lnTo>
                    <a:pt x="5722" y="12619"/>
                  </a:lnTo>
                  <a:lnTo>
                    <a:pt x="5722" y="12692"/>
                  </a:lnTo>
                  <a:lnTo>
                    <a:pt x="5759" y="12766"/>
                  </a:lnTo>
                  <a:lnTo>
                    <a:pt x="5979" y="12876"/>
                  </a:lnTo>
                  <a:lnTo>
                    <a:pt x="5759" y="13169"/>
                  </a:lnTo>
                  <a:lnTo>
                    <a:pt x="5612" y="13463"/>
                  </a:lnTo>
                  <a:lnTo>
                    <a:pt x="5502" y="13793"/>
                  </a:lnTo>
                  <a:lnTo>
                    <a:pt x="5429" y="14123"/>
                  </a:lnTo>
                  <a:lnTo>
                    <a:pt x="5392" y="14196"/>
                  </a:lnTo>
                  <a:lnTo>
                    <a:pt x="5429" y="14270"/>
                  </a:lnTo>
                  <a:lnTo>
                    <a:pt x="5502" y="14343"/>
                  </a:lnTo>
                  <a:lnTo>
                    <a:pt x="5576" y="14380"/>
                  </a:lnTo>
                  <a:lnTo>
                    <a:pt x="5649" y="14416"/>
                  </a:lnTo>
                  <a:lnTo>
                    <a:pt x="5722" y="14416"/>
                  </a:lnTo>
                  <a:lnTo>
                    <a:pt x="5759" y="14380"/>
                  </a:lnTo>
                  <a:lnTo>
                    <a:pt x="5832" y="14306"/>
                  </a:lnTo>
                  <a:lnTo>
                    <a:pt x="5832" y="14233"/>
                  </a:lnTo>
                  <a:lnTo>
                    <a:pt x="5869" y="14086"/>
                  </a:lnTo>
                  <a:lnTo>
                    <a:pt x="5979" y="13793"/>
                  </a:lnTo>
                  <a:lnTo>
                    <a:pt x="6089" y="13463"/>
                  </a:lnTo>
                  <a:lnTo>
                    <a:pt x="6309" y="13022"/>
                  </a:lnTo>
                  <a:lnTo>
                    <a:pt x="6566" y="13022"/>
                  </a:lnTo>
                  <a:lnTo>
                    <a:pt x="6713" y="12986"/>
                  </a:lnTo>
                  <a:lnTo>
                    <a:pt x="6786" y="12876"/>
                  </a:lnTo>
                  <a:lnTo>
                    <a:pt x="6860" y="12582"/>
                  </a:lnTo>
                  <a:lnTo>
                    <a:pt x="7593" y="12582"/>
                  </a:lnTo>
                  <a:lnTo>
                    <a:pt x="8253" y="12546"/>
                  </a:lnTo>
                  <a:lnTo>
                    <a:pt x="8914" y="12509"/>
                  </a:lnTo>
                  <a:lnTo>
                    <a:pt x="8950" y="12509"/>
                  </a:lnTo>
                  <a:lnTo>
                    <a:pt x="8950" y="12619"/>
                  </a:lnTo>
                  <a:lnTo>
                    <a:pt x="9024" y="12692"/>
                  </a:lnTo>
                  <a:lnTo>
                    <a:pt x="9170" y="12802"/>
                  </a:lnTo>
                  <a:lnTo>
                    <a:pt x="9354" y="12876"/>
                  </a:lnTo>
                  <a:lnTo>
                    <a:pt x="9537" y="12912"/>
                  </a:lnTo>
                  <a:lnTo>
                    <a:pt x="9647" y="13279"/>
                  </a:lnTo>
                  <a:lnTo>
                    <a:pt x="9794" y="13829"/>
                  </a:lnTo>
                  <a:lnTo>
                    <a:pt x="9904" y="14050"/>
                  </a:lnTo>
                  <a:lnTo>
                    <a:pt x="9977" y="14160"/>
                  </a:lnTo>
                  <a:lnTo>
                    <a:pt x="10051" y="14270"/>
                  </a:lnTo>
                  <a:lnTo>
                    <a:pt x="10198" y="14270"/>
                  </a:lnTo>
                  <a:lnTo>
                    <a:pt x="10271" y="14233"/>
                  </a:lnTo>
                  <a:lnTo>
                    <a:pt x="10308" y="14160"/>
                  </a:lnTo>
                  <a:lnTo>
                    <a:pt x="10308" y="14013"/>
                  </a:lnTo>
                  <a:lnTo>
                    <a:pt x="10308" y="13903"/>
                  </a:lnTo>
                  <a:lnTo>
                    <a:pt x="10198" y="13609"/>
                  </a:lnTo>
                  <a:lnTo>
                    <a:pt x="9977" y="12949"/>
                  </a:lnTo>
                  <a:lnTo>
                    <a:pt x="9904" y="12729"/>
                  </a:lnTo>
                  <a:lnTo>
                    <a:pt x="9977" y="12619"/>
                  </a:lnTo>
                  <a:lnTo>
                    <a:pt x="10088" y="12399"/>
                  </a:lnTo>
                  <a:lnTo>
                    <a:pt x="10124" y="12215"/>
                  </a:lnTo>
                  <a:lnTo>
                    <a:pt x="10161" y="12032"/>
                  </a:lnTo>
                  <a:lnTo>
                    <a:pt x="10161" y="11885"/>
                  </a:lnTo>
                  <a:lnTo>
                    <a:pt x="10124" y="11849"/>
                  </a:lnTo>
                  <a:lnTo>
                    <a:pt x="10601" y="11042"/>
                  </a:lnTo>
                  <a:lnTo>
                    <a:pt x="11115" y="10235"/>
                  </a:lnTo>
                  <a:lnTo>
                    <a:pt x="11371" y="10088"/>
                  </a:lnTo>
                  <a:lnTo>
                    <a:pt x="11518" y="9978"/>
                  </a:lnTo>
                  <a:lnTo>
                    <a:pt x="11628" y="9868"/>
                  </a:lnTo>
                  <a:lnTo>
                    <a:pt x="11665" y="9831"/>
                  </a:lnTo>
                  <a:lnTo>
                    <a:pt x="11738" y="9758"/>
                  </a:lnTo>
                  <a:lnTo>
                    <a:pt x="11812" y="9611"/>
                  </a:lnTo>
                  <a:lnTo>
                    <a:pt x="11885" y="9464"/>
                  </a:lnTo>
                  <a:lnTo>
                    <a:pt x="12068" y="9501"/>
                  </a:lnTo>
                  <a:lnTo>
                    <a:pt x="12288" y="9501"/>
                  </a:lnTo>
                  <a:lnTo>
                    <a:pt x="12875" y="9538"/>
                  </a:lnTo>
                  <a:lnTo>
                    <a:pt x="13426" y="9501"/>
                  </a:lnTo>
                  <a:lnTo>
                    <a:pt x="13499" y="9501"/>
                  </a:lnTo>
                  <a:lnTo>
                    <a:pt x="13572" y="9464"/>
                  </a:lnTo>
                  <a:lnTo>
                    <a:pt x="13646" y="9391"/>
                  </a:lnTo>
                  <a:lnTo>
                    <a:pt x="13646" y="9318"/>
                  </a:lnTo>
                  <a:lnTo>
                    <a:pt x="13682" y="9244"/>
                  </a:lnTo>
                  <a:lnTo>
                    <a:pt x="13646" y="9171"/>
                  </a:lnTo>
                  <a:lnTo>
                    <a:pt x="13609" y="9098"/>
                  </a:lnTo>
                  <a:lnTo>
                    <a:pt x="13536" y="9024"/>
                  </a:lnTo>
                  <a:lnTo>
                    <a:pt x="13426" y="9024"/>
                  </a:lnTo>
                  <a:lnTo>
                    <a:pt x="13059" y="8988"/>
                  </a:lnTo>
                  <a:lnTo>
                    <a:pt x="12655" y="8988"/>
                  </a:lnTo>
                  <a:lnTo>
                    <a:pt x="11885" y="9024"/>
                  </a:lnTo>
                  <a:lnTo>
                    <a:pt x="11812" y="8951"/>
                  </a:lnTo>
                  <a:lnTo>
                    <a:pt x="11738" y="8877"/>
                  </a:lnTo>
                  <a:lnTo>
                    <a:pt x="11518" y="8767"/>
                  </a:lnTo>
                  <a:lnTo>
                    <a:pt x="11445" y="8767"/>
                  </a:lnTo>
                  <a:lnTo>
                    <a:pt x="11335" y="8804"/>
                  </a:lnTo>
                  <a:lnTo>
                    <a:pt x="11225" y="8767"/>
                  </a:lnTo>
                  <a:lnTo>
                    <a:pt x="11078" y="8804"/>
                  </a:lnTo>
                  <a:lnTo>
                    <a:pt x="10638" y="8107"/>
                  </a:lnTo>
                  <a:lnTo>
                    <a:pt x="10271" y="7594"/>
                  </a:lnTo>
                  <a:lnTo>
                    <a:pt x="10088" y="7300"/>
                  </a:lnTo>
                  <a:lnTo>
                    <a:pt x="9904" y="7080"/>
                  </a:lnTo>
                  <a:lnTo>
                    <a:pt x="9977" y="6970"/>
                  </a:lnTo>
                  <a:lnTo>
                    <a:pt x="10051" y="6823"/>
                  </a:lnTo>
                  <a:lnTo>
                    <a:pt x="10088" y="6713"/>
                  </a:lnTo>
                  <a:lnTo>
                    <a:pt x="10124" y="6567"/>
                  </a:lnTo>
                  <a:lnTo>
                    <a:pt x="10088" y="6493"/>
                  </a:lnTo>
                  <a:lnTo>
                    <a:pt x="10051" y="6456"/>
                  </a:lnTo>
                  <a:lnTo>
                    <a:pt x="9941" y="6456"/>
                  </a:lnTo>
                  <a:lnTo>
                    <a:pt x="10124" y="6236"/>
                  </a:lnTo>
                  <a:lnTo>
                    <a:pt x="10308" y="5980"/>
                  </a:lnTo>
                  <a:lnTo>
                    <a:pt x="10638" y="5503"/>
                  </a:lnTo>
                  <a:lnTo>
                    <a:pt x="11005" y="4953"/>
                  </a:lnTo>
                  <a:lnTo>
                    <a:pt x="11078" y="4953"/>
                  </a:lnTo>
                  <a:lnTo>
                    <a:pt x="11151" y="4916"/>
                  </a:lnTo>
                  <a:lnTo>
                    <a:pt x="11225" y="4843"/>
                  </a:lnTo>
                  <a:lnTo>
                    <a:pt x="11298" y="4769"/>
                  </a:lnTo>
                  <a:lnTo>
                    <a:pt x="11518" y="4586"/>
                  </a:lnTo>
                  <a:lnTo>
                    <a:pt x="11591" y="4476"/>
                  </a:lnTo>
                  <a:lnTo>
                    <a:pt x="11665" y="4366"/>
                  </a:lnTo>
                  <a:lnTo>
                    <a:pt x="11702" y="4256"/>
                  </a:lnTo>
                  <a:lnTo>
                    <a:pt x="11702" y="4146"/>
                  </a:lnTo>
                  <a:lnTo>
                    <a:pt x="11665" y="3999"/>
                  </a:lnTo>
                  <a:lnTo>
                    <a:pt x="11591" y="3889"/>
                  </a:lnTo>
                  <a:lnTo>
                    <a:pt x="11518" y="3779"/>
                  </a:lnTo>
                  <a:lnTo>
                    <a:pt x="11408" y="3742"/>
                  </a:lnTo>
                  <a:lnTo>
                    <a:pt x="11298" y="3705"/>
                  </a:lnTo>
                  <a:lnTo>
                    <a:pt x="11151" y="3669"/>
                  </a:lnTo>
                  <a:lnTo>
                    <a:pt x="10931" y="3192"/>
                  </a:lnTo>
                  <a:lnTo>
                    <a:pt x="10674" y="2752"/>
                  </a:lnTo>
                  <a:lnTo>
                    <a:pt x="10344" y="2091"/>
                  </a:lnTo>
                  <a:lnTo>
                    <a:pt x="10124" y="1725"/>
                  </a:lnTo>
                  <a:lnTo>
                    <a:pt x="9904" y="1431"/>
                  </a:lnTo>
                  <a:lnTo>
                    <a:pt x="9941" y="1284"/>
                  </a:lnTo>
                  <a:lnTo>
                    <a:pt x="9941" y="1211"/>
                  </a:lnTo>
                  <a:lnTo>
                    <a:pt x="9977" y="1064"/>
                  </a:lnTo>
                  <a:lnTo>
                    <a:pt x="9941" y="954"/>
                  </a:lnTo>
                  <a:lnTo>
                    <a:pt x="9904" y="844"/>
                  </a:lnTo>
                  <a:lnTo>
                    <a:pt x="9831" y="697"/>
                  </a:lnTo>
                  <a:lnTo>
                    <a:pt x="9721" y="587"/>
                  </a:lnTo>
                  <a:lnTo>
                    <a:pt x="9574" y="514"/>
                  </a:lnTo>
                  <a:lnTo>
                    <a:pt x="9427" y="477"/>
                  </a:lnTo>
                  <a:lnTo>
                    <a:pt x="9244" y="514"/>
                  </a:lnTo>
                  <a:lnTo>
                    <a:pt x="9097" y="551"/>
                  </a:lnTo>
                  <a:lnTo>
                    <a:pt x="8987" y="661"/>
                  </a:lnTo>
                  <a:lnTo>
                    <a:pt x="8914" y="808"/>
                  </a:lnTo>
                  <a:lnTo>
                    <a:pt x="8877" y="954"/>
                  </a:lnTo>
                  <a:lnTo>
                    <a:pt x="8840" y="1028"/>
                  </a:lnTo>
                  <a:lnTo>
                    <a:pt x="7887" y="1101"/>
                  </a:lnTo>
                  <a:lnTo>
                    <a:pt x="7080" y="1174"/>
                  </a:lnTo>
                  <a:lnTo>
                    <a:pt x="6933" y="1174"/>
                  </a:lnTo>
                  <a:lnTo>
                    <a:pt x="6860" y="1064"/>
                  </a:lnTo>
                  <a:lnTo>
                    <a:pt x="6749" y="918"/>
                  </a:lnTo>
                  <a:lnTo>
                    <a:pt x="6713" y="881"/>
                  </a:lnTo>
                  <a:lnTo>
                    <a:pt x="6639" y="808"/>
                  </a:lnTo>
                  <a:lnTo>
                    <a:pt x="6529" y="771"/>
                  </a:lnTo>
                  <a:lnTo>
                    <a:pt x="6456" y="771"/>
                  </a:lnTo>
                  <a:lnTo>
                    <a:pt x="6383" y="808"/>
                  </a:lnTo>
                  <a:lnTo>
                    <a:pt x="5942" y="808"/>
                  </a:lnTo>
                  <a:lnTo>
                    <a:pt x="5686" y="477"/>
                  </a:lnTo>
                  <a:lnTo>
                    <a:pt x="5576" y="294"/>
                  </a:lnTo>
                  <a:lnTo>
                    <a:pt x="5466" y="111"/>
                  </a:lnTo>
                  <a:lnTo>
                    <a:pt x="5429" y="37"/>
                  </a:lnTo>
                  <a:lnTo>
                    <a:pt x="5356" y="1"/>
                  </a:lnTo>
                  <a:lnTo>
                    <a:pt x="5209" y="1"/>
                  </a:lnTo>
                  <a:lnTo>
                    <a:pt x="5025" y="37"/>
                  </a:lnTo>
                  <a:lnTo>
                    <a:pt x="4915" y="1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0" name="Google Shape;308;p5">
              <a:extLst>
                <a:ext uri="{FF2B5EF4-FFF2-40B4-BE49-F238E27FC236}">
                  <a16:creationId xmlns:a16="http://schemas.microsoft.com/office/drawing/2014/main" id="{F7485136-B835-4643-A818-7B99EDC22B64}"/>
                </a:ext>
              </a:extLst>
            </p:cNvPr>
            <p:cNvSpPr/>
            <p:nvPr/>
          </p:nvSpPr>
          <p:spPr>
            <a:xfrm>
              <a:off x="6789450" y="3384325"/>
              <a:ext cx="262300" cy="186175"/>
            </a:xfrm>
            <a:custGeom>
              <a:avLst/>
              <a:gdLst/>
              <a:ahLst/>
              <a:cxnLst/>
              <a:rect l="l" t="t" r="r" b="b"/>
              <a:pathLst>
                <a:path w="10492" h="7447" extrusionOk="0">
                  <a:moveTo>
                    <a:pt x="7300" y="1761"/>
                  </a:moveTo>
                  <a:lnTo>
                    <a:pt x="7117" y="1797"/>
                  </a:lnTo>
                  <a:lnTo>
                    <a:pt x="6897" y="1834"/>
                  </a:lnTo>
                  <a:lnTo>
                    <a:pt x="6713" y="1907"/>
                  </a:lnTo>
                  <a:lnTo>
                    <a:pt x="6530" y="2017"/>
                  </a:lnTo>
                  <a:lnTo>
                    <a:pt x="6383" y="2128"/>
                  </a:lnTo>
                  <a:lnTo>
                    <a:pt x="6273" y="2274"/>
                  </a:lnTo>
                  <a:lnTo>
                    <a:pt x="6200" y="2458"/>
                  </a:lnTo>
                  <a:lnTo>
                    <a:pt x="6200" y="2531"/>
                  </a:lnTo>
                  <a:lnTo>
                    <a:pt x="6237" y="2604"/>
                  </a:lnTo>
                  <a:lnTo>
                    <a:pt x="6310" y="2641"/>
                  </a:lnTo>
                  <a:lnTo>
                    <a:pt x="6383" y="2641"/>
                  </a:lnTo>
                  <a:lnTo>
                    <a:pt x="6530" y="2604"/>
                  </a:lnTo>
                  <a:lnTo>
                    <a:pt x="6640" y="2531"/>
                  </a:lnTo>
                  <a:lnTo>
                    <a:pt x="6860" y="2384"/>
                  </a:lnTo>
                  <a:lnTo>
                    <a:pt x="7007" y="2348"/>
                  </a:lnTo>
                  <a:lnTo>
                    <a:pt x="7154" y="2274"/>
                  </a:lnTo>
                  <a:lnTo>
                    <a:pt x="7484" y="2274"/>
                  </a:lnTo>
                  <a:lnTo>
                    <a:pt x="7667" y="2311"/>
                  </a:lnTo>
                  <a:lnTo>
                    <a:pt x="7851" y="2384"/>
                  </a:lnTo>
                  <a:lnTo>
                    <a:pt x="7924" y="2458"/>
                  </a:lnTo>
                  <a:lnTo>
                    <a:pt x="7961" y="2531"/>
                  </a:lnTo>
                  <a:lnTo>
                    <a:pt x="7997" y="2641"/>
                  </a:lnTo>
                  <a:lnTo>
                    <a:pt x="7997" y="2751"/>
                  </a:lnTo>
                  <a:lnTo>
                    <a:pt x="7961" y="2898"/>
                  </a:lnTo>
                  <a:lnTo>
                    <a:pt x="7887" y="3045"/>
                  </a:lnTo>
                  <a:lnTo>
                    <a:pt x="7667" y="3338"/>
                  </a:lnTo>
                  <a:lnTo>
                    <a:pt x="7190" y="3998"/>
                  </a:lnTo>
                  <a:lnTo>
                    <a:pt x="6713" y="4622"/>
                  </a:lnTo>
                  <a:lnTo>
                    <a:pt x="5686" y="5869"/>
                  </a:lnTo>
                  <a:lnTo>
                    <a:pt x="5613" y="6016"/>
                  </a:lnTo>
                  <a:lnTo>
                    <a:pt x="5650" y="6162"/>
                  </a:lnTo>
                  <a:lnTo>
                    <a:pt x="5686" y="6236"/>
                  </a:lnTo>
                  <a:lnTo>
                    <a:pt x="5723" y="6273"/>
                  </a:lnTo>
                  <a:lnTo>
                    <a:pt x="5796" y="6309"/>
                  </a:lnTo>
                  <a:lnTo>
                    <a:pt x="5870" y="6309"/>
                  </a:lnTo>
                  <a:lnTo>
                    <a:pt x="6567" y="6273"/>
                  </a:lnTo>
                  <a:lnTo>
                    <a:pt x="7264" y="6309"/>
                  </a:lnTo>
                  <a:lnTo>
                    <a:pt x="8034" y="6346"/>
                  </a:lnTo>
                  <a:lnTo>
                    <a:pt x="8401" y="6419"/>
                  </a:lnTo>
                  <a:lnTo>
                    <a:pt x="8547" y="6419"/>
                  </a:lnTo>
                  <a:lnTo>
                    <a:pt x="8731" y="6383"/>
                  </a:lnTo>
                  <a:lnTo>
                    <a:pt x="8841" y="6309"/>
                  </a:lnTo>
                  <a:lnTo>
                    <a:pt x="8878" y="6199"/>
                  </a:lnTo>
                  <a:lnTo>
                    <a:pt x="8878" y="6089"/>
                  </a:lnTo>
                  <a:lnTo>
                    <a:pt x="8768" y="6016"/>
                  </a:lnTo>
                  <a:lnTo>
                    <a:pt x="8658" y="5942"/>
                  </a:lnTo>
                  <a:lnTo>
                    <a:pt x="8474" y="5869"/>
                  </a:lnTo>
                  <a:lnTo>
                    <a:pt x="8107" y="5796"/>
                  </a:lnTo>
                  <a:lnTo>
                    <a:pt x="7410" y="5759"/>
                  </a:lnTo>
                  <a:lnTo>
                    <a:pt x="6457" y="5759"/>
                  </a:lnTo>
                  <a:lnTo>
                    <a:pt x="7557" y="4365"/>
                  </a:lnTo>
                  <a:lnTo>
                    <a:pt x="7851" y="3998"/>
                  </a:lnTo>
                  <a:lnTo>
                    <a:pt x="8144" y="3595"/>
                  </a:lnTo>
                  <a:lnTo>
                    <a:pt x="8291" y="3375"/>
                  </a:lnTo>
                  <a:lnTo>
                    <a:pt x="8401" y="3191"/>
                  </a:lnTo>
                  <a:lnTo>
                    <a:pt x="8474" y="2935"/>
                  </a:lnTo>
                  <a:lnTo>
                    <a:pt x="8511" y="2714"/>
                  </a:lnTo>
                  <a:lnTo>
                    <a:pt x="8511" y="2494"/>
                  </a:lnTo>
                  <a:lnTo>
                    <a:pt x="8437" y="2311"/>
                  </a:lnTo>
                  <a:lnTo>
                    <a:pt x="8327" y="2164"/>
                  </a:lnTo>
                  <a:lnTo>
                    <a:pt x="8217" y="2017"/>
                  </a:lnTo>
                  <a:lnTo>
                    <a:pt x="8071" y="1907"/>
                  </a:lnTo>
                  <a:lnTo>
                    <a:pt x="7887" y="1834"/>
                  </a:lnTo>
                  <a:lnTo>
                    <a:pt x="7667" y="1797"/>
                  </a:lnTo>
                  <a:lnTo>
                    <a:pt x="7484" y="1761"/>
                  </a:lnTo>
                  <a:close/>
                  <a:moveTo>
                    <a:pt x="954" y="0"/>
                  </a:moveTo>
                  <a:lnTo>
                    <a:pt x="771" y="37"/>
                  </a:lnTo>
                  <a:lnTo>
                    <a:pt x="624" y="110"/>
                  </a:lnTo>
                  <a:lnTo>
                    <a:pt x="441" y="183"/>
                  </a:lnTo>
                  <a:lnTo>
                    <a:pt x="294" y="257"/>
                  </a:lnTo>
                  <a:lnTo>
                    <a:pt x="147" y="404"/>
                  </a:lnTo>
                  <a:lnTo>
                    <a:pt x="37" y="514"/>
                  </a:lnTo>
                  <a:lnTo>
                    <a:pt x="1" y="587"/>
                  </a:lnTo>
                  <a:lnTo>
                    <a:pt x="1" y="660"/>
                  </a:lnTo>
                  <a:lnTo>
                    <a:pt x="74" y="770"/>
                  </a:lnTo>
                  <a:lnTo>
                    <a:pt x="184" y="844"/>
                  </a:lnTo>
                  <a:lnTo>
                    <a:pt x="257" y="844"/>
                  </a:lnTo>
                  <a:lnTo>
                    <a:pt x="331" y="807"/>
                  </a:lnTo>
                  <a:lnTo>
                    <a:pt x="661" y="660"/>
                  </a:lnTo>
                  <a:lnTo>
                    <a:pt x="844" y="624"/>
                  </a:lnTo>
                  <a:lnTo>
                    <a:pt x="1028" y="587"/>
                  </a:lnTo>
                  <a:lnTo>
                    <a:pt x="991" y="624"/>
                  </a:lnTo>
                  <a:lnTo>
                    <a:pt x="991" y="844"/>
                  </a:lnTo>
                  <a:lnTo>
                    <a:pt x="991" y="1064"/>
                  </a:lnTo>
                  <a:lnTo>
                    <a:pt x="1101" y="1467"/>
                  </a:lnTo>
                  <a:lnTo>
                    <a:pt x="1358" y="2641"/>
                  </a:lnTo>
                  <a:lnTo>
                    <a:pt x="2312" y="7263"/>
                  </a:lnTo>
                  <a:lnTo>
                    <a:pt x="2348" y="7336"/>
                  </a:lnTo>
                  <a:lnTo>
                    <a:pt x="2422" y="7410"/>
                  </a:lnTo>
                  <a:lnTo>
                    <a:pt x="2495" y="7446"/>
                  </a:lnTo>
                  <a:lnTo>
                    <a:pt x="2678" y="7446"/>
                  </a:lnTo>
                  <a:lnTo>
                    <a:pt x="2752" y="7410"/>
                  </a:lnTo>
                  <a:lnTo>
                    <a:pt x="2825" y="7336"/>
                  </a:lnTo>
                  <a:lnTo>
                    <a:pt x="2862" y="7263"/>
                  </a:lnTo>
                  <a:lnTo>
                    <a:pt x="4072" y="4108"/>
                  </a:lnTo>
                  <a:lnTo>
                    <a:pt x="5246" y="990"/>
                  </a:lnTo>
                  <a:lnTo>
                    <a:pt x="6457" y="917"/>
                  </a:lnTo>
                  <a:lnTo>
                    <a:pt x="7667" y="880"/>
                  </a:lnTo>
                  <a:lnTo>
                    <a:pt x="8988" y="917"/>
                  </a:lnTo>
                  <a:lnTo>
                    <a:pt x="9648" y="990"/>
                  </a:lnTo>
                  <a:lnTo>
                    <a:pt x="9978" y="990"/>
                  </a:lnTo>
                  <a:lnTo>
                    <a:pt x="10308" y="954"/>
                  </a:lnTo>
                  <a:lnTo>
                    <a:pt x="10382" y="917"/>
                  </a:lnTo>
                  <a:lnTo>
                    <a:pt x="10455" y="880"/>
                  </a:lnTo>
                  <a:lnTo>
                    <a:pt x="10492" y="807"/>
                  </a:lnTo>
                  <a:lnTo>
                    <a:pt x="10492" y="734"/>
                  </a:lnTo>
                  <a:lnTo>
                    <a:pt x="10418" y="587"/>
                  </a:lnTo>
                  <a:lnTo>
                    <a:pt x="10382" y="514"/>
                  </a:lnTo>
                  <a:lnTo>
                    <a:pt x="10308" y="477"/>
                  </a:lnTo>
                  <a:lnTo>
                    <a:pt x="10015" y="404"/>
                  </a:lnTo>
                  <a:lnTo>
                    <a:pt x="9721" y="367"/>
                  </a:lnTo>
                  <a:lnTo>
                    <a:pt x="9134" y="330"/>
                  </a:lnTo>
                  <a:lnTo>
                    <a:pt x="7814" y="293"/>
                  </a:lnTo>
                  <a:lnTo>
                    <a:pt x="6420" y="330"/>
                  </a:lnTo>
                  <a:lnTo>
                    <a:pt x="5026" y="404"/>
                  </a:lnTo>
                  <a:lnTo>
                    <a:pt x="4916" y="440"/>
                  </a:lnTo>
                  <a:lnTo>
                    <a:pt x="4843" y="477"/>
                  </a:lnTo>
                  <a:lnTo>
                    <a:pt x="4806" y="550"/>
                  </a:lnTo>
                  <a:lnTo>
                    <a:pt x="4733" y="624"/>
                  </a:lnTo>
                  <a:lnTo>
                    <a:pt x="2678" y="6162"/>
                  </a:lnTo>
                  <a:lnTo>
                    <a:pt x="2128" y="3705"/>
                  </a:lnTo>
                  <a:lnTo>
                    <a:pt x="1725" y="1981"/>
                  </a:lnTo>
                  <a:lnTo>
                    <a:pt x="1541" y="1210"/>
                  </a:lnTo>
                  <a:lnTo>
                    <a:pt x="1468" y="844"/>
                  </a:lnTo>
                  <a:lnTo>
                    <a:pt x="1431" y="660"/>
                  </a:lnTo>
                  <a:lnTo>
                    <a:pt x="1395" y="550"/>
                  </a:lnTo>
                  <a:lnTo>
                    <a:pt x="1431" y="550"/>
                  </a:lnTo>
                  <a:lnTo>
                    <a:pt x="1468" y="514"/>
                  </a:lnTo>
                  <a:lnTo>
                    <a:pt x="1468" y="477"/>
                  </a:lnTo>
                  <a:lnTo>
                    <a:pt x="1505" y="367"/>
                  </a:lnTo>
                  <a:lnTo>
                    <a:pt x="1505" y="220"/>
                  </a:lnTo>
                  <a:lnTo>
                    <a:pt x="1468" y="110"/>
                  </a:lnTo>
                  <a:lnTo>
                    <a:pt x="1395" y="73"/>
                  </a:lnTo>
                  <a:lnTo>
                    <a:pt x="1321" y="37"/>
                  </a:lnTo>
                  <a:lnTo>
                    <a:pt x="1138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1" name="Google Shape;309;p5">
              <a:extLst>
                <a:ext uri="{FF2B5EF4-FFF2-40B4-BE49-F238E27FC236}">
                  <a16:creationId xmlns:a16="http://schemas.microsoft.com/office/drawing/2014/main" id="{C5F0462F-4AE1-4110-90F5-7535A4F81771}"/>
                </a:ext>
              </a:extLst>
            </p:cNvPr>
            <p:cNvSpPr/>
            <p:nvPr/>
          </p:nvSpPr>
          <p:spPr>
            <a:xfrm>
              <a:off x="6950850" y="4617725"/>
              <a:ext cx="254050" cy="162350"/>
            </a:xfrm>
            <a:custGeom>
              <a:avLst/>
              <a:gdLst/>
              <a:ahLst/>
              <a:cxnLst/>
              <a:rect l="l" t="t" r="r" b="b"/>
              <a:pathLst>
                <a:path w="10162" h="6494" extrusionOk="0">
                  <a:moveTo>
                    <a:pt x="8291" y="587"/>
                  </a:moveTo>
                  <a:lnTo>
                    <a:pt x="8291" y="698"/>
                  </a:lnTo>
                  <a:lnTo>
                    <a:pt x="8327" y="771"/>
                  </a:lnTo>
                  <a:lnTo>
                    <a:pt x="8401" y="808"/>
                  </a:lnTo>
                  <a:lnTo>
                    <a:pt x="8474" y="808"/>
                  </a:lnTo>
                  <a:lnTo>
                    <a:pt x="8768" y="771"/>
                  </a:lnTo>
                  <a:lnTo>
                    <a:pt x="8914" y="771"/>
                  </a:lnTo>
                  <a:lnTo>
                    <a:pt x="8988" y="808"/>
                  </a:lnTo>
                  <a:lnTo>
                    <a:pt x="9024" y="844"/>
                  </a:lnTo>
                  <a:lnTo>
                    <a:pt x="9208" y="1101"/>
                  </a:lnTo>
                  <a:lnTo>
                    <a:pt x="9318" y="1321"/>
                  </a:lnTo>
                  <a:lnTo>
                    <a:pt x="9465" y="1615"/>
                  </a:lnTo>
                  <a:lnTo>
                    <a:pt x="9538" y="1871"/>
                  </a:lnTo>
                  <a:lnTo>
                    <a:pt x="9611" y="2165"/>
                  </a:lnTo>
                  <a:lnTo>
                    <a:pt x="9648" y="2458"/>
                  </a:lnTo>
                  <a:lnTo>
                    <a:pt x="9648" y="2715"/>
                  </a:lnTo>
                  <a:lnTo>
                    <a:pt x="9575" y="2972"/>
                  </a:lnTo>
                  <a:lnTo>
                    <a:pt x="9501" y="3229"/>
                  </a:lnTo>
                  <a:lnTo>
                    <a:pt x="9354" y="3485"/>
                  </a:lnTo>
                  <a:lnTo>
                    <a:pt x="9171" y="3669"/>
                  </a:lnTo>
                  <a:lnTo>
                    <a:pt x="8988" y="3852"/>
                  </a:lnTo>
                  <a:lnTo>
                    <a:pt x="8731" y="3962"/>
                  </a:lnTo>
                  <a:lnTo>
                    <a:pt x="8474" y="3999"/>
                  </a:lnTo>
                  <a:lnTo>
                    <a:pt x="8327" y="3999"/>
                  </a:lnTo>
                  <a:lnTo>
                    <a:pt x="8217" y="3925"/>
                  </a:lnTo>
                  <a:lnTo>
                    <a:pt x="8107" y="3852"/>
                  </a:lnTo>
                  <a:lnTo>
                    <a:pt x="7997" y="3742"/>
                  </a:lnTo>
                  <a:lnTo>
                    <a:pt x="7851" y="3485"/>
                  </a:lnTo>
                  <a:lnTo>
                    <a:pt x="7740" y="3229"/>
                  </a:lnTo>
                  <a:lnTo>
                    <a:pt x="7630" y="2935"/>
                  </a:lnTo>
                  <a:lnTo>
                    <a:pt x="7594" y="2605"/>
                  </a:lnTo>
                  <a:lnTo>
                    <a:pt x="7557" y="2311"/>
                  </a:lnTo>
                  <a:lnTo>
                    <a:pt x="7594" y="1981"/>
                  </a:lnTo>
                  <a:lnTo>
                    <a:pt x="7630" y="1578"/>
                  </a:lnTo>
                  <a:lnTo>
                    <a:pt x="7777" y="1211"/>
                  </a:lnTo>
                  <a:lnTo>
                    <a:pt x="7887" y="1028"/>
                  </a:lnTo>
                  <a:lnTo>
                    <a:pt x="7997" y="844"/>
                  </a:lnTo>
                  <a:lnTo>
                    <a:pt x="8107" y="698"/>
                  </a:lnTo>
                  <a:lnTo>
                    <a:pt x="8291" y="587"/>
                  </a:lnTo>
                  <a:close/>
                  <a:moveTo>
                    <a:pt x="8401" y="147"/>
                  </a:moveTo>
                  <a:lnTo>
                    <a:pt x="8181" y="221"/>
                  </a:lnTo>
                  <a:lnTo>
                    <a:pt x="7961" y="294"/>
                  </a:lnTo>
                  <a:lnTo>
                    <a:pt x="7814" y="404"/>
                  </a:lnTo>
                  <a:lnTo>
                    <a:pt x="7667" y="551"/>
                  </a:lnTo>
                  <a:lnTo>
                    <a:pt x="7520" y="698"/>
                  </a:lnTo>
                  <a:lnTo>
                    <a:pt x="7410" y="881"/>
                  </a:lnTo>
                  <a:lnTo>
                    <a:pt x="7264" y="1284"/>
                  </a:lnTo>
                  <a:lnTo>
                    <a:pt x="7154" y="1688"/>
                  </a:lnTo>
                  <a:lnTo>
                    <a:pt x="7117" y="2055"/>
                  </a:lnTo>
                  <a:lnTo>
                    <a:pt x="7080" y="2458"/>
                  </a:lnTo>
                  <a:lnTo>
                    <a:pt x="7154" y="2935"/>
                  </a:lnTo>
                  <a:lnTo>
                    <a:pt x="7264" y="3375"/>
                  </a:lnTo>
                  <a:lnTo>
                    <a:pt x="7410" y="3779"/>
                  </a:lnTo>
                  <a:lnTo>
                    <a:pt x="7520" y="3962"/>
                  </a:lnTo>
                  <a:lnTo>
                    <a:pt x="7667" y="4146"/>
                  </a:lnTo>
                  <a:lnTo>
                    <a:pt x="7814" y="4292"/>
                  </a:lnTo>
                  <a:lnTo>
                    <a:pt x="7961" y="4402"/>
                  </a:lnTo>
                  <a:lnTo>
                    <a:pt x="8144" y="4476"/>
                  </a:lnTo>
                  <a:lnTo>
                    <a:pt x="8364" y="4512"/>
                  </a:lnTo>
                  <a:lnTo>
                    <a:pt x="8584" y="4512"/>
                  </a:lnTo>
                  <a:lnTo>
                    <a:pt x="8768" y="4476"/>
                  </a:lnTo>
                  <a:lnTo>
                    <a:pt x="8988" y="4439"/>
                  </a:lnTo>
                  <a:lnTo>
                    <a:pt x="9134" y="4366"/>
                  </a:lnTo>
                  <a:lnTo>
                    <a:pt x="9318" y="4256"/>
                  </a:lnTo>
                  <a:lnTo>
                    <a:pt x="9465" y="4146"/>
                  </a:lnTo>
                  <a:lnTo>
                    <a:pt x="9721" y="3852"/>
                  </a:lnTo>
                  <a:lnTo>
                    <a:pt x="9905" y="3522"/>
                  </a:lnTo>
                  <a:lnTo>
                    <a:pt x="10051" y="3118"/>
                  </a:lnTo>
                  <a:lnTo>
                    <a:pt x="10161" y="2752"/>
                  </a:lnTo>
                  <a:lnTo>
                    <a:pt x="10161" y="2348"/>
                  </a:lnTo>
                  <a:lnTo>
                    <a:pt x="10125" y="2091"/>
                  </a:lnTo>
                  <a:lnTo>
                    <a:pt x="10051" y="1761"/>
                  </a:lnTo>
                  <a:lnTo>
                    <a:pt x="9941" y="1394"/>
                  </a:lnTo>
                  <a:lnTo>
                    <a:pt x="9758" y="1064"/>
                  </a:lnTo>
                  <a:lnTo>
                    <a:pt x="9575" y="734"/>
                  </a:lnTo>
                  <a:lnTo>
                    <a:pt x="9354" y="441"/>
                  </a:lnTo>
                  <a:lnTo>
                    <a:pt x="9244" y="331"/>
                  </a:lnTo>
                  <a:lnTo>
                    <a:pt x="9098" y="257"/>
                  </a:lnTo>
                  <a:lnTo>
                    <a:pt x="8988" y="221"/>
                  </a:lnTo>
                  <a:lnTo>
                    <a:pt x="8841" y="184"/>
                  </a:lnTo>
                  <a:lnTo>
                    <a:pt x="8621" y="147"/>
                  </a:lnTo>
                  <a:close/>
                  <a:moveTo>
                    <a:pt x="3999" y="1"/>
                  </a:moveTo>
                  <a:lnTo>
                    <a:pt x="3926" y="37"/>
                  </a:lnTo>
                  <a:lnTo>
                    <a:pt x="3852" y="111"/>
                  </a:lnTo>
                  <a:lnTo>
                    <a:pt x="3816" y="404"/>
                  </a:lnTo>
                  <a:lnTo>
                    <a:pt x="3779" y="734"/>
                  </a:lnTo>
                  <a:lnTo>
                    <a:pt x="3705" y="1321"/>
                  </a:lnTo>
                  <a:lnTo>
                    <a:pt x="3632" y="2458"/>
                  </a:lnTo>
                  <a:lnTo>
                    <a:pt x="2898" y="2385"/>
                  </a:lnTo>
                  <a:lnTo>
                    <a:pt x="2128" y="2385"/>
                  </a:lnTo>
                  <a:lnTo>
                    <a:pt x="1395" y="2422"/>
                  </a:lnTo>
                  <a:lnTo>
                    <a:pt x="1028" y="2495"/>
                  </a:lnTo>
                  <a:lnTo>
                    <a:pt x="661" y="2568"/>
                  </a:lnTo>
                  <a:lnTo>
                    <a:pt x="661" y="2495"/>
                  </a:lnTo>
                  <a:lnTo>
                    <a:pt x="588" y="2458"/>
                  </a:lnTo>
                  <a:lnTo>
                    <a:pt x="551" y="2495"/>
                  </a:lnTo>
                  <a:lnTo>
                    <a:pt x="478" y="1651"/>
                  </a:lnTo>
                  <a:lnTo>
                    <a:pt x="441" y="918"/>
                  </a:lnTo>
                  <a:lnTo>
                    <a:pt x="404" y="551"/>
                  </a:lnTo>
                  <a:lnTo>
                    <a:pt x="367" y="184"/>
                  </a:lnTo>
                  <a:lnTo>
                    <a:pt x="331" y="111"/>
                  </a:lnTo>
                  <a:lnTo>
                    <a:pt x="147" y="111"/>
                  </a:lnTo>
                  <a:lnTo>
                    <a:pt x="111" y="184"/>
                  </a:lnTo>
                  <a:lnTo>
                    <a:pt x="37" y="514"/>
                  </a:lnTo>
                  <a:lnTo>
                    <a:pt x="1" y="881"/>
                  </a:lnTo>
                  <a:lnTo>
                    <a:pt x="1" y="1578"/>
                  </a:lnTo>
                  <a:lnTo>
                    <a:pt x="37" y="2275"/>
                  </a:lnTo>
                  <a:lnTo>
                    <a:pt x="111" y="2972"/>
                  </a:lnTo>
                  <a:lnTo>
                    <a:pt x="184" y="3632"/>
                  </a:lnTo>
                  <a:lnTo>
                    <a:pt x="294" y="4329"/>
                  </a:lnTo>
                  <a:lnTo>
                    <a:pt x="404" y="4989"/>
                  </a:lnTo>
                  <a:lnTo>
                    <a:pt x="478" y="5356"/>
                  </a:lnTo>
                  <a:lnTo>
                    <a:pt x="551" y="5503"/>
                  </a:lnTo>
                  <a:lnTo>
                    <a:pt x="588" y="5650"/>
                  </a:lnTo>
                  <a:lnTo>
                    <a:pt x="551" y="5723"/>
                  </a:lnTo>
                  <a:lnTo>
                    <a:pt x="588" y="5833"/>
                  </a:lnTo>
                  <a:lnTo>
                    <a:pt x="661" y="5906"/>
                  </a:lnTo>
                  <a:lnTo>
                    <a:pt x="734" y="5943"/>
                  </a:lnTo>
                  <a:lnTo>
                    <a:pt x="881" y="5943"/>
                  </a:lnTo>
                  <a:lnTo>
                    <a:pt x="954" y="5906"/>
                  </a:lnTo>
                  <a:lnTo>
                    <a:pt x="1028" y="5833"/>
                  </a:lnTo>
                  <a:lnTo>
                    <a:pt x="1064" y="5760"/>
                  </a:lnTo>
                  <a:lnTo>
                    <a:pt x="1064" y="5650"/>
                  </a:lnTo>
                  <a:lnTo>
                    <a:pt x="1064" y="5466"/>
                  </a:lnTo>
                  <a:lnTo>
                    <a:pt x="881" y="4696"/>
                  </a:lnTo>
                  <a:lnTo>
                    <a:pt x="734" y="3889"/>
                  </a:lnTo>
                  <a:lnTo>
                    <a:pt x="624" y="3082"/>
                  </a:lnTo>
                  <a:lnTo>
                    <a:pt x="588" y="2935"/>
                  </a:lnTo>
                  <a:lnTo>
                    <a:pt x="991" y="2972"/>
                  </a:lnTo>
                  <a:lnTo>
                    <a:pt x="1358" y="2935"/>
                  </a:lnTo>
                  <a:lnTo>
                    <a:pt x="2128" y="2898"/>
                  </a:lnTo>
                  <a:lnTo>
                    <a:pt x="2862" y="2898"/>
                  </a:lnTo>
                  <a:lnTo>
                    <a:pt x="3632" y="2972"/>
                  </a:lnTo>
                  <a:lnTo>
                    <a:pt x="3559" y="4256"/>
                  </a:lnTo>
                  <a:lnTo>
                    <a:pt x="3485" y="4843"/>
                  </a:lnTo>
                  <a:lnTo>
                    <a:pt x="3485" y="4989"/>
                  </a:lnTo>
                  <a:lnTo>
                    <a:pt x="3522" y="5173"/>
                  </a:lnTo>
                  <a:lnTo>
                    <a:pt x="3559" y="5283"/>
                  </a:lnTo>
                  <a:lnTo>
                    <a:pt x="3632" y="5393"/>
                  </a:lnTo>
                  <a:lnTo>
                    <a:pt x="3669" y="5429"/>
                  </a:lnTo>
                  <a:lnTo>
                    <a:pt x="3742" y="5466"/>
                  </a:lnTo>
                  <a:lnTo>
                    <a:pt x="3852" y="5393"/>
                  </a:lnTo>
                  <a:lnTo>
                    <a:pt x="3926" y="5319"/>
                  </a:lnTo>
                  <a:lnTo>
                    <a:pt x="3999" y="5209"/>
                  </a:lnTo>
                  <a:lnTo>
                    <a:pt x="4036" y="4916"/>
                  </a:lnTo>
                  <a:lnTo>
                    <a:pt x="4036" y="4366"/>
                  </a:lnTo>
                  <a:lnTo>
                    <a:pt x="4109" y="2935"/>
                  </a:lnTo>
                  <a:lnTo>
                    <a:pt x="4146" y="1468"/>
                  </a:lnTo>
                  <a:lnTo>
                    <a:pt x="4182" y="771"/>
                  </a:lnTo>
                  <a:lnTo>
                    <a:pt x="4182" y="441"/>
                  </a:lnTo>
                  <a:lnTo>
                    <a:pt x="4146" y="111"/>
                  </a:lnTo>
                  <a:lnTo>
                    <a:pt x="4072" y="37"/>
                  </a:lnTo>
                  <a:lnTo>
                    <a:pt x="3999" y="1"/>
                  </a:lnTo>
                  <a:close/>
                  <a:moveTo>
                    <a:pt x="5503" y="3779"/>
                  </a:moveTo>
                  <a:lnTo>
                    <a:pt x="5246" y="3815"/>
                  </a:lnTo>
                  <a:lnTo>
                    <a:pt x="5026" y="3925"/>
                  </a:lnTo>
                  <a:lnTo>
                    <a:pt x="4879" y="3999"/>
                  </a:lnTo>
                  <a:lnTo>
                    <a:pt x="4806" y="4109"/>
                  </a:lnTo>
                  <a:lnTo>
                    <a:pt x="4806" y="4146"/>
                  </a:lnTo>
                  <a:lnTo>
                    <a:pt x="4843" y="4182"/>
                  </a:lnTo>
                  <a:lnTo>
                    <a:pt x="4916" y="4256"/>
                  </a:lnTo>
                  <a:lnTo>
                    <a:pt x="5246" y="4256"/>
                  </a:lnTo>
                  <a:lnTo>
                    <a:pt x="5723" y="4219"/>
                  </a:lnTo>
                  <a:lnTo>
                    <a:pt x="5723" y="4219"/>
                  </a:lnTo>
                  <a:lnTo>
                    <a:pt x="5686" y="4329"/>
                  </a:lnTo>
                  <a:lnTo>
                    <a:pt x="5576" y="4439"/>
                  </a:lnTo>
                  <a:lnTo>
                    <a:pt x="5393" y="4622"/>
                  </a:lnTo>
                  <a:lnTo>
                    <a:pt x="5026" y="5099"/>
                  </a:lnTo>
                  <a:lnTo>
                    <a:pt x="4659" y="5613"/>
                  </a:lnTo>
                  <a:lnTo>
                    <a:pt x="4366" y="6126"/>
                  </a:lnTo>
                  <a:lnTo>
                    <a:pt x="4329" y="6273"/>
                  </a:lnTo>
                  <a:lnTo>
                    <a:pt x="4366" y="6420"/>
                  </a:lnTo>
                  <a:lnTo>
                    <a:pt x="4476" y="6493"/>
                  </a:lnTo>
                  <a:lnTo>
                    <a:pt x="4623" y="6493"/>
                  </a:lnTo>
                  <a:lnTo>
                    <a:pt x="6310" y="6126"/>
                  </a:lnTo>
                  <a:lnTo>
                    <a:pt x="6383" y="6090"/>
                  </a:lnTo>
                  <a:lnTo>
                    <a:pt x="6457" y="6016"/>
                  </a:lnTo>
                  <a:lnTo>
                    <a:pt x="6493" y="5943"/>
                  </a:lnTo>
                  <a:lnTo>
                    <a:pt x="6457" y="5833"/>
                  </a:lnTo>
                  <a:lnTo>
                    <a:pt x="6420" y="5760"/>
                  </a:lnTo>
                  <a:lnTo>
                    <a:pt x="6383" y="5686"/>
                  </a:lnTo>
                  <a:lnTo>
                    <a:pt x="6273" y="5650"/>
                  </a:lnTo>
                  <a:lnTo>
                    <a:pt x="6163" y="5650"/>
                  </a:lnTo>
                  <a:lnTo>
                    <a:pt x="5026" y="5906"/>
                  </a:lnTo>
                  <a:lnTo>
                    <a:pt x="5319" y="5466"/>
                  </a:lnTo>
                  <a:lnTo>
                    <a:pt x="5650" y="5063"/>
                  </a:lnTo>
                  <a:lnTo>
                    <a:pt x="5870" y="4806"/>
                  </a:lnTo>
                  <a:lnTo>
                    <a:pt x="6053" y="4549"/>
                  </a:lnTo>
                  <a:lnTo>
                    <a:pt x="6126" y="4402"/>
                  </a:lnTo>
                  <a:lnTo>
                    <a:pt x="6200" y="4256"/>
                  </a:lnTo>
                  <a:lnTo>
                    <a:pt x="6200" y="4109"/>
                  </a:lnTo>
                  <a:lnTo>
                    <a:pt x="6200" y="3925"/>
                  </a:lnTo>
                  <a:lnTo>
                    <a:pt x="6163" y="3889"/>
                  </a:lnTo>
                  <a:lnTo>
                    <a:pt x="6126" y="3815"/>
                  </a:lnTo>
                  <a:lnTo>
                    <a:pt x="5980" y="3779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2" name="Google Shape;310;p5">
              <a:extLst>
                <a:ext uri="{FF2B5EF4-FFF2-40B4-BE49-F238E27FC236}">
                  <a16:creationId xmlns:a16="http://schemas.microsoft.com/office/drawing/2014/main" id="{69A3D96D-6CC8-4FAB-A700-BEACB154D044}"/>
                </a:ext>
              </a:extLst>
            </p:cNvPr>
            <p:cNvSpPr/>
            <p:nvPr/>
          </p:nvSpPr>
          <p:spPr>
            <a:xfrm>
              <a:off x="6051225" y="1090800"/>
              <a:ext cx="285225" cy="283400"/>
            </a:xfrm>
            <a:custGeom>
              <a:avLst/>
              <a:gdLst/>
              <a:ahLst/>
              <a:cxnLst/>
              <a:rect l="l" t="t" r="r" b="b"/>
              <a:pathLst>
                <a:path w="11409" h="11336" extrusionOk="0">
                  <a:moveTo>
                    <a:pt x="5173" y="4219"/>
                  </a:moveTo>
                  <a:lnTo>
                    <a:pt x="5136" y="4256"/>
                  </a:lnTo>
                  <a:lnTo>
                    <a:pt x="5100" y="4292"/>
                  </a:lnTo>
                  <a:lnTo>
                    <a:pt x="4990" y="4366"/>
                  </a:lnTo>
                  <a:lnTo>
                    <a:pt x="4916" y="4476"/>
                  </a:lnTo>
                  <a:lnTo>
                    <a:pt x="4916" y="4512"/>
                  </a:lnTo>
                  <a:lnTo>
                    <a:pt x="4843" y="4659"/>
                  </a:lnTo>
                  <a:lnTo>
                    <a:pt x="4843" y="4769"/>
                  </a:lnTo>
                  <a:lnTo>
                    <a:pt x="4880" y="4843"/>
                  </a:lnTo>
                  <a:lnTo>
                    <a:pt x="4990" y="4916"/>
                  </a:lnTo>
                  <a:lnTo>
                    <a:pt x="5100" y="4989"/>
                  </a:lnTo>
                  <a:lnTo>
                    <a:pt x="5283" y="4989"/>
                  </a:lnTo>
                  <a:lnTo>
                    <a:pt x="5430" y="4916"/>
                  </a:lnTo>
                  <a:lnTo>
                    <a:pt x="5540" y="4769"/>
                  </a:lnTo>
                  <a:lnTo>
                    <a:pt x="5577" y="4696"/>
                  </a:lnTo>
                  <a:lnTo>
                    <a:pt x="5613" y="4623"/>
                  </a:lnTo>
                  <a:lnTo>
                    <a:pt x="5577" y="4549"/>
                  </a:lnTo>
                  <a:lnTo>
                    <a:pt x="5577" y="4476"/>
                  </a:lnTo>
                  <a:lnTo>
                    <a:pt x="5430" y="4402"/>
                  </a:lnTo>
                  <a:lnTo>
                    <a:pt x="5320" y="4366"/>
                  </a:lnTo>
                  <a:lnTo>
                    <a:pt x="5320" y="4292"/>
                  </a:lnTo>
                  <a:lnTo>
                    <a:pt x="5246" y="4256"/>
                  </a:lnTo>
                  <a:lnTo>
                    <a:pt x="5173" y="4219"/>
                  </a:lnTo>
                  <a:close/>
                  <a:moveTo>
                    <a:pt x="5980" y="6016"/>
                  </a:moveTo>
                  <a:lnTo>
                    <a:pt x="6017" y="6053"/>
                  </a:lnTo>
                  <a:lnTo>
                    <a:pt x="6053" y="6126"/>
                  </a:lnTo>
                  <a:lnTo>
                    <a:pt x="6053" y="6200"/>
                  </a:lnTo>
                  <a:lnTo>
                    <a:pt x="5907" y="6237"/>
                  </a:lnTo>
                  <a:lnTo>
                    <a:pt x="5943" y="6090"/>
                  </a:lnTo>
                  <a:lnTo>
                    <a:pt x="5980" y="6016"/>
                  </a:lnTo>
                  <a:close/>
                  <a:moveTo>
                    <a:pt x="5833" y="5613"/>
                  </a:moveTo>
                  <a:lnTo>
                    <a:pt x="5723" y="5650"/>
                  </a:lnTo>
                  <a:lnTo>
                    <a:pt x="5650" y="5723"/>
                  </a:lnTo>
                  <a:lnTo>
                    <a:pt x="5613" y="5796"/>
                  </a:lnTo>
                  <a:lnTo>
                    <a:pt x="5613" y="5870"/>
                  </a:lnTo>
                  <a:lnTo>
                    <a:pt x="5687" y="5943"/>
                  </a:lnTo>
                  <a:lnTo>
                    <a:pt x="5577" y="6163"/>
                  </a:lnTo>
                  <a:lnTo>
                    <a:pt x="5540" y="6420"/>
                  </a:lnTo>
                  <a:lnTo>
                    <a:pt x="5577" y="6530"/>
                  </a:lnTo>
                  <a:lnTo>
                    <a:pt x="5687" y="6567"/>
                  </a:lnTo>
                  <a:lnTo>
                    <a:pt x="5833" y="6603"/>
                  </a:lnTo>
                  <a:lnTo>
                    <a:pt x="5980" y="6603"/>
                  </a:lnTo>
                  <a:lnTo>
                    <a:pt x="6090" y="6567"/>
                  </a:lnTo>
                  <a:lnTo>
                    <a:pt x="6237" y="6530"/>
                  </a:lnTo>
                  <a:lnTo>
                    <a:pt x="6347" y="6457"/>
                  </a:lnTo>
                  <a:lnTo>
                    <a:pt x="6420" y="6347"/>
                  </a:lnTo>
                  <a:lnTo>
                    <a:pt x="6457" y="6200"/>
                  </a:lnTo>
                  <a:lnTo>
                    <a:pt x="6457" y="6053"/>
                  </a:lnTo>
                  <a:lnTo>
                    <a:pt x="6420" y="5943"/>
                  </a:lnTo>
                  <a:lnTo>
                    <a:pt x="6347" y="5833"/>
                  </a:lnTo>
                  <a:lnTo>
                    <a:pt x="6274" y="5760"/>
                  </a:lnTo>
                  <a:lnTo>
                    <a:pt x="6163" y="5686"/>
                  </a:lnTo>
                  <a:lnTo>
                    <a:pt x="6053" y="5650"/>
                  </a:lnTo>
                  <a:lnTo>
                    <a:pt x="5943" y="5613"/>
                  </a:lnTo>
                  <a:close/>
                  <a:moveTo>
                    <a:pt x="3926" y="441"/>
                  </a:moveTo>
                  <a:lnTo>
                    <a:pt x="4623" y="478"/>
                  </a:lnTo>
                  <a:lnTo>
                    <a:pt x="5356" y="478"/>
                  </a:lnTo>
                  <a:lnTo>
                    <a:pt x="6824" y="551"/>
                  </a:lnTo>
                  <a:lnTo>
                    <a:pt x="7631" y="551"/>
                  </a:lnTo>
                  <a:lnTo>
                    <a:pt x="7704" y="734"/>
                  </a:lnTo>
                  <a:lnTo>
                    <a:pt x="7777" y="1064"/>
                  </a:lnTo>
                  <a:lnTo>
                    <a:pt x="7521" y="1174"/>
                  </a:lnTo>
                  <a:lnTo>
                    <a:pt x="7191" y="1211"/>
                  </a:lnTo>
                  <a:lnTo>
                    <a:pt x="7044" y="1211"/>
                  </a:lnTo>
                  <a:lnTo>
                    <a:pt x="6860" y="1174"/>
                  </a:lnTo>
                  <a:lnTo>
                    <a:pt x="6714" y="1174"/>
                  </a:lnTo>
                  <a:lnTo>
                    <a:pt x="6530" y="1211"/>
                  </a:lnTo>
                  <a:lnTo>
                    <a:pt x="6494" y="1248"/>
                  </a:lnTo>
                  <a:lnTo>
                    <a:pt x="6457" y="1321"/>
                  </a:lnTo>
                  <a:lnTo>
                    <a:pt x="6420" y="1395"/>
                  </a:lnTo>
                  <a:lnTo>
                    <a:pt x="6457" y="1468"/>
                  </a:lnTo>
                  <a:lnTo>
                    <a:pt x="6457" y="1505"/>
                  </a:lnTo>
                  <a:lnTo>
                    <a:pt x="6494" y="1578"/>
                  </a:lnTo>
                  <a:lnTo>
                    <a:pt x="6567" y="1651"/>
                  </a:lnTo>
                  <a:lnTo>
                    <a:pt x="6567" y="1871"/>
                  </a:lnTo>
                  <a:lnTo>
                    <a:pt x="6567" y="2092"/>
                  </a:lnTo>
                  <a:lnTo>
                    <a:pt x="6640" y="2642"/>
                  </a:lnTo>
                  <a:lnTo>
                    <a:pt x="6677" y="3192"/>
                  </a:lnTo>
                  <a:lnTo>
                    <a:pt x="6714" y="3632"/>
                  </a:lnTo>
                  <a:lnTo>
                    <a:pt x="6714" y="4072"/>
                  </a:lnTo>
                  <a:lnTo>
                    <a:pt x="6677" y="4586"/>
                  </a:lnTo>
                  <a:lnTo>
                    <a:pt x="6640" y="4843"/>
                  </a:lnTo>
                  <a:lnTo>
                    <a:pt x="6640" y="5099"/>
                  </a:lnTo>
                  <a:lnTo>
                    <a:pt x="6677" y="5246"/>
                  </a:lnTo>
                  <a:lnTo>
                    <a:pt x="6640" y="5319"/>
                  </a:lnTo>
                  <a:lnTo>
                    <a:pt x="6640" y="5393"/>
                  </a:lnTo>
                  <a:lnTo>
                    <a:pt x="6640" y="5466"/>
                  </a:lnTo>
                  <a:lnTo>
                    <a:pt x="6714" y="5540"/>
                  </a:lnTo>
                  <a:lnTo>
                    <a:pt x="7117" y="5796"/>
                  </a:lnTo>
                  <a:lnTo>
                    <a:pt x="7484" y="6016"/>
                  </a:lnTo>
                  <a:lnTo>
                    <a:pt x="7851" y="6310"/>
                  </a:lnTo>
                  <a:lnTo>
                    <a:pt x="8218" y="6640"/>
                  </a:lnTo>
                  <a:lnTo>
                    <a:pt x="8915" y="7300"/>
                  </a:lnTo>
                  <a:lnTo>
                    <a:pt x="8621" y="7337"/>
                  </a:lnTo>
                  <a:lnTo>
                    <a:pt x="8328" y="7300"/>
                  </a:lnTo>
                  <a:lnTo>
                    <a:pt x="8108" y="7227"/>
                  </a:lnTo>
                  <a:lnTo>
                    <a:pt x="7887" y="7154"/>
                  </a:lnTo>
                  <a:lnTo>
                    <a:pt x="7484" y="6933"/>
                  </a:lnTo>
                  <a:lnTo>
                    <a:pt x="7117" y="6823"/>
                  </a:lnTo>
                  <a:lnTo>
                    <a:pt x="6750" y="6787"/>
                  </a:lnTo>
                  <a:lnTo>
                    <a:pt x="6384" y="6823"/>
                  </a:lnTo>
                  <a:lnTo>
                    <a:pt x="5980" y="6933"/>
                  </a:lnTo>
                  <a:lnTo>
                    <a:pt x="5577" y="7044"/>
                  </a:lnTo>
                  <a:lnTo>
                    <a:pt x="5210" y="7227"/>
                  </a:lnTo>
                  <a:lnTo>
                    <a:pt x="4843" y="7374"/>
                  </a:lnTo>
                  <a:lnTo>
                    <a:pt x="4439" y="7520"/>
                  </a:lnTo>
                  <a:lnTo>
                    <a:pt x="4109" y="7557"/>
                  </a:lnTo>
                  <a:lnTo>
                    <a:pt x="3816" y="7594"/>
                  </a:lnTo>
                  <a:lnTo>
                    <a:pt x="3889" y="7557"/>
                  </a:lnTo>
                  <a:lnTo>
                    <a:pt x="3926" y="7484"/>
                  </a:lnTo>
                  <a:lnTo>
                    <a:pt x="3926" y="7374"/>
                  </a:lnTo>
                  <a:lnTo>
                    <a:pt x="3926" y="7300"/>
                  </a:lnTo>
                  <a:lnTo>
                    <a:pt x="3889" y="7227"/>
                  </a:lnTo>
                  <a:lnTo>
                    <a:pt x="3816" y="7190"/>
                  </a:lnTo>
                  <a:lnTo>
                    <a:pt x="2789" y="7190"/>
                  </a:lnTo>
                  <a:lnTo>
                    <a:pt x="2935" y="7044"/>
                  </a:lnTo>
                  <a:lnTo>
                    <a:pt x="3266" y="6677"/>
                  </a:lnTo>
                  <a:lnTo>
                    <a:pt x="3559" y="6713"/>
                  </a:lnTo>
                  <a:lnTo>
                    <a:pt x="3853" y="6713"/>
                  </a:lnTo>
                  <a:lnTo>
                    <a:pt x="4403" y="6677"/>
                  </a:lnTo>
                  <a:lnTo>
                    <a:pt x="4549" y="6640"/>
                  </a:lnTo>
                  <a:lnTo>
                    <a:pt x="4623" y="6530"/>
                  </a:lnTo>
                  <a:lnTo>
                    <a:pt x="4623" y="6457"/>
                  </a:lnTo>
                  <a:lnTo>
                    <a:pt x="4586" y="6383"/>
                  </a:lnTo>
                  <a:lnTo>
                    <a:pt x="4513" y="6310"/>
                  </a:lnTo>
                  <a:lnTo>
                    <a:pt x="4403" y="6273"/>
                  </a:lnTo>
                  <a:lnTo>
                    <a:pt x="3669" y="6273"/>
                  </a:lnTo>
                  <a:lnTo>
                    <a:pt x="3926" y="6016"/>
                  </a:lnTo>
                  <a:lnTo>
                    <a:pt x="4183" y="5723"/>
                  </a:lnTo>
                  <a:lnTo>
                    <a:pt x="4293" y="5723"/>
                  </a:lnTo>
                  <a:lnTo>
                    <a:pt x="4366" y="5686"/>
                  </a:lnTo>
                  <a:lnTo>
                    <a:pt x="4439" y="5576"/>
                  </a:lnTo>
                  <a:lnTo>
                    <a:pt x="4476" y="5466"/>
                  </a:lnTo>
                  <a:lnTo>
                    <a:pt x="4403" y="3449"/>
                  </a:lnTo>
                  <a:lnTo>
                    <a:pt x="4366" y="2495"/>
                  </a:lnTo>
                  <a:lnTo>
                    <a:pt x="4329" y="2018"/>
                  </a:lnTo>
                  <a:lnTo>
                    <a:pt x="4293" y="1541"/>
                  </a:lnTo>
                  <a:lnTo>
                    <a:pt x="4256" y="1431"/>
                  </a:lnTo>
                  <a:lnTo>
                    <a:pt x="4549" y="1505"/>
                  </a:lnTo>
                  <a:lnTo>
                    <a:pt x="4953" y="1578"/>
                  </a:lnTo>
                  <a:lnTo>
                    <a:pt x="5173" y="1578"/>
                  </a:lnTo>
                  <a:lnTo>
                    <a:pt x="5356" y="1505"/>
                  </a:lnTo>
                  <a:lnTo>
                    <a:pt x="5393" y="1468"/>
                  </a:lnTo>
                  <a:lnTo>
                    <a:pt x="5430" y="1431"/>
                  </a:lnTo>
                  <a:lnTo>
                    <a:pt x="5430" y="1358"/>
                  </a:lnTo>
                  <a:lnTo>
                    <a:pt x="5393" y="1321"/>
                  </a:lnTo>
                  <a:lnTo>
                    <a:pt x="5246" y="1211"/>
                  </a:lnTo>
                  <a:lnTo>
                    <a:pt x="5063" y="1174"/>
                  </a:lnTo>
                  <a:lnTo>
                    <a:pt x="4733" y="1138"/>
                  </a:lnTo>
                  <a:lnTo>
                    <a:pt x="4219" y="1064"/>
                  </a:lnTo>
                  <a:lnTo>
                    <a:pt x="4183" y="1028"/>
                  </a:lnTo>
                  <a:lnTo>
                    <a:pt x="4146" y="991"/>
                  </a:lnTo>
                  <a:lnTo>
                    <a:pt x="3999" y="991"/>
                  </a:lnTo>
                  <a:lnTo>
                    <a:pt x="3853" y="1028"/>
                  </a:lnTo>
                  <a:lnTo>
                    <a:pt x="3706" y="1064"/>
                  </a:lnTo>
                  <a:lnTo>
                    <a:pt x="3596" y="1064"/>
                  </a:lnTo>
                  <a:lnTo>
                    <a:pt x="3522" y="1028"/>
                  </a:lnTo>
                  <a:lnTo>
                    <a:pt x="3486" y="991"/>
                  </a:lnTo>
                  <a:lnTo>
                    <a:pt x="3412" y="881"/>
                  </a:lnTo>
                  <a:lnTo>
                    <a:pt x="3412" y="771"/>
                  </a:lnTo>
                  <a:lnTo>
                    <a:pt x="3412" y="698"/>
                  </a:lnTo>
                  <a:lnTo>
                    <a:pt x="3486" y="624"/>
                  </a:lnTo>
                  <a:lnTo>
                    <a:pt x="3559" y="551"/>
                  </a:lnTo>
                  <a:lnTo>
                    <a:pt x="3742" y="478"/>
                  </a:lnTo>
                  <a:lnTo>
                    <a:pt x="3926" y="441"/>
                  </a:lnTo>
                  <a:close/>
                  <a:moveTo>
                    <a:pt x="6090" y="8071"/>
                  </a:moveTo>
                  <a:lnTo>
                    <a:pt x="6127" y="8144"/>
                  </a:lnTo>
                  <a:lnTo>
                    <a:pt x="6127" y="8217"/>
                  </a:lnTo>
                  <a:lnTo>
                    <a:pt x="6090" y="8291"/>
                  </a:lnTo>
                  <a:lnTo>
                    <a:pt x="6053" y="8364"/>
                  </a:lnTo>
                  <a:lnTo>
                    <a:pt x="5980" y="8401"/>
                  </a:lnTo>
                  <a:lnTo>
                    <a:pt x="5907" y="8401"/>
                  </a:lnTo>
                  <a:lnTo>
                    <a:pt x="5833" y="8364"/>
                  </a:lnTo>
                  <a:lnTo>
                    <a:pt x="5760" y="8291"/>
                  </a:lnTo>
                  <a:lnTo>
                    <a:pt x="5760" y="8181"/>
                  </a:lnTo>
                  <a:lnTo>
                    <a:pt x="5833" y="8144"/>
                  </a:lnTo>
                  <a:lnTo>
                    <a:pt x="5943" y="8071"/>
                  </a:lnTo>
                  <a:lnTo>
                    <a:pt x="6017" y="8107"/>
                  </a:lnTo>
                  <a:lnTo>
                    <a:pt x="6053" y="8107"/>
                  </a:lnTo>
                  <a:lnTo>
                    <a:pt x="6090" y="8071"/>
                  </a:lnTo>
                  <a:close/>
                  <a:moveTo>
                    <a:pt x="5907" y="7630"/>
                  </a:moveTo>
                  <a:lnTo>
                    <a:pt x="5797" y="7667"/>
                  </a:lnTo>
                  <a:lnTo>
                    <a:pt x="5687" y="7704"/>
                  </a:lnTo>
                  <a:lnTo>
                    <a:pt x="5577" y="7777"/>
                  </a:lnTo>
                  <a:lnTo>
                    <a:pt x="5467" y="7887"/>
                  </a:lnTo>
                  <a:lnTo>
                    <a:pt x="5467" y="7924"/>
                  </a:lnTo>
                  <a:lnTo>
                    <a:pt x="5430" y="7997"/>
                  </a:lnTo>
                  <a:lnTo>
                    <a:pt x="5503" y="8071"/>
                  </a:lnTo>
                  <a:lnTo>
                    <a:pt x="5430" y="8217"/>
                  </a:lnTo>
                  <a:lnTo>
                    <a:pt x="5430" y="8364"/>
                  </a:lnTo>
                  <a:lnTo>
                    <a:pt x="5467" y="8474"/>
                  </a:lnTo>
                  <a:lnTo>
                    <a:pt x="5540" y="8584"/>
                  </a:lnTo>
                  <a:lnTo>
                    <a:pt x="5650" y="8694"/>
                  </a:lnTo>
                  <a:lnTo>
                    <a:pt x="5797" y="8731"/>
                  </a:lnTo>
                  <a:lnTo>
                    <a:pt x="5907" y="8768"/>
                  </a:lnTo>
                  <a:lnTo>
                    <a:pt x="6053" y="8768"/>
                  </a:lnTo>
                  <a:lnTo>
                    <a:pt x="6200" y="8731"/>
                  </a:lnTo>
                  <a:lnTo>
                    <a:pt x="6310" y="8658"/>
                  </a:lnTo>
                  <a:lnTo>
                    <a:pt x="6384" y="8584"/>
                  </a:lnTo>
                  <a:lnTo>
                    <a:pt x="6457" y="8474"/>
                  </a:lnTo>
                  <a:lnTo>
                    <a:pt x="6494" y="8327"/>
                  </a:lnTo>
                  <a:lnTo>
                    <a:pt x="6494" y="8217"/>
                  </a:lnTo>
                  <a:lnTo>
                    <a:pt x="6494" y="8071"/>
                  </a:lnTo>
                  <a:lnTo>
                    <a:pt x="6457" y="7961"/>
                  </a:lnTo>
                  <a:lnTo>
                    <a:pt x="6384" y="7851"/>
                  </a:lnTo>
                  <a:lnTo>
                    <a:pt x="6310" y="7777"/>
                  </a:lnTo>
                  <a:lnTo>
                    <a:pt x="6200" y="7704"/>
                  </a:lnTo>
                  <a:lnTo>
                    <a:pt x="6053" y="7667"/>
                  </a:lnTo>
                  <a:lnTo>
                    <a:pt x="5907" y="7630"/>
                  </a:lnTo>
                  <a:close/>
                  <a:moveTo>
                    <a:pt x="4476" y="9134"/>
                  </a:moveTo>
                  <a:lnTo>
                    <a:pt x="4513" y="9281"/>
                  </a:lnTo>
                  <a:lnTo>
                    <a:pt x="4476" y="9391"/>
                  </a:lnTo>
                  <a:lnTo>
                    <a:pt x="4403" y="9538"/>
                  </a:lnTo>
                  <a:lnTo>
                    <a:pt x="4256" y="9648"/>
                  </a:lnTo>
                  <a:lnTo>
                    <a:pt x="4183" y="9685"/>
                  </a:lnTo>
                  <a:lnTo>
                    <a:pt x="4109" y="9685"/>
                  </a:lnTo>
                  <a:lnTo>
                    <a:pt x="4036" y="9648"/>
                  </a:lnTo>
                  <a:lnTo>
                    <a:pt x="3963" y="9575"/>
                  </a:lnTo>
                  <a:lnTo>
                    <a:pt x="3926" y="9501"/>
                  </a:lnTo>
                  <a:lnTo>
                    <a:pt x="3926" y="9428"/>
                  </a:lnTo>
                  <a:lnTo>
                    <a:pt x="3963" y="9354"/>
                  </a:lnTo>
                  <a:lnTo>
                    <a:pt x="4036" y="9281"/>
                  </a:lnTo>
                  <a:lnTo>
                    <a:pt x="4219" y="9208"/>
                  </a:lnTo>
                  <a:lnTo>
                    <a:pt x="4403" y="9171"/>
                  </a:lnTo>
                  <a:lnTo>
                    <a:pt x="4439" y="9171"/>
                  </a:lnTo>
                  <a:lnTo>
                    <a:pt x="4476" y="9134"/>
                  </a:lnTo>
                  <a:close/>
                  <a:moveTo>
                    <a:pt x="7741" y="9391"/>
                  </a:moveTo>
                  <a:lnTo>
                    <a:pt x="7814" y="9464"/>
                  </a:lnTo>
                  <a:lnTo>
                    <a:pt x="7851" y="9575"/>
                  </a:lnTo>
                  <a:lnTo>
                    <a:pt x="7851" y="9685"/>
                  </a:lnTo>
                  <a:lnTo>
                    <a:pt x="7814" y="9795"/>
                  </a:lnTo>
                  <a:lnTo>
                    <a:pt x="7704" y="9868"/>
                  </a:lnTo>
                  <a:lnTo>
                    <a:pt x="7557" y="9905"/>
                  </a:lnTo>
                  <a:lnTo>
                    <a:pt x="7447" y="9905"/>
                  </a:lnTo>
                  <a:lnTo>
                    <a:pt x="7301" y="9868"/>
                  </a:lnTo>
                  <a:lnTo>
                    <a:pt x="7227" y="9795"/>
                  </a:lnTo>
                  <a:lnTo>
                    <a:pt x="7301" y="9648"/>
                  </a:lnTo>
                  <a:lnTo>
                    <a:pt x="7374" y="9538"/>
                  </a:lnTo>
                  <a:lnTo>
                    <a:pt x="7484" y="9464"/>
                  </a:lnTo>
                  <a:lnTo>
                    <a:pt x="7631" y="9428"/>
                  </a:lnTo>
                  <a:lnTo>
                    <a:pt x="7704" y="9391"/>
                  </a:lnTo>
                  <a:close/>
                  <a:moveTo>
                    <a:pt x="4439" y="8658"/>
                  </a:moveTo>
                  <a:lnTo>
                    <a:pt x="4293" y="8694"/>
                  </a:lnTo>
                  <a:lnTo>
                    <a:pt x="4146" y="8694"/>
                  </a:lnTo>
                  <a:lnTo>
                    <a:pt x="4073" y="8731"/>
                  </a:lnTo>
                  <a:lnTo>
                    <a:pt x="3999" y="8804"/>
                  </a:lnTo>
                  <a:lnTo>
                    <a:pt x="3963" y="8951"/>
                  </a:lnTo>
                  <a:lnTo>
                    <a:pt x="3742" y="9061"/>
                  </a:lnTo>
                  <a:lnTo>
                    <a:pt x="3596" y="9244"/>
                  </a:lnTo>
                  <a:lnTo>
                    <a:pt x="3559" y="9354"/>
                  </a:lnTo>
                  <a:lnTo>
                    <a:pt x="3522" y="9501"/>
                  </a:lnTo>
                  <a:lnTo>
                    <a:pt x="3559" y="9611"/>
                  </a:lnTo>
                  <a:lnTo>
                    <a:pt x="3596" y="9758"/>
                  </a:lnTo>
                  <a:lnTo>
                    <a:pt x="3706" y="9868"/>
                  </a:lnTo>
                  <a:lnTo>
                    <a:pt x="3779" y="9978"/>
                  </a:lnTo>
                  <a:lnTo>
                    <a:pt x="3926" y="10051"/>
                  </a:lnTo>
                  <a:lnTo>
                    <a:pt x="4036" y="10088"/>
                  </a:lnTo>
                  <a:lnTo>
                    <a:pt x="4366" y="10088"/>
                  </a:lnTo>
                  <a:lnTo>
                    <a:pt x="4513" y="10015"/>
                  </a:lnTo>
                  <a:lnTo>
                    <a:pt x="4623" y="9905"/>
                  </a:lnTo>
                  <a:lnTo>
                    <a:pt x="4733" y="9795"/>
                  </a:lnTo>
                  <a:lnTo>
                    <a:pt x="4843" y="9648"/>
                  </a:lnTo>
                  <a:lnTo>
                    <a:pt x="4880" y="9501"/>
                  </a:lnTo>
                  <a:lnTo>
                    <a:pt x="4916" y="9354"/>
                  </a:lnTo>
                  <a:lnTo>
                    <a:pt x="4916" y="9171"/>
                  </a:lnTo>
                  <a:lnTo>
                    <a:pt x="4880" y="9024"/>
                  </a:lnTo>
                  <a:lnTo>
                    <a:pt x="4806" y="8878"/>
                  </a:lnTo>
                  <a:lnTo>
                    <a:pt x="4733" y="8768"/>
                  </a:lnTo>
                  <a:lnTo>
                    <a:pt x="4586" y="8694"/>
                  </a:lnTo>
                  <a:lnTo>
                    <a:pt x="4439" y="8658"/>
                  </a:lnTo>
                  <a:close/>
                  <a:moveTo>
                    <a:pt x="7447" y="8951"/>
                  </a:moveTo>
                  <a:lnTo>
                    <a:pt x="7337" y="8988"/>
                  </a:lnTo>
                  <a:lnTo>
                    <a:pt x="7264" y="9061"/>
                  </a:lnTo>
                  <a:lnTo>
                    <a:pt x="7227" y="9134"/>
                  </a:lnTo>
                  <a:lnTo>
                    <a:pt x="7227" y="9208"/>
                  </a:lnTo>
                  <a:lnTo>
                    <a:pt x="7117" y="9318"/>
                  </a:lnTo>
                  <a:lnTo>
                    <a:pt x="7007" y="9391"/>
                  </a:lnTo>
                  <a:lnTo>
                    <a:pt x="6934" y="9501"/>
                  </a:lnTo>
                  <a:lnTo>
                    <a:pt x="6897" y="9611"/>
                  </a:lnTo>
                  <a:lnTo>
                    <a:pt x="6897" y="9575"/>
                  </a:lnTo>
                  <a:lnTo>
                    <a:pt x="6860" y="9611"/>
                  </a:lnTo>
                  <a:lnTo>
                    <a:pt x="6824" y="9758"/>
                  </a:lnTo>
                  <a:lnTo>
                    <a:pt x="6824" y="9905"/>
                  </a:lnTo>
                  <a:lnTo>
                    <a:pt x="6860" y="9978"/>
                  </a:lnTo>
                  <a:lnTo>
                    <a:pt x="6897" y="10051"/>
                  </a:lnTo>
                  <a:lnTo>
                    <a:pt x="7007" y="10125"/>
                  </a:lnTo>
                  <a:lnTo>
                    <a:pt x="7044" y="10161"/>
                  </a:lnTo>
                  <a:lnTo>
                    <a:pt x="7044" y="10198"/>
                  </a:lnTo>
                  <a:lnTo>
                    <a:pt x="7227" y="10271"/>
                  </a:lnTo>
                  <a:lnTo>
                    <a:pt x="7374" y="10345"/>
                  </a:lnTo>
                  <a:lnTo>
                    <a:pt x="7704" y="10345"/>
                  </a:lnTo>
                  <a:lnTo>
                    <a:pt x="7851" y="10271"/>
                  </a:lnTo>
                  <a:lnTo>
                    <a:pt x="7998" y="10198"/>
                  </a:lnTo>
                  <a:lnTo>
                    <a:pt x="8108" y="10088"/>
                  </a:lnTo>
                  <a:lnTo>
                    <a:pt x="8181" y="9941"/>
                  </a:lnTo>
                  <a:lnTo>
                    <a:pt x="8254" y="9795"/>
                  </a:lnTo>
                  <a:lnTo>
                    <a:pt x="8291" y="9611"/>
                  </a:lnTo>
                  <a:lnTo>
                    <a:pt x="8254" y="9464"/>
                  </a:lnTo>
                  <a:lnTo>
                    <a:pt x="8218" y="9318"/>
                  </a:lnTo>
                  <a:lnTo>
                    <a:pt x="8144" y="9171"/>
                  </a:lnTo>
                  <a:lnTo>
                    <a:pt x="7998" y="9024"/>
                  </a:lnTo>
                  <a:lnTo>
                    <a:pt x="7924" y="8988"/>
                  </a:lnTo>
                  <a:lnTo>
                    <a:pt x="7851" y="8951"/>
                  </a:lnTo>
                  <a:close/>
                  <a:moveTo>
                    <a:pt x="6970" y="7227"/>
                  </a:moveTo>
                  <a:lnTo>
                    <a:pt x="7227" y="7300"/>
                  </a:lnTo>
                  <a:lnTo>
                    <a:pt x="7741" y="7520"/>
                  </a:lnTo>
                  <a:lnTo>
                    <a:pt x="8071" y="7667"/>
                  </a:lnTo>
                  <a:lnTo>
                    <a:pt x="8474" y="7740"/>
                  </a:lnTo>
                  <a:lnTo>
                    <a:pt x="8658" y="7777"/>
                  </a:lnTo>
                  <a:lnTo>
                    <a:pt x="8878" y="7777"/>
                  </a:lnTo>
                  <a:lnTo>
                    <a:pt x="9061" y="7740"/>
                  </a:lnTo>
                  <a:lnTo>
                    <a:pt x="9245" y="7667"/>
                  </a:lnTo>
                  <a:lnTo>
                    <a:pt x="9575" y="8071"/>
                  </a:lnTo>
                  <a:lnTo>
                    <a:pt x="10125" y="8841"/>
                  </a:lnTo>
                  <a:lnTo>
                    <a:pt x="10639" y="9648"/>
                  </a:lnTo>
                  <a:lnTo>
                    <a:pt x="10785" y="9868"/>
                  </a:lnTo>
                  <a:lnTo>
                    <a:pt x="10822" y="10015"/>
                  </a:lnTo>
                  <a:lnTo>
                    <a:pt x="10785" y="10161"/>
                  </a:lnTo>
                  <a:lnTo>
                    <a:pt x="10749" y="10235"/>
                  </a:lnTo>
                  <a:lnTo>
                    <a:pt x="10639" y="10345"/>
                  </a:lnTo>
                  <a:lnTo>
                    <a:pt x="10455" y="10455"/>
                  </a:lnTo>
                  <a:lnTo>
                    <a:pt x="10235" y="10602"/>
                  </a:lnTo>
                  <a:lnTo>
                    <a:pt x="9758" y="10565"/>
                  </a:lnTo>
                  <a:lnTo>
                    <a:pt x="9281" y="10492"/>
                  </a:lnTo>
                  <a:lnTo>
                    <a:pt x="8328" y="10455"/>
                  </a:lnTo>
                  <a:lnTo>
                    <a:pt x="7374" y="10492"/>
                  </a:lnTo>
                  <a:lnTo>
                    <a:pt x="6420" y="10528"/>
                  </a:lnTo>
                  <a:lnTo>
                    <a:pt x="2092" y="10675"/>
                  </a:lnTo>
                  <a:lnTo>
                    <a:pt x="1065" y="10712"/>
                  </a:lnTo>
                  <a:lnTo>
                    <a:pt x="735" y="10712"/>
                  </a:lnTo>
                  <a:lnTo>
                    <a:pt x="625" y="10638"/>
                  </a:lnTo>
                  <a:lnTo>
                    <a:pt x="588" y="10602"/>
                  </a:lnTo>
                  <a:lnTo>
                    <a:pt x="551" y="10565"/>
                  </a:lnTo>
                  <a:lnTo>
                    <a:pt x="588" y="10418"/>
                  </a:lnTo>
                  <a:lnTo>
                    <a:pt x="735" y="10198"/>
                  </a:lnTo>
                  <a:lnTo>
                    <a:pt x="1065" y="9685"/>
                  </a:lnTo>
                  <a:lnTo>
                    <a:pt x="1542" y="9575"/>
                  </a:lnTo>
                  <a:lnTo>
                    <a:pt x="1762" y="9538"/>
                  </a:lnTo>
                  <a:lnTo>
                    <a:pt x="2018" y="9501"/>
                  </a:lnTo>
                  <a:lnTo>
                    <a:pt x="2092" y="9464"/>
                  </a:lnTo>
                  <a:lnTo>
                    <a:pt x="2128" y="9428"/>
                  </a:lnTo>
                  <a:lnTo>
                    <a:pt x="2165" y="9281"/>
                  </a:lnTo>
                  <a:lnTo>
                    <a:pt x="2128" y="9171"/>
                  </a:lnTo>
                  <a:lnTo>
                    <a:pt x="2092" y="9134"/>
                  </a:lnTo>
                  <a:lnTo>
                    <a:pt x="2018" y="9098"/>
                  </a:lnTo>
                  <a:lnTo>
                    <a:pt x="1872" y="9061"/>
                  </a:lnTo>
                  <a:lnTo>
                    <a:pt x="1725" y="9061"/>
                  </a:lnTo>
                  <a:lnTo>
                    <a:pt x="1395" y="9134"/>
                  </a:lnTo>
                  <a:lnTo>
                    <a:pt x="1395" y="9134"/>
                  </a:lnTo>
                  <a:lnTo>
                    <a:pt x="1798" y="8547"/>
                  </a:lnTo>
                  <a:lnTo>
                    <a:pt x="1835" y="8511"/>
                  </a:lnTo>
                  <a:lnTo>
                    <a:pt x="1945" y="8547"/>
                  </a:lnTo>
                  <a:lnTo>
                    <a:pt x="2092" y="8584"/>
                  </a:lnTo>
                  <a:lnTo>
                    <a:pt x="2459" y="8621"/>
                  </a:lnTo>
                  <a:lnTo>
                    <a:pt x="2972" y="8621"/>
                  </a:lnTo>
                  <a:lnTo>
                    <a:pt x="3082" y="8584"/>
                  </a:lnTo>
                  <a:lnTo>
                    <a:pt x="3156" y="8511"/>
                  </a:lnTo>
                  <a:lnTo>
                    <a:pt x="3192" y="8401"/>
                  </a:lnTo>
                  <a:lnTo>
                    <a:pt x="3156" y="8291"/>
                  </a:lnTo>
                  <a:lnTo>
                    <a:pt x="3082" y="8217"/>
                  </a:lnTo>
                  <a:lnTo>
                    <a:pt x="2972" y="8181"/>
                  </a:lnTo>
                  <a:lnTo>
                    <a:pt x="2055" y="8181"/>
                  </a:lnTo>
                  <a:lnTo>
                    <a:pt x="2532" y="7520"/>
                  </a:lnTo>
                  <a:lnTo>
                    <a:pt x="2752" y="7557"/>
                  </a:lnTo>
                  <a:lnTo>
                    <a:pt x="2899" y="7704"/>
                  </a:lnTo>
                  <a:lnTo>
                    <a:pt x="3046" y="7777"/>
                  </a:lnTo>
                  <a:lnTo>
                    <a:pt x="3192" y="7851"/>
                  </a:lnTo>
                  <a:lnTo>
                    <a:pt x="3376" y="7924"/>
                  </a:lnTo>
                  <a:lnTo>
                    <a:pt x="3742" y="7961"/>
                  </a:lnTo>
                  <a:lnTo>
                    <a:pt x="4073" y="7961"/>
                  </a:lnTo>
                  <a:lnTo>
                    <a:pt x="4549" y="7887"/>
                  </a:lnTo>
                  <a:lnTo>
                    <a:pt x="4953" y="7777"/>
                  </a:lnTo>
                  <a:lnTo>
                    <a:pt x="5797" y="7410"/>
                  </a:lnTo>
                  <a:lnTo>
                    <a:pt x="6237" y="7264"/>
                  </a:lnTo>
                  <a:lnTo>
                    <a:pt x="6494" y="7227"/>
                  </a:lnTo>
                  <a:close/>
                  <a:moveTo>
                    <a:pt x="4036" y="1"/>
                  </a:moveTo>
                  <a:lnTo>
                    <a:pt x="3816" y="37"/>
                  </a:lnTo>
                  <a:lnTo>
                    <a:pt x="3596" y="74"/>
                  </a:lnTo>
                  <a:lnTo>
                    <a:pt x="3412" y="147"/>
                  </a:lnTo>
                  <a:lnTo>
                    <a:pt x="3229" y="257"/>
                  </a:lnTo>
                  <a:lnTo>
                    <a:pt x="3119" y="404"/>
                  </a:lnTo>
                  <a:lnTo>
                    <a:pt x="3009" y="551"/>
                  </a:lnTo>
                  <a:lnTo>
                    <a:pt x="2972" y="771"/>
                  </a:lnTo>
                  <a:lnTo>
                    <a:pt x="3009" y="991"/>
                  </a:lnTo>
                  <a:lnTo>
                    <a:pt x="3082" y="1174"/>
                  </a:lnTo>
                  <a:lnTo>
                    <a:pt x="3156" y="1285"/>
                  </a:lnTo>
                  <a:lnTo>
                    <a:pt x="3266" y="1358"/>
                  </a:lnTo>
                  <a:lnTo>
                    <a:pt x="3412" y="1431"/>
                  </a:lnTo>
                  <a:lnTo>
                    <a:pt x="3559" y="1468"/>
                  </a:lnTo>
                  <a:lnTo>
                    <a:pt x="3706" y="1468"/>
                  </a:lnTo>
                  <a:lnTo>
                    <a:pt x="3853" y="1431"/>
                  </a:lnTo>
                  <a:lnTo>
                    <a:pt x="3999" y="1395"/>
                  </a:lnTo>
                  <a:lnTo>
                    <a:pt x="4073" y="1395"/>
                  </a:lnTo>
                  <a:lnTo>
                    <a:pt x="3963" y="1468"/>
                  </a:lnTo>
                  <a:lnTo>
                    <a:pt x="3926" y="1578"/>
                  </a:lnTo>
                  <a:lnTo>
                    <a:pt x="3889" y="2055"/>
                  </a:lnTo>
                  <a:lnTo>
                    <a:pt x="3889" y="2532"/>
                  </a:lnTo>
                  <a:lnTo>
                    <a:pt x="3926" y="3449"/>
                  </a:lnTo>
                  <a:lnTo>
                    <a:pt x="3926" y="5099"/>
                  </a:lnTo>
                  <a:lnTo>
                    <a:pt x="3926" y="5283"/>
                  </a:lnTo>
                  <a:lnTo>
                    <a:pt x="3963" y="5466"/>
                  </a:lnTo>
                  <a:lnTo>
                    <a:pt x="3963" y="5503"/>
                  </a:lnTo>
                  <a:lnTo>
                    <a:pt x="3742" y="5613"/>
                  </a:lnTo>
                  <a:lnTo>
                    <a:pt x="3559" y="5723"/>
                  </a:lnTo>
                  <a:lnTo>
                    <a:pt x="3229" y="6016"/>
                  </a:lnTo>
                  <a:lnTo>
                    <a:pt x="2899" y="6347"/>
                  </a:lnTo>
                  <a:lnTo>
                    <a:pt x="2605" y="6677"/>
                  </a:lnTo>
                  <a:lnTo>
                    <a:pt x="2239" y="7080"/>
                  </a:lnTo>
                  <a:lnTo>
                    <a:pt x="1908" y="7484"/>
                  </a:lnTo>
                  <a:lnTo>
                    <a:pt x="1285" y="8364"/>
                  </a:lnTo>
                  <a:lnTo>
                    <a:pt x="698" y="9244"/>
                  </a:lnTo>
                  <a:lnTo>
                    <a:pt x="148" y="10125"/>
                  </a:lnTo>
                  <a:lnTo>
                    <a:pt x="38" y="10308"/>
                  </a:lnTo>
                  <a:lnTo>
                    <a:pt x="1" y="10492"/>
                  </a:lnTo>
                  <a:lnTo>
                    <a:pt x="38" y="10675"/>
                  </a:lnTo>
                  <a:lnTo>
                    <a:pt x="111" y="10858"/>
                  </a:lnTo>
                  <a:lnTo>
                    <a:pt x="221" y="11005"/>
                  </a:lnTo>
                  <a:lnTo>
                    <a:pt x="368" y="11115"/>
                  </a:lnTo>
                  <a:lnTo>
                    <a:pt x="551" y="11225"/>
                  </a:lnTo>
                  <a:lnTo>
                    <a:pt x="771" y="11262"/>
                  </a:lnTo>
                  <a:lnTo>
                    <a:pt x="1321" y="11299"/>
                  </a:lnTo>
                  <a:lnTo>
                    <a:pt x="1872" y="11262"/>
                  </a:lnTo>
                  <a:lnTo>
                    <a:pt x="3009" y="11189"/>
                  </a:lnTo>
                  <a:lnTo>
                    <a:pt x="5503" y="11115"/>
                  </a:lnTo>
                  <a:lnTo>
                    <a:pt x="7447" y="11042"/>
                  </a:lnTo>
                  <a:lnTo>
                    <a:pt x="8401" y="11005"/>
                  </a:lnTo>
                  <a:lnTo>
                    <a:pt x="9355" y="11042"/>
                  </a:lnTo>
                  <a:lnTo>
                    <a:pt x="9391" y="11152"/>
                  </a:lnTo>
                  <a:lnTo>
                    <a:pt x="9465" y="11225"/>
                  </a:lnTo>
                  <a:lnTo>
                    <a:pt x="9612" y="11299"/>
                  </a:lnTo>
                  <a:lnTo>
                    <a:pt x="9795" y="11335"/>
                  </a:lnTo>
                  <a:lnTo>
                    <a:pt x="9978" y="11335"/>
                  </a:lnTo>
                  <a:lnTo>
                    <a:pt x="10125" y="11299"/>
                  </a:lnTo>
                  <a:lnTo>
                    <a:pt x="10272" y="11299"/>
                  </a:lnTo>
                  <a:lnTo>
                    <a:pt x="10382" y="11262"/>
                  </a:lnTo>
                  <a:lnTo>
                    <a:pt x="10455" y="11189"/>
                  </a:lnTo>
                  <a:lnTo>
                    <a:pt x="10565" y="11115"/>
                  </a:lnTo>
                  <a:lnTo>
                    <a:pt x="10785" y="10968"/>
                  </a:lnTo>
                  <a:lnTo>
                    <a:pt x="10969" y="10785"/>
                  </a:lnTo>
                  <a:lnTo>
                    <a:pt x="11152" y="10602"/>
                  </a:lnTo>
                  <a:lnTo>
                    <a:pt x="11299" y="10455"/>
                  </a:lnTo>
                  <a:lnTo>
                    <a:pt x="11336" y="10308"/>
                  </a:lnTo>
                  <a:lnTo>
                    <a:pt x="11372" y="10198"/>
                  </a:lnTo>
                  <a:lnTo>
                    <a:pt x="11409" y="10051"/>
                  </a:lnTo>
                  <a:lnTo>
                    <a:pt x="11372" y="9941"/>
                  </a:lnTo>
                  <a:lnTo>
                    <a:pt x="11299" y="9685"/>
                  </a:lnTo>
                  <a:lnTo>
                    <a:pt x="11189" y="9464"/>
                  </a:lnTo>
                  <a:lnTo>
                    <a:pt x="10859" y="8914"/>
                  </a:lnTo>
                  <a:lnTo>
                    <a:pt x="10492" y="8364"/>
                  </a:lnTo>
                  <a:lnTo>
                    <a:pt x="10125" y="7887"/>
                  </a:lnTo>
                  <a:lnTo>
                    <a:pt x="9722" y="7410"/>
                  </a:lnTo>
                  <a:lnTo>
                    <a:pt x="9318" y="6933"/>
                  </a:lnTo>
                  <a:lnTo>
                    <a:pt x="8878" y="6493"/>
                  </a:lnTo>
                  <a:lnTo>
                    <a:pt x="8474" y="6126"/>
                  </a:lnTo>
                  <a:lnTo>
                    <a:pt x="8071" y="5760"/>
                  </a:lnTo>
                  <a:lnTo>
                    <a:pt x="7851" y="5576"/>
                  </a:lnTo>
                  <a:lnTo>
                    <a:pt x="7594" y="5430"/>
                  </a:lnTo>
                  <a:lnTo>
                    <a:pt x="7374" y="5319"/>
                  </a:lnTo>
                  <a:lnTo>
                    <a:pt x="7117" y="5209"/>
                  </a:lnTo>
                  <a:lnTo>
                    <a:pt x="7117" y="5173"/>
                  </a:lnTo>
                  <a:lnTo>
                    <a:pt x="7191" y="4953"/>
                  </a:lnTo>
                  <a:lnTo>
                    <a:pt x="7227" y="4696"/>
                  </a:lnTo>
                  <a:lnTo>
                    <a:pt x="7227" y="4182"/>
                  </a:lnTo>
                  <a:lnTo>
                    <a:pt x="7227" y="3669"/>
                  </a:lnTo>
                  <a:lnTo>
                    <a:pt x="7191" y="3192"/>
                  </a:lnTo>
                  <a:lnTo>
                    <a:pt x="7154" y="2825"/>
                  </a:lnTo>
                  <a:lnTo>
                    <a:pt x="7117" y="2385"/>
                  </a:lnTo>
                  <a:lnTo>
                    <a:pt x="7044" y="2165"/>
                  </a:lnTo>
                  <a:lnTo>
                    <a:pt x="7007" y="1945"/>
                  </a:lnTo>
                  <a:lnTo>
                    <a:pt x="6934" y="1761"/>
                  </a:lnTo>
                  <a:lnTo>
                    <a:pt x="6824" y="1615"/>
                  </a:lnTo>
                  <a:lnTo>
                    <a:pt x="7191" y="1651"/>
                  </a:lnTo>
                  <a:lnTo>
                    <a:pt x="7521" y="1651"/>
                  </a:lnTo>
                  <a:lnTo>
                    <a:pt x="7851" y="1541"/>
                  </a:lnTo>
                  <a:lnTo>
                    <a:pt x="7998" y="1468"/>
                  </a:lnTo>
                  <a:lnTo>
                    <a:pt x="8144" y="1358"/>
                  </a:lnTo>
                  <a:lnTo>
                    <a:pt x="8254" y="1248"/>
                  </a:lnTo>
                  <a:lnTo>
                    <a:pt x="8254" y="1174"/>
                  </a:lnTo>
                  <a:lnTo>
                    <a:pt x="8254" y="1101"/>
                  </a:lnTo>
                  <a:lnTo>
                    <a:pt x="8144" y="624"/>
                  </a:lnTo>
                  <a:lnTo>
                    <a:pt x="8071" y="404"/>
                  </a:lnTo>
                  <a:lnTo>
                    <a:pt x="7998" y="294"/>
                  </a:lnTo>
                  <a:lnTo>
                    <a:pt x="7924" y="221"/>
                  </a:lnTo>
                  <a:lnTo>
                    <a:pt x="7851" y="147"/>
                  </a:lnTo>
                  <a:lnTo>
                    <a:pt x="7777" y="147"/>
                  </a:lnTo>
                  <a:lnTo>
                    <a:pt x="7631" y="111"/>
                  </a:lnTo>
                  <a:lnTo>
                    <a:pt x="6824" y="74"/>
                  </a:lnTo>
                  <a:lnTo>
                    <a:pt x="4036" y="1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3" name="Google Shape;311;p5">
              <a:extLst>
                <a:ext uri="{FF2B5EF4-FFF2-40B4-BE49-F238E27FC236}">
                  <a16:creationId xmlns:a16="http://schemas.microsoft.com/office/drawing/2014/main" id="{A122DFBF-8FF5-4379-BFE9-3171BD622914}"/>
                </a:ext>
              </a:extLst>
            </p:cNvPr>
            <p:cNvSpPr/>
            <p:nvPr/>
          </p:nvSpPr>
          <p:spPr>
            <a:xfrm>
              <a:off x="6849975" y="3631900"/>
              <a:ext cx="270550" cy="339350"/>
            </a:xfrm>
            <a:custGeom>
              <a:avLst/>
              <a:gdLst/>
              <a:ahLst/>
              <a:cxnLst/>
              <a:rect l="l" t="t" r="r" b="b"/>
              <a:pathLst>
                <a:path w="10822" h="13574" extrusionOk="0">
                  <a:moveTo>
                    <a:pt x="10235" y="1358"/>
                  </a:moveTo>
                  <a:lnTo>
                    <a:pt x="10345" y="1652"/>
                  </a:lnTo>
                  <a:lnTo>
                    <a:pt x="10345" y="1982"/>
                  </a:lnTo>
                  <a:lnTo>
                    <a:pt x="10345" y="2312"/>
                  </a:lnTo>
                  <a:lnTo>
                    <a:pt x="10235" y="2605"/>
                  </a:lnTo>
                  <a:lnTo>
                    <a:pt x="10235" y="2569"/>
                  </a:lnTo>
                  <a:lnTo>
                    <a:pt x="10198" y="1945"/>
                  </a:lnTo>
                  <a:lnTo>
                    <a:pt x="10235" y="1358"/>
                  </a:lnTo>
                  <a:close/>
                  <a:moveTo>
                    <a:pt x="9538" y="2092"/>
                  </a:moveTo>
                  <a:lnTo>
                    <a:pt x="9538" y="2422"/>
                  </a:lnTo>
                  <a:lnTo>
                    <a:pt x="9538" y="2789"/>
                  </a:lnTo>
                  <a:lnTo>
                    <a:pt x="9465" y="2202"/>
                  </a:lnTo>
                  <a:lnTo>
                    <a:pt x="9538" y="2092"/>
                  </a:lnTo>
                  <a:close/>
                  <a:moveTo>
                    <a:pt x="9941" y="1285"/>
                  </a:moveTo>
                  <a:lnTo>
                    <a:pt x="9868" y="1835"/>
                  </a:lnTo>
                  <a:lnTo>
                    <a:pt x="9831" y="2129"/>
                  </a:lnTo>
                  <a:lnTo>
                    <a:pt x="9831" y="2459"/>
                  </a:lnTo>
                  <a:lnTo>
                    <a:pt x="9831" y="2642"/>
                  </a:lnTo>
                  <a:lnTo>
                    <a:pt x="9868" y="2789"/>
                  </a:lnTo>
                  <a:lnTo>
                    <a:pt x="9941" y="2936"/>
                  </a:lnTo>
                  <a:lnTo>
                    <a:pt x="10015" y="3046"/>
                  </a:lnTo>
                  <a:lnTo>
                    <a:pt x="10051" y="3046"/>
                  </a:lnTo>
                  <a:lnTo>
                    <a:pt x="9941" y="3229"/>
                  </a:lnTo>
                  <a:lnTo>
                    <a:pt x="9648" y="3632"/>
                  </a:lnTo>
                  <a:lnTo>
                    <a:pt x="9575" y="3046"/>
                  </a:lnTo>
                  <a:lnTo>
                    <a:pt x="9611" y="3119"/>
                  </a:lnTo>
                  <a:lnTo>
                    <a:pt x="9648" y="3156"/>
                  </a:lnTo>
                  <a:lnTo>
                    <a:pt x="9721" y="3192"/>
                  </a:lnTo>
                  <a:lnTo>
                    <a:pt x="9795" y="3156"/>
                  </a:lnTo>
                  <a:lnTo>
                    <a:pt x="9868" y="3156"/>
                  </a:lnTo>
                  <a:lnTo>
                    <a:pt x="9905" y="3082"/>
                  </a:lnTo>
                  <a:lnTo>
                    <a:pt x="9905" y="3046"/>
                  </a:lnTo>
                  <a:lnTo>
                    <a:pt x="9905" y="2972"/>
                  </a:lnTo>
                  <a:lnTo>
                    <a:pt x="9868" y="2936"/>
                  </a:lnTo>
                  <a:lnTo>
                    <a:pt x="9831" y="2899"/>
                  </a:lnTo>
                  <a:lnTo>
                    <a:pt x="9758" y="2899"/>
                  </a:lnTo>
                  <a:lnTo>
                    <a:pt x="9758" y="2642"/>
                  </a:lnTo>
                  <a:lnTo>
                    <a:pt x="9721" y="2092"/>
                  </a:lnTo>
                  <a:lnTo>
                    <a:pt x="9685" y="2018"/>
                  </a:lnTo>
                  <a:lnTo>
                    <a:pt x="9587" y="2018"/>
                  </a:lnTo>
                  <a:lnTo>
                    <a:pt x="9611" y="1982"/>
                  </a:lnTo>
                  <a:lnTo>
                    <a:pt x="9721" y="1762"/>
                  </a:lnTo>
                  <a:lnTo>
                    <a:pt x="9831" y="1542"/>
                  </a:lnTo>
                  <a:lnTo>
                    <a:pt x="9941" y="1285"/>
                  </a:lnTo>
                  <a:close/>
                  <a:moveTo>
                    <a:pt x="9318" y="2385"/>
                  </a:moveTo>
                  <a:lnTo>
                    <a:pt x="9281" y="3119"/>
                  </a:lnTo>
                  <a:lnTo>
                    <a:pt x="9318" y="3889"/>
                  </a:lnTo>
                  <a:lnTo>
                    <a:pt x="9354" y="3963"/>
                  </a:lnTo>
                  <a:lnTo>
                    <a:pt x="9098" y="4183"/>
                  </a:lnTo>
                  <a:lnTo>
                    <a:pt x="9098" y="3963"/>
                  </a:lnTo>
                  <a:lnTo>
                    <a:pt x="9098" y="3743"/>
                  </a:lnTo>
                  <a:lnTo>
                    <a:pt x="9024" y="3302"/>
                  </a:lnTo>
                  <a:lnTo>
                    <a:pt x="8988" y="2715"/>
                  </a:lnTo>
                  <a:lnTo>
                    <a:pt x="9134" y="2569"/>
                  </a:lnTo>
                  <a:lnTo>
                    <a:pt x="9318" y="2385"/>
                  </a:lnTo>
                  <a:close/>
                  <a:moveTo>
                    <a:pt x="8107" y="3596"/>
                  </a:moveTo>
                  <a:lnTo>
                    <a:pt x="7997" y="3889"/>
                  </a:lnTo>
                  <a:lnTo>
                    <a:pt x="7924" y="4219"/>
                  </a:lnTo>
                  <a:lnTo>
                    <a:pt x="7887" y="3779"/>
                  </a:lnTo>
                  <a:lnTo>
                    <a:pt x="8107" y="3596"/>
                  </a:lnTo>
                  <a:close/>
                  <a:moveTo>
                    <a:pt x="8731" y="2972"/>
                  </a:moveTo>
                  <a:lnTo>
                    <a:pt x="8731" y="3302"/>
                  </a:lnTo>
                  <a:lnTo>
                    <a:pt x="8731" y="3816"/>
                  </a:lnTo>
                  <a:lnTo>
                    <a:pt x="8768" y="4109"/>
                  </a:lnTo>
                  <a:lnTo>
                    <a:pt x="8841" y="4366"/>
                  </a:lnTo>
                  <a:lnTo>
                    <a:pt x="8841" y="4403"/>
                  </a:lnTo>
                  <a:lnTo>
                    <a:pt x="8621" y="4586"/>
                  </a:lnTo>
                  <a:lnTo>
                    <a:pt x="8621" y="4586"/>
                  </a:lnTo>
                  <a:lnTo>
                    <a:pt x="8658" y="4219"/>
                  </a:lnTo>
                  <a:lnTo>
                    <a:pt x="8694" y="3816"/>
                  </a:lnTo>
                  <a:lnTo>
                    <a:pt x="8694" y="3449"/>
                  </a:lnTo>
                  <a:lnTo>
                    <a:pt x="8658" y="3082"/>
                  </a:lnTo>
                  <a:lnTo>
                    <a:pt x="8731" y="2972"/>
                  </a:lnTo>
                  <a:close/>
                  <a:moveTo>
                    <a:pt x="8364" y="3339"/>
                  </a:moveTo>
                  <a:lnTo>
                    <a:pt x="8254" y="4733"/>
                  </a:lnTo>
                  <a:lnTo>
                    <a:pt x="8291" y="4806"/>
                  </a:lnTo>
                  <a:lnTo>
                    <a:pt x="8291" y="4843"/>
                  </a:lnTo>
                  <a:lnTo>
                    <a:pt x="8217" y="4916"/>
                  </a:lnTo>
                  <a:lnTo>
                    <a:pt x="8181" y="4880"/>
                  </a:lnTo>
                  <a:lnTo>
                    <a:pt x="8327" y="3522"/>
                  </a:lnTo>
                  <a:lnTo>
                    <a:pt x="8291" y="3486"/>
                  </a:lnTo>
                  <a:lnTo>
                    <a:pt x="8254" y="3449"/>
                  </a:lnTo>
                  <a:lnTo>
                    <a:pt x="8364" y="3339"/>
                  </a:lnTo>
                  <a:close/>
                  <a:moveTo>
                    <a:pt x="7704" y="3963"/>
                  </a:moveTo>
                  <a:lnTo>
                    <a:pt x="7667" y="4329"/>
                  </a:lnTo>
                  <a:lnTo>
                    <a:pt x="7594" y="4696"/>
                  </a:lnTo>
                  <a:lnTo>
                    <a:pt x="7520" y="5026"/>
                  </a:lnTo>
                  <a:lnTo>
                    <a:pt x="7410" y="5393"/>
                  </a:lnTo>
                  <a:lnTo>
                    <a:pt x="7410" y="5467"/>
                  </a:lnTo>
                  <a:lnTo>
                    <a:pt x="7337" y="5430"/>
                  </a:lnTo>
                  <a:lnTo>
                    <a:pt x="7300" y="5430"/>
                  </a:lnTo>
                  <a:lnTo>
                    <a:pt x="7300" y="4990"/>
                  </a:lnTo>
                  <a:lnTo>
                    <a:pt x="7264" y="4696"/>
                  </a:lnTo>
                  <a:lnTo>
                    <a:pt x="7227" y="4366"/>
                  </a:lnTo>
                  <a:lnTo>
                    <a:pt x="7704" y="3963"/>
                  </a:lnTo>
                  <a:close/>
                  <a:moveTo>
                    <a:pt x="7044" y="4513"/>
                  </a:moveTo>
                  <a:lnTo>
                    <a:pt x="6970" y="5026"/>
                  </a:lnTo>
                  <a:lnTo>
                    <a:pt x="6970" y="5320"/>
                  </a:lnTo>
                  <a:lnTo>
                    <a:pt x="6970" y="5540"/>
                  </a:lnTo>
                  <a:lnTo>
                    <a:pt x="7007" y="5650"/>
                  </a:lnTo>
                  <a:lnTo>
                    <a:pt x="7080" y="5760"/>
                  </a:lnTo>
                  <a:lnTo>
                    <a:pt x="6677" y="6053"/>
                  </a:lnTo>
                  <a:lnTo>
                    <a:pt x="6677" y="6053"/>
                  </a:lnTo>
                  <a:lnTo>
                    <a:pt x="6713" y="5797"/>
                  </a:lnTo>
                  <a:lnTo>
                    <a:pt x="6750" y="5540"/>
                  </a:lnTo>
                  <a:lnTo>
                    <a:pt x="6750" y="5173"/>
                  </a:lnTo>
                  <a:lnTo>
                    <a:pt x="6677" y="4843"/>
                  </a:lnTo>
                  <a:lnTo>
                    <a:pt x="7044" y="4513"/>
                  </a:lnTo>
                  <a:close/>
                  <a:moveTo>
                    <a:pt x="6603" y="4916"/>
                  </a:moveTo>
                  <a:lnTo>
                    <a:pt x="6567" y="5173"/>
                  </a:lnTo>
                  <a:lnTo>
                    <a:pt x="6530" y="5430"/>
                  </a:lnTo>
                  <a:lnTo>
                    <a:pt x="6457" y="5613"/>
                  </a:lnTo>
                  <a:lnTo>
                    <a:pt x="6383" y="5760"/>
                  </a:lnTo>
                  <a:lnTo>
                    <a:pt x="6310" y="5943"/>
                  </a:lnTo>
                  <a:lnTo>
                    <a:pt x="6310" y="6127"/>
                  </a:lnTo>
                  <a:lnTo>
                    <a:pt x="6310" y="6200"/>
                  </a:lnTo>
                  <a:lnTo>
                    <a:pt x="6383" y="6237"/>
                  </a:lnTo>
                  <a:lnTo>
                    <a:pt x="5980" y="6494"/>
                  </a:lnTo>
                  <a:lnTo>
                    <a:pt x="6053" y="6090"/>
                  </a:lnTo>
                  <a:lnTo>
                    <a:pt x="6053" y="5760"/>
                  </a:lnTo>
                  <a:lnTo>
                    <a:pt x="6016" y="5393"/>
                  </a:lnTo>
                  <a:lnTo>
                    <a:pt x="6603" y="4916"/>
                  </a:lnTo>
                  <a:close/>
                  <a:moveTo>
                    <a:pt x="5870" y="5540"/>
                  </a:moveTo>
                  <a:lnTo>
                    <a:pt x="5796" y="5943"/>
                  </a:lnTo>
                  <a:lnTo>
                    <a:pt x="5686" y="6347"/>
                  </a:lnTo>
                  <a:lnTo>
                    <a:pt x="5613" y="6567"/>
                  </a:lnTo>
                  <a:lnTo>
                    <a:pt x="5613" y="6677"/>
                  </a:lnTo>
                  <a:lnTo>
                    <a:pt x="5613" y="6750"/>
                  </a:lnTo>
                  <a:lnTo>
                    <a:pt x="5173" y="7081"/>
                  </a:lnTo>
                  <a:lnTo>
                    <a:pt x="5393" y="5943"/>
                  </a:lnTo>
                  <a:lnTo>
                    <a:pt x="5870" y="5540"/>
                  </a:lnTo>
                  <a:close/>
                  <a:moveTo>
                    <a:pt x="9134" y="478"/>
                  </a:moveTo>
                  <a:lnTo>
                    <a:pt x="9428" y="588"/>
                  </a:lnTo>
                  <a:lnTo>
                    <a:pt x="9318" y="735"/>
                  </a:lnTo>
                  <a:lnTo>
                    <a:pt x="9318" y="845"/>
                  </a:lnTo>
                  <a:lnTo>
                    <a:pt x="9354" y="918"/>
                  </a:lnTo>
                  <a:lnTo>
                    <a:pt x="9428" y="955"/>
                  </a:lnTo>
                  <a:lnTo>
                    <a:pt x="9538" y="955"/>
                  </a:lnTo>
                  <a:lnTo>
                    <a:pt x="9538" y="1101"/>
                  </a:lnTo>
                  <a:lnTo>
                    <a:pt x="9465" y="1285"/>
                  </a:lnTo>
                  <a:lnTo>
                    <a:pt x="9318" y="1615"/>
                  </a:lnTo>
                  <a:lnTo>
                    <a:pt x="9134" y="1908"/>
                  </a:lnTo>
                  <a:lnTo>
                    <a:pt x="8914" y="2202"/>
                  </a:lnTo>
                  <a:lnTo>
                    <a:pt x="8841" y="2165"/>
                  </a:lnTo>
                  <a:lnTo>
                    <a:pt x="8804" y="2202"/>
                  </a:lnTo>
                  <a:lnTo>
                    <a:pt x="8768" y="2202"/>
                  </a:lnTo>
                  <a:lnTo>
                    <a:pt x="8731" y="2275"/>
                  </a:lnTo>
                  <a:lnTo>
                    <a:pt x="8731" y="2349"/>
                  </a:lnTo>
                  <a:lnTo>
                    <a:pt x="8364" y="2715"/>
                  </a:lnTo>
                  <a:lnTo>
                    <a:pt x="7740" y="3339"/>
                  </a:lnTo>
                  <a:lnTo>
                    <a:pt x="7667" y="3339"/>
                  </a:lnTo>
                  <a:lnTo>
                    <a:pt x="7667" y="3412"/>
                  </a:lnTo>
                  <a:lnTo>
                    <a:pt x="6493" y="4439"/>
                  </a:lnTo>
                  <a:lnTo>
                    <a:pt x="5650" y="5173"/>
                  </a:lnTo>
                  <a:lnTo>
                    <a:pt x="4806" y="5870"/>
                  </a:lnTo>
                  <a:lnTo>
                    <a:pt x="4769" y="5870"/>
                  </a:lnTo>
                  <a:lnTo>
                    <a:pt x="4733" y="5907"/>
                  </a:lnTo>
                  <a:lnTo>
                    <a:pt x="4623" y="6017"/>
                  </a:lnTo>
                  <a:lnTo>
                    <a:pt x="3889" y="6567"/>
                  </a:lnTo>
                  <a:lnTo>
                    <a:pt x="3852" y="6567"/>
                  </a:lnTo>
                  <a:lnTo>
                    <a:pt x="3816" y="6604"/>
                  </a:lnTo>
                  <a:lnTo>
                    <a:pt x="3632" y="6714"/>
                  </a:lnTo>
                  <a:lnTo>
                    <a:pt x="3339" y="6897"/>
                  </a:lnTo>
                  <a:lnTo>
                    <a:pt x="3155" y="7007"/>
                  </a:lnTo>
                  <a:lnTo>
                    <a:pt x="3045" y="7154"/>
                  </a:lnTo>
                  <a:lnTo>
                    <a:pt x="2972" y="7117"/>
                  </a:lnTo>
                  <a:lnTo>
                    <a:pt x="2605" y="6824"/>
                  </a:lnTo>
                  <a:lnTo>
                    <a:pt x="2312" y="6457"/>
                  </a:lnTo>
                  <a:lnTo>
                    <a:pt x="2128" y="6274"/>
                  </a:lnTo>
                  <a:lnTo>
                    <a:pt x="1945" y="6090"/>
                  </a:lnTo>
                  <a:lnTo>
                    <a:pt x="2202" y="5943"/>
                  </a:lnTo>
                  <a:lnTo>
                    <a:pt x="2458" y="5723"/>
                  </a:lnTo>
                  <a:lnTo>
                    <a:pt x="2605" y="5943"/>
                  </a:lnTo>
                  <a:lnTo>
                    <a:pt x="2825" y="6127"/>
                  </a:lnTo>
                  <a:lnTo>
                    <a:pt x="2935" y="6200"/>
                  </a:lnTo>
                  <a:lnTo>
                    <a:pt x="3082" y="6237"/>
                  </a:lnTo>
                  <a:lnTo>
                    <a:pt x="3229" y="6237"/>
                  </a:lnTo>
                  <a:lnTo>
                    <a:pt x="3339" y="6127"/>
                  </a:lnTo>
                  <a:lnTo>
                    <a:pt x="3375" y="6090"/>
                  </a:lnTo>
                  <a:lnTo>
                    <a:pt x="3412" y="6017"/>
                  </a:lnTo>
                  <a:lnTo>
                    <a:pt x="3375" y="5870"/>
                  </a:lnTo>
                  <a:lnTo>
                    <a:pt x="3339" y="5797"/>
                  </a:lnTo>
                  <a:lnTo>
                    <a:pt x="3265" y="5760"/>
                  </a:lnTo>
                  <a:lnTo>
                    <a:pt x="3119" y="5760"/>
                  </a:lnTo>
                  <a:lnTo>
                    <a:pt x="3082" y="5797"/>
                  </a:lnTo>
                  <a:lnTo>
                    <a:pt x="3082" y="5760"/>
                  </a:lnTo>
                  <a:lnTo>
                    <a:pt x="2935" y="5650"/>
                  </a:lnTo>
                  <a:lnTo>
                    <a:pt x="2752" y="5503"/>
                  </a:lnTo>
                  <a:lnTo>
                    <a:pt x="2825" y="5430"/>
                  </a:lnTo>
                  <a:lnTo>
                    <a:pt x="3302" y="4990"/>
                  </a:lnTo>
                  <a:lnTo>
                    <a:pt x="3375" y="5173"/>
                  </a:lnTo>
                  <a:lnTo>
                    <a:pt x="3449" y="5283"/>
                  </a:lnTo>
                  <a:lnTo>
                    <a:pt x="3559" y="5393"/>
                  </a:lnTo>
                  <a:lnTo>
                    <a:pt x="3669" y="5503"/>
                  </a:lnTo>
                  <a:lnTo>
                    <a:pt x="3816" y="5540"/>
                  </a:lnTo>
                  <a:lnTo>
                    <a:pt x="3926" y="5540"/>
                  </a:lnTo>
                  <a:lnTo>
                    <a:pt x="3999" y="5467"/>
                  </a:lnTo>
                  <a:lnTo>
                    <a:pt x="4036" y="5393"/>
                  </a:lnTo>
                  <a:lnTo>
                    <a:pt x="4036" y="5283"/>
                  </a:lnTo>
                  <a:lnTo>
                    <a:pt x="3889" y="5136"/>
                  </a:lnTo>
                  <a:lnTo>
                    <a:pt x="3742" y="4990"/>
                  </a:lnTo>
                  <a:lnTo>
                    <a:pt x="3632" y="4843"/>
                  </a:lnTo>
                  <a:lnTo>
                    <a:pt x="3595" y="4770"/>
                  </a:lnTo>
                  <a:lnTo>
                    <a:pt x="3595" y="4733"/>
                  </a:lnTo>
                  <a:lnTo>
                    <a:pt x="3926" y="4439"/>
                  </a:lnTo>
                  <a:lnTo>
                    <a:pt x="4146" y="4256"/>
                  </a:lnTo>
                  <a:lnTo>
                    <a:pt x="4182" y="4403"/>
                  </a:lnTo>
                  <a:lnTo>
                    <a:pt x="4256" y="4513"/>
                  </a:lnTo>
                  <a:lnTo>
                    <a:pt x="4329" y="4623"/>
                  </a:lnTo>
                  <a:lnTo>
                    <a:pt x="4439" y="4770"/>
                  </a:lnTo>
                  <a:lnTo>
                    <a:pt x="4586" y="4843"/>
                  </a:lnTo>
                  <a:lnTo>
                    <a:pt x="4696" y="4880"/>
                  </a:lnTo>
                  <a:lnTo>
                    <a:pt x="4806" y="4843"/>
                  </a:lnTo>
                  <a:lnTo>
                    <a:pt x="4843" y="4770"/>
                  </a:lnTo>
                  <a:lnTo>
                    <a:pt x="4879" y="4733"/>
                  </a:lnTo>
                  <a:lnTo>
                    <a:pt x="4879" y="4623"/>
                  </a:lnTo>
                  <a:lnTo>
                    <a:pt x="4843" y="4549"/>
                  </a:lnTo>
                  <a:lnTo>
                    <a:pt x="4769" y="4476"/>
                  </a:lnTo>
                  <a:lnTo>
                    <a:pt x="4623" y="4329"/>
                  </a:lnTo>
                  <a:lnTo>
                    <a:pt x="4513" y="4219"/>
                  </a:lnTo>
                  <a:lnTo>
                    <a:pt x="4476" y="4073"/>
                  </a:lnTo>
                  <a:lnTo>
                    <a:pt x="4476" y="3999"/>
                  </a:lnTo>
                  <a:lnTo>
                    <a:pt x="4989" y="3522"/>
                  </a:lnTo>
                  <a:lnTo>
                    <a:pt x="5063" y="3632"/>
                  </a:lnTo>
                  <a:lnTo>
                    <a:pt x="5173" y="3853"/>
                  </a:lnTo>
                  <a:lnTo>
                    <a:pt x="5356" y="4036"/>
                  </a:lnTo>
                  <a:lnTo>
                    <a:pt x="5430" y="4073"/>
                  </a:lnTo>
                  <a:lnTo>
                    <a:pt x="5503" y="4109"/>
                  </a:lnTo>
                  <a:lnTo>
                    <a:pt x="5576" y="4073"/>
                  </a:lnTo>
                  <a:lnTo>
                    <a:pt x="5650" y="4036"/>
                  </a:lnTo>
                  <a:lnTo>
                    <a:pt x="5686" y="3963"/>
                  </a:lnTo>
                  <a:lnTo>
                    <a:pt x="5686" y="3926"/>
                  </a:lnTo>
                  <a:lnTo>
                    <a:pt x="5686" y="3853"/>
                  </a:lnTo>
                  <a:lnTo>
                    <a:pt x="5650" y="3779"/>
                  </a:lnTo>
                  <a:lnTo>
                    <a:pt x="5246" y="3302"/>
                  </a:lnTo>
                  <a:lnTo>
                    <a:pt x="5980" y="2642"/>
                  </a:lnTo>
                  <a:lnTo>
                    <a:pt x="6016" y="2715"/>
                  </a:lnTo>
                  <a:lnTo>
                    <a:pt x="6163" y="3082"/>
                  </a:lnTo>
                  <a:lnTo>
                    <a:pt x="6200" y="3156"/>
                  </a:lnTo>
                  <a:lnTo>
                    <a:pt x="6237" y="3192"/>
                  </a:lnTo>
                  <a:lnTo>
                    <a:pt x="6383" y="3192"/>
                  </a:lnTo>
                  <a:lnTo>
                    <a:pt x="6457" y="3156"/>
                  </a:lnTo>
                  <a:lnTo>
                    <a:pt x="6493" y="3082"/>
                  </a:lnTo>
                  <a:lnTo>
                    <a:pt x="6530" y="3009"/>
                  </a:lnTo>
                  <a:lnTo>
                    <a:pt x="6493" y="2936"/>
                  </a:lnTo>
                  <a:lnTo>
                    <a:pt x="6383" y="2605"/>
                  </a:lnTo>
                  <a:lnTo>
                    <a:pt x="6273" y="2422"/>
                  </a:lnTo>
                  <a:lnTo>
                    <a:pt x="7007" y="1725"/>
                  </a:lnTo>
                  <a:lnTo>
                    <a:pt x="7044" y="1945"/>
                  </a:lnTo>
                  <a:lnTo>
                    <a:pt x="7080" y="2129"/>
                  </a:lnTo>
                  <a:lnTo>
                    <a:pt x="7154" y="2349"/>
                  </a:lnTo>
                  <a:lnTo>
                    <a:pt x="7227" y="2532"/>
                  </a:lnTo>
                  <a:lnTo>
                    <a:pt x="7300" y="2605"/>
                  </a:lnTo>
                  <a:lnTo>
                    <a:pt x="7410" y="2642"/>
                  </a:lnTo>
                  <a:lnTo>
                    <a:pt x="7557" y="2569"/>
                  </a:lnTo>
                  <a:lnTo>
                    <a:pt x="7630" y="2495"/>
                  </a:lnTo>
                  <a:lnTo>
                    <a:pt x="7667" y="2385"/>
                  </a:lnTo>
                  <a:lnTo>
                    <a:pt x="7667" y="2312"/>
                  </a:lnTo>
                  <a:lnTo>
                    <a:pt x="7630" y="2239"/>
                  </a:lnTo>
                  <a:lnTo>
                    <a:pt x="7557" y="2165"/>
                  </a:lnTo>
                  <a:lnTo>
                    <a:pt x="7484" y="2165"/>
                  </a:lnTo>
                  <a:lnTo>
                    <a:pt x="7337" y="1835"/>
                  </a:lnTo>
                  <a:lnTo>
                    <a:pt x="7227" y="1542"/>
                  </a:lnTo>
                  <a:lnTo>
                    <a:pt x="7740" y="1101"/>
                  </a:lnTo>
                  <a:lnTo>
                    <a:pt x="8217" y="735"/>
                  </a:lnTo>
                  <a:lnTo>
                    <a:pt x="8364" y="625"/>
                  </a:lnTo>
                  <a:lnTo>
                    <a:pt x="8511" y="551"/>
                  </a:lnTo>
                  <a:lnTo>
                    <a:pt x="8841" y="478"/>
                  </a:lnTo>
                  <a:close/>
                  <a:moveTo>
                    <a:pt x="3485" y="7264"/>
                  </a:moveTo>
                  <a:lnTo>
                    <a:pt x="3449" y="7447"/>
                  </a:lnTo>
                  <a:lnTo>
                    <a:pt x="3302" y="7337"/>
                  </a:lnTo>
                  <a:lnTo>
                    <a:pt x="3485" y="7264"/>
                  </a:lnTo>
                  <a:close/>
                  <a:moveTo>
                    <a:pt x="5099" y="6163"/>
                  </a:moveTo>
                  <a:lnTo>
                    <a:pt x="4733" y="7264"/>
                  </a:lnTo>
                  <a:lnTo>
                    <a:pt x="4733" y="7337"/>
                  </a:lnTo>
                  <a:lnTo>
                    <a:pt x="4586" y="7447"/>
                  </a:lnTo>
                  <a:lnTo>
                    <a:pt x="4586" y="7337"/>
                  </a:lnTo>
                  <a:lnTo>
                    <a:pt x="4586" y="7301"/>
                  </a:lnTo>
                  <a:lnTo>
                    <a:pt x="4623" y="6860"/>
                  </a:lnTo>
                  <a:lnTo>
                    <a:pt x="4733" y="6457"/>
                  </a:lnTo>
                  <a:lnTo>
                    <a:pt x="5026" y="6237"/>
                  </a:lnTo>
                  <a:lnTo>
                    <a:pt x="5099" y="6163"/>
                  </a:lnTo>
                  <a:close/>
                  <a:moveTo>
                    <a:pt x="4292" y="6750"/>
                  </a:moveTo>
                  <a:lnTo>
                    <a:pt x="4219" y="7117"/>
                  </a:lnTo>
                  <a:lnTo>
                    <a:pt x="4219" y="7484"/>
                  </a:lnTo>
                  <a:lnTo>
                    <a:pt x="4219" y="7594"/>
                  </a:lnTo>
                  <a:lnTo>
                    <a:pt x="4292" y="7631"/>
                  </a:lnTo>
                  <a:lnTo>
                    <a:pt x="3889" y="7924"/>
                  </a:lnTo>
                  <a:lnTo>
                    <a:pt x="3816" y="7851"/>
                  </a:lnTo>
                  <a:lnTo>
                    <a:pt x="3889" y="7777"/>
                  </a:lnTo>
                  <a:lnTo>
                    <a:pt x="3926" y="7667"/>
                  </a:lnTo>
                  <a:lnTo>
                    <a:pt x="3926" y="7594"/>
                  </a:lnTo>
                  <a:lnTo>
                    <a:pt x="3889" y="7521"/>
                  </a:lnTo>
                  <a:lnTo>
                    <a:pt x="3852" y="7484"/>
                  </a:lnTo>
                  <a:lnTo>
                    <a:pt x="3816" y="7484"/>
                  </a:lnTo>
                  <a:lnTo>
                    <a:pt x="3889" y="7227"/>
                  </a:lnTo>
                  <a:lnTo>
                    <a:pt x="3926" y="7007"/>
                  </a:lnTo>
                  <a:lnTo>
                    <a:pt x="3926" y="6970"/>
                  </a:lnTo>
                  <a:lnTo>
                    <a:pt x="4292" y="6750"/>
                  </a:lnTo>
                  <a:close/>
                  <a:moveTo>
                    <a:pt x="1101" y="6127"/>
                  </a:moveTo>
                  <a:lnTo>
                    <a:pt x="1358" y="6200"/>
                  </a:lnTo>
                  <a:lnTo>
                    <a:pt x="1578" y="6310"/>
                  </a:lnTo>
                  <a:lnTo>
                    <a:pt x="1761" y="6457"/>
                  </a:lnTo>
                  <a:lnTo>
                    <a:pt x="1945" y="6677"/>
                  </a:lnTo>
                  <a:lnTo>
                    <a:pt x="2312" y="7081"/>
                  </a:lnTo>
                  <a:lnTo>
                    <a:pt x="2715" y="7447"/>
                  </a:lnTo>
                  <a:lnTo>
                    <a:pt x="3155" y="7777"/>
                  </a:lnTo>
                  <a:lnTo>
                    <a:pt x="3339" y="7961"/>
                  </a:lnTo>
                  <a:lnTo>
                    <a:pt x="3522" y="8144"/>
                  </a:lnTo>
                  <a:lnTo>
                    <a:pt x="3522" y="8181"/>
                  </a:lnTo>
                  <a:lnTo>
                    <a:pt x="3485" y="8291"/>
                  </a:lnTo>
                  <a:lnTo>
                    <a:pt x="3485" y="8401"/>
                  </a:lnTo>
                  <a:lnTo>
                    <a:pt x="3559" y="8474"/>
                  </a:lnTo>
                  <a:lnTo>
                    <a:pt x="3669" y="8511"/>
                  </a:lnTo>
                  <a:lnTo>
                    <a:pt x="3669" y="8621"/>
                  </a:lnTo>
                  <a:lnTo>
                    <a:pt x="3669" y="8658"/>
                  </a:lnTo>
                  <a:lnTo>
                    <a:pt x="3595" y="8695"/>
                  </a:lnTo>
                  <a:lnTo>
                    <a:pt x="3229" y="8731"/>
                  </a:lnTo>
                  <a:lnTo>
                    <a:pt x="3009" y="8474"/>
                  </a:lnTo>
                  <a:lnTo>
                    <a:pt x="2825" y="8254"/>
                  </a:lnTo>
                  <a:lnTo>
                    <a:pt x="2165" y="7484"/>
                  </a:lnTo>
                  <a:lnTo>
                    <a:pt x="1615" y="6897"/>
                  </a:lnTo>
                  <a:lnTo>
                    <a:pt x="1321" y="6604"/>
                  </a:lnTo>
                  <a:lnTo>
                    <a:pt x="1174" y="6494"/>
                  </a:lnTo>
                  <a:lnTo>
                    <a:pt x="991" y="6420"/>
                  </a:lnTo>
                  <a:lnTo>
                    <a:pt x="1101" y="6127"/>
                  </a:lnTo>
                  <a:close/>
                  <a:moveTo>
                    <a:pt x="8731" y="1"/>
                  </a:moveTo>
                  <a:lnTo>
                    <a:pt x="8474" y="74"/>
                  </a:lnTo>
                  <a:lnTo>
                    <a:pt x="8217" y="184"/>
                  </a:lnTo>
                  <a:lnTo>
                    <a:pt x="7997" y="331"/>
                  </a:lnTo>
                  <a:lnTo>
                    <a:pt x="7777" y="478"/>
                  </a:lnTo>
                  <a:lnTo>
                    <a:pt x="7154" y="1028"/>
                  </a:lnTo>
                  <a:lnTo>
                    <a:pt x="6530" y="1578"/>
                  </a:lnTo>
                  <a:lnTo>
                    <a:pt x="4036" y="3779"/>
                  </a:lnTo>
                  <a:lnTo>
                    <a:pt x="2825" y="4843"/>
                  </a:lnTo>
                  <a:lnTo>
                    <a:pt x="2312" y="5283"/>
                  </a:lnTo>
                  <a:lnTo>
                    <a:pt x="2092" y="5540"/>
                  </a:lnTo>
                  <a:lnTo>
                    <a:pt x="1871" y="5797"/>
                  </a:lnTo>
                  <a:lnTo>
                    <a:pt x="1761" y="5833"/>
                  </a:lnTo>
                  <a:lnTo>
                    <a:pt x="1725" y="5943"/>
                  </a:lnTo>
                  <a:lnTo>
                    <a:pt x="1541" y="5833"/>
                  </a:lnTo>
                  <a:lnTo>
                    <a:pt x="1358" y="5797"/>
                  </a:lnTo>
                  <a:lnTo>
                    <a:pt x="1174" y="5760"/>
                  </a:lnTo>
                  <a:lnTo>
                    <a:pt x="954" y="5760"/>
                  </a:lnTo>
                  <a:lnTo>
                    <a:pt x="844" y="5797"/>
                  </a:lnTo>
                  <a:lnTo>
                    <a:pt x="771" y="5907"/>
                  </a:lnTo>
                  <a:lnTo>
                    <a:pt x="624" y="6420"/>
                  </a:lnTo>
                  <a:lnTo>
                    <a:pt x="624" y="6494"/>
                  </a:lnTo>
                  <a:lnTo>
                    <a:pt x="661" y="6567"/>
                  </a:lnTo>
                  <a:lnTo>
                    <a:pt x="698" y="6604"/>
                  </a:lnTo>
                  <a:lnTo>
                    <a:pt x="771" y="6640"/>
                  </a:lnTo>
                  <a:lnTo>
                    <a:pt x="918" y="6860"/>
                  </a:lnTo>
                  <a:lnTo>
                    <a:pt x="1101" y="7081"/>
                  </a:lnTo>
                  <a:lnTo>
                    <a:pt x="1505" y="7484"/>
                  </a:lnTo>
                  <a:lnTo>
                    <a:pt x="2385" y="8511"/>
                  </a:lnTo>
                  <a:lnTo>
                    <a:pt x="2715" y="8951"/>
                  </a:lnTo>
                  <a:lnTo>
                    <a:pt x="2935" y="9171"/>
                  </a:lnTo>
                  <a:lnTo>
                    <a:pt x="3155" y="9318"/>
                  </a:lnTo>
                  <a:lnTo>
                    <a:pt x="3302" y="9355"/>
                  </a:lnTo>
                  <a:lnTo>
                    <a:pt x="3412" y="9355"/>
                  </a:lnTo>
                  <a:lnTo>
                    <a:pt x="3522" y="9281"/>
                  </a:lnTo>
                  <a:lnTo>
                    <a:pt x="3595" y="9171"/>
                  </a:lnTo>
                  <a:lnTo>
                    <a:pt x="3816" y="9135"/>
                  </a:lnTo>
                  <a:lnTo>
                    <a:pt x="3962" y="9061"/>
                  </a:lnTo>
                  <a:lnTo>
                    <a:pt x="4072" y="8951"/>
                  </a:lnTo>
                  <a:lnTo>
                    <a:pt x="4146" y="8805"/>
                  </a:lnTo>
                  <a:lnTo>
                    <a:pt x="4146" y="8548"/>
                  </a:lnTo>
                  <a:lnTo>
                    <a:pt x="4109" y="8328"/>
                  </a:lnTo>
                  <a:lnTo>
                    <a:pt x="5320" y="7557"/>
                  </a:lnTo>
                  <a:lnTo>
                    <a:pt x="6530" y="6750"/>
                  </a:lnTo>
                  <a:lnTo>
                    <a:pt x="7667" y="5907"/>
                  </a:lnTo>
                  <a:lnTo>
                    <a:pt x="8804" y="5026"/>
                  </a:lnTo>
                  <a:lnTo>
                    <a:pt x="9281" y="4660"/>
                  </a:lnTo>
                  <a:lnTo>
                    <a:pt x="9721" y="4219"/>
                  </a:lnTo>
                  <a:lnTo>
                    <a:pt x="10125" y="3743"/>
                  </a:lnTo>
                  <a:lnTo>
                    <a:pt x="10308" y="3486"/>
                  </a:lnTo>
                  <a:lnTo>
                    <a:pt x="10455" y="3229"/>
                  </a:lnTo>
                  <a:lnTo>
                    <a:pt x="10602" y="2972"/>
                  </a:lnTo>
                  <a:lnTo>
                    <a:pt x="10712" y="2679"/>
                  </a:lnTo>
                  <a:lnTo>
                    <a:pt x="10785" y="2385"/>
                  </a:lnTo>
                  <a:lnTo>
                    <a:pt x="10822" y="2129"/>
                  </a:lnTo>
                  <a:lnTo>
                    <a:pt x="10822" y="1835"/>
                  </a:lnTo>
                  <a:lnTo>
                    <a:pt x="10785" y="1542"/>
                  </a:lnTo>
                  <a:lnTo>
                    <a:pt x="10675" y="1248"/>
                  </a:lnTo>
                  <a:lnTo>
                    <a:pt x="10528" y="955"/>
                  </a:lnTo>
                  <a:lnTo>
                    <a:pt x="10382" y="735"/>
                  </a:lnTo>
                  <a:lnTo>
                    <a:pt x="10198" y="515"/>
                  </a:lnTo>
                  <a:lnTo>
                    <a:pt x="9978" y="368"/>
                  </a:lnTo>
                  <a:lnTo>
                    <a:pt x="9758" y="221"/>
                  </a:lnTo>
                  <a:lnTo>
                    <a:pt x="9501" y="111"/>
                  </a:lnTo>
                  <a:lnTo>
                    <a:pt x="9281" y="38"/>
                  </a:lnTo>
                  <a:lnTo>
                    <a:pt x="8988" y="1"/>
                  </a:lnTo>
                  <a:close/>
                  <a:moveTo>
                    <a:pt x="1981" y="12399"/>
                  </a:moveTo>
                  <a:lnTo>
                    <a:pt x="1981" y="12509"/>
                  </a:lnTo>
                  <a:lnTo>
                    <a:pt x="1981" y="12656"/>
                  </a:lnTo>
                  <a:lnTo>
                    <a:pt x="1908" y="12913"/>
                  </a:lnTo>
                  <a:lnTo>
                    <a:pt x="1798" y="12913"/>
                  </a:lnTo>
                  <a:lnTo>
                    <a:pt x="1871" y="12656"/>
                  </a:lnTo>
                  <a:lnTo>
                    <a:pt x="1981" y="12399"/>
                  </a:lnTo>
                  <a:close/>
                  <a:moveTo>
                    <a:pt x="1651" y="9391"/>
                  </a:moveTo>
                  <a:lnTo>
                    <a:pt x="1688" y="9575"/>
                  </a:lnTo>
                  <a:lnTo>
                    <a:pt x="1908" y="10198"/>
                  </a:lnTo>
                  <a:lnTo>
                    <a:pt x="2348" y="11372"/>
                  </a:lnTo>
                  <a:lnTo>
                    <a:pt x="2422" y="11739"/>
                  </a:lnTo>
                  <a:lnTo>
                    <a:pt x="2458" y="12106"/>
                  </a:lnTo>
                  <a:lnTo>
                    <a:pt x="2422" y="12436"/>
                  </a:lnTo>
                  <a:lnTo>
                    <a:pt x="2348" y="12619"/>
                  </a:lnTo>
                  <a:lnTo>
                    <a:pt x="2275" y="12766"/>
                  </a:lnTo>
                  <a:lnTo>
                    <a:pt x="2312" y="12583"/>
                  </a:lnTo>
                  <a:lnTo>
                    <a:pt x="2275" y="12436"/>
                  </a:lnTo>
                  <a:lnTo>
                    <a:pt x="2202" y="12326"/>
                  </a:lnTo>
                  <a:lnTo>
                    <a:pt x="2128" y="12216"/>
                  </a:lnTo>
                  <a:lnTo>
                    <a:pt x="2018" y="12179"/>
                  </a:lnTo>
                  <a:lnTo>
                    <a:pt x="1871" y="12179"/>
                  </a:lnTo>
                  <a:lnTo>
                    <a:pt x="1835" y="12253"/>
                  </a:lnTo>
                  <a:lnTo>
                    <a:pt x="1835" y="12326"/>
                  </a:lnTo>
                  <a:lnTo>
                    <a:pt x="1578" y="12656"/>
                  </a:lnTo>
                  <a:lnTo>
                    <a:pt x="1505" y="12840"/>
                  </a:lnTo>
                  <a:lnTo>
                    <a:pt x="1431" y="13023"/>
                  </a:lnTo>
                  <a:lnTo>
                    <a:pt x="1358" y="13023"/>
                  </a:lnTo>
                  <a:lnTo>
                    <a:pt x="1578" y="12509"/>
                  </a:lnTo>
                  <a:lnTo>
                    <a:pt x="1761" y="11996"/>
                  </a:lnTo>
                  <a:lnTo>
                    <a:pt x="1761" y="11959"/>
                  </a:lnTo>
                  <a:lnTo>
                    <a:pt x="1725" y="11922"/>
                  </a:lnTo>
                  <a:lnTo>
                    <a:pt x="1688" y="11922"/>
                  </a:lnTo>
                  <a:lnTo>
                    <a:pt x="1651" y="11959"/>
                  </a:lnTo>
                  <a:lnTo>
                    <a:pt x="1321" y="12399"/>
                  </a:lnTo>
                  <a:lnTo>
                    <a:pt x="1028" y="12913"/>
                  </a:lnTo>
                  <a:lnTo>
                    <a:pt x="881" y="12840"/>
                  </a:lnTo>
                  <a:lnTo>
                    <a:pt x="881" y="12729"/>
                  </a:lnTo>
                  <a:lnTo>
                    <a:pt x="1028" y="12436"/>
                  </a:lnTo>
                  <a:lnTo>
                    <a:pt x="1174" y="12143"/>
                  </a:lnTo>
                  <a:lnTo>
                    <a:pt x="1358" y="11849"/>
                  </a:lnTo>
                  <a:lnTo>
                    <a:pt x="1541" y="11556"/>
                  </a:lnTo>
                  <a:lnTo>
                    <a:pt x="1541" y="11519"/>
                  </a:lnTo>
                  <a:lnTo>
                    <a:pt x="1505" y="11482"/>
                  </a:lnTo>
                  <a:lnTo>
                    <a:pt x="1468" y="11519"/>
                  </a:lnTo>
                  <a:lnTo>
                    <a:pt x="1138" y="11812"/>
                  </a:lnTo>
                  <a:lnTo>
                    <a:pt x="954" y="11996"/>
                  </a:lnTo>
                  <a:lnTo>
                    <a:pt x="808" y="12179"/>
                  </a:lnTo>
                  <a:lnTo>
                    <a:pt x="698" y="12399"/>
                  </a:lnTo>
                  <a:lnTo>
                    <a:pt x="588" y="12619"/>
                  </a:lnTo>
                  <a:lnTo>
                    <a:pt x="551" y="12583"/>
                  </a:lnTo>
                  <a:lnTo>
                    <a:pt x="624" y="12473"/>
                  </a:lnTo>
                  <a:lnTo>
                    <a:pt x="661" y="12363"/>
                  </a:lnTo>
                  <a:lnTo>
                    <a:pt x="1138" y="11629"/>
                  </a:lnTo>
                  <a:lnTo>
                    <a:pt x="1321" y="11262"/>
                  </a:lnTo>
                  <a:lnTo>
                    <a:pt x="1468" y="10859"/>
                  </a:lnTo>
                  <a:lnTo>
                    <a:pt x="1431" y="10822"/>
                  </a:lnTo>
                  <a:lnTo>
                    <a:pt x="1395" y="10822"/>
                  </a:lnTo>
                  <a:lnTo>
                    <a:pt x="1064" y="11189"/>
                  </a:lnTo>
                  <a:lnTo>
                    <a:pt x="734" y="11556"/>
                  </a:lnTo>
                  <a:lnTo>
                    <a:pt x="844" y="11372"/>
                  </a:lnTo>
                  <a:lnTo>
                    <a:pt x="1248" y="10749"/>
                  </a:lnTo>
                  <a:lnTo>
                    <a:pt x="1651" y="10125"/>
                  </a:lnTo>
                  <a:lnTo>
                    <a:pt x="1651" y="10052"/>
                  </a:lnTo>
                  <a:lnTo>
                    <a:pt x="1615" y="9978"/>
                  </a:lnTo>
                  <a:lnTo>
                    <a:pt x="1505" y="9978"/>
                  </a:lnTo>
                  <a:lnTo>
                    <a:pt x="1321" y="10162"/>
                  </a:lnTo>
                  <a:lnTo>
                    <a:pt x="1505" y="9795"/>
                  </a:lnTo>
                  <a:lnTo>
                    <a:pt x="1651" y="9391"/>
                  </a:lnTo>
                  <a:close/>
                  <a:moveTo>
                    <a:pt x="1541" y="8768"/>
                  </a:moveTo>
                  <a:lnTo>
                    <a:pt x="1468" y="8805"/>
                  </a:lnTo>
                  <a:lnTo>
                    <a:pt x="1395" y="8915"/>
                  </a:lnTo>
                  <a:lnTo>
                    <a:pt x="1395" y="9025"/>
                  </a:lnTo>
                  <a:lnTo>
                    <a:pt x="1395" y="9061"/>
                  </a:lnTo>
                  <a:lnTo>
                    <a:pt x="1211" y="9355"/>
                  </a:lnTo>
                  <a:lnTo>
                    <a:pt x="1101" y="9648"/>
                  </a:lnTo>
                  <a:lnTo>
                    <a:pt x="661" y="10602"/>
                  </a:lnTo>
                  <a:lnTo>
                    <a:pt x="294" y="11409"/>
                  </a:lnTo>
                  <a:lnTo>
                    <a:pt x="147" y="11812"/>
                  </a:lnTo>
                  <a:lnTo>
                    <a:pt x="37" y="12253"/>
                  </a:lnTo>
                  <a:lnTo>
                    <a:pt x="1" y="12399"/>
                  </a:lnTo>
                  <a:lnTo>
                    <a:pt x="1" y="12509"/>
                  </a:lnTo>
                  <a:lnTo>
                    <a:pt x="74" y="12729"/>
                  </a:lnTo>
                  <a:lnTo>
                    <a:pt x="221" y="12913"/>
                  </a:lnTo>
                  <a:lnTo>
                    <a:pt x="404" y="13096"/>
                  </a:lnTo>
                  <a:lnTo>
                    <a:pt x="441" y="13170"/>
                  </a:lnTo>
                  <a:lnTo>
                    <a:pt x="514" y="13206"/>
                  </a:lnTo>
                  <a:lnTo>
                    <a:pt x="588" y="13243"/>
                  </a:lnTo>
                  <a:lnTo>
                    <a:pt x="661" y="13243"/>
                  </a:lnTo>
                  <a:lnTo>
                    <a:pt x="734" y="13280"/>
                  </a:lnTo>
                  <a:lnTo>
                    <a:pt x="881" y="13353"/>
                  </a:lnTo>
                  <a:lnTo>
                    <a:pt x="954" y="13426"/>
                  </a:lnTo>
                  <a:lnTo>
                    <a:pt x="1101" y="13426"/>
                  </a:lnTo>
                  <a:lnTo>
                    <a:pt x="1431" y="13536"/>
                  </a:lnTo>
                  <a:lnTo>
                    <a:pt x="1468" y="13573"/>
                  </a:lnTo>
                  <a:lnTo>
                    <a:pt x="1688" y="13573"/>
                  </a:lnTo>
                  <a:lnTo>
                    <a:pt x="1908" y="13536"/>
                  </a:lnTo>
                  <a:lnTo>
                    <a:pt x="2128" y="13463"/>
                  </a:lnTo>
                  <a:lnTo>
                    <a:pt x="2312" y="13390"/>
                  </a:lnTo>
                  <a:lnTo>
                    <a:pt x="2495" y="13280"/>
                  </a:lnTo>
                  <a:lnTo>
                    <a:pt x="2605" y="13133"/>
                  </a:lnTo>
                  <a:lnTo>
                    <a:pt x="2715" y="12986"/>
                  </a:lnTo>
                  <a:lnTo>
                    <a:pt x="2788" y="12840"/>
                  </a:lnTo>
                  <a:lnTo>
                    <a:pt x="2862" y="12693"/>
                  </a:lnTo>
                  <a:lnTo>
                    <a:pt x="2935" y="12326"/>
                  </a:lnTo>
                  <a:lnTo>
                    <a:pt x="2935" y="11959"/>
                  </a:lnTo>
                  <a:lnTo>
                    <a:pt x="2862" y="11592"/>
                  </a:lnTo>
                  <a:lnTo>
                    <a:pt x="2788" y="11226"/>
                  </a:lnTo>
                  <a:lnTo>
                    <a:pt x="2678" y="10895"/>
                  </a:lnTo>
                  <a:lnTo>
                    <a:pt x="2055" y="9061"/>
                  </a:lnTo>
                  <a:lnTo>
                    <a:pt x="1981" y="8951"/>
                  </a:lnTo>
                  <a:lnTo>
                    <a:pt x="1871" y="8878"/>
                  </a:lnTo>
                  <a:lnTo>
                    <a:pt x="1761" y="8805"/>
                  </a:lnTo>
                  <a:lnTo>
                    <a:pt x="1651" y="8768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4" name="Google Shape;312;p5">
              <a:extLst>
                <a:ext uri="{FF2B5EF4-FFF2-40B4-BE49-F238E27FC236}">
                  <a16:creationId xmlns:a16="http://schemas.microsoft.com/office/drawing/2014/main" id="{7EFC3596-3961-491F-82FD-4A6D7EAA0B4D}"/>
                </a:ext>
              </a:extLst>
            </p:cNvPr>
            <p:cNvSpPr/>
            <p:nvPr/>
          </p:nvSpPr>
          <p:spPr>
            <a:xfrm>
              <a:off x="6351100" y="3281600"/>
              <a:ext cx="366850" cy="361350"/>
            </a:xfrm>
            <a:custGeom>
              <a:avLst/>
              <a:gdLst/>
              <a:ahLst/>
              <a:cxnLst/>
              <a:rect l="l" t="t" r="r" b="b"/>
              <a:pathLst>
                <a:path w="14674" h="14454" extrusionOk="0">
                  <a:moveTo>
                    <a:pt x="7887" y="3779"/>
                  </a:moveTo>
                  <a:lnTo>
                    <a:pt x="7961" y="3816"/>
                  </a:lnTo>
                  <a:lnTo>
                    <a:pt x="8071" y="3889"/>
                  </a:lnTo>
                  <a:lnTo>
                    <a:pt x="8218" y="4072"/>
                  </a:lnTo>
                  <a:lnTo>
                    <a:pt x="8291" y="4292"/>
                  </a:lnTo>
                  <a:lnTo>
                    <a:pt x="8364" y="4513"/>
                  </a:lnTo>
                  <a:lnTo>
                    <a:pt x="8401" y="4696"/>
                  </a:lnTo>
                  <a:lnTo>
                    <a:pt x="8401" y="4916"/>
                  </a:lnTo>
                  <a:lnTo>
                    <a:pt x="8401" y="5099"/>
                  </a:lnTo>
                  <a:lnTo>
                    <a:pt x="8291" y="5283"/>
                  </a:lnTo>
                  <a:lnTo>
                    <a:pt x="8144" y="4659"/>
                  </a:lnTo>
                  <a:lnTo>
                    <a:pt x="8034" y="4219"/>
                  </a:lnTo>
                  <a:lnTo>
                    <a:pt x="7961" y="3999"/>
                  </a:lnTo>
                  <a:lnTo>
                    <a:pt x="7887" y="3779"/>
                  </a:lnTo>
                  <a:close/>
                  <a:moveTo>
                    <a:pt x="4329" y="5063"/>
                  </a:moveTo>
                  <a:lnTo>
                    <a:pt x="4476" y="5209"/>
                  </a:lnTo>
                  <a:lnTo>
                    <a:pt x="4586" y="5356"/>
                  </a:lnTo>
                  <a:lnTo>
                    <a:pt x="4696" y="5503"/>
                  </a:lnTo>
                  <a:lnTo>
                    <a:pt x="4769" y="5686"/>
                  </a:lnTo>
                  <a:lnTo>
                    <a:pt x="4769" y="5870"/>
                  </a:lnTo>
                  <a:lnTo>
                    <a:pt x="4769" y="6053"/>
                  </a:lnTo>
                  <a:lnTo>
                    <a:pt x="4659" y="6126"/>
                  </a:lnTo>
                  <a:lnTo>
                    <a:pt x="4549" y="6237"/>
                  </a:lnTo>
                  <a:lnTo>
                    <a:pt x="4439" y="5980"/>
                  </a:lnTo>
                  <a:lnTo>
                    <a:pt x="4329" y="5686"/>
                  </a:lnTo>
                  <a:lnTo>
                    <a:pt x="4293" y="5393"/>
                  </a:lnTo>
                  <a:lnTo>
                    <a:pt x="4293" y="5209"/>
                  </a:lnTo>
                  <a:lnTo>
                    <a:pt x="4293" y="5136"/>
                  </a:lnTo>
                  <a:lnTo>
                    <a:pt x="4329" y="5063"/>
                  </a:lnTo>
                  <a:close/>
                  <a:moveTo>
                    <a:pt x="6604" y="7594"/>
                  </a:moveTo>
                  <a:lnTo>
                    <a:pt x="6714" y="7667"/>
                  </a:lnTo>
                  <a:lnTo>
                    <a:pt x="6787" y="7814"/>
                  </a:lnTo>
                  <a:lnTo>
                    <a:pt x="6934" y="8071"/>
                  </a:lnTo>
                  <a:lnTo>
                    <a:pt x="7337" y="8694"/>
                  </a:lnTo>
                  <a:lnTo>
                    <a:pt x="7117" y="8878"/>
                  </a:lnTo>
                  <a:lnTo>
                    <a:pt x="7080" y="8768"/>
                  </a:lnTo>
                  <a:lnTo>
                    <a:pt x="6860" y="8474"/>
                  </a:lnTo>
                  <a:lnTo>
                    <a:pt x="6677" y="8144"/>
                  </a:lnTo>
                  <a:lnTo>
                    <a:pt x="6567" y="7887"/>
                  </a:lnTo>
                  <a:lnTo>
                    <a:pt x="6420" y="7667"/>
                  </a:lnTo>
                  <a:lnTo>
                    <a:pt x="6604" y="7594"/>
                  </a:lnTo>
                  <a:close/>
                  <a:moveTo>
                    <a:pt x="5283" y="8107"/>
                  </a:moveTo>
                  <a:lnTo>
                    <a:pt x="5356" y="8144"/>
                  </a:lnTo>
                  <a:lnTo>
                    <a:pt x="5833" y="9428"/>
                  </a:lnTo>
                  <a:lnTo>
                    <a:pt x="5650" y="9501"/>
                  </a:lnTo>
                  <a:lnTo>
                    <a:pt x="5686" y="9318"/>
                  </a:lnTo>
                  <a:lnTo>
                    <a:pt x="5650" y="9208"/>
                  </a:lnTo>
                  <a:lnTo>
                    <a:pt x="5613" y="9061"/>
                  </a:lnTo>
                  <a:lnTo>
                    <a:pt x="5503" y="8768"/>
                  </a:lnTo>
                  <a:lnTo>
                    <a:pt x="5246" y="8107"/>
                  </a:lnTo>
                  <a:close/>
                  <a:moveTo>
                    <a:pt x="7337" y="9905"/>
                  </a:moveTo>
                  <a:lnTo>
                    <a:pt x="7337" y="10235"/>
                  </a:lnTo>
                  <a:lnTo>
                    <a:pt x="7190" y="9978"/>
                  </a:lnTo>
                  <a:lnTo>
                    <a:pt x="7337" y="9905"/>
                  </a:lnTo>
                  <a:close/>
                  <a:moveTo>
                    <a:pt x="9721" y="9061"/>
                  </a:moveTo>
                  <a:lnTo>
                    <a:pt x="9832" y="9281"/>
                  </a:lnTo>
                  <a:lnTo>
                    <a:pt x="9942" y="9501"/>
                  </a:lnTo>
                  <a:lnTo>
                    <a:pt x="10052" y="9685"/>
                  </a:lnTo>
                  <a:lnTo>
                    <a:pt x="10162" y="9868"/>
                  </a:lnTo>
                  <a:lnTo>
                    <a:pt x="10198" y="10015"/>
                  </a:lnTo>
                  <a:lnTo>
                    <a:pt x="10198" y="10161"/>
                  </a:lnTo>
                  <a:lnTo>
                    <a:pt x="10198" y="10308"/>
                  </a:lnTo>
                  <a:lnTo>
                    <a:pt x="10125" y="10455"/>
                  </a:lnTo>
                  <a:lnTo>
                    <a:pt x="10052" y="10345"/>
                  </a:lnTo>
                  <a:lnTo>
                    <a:pt x="9978" y="10308"/>
                  </a:lnTo>
                  <a:lnTo>
                    <a:pt x="9758" y="9758"/>
                  </a:lnTo>
                  <a:lnTo>
                    <a:pt x="9685" y="9464"/>
                  </a:lnTo>
                  <a:lnTo>
                    <a:pt x="9575" y="9171"/>
                  </a:lnTo>
                  <a:lnTo>
                    <a:pt x="9648" y="9134"/>
                  </a:lnTo>
                  <a:lnTo>
                    <a:pt x="9721" y="9061"/>
                  </a:lnTo>
                  <a:close/>
                  <a:moveTo>
                    <a:pt x="7667" y="9758"/>
                  </a:moveTo>
                  <a:lnTo>
                    <a:pt x="7777" y="9795"/>
                  </a:lnTo>
                  <a:lnTo>
                    <a:pt x="7924" y="9868"/>
                  </a:lnTo>
                  <a:lnTo>
                    <a:pt x="8071" y="10015"/>
                  </a:lnTo>
                  <a:lnTo>
                    <a:pt x="8181" y="10235"/>
                  </a:lnTo>
                  <a:lnTo>
                    <a:pt x="8291" y="10638"/>
                  </a:lnTo>
                  <a:lnTo>
                    <a:pt x="8328" y="10822"/>
                  </a:lnTo>
                  <a:lnTo>
                    <a:pt x="8328" y="10968"/>
                  </a:lnTo>
                  <a:lnTo>
                    <a:pt x="8291" y="11115"/>
                  </a:lnTo>
                  <a:lnTo>
                    <a:pt x="8181" y="11189"/>
                  </a:lnTo>
                  <a:lnTo>
                    <a:pt x="8181" y="11115"/>
                  </a:lnTo>
                  <a:lnTo>
                    <a:pt x="8144" y="11005"/>
                  </a:lnTo>
                  <a:lnTo>
                    <a:pt x="8071" y="10968"/>
                  </a:lnTo>
                  <a:lnTo>
                    <a:pt x="7997" y="10895"/>
                  </a:lnTo>
                  <a:lnTo>
                    <a:pt x="7887" y="10675"/>
                  </a:lnTo>
                  <a:lnTo>
                    <a:pt x="7814" y="10382"/>
                  </a:lnTo>
                  <a:lnTo>
                    <a:pt x="7741" y="9831"/>
                  </a:lnTo>
                  <a:lnTo>
                    <a:pt x="7667" y="9758"/>
                  </a:lnTo>
                  <a:close/>
                  <a:moveTo>
                    <a:pt x="10162" y="1321"/>
                  </a:moveTo>
                  <a:lnTo>
                    <a:pt x="10198" y="1541"/>
                  </a:lnTo>
                  <a:lnTo>
                    <a:pt x="10272" y="1725"/>
                  </a:lnTo>
                  <a:lnTo>
                    <a:pt x="10455" y="2092"/>
                  </a:lnTo>
                  <a:lnTo>
                    <a:pt x="10932" y="3229"/>
                  </a:lnTo>
                  <a:lnTo>
                    <a:pt x="10969" y="3302"/>
                  </a:lnTo>
                  <a:lnTo>
                    <a:pt x="10749" y="3375"/>
                  </a:lnTo>
                  <a:lnTo>
                    <a:pt x="10528" y="3449"/>
                  </a:lnTo>
                  <a:lnTo>
                    <a:pt x="9758" y="3742"/>
                  </a:lnTo>
                  <a:lnTo>
                    <a:pt x="8988" y="4146"/>
                  </a:lnTo>
                  <a:lnTo>
                    <a:pt x="8841" y="4219"/>
                  </a:lnTo>
                  <a:lnTo>
                    <a:pt x="8731" y="4329"/>
                  </a:lnTo>
                  <a:lnTo>
                    <a:pt x="8658" y="4072"/>
                  </a:lnTo>
                  <a:lnTo>
                    <a:pt x="8511" y="3816"/>
                  </a:lnTo>
                  <a:lnTo>
                    <a:pt x="8364" y="3595"/>
                  </a:lnTo>
                  <a:lnTo>
                    <a:pt x="8254" y="3522"/>
                  </a:lnTo>
                  <a:lnTo>
                    <a:pt x="8144" y="3449"/>
                  </a:lnTo>
                  <a:lnTo>
                    <a:pt x="7997" y="3412"/>
                  </a:lnTo>
                  <a:lnTo>
                    <a:pt x="7851" y="3375"/>
                  </a:lnTo>
                  <a:lnTo>
                    <a:pt x="7777" y="3375"/>
                  </a:lnTo>
                  <a:lnTo>
                    <a:pt x="7704" y="3412"/>
                  </a:lnTo>
                  <a:lnTo>
                    <a:pt x="7667" y="3485"/>
                  </a:lnTo>
                  <a:lnTo>
                    <a:pt x="7667" y="3559"/>
                  </a:lnTo>
                  <a:lnTo>
                    <a:pt x="7484" y="3595"/>
                  </a:lnTo>
                  <a:lnTo>
                    <a:pt x="7337" y="3706"/>
                  </a:lnTo>
                  <a:lnTo>
                    <a:pt x="7190" y="3852"/>
                  </a:lnTo>
                  <a:lnTo>
                    <a:pt x="7044" y="3999"/>
                  </a:lnTo>
                  <a:lnTo>
                    <a:pt x="7007" y="4109"/>
                  </a:lnTo>
                  <a:lnTo>
                    <a:pt x="7044" y="4219"/>
                  </a:lnTo>
                  <a:lnTo>
                    <a:pt x="7264" y="4696"/>
                  </a:lnTo>
                  <a:lnTo>
                    <a:pt x="7080" y="4769"/>
                  </a:lnTo>
                  <a:lnTo>
                    <a:pt x="6310" y="5026"/>
                  </a:lnTo>
                  <a:lnTo>
                    <a:pt x="5576" y="5283"/>
                  </a:lnTo>
                  <a:lnTo>
                    <a:pt x="5320" y="5356"/>
                  </a:lnTo>
                  <a:lnTo>
                    <a:pt x="5210" y="5393"/>
                  </a:lnTo>
                  <a:lnTo>
                    <a:pt x="5136" y="5466"/>
                  </a:lnTo>
                  <a:lnTo>
                    <a:pt x="5100" y="5356"/>
                  </a:lnTo>
                  <a:lnTo>
                    <a:pt x="4916" y="5063"/>
                  </a:lnTo>
                  <a:lnTo>
                    <a:pt x="4806" y="4879"/>
                  </a:lnTo>
                  <a:lnTo>
                    <a:pt x="4659" y="4733"/>
                  </a:lnTo>
                  <a:lnTo>
                    <a:pt x="4513" y="4623"/>
                  </a:lnTo>
                  <a:lnTo>
                    <a:pt x="4329" y="4549"/>
                  </a:lnTo>
                  <a:lnTo>
                    <a:pt x="4183" y="4513"/>
                  </a:lnTo>
                  <a:lnTo>
                    <a:pt x="4036" y="4586"/>
                  </a:lnTo>
                  <a:lnTo>
                    <a:pt x="3852" y="4586"/>
                  </a:lnTo>
                  <a:lnTo>
                    <a:pt x="3779" y="4623"/>
                  </a:lnTo>
                  <a:lnTo>
                    <a:pt x="3742" y="4696"/>
                  </a:lnTo>
                  <a:lnTo>
                    <a:pt x="3706" y="4989"/>
                  </a:lnTo>
                  <a:lnTo>
                    <a:pt x="3706" y="5283"/>
                  </a:lnTo>
                  <a:lnTo>
                    <a:pt x="3742" y="5576"/>
                  </a:lnTo>
                  <a:lnTo>
                    <a:pt x="3816" y="5870"/>
                  </a:lnTo>
                  <a:lnTo>
                    <a:pt x="3596" y="5833"/>
                  </a:lnTo>
                  <a:lnTo>
                    <a:pt x="3376" y="5870"/>
                  </a:lnTo>
                  <a:lnTo>
                    <a:pt x="2972" y="6016"/>
                  </a:lnTo>
                  <a:lnTo>
                    <a:pt x="2422" y="6163"/>
                  </a:lnTo>
                  <a:lnTo>
                    <a:pt x="2165" y="6273"/>
                  </a:lnTo>
                  <a:lnTo>
                    <a:pt x="2055" y="6347"/>
                  </a:lnTo>
                  <a:lnTo>
                    <a:pt x="1945" y="6457"/>
                  </a:lnTo>
                  <a:lnTo>
                    <a:pt x="1945" y="6530"/>
                  </a:lnTo>
                  <a:lnTo>
                    <a:pt x="1982" y="6567"/>
                  </a:lnTo>
                  <a:lnTo>
                    <a:pt x="2238" y="6603"/>
                  </a:lnTo>
                  <a:lnTo>
                    <a:pt x="2459" y="6567"/>
                  </a:lnTo>
                  <a:lnTo>
                    <a:pt x="2972" y="6457"/>
                  </a:lnTo>
                  <a:lnTo>
                    <a:pt x="3449" y="6347"/>
                  </a:lnTo>
                  <a:lnTo>
                    <a:pt x="3706" y="6237"/>
                  </a:lnTo>
                  <a:lnTo>
                    <a:pt x="3816" y="6163"/>
                  </a:lnTo>
                  <a:lnTo>
                    <a:pt x="3889" y="6090"/>
                  </a:lnTo>
                  <a:lnTo>
                    <a:pt x="4073" y="6383"/>
                  </a:lnTo>
                  <a:lnTo>
                    <a:pt x="4256" y="6677"/>
                  </a:lnTo>
                  <a:lnTo>
                    <a:pt x="4293" y="6713"/>
                  </a:lnTo>
                  <a:lnTo>
                    <a:pt x="4366" y="6823"/>
                  </a:lnTo>
                  <a:lnTo>
                    <a:pt x="4549" y="6970"/>
                  </a:lnTo>
                  <a:lnTo>
                    <a:pt x="4659" y="7007"/>
                  </a:lnTo>
                  <a:lnTo>
                    <a:pt x="4733" y="7044"/>
                  </a:lnTo>
                  <a:lnTo>
                    <a:pt x="4806" y="7007"/>
                  </a:lnTo>
                  <a:lnTo>
                    <a:pt x="4879" y="6933"/>
                  </a:lnTo>
                  <a:lnTo>
                    <a:pt x="5063" y="6640"/>
                  </a:lnTo>
                  <a:lnTo>
                    <a:pt x="5173" y="6347"/>
                  </a:lnTo>
                  <a:lnTo>
                    <a:pt x="5210" y="6053"/>
                  </a:lnTo>
                  <a:lnTo>
                    <a:pt x="5210" y="5760"/>
                  </a:lnTo>
                  <a:lnTo>
                    <a:pt x="5320" y="5760"/>
                  </a:lnTo>
                  <a:lnTo>
                    <a:pt x="5430" y="5723"/>
                  </a:lnTo>
                  <a:lnTo>
                    <a:pt x="5686" y="5650"/>
                  </a:lnTo>
                  <a:lnTo>
                    <a:pt x="6457" y="5430"/>
                  </a:lnTo>
                  <a:lnTo>
                    <a:pt x="7190" y="5173"/>
                  </a:lnTo>
                  <a:lnTo>
                    <a:pt x="7447" y="5063"/>
                  </a:lnTo>
                  <a:lnTo>
                    <a:pt x="7631" y="5430"/>
                  </a:lnTo>
                  <a:lnTo>
                    <a:pt x="7704" y="5613"/>
                  </a:lnTo>
                  <a:lnTo>
                    <a:pt x="7814" y="5760"/>
                  </a:lnTo>
                  <a:lnTo>
                    <a:pt x="7924" y="5833"/>
                  </a:lnTo>
                  <a:lnTo>
                    <a:pt x="8218" y="5833"/>
                  </a:lnTo>
                  <a:lnTo>
                    <a:pt x="8328" y="5760"/>
                  </a:lnTo>
                  <a:lnTo>
                    <a:pt x="8548" y="5576"/>
                  </a:lnTo>
                  <a:lnTo>
                    <a:pt x="8731" y="5356"/>
                  </a:lnTo>
                  <a:lnTo>
                    <a:pt x="8804" y="5173"/>
                  </a:lnTo>
                  <a:lnTo>
                    <a:pt x="8841" y="4989"/>
                  </a:lnTo>
                  <a:lnTo>
                    <a:pt x="8841" y="4806"/>
                  </a:lnTo>
                  <a:lnTo>
                    <a:pt x="8804" y="4586"/>
                  </a:lnTo>
                  <a:lnTo>
                    <a:pt x="8914" y="4586"/>
                  </a:lnTo>
                  <a:lnTo>
                    <a:pt x="9061" y="4513"/>
                  </a:lnTo>
                  <a:lnTo>
                    <a:pt x="9942" y="4109"/>
                  </a:lnTo>
                  <a:lnTo>
                    <a:pt x="10639" y="3852"/>
                  </a:lnTo>
                  <a:lnTo>
                    <a:pt x="10895" y="3742"/>
                  </a:lnTo>
                  <a:lnTo>
                    <a:pt x="11115" y="3669"/>
                  </a:lnTo>
                  <a:lnTo>
                    <a:pt x="11519" y="4586"/>
                  </a:lnTo>
                  <a:lnTo>
                    <a:pt x="11849" y="5540"/>
                  </a:lnTo>
                  <a:lnTo>
                    <a:pt x="12069" y="6237"/>
                  </a:lnTo>
                  <a:lnTo>
                    <a:pt x="12032" y="6347"/>
                  </a:lnTo>
                  <a:lnTo>
                    <a:pt x="11996" y="6457"/>
                  </a:lnTo>
                  <a:lnTo>
                    <a:pt x="11959" y="6457"/>
                  </a:lnTo>
                  <a:lnTo>
                    <a:pt x="11592" y="6603"/>
                  </a:lnTo>
                  <a:lnTo>
                    <a:pt x="10969" y="6787"/>
                  </a:lnTo>
                  <a:lnTo>
                    <a:pt x="9685" y="7227"/>
                  </a:lnTo>
                  <a:lnTo>
                    <a:pt x="8438" y="7630"/>
                  </a:lnTo>
                  <a:lnTo>
                    <a:pt x="7887" y="7777"/>
                  </a:lnTo>
                  <a:lnTo>
                    <a:pt x="7631" y="7924"/>
                  </a:lnTo>
                  <a:lnTo>
                    <a:pt x="7521" y="7997"/>
                  </a:lnTo>
                  <a:lnTo>
                    <a:pt x="7447" y="8107"/>
                  </a:lnTo>
                  <a:lnTo>
                    <a:pt x="7447" y="8144"/>
                  </a:lnTo>
                  <a:lnTo>
                    <a:pt x="7631" y="8181"/>
                  </a:lnTo>
                  <a:lnTo>
                    <a:pt x="7997" y="8181"/>
                  </a:lnTo>
                  <a:lnTo>
                    <a:pt x="8181" y="8107"/>
                  </a:lnTo>
                  <a:lnTo>
                    <a:pt x="8914" y="7887"/>
                  </a:lnTo>
                  <a:lnTo>
                    <a:pt x="10565" y="7374"/>
                  </a:lnTo>
                  <a:lnTo>
                    <a:pt x="12216" y="6860"/>
                  </a:lnTo>
                  <a:lnTo>
                    <a:pt x="12289" y="6823"/>
                  </a:lnTo>
                  <a:lnTo>
                    <a:pt x="12546" y="7777"/>
                  </a:lnTo>
                  <a:lnTo>
                    <a:pt x="12766" y="8474"/>
                  </a:lnTo>
                  <a:lnTo>
                    <a:pt x="12729" y="8511"/>
                  </a:lnTo>
                  <a:lnTo>
                    <a:pt x="12693" y="8584"/>
                  </a:lnTo>
                  <a:lnTo>
                    <a:pt x="11629" y="8988"/>
                  </a:lnTo>
                  <a:lnTo>
                    <a:pt x="11042" y="9208"/>
                  </a:lnTo>
                  <a:lnTo>
                    <a:pt x="10859" y="9281"/>
                  </a:lnTo>
                  <a:lnTo>
                    <a:pt x="10749" y="9391"/>
                  </a:lnTo>
                  <a:lnTo>
                    <a:pt x="10455" y="9575"/>
                  </a:lnTo>
                  <a:lnTo>
                    <a:pt x="10455" y="9611"/>
                  </a:lnTo>
                  <a:lnTo>
                    <a:pt x="10418" y="9501"/>
                  </a:lnTo>
                  <a:lnTo>
                    <a:pt x="10198" y="9024"/>
                  </a:lnTo>
                  <a:lnTo>
                    <a:pt x="10052" y="8804"/>
                  </a:lnTo>
                  <a:lnTo>
                    <a:pt x="9942" y="8731"/>
                  </a:lnTo>
                  <a:lnTo>
                    <a:pt x="9832" y="8694"/>
                  </a:lnTo>
                  <a:lnTo>
                    <a:pt x="9758" y="8694"/>
                  </a:lnTo>
                  <a:lnTo>
                    <a:pt x="9721" y="8768"/>
                  </a:lnTo>
                  <a:lnTo>
                    <a:pt x="9685" y="8841"/>
                  </a:lnTo>
                  <a:lnTo>
                    <a:pt x="9501" y="8841"/>
                  </a:lnTo>
                  <a:lnTo>
                    <a:pt x="9355" y="8804"/>
                  </a:lnTo>
                  <a:lnTo>
                    <a:pt x="9208" y="8841"/>
                  </a:lnTo>
                  <a:lnTo>
                    <a:pt x="9061" y="8878"/>
                  </a:lnTo>
                  <a:lnTo>
                    <a:pt x="8988" y="8988"/>
                  </a:lnTo>
                  <a:lnTo>
                    <a:pt x="8914" y="9098"/>
                  </a:lnTo>
                  <a:lnTo>
                    <a:pt x="8914" y="9208"/>
                  </a:lnTo>
                  <a:lnTo>
                    <a:pt x="9025" y="9611"/>
                  </a:lnTo>
                  <a:lnTo>
                    <a:pt x="9135" y="10051"/>
                  </a:lnTo>
                  <a:lnTo>
                    <a:pt x="8694" y="10161"/>
                  </a:lnTo>
                  <a:lnTo>
                    <a:pt x="8658" y="10198"/>
                  </a:lnTo>
                  <a:lnTo>
                    <a:pt x="8621" y="10235"/>
                  </a:lnTo>
                  <a:lnTo>
                    <a:pt x="8584" y="10345"/>
                  </a:lnTo>
                  <a:lnTo>
                    <a:pt x="8511" y="10125"/>
                  </a:lnTo>
                  <a:lnTo>
                    <a:pt x="8401" y="9905"/>
                  </a:lnTo>
                  <a:lnTo>
                    <a:pt x="8254" y="9685"/>
                  </a:lnTo>
                  <a:lnTo>
                    <a:pt x="8034" y="9501"/>
                  </a:lnTo>
                  <a:lnTo>
                    <a:pt x="7777" y="9391"/>
                  </a:lnTo>
                  <a:lnTo>
                    <a:pt x="7557" y="9391"/>
                  </a:lnTo>
                  <a:lnTo>
                    <a:pt x="7411" y="9428"/>
                  </a:lnTo>
                  <a:lnTo>
                    <a:pt x="7300" y="9464"/>
                  </a:lnTo>
                  <a:lnTo>
                    <a:pt x="7190" y="9538"/>
                  </a:lnTo>
                  <a:lnTo>
                    <a:pt x="7080" y="9611"/>
                  </a:lnTo>
                  <a:lnTo>
                    <a:pt x="7044" y="9721"/>
                  </a:lnTo>
                  <a:lnTo>
                    <a:pt x="7007" y="9868"/>
                  </a:lnTo>
                  <a:lnTo>
                    <a:pt x="7044" y="9941"/>
                  </a:lnTo>
                  <a:lnTo>
                    <a:pt x="7117" y="9978"/>
                  </a:lnTo>
                  <a:lnTo>
                    <a:pt x="7044" y="10235"/>
                  </a:lnTo>
                  <a:lnTo>
                    <a:pt x="7080" y="10492"/>
                  </a:lnTo>
                  <a:lnTo>
                    <a:pt x="4806" y="11152"/>
                  </a:lnTo>
                  <a:lnTo>
                    <a:pt x="4219" y="11335"/>
                  </a:lnTo>
                  <a:lnTo>
                    <a:pt x="3632" y="11519"/>
                  </a:lnTo>
                  <a:lnTo>
                    <a:pt x="3449" y="11629"/>
                  </a:lnTo>
                  <a:lnTo>
                    <a:pt x="3192" y="10602"/>
                  </a:lnTo>
                  <a:lnTo>
                    <a:pt x="2862" y="9611"/>
                  </a:lnTo>
                  <a:lnTo>
                    <a:pt x="3339" y="9538"/>
                  </a:lnTo>
                  <a:lnTo>
                    <a:pt x="3816" y="9428"/>
                  </a:lnTo>
                  <a:lnTo>
                    <a:pt x="4769" y="9134"/>
                  </a:lnTo>
                  <a:lnTo>
                    <a:pt x="4843" y="9318"/>
                  </a:lnTo>
                  <a:lnTo>
                    <a:pt x="4953" y="9501"/>
                  </a:lnTo>
                  <a:lnTo>
                    <a:pt x="5063" y="9685"/>
                  </a:lnTo>
                  <a:lnTo>
                    <a:pt x="5246" y="9831"/>
                  </a:lnTo>
                  <a:lnTo>
                    <a:pt x="5356" y="9868"/>
                  </a:lnTo>
                  <a:lnTo>
                    <a:pt x="5466" y="9905"/>
                  </a:lnTo>
                  <a:lnTo>
                    <a:pt x="5613" y="9905"/>
                  </a:lnTo>
                  <a:lnTo>
                    <a:pt x="5723" y="9868"/>
                  </a:lnTo>
                  <a:lnTo>
                    <a:pt x="5980" y="9758"/>
                  </a:lnTo>
                  <a:lnTo>
                    <a:pt x="6163" y="9648"/>
                  </a:lnTo>
                  <a:lnTo>
                    <a:pt x="6237" y="9538"/>
                  </a:lnTo>
                  <a:lnTo>
                    <a:pt x="6273" y="9501"/>
                  </a:lnTo>
                  <a:lnTo>
                    <a:pt x="6237" y="9428"/>
                  </a:lnTo>
                  <a:lnTo>
                    <a:pt x="5980" y="8731"/>
                  </a:lnTo>
                  <a:lnTo>
                    <a:pt x="6200" y="8731"/>
                  </a:lnTo>
                  <a:lnTo>
                    <a:pt x="6383" y="8658"/>
                  </a:lnTo>
                  <a:lnTo>
                    <a:pt x="6604" y="9244"/>
                  </a:lnTo>
                  <a:lnTo>
                    <a:pt x="6677" y="9318"/>
                  </a:lnTo>
                  <a:lnTo>
                    <a:pt x="6714" y="9354"/>
                  </a:lnTo>
                  <a:lnTo>
                    <a:pt x="6787" y="9354"/>
                  </a:lnTo>
                  <a:lnTo>
                    <a:pt x="7044" y="9318"/>
                  </a:lnTo>
                  <a:lnTo>
                    <a:pt x="7300" y="9208"/>
                  </a:lnTo>
                  <a:lnTo>
                    <a:pt x="7521" y="9061"/>
                  </a:lnTo>
                  <a:lnTo>
                    <a:pt x="7704" y="8878"/>
                  </a:lnTo>
                  <a:lnTo>
                    <a:pt x="7741" y="8841"/>
                  </a:lnTo>
                  <a:lnTo>
                    <a:pt x="7777" y="8768"/>
                  </a:lnTo>
                  <a:lnTo>
                    <a:pt x="7741" y="8658"/>
                  </a:lnTo>
                  <a:lnTo>
                    <a:pt x="7264" y="7887"/>
                  </a:lnTo>
                  <a:lnTo>
                    <a:pt x="7080" y="7520"/>
                  </a:lnTo>
                  <a:lnTo>
                    <a:pt x="6970" y="7337"/>
                  </a:lnTo>
                  <a:lnTo>
                    <a:pt x="6824" y="7227"/>
                  </a:lnTo>
                  <a:lnTo>
                    <a:pt x="6640" y="7154"/>
                  </a:lnTo>
                  <a:lnTo>
                    <a:pt x="6457" y="7190"/>
                  </a:lnTo>
                  <a:lnTo>
                    <a:pt x="6383" y="7227"/>
                  </a:lnTo>
                  <a:lnTo>
                    <a:pt x="6310" y="7264"/>
                  </a:lnTo>
                  <a:lnTo>
                    <a:pt x="6237" y="7337"/>
                  </a:lnTo>
                  <a:lnTo>
                    <a:pt x="6200" y="7410"/>
                  </a:lnTo>
                  <a:lnTo>
                    <a:pt x="6017" y="7447"/>
                  </a:lnTo>
                  <a:lnTo>
                    <a:pt x="5980" y="7484"/>
                  </a:lnTo>
                  <a:lnTo>
                    <a:pt x="5943" y="7520"/>
                  </a:lnTo>
                  <a:lnTo>
                    <a:pt x="5907" y="7594"/>
                  </a:lnTo>
                  <a:lnTo>
                    <a:pt x="5907" y="7667"/>
                  </a:lnTo>
                  <a:lnTo>
                    <a:pt x="6200" y="8291"/>
                  </a:lnTo>
                  <a:lnTo>
                    <a:pt x="6163" y="8364"/>
                  </a:lnTo>
                  <a:lnTo>
                    <a:pt x="6127" y="8401"/>
                  </a:lnTo>
                  <a:lnTo>
                    <a:pt x="6090" y="8401"/>
                  </a:lnTo>
                  <a:lnTo>
                    <a:pt x="6053" y="8437"/>
                  </a:lnTo>
                  <a:lnTo>
                    <a:pt x="5943" y="8474"/>
                  </a:lnTo>
                  <a:lnTo>
                    <a:pt x="5907" y="8511"/>
                  </a:lnTo>
                  <a:lnTo>
                    <a:pt x="5613" y="7814"/>
                  </a:lnTo>
                  <a:lnTo>
                    <a:pt x="5576" y="7777"/>
                  </a:lnTo>
                  <a:lnTo>
                    <a:pt x="5540" y="7704"/>
                  </a:lnTo>
                  <a:lnTo>
                    <a:pt x="5393" y="7704"/>
                  </a:lnTo>
                  <a:lnTo>
                    <a:pt x="5356" y="7667"/>
                  </a:lnTo>
                  <a:lnTo>
                    <a:pt x="5173" y="7667"/>
                  </a:lnTo>
                  <a:lnTo>
                    <a:pt x="4990" y="7704"/>
                  </a:lnTo>
                  <a:lnTo>
                    <a:pt x="4843" y="7814"/>
                  </a:lnTo>
                  <a:lnTo>
                    <a:pt x="4733" y="7961"/>
                  </a:lnTo>
                  <a:lnTo>
                    <a:pt x="4659" y="8144"/>
                  </a:lnTo>
                  <a:lnTo>
                    <a:pt x="4623" y="8327"/>
                  </a:lnTo>
                  <a:lnTo>
                    <a:pt x="4623" y="8511"/>
                  </a:lnTo>
                  <a:lnTo>
                    <a:pt x="4623" y="8694"/>
                  </a:lnTo>
                  <a:lnTo>
                    <a:pt x="3669" y="8951"/>
                  </a:lnTo>
                  <a:lnTo>
                    <a:pt x="3229" y="9134"/>
                  </a:lnTo>
                  <a:lnTo>
                    <a:pt x="2752" y="9318"/>
                  </a:lnTo>
                  <a:lnTo>
                    <a:pt x="2348" y="7997"/>
                  </a:lnTo>
                  <a:lnTo>
                    <a:pt x="1908" y="6677"/>
                  </a:lnTo>
                  <a:lnTo>
                    <a:pt x="1541" y="5356"/>
                  </a:lnTo>
                  <a:lnTo>
                    <a:pt x="1395" y="4696"/>
                  </a:lnTo>
                  <a:lnTo>
                    <a:pt x="1285" y="3999"/>
                  </a:lnTo>
                  <a:lnTo>
                    <a:pt x="1505" y="3962"/>
                  </a:lnTo>
                  <a:lnTo>
                    <a:pt x="1725" y="3926"/>
                  </a:lnTo>
                  <a:lnTo>
                    <a:pt x="2165" y="3816"/>
                  </a:lnTo>
                  <a:lnTo>
                    <a:pt x="3302" y="3485"/>
                  </a:lnTo>
                  <a:lnTo>
                    <a:pt x="5760" y="2825"/>
                  </a:lnTo>
                  <a:lnTo>
                    <a:pt x="6934" y="2495"/>
                  </a:lnTo>
                  <a:lnTo>
                    <a:pt x="8071" y="2092"/>
                  </a:lnTo>
                  <a:lnTo>
                    <a:pt x="9135" y="1725"/>
                  </a:lnTo>
                  <a:lnTo>
                    <a:pt x="9758" y="1505"/>
                  </a:lnTo>
                  <a:lnTo>
                    <a:pt x="9978" y="1395"/>
                  </a:lnTo>
                  <a:lnTo>
                    <a:pt x="10088" y="1358"/>
                  </a:lnTo>
                  <a:lnTo>
                    <a:pt x="10162" y="1321"/>
                  </a:lnTo>
                  <a:close/>
                  <a:moveTo>
                    <a:pt x="12876" y="8988"/>
                  </a:moveTo>
                  <a:lnTo>
                    <a:pt x="13023" y="9575"/>
                  </a:lnTo>
                  <a:lnTo>
                    <a:pt x="13096" y="9905"/>
                  </a:lnTo>
                  <a:lnTo>
                    <a:pt x="13206" y="10198"/>
                  </a:lnTo>
                  <a:lnTo>
                    <a:pt x="12619" y="10271"/>
                  </a:lnTo>
                  <a:lnTo>
                    <a:pt x="12069" y="10418"/>
                  </a:lnTo>
                  <a:lnTo>
                    <a:pt x="11519" y="10565"/>
                  </a:lnTo>
                  <a:lnTo>
                    <a:pt x="10969" y="10748"/>
                  </a:lnTo>
                  <a:lnTo>
                    <a:pt x="9685" y="11225"/>
                  </a:lnTo>
                  <a:lnTo>
                    <a:pt x="8438" y="11702"/>
                  </a:lnTo>
                  <a:lnTo>
                    <a:pt x="5980" y="12619"/>
                  </a:lnTo>
                  <a:lnTo>
                    <a:pt x="4879" y="13023"/>
                  </a:lnTo>
                  <a:lnTo>
                    <a:pt x="4329" y="13243"/>
                  </a:lnTo>
                  <a:lnTo>
                    <a:pt x="3816" y="13499"/>
                  </a:lnTo>
                  <a:lnTo>
                    <a:pt x="3669" y="12692"/>
                  </a:lnTo>
                  <a:lnTo>
                    <a:pt x="3522" y="11885"/>
                  </a:lnTo>
                  <a:lnTo>
                    <a:pt x="3742" y="11885"/>
                  </a:lnTo>
                  <a:lnTo>
                    <a:pt x="3999" y="11812"/>
                  </a:lnTo>
                  <a:lnTo>
                    <a:pt x="5173" y="11482"/>
                  </a:lnTo>
                  <a:lnTo>
                    <a:pt x="7190" y="10932"/>
                  </a:lnTo>
                  <a:lnTo>
                    <a:pt x="7374" y="11335"/>
                  </a:lnTo>
                  <a:lnTo>
                    <a:pt x="7594" y="11702"/>
                  </a:lnTo>
                  <a:lnTo>
                    <a:pt x="7631" y="11775"/>
                  </a:lnTo>
                  <a:lnTo>
                    <a:pt x="7814" y="11775"/>
                  </a:lnTo>
                  <a:lnTo>
                    <a:pt x="7887" y="11702"/>
                  </a:lnTo>
                  <a:lnTo>
                    <a:pt x="7961" y="11629"/>
                  </a:lnTo>
                  <a:lnTo>
                    <a:pt x="8107" y="11592"/>
                  </a:lnTo>
                  <a:lnTo>
                    <a:pt x="8401" y="11519"/>
                  </a:lnTo>
                  <a:lnTo>
                    <a:pt x="8474" y="11445"/>
                  </a:lnTo>
                  <a:lnTo>
                    <a:pt x="8548" y="11372"/>
                  </a:lnTo>
                  <a:lnTo>
                    <a:pt x="8658" y="11189"/>
                  </a:lnTo>
                  <a:lnTo>
                    <a:pt x="8694" y="11005"/>
                  </a:lnTo>
                  <a:lnTo>
                    <a:pt x="8694" y="10785"/>
                  </a:lnTo>
                  <a:lnTo>
                    <a:pt x="8658" y="10602"/>
                  </a:lnTo>
                  <a:lnTo>
                    <a:pt x="8621" y="10418"/>
                  </a:lnTo>
                  <a:lnTo>
                    <a:pt x="8658" y="10492"/>
                  </a:lnTo>
                  <a:lnTo>
                    <a:pt x="8768" y="10528"/>
                  </a:lnTo>
                  <a:lnTo>
                    <a:pt x="9025" y="10492"/>
                  </a:lnTo>
                  <a:lnTo>
                    <a:pt x="9281" y="10418"/>
                  </a:lnTo>
                  <a:lnTo>
                    <a:pt x="9428" y="10638"/>
                  </a:lnTo>
                  <a:lnTo>
                    <a:pt x="9611" y="10822"/>
                  </a:lnTo>
                  <a:lnTo>
                    <a:pt x="9758" y="10895"/>
                  </a:lnTo>
                  <a:lnTo>
                    <a:pt x="9942" y="10932"/>
                  </a:lnTo>
                  <a:lnTo>
                    <a:pt x="10088" y="10932"/>
                  </a:lnTo>
                  <a:lnTo>
                    <a:pt x="10235" y="10858"/>
                  </a:lnTo>
                  <a:lnTo>
                    <a:pt x="10382" y="10785"/>
                  </a:lnTo>
                  <a:lnTo>
                    <a:pt x="10492" y="10638"/>
                  </a:lnTo>
                  <a:lnTo>
                    <a:pt x="10565" y="10492"/>
                  </a:lnTo>
                  <a:lnTo>
                    <a:pt x="10602" y="10345"/>
                  </a:lnTo>
                  <a:lnTo>
                    <a:pt x="10639" y="10161"/>
                  </a:lnTo>
                  <a:lnTo>
                    <a:pt x="10602" y="9978"/>
                  </a:lnTo>
                  <a:lnTo>
                    <a:pt x="10492" y="9648"/>
                  </a:lnTo>
                  <a:lnTo>
                    <a:pt x="10749" y="9648"/>
                  </a:lnTo>
                  <a:lnTo>
                    <a:pt x="11005" y="9611"/>
                  </a:lnTo>
                  <a:lnTo>
                    <a:pt x="11629" y="9428"/>
                  </a:lnTo>
                  <a:lnTo>
                    <a:pt x="12876" y="8988"/>
                  </a:lnTo>
                  <a:close/>
                  <a:moveTo>
                    <a:pt x="13206" y="10675"/>
                  </a:moveTo>
                  <a:lnTo>
                    <a:pt x="13096" y="10712"/>
                  </a:lnTo>
                  <a:lnTo>
                    <a:pt x="11592" y="11262"/>
                  </a:lnTo>
                  <a:lnTo>
                    <a:pt x="8731" y="12362"/>
                  </a:lnTo>
                  <a:lnTo>
                    <a:pt x="7300" y="12876"/>
                  </a:lnTo>
                  <a:lnTo>
                    <a:pt x="6604" y="13133"/>
                  </a:lnTo>
                  <a:lnTo>
                    <a:pt x="5870" y="13316"/>
                  </a:lnTo>
                  <a:lnTo>
                    <a:pt x="4696" y="13573"/>
                  </a:lnTo>
                  <a:lnTo>
                    <a:pt x="5393" y="13279"/>
                  </a:lnTo>
                  <a:lnTo>
                    <a:pt x="6090" y="13023"/>
                  </a:lnTo>
                  <a:lnTo>
                    <a:pt x="8438" y="12179"/>
                  </a:lnTo>
                  <a:lnTo>
                    <a:pt x="9611" y="11702"/>
                  </a:lnTo>
                  <a:lnTo>
                    <a:pt x="10822" y="11299"/>
                  </a:lnTo>
                  <a:lnTo>
                    <a:pt x="11409" y="11078"/>
                  </a:lnTo>
                  <a:lnTo>
                    <a:pt x="11996" y="10895"/>
                  </a:lnTo>
                  <a:lnTo>
                    <a:pt x="12619" y="10748"/>
                  </a:lnTo>
                  <a:lnTo>
                    <a:pt x="13206" y="10675"/>
                  </a:lnTo>
                  <a:close/>
                  <a:moveTo>
                    <a:pt x="10492" y="478"/>
                  </a:moveTo>
                  <a:lnTo>
                    <a:pt x="10712" y="1064"/>
                  </a:lnTo>
                  <a:lnTo>
                    <a:pt x="10969" y="1688"/>
                  </a:lnTo>
                  <a:lnTo>
                    <a:pt x="11482" y="2862"/>
                  </a:lnTo>
                  <a:lnTo>
                    <a:pt x="11996" y="4182"/>
                  </a:lnTo>
                  <a:lnTo>
                    <a:pt x="12473" y="5466"/>
                  </a:lnTo>
                  <a:lnTo>
                    <a:pt x="12876" y="6713"/>
                  </a:lnTo>
                  <a:lnTo>
                    <a:pt x="13280" y="7924"/>
                  </a:lnTo>
                  <a:lnTo>
                    <a:pt x="13683" y="9171"/>
                  </a:lnTo>
                  <a:lnTo>
                    <a:pt x="14013" y="10418"/>
                  </a:lnTo>
                  <a:lnTo>
                    <a:pt x="13793" y="10418"/>
                  </a:lnTo>
                  <a:lnTo>
                    <a:pt x="13573" y="10492"/>
                  </a:lnTo>
                  <a:lnTo>
                    <a:pt x="13573" y="10418"/>
                  </a:lnTo>
                  <a:lnTo>
                    <a:pt x="13573" y="10308"/>
                  </a:lnTo>
                  <a:lnTo>
                    <a:pt x="13646" y="10235"/>
                  </a:lnTo>
                  <a:lnTo>
                    <a:pt x="13646" y="10125"/>
                  </a:lnTo>
                  <a:lnTo>
                    <a:pt x="13610" y="9831"/>
                  </a:lnTo>
                  <a:lnTo>
                    <a:pt x="13610" y="9758"/>
                  </a:lnTo>
                  <a:lnTo>
                    <a:pt x="13610" y="9721"/>
                  </a:lnTo>
                  <a:lnTo>
                    <a:pt x="13426" y="9024"/>
                  </a:lnTo>
                  <a:lnTo>
                    <a:pt x="13096" y="7777"/>
                  </a:lnTo>
                  <a:lnTo>
                    <a:pt x="12693" y="6603"/>
                  </a:lnTo>
                  <a:lnTo>
                    <a:pt x="12289" y="5430"/>
                  </a:lnTo>
                  <a:lnTo>
                    <a:pt x="11849" y="4256"/>
                  </a:lnTo>
                  <a:lnTo>
                    <a:pt x="11372" y="3119"/>
                  </a:lnTo>
                  <a:lnTo>
                    <a:pt x="10859" y="1981"/>
                  </a:lnTo>
                  <a:lnTo>
                    <a:pt x="10675" y="1651"/>
                  </a:lnTo>
                  <a:lnTo>
                    <a:pt x="10492" y="1358"/>
                  </a:lnTo>
                  <a:lnTo>
                    <a:pt x="10602" y="1285"/>
                  </a:lnTo>
                  <a:lnTo>
                    <a:pt x="10639" y="1174"/>
                  </a:lnTo>
                  <a:lnTo>
                    <a:pt x="10602" y="1064"/>
                  </a:lnTo>
                  <a:lnTo>
                    <a:pt x="10565" y="991"/>
                  </a:lnTo>
                  <a:lnTo>
                    <a:pt x="10528" y="954"/>
                  </a:lnTo>
                  <a:lnTo>
                    <a:pt x="10455" y="918"/>
                  </a:lnTo>
                  <a:lnTo>
                    <a:pt x="10272" y="881"/>
                  </a:lnTo>
                  <a:lnTo>
                    <a:pt x="10088" y="918"/>
                  </a:lnTo>
                  <a:lnTo>
                    <a:pt x="9391" y="1138"/>
                  </a:lnTo>
                  <a:lnTo>
                    <a:pt x="8658" y="1431"/>
                  </a:lnTo>
                  <a:lnTo>
                    <a:pt x="7924" y="1688"/>
                  </a:lnTo>
                  <a:lnTo>
                    <a:pt x="7190" y="1945"/>
                  </a:lnTo>
                  <a:lnTo>
                    <a:pt x="5650" y="2422"/>
                  </a:lnTo>
                  <a:lnTo>
                    <a:pt x="4109" y="2862"/>
                  </a:lnTo>
                  <a:lnTo>
                    <a:pt x="2569" y="3265"/>
                  </a:lnTo>
                  <a:lnTo>
                    <a:pt x="1762" y="3485"/>
                  </a:lnTo>
                  <a:lnTo>
                    <a:pt x="1358" y="3632"/>
                  </a:lnTo>
                  <a:lnTo>
                    <a:pt x="1175" y="3706"/>
                  </a:lnTo>
                  <a:lnTo>
                    <a:pt x="1028" y="3816"/>
                  </a:lnTo>
                  <a:lnTo>
                    <a:pt x="991" y="3816"/>
                  </a:lnTo>
                  <a:lnTo>
                    <a:pt x="955" y="3889"/>
                  </a:lnTo>
                  <a:lnTo>
                    <a:pt x="918" y="3962"/>
                  </a:lnTo>
                  <a:lnTo>
                    <a:pt x="991" y="4586"/>
                  </a:lnTo>
                  <a:lnTo>
                    <a:pt x="1101" y="5209"/>
                  </a:lnTo>
                  <a:lnTo>
                    <a:pt x="1248" y="5796"/>
                  </a:lnTo>
                  <a:lnTo>
                    <a:pt x="1395" y="6420"/>
                  </a:lnTo>
                  <a:lnTo>
                    <a:pt x="1725" y="7594"/>
                  </a:lnTo>
                  <a:lnTo>
                    <a:pt x="2128" y="8768"/>
                  </a:lnTo>
                  <a:lnTo>
                    <a:pt x="2532" y="9978"/>
                  </a:lnTo>
                  <a:lnTo>
                    <a:pt x="2899" y="11152"/>
                  </a:lnTo>
                  <a:lnTo>
                    <a:pt x="3045" y="11739"/>
                  </a:lnTo>
                  <a:lnTo>
                    <a:pt x="3192" y="12362"/>
                  </a:lnTo>
                  <a:lnTo>
                    <a:pt x="3302" y="12949"/>
                  </a:lnTo>
                  <a:lnTo>
                    <a:pt x="3412" y="13573"/>
                  </a:lnTo>
                  <a:lnTo>
                    <a:pt x="3412" y="13683"/>
                  </a:lnTo>
                  <a:lnTo>
                    <a:pt x="3486" y="13720"/>
                  </a:lnTo>
                  <a:lnTo>
                    <a:pt x="3559" y="13756"/>
                  </a:lnTo>
                  <a:lnTo>
                    <a:pt x="3632" y="13793"/>
                  </a:lnTo>
                  <a:lnTo>
                    <a:pt x="3669" y="13830"/>
                  </a:lnTo>
                  <a:lnTo>
                    <a:pt x="3742" y="13830"/>
                  </a:lnTo>
                  <a:lnTo>
                    <a:pt x="4036" y="13756"/>
                  </a:lnTo>
                  <a:lnTo>
                    <a:pt x="3706" y="13903"/>
                  </a:lnTo>
                  <a:lnTo>
                    <a:pt x="3412" y="14086"/>
                  </a:lnTo>
                  <a:lnTo>
                    <a:pt x="2569" y="11115"/>
                  </a:lnTo>
                  <a:lnTo>
                    <a:pt x="2128" y="9611"/>
                  </a:lnTo>
                  <a:lnTo>
                    <a:pt x="1725" y="8144"/>
                  </a:lnTo>
                  <a:lnTo>
                    <a:pt x="955" y="5136"/>
                  </a:lnTo>
                  <a:lnTo>
                    <a:pt x="808" y="4439"/>
                  </a:lnTo>
                  <a:lnTo>
                    <a:pt x="661" y="3999"/>
                  </a:lnTo>
                  <a:lnTo>
                    <a:pt x="588" y="3779"/>
                  </a:lnTo>
                  <a:lnTo>
                    <a:pt x="478" y="3632"/>
                  </a:lnTo>
                  <a:lnTo>
                    <a:pt x="1065" y="3522"/>
                  </a:lnTo>
                  <a:lnTo>
                    <a:pt x="1652" y="3412"/>
                  </a:lnTo>
                  <a:lnTo>
                    <a:pt x="2825" y="3045"/>
                  </a:lnTo>
                  <a:lnTo>
                    <a:pt x="4183" y="2642"/>
                  </a:lnTo>
                  <a:lnTo>
                    <a:pt x="5503" y="2202"/>
                  </a:lnTo>
                  <a:lnTo>
                    <a:pt x="8034" y="1358"/>
                  </a:lnTo>
                  <a:lnTo>
                    <a:pt x="9281" y="918"/>
                  </a:lnTo>
                  <a:lnTo>
                    <a:pt x="9905" y="734"/>
                  </a:lnTo>
                  <a:lnTo>
                    <a:pt x="10198" y="624"/>
                  </a:lnTo>
                  <a:lnTo>
                    <a:pt x="10492" y="478"/>
                  </a:lnTo>
                  <a:close/>
                  <a:moveTo>
                    <a:pt x="10455" y="1"/>
                  </a:moveTo>
                  <a:lnTo>
                    <a:pt x="10162" y="37"/>
                  </a:lnTo>
                  <a:lnTo>
                    <a:pt x="9832" y="147"/>
                  </a:lnTo>
                  <a:lnTo>
                    <a:pt x="9245" y="367"/>
                  </a:lnTo>
                  <a:lnTo>
                    <a:pt x="7997" y="808"/>
                  </a:lnTo>
                  <a:lnTo>
                    <a:pt x="5503" y="1651"/>
                  </a:lnTo>
                  <a:lnTo>
                    <a:pt x="2935" y="2495"/>
                  </a:lnTo>
                  <a:lnTo>
                    <a:pt x="1615" y="2899"/>
                  </a:lnTo>
                  <a:lnTo>
                    <a:pt x="918" y="3082"/>
                  </a:lnTo>
                  <a:lnTo>
                    <a:pt x="258" y="3339"/>
                  </a:lnTo>
                  <a:lnTo>
                    <a:pt x="184" y="3412"/>
                  </a:lnTo>
                  <a:lnTo>
                    <a:pt x="148" y="3522"/>
                  </a:lnTo>
                  <a:lnTo>
                    <a:pt x="38" y="3559"/>
                  </a:lnTo>
                  <a:lnTo>
                    <a:pt x="1" y="3595"/>
                  </a:lnTo>
                  <a:lnTo>
                    <a:pt x="1" y="3632"/>
                  </a:lnTo>
                  <a:lnTo>
                    <a:pt x="38" y="3779"/>
                  </a:lnTo>
                  <a:lnTo>
                    <a:pt x="111" y="3926"/>
                  </a:lnTo>
                  <a:lnTo>
                    <a:pt x="184" y="4036"/>
                  </a:lnTo>
                  <a:lnTo>
                    <a:pt x="221" y="4146"/>
                  </a:lnTo>
                  <a:lnTo>
                    <a:pt x="294" y="4366"/>
                  </a:lnTo>
                  <a:lnTo>
                    <a:pt x="588" y="5796"/>
                  </a:lnTo>
                  <a:lnTo>
                    <a:pt x="955" y="7227"/>
                  </a:lnTo>
                  <a:lnTo>
                    <a:pt x="1285" y="8658"/>
                  </a:lnTo>
                  <a:lnTo>
                    <a:pt x="2055" y="11482"/>
                  </a:lnTo>
                  <a:lnTo>
                    <a:pt x="2459" y="12876"/>
                  </a:lnTo>
                  <a:lnTo>
                    <a:pt x="2899" y="14233"/>
                  </a:lnTo>
                  <a:lnTo>
                    <a:pt x="2935" y="14380"/>
                  </a:lnTo>
                  <a:lnTo>
                    <a:pt x="3045" y="14416"/>
                  </a:lnTo>
                  <a:lnTo>
                    <a:pt x="3155" y="14453"/>
                  </a:lnTo>
                  <a:lnTo>
                    <a:pt x="3302" y="14416"/>
                  </a:lnTo>
                  <a:lnTo>
                    <a:pt x="3596" y="14343"/>
                  </a:lnTo>
                  <a:lnTo>
                    <a:pt x="3889" y="14270"/>
                  </a:lnTo>
                  <a:lnTo>
                    <a:pt x="4513" y="14086"/>
                  </a:lnTo>
                  <a:lnTo>
                    <a:pt x="5980" y="13793"/>
                  </a:lnTo>
                  <a:lnTo>
                    <a:pt x="6714" y="13610"/>
                  </a:lnTo>
                  <a:lnTo>
                    <a:pt x="7447" y="13353"/>
                  </a:lnTo>
                  <a:lnTo>
                    <a:pt x="8878" y="12839"/>
                  </a:lnTo>
                  <a:lnTo>
                    <a:pt x="11739" y="11775"/>
                  </a:lnTo>
                  <a:lnTo>
                    <a:pt x="13133" y="11225"/>
                  </a:lnTo>
                  <a:lnTo>
                    <a:pt x="13646" y="11078"/>
                  </a:lnTo>
                  <a:lnTo>
                    <a:pt x="13903" y="10968"/>
                  </a:lnTo>
                  <a:lnTo>
                    <a:pt x="14160" y="10822"/>
                  </a:lnTo>
                  <a:lnTo>
                    <a:pt x="14197" y="10932"/>
                  </a:lnTo>
                  <a:lnTo>
                    <a:pt x="14270" y="10968"/>
                  </a:lnTo>
                  <a:lnTo>
                    <a:pt x="14380" y="11005"/>
                  </a:lnTo>
                  <a:lnTo>
                    <a:pt x="14490" y="11005"/>
                  </a:lnTo>
                  <a:lnTo>
                    <a:pt x="14563" y="10932"/>
                  </a:lnTo>
                  <a:lnTo>
                    <a:pt x="14637" y="10895"/>
                  </a:lnTo>
                  <a:lnTo>
                    <a:pt x="14674" y="10785"/>
                  </a:lnTo>
                  <a:lnTo>
                    <a:pt x="14637" y="10675"/>
                  </a:lnTo>
                  <a:lnTo>
                    <a:pt x="14270" y="9318"/>
                  </a:lnTo>
                  <a:lnTo>
                    <a:pt x="13867" y="7997"/>
                  </a:lnTo>
                  <a:lnTo>
                    <a:pt x="13426" y="6640"/>
                  </a:lnTo>
                  <a:lnTo>
                    <a:pt x="12949" y="5356"/>
                  </a:lnTo>
                  <a:lnTo>
                    <a:pt x="12473" y="4036"/>
                  </a:lnTo>
                  <a:lnTo>
                    <a:pt x="11922" y="2752"/>
                  </a:lnTo>
                  <a:lnTo>
                    <a:pt x="11409" y="1468"/>
                  </a:lnTo>
                  <a:lnTo>
                    <a:pt x="11115" y="881"/>
                  </a:lnTo>
                  <a:lnTo>
                    <a:pt x="10785" y="257"/>
                  </a:lnTo>
                  <a:lnTo>
                    <a:pt x="10749" y="221"/>
                  </a:lnTo>
                  <a:lnTo>
                    <a:pt x="10675" y="184"/>
                  </a:lnTo>
                  <a:lnTo>
                    <a:pt x="10639" y="111"/>
                  </a:lnTo>
                  <a:lnTo>
                    <a:pt x="10602" y="74"/>
                  </a:lnTo>
                  <a:lnTo>
                    <a:pt x="10528" y="37"/>
                  </a:lnTo>
                  <a:lnTo>
                    <a:pt x="10455" y="1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5" name="Google Shape;313;p5">
              <a:extLst>
                <a:ext uri="{FF2B5EF4-FFF2-40B4-BE49-F238E27FC236}">
                  <a16:creationId xmlns:a16="http://schemas.microsoft.com/office/drawing/2014/main" id="{05FDA664-3C10-4078-8ACB-FF6A4994BEF5}"/>
                </a:ext>
              </a:extLst>
            </p:cNvPr>
            <p:cNvSpPr/>
            <p:nvPr/>
          </p:nvSpPr>
          <p:spPr>
            <a:xfrm>
              <a:off x="6316250" y="3040425"/>
              <a:ext cx="137600" cy="122000"/>
            </a:xfrm>
            <a:custGeom>
              <a:avLst/>
              <a:gdLst/>
              <a:ahLst/>
              <a:cxnLst/>
              <a:rect l="l" t="t" r="r" b="b"/>
              <a:pathLst>
                <a:path w="5504" h="4880" extrusionOk="0">
                  <a:moveTo>
                    <a:pt x="5173" y="0"/>
                  </a:moveTo>
                  <a:lnTo>
                    <a:pt x="5063" y="37"/>
                  </a:lnTo>
                  <a:lnTo>
                    <a:pt x="4990" y="110"/>
                  </a:lnTo>
                  <a:lnTo>
                    <a:pt x="4770" y="404"/>
                  </a:lnTo>
                  <a:lnTo>
                    <a:pt x="4513" y="624"/>
                  </a:lnTo>
                  <a:lnTo>
                    <a:pt x="4219" y="844"/>
                  </a:lnTo>
                  <a:lnTo>
                    <a:pt x="3926" y="991"/>
                  </a:lnTo>
                  <a:lnTo>
                    <a:pt x="3742" y="1064"/>
                  </a:lnTo>
                  <a:lnTo>
                    <a:pt x="3559" y="1101"/>
                  </a:lnTo>
                  <a:lnTo>
                    <a:pt x="3229" y="1101"/>
                  </a:lnTo>
                  <a:lnTo>
                    <a:pt x="2862" y="1028"/>
                  </a:lnTo>
                  <a:lnTo>
                    <a:pt x="2532" y="917"/>
                  </a:lnTo>
                  <a:lnTo>
                    <a:pt x="2239" y="807"/>
                  </a:lnTo>
                  <a:lnTo>
                    <a:pt x="1908" y="734"/>
                  </a:lnTo>
                  <a:lnTo>
                    <a:pt x="1578" y="661"/>
                  </a:lnTo>
                  <a:lnTo>
                    <a:pt x="1248" y="624"/>
                  </a:lnTo>
                  <a:lnTo>
                    <a:pt x="918" y="661"/>
                  </a:lnTo>
                  <a:lnTo>
                    <a:pt x="625" y="771"/>
                  </a:lnTo>
                  <a:lnTo>
                    <a:pt x="478" y="844"/>
                  </a:lnTo>
                  <a:lnTo>
                    <a:pt x="368" y="954"/>
                  </a:lnTo>
                  <a:lnTo>
                    <a:pt x="258" y="1064"/>
                  </a:lnTo>
                  <a:lnTo>
                    <a:pt x="148" y="1211"/>
                  </a:lnTo>
                  <a:lnTo>
                    <a:pt x="111" y="1284"/>
                  </a:lnTo>
                  <a:lnTo>
                    <a:pt x="111" y="1321"/>
                  </a:lnTo>
                  <a:lnTo>
                    <a:pt x="148" y="1431"/>
                  </a:lnTo>
                  <a:lnTo>
                    <a:pt x="258" y="1468"/>
                  </a:lnTo>
                  <a:lnTo>
                    <a:pt x="368" y="1468"/>
                  </a:lnTo>
                  <a:lnTo>
                    <a:pt x="698" y="1284"/>
                  </a:lnTo>
                  <a:lnTo>
                    <a:pt x="1028" y="1174"/>
                  </a:lnTo>
                  <a:lnTo>
                    <a:pt x="1028" y="2531"/>
                  </a:lnTo>
                  <a:lnTo>
                    <a:pt x="955" y="3228"/>
                  </a:lnTo>
                  <a:lnTo>
                    <a:pt x="881" y="3925"/>
                  </a:lnTo>
                  <a:lnTo>
                    <a:pt x="698" y="3852"/>
                  </a:lnTo>
                  <a:lnTo>
                    <a:pt x="551" y="3742"/>
                  </a:lnTo>
                  <a:lnTo>
                    <a:pt x="368" y="3632"/>
                  </a:lnTo>
                  <a:lnTo>
                    <a:pt x="184" y="3522"/>
                  </a:lnTo>
                  <a:lnTo>
                    <a:pt x="111" y="3522"/>
                  </a:lnTo>
                  <a:lnTo>
                    <a:pt x="38" y="3595"/>
                  </a:lnTo>
                  <a:lnTo>
                    <a:pt x="1" y="3669"/>
                  </a:lnTo>
                  <a:lnTo>
                    <a:pt x="1" y="3779"/>
                  </a:lnTo>
                  <a:lnTo>
                    <a:pt x="38" y="3962"/>
                  </a:lnTo>
                  <a:lnTo>
                    <a:pt x="148" y="4145"/>
                  </a:lnTo>
                  <a:lnTo>
                    <a:pt x="294" y="4256"/>
                  </a:lnTo>
                  <a:lnTo>
                    <a:pt x="514" y="4402"/>
                  </a:lnTo>
                  <a:lnTo>
                    <a:pt x="735" y="4476"/>
                  </a:lnTo>
                  <a:lnTo>
                    <a:pt x="1175" y="4476"/>
                  </a:lnTo>
                  <a:lnTo>
                    <a:pt x="1248" y="4439"/>
                  </a:lnTo>
                  <a:lnTo>
                    <a:pt x="1321" y="4402"/>
                  </a:lnTo>
                  <a:lnTo>
                    <a:pt x="1395" y="4256"/>
                  </a:lnTo>
                  <a:lnTo>
                    <a:pt x="1505" y="3485"/>
                  </a:lnTo>
                  <a:lnTo>
                    <a:pt x="1578" y="2715"/>
                  </a:lnTo>
                  <a:lnTo>
                    <a:pt x="1578" y="1908"/>
                  </a:lnTo>
                  <a:lnTo>
                    <a:pt x="1542" y="1504"/>
                  </a:lnTo>
                  <a:lnTo>
                    <a:pt x="1505" y="1138"/>
                  </a:lnTo>
                  <a:lnTo>
                    <a:pt x="1762" y="1174"/>
                  </a:lnTo>
                  <a:lnTo>
                    <a:pt x="2128" y="1321"/>
                  </a:lnTo>
                  <a:lnTo>
                    <a:pt x="2459" y="1431"/>
                  </a:lnTo>
                  <a:lnTo>
                    <a:pt x="2825" y="1578"/>
                  </a:lnTo>
                  <a:lnTo>
                    <a:pt x="3192" y="1651"/>
                  </a:lnTo>
                  <a:lnTo>
                    <a:pt x="3486" y="1651"/>
                  </a:lnTo>
                  <a:lnTo>
                    <a:pt x="3449" y="2531"/>
                  </a:lnTo>
                  <a:lnTo>
                    <a:pt x="3412" y="3449"/>
                  </a:lnTo>
                  <a:lnTo>
                    <a:pt x="3412" y="3999"/>
                  </a:lnTo>
                  <a:lnTo>
                    <a:pt x="3412" y="4256"/>
                  </a:lnTo>
                  <a:lnTo>
                    <a:pt x="3412" y="4366"/>
                  </a:lnTo>
                  <a:lnTo>
                    <a:pt x="3412" y="4402"/>
                  </a:lnTo>
                  <a:lnTo>
                    <a:pt x="3449" y="4402"/>
                  </a:lnTo>
                  <a:lnTo>
                    <a:pt x="3412" y="4476"/>
                  </a:lnTo>
                  <a:lnTo>
                    <a:pt x="3376" y="4512"/>
                  </a:lnTo>
                  <a:lnTo>
                    <a:pt x="3376" y="4659"/>
                  </a:lnTo>
                  <a:lnTo>
                    <a:pt x="3376" y="4696"/>
                  </a:lnTo>
                  <a:lnTo>
                    <a:pt x="3412" y="4806"/>
                  </a:lnTo>
                  <a:lnTo>
                    <a:pt x="3522" y="4879"/>
                  </a:lnTo>
                  <a:lnTo>
                    <a:pt x="3632" y="4879"/>
                  </a:lnTo>
                  <a:lnTo>
                    <a:pt x="3742" y="4842"/>
                  </a:lnTo>
                  <a:lnTo>
                    <a:pt x="3853" y="4732"/>
                  </a:lnTo>
                  <a:lnTo>
                    <a:pt x="3926" y="4586"/>
                  </a:lnTo>
                  <a:lnTo>
                    <a:pt x="3926" y="4439"/>
                  </a:lnTo>
                  <a:lnTo>
                    <a:pt x="3926" y="4256"/>
                  </a:lnTo>
                  <a:lnTo>
                    <a:pt x="3963" y="3045"/>
                  </a:lnTo>
                  <a:lnTo>
                    <a:pt x="3963" y="1871"/>
                  </a:lnTo>
                  <a:lnTo>
                    <a:pt x="3963" y="1541"/>
                  </a:lnTo>
                  <a:lnTo>
                    <a:pt x="4366" y="1394"/>
                  </a:lnTo>
                  <a:lnTo>
                    <a:pt x="4733" y="1138"/>
                  </a:lnTo>
                  <a:lnTo>
                    <a:pt x="5063" y="844"/>
                  </a:lnTo>
                  <a:lnTo>
                    <a:pt x="5320" y="551"/>
                  </a:lnTo>
                  <a:lnTo>
                    <a:pt x="5467" y="367"/>
                  </a:lnTo>
                  <a:lnTo>
                    <a:pt x="5503" y="257"/>
                  </a:lnTo>
                  <a:lnTo>
                    <a:pt x="5503" y="184"/>
                  </a:lnTo>
                  <a:lnTo>
                    <a:pt x="5430" y="74"/>
                  </a:lnTo>
                  <a:lnTo>
                    <a:pt x="5356" y="37"/>
                  </a:lnTo>
                  <a:lnTo>
                    <a:pt x="5283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6" name="Google Shape;314;p5">
              <a:extLst>
                <a:ext uri="{FF2B5EF4-FFF2-40B4-BE49-F238E27FC236}">
                  <a16:creationId xmlns:a16="http://schemas.microsoft.com/office/drawing/2014/main" id="{FED9D229-16F6-445D-9343-DA37C5A16828}"/>
                </a:ext>
              </a:extLst>
            </p:cNvPr>
            <p:cNvSpPr/>
            <p:nvPr/>
          </p:nvSpPr>
          <p:spPr>
            <a:xfrm>
              <a:off x="6879325" y="4294925"/>
              <a:ext cx="344825" cy="254975"/>
            </a:xfrm>
            <a:custGeom>
              <a:avLst/>
              <a:gdLst/>
              <a:ahLst/>
              <a:cxnLst/>
              <a:rect l="l" t="t" r="r" b="b"/>
              <a:pathLst>
                <a:path w="13793" h="10199" extrusionOk="0">
                  <a:moveTo>
                    <a:pt x="5649" y="2128"/>
                  </a:moveTo>
                  <a:lnTo>
                    <a:pt x="5503" y="2165"/>
                  </a:lnTo>
                  <a:lnTo>
                    <a:pt x="5356" y="2238"/>
                  </a:lnTo>
                  <a:lnTo>
                    <a:pt x="5209" y="2312"/>
                  </a:lnTo>
                  <a:lnTo>
                    <a:pt x="5099" y="2422"/>
                  </a:lnTo>
                  <a:lnTo>
                    <a:pt x="4989" y="2532"/>
                  </a:lnTo>
                  <a:lnTo>
                    <a:pt x="4916" y="2642"/>
                  </a:lnTo>
                  <a:lnTo>
                    <a:pt x="4879" y="2788"/>
                  </a:lnTo>
                  <a:lnTo>
                    <a:pt x="4842" y="2935"/>
                  </a:lnTo>
                  <a:lnTo>
                    <a:pt x="4842" y="3119"/>
                  </a:lnTo>
                  <a:lnTo>
                    <a:pt x="4879" y="3265"/>
                  </a:lnTo>
                  <a:lnTo>
                    <a:pt x="4916" y="3375"/>
                  </a:lnTo>
                  <a:lnTo>
                    <a:pt x="5026" y="3485"/>
                  </a:lnTo>
                  <a:lnTo>
                    <a:pt x="5136" y="3522"/>
                  </a:lnTo>
                  <a:lnTo>
                    <a:pt x="5209" y="3522"/>
                  </a:lnTo>
                  <a:lnTo>
                    <a:pt x="5319" y="3449"/>
                  </a:lnTo>
                  <a:lnTo>
                    <a:pt x="5356" y="3375"/>
                  </a:lnTo>
                  <a:lnTo>
                    <a:pt x="5393" y="3119"/>
                  </a:lnTo>
                  <a:lnTo>
                    <a:pt x="5393" y="2899"/>
                  </a:lnTo>
                  <a:lnTo>
                    <a:pt x="5429" y="3045"/>
                  </a:lnTo>
                  <a:lnTo>
                    <a:pt x="5466" y="3229"/>
                  </a:lnTo>
                  <a:lnTo>
                    <a:pt x="5503" y="3632"/>
                  </a:lnTo>
                  <a:lnTo>
                    <a:pt x="5576" y="3926"/>
                  </a:lnTo>
                  <a:lnTo>
                    <a:pt x="5613" y="4072"/>
                  </a:lnTo>
                  <a:lnTo>
                    <a:pt x="5723" y="4219"/>
                  </a:lnTo>
                  <a:lnTo>
                    <a:pt x="5796" y="4256"/>
                  </a:lnTo>
                  <a:lnTo>
                    <a:pt x="5833" y="4256"/>
                  </a:lnTo>
                  <a:lnTo>
                    <a:pt x="5906" y="4219"/>
                  </a:lnTo>
                  <a:lnTo>
                    <a:pt x="5943" y="4146"/>
                  </a:lnTo>
                  <a:lnTo>
                    <a:pt x="5980" y="4036"/>
                  </a:lnTo>
                  <a:lnTo>
                    <a:pt x="5980" y="3926"/>
                  </a:lnTo>
                  <a:lnTo>
                    <a:pt x="5943" y="3669"/>
                  </a:lnTo>
                  <a:lnTo>
                    <a:pt x="5833" y="3082"/>
                  </a:lnTo>
                  <a:lnTo>
                    <a:pt x="5759" y="2825"/>
                  </a:lnTo>
                  <a:lnTo>
                    <a:pt x="5686" y="2715"/>
                  </a:lnTo>
                  <a:lnTo>
                    <a:pt x="5613" y="2642"/>
                  </a:lnTo>
                  <a:lnTo>
                    <a:pt x="5723" y="2605"/>
                  </a:lnTo>
                  <a:lnTo>
                    <a:pt x="6016" y="2605"/>
                  </a:lnTo>
                  <a:lnTo>
                    <a:pt x="6163" y="2642"/>
                  </a:lnTo>
                  <a:lnTo>
                    <a:pt x="6310" y="3045"/>
                  </a:lnTo>
                  <a:lnTo>
                    <a:pt x="6456" y="3522"/>
                  </a:lnTo>
                  <a:lnTo>
                    <a:pt x="6603" y="3999"/>
                  </a:lnTo>
                  <a:lnTo>
                    <a:pt x="6640" y="4072"/>
                  </a:lnTo>
                  <a:lnTo>
                    <a:pt x="6677" y="4109"/>
                  </a:lnTo>
                  <a:lnTo>
                    <a:pt x="6750" y="4146"/>
                  </a:lnTo>
                  <a:lnTo>
                    <a:pt x="6823" y="4109"/>
                  </a:lnTo>
                  <a:lnTo>
                    <a:pt x="6897" y="4072"/>
                  </a:lnTo>
                  <a:lnTo>
                    <a:pt x="6970" y="4036"/>
                  </a:lnTo>
                  <a:lnTo>
                    <a:pt x="7007" y="3926"/>
                  </a:lnTo>
                  <a:lnTo>
                    <a:pt x="7007" y="3852"/>
                  </a:lnTo>
                  <a:lnTo>
                    <a:pt x="6860" y="3412"/>
                  </a:lnTo>
                  <a:lnTo>
                    <a:pt x="6750" y="3009"/>
                  </a:lnTo>
                  <a:lnTo>
                    <a:pt x="6677" y="2862"/>
                  </a:lnTo>
                  <a:lnTo>
                    <a:pt x="6970" y="3045"/>
                  </a:lnTo>
                  <a:lnTo>
                    <a:pt x="7227" y="3229"/>
                  </a:lnTo>
                  <a:lnTo>
                    <a:pt x="7227" y="3449"/>
                  </a:lnTo>
                  <a:lnTo>
                    <a:pt x="7263" y="3669"/>
                  </a:lnTo>
                  <a:lnTo>
                    <a:pt x="7410" y="4072"/>
                  </a:lnTo>
                  <a:lnTo>
                    <a:pt x="7484" y="4146"/>
                  </a:lnTo>
                  <a:lnTo>
                    <a:pt x="7520" y="4182"/>
                  </a:lnTo>
                  <a:lnTo>
                    <a:pt x="7667" y="4182"/>
                  </a:lnTo>
                  <a:lnTo>
                    <a:pt x="7740" y="4146"/>
                  </a:lnTo>
                  <a:lnTo>
                    <a:pt x="7777" y="4109"/>
                  </a:lnTo>
                  <a:lnTo>
                    <a:pt x="7814" y="4036"/>
                  </a:lnTo>
                  <a:lnTo>
                    <a:pt x="7777" y="3926"/>
                  </a:lnTo>
                  <a:lnTo>
                    <a:pt x="7704" y="3669"/>
                  </a:lnTo>
                  <a:lnTo>
                    <a:pt x="8034" y="3962"/>
                  </a:lnTo>
                  <a:lnTo>
                    <a:pt x="8070" y="3999"/>
                  </a:lnTo>
                  <a:lnTo>
                    <a:pt x="8107" y="3999"/>
                  </a:lnTo>
                  <a:lnTo>
                    <a:pt x="8144" y="3962"/>
                  </a:lnTo>
                  <a:lnTo>
                    <a:pt x="8144" y="3926"/>
                  </a:lnTo>
                  <a:lnTo>
                    <a:pt x="8144" y="3742"/>
                  </a:lnTo>
                  <a:lnTo>
                    <a:pt x="8107" y="3595"/>
                  </a:lnTo>
                  <a:lnTo>
                    <a:pt x="7960" y="3302"/>
                  </a:lnTo>
                  <a:lnTo>
                    <a:pt x="7740" y="3009"/>
                  </a:lnTo>
                  <a:lnTo>
                    <a:pt x="7484" y="2788"/>
                  </a:lnTo>
                  <a:lnTo>
                    <a:pt x="7190" y="2568"/>
                  </a:lnTo>
                  <a:lnTo>
                    <a:pt x="6897" y="2422"/>
                  </a:lnTo>
                  <a:lnTo>
                    <a:pt x="6566" y="2275"/>
                  </a:lnTo>
                  <a:lnTo>
                    <a:pt x="6273" y="2165"/>
                  </a:lnTo>
                  <a:lnTo>
                    <a:pt x="5943" y="2128"/>
                  </a:lnTo>
                  <a:close/>
                  <a:moveTo>
                    <a:pt x="12215" y="3485"/>
                  </a:moveTo>
                  <a:lnTo>
                    <a:pt x="12142" y="3522"/>
                  </a:lnTo>
                  <a:lnTo>
                    <a:pt x="12142" y="3559"/>
                  </a:lnTo>
                  <a:lnTo>
                    <a:pt x="12142" y="3742"/>
                  </a:lnTo>
                  <a:lnTo>
                    <a:pt x="12142" y="3926"/>
                  </a:lnTo>
                  <a:lnTo>
                    <a:pt x="12252" y="4292"/>
                  </a:lnTo>
                  <a:lnTo>
                    <a:pt x="12436" y="4769"/>
                  </a:lnTo>
                  <a:lnTo>
                    <a:pt x="12582" y="5136"/>
                  </a:lnTo>
                  <a:lnTo>
                    <a:pt x="12546" y="5209"/>
                  </a:lnTo>
                  <a:lnTo>
                    <a:pt x="12546" y="5320"/>
                  </a:lnTo>
                  <a:lnTo>
                    <a:pt x="12582" y="5356"/>
                  </a:lnTo>
                  <a:lnTo>
                    <a:pt x="12582" y="5430"/>
                  </a:lnTo>
                  <a:lnTo>
                    <a:pt x="11885" y="5613"/>
                  </a:lnTo>
                  <a:lnTo>
                    <a:pt x="11885" y="5430"/>
                  </a:lnTo>
                  <a:lnTo>
                    <a:pt x="11849" y="5246"/>
                  </a:lnTo>
                  <a:lnTo>
                    <a:pt x="11702" y="4843"/>
                  </a:lnTo>
                  <a:lnTo>
                    <a:pt x="11629" y="4549"/>
                  </a:lnTo>
                  <a:lnTo>
                    <a:pt x="11482" y="4256"/>
                  </a:lnTo>
                  <a:lnTo>
                    <a:pt x="11335" y="3999"/>
                  </a:lnTo>
                  <a:lnTo>
                    <a:pt x="11115" y="3742"/>
                  </a:lnTo>
                  <a:lnTo>
                    <a:pt x="11005" y="3742"/>
                  </a:lnTo>
                  <a:lnTo>
                    <a:pt x="10968" y="3779"/>
                  </a:lnTo>
                  <a:lnTo>
                    <a:pt x="10932" y="3852"/>
                  </a:lnTo>
                  <a:lnTo>
                    <a:pt x="10968" y="4109"/>
                  </a:lnTo>
                  <a:lnTo>
                    <a:pt x="11078" y="4366"/>
                  </a:lnTo>
                  <a:lnTo>
                    <a:pt x="11262" y="4879"/>
                  </a:lnTo>
                  <a:lnTo>
                    <a:pt x="11372" y="5320"/>
                  </a:lnTo>
                  <a:lnTo>
                    <a:pt x="11445" y="5540"/>
                  </a:lnTo>
                  <a:lnTo>
                    <a:pt x="11555" y="5686"/>
                  </a:lnTo>
                  <a:lnTo>
                    <a:pt x="11482" y="5723"/>
                  </a:lnTo>
                  <a:lnTo>
                    <a:pt x="11372" y="5723"/>
                  </a:lnTo>
                  <a:lnTo>
                    <a:pt x="11262" y="5686"/>
                  </a:lnTo>
                  <a:lnTo>
                    <a:pt x="11152" y="5650"/>
                  </a:lnTo>
                  <a:lnTo>
                    <a:pt x="11078" y="5576"/>
                  </a:lnTo>
                  <a:lnTo>
                    <a:pt x="10895" y="5393"/>
                  </a:lnTo>
                  <a:lnTo>
                    <a:pt x="10785" y="5209"/>
                  </a:lnTo>
                  <a:lnTo>
                    <a:pt x="10712" y="5173"/>
                  </a:lnTo>
                  <a:lnTo>
                    <a:pt x="10675" y="4916"/>
                  </a:lnTo>
                  <a:lnTo>
                    <a:pt x="10601" y="4696"/>
                  </a:lnTo>
                  <a:lnTo>
                    <a:pt x="10418" y="4292"/>
                  </a:lnTo>
                  <a:lnTo>
                    <a:pt x="10381" y="4256"/>
                  </a:lnTo>
                  <a:lnTo>
                    <a:pt x="10345" y="4219"/>
                  </a:lnTo>
                  <a:lnTo>
                    <a:pt x="10198" y="4219"/>
                  </a:lnTo>
                  <a:lnTo>
                    <a:pt x="10125" y="4292"/>
                  </a:lnTo>
                  <a:lnTo>
                    <a:pt x="10088" y="4366"/>
                  </a:lnTo>
                  <a:lnTo>
                    <a:pt x="10088" y="4402"/>
                  </a:lnTo>
                  <a:lnTo>
                    <a:pt x="10125" y="4659"/>
                  </a:lnTo>
                  <a:lnTo>
                    <a:pt x="10051" y="4623"/>
                  </a:lnTo>
                  <a:lnTo>
                    <a:pt x="9941" y="4586"/>
                  </a:lnTo>
                  <a:lnTo>
                    <a:pt x="9868" y="4623"/>
                  </a:lnTo>
                  <a:lnTo>
                    <a:pt x="9794" y="4696"/>
                  </a:lnTo>
                  <a:lnTo>
                    <a:pt x="9721" y="4806"/>
                  </a:lnTo>
                  <a:lnTo>
                    <a:pt x="9684" y="4916"/>
                  </a:lnTo>
                  <a:lnTo>
                    <a:pt x="9721" y="5026"/>
                  </a:lnTo>
                  <a:lnTo>
                    <a:pt x="9758" y="5099"/>
                  </a:lnTo>
                  <a:lnTo>
                    <a:pt x="9905" y="5246"/>
                  </a:lnTo>
                  <a:lnTo>
                    <a:pt x="10125" y="5356"/>
                  </a:lnTo>
                  <a:lnTo>
                    <a:pt x="10271" y="5430"/>
                  </a:lnTo>
                  <a:lnTo>
                    <a:pt x="10345" y="5540"/>
                  </a:lnTo>
                  <a:lnTo>
                    <a:pt x="10528" y="5796"/>
                  </a:lnTo>
                  <a:lnTo>
                    <a:pt x="10712" y="5980"/>
                  </a:lnTo>
                  <a:lnTo>
                    <a:pt x="10932" y="6163"/>
                  </a:lnTo>
                  <a:lnTo>
                    <a:pt x="11078" y="6200"/>
                  </a:lnTo>
                  <a:lnTo>
                    <a:pt x="11225" y="6237"/>
                  </a:lnTo>
                  <a:lnTo>
                    <a:pt x="11519" y="6237"/>
                  </a:lnTo>
                  <a:lnTo>
                    <a:pt x="11849" y="6163"/>
                  </a:lnTo>
                  <a:lnTo>
                    <a:pt x="12142" y="6090"/>
                  </a:lnTo>
                  <a:lnTo>
                    <a:pt x="12986" y="5833"/>
                  </a:lnTo>
                  <a:lnTo>
                    <a:pt x="13353" y="5686"/>
                  </a:lnTo>
                  <a:lnTo>
                    <a:pt x="13536" y="5613"/>
                  </a:lnTo>
                  <a:lnTo>
                    <a:pt x="13719" y="5540"/>
                  </a:lnTo>
                  <a:lnTo>
                    <a:pt x="13793" y="5466"/>
                  </a:lnTo>
                  <a:lnTo>
                    <a:pt x="13793" y="5356"/>
                  </a:lnTo>
                  <a:lnTo>
                    <a:pt x="13756" y="5283"/>
                  </a:lnTo>
                  <a:lnTo>
                    <a:pt x="13646" y="5246"/>
                  </a:lnTo>
                  <a:lnTo>
                    <a:pt x="13353" y="5246"/>
                  </a:lnTo>
                  <a:lnTo>
                    <a:pt x="13059" y="5320"/>
                  </a:lnTo>
                  <a:lnTo>
                    <a:pt x="13059" y="5099"/>
                  </a:lnTo>
                  <a:lnTo>
                    <a:pt x="12986" y="4879"/>
                  </a:lnTo>
                  <a:lnTo>
                    <a:pt x="12839" y="4513"/>
                  </a:lnTo>
                  <a:lnTo>
                    <a:pt x="12619" y="3962"/>
                  </a:lnTo>
                  <a:lnTo>
                    <a:pt x="12509" y="3706"/>
                  </a:lnTo>
                  <a:lnTo>
                    <a:pt x="12326" y="3485"/>
                  </a:lnTo>
                  <a:close/>
                  <a:moveTo>
                    <a:pt x="12069" y="1"/>
                  </a:moveTo>
                  <a:lnTo>
                    <a:pt x="11702" y="37"/>
                  </a:lnTo>
                  <a:lnTo>
                    <a:pt x="11335" y="147"/>
                  </a:lnTo>
                  <a:lnTo>
                    <a:pt x="10638" y="368"/>
                  </a:lnTo>
                  <a:lnTo>
                    <a:pt x="9905" y="588"/>
                  </a:lnTo>
                  <a:lnTo>
                    <a:pt x="9538" y="698"/>
                  </a:lnTo>
                  <a:lnTo>
                    <a:pt x="9171" y="844"/>
                  </a:lnTo>
                  <a:lnTo>
                    <a:pt x="8914" y="1028"/>
                  </a:lnTo>
                  <a:lnTo>
                    <a:pt x="8694" y="1211"/>
                  </a:lnTo>
                  <a:lnTo>
                    <a:pt x="8547" y="1431"/>
                  </a:lnTo>
                  <a:lnTo>
                    <a:pt x="8437" y="1688"/>
                  </a:lnTo>
                  <a:lnTo>
                    <a:pt x="8401" y="1945"/>
                  </a:lnTo>
                  <a:lnTo>
                    <a:pt x="8401" y="2238"/>
                  </a:lnTo>
                  <a:lnTo>
                    <a:pt x="8401" y="2532"/>
                  </a:lnTo>
                  <a:lnTo>
                    <a:pt x="8474" y="2825"/>
                  </a:lnTo>
                  <a:lnTo>
                    <a:pt x="8804" y="4402"/>
                  </a:lnTo>
                  <a:lnTo>
                    <a:pt x="8951" y="5173"/>
                  </a:lnTo>
                  <a:lnTo>
                    <a:pt x="9098" y="5980"/>
                  </a:lnTo>
                  <a:lnTo>
                    <a:pt x="9134" y="6347"/>
                  </a:lnTo>
                  <a:lnTo>
                    <a:pt x="9134" y="6713"/>
                  </a:lnTo>
                  <a:lnTo>
                    <a:pt x="8914" y="6126"/>
                  </a:lnTo>
                  <a:lnTo>
                    <a:pt x="8841" y="5796"/>
                  </a:lnTo>
                  <a:lnTo>
                    <a:pt x="8731" y="5430"/>
                  </a:lnTo>
                  <a:lnTo>
                    <a:pt x="8657" y="5246"/>
                  </a:lnTo>
                  <a:lnTo>
                    <a:pt x="8547" y="5099"/>
                  </a:lnTo>
                  <a:lnTo>
                    <a:pt x="8437" y="4953"/>
                  </a:lnTo>
                  <a:lnTo>
                    <a:pt x="8327" y="4879"/>
                  </a:lnTo>
                  <a:lnTo>
                    <a:pt x="8254" y="4879"/>
                  </a:lnTo>
                  <a:lnTo>
                    <a:pt x="8217" y="4916"/>
                  </a:lnTo>
                  <a:lnTo>
                    <a:pt x="8180" y="5026"/>
                  </a:lnTo>
                  <a:lnTo>
                    <a:pt x="8180" y="5136"/>
                  </a:lnTo>
                  <a:lnTo>
                    <a:pt x="8217" y="5393"/>
                  </a:lnTo>
                  <a:lnTo>
                    <a:pt x="8364" y="5906"/>
                  </a:lnTo>
                  <a:lnTo>
                    <a:pt x="8584" y="6567"/>
                  </a:lnTo>
                  <a:lnTo>
                    <a:pt x="8767" y="7227"/>
                  </a:lnTo>
                  <a:lnTo>
                    <a:pt x="8731" y="7374"/>
                  </a:lnTo>
                  <a:lnTo>
                    <a:pt x="8731" y="7447"/>
                  </a:lnTo>
                  <a:lnTo>
                    <a:pt x="8731" y="7520"/>
                  </a:lnTo>
                  <a:lnTo>
                    <a:pt x="8804" y="7594"/>
                  </a:lnTo>
                  <a:lnTo>
                    <a:pt x="8694" y="7740"/>
                  </a:lnTo>
                  <a:lnTo>
                    <a:pt x="8547" y="7887"/>
                  </a:lnTo>
                  <a:lnTo>
                    <a:pt x="8401" y="7997"/>
                  </a:lnTo>
                  <a:lnTo>
                    <a:pt x="8180" y="8107"/>
                  </a:lnTo>
                  <a:lnTo>
                    <a:pt x="8144" y="8034"/>
                  </a:lnTo>
                  <a:lnTo>
                    <a:pt x="8144" y="7997"/>
                  </a:lnTo>
                  <a:lnTo>
                    <a:pt x="8070" y="7961"/>
                  </a:lnTo>
                  <a:lnTo>
                    <a:pt x="7630" y="6530"/>
                  </a:lnTo>
                  <a:lnTo>
                    <a:pt x="7337" y="5650"/>
                  </a:lnTo>
                  <a:lnTo>
                    <a:pt x="7153" y="5283"/>
                  </a:lnTo>
                  <a:lnTo>
                    <a:pt x="7080" y="5026"/>
                  </a:lnTo>
                  <a:lnTo>
                    <a:pt x="7080" y="4953"/>
                  </a:lnTo>
                  <a:lnTo>
                    <a:pt x="7080" y="4879"/>
                  </a:lnTo>
                  <a:lnTo>
                    <a:pt x="7117" y="4806"/>
                  </a:lnTo>
                  <a:lnTo>
                    <a:pt x="7153" y="4733"/>
                  </a:lnTo>
                  <a:lnTo>
                    <a:pt x="7117" y="4659"/>
                  </a:lnTo>
                  <a:lnTo>
                    <a:pt x="7080" y="4623"/>
                  </a:lnTo>
                  <a:lnTo>
                    <a:pt x="6860" y="4476"/>
                  </a:lnTo>
                  <a:lnTo>
                    <a:pt x="6750" y="4439"/>
                  </a:lnTo>
                  <a:lnTo>
                    <a:pt x="6640" y="4476"/>
                  </a:lnTo>
                  <a:lnTo>
                    <a:pt x="6603" y="4549"/>
                  </a:lnTo>
                  <a:lnTo>
                    <a:pt x="6603" y="4623"/>
                  </a:lnTo>
                  <a:lnTo>
                    <a:pt x="6640" y="4659"/>
                  </a:lnTo>
                  <a:lnTo>
                    <a:pt x="6677" y="4769"/>
                  </a:lnTo>
                  <a:lnTo>
                    <a:pt x="6640" y="4879"/>
                  </a:lnTo>
                  <a:lnTo>
                    <a:pt x="6640" y="5063"/>
                  </a:lnTo>
                  <a:lnTo>
                    <a:pt x="6713" y="5320"/>
                  </a:lnTo>
                  <a:lnTo>
                    <a:pt x="6787" y="5576"/>
                  </a:lnTo>
                  <a:lnTo>
                    <a:pt x="6970" y="6090"/>
                  </a:lnTo>
                  <a:lnTo>
                    <a:pt x="7667" y="8254"/>
                  </a:lnTo>
                  <a:lnTo>
                    <a:pt x="7300" y="8254"/>
                  </a:lnTo>
                  <a:lnTo>
                    <a:pt x="6970" y="8181"/>
                  </a:lnTo>
                  <a:lnTo>
                    <a:pt x="6970" y="8107"/>
                  </a:lnTo>
                  <a:lnTo>
                    <a:pt x="6970" y="8034"/>
                  </a:lnTo>
                  <a:lnTo>
                    <a:pt x="6897" y="7997"/>
                  </a:lnTo>
                  <a:lnTo>
                    <a:pt x="6530" y="6383"/>
                  </a:lnTo>
                  <a:lnTo>
                    <a:pt x="6310" y="5503"/>
                  </a:lnTo>
                  <a:lnTo>
                    <a:pt x="6200" y="5099"/>
                  </a:lnTo>
                  <a:lnTo>
                    <a:pt x="6090" y="4916"/>
                  </a:lnTo>
                  <a:lnTo>
                    <a:pt x="5980" y="4733"/>
                  </a:lnTo>
                  <a:lnTo>
                    <a:pt x="5943" y="4696"/>
                  </a:lnTo>
                  <a:lnTo>
                    <a:pt x="5906" y="4696"/>
                  </a:lnTo>
                  <a:lnTo>
                    <a:pt x="5833" y="4733"/>
                  </a:lnTo>
                  <a:lnTo>
                    <a:pt x="5833" y="4769"/>
                  </a:lnTo>
                  <a:lnTo>
                    <a:pt x="5796" y="4989"/>
                  </a:lnTo>
                  <a:lnTo>
                    <a:pt x="5796" y="5173"/>
                  </a:lnTo>
                  <a:lnTo>
                    <a:pt x="5870" y="5576"/>
                  </a:lnTo>
                  <a:lnTo>
                    <a:pt x="6053" y="6383"/>
                  </a:lnTo>
                  <a:lnTo>
                    <a:pt x="6420" y="7887"/>
                  </a:lnTo>
                  <a:lnTo>
                    <a:pt x="6420" y="7887"/>
                  </a:lnTo>
                  <a:lnTo>
                    <a:pt x="6163" y="7740"/>
                  </a:lnTo>
                  <a:lnTo>
                    <a:pt x="5980" y="7520"/>
                  </a:lnTo>
                  <a:lnTo>
                    <a:pt x="5759" y="7227"/>
                  </a:lnTo>
                  <a:lnTo>
                    <a:pt x="5576" y="6897"/>
                  </a:lnTo>
                  <a:lnTo>
                    <a:pt x="5466" y="6567"/>
                  </a:lnTo>
                  <a:lnTo>
                    <a:pt x="5393" y="6237"/>
                  </a:lnTo>
                  <a:lnTo>
                    <a:pt x="5246" y="5540"/>
                  </a:lnTo>
                  <a:lnTo>
                    <a:pt x="5173" y="5209"/>
                  </a:lnTo>
                  <a:lnTo>
                    <a:pt x="5063" y="4879"/>
                  </a:lnTo>
                  <a:lnTo>
                    <a:pt x="4916" y="4586"/>
                  </a:lnTo>
                  <a:lnTo>
                    <a:pt x="4732" y="4366"/>
                  </a:lnTo>
                  <a:lnTo>
                    <a:pt x="4512" y="4146"/>
                  </a:lnTo>
                  <a:lnTo>
                    <a:pt x="4292" y="3962"/>
                  </a:lnTo>
                  <a:lnTo>
                    <a:pt x="4035" y="3816"/>
                  </a:lnTo>
                  <a:lnTo>
                    <a:pt x="3779" y="3706"/>
                  </a:lnTo>
                  <a:lnTo>
                    <a:pt x="3485" y="3595"/>
                  </a:lnTo>
                  <a:lnTo>
                    <a:pt x="3192" y="3522"/>
                  </a:lnTo>
                  <a:lnTo>
                    <a:pt x="2862" y="3449"/>
                  </a:lnTo>
                  <a:lnTo>
                    <a:pt x="2128" y="3449"/>
                  </a:lnTo>
                  <a:lnTo>
                    <a:pt x="1798" y="3522"/>
                  </a:lnTo>
                  <a:lnTo>
                    <a:pt x="1101" y="3669"/>
                  </a:lnTo>
                  <a:lnTo>
                    <a:pt x="404" y="3889"/>
                  </a:lnTo>
                  <a:lnTo>
                    <a:pt x="184" y="3962"/>
                  </a:lnTo>
                  <a:lnTo>
                    <a:pt x="74" y="4036"/>
                  </a:lnTo>
                  <a:lnTo>
                    <a:pt x="0" y="4109"/>
                  </a:lnTo>
                  <a:lnTo>
                    <a:pt x="0" y="4182"/>
                  </a:lnTo>
                  <a:lnTo>
                    <a:pt x="0" y="4219"/>
                  </a:lnTo>
                  <a:lnTo>
                    <a:pt x="0" y="4402"/>
                  </a:lnTo>
                  <a:lnTo>
                    <a:pt x="37" y="4439"/>
                  </a:lnTo>
                  <a:lnTo>
                    <a:pt x="74" y="4513"/>
                  </a:lnTo>
                  <a:lnTo>
                    <a:pt x="257" y="4586"/>
                  </a:lnTo>
                  <a:lnTo>
                    <a:pt x="404" y="4586"/>
                  </a:lnTo>
                  <a:lnTo>
                    <a:pt x="514" y="4513"/>
                  </a:lnTo>
                  <a:lnTo>
                    <a:pt x="624" y="4439"/>
                  </a:lnTo>
                  <a:lnTo>
                    <a:pt x="881" y="4329"/>
                  </a:lnTo>
                  <a:lnTo>
                    <a:pt x="881" y="4366"/>
                  </a:lnTo>
                  <a:lnTo>
                    <a:pt x="881" y="4549"/>
                  </a:lnTo>
                  <a:lnTo>
                    <a:pt x="881" y="4696"/>
                  </a:lnTo>
                  <a:lnTo>
                    <a:pt x="954" y="5026"/>
                  </a:lnTo>
                  <a:lnTo>
                    <a:pt x="1211" y="5686"/>
                  </a:lnTo>
                  <a:lnTo>
                    <a:pt x="1468" y="6493"/>
                  </a:lnTo>
                  <a:lnTo>
                    <a:pt x="1761" y="7300"/>
                  </a:lnTo>
                  <a:lnTo>
                    <a:pt x="1798" y="7374"/>
                  </a:lnTo>
                  <a:lnTo>
                    <a:pt x="1871" y="7447"/>
                  </a:lnTo>
                  <a:lnTo>
                    <a:pt x="2055" y="7447"/>
                  </a:lnTo>
                  <a:lnTo>
                    <a:pt x="2128" y="7410"/>
                  </a:lnTo>
                  <a:lnTo>
                    <a:pt x="2165" y="7337"/>
                  </a:lnTo>
                  <a:lnTo>
                    <a:pt x="2201" y="7227"/>
                  </a:lnTo>
                  <a:lnTo>
                    <a:pt x="2201" y="7154"/>
                  </a:lnTo>
                  <a:lnTo>
                    <a:pt x="1945" y="6383"/>
                  </a:lnTo>
                  <a:lnTo>
                    <a:pt x="1688" y="5650"/>
                  </a:lnTo>
                  <a:lnTo>
                    <a:pt x="1468" y="4989"/>
                  </a:lnTo>
                  <a:lnTo>
                    <a:pt x="1321" y="4696"/>
                  </a:lnTo>
                  <a:lnTo>
                    <a:pt x="1138" y="4402"/>
                  </a:lnTo>
                  <a:lnTo>
                    <a:pt x="1211" y="4329"/>
                  </a:lnTo>
                  <a:lnTo>
                    <a:pt x="1248" y="4329"/>
                  </a:lnTo>
                  <a:lnTo>
                    <a:pt x="1248" y="4292"/>
                  </a:lnTo>
                  <a:lnTo>
                    <a:pt x="1211" y="4292"/>
                  </a:lnTo>
                  <a:lnTo>
                    <a:pt x="1174" y="4256"/>
                  </a:lnTo>
                  <a:lnTo>
                    <a:pt x="1138" y="4256"/>
                  </a:lnTo>
                  <a:lnTo>
                    <a:pt x="1504" y="4182"/>
                  </a:lnTo>
                  <a:lnTo>
                    <a:pt x="1871" y="4109"/>
                  </a:lnTo>
                  <a:lnTo>
                    <a:pt x="1945" y="4256"/>
                  </a:lnTo>
                  <a:lnTo>
                    <a:pt x="2055" y="4439"/>
                  </a:lnTo>
                  <a:lnTo>
                    <a:pt x="2238" y="4879"/>
                  </a:lnTo>
                  <a:lnTo>
                    <a:pt x="2421" y="5320"/>
                  </a:lnTo>
                  <a:lnTo>
                    <a:pt x="2495" y="5760"/>
                  </a:lnTo>
                  <a:lnTo>
                    <a:pt x="2605" y="6200"/>
                  </a:lnTo>
                  <a:lnTo>
                    <a:pt x="2715" y="6420"/>
                  </a:lnTo>
                  <a:lnTo>
                    <a:pt x="2788" y="6603"/>
                  </a:lnTo>
                  <a:lnTo>
                    <a:pt x="2935" y="6787"/>
                  </a:lnTo>
                  <a:lnTo>
                    <a:pt x="3082" y="6933"/>
                  </a:lnTo>
                  <a:lnTo>
                    <a:pt x="3228" y="6970"/>
                  </a:lnTo>
                  <a:lnTo>
                    <a:pt x="3302" y="6933"/>
                  </a:lnTo>
                  <a:lnTo>
                    <a:pt x="3375" y="6860"/>
                  </a:lnTo>
                  <a:lnTo>
                    <a:pt x="3375" y="6750"/>
                  </a:lnTo>
                  <a:lnTo>
                    <a:pt x="3302" y="6530"/>
                  </a:lnTo>
                  <a:lnTo>
                    <a:pt x="3192" y="6347"/>
                  </a:lnTo>
                  <a:lnTo>
                    <a:pt x="3082" y="6126"/>
                  </a:lnTo>
                  <a:lnTo>
                    <a:pt x="3008" y="5943"/>
                  </a:lnTo>
                  <a:lnTo>
                    <a:pt x="2898" y="5503"/>
                  </a:lnTo>
                  <a:lnTo>
                    <a:pt x="2788" y="5063"/>
                  </a:lnTo>
                  <a:lnTo>
                    <a:pt x="2605" y="4549"/>
                  </a:lnTo>
                  <a:lnTo>
                    <a:pt x="2458" y="4292"/>
                  </a:lnTo>
                  <a:lnTo>
                    <a:pt x="2311" y="4036"/>
                  </a:lnTo>
                  <a:lnTo>
                    <a:pt x="2752" y="4036"/>
                  </a:lnTo>
                  <a:lnTo>
                    <a:pt x="3192" y="4109"/>
                  </a:lnTo>
                  <a:lnTo>
                    <a:pt x="3192" y="4219"/>
                  </a:lnTo>
                  <a:lnTo>
                    <a:pt x="3228" y="4366"/>
                  </a:lnTo>
                  <a:lnTo>
                    <a:pt x="3302" y="4623"/>
                  </a:lnTo>
                  <a:lnTo>
                    <a:pt x="3522" y="5063"/>
                  </a:lnTo>
                  <a:lnTo>
                    <a:pt x="3779" y="5833"/>
                  </a:lnTo>
                  <a:lnTo>
                    <a:pt x="3852" y="5943"/>
                  </a:lnTo>
                  <a:lnTo>
                    <a:pt x="3889" y="6016"/>
                  </a:lnTo>
                  <a:lnTo>
                    <a:pt x="3962" y="6090"/>
                  </a:lnTo>
                  <a:lnTo>
                    <a:pt x="4109" y="6126"/>
                  </a:lnTo>
                  <a:lnTo>
                    <a:pt x="4146" y="6090"/>
                  </a:lnTo>
                  <a:lnTo>
                    <a:pt x="4219" y="6053"/>
                  </a:lnTo>
                  <a:lnTo>
                    <a:pt x="4292" y="5943"/>
                  </a:lnTo>
                  <a:lnTo>
                    <a:pt x="4292" y="5796"/>
                  </a:lnTo>
                  <a:lnTo>
                    <a:pt x="4256" y="5686"/>
                  </a:lnTo>
                  <a:lnTo>
                    <a:pt x="4182" y="5540"/>
                  </a:lnTo>
                  <a:lnTo>
                    <a:pt x="3852" y="4659"/>
                  </a:lnTo>
                  <a:lnTo>
                    <a:pt x="3669" y="4292"/>
                  </a:lnTo>
                  <a:lnTo>
                    <a:pt x="4035" y="4513"/>
                  </a:lnTo>
                  <a:lnTo>
                    <a:pt x="4182" y="4623"/>
                  </a:lnTo>
                  <a:lnTo>
                    <a:pt x="4329" y="4769"/>
                  </a:lnTo>
                  <a:lnTo>
                    <a:pt x="4439" y="4953"/>
                  </a:lnTo>
                  <a:lnTo>
                    <a:pt x="4512" y="5136"/>
                  </a:lnTo>
                  <a:lnTo>
                    <a:pt x="4659" y="5540"/>
                  </a:lnTo>
                  <a:lnTo>
                    <a:pt x="4806" y="6347"/>
                  </a:lnTo>
                  <a:lnTo>
                    <a:pt x="4842" y="6640"/>
                  </a:lnTo>
                  <a:lnTo>
                    <a:pt x="4952" y="6933"/>
                  </a:lnTo>
                  <a:lnTo>
                    <a:pt x="5063" y="7190"/>
                  </a:lnTo>
                  <a:lnTo>
                    <a:pt x="5209" y="7447"/>
                  </a:lnTo>
                  <a:lnTo>
                    <a:pt x="5393" y="7704"/>
                  </a:lnTo>
                  <a:lnTo>
                    <a:pt x="5576" y="7924"/>
                  </a:lnTo>
                  <a:lnTo>
                    <a:pt x="5759" y="8144"/>
                  </a:lnTo>
                  <a:lnTo>
                    <a:pt x="5980" y="8327"/>
                  </a:lnTo>
                  <a:lnTo>
                    <a:pt x="6236" y="8474"/>
                  </a:lnTo>
                  <a:lnTo>
                    <a:pt x="6493" y="8621"/>
                  </a:lnTo>
                  <a:lnTo>
                    <a:pt x="6750" y="8694"/>
                  </a:lnTo>
                  <a:lnTo>
                    <a:pt x="7043" y="8768"/>
                  </a:lnTo>
                  <a:lnTo>
                    <a:pt x="7300" y="8804"/>
                  </a:lnTo>
                  <a:lnTo>
                    <a:pt x="7924" y="8804"/>
                  </a:lnTo>
                  <a:lnTo>
                    <a:pt x="8217" y="8694"/>
                  </a:lnTo>
                  <a:lnTo>
                    <a:pt x="8511" y="8621"/>
                  </a:lnTo>
                  <a:lnTo>
                    <a:pt x="8731" y="8474"/>
                  </a:lnTo>
                  <a:lnTo>
                    <a:pt x="8951" y="8291"/>
                  </a:lnTo>
                  <a:lnTo>
                    <a:pt x="9171" y="8107"/>
                  </a:lnTo>
                  <a:lnTo>
                    <a:pt x="9354" y="7887"/>
                  </a:lnTo>
                  <a:lnTo>
                    <a:pt x="9464" y="7667"/>
                  </a:lnTo>
                  <a:lnTo>
                    <a:pt x="9611" y="7410"/>
                  </a:lnTo>
                  <a:lnTo>
                    <a:pt x="9684" y="7117"/>
                  </a:lnTo>
                  <a:lnTo>
                    <a:pt x="9721" y="6787"/>
                  </a:lnTo>
                  <a:lnTo>
                    <a:pt x="9758" y="6457"/>
                  </a:lnTo>
                  <a:lnTo>
                    <a:pt x="9721" y="6090"/>
                  </a:lnTo>
                  <a:lnTo>
                    <a:pt x="9684" y="5760"/>
                  </a:lnTo>
                  <a:lnTo>
                    <a:pt x="9538" y="5063"/>
                  </a:lnTo>
                  <a:lnTo>
                    <a:pt x="9354" y="4366"/>
                  </a:lnTo>
                  <a:lnTo>
                    <a:pt x="9024" y="2788"/>
                  </a:lnTo>
                  <a:lnTo>
                    <a:pt x="8951" y="2422"/>
                  </a:lnTo>
                  <a:lnTo>
                    <a:pt x="8951" y="2238"/>
                  </a:lnTo>
                  <a:lnTo>
                    <a:pt x="8951" y="2055"/>
                  </a:lnTo>
                  <a:lnTo>
                    <a:pt x="9024" y="2348"/>
                  </a:lnTo>
                  <a:lnTo>
                    <a:pt x="9098" y="2568"/>
                  </a:lnTo>
                  <a:lnTo>
                    <a:pt x="9244" y="2788"/>
                  </a:lnTo>
                  <a:lnTo>
                    <a:pt x="9391" y="3009"/>
                  </a:lnTo>
                  <a:lnTo>
                    <a:pt x="9501" y="3082"/>
                  </a:lnTo>
                  <a:lnTo>
                    <a:pt x="9611" y="3119"/>
                  </a:lnTo>
                  <a:lnTo>
                    <a:pt x="9684" y="3119"/>
                  </a:lnTo>
                  <a:lnTo>
                    <a:pt x="9758" y="3082"/>
                  </a:lnTo>
                  <a:lnTo>
                    <a:pt x="9794" y="3045"/>
                  </a:lnTo>
                  <a:lnTo>
                    <a:pt x="9831" y="2972"/>
                  </a:lnTo>
                  <a:lnTo>
                    <a:pt x="9758" y="2788"/>
                  </a:lnTo>
                  <a:lnTo>
                    <a:pt x="9648" y="2605"/>
                  </a:lnTo>
                  <a:lnTo>
                    <a:pt x="9464" y="2275"/>
                  </a:lnTo>
                  <a:lnTo>
                    <a:pt x="9318" y="1908"/>
                  </a:lnTo>
                  <a:lnTo>
                    <a:pt x="9244" y="1725"/>
                  </a:lnTo>
                  <a:lnTo>
                    <a:pt x="9134" y="1541"/>
                  </a:lnTo>
                  <a:lnTo>
                    <a:pt x="9171" y="1505"/>
                  </a:lnTo>
                  <a:lnTo>
                    <a:pt x="9354" y="1358"/>
                  </a:lnTo>
                  <a:lnTo>
                    <a:pt x="9538" y="1248"/>
                  </a:lnTo>
                  <a:lnTo>
                    <a:pt x="9978" y="1101"/>
                  </a:lnTo>
                  <a:lnTo>
                    <a:pt x="10051" y="1395"/>
                  </a:lnTo>
                  <a:lnTo>
                    <a:pt x="10125" y="1688"/>
                  </a:lnTo>
                  <a:lnTo>
                    <a:pt x="10345" y="2238"/>
                  </a:lnTo>
                  <a:lnTo>
                    <a:pt x="10418" y="2495"/>
                  </a:lnTo>
                  <a:lnTo>
                    <a:pt x="10491" y="2825"/>
                  </a:lnTo>
                  <a:lnTo>
                    <a:pt x="10565" y="2972"/>
                  </a:lnTo>
                  <a:lnTo>
                    <a:pt x="10638" y="3082"/>
                  </a:lnTo>
                  <a:lnTo>
                    <a:pt x="10748" y="3192"/>
                  </a:lnTo>
                  <a:lnTo>
                    <a:pt x="10858" y="3229"/>
                  </a:lnTo>
                  <a:lnTo>
                    <a:pt x="10968" y="3229"/>
                  </a:lnTo>
                  <a:lnTo>
                    <a:pt x="11042" y="3192"/>
                  </a:lnTo>
                  <a:lnTo>
                    <a:pt x="11115" y="3119"/>
                  </a:lnTo>
                  <a:lnTo>
                    <a:pt x="11115" y="3009"/>
                  </a:lnTo>
                  <a:lnTo>
                    <a:pt x="11115" y="2972"/>
                  </a:lnTo>
                  <a:lnTo>
                    <a:pt x="11078" y="2899"/>
                  </a:lnTo>
                  <a:lnTo>
                    <a:pt x="11005" y="2825"/>
                  </a:lnTo>
                  <a:lnTo>
                    <a:pt x="10932" y="2642"/>
                  </a:lnTo>
                  <a:lnTo>
                    <a:pt x="10895" y="2458"/>
                  </a:lnTo>
                  <a:lnTo>
                    <a:pt x="10675" y="1835"/>
                  </a:lnTo>
                  <a:lnTo>
                    <a:pt x="10528" y="1395"/>
                  </a:lnTo>
                  <a:lnTo>
                    <a:pt x="10418" y="1174"/>
                  </a:lnTo>
                  <a:lnTo>
                    <a:pt x="10308" y="991"/>
                  </a:lnTo>
                  <a:lnTo>
                    <a:pt x="10455" y="918"/>
                  </a:lnTo>
                  <a:lnTo>
                    <a:pt x="11005" y="734"/>
                  </a:lnTo>
                  <a:lnTo>
                    <a:pt x="11152" y="1174"/>
                  </a:lnTo>
                  <a:lnTo>
                    <a:pt x="11298" y="1615"/>
                  </a:lnTo>
                  <a:lnTo>
                    <a:pt x="11555" y="2348"/>
                  </a:lnTo>
                  <a:lnTo>
                    <a:pt x="11702" y="2678"/>
                  </a:lnTo>
                  <a:lnTo>
                    <a:pt x="11775" y="2788"/>
                  </a:lnTo>
                  <a:lnTo>
                    <a:pt x="11922" y="2899"/>
                  </a:lnTo>
                  <a:lnTo>
                    <a:pt x="11959" y="2935"/>
                  </a:lnTo>
                  <a:lnTo>
                    <a:pt x="12032" y="2899"/>
                  </a:lnTo>
                  <a:lnTo>
                    <a:pt x="12069" y="2899"/>
                  </a:lnTo>
                  <a:lnTo>
                    <a:pt x="12105" y="2825"/>
                  </a:lnTo>
                  <a:lnTo>
                    <a:pt x="12142" y="2715"/>
                  </a:lnTo>
                  <a:lnTo>
                    <a:pt x="12142" y="2568"/>
                  </a:lnTo>
                  <a:lnTo>
                    <a:pt x="12069" y="2275"/>
                  </a:lnTo>
                  <a:lnTo>
                    <a:pt x="11812" y="1688"/>
                  </a:lnTo>
                  <a:lnTo>
                    <a:pt x="11592" y="1101"/>
                  </a:lnTo>
                  <a:lnTo>
                    <a:pt x="11445" y="698"/>
                  </a:lnTo>
                  <a:lnTo>
                    <a:pt x="11372" y="588"/>
                  </a:lnTo>
                  <a:lnTo>
                    <a:pt x="11665" y="441"/>
                  </a:lnTo>
                  <a:lnTo>
                    <a:pt x="11922" y="294"/>
                  </a:lnTo>
                  <a:lnTo>
                    <a:pt x="12105" y="147"/>
                  </a:lnTo>
                  <a:lnTo>
                    <a:pt x="12142" y="111"/>
                  </a:lnTo>
                  <a:lnTo>
                    <a:pt x="12142" y="74"/>
                  </a:lnTo>
                  <a:lnTo>
                    <a:pt x="12105" y="37"/>
                  </a:lnTo>
                  <a:lnTo>
                    <a:pt x="12069" y="1"/>
                  </a:lnTo>
                  <a:close/>
                  <a:moveTo>
                    <a:pt x="4072" y="7080"/>
                  </a:moveTo>
                  <a:lnTo>
                    <a:pt x="4035" y="7117"/>
                  </a:lnTo>
                  <a:lnTo>
                    <a:pt x="3999" y="7154"/>
                  </a:lnTo>
                  <a:lnTo>
                    <a:pt x="3999" y="7337"/>
                  </a:lnTo>
                  <a:lnTo>
                    <a:pt x="3999" y="7557"/>
                  </a:lnTo>
                  <a:lnTo>
                    <a:pt x="4072" y="7961"/>
                  </a:lnTo>
                  <a:lnTo>
                    <a:pt x="4219" y="8327"/>
                  </a:lnTo>
                  <a:lnTo>
                    <a:pt x="4366" y="8731"/>
                  </a:lnTo>
                  <a:lnTo>
                    <a:pt x="4439" y="8804"/>
                  </a:lnTo>
                  <a:lnTo>
                    <a:pt x="4182" y="8988"/>
                  </a:lnTo>
                  <a:lnTo>
                    <a:pt x="3889" y="9098"/>
                  </a:lnTo>
                  <a:lnTo>
                    <a:pt x="3852" y="8951"/>
                  </a:lnTo>
                  <a:lnTo>
                    <a:pt x="3815" y="8804"/>
                  </a:lnTo>
                  <a:lnTo>
                    <a:pt x="3669" y="8511"/>
                  </a:lnTo>
                  <a:lnTo>
                    <a:pt x="3522" y="8071"/>
                  </a:lnTo>
                  <a:lnTo>
                    <a:pt x="3449" y="7887"/>
                  </a:lnTo>
                  <a:lnTo>
                    <a:pt x="3339" y="7667"/>
                  </a:lnTo>
                  <a:lnTo>
                    <a:pt x="3228" y="7630"/>
                  </a:lnTo>
                  <a:lnTo>
                    <a:pt x="3155" y="7630"/>
                  </a:lnTo>
                  <a:lnTo>
                    <a:pt x="3045" y="7704"/>
                  </a:lnTo>
                  <a:lnTo>
                    <a:pt x="3045" y="7777"/>
                  </a:lnTo>
                  <a:lnTo>
                    <a:pt x="3082" y="7997"/>
                  </a:lnTo>
                  <a:lnTo>
                    <a:pt x="3118" y="8217"/>
                  </a:lnTo>
                  <a:lnTo>
                    <a:pt x="3265" y="8658"/>
                  </a:lnTo>
                  <a:lnTo>
                    <a:pt x="3339" y="8951"/>
                  </a:lnTo>
                  <a:lnTo>
                    <a:pt x="3412" y="9098"/>
                  </a:lnTo>
                  <a:lnTo>
                    <a:pt x="3485" y="9244"/>
                  </a:lnTo>
                  <a:lnTo>
                    <a:pt x="2825" y="9428"/>
                  </a:lnTo>
                  <a:lnTo>
                    <a:pt x="2788" y="9281"/>
                  </a:lnTo>
                  <a:lnTo>
                    <a:pt x="2642" y="8768"/>
                  </a:lnTo>
                  <a:lnTo>
                    <a:pt x="2532" y="8547"/>
                  </a:lnTo>
                  <a:lnTo>
                    <a:pt x="2385" y="8327"/>
                  </a:lnTo>
                  <a:lnTo>
                    <a:pt x="2385" y="8254"/>
                  </a:lnTo>
                  <a:lnTo>
                    <a:pt x="2385" y="8217"/>
                  </a:lnTo>
                  <a:lnTo>
                    <a:pt x="2421" y="8181"/>
                  </a:lnTo>
                  <a:lnTo>
                    <a:pt x="2421" y="8144"/>
                  </a:lnTo>
                  <a:lnTo>
                    <a:pt x="2421" y="8107"/>
                  </a:lnTo>
                  <a:lnTo>
                    <a:pt x="2385" y="8107"/>
                  </a:lnTo>
                  <a:lnTo>
                    <a:pt x="2275" y="8144"/>
                  </a:lnTo>
                  <a:lnTo>
                    <a:pt x="2128" y="8144"/>
                  </a:lnTo>
                  <a:lnTo>
                    <a:pt x="2055" y="8181"/>
                  </a:lnTo>
                  <a:lnTo>
                    <a:pt x="2018" y="8254"/>
                  </a:lnTo>
                  <a:lnTo>
                    <a:pt x="1981" y="8327"/>
                  </a:lnTo>
                  <a:lnTo>
                    <a:pt x="1981" y="8401"/>
                  </a:lnTo>
                  <a:lnTo>
                    <a:pt x="2165" y="8841"/>
                  </a:lnTo>
                  <a:lnTo>
                    <a:pt x="2348" y="9318"/>
                  </a:lnTo>
                  <a:lnTo>
                    <a:pt x="2385" y="9575"/>
                  </a:lnTo>
                  <a:lnTo>
                    <a:pt x="1945" y="9685"/>
                  </a:lnTo>
                  <a:lnTo>
                    <a:pt x="1871" y="9721"/>
                  </a:lnTo>
                  <a:lnTo>
                    <a:pt x="1798" y="9795"/>
                  </a:lnTo>
                  <a:lnTo>
                    <a:pt x="1798" y="9868"/>
                  </a:lnTo>
                  <a:lnTo>
                    <a:pt x="1761" y="9941"/>
                  </a:lnTo>
                  <a:lnTo>
                    <a:pt x="1798" y="10015"/>
                  </a:lnTo>
                  <a:lnTo>
                    <a:pt x="1835" y="10088"/>
                  </a:lnTo>
                  <a:lnTo>
                    <a:pt x="1908" y="10161"/>
                  </a:lnTo>
                  <a:lnTo>
                    <a:pt x="1981" y="10198"/>
                  </a:lnTo>
                  <a:lnTo>
                    <a:pt x="2275" y="10198"/>
                  </a:lnTo>
                  <a:lnTo>
                    <a:pt x="2385" y="10125"/>
                  </a:lnTo>
                  <a:lnTo>
                    <a:pt x="2495" y="10088"/>
                  </a:lnTo>
                  <a:lnTo>
                    <a:pt x="2532" y="10051"/>
                  </a:lnTo>
                  <a:lnTo>
                    <a:pt x="2568" y="10088"/>
                  </a:lnTo>
                  <a:lnTo>
                    <a:pt x="2605" y="10125"/>
                  </a:lnTo>
                  <a:lnTo>
                    <a:pt x="2678" y="10125"/>
                  </a:lnTo>
                  <a:lnTo>
                    <a:pt x="2788" y="10088"/>
                  </a:lnTo>
                  <a:lnTo>
                    <a:pt x="2825" y="9978"/>
                  </a:lnTo>
                  <a:lnTo>
                    <a:pt x="3265" y="9868"/>
                  </a:lnTo>
                  <a:lnTo>
                    <a:pt x="3742" y="9721"/>
                  </a:lnTo>
                  <a:lnTo>
                    <a:pt x="4146" y="9575"/>
                  </a:lnTo>
                  <a:lnTo>
                    <a:pt x="4549" y="9354"/>
                  </a:lnTo>
                  <a:lnTo>
                    <a:pt x="4732" y="9208"/>
                  </a:lnTo>
                  <a:lnTo>
                    <a:pt x="4879" y="9061"/>
                  </a:lnTo>
                  <a:lnTo>
                    <a:pt x="5026" y="8841"/>
                  </a:lnTo>
                  <a:lnTo>
                    <a:pt x="5136" y="8621"/>
                  </a:lnTo>
                  <a:lnTo>
                    <a:pt x="5209" y="8401"/>
                  </a:lnTo>
                  <a:lnTo>
                    <a:pt x="5173" y="8181"/>
                  </a:lnTo>
                  <a:lnTo>
                    <a:pt x="5099" y="7997"/>
                  </a:lnTo>
                  <a:lnTo>
                    <a:pt x="5026" y="7887"/>
                  </a:lnTo>
                  <a:lnTo>
                    <a:pt x="4952" y="7814"/>
                  </a:lnTo>
                  <a:lnTo>
                    <a:pt x="4842" y="7814"/>
                  </a:lnTo>
                  <a:lnTo>
                    <a:pt x="4806" y="7851"/>
                  </a:lnTo>
                  <a:lnTo>
                    <a:pt x="4806" y="7887"/>
                  </a:lnTo>
                  <a:lnTo>
                    <a:pt x="4732" y="8327"/>
                  </a:lnTo>
                  <a:lnTo>
                    <a:pt x="4512" y="7667"/>
                  </a:lnTo>
                  <a:lnTo>
                    <a:pt x="4366" y="7374"/>
                  </a:lnTo>
                  <a:lnTo>
                    <a:pt x="4182" y="7117"/>
                  </a:lnTo>
                  <a:lnTo>
                    <a:pt x="4146" y="708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7" name="Google Shape;315;p5">
              <a:extLst>
                <a:ext uri="{FF2B5EF4-FFF2-40B4-BE49-F238E27FC236}">
                  <a16:creationId xmlns:a16="http://schemas.microsoft.com/office/drawing/2014/main" id="{07A615B7-0FB9-472E-A127-E0455ADE9B5C}"/>
                </a:ext>
              </a:extLst>
            </p:cNvPr>
            <p:cNvSpPr/>
            <p:nvPr/>
          </p:nvSpPr>
          <p:spPr>
            <a:xfrm>
              <a:off x="6114500" y="2324225"/>
              <a:ext cx="158675" cy="329225"/>
            </a:xfrm>
            <a:custGeom>
              <a:avLst/>
              <a:gdLst/>
              <a:ahLst/>
              <a:cxnLst/>
              <a:rect l="l" t="t" r="r" b="b"/>
              <a:pathLst>
                <a:path w="6347" h="13169" extrusionOk="0">
                  <a:moveTo>
                    <a:pt x="588" y="330"/>
                  </a:moveTo>
                  <a:lnTo>
                    <a:pt x="808" y="367"/>
                  </a:lnTo>
                  <a:lnTo>
                    <a:pt x="1028" y="440"/>
                  </a:lnTo>
                  <a:lnTo>
                    <a:pt x="1211" y="550"/>
                  </a:lnTo>
                  <a:lnTo>
                    <a:pt x="1395" y="734"/>
                  </a:lnTo>
                  <a:lnTo>
                    <a:pt x="1578" y="917"/>
                  </a:lnTo>
                  <a:lnTo>
                    <a:pt x="1688" y="1101"/>
                  </a:lnTo>
                  <a:lnTo>
                    <a:pt x="1798" y="1321"/>
                  </a:lnTo>
                  <a:lnTo>
                    <a:pt x="1908" y="1541"/>
                  </a:lnTo>
                  <a:lnTo>
                    <a:pt x="1982" y="1761"/>
                  </a:lnTo>
                  <a:lnTo>
                    <a:pt x="2018" y="2018"/>
                  </a:lnTo>
                  <a:lnTo>
                    <a:pt x="2018" y="2458"/>
                  </a:lnTo>
                  <a:lnTo>
                    <a:pt x="2018" y="2495"/>
                  </a:lnTo>
                  <a:lnTo>
                    <a:pt x="1982" y="2421"/>
                  </a:lnTo>
                  <a:lnTo>
                    <a:pt x="1762" y="1944"/>
                  </a:lnTo>
                  <a:lnTo>
                    <a:pt x="1615" y="1724"/>
                  </a:lnTo>
                  <a:lnTo>
                    <a:pt x="1432" y="1504"/>
                  </a:lnTo>
                  <a:lnTo>
                    <a:pt x="1395" y="1467"/>
                  </a:lnTo>
                  <a:lnTo>
                    <a:pt x="1322" y="1467"/>
                  </a:lnTo>
                  <a:lnTo>
                    <a:pt x="1285" y="1504"/>
                  </a:lnTo>
                  <a:lnTo>
                    <a:pt x="1285" y="1578"/>
                  </a:lnTo>
                  <a:lnTo>
                    <a:pt x="1322" y="1834"/>
                  </a:lnTo>
                  <a:lnTo>
                    <a:pt x="1395" y="2128"/>
                  </a:lnTo>
                  <a:lnTo>
                    <a:pt x="1615" y="2641"/>
                  </a:lnTo>
                  <a:lnTo>
                    <a:pt x="1725" y="2935"/>
                  </a:lnTo>
                  <a:lnTo>
                    <a:pt x="1615" y="2861"/>
                  </a:lnTo>
                  <a:lnTo>
                    <a:pt x="1468" y="2715"/>
                  </a:lnTo>
                  <a:lnTo>
                    <a:pt x="1248" y="2348"/>
                  </a:lnTo>
                  <a:lnTo>
                    <a:pt x="1065" y="1981"/>
                  </a:lnTo>
                  <a:lnTo>
                    <a:pt x="955" y="1724"/>
                  </a:lnTo>
                  <a:lnTo>
                    <a:pt x="845" y="1394"/>
                  </a:lnTo>
                  <a:lnTo>
                    <a:pt x="735" y="1027"/>
                  </a:lnTo>
                  <a:lnTo>
                    <a:pt x="661" y="697"/>
                  </a:lnTo>
                  <a:lnTo>
                    <a:pt x="588" y="330"/>
                  </a:lnTo>
                  <a:close/>
                  <a:moveTo>
                    <a:pt x="3706" y="2825"/>
                  </a:moveTo>
                  <a:lnTo>
                    <a:pt x="3926" y="2861"/>
                  </a:lnTo>
                  <a:lnTo>
                    <a:pt x="4109" y="2935"/>
                  </a:lnTo>
                  <a:lnTo>
                    <a:pt x="4733" y="3118"/>
                  </a:lnTo>
                  <a:lnTo>
                    <a:pt x="4990" y="3228"/>
                  </a:lnTo>
                  <a:lnTo>
                    <a:pt x="5283" y="3375"/>
                  </a:lnTo>
                  <a:lnTo>
                    <a:pt x="5503" y="3522"/>
                  </a:lnTo>
                  <a:lnTo>
                    <a:pt x="5687" y="3668"/>
                  </a:lnTo>
                  <a:lnTo>
                    <a:pt x="5687" y="3668"/>
                  </a:lnTo>
                  <a:lnTo>
                    <a:pt x="5540" y="3632"/>
                  </a:lnTo>
                  <a:lnTo>
                    <a:pt x="5467" y="3632"/>
                  </a:lnTo>
                  <a:lnTo>
                    <a:pt x="5393" y="3705"/>
                  </a:lnTo>
                  <a:lnTo>
                    <a:pt x="5356" y="3778"/>
                  </a:lnTo>
                  <a:lnTo>
                    <a:pt x="5393" y="3888"/>
                  </a:lnTo>
                  <a:lnTo>
                    <a:pt x="5026" y="4035"/>
                  </a:lnTo>
                  <a:lnTo>
                    <a:pt x="4660" y="4109"/>
                  </a:lnTo>
                  <a:lnTo>
                    <a:pt x="4293" y="4182"/>
                  </a:lnTo>
                  <a:lnTo>
                    <a:pt x="3889" y="4182"/>
                  </a:lnTo>
                  <a:lnTo>
                    <a:pt x="3449" y="4109"/>
                  </a:lnTo>
                  <a:lnTo>
                    <a:pt x="3046" y="3999"/>
                  </a:lnTo>
                  <a:lnTo>
                    <a:pt x="2862" y="3925"/>
                  </a:lnTo>
                  <a:lnTo>
                    <a:pt x="2642" y="3815"/>
                  </a:lnTo>
                  <a:lnTo>
                    <a:pt x="2459" y="3668"/>
                  </a:lnTo>
                  <a:lnTo>
                    <a:pt x="2349" y="3595"/>
                  </a:lnTo>
                  <a:lnTo>
                    <a:pt x="2312" y="3522"/>
                  </a:lnTo>
                  <a:lnTo>
                    <a:pt x="2532" y="3668"/>
                  </a:lnTo>
                  <a:lnTo>
                    <a:pt x="2789" y="3815"/>
                  </a:lnTo>
                  <a:lnTo>
                    <a:pt x="3046" y="3888"/>
                  </a:lnTo>
                  <a:lnTo>
                    <a:pt x="3339" y="3999"/>
                  </a:lnTo>
                  <a:lnTo>
                    <a:pt x="3596" y="4035"/>
                  </a:lnTo>
                  <a:lnTo>
                    <a:pt x="3889" y="4109"/>
                  </a:lnTo>
                  <a:lnTo>
                    <a:pt x="4073" y="4109"/>
                  </a:lnTo>
                  <a:lnTo>
                    <a:pt x="4183" y="4072"/>
                  </a:lnTo>
                  <a:lnTo>
                    <a:pt x="4329" y="4035"/>
                  </a:lnTo>
                  <a:lnTo>
                    <a:pt x="4439" y="3962"/>
                  </a:lnTo>
                  <a:lnTo>
                    <a:pt x="4476" y="3888"/>
                  </a:lnTo>
                  <a:lnTo>
                    <a:pt x="4439" y="3778"/>
                  </a:lnTo>
                  <a:lnTo>
                    <a:pt x="4329" y="3705"/>
                  </a:lnTo>
                  <a:lnTo>
                    <a:pt x="4219" y="3632"/>
                  </a:lnTo>
                  <a:lnTo>
                    <a:pt x="3963" y="3595"/>
                  </a:lnTo>
                  <a:lnTo>
                    <a:pt x="3706" y="3558"/>
                  </a:lnTo>
                  <a:lnTo>
                    <a:pt x="3449" y="3522"/>
                  </a:lnTo>
                  <a:lnTo>
                    <a:pt x="2715" y="3338"/>
                  </a:lnTo>
                  <a:lnTo>
                    <a:pt x="2862" y="3228"/>
                  </a:lnTo>
                  <a:lnTo>
                    <a:pt x="3082" y="3081"/>
                  </a:lnTo>
                  <a:lnTo>
                    <a:pt x="3302" y="2935"/>
                  </a:lnTo>
                  <a:lnTo>
                    <a:pt x="3486" y="2861"/>
                  </a:lnTo>
                  <a:lnTo>
                    <a:pt x="3706" y="2825"/>
                  </a:lnTo>
                  <a:close/>
                  <a:moveTo>
                    <a:pt x="1285" y="5686"/>
                  </a:moveTo>
                  <a:lnTo>
                    <a:pt x="1725" y="5723"/>
                  </a:lnTo>
                  <a:lnTo>
                    <a:pt x="1762" y="5723"/>
                  </a:lnTo>
                  <a:lnTo>
                    <a:pt x="1835" y="5869"/>
                  </a:lnTo>
                  <a:lnTo>
                    <a:pt x="1908" y="5943"/>
                  </a:lnTo>
                  <a:lnTo>
                    <a:pt x="2018" y="5943"/>
                  </a:lnTo>
                  <a:lnTo>
                    <a:pt x="2129" y="5869"/>
                  </a:lnTo>
                  <a:lnTo>
                    <a:pt x="2165" y="5759"/>
                  </a:lnTo>
                  <a:lnTo>
                    <a:pt x="2642" y="5796"/>
                  </a:lnTo>
                  <a:lnTo>
                    <a:pt x="3082" y="5796"/>
                  </a:lnTo>
                  <a:lnTo>
                    <a:pt x="3339" y="5833"/>
                  </a:lnTo>
                  <a:lnTo>
                    <a:pt x="3522" y="5869"/>
                  </a:lnTo>
                  <a:lnTo>
                    <a:pt x="3522" y="6016"/>
                  </a:lnTo>
                  <a:lnTo>
                    <a:pt x="3376" y="5979"/>
                  </a:lnTo>
                  <a:lnTo>
                    <a:pt x="3266" y="6016"/>
                  </a:lnTo>
                  <a:lnTo>
                    <a:pt x="3119" y="6089"/>
                  </a:lnTo>
                  <a:lnTo>
                    <a:pt x="3082" y="6163"/>
                  </a:lnTo>
                  <a:lnTo>
                    <a:pt x="3082" y="6236"/>
                  </a:lnTo>
                  <a:lnTo>
                    <a:pt x="2752" y="6236"/>
                  </a:lnTo>
                  <a:lnTo>
                    <a:pt x="1322" y="6163"/>
                  </a:lnTo>
                  <a:lnTo>
                    <a:pt x="808" y="6089"/>
                  </a:lnTo>
                  <a:lnTo>
                    <a:pt x="515" y="6053"/>
                  </a:lnTo>
                  <a:lnTo>
                    <a:pt x="258" y="6089"/>
                  </a:lnTo>
                  <a:lnTo>
                    <a:pt x="368" y="5943"/>
                  </a:lnTo>
                  <a:lnTo>
                    <a:pt x="515" y="5833"/>
                  </a:lnTo>
                  <a:lnTo>
                    <a:pt x="661" y="5723"/>
                  </a:lnTo>
                  <a:lnTo>
                    <a:pt x="808" y="5686"/>
                  </a:lnTo>
                  <a:close/>
                  <a:moveTo>
                    <a:pt x="2239" y="6676"/>
                  </a:moveTo>
                  <a:lnTo>
                    <a:pt x="3009" y="6713"/>
                  </a:lnTo>
                  <a:lnTo>
                    <a:pt x="3156" y="6750"/>
                  </a:lnTo>
                  <a:lnTo>
                    <a:pt x="3156" y="7997"/>
                  </a:lnTo>
                  <a:lnTo>
                    <a:pt x="3119" y="9244"/>
                  </a:lnTo>
                  <a:lnTo>
                    <a:pt x="2422" y="9354"/>
                  </a:lnTo>
                  <a:lnTo>
                    <a:pt x="2422" y="8951"/>
                  </a:lnTo>
                  <a:lnTo>
                    <a:pt x="2312" y="7630"/>
                  </a:lnTo>
                  <a:lnTo>
                    <a:pt x="2275" y="6933"/>
                  </a:lnTo>
                  <a:lnTo>
                    <a:pt x="2239" y="6676"/>
                  </a:lnTo>
                  <a:close/>
                  <a:moveTo>
                    <a:pt x="1065" y="6566"/>
                  </a:moveTo>
                  <a:lnTo>
                    <a:pt x="1872" y="6676"/>
                  </a:lnTo>
                  <a:lnTo>
                    <a:pt x="1835" y="6786"/>
                  </a:lnTo>
                  <a:lnTo>
                    <a:pt x="1835" y="6933"/>
                  </a:lnTo>
                  <a:lnTo>
                    <a:pt x="1872" y="7226"/>
                  </a:lnTo>
                  <a:lnTo>
                    <a:pt x="1945" y="8804"/>
                  </a:lnTo>
                  <a:lnTo>
                    <a:pt x="1982" y="9391"/>
                  </a:lnTo>
                  <a:lnTo>
                    <a:pt x="1542" y="9391"/>
                  </a:lnTo>
                  <a:lnTo>
                    <a:pt x="1101" y="9427"/>
                  </a:lnTo>
                  <a:lnTo>
                    <a:pt x="1028" y="8254"/>
                  </a:lnTo>
                  <a:lnTo>
                    <a:pt x="955" y="7410"/>
                  </a:lnTo>
                  <a:lnTo>
                    <a:pt x="918" y="6970"/>
                  </a:lnTo>
                  <a:lnTo>
                    <a:pt x="808" y="6566"/>
                  </a:lnTo>
                  <a:close/>
                  <a:moveTo>
                    <a:pt x="3082" y="9721"/>
                  </a:moveTo>
                  <a:lnTo>
                    <a:pt x="3009" y="10454"/>
                  </a:lnTo>
                  <a:lnTo>
                    <a:pt x="2972" y="10454"/>
                  </a:lnTo>
                  <a:lnTo>
                    <a:pt x="2862" y="10418"/>
                  </a:lnTo>
                  <a:lnTo>
                    <a:pt x="2752" y="10418"/>
                  </a:lnTo>
                  <a:lnTo>
                    <a:pt x="2605" y="10454"/>
                  </a:lnTo>
                  <a:lnTo>
                    <a:pt x="2495" y="10528"/>
                  </a:lnTo>
                  <a:lnTo>
                    <a:pt x="2495" y="10418"/>
                  </a:lnTo>
                  <a:lnTo>
                    <a:pt x="2459" y="9831"/>
                  </a:lnTo>
                  <a:lnTo>
                    <a:pt x="2789" y="9794"/>
                  </a:lnTo>
                  <a:lnTo>
                    <a:pt x="3082" y="9721"/>
                  </a:lnTo>
                  <a:close/>
                  <a:moveTo>
                    <a:pt x="1138" y="9758"/>
                  </a:moveTo>
                  <a:lnTo>
                    <a:pt x="1358" y="9831"/>
                  </a:lnTo>
                  <a:lnTo>
                    <a:pt x="1542" y="9831"/>
                  </a:lnTo>
                  <a:lnTo>
                    <a:pt x="1982" y="9868"/>
                  </a:lnTo>
                  <a:lnTo>
                    <a:pt x="2018" y="10088"/>
                  </a:lnTo>
                  <a:lnTo>
                    <a:pt x="1982" y="10124"/>
                  </a:lnTo>
                  <a:lnTo>
                    <a:pt x="1688" y="10088"/>
                  </a:lnTo>
                  <a:lnTo>
                    <a:pt x="1615" y="10124"/>
                  </a:lnTo>
                  <a:lnTo>
                    <a:pt x="1542" y="10161"/>
                  </a:lnTo>
                  <a:lnTo>
                    <a:pt x="1542" y="10234"/>
                  </a:lnTo>
                  <a:lnTo>
                    <a:pt x="1578" y="10308"/>
                  </a:lnTo>
                  <a:lnTo>
                    <a:pt x="1725" y="10454"/>
                  </a:lnTo>
                  <a:lnTo>
                    <a:pt x="1945" y="10491"/>
                  </a:lnTo>
                  <a:lnTo>
                    <a:pt x="2018" y="10491"/>
                  </a:lnTo>
                  <a:lnTo>
                    <a:pt x="2018" y="10748"/>
                  </a:lnTo>
                  <a:lnTo>
                    <a:pt x="1798" y="10785"/>
                  </a:lnTo>
                  <a:lnTo>
                    <a:pt x="1798" y="10748"/>
                  </a:lnTo>
                  <a:lnTo>
                    <a:pt x="1762" y="10748"/>
                  </a:lnTo>
                  <a:lnTo>
                    <a:pt x="1688" y="10785"/>
                  </a:lnTo>
                  <a:lnTo>
                    <a:pt x="1615" y="10821"/>
                  </a:lnTo>
                  <a:lnTo>
                    <a:pt x="1542" y="10895"/>
                  </a:lnTo>
                  <a:lnTo>
                    <a:pt x="1505" y="11005"/>
                  </a:lnTo>
                  <a:lnTo>
                    <a:pt x="1542" y="11078"/>
                  </a:lnTo>
                  <a:lnTo>
                    <a:pt x="1652" y="11151"/>
                  </a:lnTo>
                  <a:lnTo>
                    <a:pt x="2055" y="11151"/>
                  </a:lnTo>
                  <a:lnTo>
                    <a:pt x="2129" y="11408"/>
                  </a:lnTo>
                  <a:lnTo>
                    <a:pt x="2239" y="11592"/>
                  </a:lnTo>
                  <a:lnTo>
                    <a:pt x="2275" y="11628"/>
                  </a:lnTo>
                  <a:lnTo>
                    <a:pt x="2349" y="11628"/>
                  </a:lnTo>
                  <a:lnTo>
                    <a:pt x="2422" y="11592"/>
                  </a:lnTo>
                  <a:lnTo>
                    <a:pt x="2459" y="11555"/>
                  </a:lnTo>
                  <a:lnTo>
                    <a:pt x="2532" y="11371"/>
                  </a:lnTo>
                  <a:lnTo>
                    <a:pt x="2569" y="11188"/>
                  </a:lnTo>
                  <a:lnTo>
                    <a:pt x="2569" y="11005"/>
                  </a:lnTo>
                  <a:lnTo>
                    <a:pt x="2532" y="10785"/>
                  </a:lnTo>
                  <a:lnTo>
                    <a:pt x="2679" y="10821"/>
                  </a:lnTo>
                  <a:lnTo>
                    <a:pt x="3009" y="10821"/>
                  </a:lnTo>
                  <a:lnTo>
                    <a:pt x="2936" y="11408"/>
                  </a:lnTo>
                  <a:lnTo>
                    <a:pt x="2862" y="11812"/>
                  </a:lnTo>
                  <a:lnTo>
                    <a:pt x="2825" y="11995"/>
                  </a:lnTo>
                  <a:lnTo>
                    <a:pt x="2752" y="12178"/>
                  </a:lnTo>
                  <a:lnTo>
                    <a:pt x="2642" y="12362"/>
                  </a:lnTo>
                  <a:lnTo>
                    <a:pt x="2532" y="12472"/>
                  </a:lnTo>
                  <a:lnTo>
                    <a:pt x="2349" y="12582"/>
                  </a:lnTo>
                  <a:lnTo>
                    <a:pt x="2129" y="12619"/>
                  </a:lnTo>
                  <a:lnTo>
                    <a:pt x="1945" y="12619"/>
                  </a:lnTo>
                  <a:lnTo>
                    <a:pt x="1798" y="12582"/>
                  </a:lnTo>
                  <a:lnTo>
                    <a:pt x="1652" y="12472"/>
                  </a:lnTo>
                  <a:lnTo>
                    <a:pt x="1505" y="12362"/>
                  </a:lnTo>
                  <a:lnTo>
                    <a:pt x="1432" y="12215"/>
                  </a:lnTo>
                  <a:lnTo>
                    <a:pt x="1322" y="12068"/>
                  </a:lnTo>
                  <a:lnTo>
                    <a:pt x="1211" y="11738"/>
                  </a:lnTo>
                  <a:lnTo>
                    <a:pt x="1138" y="11335"/>
                  </a:lnTo>
                  <a:lnTo>
                    <a:pt x="1138" y="10858"/>
                  </a:lnTo>
                  <a:lnTo>
                    <a:pt x="1138" y="10014"/>
                  </a:lnTo>
                  <a:lnTo>
                    <a:pt x="1138" y="9758"/>
                  </a:lnTo>
                  <a:close/>
                  <a:moveTo>
                    <a:pt x="625" y="0"/>
                  </a:moveTo>
                  <a:lnTo>
                    <a:pt x="478" y="37"/>
                  </a:lnTo>
                  <a:lnTo>
                    <a:pt x="331" y="110"/>
                  </a:lnTo>
                  <a:lnTo>
                    <a:pt x="294" y="184"/>
                  </a:lnTo>
                  <a:lnTo>
                    <a:pt x="294" y="220"/>
                  </a:lnTo>
                  <a:lnTo>
                    <a:pt x="294" y="294"/>
                  </a:lnTo>
                  <a:lnTo>
                    <a:pt x="331" y="330"/>
                  </a:lnTo>
                  <a:lnTo>
                    <a:pt x="294" y="587"/>
                  </a:lnTo>
                  <a:lnTo>
                    <a:pt x="294" y="844"/>
                  </a:lnTo>
                  <a:lnTo>
                    <a:pt x="331" y="1101"/>
                  </a:lnTo>
                  <a:lnTo>
                    <a:pt x="368" y="1321"/>
                  </a:lnTo>
                  <a:lnTo>
                    <a:pt x="551" y="1834"/>
                  </a:lnTo>
                  <a:lnTo>
                    <a:pt x="735" y="2274"/>
                  </a:lnTo>
                  <a:lnTo>
                    <a:pt x="918" y="2641"/>
                  </a:lnTo>
                  <a:lnTo>
                    <a:pt x="1175" y="3008"/>
                  </a:lnTo>
                  <a:lnTo>
                    <a:pt x="1322" y="3155"/>
                  </a:lnTo>
                  <a:lnTo>
                    <a:pt x="1505" y="3265"/>
                  </a:lnTo>
                  <a:lnTo>
                    <a:pt x="1652" y="3375"/>
                  </a:lnTo>
                  <a:lnTo>
                    <a:pt x="1872" y="3375"/>
                  </a:lnTo>
                  <a:lnTo>
                    <a:pt x="1798" y="3815"/>
                  </a:lnTo>
                  <a:lnTo>
                    <a:pt x="1725" y="4365"/>
                  </a:lnTo>
                  <a:lnTo>
                    <a:pt x="1725" y="4659"/>
                  </a:lnTo>
                  <a:lnTo>
                    <a:pt x="1762" y="4806"/>
                  </a:lnTo>
                  <a:lnTo>
                    <a:pt x="1798" y="4916"/>
                  </a:lnTo>
                  <a:lnTo>
                    <a:pt x="1762" y="5319"/>
                  </a:lnTo>
                  <a:lnTo>
                    <a:pt x="1615" y="5319"/>
                  </a:lnTo>
                  <a:lnTo>
                    <a:pt x="1138" y="5282"/>
                  </a:lnTo>
                  <a:lnTo>
                    <a:pt x="918" y="5246"/>
                  </a:lnTo>
                  <a:lnTo>
                    <a:pt x="698" y="5282"/>
                  </a:lnTo>
                  <a:lnTo>
                    <a:pt x="404" y="5392"/>
                  </a:lnTo>
                  <a:lnTo>
                    <a:pt x="294" y="5466"/>
                  </a:lnTo>
                  <a:lnTo>
                    <a:pt x="184" y="5576"/>
                  </a:lnTo>
                  <a:lnTo>
                    <a:pt x="111" y="5686"/>
                  </a:lnTo>
                  <a:lnTo>
                    <a:pt x="74" y="5796"/>
                  </a:lnTo>
                  <a:lnTo>
                    <a:pt x="38" y="5943"/>
                  </a:lnTo>
                  <a:lnTo>
                    <a:pt x="1" y="6089"/>
                  </a:lnTo>
                  <a:lnTo>
                    <a:pt x="38" y="6163"/>
                  </a:lnTo>
                  <a:lnTo>
                    <a:pt x="111" y="6199"/>
                  </a:lnTo>
                  <a:lnTo>
                    <a:pt x="38" y="6273"/>
                  </a:lnTo>
                  <a:lnTo>
                    <a:pt x="38" y="6346"/>
                  </a:lnTo>
                  <a:lnTo>
                    <a:pt x="38" y="6456"/>
                  </a:lnTo>
                  <a:lnTo>
                    <a:pt x="111" y="6530"/>
                  </a:lnTo>
                  <a:lnTo>
                    <a:pt x="184" y="6566"/>
                  </a:lnTo>
                  <a:lnTo>
                    <a:pt x="294" y="6566"/>
                  </a:lnTo>
                  <a:lnTo>
                    <a:pt x="368" y="6493"/>
                  </a:lnTo>
                  <a:lnTo>
                    <a:pt x="441" y="6493"/>
                  </a:lnTo>
                  <a:lnTo>
                    <a:pt x="441" y="6530"/>
                  </a:lnTo>
                  <a:lnTo>
                    <a:pt x="441" y="6786"/>
                  </a:lnTo>
                  <a:lnTo>
                    <a:pt x="441" y="7080"/>
                  </a:lnTo>
                  <a:lnTo>
                    <a:pt x="515" y="7593"/>
                  </a:lnTo>
                  <a:lnTo>
                    <a:pt x="588" y="8657"/>
                  </a:lnTo>
                  <a:lnTo>
                    <a:pt x="625" y="9721"/>
                  </a:lnTo>
                  <a:lnTo>
                    <a:pt x="625" y="10785"/>
                  </a:lnTo>
                  <a:lnTo>
                    <a:pt x="661" y="11225"/>
                  </a:lnTo>
                  <a:lnTo>
                    <a:pt x="698" y="11665"/>
                  </a:lnTo>
                  <a:lnTo>
                    <a:pt x="808" y="12105"/>
                  </a:lnTo>
                  <a:lnTo>
                    <a:pt x="881" y="12289"/>
                  </a:lnTo>
                  <a:lnTo>
                    <a:pt x="991" y="12509"/>
                  </a:lnTo>
                  <a:lnTo>
                    <a:pt x="1065" y="12655"/>
                  </a:lnTo>
                  <a:lnTo>
                    <a:pt x="1175" y="12765"/>
                  </a:lnTo>
                  <a:lnTo>
                    <a:pt x="1322" y="12912"/>
                  </a:lnTo>
                  <a:lnTo>
                    <a:pt x="1468" y="12985"/>
                  </a:lnTo>
                  <a:lnTo>
                    <a:pt x="1615" y="13059"/>
                  </a:lnTo>
                  <a:lnTo>
                    <a:pt x="1798" y="13096"/>
                  </a:lnTo>
                  <a:lnTo>
                    <a:pt x="1945" y="13132"/>
                  </a:lnTo>
                  <a:lnTo>
                    <a:pt x="2129" y="13169"/>
                  </a:lnTo>
                  <a:lnTo>
                    <a:pt x="2349" y="13132"/>
                  </a:lnTo>
                  <a:lnTo>
                    <a:pt x="2569" y="13096"/>
                  </a:lnTo>
                  <a:lnTo>
                    <a:pt x="2752" y="12985"/>
                  </a:lnTo>
                  <a:lnTo>
                    <a:pt x="2899" y="12875"/>
                  </a:lnTo>
                  <a:lnTo>
                    <a:pt x="3009" y="12765"/>
                  </a:lnTo>
                  <a:lnTo>
                    <a:pt x="3119" y="12582"/>
                  </a:lnTo>
                  <a:lnTo>
                    <a:pt x="3302" y="12215"/>
                  </a:lnTo>
                  <a:lnTo>
                    <a:pt x="3412" y="11812"/>
                  </a:lnTo>
                  <a:lnTo>
                    <a:pt x="3449" y="11408"/>
                  </a:lnTo>
                  <a:lnTo>
                    <a:pt x="3522" y="10601"/>
                  </a:lnTo>
                  <a:lnTo>
                    <a:pt x="3632" y="9647"/>
                  </a:lnTo>
                  <a:lnTo>
                    <a:pt x="3669" y="8657"/>
                  </a:lnTo>
                  <a:lnTo>
                    <a:pt x="3669" y="7667"/>
                  </a:lnTo>
                  <a:lnTo>
                    <a:pt x="3669" y="6676"/>
                  </a:lnTo>
                  <a:lnTo>
                    <a:pt x="3743" y="6603"/>
                  </a:lnTo>
                  <a:lnTo>
                    <a:pt x="3779" y="6530"/>
                  </a:lnTo>
                  <a:lnTo>
                    <a:pt x="3779" y="6456"/>
                  </a:lnTo>
                  <a:lnTo>
                    <a:pt x="3889" y="6273"/>
                  </a:lnTo>
                  <a:lnTo>
                    <a:pt x="3963" y="6053"/>
                  </a:lnTo>
                  <a:lnTo>
                    <a:pt x="3999" y="5833"/>
                  </a:lnTo>
                  <a:lnTo>
                    <a:pt x="3963" y="5723"/>
                  </a:lnTo>
                  <a:lnTo>
                    <a:pt x="3926" y="5612"/>
                  </a:lnTo>
                  <a:lnTo>
                    <a:pt x="3816" y="5502"/>
                  </a:lnTo>
                  <a:lnTo>
                    <a:pt x="3669" y="5429"/>
                  </a:lnTo>
                  <a:lnTo>
                    <a:pt x="3486" y="5392"/>
                  </a:lnTo>
                  <a:lnTo>
                    <a:pt x="3266" y="5356"/>
                  </a:lnTo>
                  <a:lnTo>
                    <a:pt x="2532" y="5356"/>
                  </a:lnTo>
                  <a:lnTo>
                    <a:pt x="2165" y="5319"/>
                  </a:lnTo>
                  <a:lnTo>
                    <a:pt x="2092" y="4806"/>
                  </a:lnTo>
                  <a:lnTo>
                    <a:pt x="2165" y="4585"/>
                  </a:lnTo>
                  <a:lnTo>
                    <a:pt x="2165" y="4365"/>
                  </a:lnTo>
                  <a:lnTo>
                    <a:pt x="2202" y="3962"/>
                  </a:lnTo>
                  <a:lnTo>
                    <a:pt x="2459" y="4145"/>
                  </a:lnTo>
                  <a:lnTo>
                    <a:pt x="2715" y="4292"/>
                  </a:lnTo>
                  <a:lnTo>
                    <a:pt x="2972" y="4402"/>
                  </a:lnTo>
                  <a:lnTo>
                    <a:pt x="3266" y="4475"/>
                  </a:lnTo>
                  <a:lnTo>
                    <a:pt x="3522" y="4549"/>
                  </a:lnTo>
                  <a:lnTo>
                    <a:pt x="3816" y="4585"/>
                  </a:lnTo>
                  <a:lnTo>
                    <a:pt x="4403" y="4585"/>
                  </a:lnTo>
                  <a:lnTo>
                    <a:pt x="4660" y="4549"/>
                  </a:lnTo>
                  <a:lnTo>
                    <a:pt x="4953" y="4475"/>
                  </a:lnTo>
                  <a:lnTo>
                    <a:pt x="5210" y="4402"/>
                  </a:lnTo>
                  <a:lnTo>
                    <a:pt x="5503" y="4292"/>
                  </a:lnTo>
                  <a:lnTo>
                    <a:pt x="5760" y="4182"/>
                  </a:lnTo>
                  <a:lnTo>
                    <a:pt x="5833" y="4109"/>
                  </a:lnTo>
                  <a:lnTo>
                    <a:pt x="5833" y="3999"/>
                  </a:lnTo>
                  <a:lnTo>
                    <a:pt x="5833" y="3888"/>
                  </a:lnTo>
                  <a:lnTo>
                    <a:pt x="5797" y="3778"/>
                  </a:lnTo>
                  <a:lnTo>
                    <a:pt x="5797" y="3778"/>
                  </a:lnTo>
                  <a:lnTo>
                    <a:pt x="5833" y="3815"/>
                  </a:lnTo>
                  <a:lnTo>
                    <a:pt x="5980" y="3962"/>
                  </a:lnTo>
                  <a:lnTo>
                    <a:pt x="6053" y="3999"/>
                  </a:lnTo>
                  <a:lnTo>
                    <a:pt x="6200" y="4035"/>
                  </a:lnTo>
                  <a:lnTo>
                    <a:pt x="6237" y="4035"/>
                  </a:lnTo>
                  <a:lnTo>
                    <a:pt x="6274" y="3999"/>
                  </a:lnTo>
                  <a:lnTo>
                    <a:pt x="6347" y="3888"/>
                  </a:lnTo>
                  <a:lnTo>
                    <a:pt x="6310" y="3742"/>
                  </a:lnTo>
                  <a:lnTo>
                    <a:pt x="6274" y="3632"/>
                  </a:lnTo>
                  <a:lnTo>
                    <a:pt x="6200" y="3522"/>
                  </a:lnTo>
                  <a:lnTo>
                    <a:pt x="6090" y="3375"/>
                  </a:lnTo>
                  <a:lnTo>
                    <a:pt x="5833" y="3192"/>
                  </a:lnTo>
                  <a:lnTo>
                    <a:pt x="5613" y="3045"/>
                  </a:lnTo>
                  <a:lnTo>
                    <a:pt x="5283" y="2861"/>
                  </a:lnTo>
                  <a:lnTo>
                    <a:pt x="4953" y="2715"/>
                  </a:lnTo>
                  <a:lnTo>
                    <a:pt x="4256" y="2495"/>
                  </a:lnTo>
                  <a:lnTo>
                    <a:pt x="3926" y="2421"/>
                  </a:lnTo>
                  <a:lnTo>
                    <a:pt x="3596" y="2385"/>
                  </a:lnTo>
                  <a:lnTo>
                    <a:pt x="3302" y="2458"/>
                  </a:lnTo>
                  <a:lnTo>
                    <a:pt x="2972" y="2605"/>
                  </a:lnTo>
                  <a:lnTo>
                    <a:pt x="2679" y="2788"/>
                  </a:lnTo>
                  <a:lnTo>
                    <a:pt x="2349" y="3081"/>
                  </a:lnTo>
                  <a:lnTo>
                    <a:pt x="2349" y="3045"/>
                  </a:lnTo>
                  <a:lnTo>
                    <a:pt x="2385" y="2788"/>
                  </a:lnTo>
                  <a:lnTo>
                    <a:pt x="2459" y="2568"/>
                  </a:lnTo>
                  <a:lnTo>
                    <a:pt x="2495" y="2458"/>
                  </a:lnTo>
                  <a:lnTo>
                    <a:pt x="2495" y="2311"/>
                  </a:lnTo>
                  <a:lnTo>
                    <a:pt x="2495" y="2201"/>
                  </a:lnTo>
                  <a:lnTo>
                    <a:pt x="2422" y="2128"/>
                  </a:lnTo>
                  <a:lnTo>
                    <a:pt x="2385" y="1871"/>
                  </a:lnTo>
                  <a:lnTo>
                    <a:pt x="2312" y="1614"/>
                  </a:lnTo>
                  <a:lnTo>
                    <a:pt x="2129" y="1137"/>
                  </a:lnTo>
                  <a:lnTo>
                    <a:pt x="2018" y="917"/>
                  </a:lnTo>
                  <a:lnTo>
                    <a:pt x="1835" y="661"/>
                  </a:lnTo>
                  <a:lnTo>
                    <a:pt x="1652" y="440"/>
                  </a:lnTo>
                  <a:lnTo>
                    <a:pt x="1395" y="220"/>
                  </a:lnTo>
                  <a:lnTo>
                    <a:pt x="1138" y="74"/>
                  </a:lnTo>
                  <a:lnTo>
                    <a:pt x="881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8" name="Google Shape;316;p5">
              <a:extLst>
                <a:ext uri="{FF2B5EF4-FFF2-40B4-BE49-F238E27FC236}">
                  <a16:creationId xmlns:a16="http://schemas.microsoft.com/office/drawing/2014/main" id="{BB84BD60-2065-40EB-9827-4F6B5B066ED7}"/>
                </a:ext>
              </a:extLst>
            </p:cNvPr>
            <p:cNvSpPr/>
            <p:nvPr/>
          </p:nvSpPr>
          <p:spPr>
            <a:xfrm>
              <a:off x="6335525" y="1405350"/>
              <a:ext cx="442025" cy="375100"/>
            </a:xfrm>
            <a:custGeom>
              <a:avLst/>
              <a:gdLst/>
              <a:ahLst/>
              <a:cxnLst/>
              <a:rect l="l" t="t" r="r" b="b"/>
              <a:pathLst>
                <a:path w="17681" h="15004" extrusionOk="0">
                  <a:moveTo>
                    <a:pt x="6823" y="1981"/>
                  </a:moveTo>
                  <a:lnTo>
                    <a:pt x="6676" y="2018"/>
                  </a:lnTo>
                  <a:lnTo>
                    <a:pt x="6566" y="2055"/>
                  </a:lnTo>
                  <a:lnTo>
                    <a:pt x="6493" y="2201"/>
                  </a:lnTo>
                  <a:lnTo>
                    <a:pt x="6420" y="2385"/>
                  </a:lnTo>
                  <a:lnTo>
                    <a:pt x="6383" y="2531"/>
                  </a:lnTo>
                  <a:lnTo>
                    <a:pt x="6383" y="2641"/>
                  </a:lnTo>
                  <a:lnTo>
                    <a:pt x="6420" y="2752"/>
                  </a:lnTo>
                  <a:lnTo>
                    <a:pt x="6493" y="2825"/>
                  </a:lnTo>
                  <a:lnTo>
                    <a:pt x="6566" y="2862"/>
                  </a:lnTo>
                  <a:lnTo>
                    <a:pt x="6713" y="2862"/>
                  </a:lnTo>
                  <a:lnTo>
                    <a:pt x="6860" y="2825"/>
                  </a:lnTo>
                  <a:lnTo>
                    <a:pt x="6933" y="2752"/>
                  </a:lnTo>
                  <a:lnTo>
                    <a:pt x="7006" y="2641"/>
                  </a:lnTo>
                  <a:lnTo>
                    <a:pt x="7080" y="2531"/>
                  </a:lnTo>
                  <a:lnTo>
                    <a:pt x="7080" y="2421"/>
                  </a:lnTo>
                  <a:lnTo>
                    <a:pt x="7080" y="2275"/>
                  </a:lnTo>
                  <a:lnTo>
                    <a:pt x="7006" y="2165"/>
                  </a:lnTo>
                  <a:lnTo>
                    <a:pt x="6933" y="2055"/>
                  </a:lnTo>
                  <a:lnTo>
                    <a:pt x="6823" y="1981"/>
                  </a:lnTo>
                  <a:close/>
                  <a:moveTo>
                    <a:pt x="5282" y="2641"/>
                  </a:moveTo>
                  <a:lnTo>
                    <a:pt x="5209" y="2678"/>
                  </a:lnTo>
                  <a:lnTo>
                    <a:pt x="5136" y="2715"/>
                  </a:lnTo>
                  <a:lnTo>
                    <a:pt x="5062" y="2788"/>
                  </a:lnTo>
                  <a:lnTo>
                    <a:pt x="5062" y="2898"/>
                  </a:lnTo>
                  <a:lnTo>
                    <a:pt x="5062" y="2935"/>
                  </a:lnTo>
                  <a:lnTo>
                    <a:pt x="4989" y="2972"/>
                  </a:lnTo>
                  <a:lnTo>
                    <a:pt x="4952" y="3045"/>
                  </a:lnTo>
                  <a:lnTo>
                    <a:pt x="4952" y="3118"/>
                  </a:lnTo>
                  <a:lnTo>
                    <a:pt x="4952" y="3228"/>
                  </a:lnTo>
                  <a:lnTo>
                    <a:pt x="5026" y="3338"/>
                  </a:lnTo>
                  <a:lnTo>
                    <a:pt x="5099" y="3412"/>
                  </a:lnTo>
                  <a:lnTo>
                    <a:pt x="5319" y="3412"/>
                  </a:lnTo>
                  <a:lnTo>
                    <a:pt x="5429" y="3338"/>
                  </a:lnTo>
                  <a:lnTo>
                    <a:pt x="5502" y="3265"/>
                  </a:lnTo>
                  <a:lnTo>
                    <a:pt x="5576" y="3155"/>
                  </a:lnTo>
                  <a:lnTo>
                    <a:pt x="5613" y="3008"/>
                  </a:lnTo>
                  <a:lnTo>
                    <a:pt x="5576" y="2862"/>
                  </a:lnTo>
                  <a:lnTo>
                    <a:pt x="5502" y="2752"/>
                  </a:lnTo>
                  <a:lnTo>
                    <a:pt x="5392" y="2678"/>
                  </a:lnTo>
                  <a:lnTo>
                    <a:pt x="5282" y="2641"/>
                  </a:lnTo>
                  <a:close/>
                  <a:moveTo>
                    <a:pt x="6786" y="3559"/>
                  </a:moveTo>
                  <a:lnTo>
                    <a:pt x="6640" y="3595"/>
                  </a:lnTo>
                  <a:lnTo>
                    <a:pt x="6493" y="3705"/>
                  </a:lnTo>
                  <a:lnTo>
                    <a:pt x="6383" y="3815"/>
                  </a:lnTo>
                  <a:lnTo>
                    <a:pt x="6309" y="3962"/>
                  </a:lnTo>
                  <a:lnTo>
                    <a:pt x="6273" y="4109"/>
                  </a:lnTo>
                  <a:lnTo>
                    <a:pt x="6273" y="4255"/>
                  </a:lnTo>
                  <a:lnTo>
                    <a:pt x="6273" y="4366"/>
                  </a:lnTo>
                  <a:lnTo>
                    <a:pt x="6383" y="4439"/>
                  </a:lnTo>
                  <a:lnTo>
                    <a:pt x="6493" y="4476"/>
                  </a:lnTo>
                  <a:lnTo>
                    <a:pt x="6603" y="4439"/>
                  </a:lnTo>
                  <a:lnTo>
                    <a:pt x="6750" y="4329"/>
                  </a:lnTo>
                  <a:lnTo>
                    <a:pt x="6860" y="4329"/>
                  </a:lnTo>
                  <a:lnTo>
                    <a:pt x="6970" y="4292"/>
                  </a:lnTo>
                  <a:lnTo>
                    <a:pt x="7080" y="4182"/>
                  </a:lnTo>
                  <a:lnTo>
                    <a:pt x="7153" y="4035"/>
                  </a:lnTo>
                  <a:lnTo>
                    <a:pt x="7153" y="3852"/>
                  </a:lnTo>
                  <a:lnTo>
                    <a:pt x="7080" y="3705"/>
                  </a:lnTo>
                  <a:lnTo>
                    <a:pt x="7043" y="3632"/>
                  </a:lnTo>
                  <a:lnTo>
                    <a:pt x="6970" y="3595"/>
                  </a:lnTo>
                  <a:lnTo>
                    <a:pt x="6786" y="3559"/>
                  </a:lnTo>
                  <a:close/>
                  <a:moveTo>
                    <a:pt x="4806" y="5979"/>
                  </a:moveTo>
                  <a:lnTo>
                    <a:pt x="4622" y="6090"/>
                  </a:lnTo>
                  <a:lnTo>
                    <a:pt x="4439" y="6200"/>
                  </a:lnTo>
                  <a:lnTo>
                    <a:pt x="4402" y="6236"/>
                  </a:lnTo>
                  <a:lnTo>
                    <a:pt x="4329" y="6310"/>
                  </a:lnTo>
                  <a:lnTo>
                    <a:pt x="4255" y="6383"/>
                  </a:lnTo>
                  <a:lnTo>
                    <a:pt x="4219" y="6493"/>
                  </a:lnTo>
                  <a:lnTo>
                    <a:pt x="4219" y="6566"/>
                  </a:lnTo>
                  <a:lnTo>
                    <a:pt x="4255" y="6713"/>
                  </a:lnTo>
                  <a:lnTo>
                    <a:pt x="4329" y="6860"/>
                  </a:lnTo>
                  <a:lnTo>
                    <a:pt x="4365" y="6897"/>
                  </a:lnTo>
                  <a:lnTo>
                    <a:pt x="4475" y="6970"/>
                  </a:lnTo>
                  <a:lnTo>
                    <a:pt x="4585" y="7007"/>
                  </a:lnTo>
                  <a:lnTo>
                    <a:pt x="4696" y="7043"/>
                  </a:lnTo>
                  <a:lnTo>
                    <a:pt x="4842" y="7007"/>
                  </a:lnTo>
                  <a:lnTo>
                    <a:pt x="4952" y="6970"/>
                  </a:lnTo>
                  <a:lnTo>
                    <a:pt x="5026" y="6897"/>
                  </a:lnTo>
                  <a:lnTo>
                    <a:pt x="5209" y="6750"/>
                  </a:lnTo>
                  <a:lnTo>
                    <a:pt x="5282" y="6640"/>
                  </a:lnTo>
                  <a:lnTo>
                    <a:pt x="5319" y="6493"/>
                  </a:lnTo>
                  <a:lnTo>
                    <a:pt x="5356" y="6346"/>
                  </a:lnTo>
                  <a:lnTo>
                    <a:pt x="5356" y="6236"/>
                  </a:lnTo>
                  <a:lnTo>
                    <a:pt x="5282" y="6126"/>
                  </a:lnTo>
                  <a:lnTo>
                    <a:pt x="5209" y="6053"/>
                  </a:lnTo>
                  <a:lnTo>
                    <a:pt x="5136" y="5979"/>
                  </a:lnTo>
                  <a:close/>
                  <a:moveTo>
                    <a:pt x="4219" y="4916"/>
                  </a:moveTo>
                  <a:lnTo>
                    <a:pt x="4219" y="5062"/>
                  </a:lnTo>
                  <a:lnTo>
                    <a:pt x="4255" y="5136"/>
                  </a:lnTo>
                  <a:lnTo>
                    <a:pt x="4292" y="5173"/>
                  </a:lnTo>
                  <a:lnTo>
                    <a:pt x="4439" y="5209"/>
                  </a:lnTo>
                  <a:lnTo>
                    <a:pt x="4549" y="5173"/>
                  </a:lnTo>
                  <a:lnTo>
                    <a:pt x="4585" y="5136"/>
                  </a:lnTo>
                  <a:lnTo>
                    <a:pt x="4622" y="5062"/>
                  </a:lnTo>
                  <a:lnTo>
                    <a:pt x="4659" y="5026"/>
                  </a:lnTo>
                  <a:lnTo>
                    <a:pt x="4989" y="5136"/>
                  </a:lnTo>
                  <a:lnTo>
                    <a:pt x="5319" y="5209"/>
                  </a:lnTo>
                  <a:lnTo>
                    <a:pt x="5392" y="5319"/>
                  </a:lnTo>
                  <a:lnTo>
                    <a:pt x="5466" y="5429"/>
                  </a:lnTo>
                  <a:lnTo>
                    <a:pt x="5686" y="5613"/>
                  </a:lnTo>
                  <a:lnTo>
                    <a:pt x="5869" y="5833"/>
                  </a:lnTo>
                  <a:lnTo>
                    <a:pt x="5979" y="6053"/>
                  </a:lnTo>
                  <a:lnTo>
                    <a:pt x="6016" y="6273"/>
                  </a:lnTo>
                  <a:lnTo>
                    <a:pt x="5979" y="6530"/>
                  </a:lnTo>
                  <a:lnTo>
                    <a:pt x="5943" y="6676"/>
                  </a:lnTo>
                  <a:lnTo>
                    <a:pt x="5869" y="6823"/>
                  </a:lnTo>
                  <a:lnTo>
                    <a:pt x="5686" y="7080"/>
                  </a:lnTo>
                  <a:lnTo>
                    <a:pt x="5466" y="7227"/>
                  </a:lnTo>
                  <a:lnTo>
                    <a:pt x="5209" y="7373"/>
                  </a:lnTo>
                  <a:lnTo>
                    <a:pt x="4916" y="7447"/>
                  </a:lnTo>
                  <a:lnTo>
                    <a:pt x="4622" y="7483"/>
                  </a:lnTo>
                  <a:lnTo>
                    <a:pt x="4329" y="7520"/>
                  </a:lnTo>
                  <a:lnTo>
                    <a:pt x="4035" y="7483"/>
                  </a:lnTo>
                  <a:lnTo>
                    <a:pt x="3778" y="7447"/>
                  </a:lnTo>
                  <a:lnTo>
                    <a:pt x="3485" y="7337"/>
                  </a:lnTo>
                  <a:lnTo>
                    <a:pt x="3338" y="7227"/>
                  </a:lnTo>
                  <a:lnTo>
                    <a:pt x="3228" y="7080"/>
                  </a:lnTo>
                  <a:lnTo>
                    <a:pt x="3155" y="6897"/>
                  </a:lnTo>
                  <a:lnTo>
                    <a:pt x="3118" y="6713"/>
                  </a:lnTo>
                  <a:lnTo>
                    <a:pt x="3082" y="6383"/>
                  </a:lnTo>
                  <a:lnTo>
                    <a:pt x="3155" y="6090"/>
                  </a:lnTo>
                  <a:lnTo>
                    <a:pt x="3228" y="5796"/>
                  </a:lnTo>
                  <a:lnTo>
                    <a:pt x="3375" y="5539"/>
                  </a:lnTo>
                  <a:lnTo>
                    <a:pt x="3558" y="5319"/>
                  </a:lnTo>
                  <a:lnTo>
                    <a:pt x="3742" y="5173"/>
                  </a:lnTo>
                  <a:lnTo>
                    <a:pt x="3962" y="5026"/>
                  </a:lnTo>
                  <a:lnTo>
                    <a:pt x="4219" y="4916"/>
                  </a:lnTo>
                  <a:close/>
                  <a:moveTo>
                    <a:pt x="11628" y="7190"/>
                  </a:moveTo>
                  <a:lnTo>
                    <a:pt x="11958" y="7263"/>
                  </a:lnTo>
                  <a:lnTo>
                    <a:pt x="12252" y="7263"/>
                  </a:lnTo>
                  <a:lnTo>
                    <a:pt x="12362" y="7227"/>
                  </a:lnTo>
                  <a:lnTo>
                    <a:pt x="12435" y="7447"/>
                  </a:lnTo>
                  <a:lnTo>
                    <a:pt x="12509" y="7704"/>
                  </a:lnTo>
                  <a:lnTo>
                    <a:pt x="12509" y="7814"/>
                  </a:lnTo>
                  <a:lnTo>
                    <a:pt x="12472" y="7814"/>
                  </a:lnTo>
                  <a:lnTo>
                    <a:pt x="12399" y="7850"/>
                  </a:lnTo>
                  <a:lnTo>
                    <a:pt x="12399" y="7887"/>
                  </a:lnTo>
                  <a:lnTo>
                    <a:pt x="12252" y="7814"/>
                  </a:lnTo>
                  <a:lnTo>
                    <a:pt x="11738" y="7557"/>
                  </a:lnTo>
                  <a:lnTo>
                    <a:pt x="11702" y="7483"/>
                  </a:lnTo>
                  <a:lnTo>
                    <a:pt x="11628" y="7373"/>
                  </a:lnTo>
                  <a:lnTo>
                    <a:pt x="11628" y="7190"/>
                  </a:lnTo>
                  <a:close/>
                  <a:moveTo>
                    <a:pt x="4329" y="4402"/>
                  </a:moveTo>
                  <a:lnTo>
                    <a:pt x="4255" y="4476"/>
                  </a:lnTo>
                  <a:lnTo>
                    <a:pt x="4035" y="4512"/>
                  </a:lnTo>
                  <a:lnTo>
                    <a:pt x="3815" y="4622"/>
                  </a:lnTo>
                  <a:lnTo>
                    <a:pt x="3632" y="4732"/>
                  </a:lnTo>
                  <a:lnTo>
                    <a:pt x="3448" y="4842"/>
                  </a:lnTo>
                  <a:lnTo>
                    <a:pt x="3265" y="4989"/>
                  </a:lnTo>
                  <a:lnTo>
                    <a:pt x="3082" y="5173"/>
                  </a:lnTo>
                  <a:lnTo>
                    <a:pt x="2971" y="5356"/>
                  </a:lnTo>
                  <a:lnTo>
                    <a:pt x="2825" y="5576"/>
                  </a:lnTo>
                  <a:lnTo>
                    <a:pt x="2715" y="5906"/>
                  </a:lnTo>
                  <a:lnTo>
                    <a:pt x="2641" y="6236"/>
                  </a:lnTo>
                  <a:lnTo>
                    <a:pt x="2641" y="6603"/>
                  </a:lnTo>
                  <a:lnTo>
                    <a:pt x="2678" y="6933"/>
                  </a:lnTo>
                  <a:lnTo>
                    <a:pt x="2825" y="7263"/>
                  </a:lnTo>
                  <a:lnTo>
                    <a:pt x="3008" y="7520"/>
                  </a:lnTo>
                  <a:lnTo>
                    <a:pt x="3118" y="7667"/>
                  </a:lnTo>
                  <a:lnTo>
                    <a:pt x="3265" y="7740"/>
                  </a:lnTo>
                  <a:lnTo>
                    <a:pt x="3412" y="7850"/>
                  </a:lnTo>
                  <a:lnTo>
                    <a:pt x="3595" y="7887"/>
                  </a:lnTo>
                  <a:lnTo>
                    <a:pt x="3962" y="7997"/>
                  </a:lnTo>
                  <a:lnTo>
                    <a:pt x="4292" y="8034"/>
                  </a:lnTo>
                  <a:lnTo>
                    <a:pt x="4659" y="7997"/>
                  </a:lnTo>
                  <a:lnTo>
                    <a:pt x="5026" y="7960"/>
                  </a:lnTo>
                  <a:lnTo>
                    <a:pt x="5356" y="7850"/>
                  </a:lnTo>
                  <a:lnTo>
                    <a:pt x="5686" y="7704"/>
                  </a:lnTo>
                  <a:lnTo>
                    <a:pt x="5979" y="7483"/>
                  </a:lnTo>
                  <a:lnTo>
                    <a:pt x="6236" y="7227"/>
                  </a:lnTo>
                  <a:lnTo>
                    <a:pt x="6383" y="6933"/>
                  </a:lnTo>
                  <a:lnTo>
                    <a:pt x="6456" y="6640"/>
                  </a:lnTo>
                  <a:lnTo>
                    <a:pt x="6530" y="6346"/>
                  </a:lnTo>
                  <a:lnTo>
                    <a:pt x="6493" y="6016"/>
                  </a:lnTo>
                  <a:lnTo>
                    <a:pt x="6420" y="5759"/>
                  </a:lnTo>
                  <a:lnTo>
                    <a:pt x="6273" y="5503"/>
                  </a:lnTo>
                  <a:lnTo>
                    <a:pt x="6163" y="5393"/>
                  </a:lnTo>
                  <a:lnTo>
                    <a:pt x="5979" y="5246"/>
                  </a:lnTo>
                  <a:lnTo>
                    <a:pt x="5833" y="5099"/>
                  </a:lnTo>
                  <a:lnTo>
                    <a:pt x="5796" y="5026"/>
                  </a:lnTo>
                  <a:lnTo>
                    <a:pt x="5796" y="4952"/>
                  </a:lnTo>
                  <a:lnTo>
                    <a:pt x="5759" y="4879"/>
                  </a:lnTo>
                  <a:lnTo>
                    <a:pt x="5723" y="4806"/>
                  </a:lnTo>
                  <a:lnTo>
                    <a:pt x="5649" y="4732"/>
                  </a:lnTo>
                  <a:lnTo>
                    <a:pt x="5539" y="4696"/>
                  </a:lnTo>
                  <a:lnTo>
                    <a:pt x="5209" y="4659"/>
                  </a:lnTo>
                  <a:lnTo>
                    <a:pt x="5136" y="4586"/>
                  </a:lnTo>
                  <a:lnTo>
                    <a:pt x="5136" y="4512"/>
                  </a:lnTo>
                  <a:lnTo>
                    <a:pt x="5062" y="4439"/>
                  </a:lnTo>
                  <a:lnTo>
                    <a:pt x="4585" y="4439"/>
                  </a:lnTo>
                  <a:lnTo>
                    <a:pt x="4475" y="4402"/>
                  </a:lnTo>
                  <a:close/>
                  <a:moveTo>
                    <a:pt x="1761" y="7447"/>
                  </a:moveTo>
                  <a:lnTo>
                    <a:pt x="1908" y="7483"/>
                  </a:lnTo>
                  <a:lnTo>
                    <a:pt x="2054" y="7520"/>
                  </a:lnTo>
                  <a:lnTo>
                    <a:pt x="2164" y="7630"/>
                  </a:lnTo>
                  <a:lnTo>
                    <a:pt x="2275" y="7740"/>
                  </a:lnTo>
                  <a:lnTo>
                    <a:pt x="2348" y="7887"/>
                  </a:lnTo>
                  <a:lnTo>
                    <a:pt x="2348" y="8070"/>
                  </a:lnTo>
                  <a:lnTo>
                    <a:pt x="2348" y="8107"/>
                  </a:lnTo>
                  <a:lnTo>
                    <a:pt x="2311" y="8144"/>
                  </a:lnTo>
                  <a:lnTo>
                    <a:pt x="2238" y="8144"/>
                  </a:lnTo>
                  <a:lnTo>
                    <a:pt x="2128" y="8070"/>
                  </a:lnTo>
                  <a:lnTo>
                    <a:pt x="2018" y="7960"/>
                  </a:lnTo>
                  <a:lnTo>
                    <a:pt x="1908" y="7814"/>
                  </a:lnTo>
                  <a:lnTo>
                    <a:pt x="1724" y="7520"/>
                  </a:lnTo>
                  <a:lnTo>
                    <a:pt x="1651" y="7447"/>
                  </a:lnTo>
                  <a:close/>
                  <a:moveTo>
                    <a:pt x="14233" y="7630"/>
                  </a:moveTo>
                  <a:lnTo>
                    <a:pt x="14159" y="7667"/>
                  </a:lnTo>
                  <a:lnTo>
                    <a:pt x="14123" y="7740"/>
                  </a:lnTo>
                  <a:lnTo>
                    <a:pt x="14013" y="7960"/>
                  </a:lnTo>
                  <a:lnTo>
                    <a:pt x="14013" y="8070"/>
                  </a:lnTo>
                  <a:lnTo>
                    <a:pt x="14049" y="8180"/>
                  </a:lnTo>
                  <a:lnTo>
                    <a:pt x="14086" y="8254"/>
                  </a:lnTo>
                  <a:lnTo>
                    <a:pt x="14159" y="8290"/>
                  </a:lnTo>
                  <a:lnTo>
                    <a:pt x="14306" y="8290"/>
                  </a:lnTo>
                  <a:lnTo>
                    <a:pt x="14416" y="8254"/>
                  </a:lnTo>
                  <a:lnTo>
                    <a:pt x="14453" y="8180"/>
                  </a:lnTo>
                  <a:lnTo>
                    <a:pt x="14490" y="8107"/>
                  </a:lnTo>
                  <a:lnTo>
                    <a:pt x="14490" y="7997"/>
                  </a:lnTo>
                  <a:lnTo>
                    <a:pt x="14490" y="7924"/>
                  </a:lnTo>
                  <a:lnTo>
                    <a:pt x="14490" y="7777"/>
                  </a:lnTo>
                  <a:lnTo>
                    <a:pt x="14453" y="7704"/>
                  </a:lnTo>
                  <a:lnTo>
                    <a:pt x="14416" y="7667"/>
                  </a:lnTo>
                  <a:lnTo>
                    <a:pt x="14306" y="7630"/>
                  </a:lnTo>
                  <a:close/>
                  <a:moveTo>
                    <a:pt x="7410" y="6236"/>
                  </a:moveTo>
                  <a:lnTo>
                    <a:pt x="7300" y="6310"/>
                  </a:lnTo>
                  <a:lnTo>
                    <a:pt x="7227" y="6346"/>
                  </a:lnTo>
                  <a:lnTo>
                    <a:pt x="7190" y="6420"/>
                  </a:lnTo>
                  <a:lnTo>
                    <a:pt x="7153" y="6566"/>
                  </a:lnTo>
                  <a:lnTo>
                    <a:pt x="7153" y="6750"/>
                  </a:lnTo>
                  <a:lnTo>
                    <a:pt x="7190" y="6933"/>
                  </a:lnTo>
                  <a:lnTo>
                    <a:pt x="7227" y="7007"/>
                  </a:lnTo>
                  <a:lnTo>
                    <a:pt x="7300" y="7080"/>
                  </a:lnTo>
                  <a:lnTo>
                    <a:pt x="7667" y="7153"/>
                  </a:lnTo>
                  <a:lnTo>
                    <a:pt x="7410" y="7373"/>
                  </a:lnTo>
                  <a:lnTo>
                    <a:pt x="7263" y="7520"/>
                  </a:lnTo>
                  <a:lnTo>
                    <a:pt x="7190" y="7593"/>
                  </a:lnTo>
                  <a:lnTo>
                    <a:pt x="7153" y="7704"/>
                  </a:lnTo>
                  <a:lnTo>
                    <a:pt x="7153" y="7887"/>
                  </a:lnTo>
                  <a:lnTo>
                    <a:pt x="7227" y="8070"/>
                  </a:lnTo>
                  <a:lnTo>
                    <a:pt x="7337" y="8180"/>
                  </a:lnTo>
                  <a:lnTo>
                    <a:pt x="7483" y="8290"/>
                  </a:lnTo>
                  <a:lnTo>
                    <a:pt x="7520" y="8400"/>
                  </a:lnTo>
                  <a:lnTo>
                    <a:pt x="7557" y="8474"/>
                  </a:lnTo>
                  <a:lnTo>
                    <a:pt x="7593" y="8511"/>
                  </a:lnTo>
                  <a:lnTo>
                    <a:pt x="7740" y="8511"/>
                  </a:lnTo>
                  <a:lnTo>
                    <a:pt x="7813" y="8437"/>
                  </a:lnTo>
                  <a:lnTo>
                    <a:pt x="7850" y="8364"/>
                  </a:lnTo>
                  <a:lnTo>
                    <a:pt x="7923" y="8217"/>
                  </a:lnTo>
                  <a:lnTo>
                    <a:pt x="7923" y="8144"/>
                  </a:lnTo>
                  <a:lnTo>
                    <a:pt x="7887" y="8070"/>
                  </a:lnTo>
                  <a:lnTo>
                    <a:pt x="7850" y="7997"/>
                  </a:lnTo>
                  <a:lnTo>
                    <a:pt x="7777" y="7960"/>
                  </a:lnTo>
                  <a:lnTo>
                    <a:pt x="7667" y="7924"/>
                  </a:lnTo>
                  <a:lnTo>
                    <a:pt x="7630" y="7887"/>
                  </a:lnTo>
                  <a:lnTo>
                    <a:pt x="7630" y="7814"/>
                  </a:lnTo>
                  <a:lnTo>
                    <a:pt x="7630" y="7777"/>
                  </a:lnTo>
                  <a:lnTo>
                    <a:pt x="7703" y="7667"/>
                  </a:lnTo>
                  <a:lnTo>
                    <a:pt x="7850" y="7593"/>
                  </a:lnTo>
                  <a:lnTo>
                    <a:pt x="7997" y="7410"/>
                  </a:lnTo>
                  <a:lnTo>
                    <a:pt x="8107" y="7190"/>
                  </a:lnTo>
                  <a:lnTo>
                    <a:pt x="8107" y="7080"/>
                  </a:lnTo>
                  <a:lnTo>
                    <a:pt x="8070" y="6970"/>
                  </a:lnTo>
                  <a:lnTo>
                    <a:pt x="8034" y="6897"/>
                  </a:lnTo>
                  <a:lnTo>
                    <a:pt x="7960" y="6823"/>
                  </a:lnTo>
                  <a:lnTo>
                    <a:pt x="7740" y="6750"/>
                  </a:lnTo>
                  <a:lnTo>
                    <a:pt x="7520" y="6713"/>
                  </a:lnTo>
                  <a:lnTo>
                    <a:pt x="7557" y="6566"/>
                  </a:lnTo>
                  <a:lnTo>
                    <a:pt x="7593" y="6493"/>
                  </a:lnTo>
                  <a:lnTo>
                    <a:pt x="7667" y="6456"/>
                  </a:lnTo>
                  <a:lnTo>
                    <a:pt x="7703" y="6383"/>
                  </a:lnTo>
                  <a:lnTo>
                    <a:pt x="7667" y="6310"/>
                  </a:lnTo>
                  <a:lnTo>
                    <a:pt x="7593" y="6236"/>
                  </a:lnTo>
                  <a:close/>
                  <a:moveTo>
                    <a:pt x="1651" y="6897"/>
                  </a:moveTo>
                  <a:lnTo>
                    <a:pt x="1578" y="6933"/>
                  </a:lnTo>
                  <a:lnTo>
                    <a:pt x="1541" y="7007"/>
                  </a:lnTo>
                  <a:lnTo>
                    <a:pt x="1504" y="7080"/>
                  </a:lnTo>
                  <a:lnTo>
                    <a:pt x="1504" y="7227"/>
                  </a:lnTo>
                  <a:lnTo>
                    <a:pt x="1541" y="7300"/>
                  </a:lnTo>
                  <a:lnTo>
                    <a:pt x="1578" y="7373"/>
                  </a:lnTo>
                  <a:lnTo>
                    <a:pt x="1541" y="7410"/>
                  </a:lnTo>
                  <a:lnTo>
                    <a:pt x="1504" y="7410"/>
                  </a:lnTo>
                  <a:lnTo>
                    <a:pt x="1468" y="7483"/>
                  </a:lnTo>
                  <a:lnTo>
                    <a:pt x="1431" y="7557"/>
                  </a:lnTo>
                  <a:lnTo>
                    <a:pt x="1468" y="7814"/>
                  </a:lnTo>
                  <a:lnTo>
                    <a:pt x="1578" y="8034"/>
                  </a:lnTo>
                  <a:lnTo>
                    <a:pt x="1724" y="8254"/>
                  </a:lnTo>
                  <a:lnTo>
                    <a:pt x="1908" y="8437"/>
                  </a:lnTo>
                  <a:lnTo>
                    <a:pt x="2128" y="8547"/>
                  </a:lnTo>
                  <a:lnTo>
                    <a:pt x="2238" y="8584"/>
                  </a:lnTo>
                  <a:lnTo>
                    <a:pt x="2348" y="8621"/>
                  </a:lnTo>
                  <a:lnTo>
                    <a:pt x="2458" y="8621"/>
                  </a:lnTo>
                  <a:lnTo>
                    <a:pt x="2568" y="8547"/>
                  </a:lnTo>
                  <a:lnTo>
                    <a:pt x="2641" y="8474"/>
                  </a:lnTo>
                  <a:lnTo>
                    <a:pt x="2715" y="8364"/>
                  </a:lnTo>
                  <a:lnTo>
                    <a:pt x="2788" y="8144"/>
                  </a:lnTo>
                  <a:lnTo>
                    <a:pt x="2788" y="7960"/>
                  </a:lnTo>
                  <a:lnTo>
                    <a:pt x="2751" y="7740"/>
                  </a:lnTo>
                  <a:lnTo>
                    <a:pt x="2678" y="7557"/>
                  </a:lnTo>
                  <a:lnTo>
                    <a:pt x="2531" y="7373"/>
                  </a:lnTo>
                  <a:lnTo>
                    <a:pt x="2385" y="7227"/>
                  </a:lnTo>
                  <a:lnTo>
                    <a:pt x="2201" y="7117"/>
                  </a:lnTo>
                  <a:lnTo>
                    <a:pt x="1981" y="7043"/>
                  </a:lnTo>
                  <a:lnTo>
                    <a:pt x="1908" y="6933"/>
                  </a:lnTo>
                  <a:lnTo>
                    <a:pt x="1834" y="6897"/>
                  </a:lnTo>
                  <a:close/>
                  <a:moveTo>
                    <a:pt x="14306" y="7227"/>
                  </a:moveTo>
                  <a:lnTo>
                    <a:pt x="14453" y="7263"/>
                  </a:lnTo>
                  <a:lnTo>
                    <a:pt x="14563" y="7300"/>
                  </a:lnTo>
                  <a:lnTo>
                    <a:pt x="14636" y="7410"/>
                  </a:lnTo>
                  <a:lnTo>
                    <a:pt x="14673" y="7520"/>
                  </a:lnTo>
                  <a:lnTo>
                    <a:pt x="14673" y="7667"/>
                  </a:lnTo>
                  <a:lnTo>
                    <a:pt x="14673" y="7814"/>
                  </a:lnTo>
                  <a:lnTo>
                    <a:pt x="14600" y="8070"/>
                  </a:lnTo>
                  <a:lnTo>
                    <a:pt x="14490" y="8290"/>
                  </a:lnTo>
                  <a:lnTo>
                    <a:pt x="14343" y="8511"/>
                  </a:lnTo>
                  <a:lnTo>
                    <a:pt x="14269" y="8584"/>
                  </a:lnTo>
                  <a:lnTo>
                    <a:pt x="14196" y="8621"/>
                  </a:lnTo>
                  <a:lnTo>
                    <a:pt x="14123" y="8621"/>
                  </a:lnTo>
                  <a:lnTo>
                    <a:pt x="14049" y="8584"/>
                  </a:lnTo>
                  <a:lnTo>
                    <a:pt x="14013" y="8547"/>
                  </a:lnTo>
                  <a:lnTo>
                    <a:pt x="13976" y="8474"/>
                  </a:lnTo>
                  <a:lnTo>
                    <a:pt x="13903" y="8290"/>
                  </a:lnTo>
                  <a:lnTo>
                    <a:pt x="13939" y="8034"/>
                  </a:lnTo>
                  <a:lnTo>
                    <a:pt x="13976" y="7777"/>
                  </a:lnTo>
                  <a:lnTo>
                    <a:pt x="14086" y="7263"/>
                  </a:lnTo>
                  <a:lnTo>
                    <a:pt x="14306" y="7227"/>
                  </a:lnTo>
                  <a:close/>
                  <a:moveTo>
                    <a:pt x="14233" y="6750"/>
                  </a:moveTo>
                  <a:lnTo>
                    <a:pt x="14123" y="6786"/>
                  </a:lnTo>
                  <a:lnTo>
                    <a:pt x="13866" y="6786"/>
                  </a:lnTo>
                  <a:lnTo>
                    <a:pt x="13829" y="6823"/>
                  </a:lnTo>
                  <a:lnTo>
                    <a:pt x="13756" y="6933"/>
                  </a:lnTo>
                  <a:lnTo>
                    <a:pt x="13609" y="7373"/>
                  </a:lnTo>
                  <a:lnTo>
                    <a:pt x="13499" y="7850"/>
                  </a:lnTo>
                  <a:lnTo>
                    <a:pt x="13462" y="8107"/>
                  </a:lnTo>
                  <a:lnTo>
                    <a:pt x="13462" y="8327"/>
                  </a:lnTo>
                  <a:lnTo>
                    <a:pt x="13499" y="8584"/>
                  </a:lnTo>
                  <a:lnTo>
                    <a:pt x="13572" y="8804"/>
                  </a:lnTo>
                  <a:lnTo>
                    <a:pt x="13683" y="8914"/>
                  </a:lnTo>
                  <a:lnTo>
                    <a:pt x="13829" y="9024"/>
                  </a:lnTo>
                  <a:lnTo>
                    <a:pt x="13976" y="9097"/>
                  </a:lnTo>
                  <a:lnTo>
                    <a:pt x="14123" y="9134"/>
                  </a:lnTo>
                  <a:lnTo>
                    <a:pt x="14343" y="9097"/>
                  </a:lnTo>
                  <a:lnTo>
                    <a:pt x="14490" y="9024"/>
                  </a:lnTo>
                  <a:lnTo>
                    <a:pt x="14600" y="8877"/>
                  </a:lnTo>
                  <a:lnTo>
                    <a:pt x="14746" y="8731"/>
                  </a:lnTo>
                  <a:lnTo>
                    <a:pt x="14966" y="8400"/>
                  </a:lnTo>
                  <a:lnTo>
                    <a:pt x="15076" y="8180"/>
                  </a:lnTo>
                  <a:lnTo>
                    <a:pt x="15113" y="7997"/>
                  </a:lnTo>
                  <a:lnTo>
                    <a:pt x="15150" y="7814"/>
                  </a:lnTo>
                  <a:lnTo>
                    <a:pt x="15150" y="7593"/>
                  </a:lnTo>
                  <a:lnTo>
                    <a:pt x="15113" y="7410"/>
                  </a:lnTo>
                  <a:lnTo>
                    <a:pt x="15040" y="7190"/>
                  </a:lnTo>
                  <a:lnTo>
                    <a:pt x="15003" y="7080"/>
                  </a:lnTo>
                  <a:lnTo>
                    <a:pt x="14893" y="7007"/>
                  </a:lnTo>
                  <a:lnTo>
                    <a:pt x="14673" y="6823"/>
                  </a:lnTo>
                  <a:lnTo>
                    <a:pt x="14526" y="6786"/>
                  </a:lnTo>
                  <a:lnTo>
                    <a:pt x="14379" y="6750"/>
                  </a:lnTo>
                  <a:close/>
                  <a:moveTo>
                    <a:pt x="6273" y="7887"/>
                  </a:moveTo>
                  <a:lnTo>
                    <a:pt x="6199" y="7924"/>
                  </a:lnTo>
                  <a:lnTo>
                    <a:pt x="6126" y="7997"/>
                  </a:lnTo>
                  <a:lnTo>
                    <a:pt x="5979" y="8107"/>
                  </a:lnTo>
                  <a:lnTo>
                    <a:pt x="5869" y="8290"/>
                  </a:lnTo>
                  <a:lnTo>
                    <a:pt x="5796" y="8474"/>
                  </a:lnTo>
                  <a:lnTo>
                    <a:pt x="5796" y="8584"/>
                  </a:lnTo>
                  <a:lnTo>
                    <a:pt x="5833" y="8657"/>
                  </a:lnTo>
                  <a:lnTo>
                    <a:pt x="5906" y="8694"/>
                  </a:lnTo>
                  <a:lnTo>
                    <a:pt x="6236" y="8694"/>
                  </a:lnTo>
                  <a:lnTo>
                    <a:pt x="6420" y="8767"/>
                  </a:lnTo>
                  <a:lnTo>
                    <a:pt x="6199" y="9024"/>
                  </a:lnTo>
                  <a:lnTo>
                    <a:pt x="6199" y="9061"/>
                  </a:lnTo>
                  <a:lnTo>
                    <a:pt x="6199" y="9134"/>
                  </a:lnTo>
                  <a:lnTo>
                    <a:pt x="6236" y="9244"/>
                  </a:lnTo>
                  <a:lnTo>
                    <a:pt x="6346" y="9354"/>
                  </a:lnTo>
                  <a:lnTo>
                    <a:pt x="6456" y="9391"/>
                  </a:lnTo>
                  <a:lnTo>
                    <a:pt x="6713" y="9391"/>
                  </a:lnTo>
                  <a:lnTo>
                    <a:pt x="6786" y="9318"/>
                  </a:lnTo>
                  <a:lnTo>
                    <a:pt x="6860" y="9207"/>
                  </a:lnTo>
                  <a:lnTo>
                    <a:pt x="6823" y="9097"/>
                  </a:lnTo>
                  <a:lnTo>
                    <a:pt x="6750" y="9024"/>
                  </a:lnTo>
                  <a:lnTo>
                    <a:pt x="6860" y="8951"/>
                  </a:lnTo>
                  <a:lnTo>
                    <a:pt x="6933" y="8877"/>
                  </a:lnTo>
                  <a:lnTo>
                    <a:pt x="6933" y="8804"/>
                  </a:lnTo>
                  <a:lnTo>
                    <a:pt x="6933" y="8731"/>
                  </a:lnTo>
                  <a:lnTo>
                    <a:pt x="6896" y="8621"/>
                  </a:lnTo>
                  <a:lnTo>
                    <a:pt x="6750" y="8511"/>
                  </a:lnTo>
                  <a:lnTo>
                    <a:pt x="6603" y="8437"/>
                  </a:lnTo>
                  <a:lnTo>
                    <a:pt x="6456" y="8364"/>
                  </a:lnTo>
                  <a:lnTo>
                    <a:pt x="6273" y="8327"/>
                  </a:lnTo>
                  <a:lnTo>
                    <a:pt x="6346" y="8180"/>
                  </a:lnTo>
                  <a:lnTo>
                    <a:pt x="6420" y="8034"/>
                  </a:lnTo>
                  <a:lnTo>
                    <a:pt x="6420" y="7960"/>
                  </a:lnTo>
                  <a:lnTo>
                    <a:pt x="6383" y="7924"/>
                  </a:lnTo>
                  <a:lnTo>
                    <a:pt x="6346" y="7924"/>
                  </a:lnTo>
                  <a:lnTo>
                    <a:pt x="6273" y="7887"/>
                  </a:lnTo>
                  <a:close/>
                  <a:moveTo>
                    <a:pt x="7630" y="551"/>
                  </a:moveTo>
                  <a:lnTo>
                    <a:pt x="7777" y="587"/>
                  </a:lnTo>
                  <a:lnTo>
                    <a:pt x="7923" y="661"/>
                  </a:lnTo>
                  <a:lnTo>
                    <a:pt x="8437" y="1101"/>
                  </a:lnTo>
                  <a:lnTo>
                    <a:pt x="8657" y="1321"/>
                  </a:lnTo>
                  <a:lnTo>
                    <a:pt x="8877" y="1578"/>
                  </a:lnTo>
                  <a:lnTo>
                    <a:pt x="9061" y="1834"/>
                  </a:lnTo>
                  <a:lnTo>
                    <a:pt x="9207" y="2128"/>
                  </a:lnTo>
                  <a:lnTo>
                    <a:pt x="9281" y="2421"/>
                  </a:lnTo>
                  <a:lnTo>
                    <a:pt x="9317" y="2752"/>
                  </a:lnTo>
                  <a:lnTo>
                    <a:pt x="9281" y="3082"/>
                  </a:lnTo>
                  <a:lnTo>
                    <a:pt x="9244" y="3375"/>
                  </a:lnTo>
                  <a:lnTo>
                    <a:pt x="9024" y="3962"/>
                  </a:lnTo>
                  <a:lnTo>
                    <a:pt x="8804" y="4512"/>
                  </a:lnTo>
                  <a:lnTo>
                    <a:pt x="8584" y="5099"/>
                  </a:lnTo>
                  <a:lnTo>
                    <a:pt x="8547" y="5356"/>
                  </a:lnTo>
                  <a:lnTo>
                    <a:pt x="8510" y="5613"/>
                  </a:lnTo>
                  <a:lnTo>
                    <a:pt x="8510" y="5869"/>
                  </a:lnTo>
                  <a:lnTo>
                    <a:pt x="8547" y="6163"/>
                  </a:lnTo>
                  <a:lnTo>
                    <a:pt x="8584" y="6310"/>
                  </a:lnTo>
                  <a:lnTo>
                    <a:pt x="8657" y="6493"/>
                  </a:lnTo>
                  <a:lnTo>
                    <a:pt x="8804" y="6823"/>
                  </a:lnTo>
                  <a:lnTo>
                    <a:pt x="8987" y="7117"/>
                  </a:lnTo>
                  <a:lnTo>
                    <a:pt x="9134" y="7447"/>
                  </a:lnTo>
                  <a:lnTo>
                    <a:pt x="9207" y="7777"/>
                  </a:lnTo>
                  <a:lnTo>
                    <a:pt x="9244" y="8144"/>
                  </a:lnTo>
                  <a:lnTo>
                    <a:pt x="9207" y="8474"/>
                  </a:lnTo>
                  <a:lnTo>
                    <a:pt x="9097" y="8804"/>
                  </a:lnTo>
                  <a:lnTo>
                    <a:pt x="8951" y="9134"/>
                  </a:lnTo>
                  <a:lnTo>
                    <a:pt x="8767" y="9428"/>
                  </a:lnTo>
                  <a:lnTo>
                    <a:pt x="8510" y="9684"/>
                  </a:lnTo>
                  <a:lnTo>
                    <a:pt x="8254" y="9904"/>
                  </a:lnTo>
                  <a:lnTo>
                    <a:pt x="7960" y="10051"/>
                  </a:lnTo>
                  <a:lnTo>
                    <a:pt x="7667" y="10198"/>
                  </a:lnTo>
                  <a:lnTo>
                    <a:pt x="7373" y="10308"/>
                  </a:lnTo>
                  <a:lnTo>
                    <a:pt x="7043" y="10345"/>
                  </a:lnTo>
                  <a:lnTo>
                    <a:pt x="6676" y="10418"/>
                  </a:lnTo>
                  <a:lnTo>
                    <a:pt x="6493" y="10381"/>
                  </a:lnTo>
                  <a:lnTo>
                    <a:pt x="6309" y="10345"/>
                  </a:lnTo>
                  <a:lnTo>
                    <a:pt x="6163" y="10235"/>
                  </a:lnTo>
                  <a:lnTo>
                    <a:pt x="6016" y="10088"/>
                  </a:lnTo>
                  <a:lnTo>
                    <a:pt x="5906" y="9941"/>
                  </a:lnTo>
                  <a:lnTo>
                    <a:pt x="5759" y="9831"/>
                  </a:lnTo>
                  <a:lnTo>
                    <a:pt x="5649" y="9758"/>
                  </a:lnTo>
                  <a:lnTo>
                    <a:pt x="5502" y="9684"/>
                  </a:lnTo>
                  <a:lnTo>
                    <a:pt x="5209" y="9611"/>
                  </a:lnTo>
                  <a:lnTo>
                    <a:pt x="4916" y="9611"/>
                  </a:lnTo>
                  <a:lnTo>
                    <a:pt x="4622" y="9684"/>
                  </a:lnTo>
                  <a:lnTo>
                    <a:pt x="3999" y="9868"/>
                  </a:lnTo>
                  <a:lnTo>
                    <a:pt x="3705" y="9978"/>
                  </a:lnTo>
                  <a:lnTo>
                    <a:pt x="3412" y="10051"/>
                  </a:lnTo>
                  <a:lnTo>
                    <a:pt x="3118" y="10088"/>
                  </a:lnTo>
                  <a:lnTo>
                    <a:pt x="2825" y="10051"/>
                  </a:lnTo>
                  <a:lnTo>
                    <a:pt x="2495" y="10014"/>
                  </a:lnTo>
                  <a:lnTo>
                    <a:pt x="2201" y="9904"/>
                  </a:lnTo>
                  <a:lnTo>
                    <a:pt x="1944" y="9794"/>
                  </a:lnTo>
                  <a:lnTo>
                    <a:pt x="1651" y="9648"/>
                  </a:lnTo>
                  <a:lnTo>
                    <a:pt x="1394" y="9464"/>
                  </a:lnTo>
                  <a:lnTo>
                    <a:pt x="1174" y="9281"/>
                  </a:lnTo>
                  <a:lnTo>
                    <a:pt x="954" y="8987"/>
                  </a:lnTo>
                  <a:lnTo>
                    <a:pt x="771" y="8694"/>
                  </a:lnTo>
                  <a:lnTo>
                    <a:pt x="624" y="8364"/>
                  </a:lnTo>
                  <a:lnTo>
                    <a:pt x="550" y="8034"/>
                  </a:lnTo>
                  <a:lnTo>
                    <a:pt x="514" y="7667"/>
                  </a:lnTo>
                  <a:lnTo>
                    <a:pt x="514" y="7337"/>
                  </a:lnTo>
                  <a:lnTo>
                    <a:pt x="587" y="6970"/>
                  </a:lnTo>
                  <a:lnTo>
                    <a:pt x="661" y="6640"/>
                  </a:lnTo>
                  <a:lnTo>
                    <a:pt x="807" y="6310"/>
                  </a:lnTo>
                  <a:lnTo>
                    <a:pt x="991" y="6016"/>
                  </a:lnTo>
                  <a:lnTo>
                    <a:pt x="1211" y="5759"/>
                  </a:lnTo>
                  <a:lnTo>
                    <a:pt x="1468" y="5539"/>
                  </a:lnTo>
                  <a:lnTo>
                    <a:pt x="2018" y="5099"/>
                  </a:lnTo>
                  <a:lnTo>
                    <a:pt x="2568" y="4622"/>
                  </a:lnTo>
                  <a:lnTo>
                    <a:pt x="2788" y="4366"/>
                  </a:lnTo>
                  <a:lnTo>
                    <a:pt x="2971" y="4109"/>
                  </a:lnTo>
                  <a:lnTo>
                    <a:pt x="3082" y="3815"/>
                  </a:lnTo>
                  <a:lnTo>
                    <a:pt x="3192" y="3485"/>
                  </a:lnTo>
                  <a:lnTo>
                    <a:pt x="3265" y="3118"/>
                  </a:lnTo>
                  <a:lnTo>
                    <a:pt x="3302" y="2715"/>
                  </a:lnTo>
                  <a:lnTo>
                    <a:pt x="3375" y="2348"/>
                  </a:lnTo>
                  <a:lnTo>
                    <a:pt x="3448" y="2165"/>
                  </a:lnTo>
                  <a:lnTo>
                    <a:pt x="3558" y="1981"/>
                  </a:lnTo>
                  <a:lnTo>
                    <a:pt x="3705" y="1798"/>
                  </a:lnTo>
                  <a:lnTo>
                    <a:pt x="3852" y="1651"/>
                  </a:lnTo>
                  <a:lnTo>
                    <a:pt x="4072" y="1541"/>
                  </a:lnTo>
                  <a:lnTo>
                    <a:pt x="4292" y="1468"/>
                  </a:lnTo>
                  <a:lnTo>
                    <a:pt x="4512" y="1431"/>
                  </a:lnTo>
                  <a:lnTo>
                    <a:pt x="4769" y="1394"/>
                  </a:lnTo>
                  <a:lnTo>
                    <a:pt x="4989" y="1394"/>
                  </a:lnTo>
                  <a:lnTo>
                    <a:pt x="5209" y="1468"/>
                  </a:lnTo>
                  <a:lnTo>
                    <a:pt x="4952" y="1688"/>
                  </a:lnTo>
                  <a:lnTo>
                    <a:pt x="4916" y="1761"/>
                  </a:lnTo>
                  <a:lnTo>
                    <a:pt x="4879" y="1834"/>
                  </a:lnTo>
                  <a:lnTo>
                    <a:pt x="4916" y="1981"/>
                  </a:lnTo>
                  <a:lnTo>
                    <a:pt x="4989" y="2091"/>
                  </a:lnTo>
                  <a:lnTo>
                    <a:pt x="5062" y="2128"/>
                  </a:lnTo>
                  <a:lnTo>
                    <a:pt x="5136" y="2128"/>
                  </a:lnTo>
                  <a:lnTo>
                    <a:pt x="5319" y="2091"/>
                  </a:lnTo>
                  <a:lnTo>
                    <a:pt x="5429" y="2018"/>
                  </a:lnTo>
                  <a:lnTo>
                    <a:pt x="5539" y="1945"/>
                  </a:lnTo>
                  <a:lnTo>
                    <a:pt x="5613" y="1798"/>
                  </a:lnTo>
                  <a:lnTo>
                    <a:pt x="5759" y="1651"/>
                  </a:lnTo>
                  <a:lnTo>
                    <a:pt x="5833" y="1614"/>
                  </a:lnTo>
                  <a:lnTo>
                    <a:pt x="5869" y="1578"/>
                  </a:lnTo>
                  <a:lnTo>
                    <a:pt x="6420" y="1138"/>
                  </a:lnTo>
                  <a:lnTo>
                    <a:pt x="7006" y="771"/>
                  </a:lnTo>
                  <a:lnTo>
                    <a:pt x="7337" y="624"/>
                  </a:lnTo>
                  <a:lnTo>
                    <a:pt x="7483" y="551"/>
                  </a:lnTo>
                  <a:close/>
                  <a:moveTo>
                    <a:pt x="10821" y="9281"/>
                  </a:moveTo>
                  <a:lnTo>
                    <a:pt x="10968" y="9538"/>
                  </a:lnTo>
                  <a:lnTo>
                    <a:pt x="11115" y="9758"/>
                  </a:lnTo>
                  <a:lnTo>
                    <a:pt x="11335" y="9978"/>
                  </a:lnTo>
                  <a:lnTo>
                    <a:pt x="11592" y="10161"/>
                  </a:lnTo>
                  <a:lnTo>
                    <a:pt x="11408" y="10418"/>
                  </a:lnTo>
                  <a:lnTo>
                    <a:pt x="11188" y="10198"/>
                  </a:lnTo>
                  <a:lnTo>
                    <a:pt x="10968" y="9978"/>
                  </a:lnTo>
                  <a:lnTo>
                    <a:pt x="10711" y="9831"/>
                  </a:lnTo>
                  <a:lnTo>
                    <a:pt x="10455" y="9648"/>
                  </a:lnTo>
                  <a:lnTo>
                    <a:pt x="10601" y="9464"/>
                  </a:lnTo>
                  <a:lnTo>
                    <a:pt x="10821" y="9281"/>
                  </a:lnTo>
                  <a:close/>
                  <a:moveTo>
                    <a:pt x="13903" y="9941"/>
                  </a:moveTo>
                  <a:lnTo>
                    <a:pt x="13829" y="9978"/>
                  </a:lnTo>
                  <a:lnTo>
                    <a:pt x="13756" y="10014"/>
                  </a:lnTo>
                  <a:lnTo>
                    <a:pt x="13719" y="10014"/>
                  </a:lnTo>
                  <a:lnTo>
                    <a:pt x="13719" y="10051"/>
                  </a:lnTo>
                  <a:lnTo>
                    <a:pt x="13646" y="10161"/>
                  </a:lnTo>
                  <a:lnTo>
                    <a:pt x="13609" y="10271"/>
                  </a:lnTo>
                  <a:lnTo>
                    <a:pt x="13646" y="10418"/>
                  </a:lnTo>
                  <a:lnTo>
                    <a:pt x="13719" y="10565"/>
                  </a:lnTo>
                  <a:lnTo>
                    <a:pt x="13829" y="10638"/>
                  </a:lnTo>
                  <a:lnTo>
                    <a:pt x="13939" y="10675"/>
                  </a:lnTo>
                  <a:lnTo>
                    <a:pt x="14049" y="10638"/>
                  </a:lnTo>
                  <a:lnTo>
                    <a:pt x="14159" y="10601"/>
                  </a:lnTo>
                  <a:lnTo>
                    <a:pt x="14269" y="10491"/>
                  </a:lnTo>
                  <a:lnTo>
                    <a:pt x="14343" y="10418"/>
                  </a:lnTo>
                  <a:lnTo>
                    <a:pt x="14379" y="10308"/>
                  </a:lnTo>
                  <a:lnTo>
                    <a:pt x="14379" y="10271"/>
                  </a:lnTo>
                  <a:lnTo>
                    <a:pt x="14379" y="10198"/>
                  </a:lnTo>
                  <a:lnTo>
                    <a:pt x="14306" y="10124"/>
                  </a:lnTo>
                  <a:lnTo>
                    <a:pt x="14233" y="10051"/>
                  </a:lnTo>
                  <a:lnTo>
                    <a:pt x="14159" y="10014"/>
                  </a:lnTo>
                  <a:lnTo>
                    <a:pt x="14086" y="9978"/>
                  </a:lnTo>
                  <a:lnTo>
                    <a:pt x="13939" y="9941"/>
                  </a:lnTo>
                  <a:close/>
                  <a:moveTo>
                    <a:pt x="7593" y="0"/>
                  </a:moveTo>
                  <a:lnTo>
                    <a:pt x="7447" y="37"/>
                  </a:lnTo>
                  <a:lnTo>
                    <a:pt x="7190" y="110"/>
                  </a:lnTo>
                  <a:lnTo>
                    <a:pt x="6970" y="221"/>
                  </a:lnTo>
                  <a:lnTo>
                    <a:pt x="6566" y="441"/>
                  </a:lnTo>
                  <a:lnTo>
                    <a:pt x="6199" y="697"/>
                  </a:lnTo>
                  <a:lnTo>
                    <a:pt x="5502" y="1211"/>
                  </a:lnTo>
                  <a:lnTo>
                    <a:pt x="5209" y="1064"/>
                  </a:lnTo>
                  <a:lnTo>
                    <a:pt x="4916" y="991"/>
                  </a:lnTo>
                  <a:lnTo>
                    <a:pt x="4585" y="991"/>
                  </a:lnTo>
                  <a:lnTo>
                    <a:pt x="4255" y="1027"/>
                  </a:lnTo>
                  <a:lnTo>
                    <a:pt x="3999" y="1101"/>
                  </a:lnTo>
                  <a:lnTo>
                    <a:pt x="3778" y="1211"/>
                  </a:lnTo>
                  <a:lnTo>
                    <a:pt x="3595" y="1358"/>
                  </a:lnTo>
                  <a:lnTo>
                    <a:pt x="3412" y="1504"/>
                  </a:lnTo>
                  <a:lnTo>
                    <a:pt x="3228" y="1688"/>
                  </a:lnTo>
                  <a:lnTo>
                    <a:pt x="3118" y="1908"/>
                  </a:lnTo>
                  <a:lnTo>
                    <a:pt x="3008" y="2128"/>
                  </a:lnTo>
                  <a:lnTo>
                    <a:pt x="2935" y="2348"/>
                  </a:lnTo>
                  <a:lnTo>
                    <a:pt x="2861" y="2678"/>
                  </a:lnTo>
                  <a:lnTo>
                    <a:pt x="2788" y="3008"/>
                  </a:lnTo>
                  <a:lnTo>
                    <a:pt x="2751" y="3338"/>
                  </a:lnTo>
                  <a:lnTo>
                    <a:pt x="2641" y="3669"/>
                  </a:lnTo>
                  <a:lnTo>
                    <a:pt x="2605" y="3852"/>
                  </a:lnTo>
                  <a:lnTo>
                    <a:pt x="2495" y="3999"/>
                  </a:lnTo>
                  <a:lnTo>
                    <a:pt x="2275" y="4255"/>
                  </a:lnTo>
                  <a:lnTo>
                    <a:pt x="2018" y="4476"/>
                  </a:lnTo>
                  <a:lnTo>
                    <a:pt x="1761" y="4696"/>
                  </a:lnTo>
                  <a:lnTo>
                    <a:pt x="1284" y="5062"/>
                  </a:lnTo>
                  <a:lnTo>
                    <a:pt x="844" y="5466"/>
                  </a:lnTo>
                  <a:lnTo>
                    <a:pt x="661" y="5649"/>
                  </a:lnTo>
                  <a:lnTo>
                    <a:pt x="514" y="5906"/>
                  </a:lnTo>
                  <a:lnTo>
                    <a:pt x="367" y="6126"/>
                  </a:lnTo>
                  <a:lnTo>
                    <a:pt x="220" y="6420"/>
                  </a:lnTo>
                  <a:lnTo>
                    <a:pt x="110" y="6713"/>
                  </a:lnTo>
                  <a:lnTo>
                    <a:pt x="37" y="7007"/>
                  </a:lnTo>
                  <a:lnTo>
                    <a:pt x="0" y="7263"/>
                  </a:lnTo>
                  <a:lnTo>
                    <a:pt x="0" y="7557"/>
                  </a:lnTo>
                  <a:lnTo>
                    <a:pt x="37" y="7850"/>
                  </a:lnTo>
                  <a:lnTo>
                    <a:pt x="74" y="8144"/>
                  </a:lnTo>
                  <a:lnTo>
                    <a:pt x="147" y="8400"/>
                  </a:lnTo>
                  <a:lnTo>
                    <a:pt x="220" y="8657"/>
                  </a:lnTo>
                  <a:lnTo>
                    <a:pt x="367" y="8914"/>
                  </a:lnTo>
                  <a:lnTo>
                    <a:pt x="514" y="9171"/>
                  </a:lnTo>
                  <a:lnTo>
                    <a:pt x="661" y="9391"/>
                  </a:lnTo>
                  <a:lnTo>
                    <a:pt x="844" y="9611"/>
                  </a:lnTo>
                  <a:lnTo>
                    <a:pt x="1064" y="9831"/>
                  </a:lnTo>
                  <a:lnTo>
                    <a:pt x="1284" y="10014"/>
                  </a:lnTo>
                  <a:lnTo>
                    <a:pt x="1541" y="10161"/>
                  </a:lnTo>
                  <a:lnTo>
                    <a:pt x="1798" y="10308"/>
                  </a:lnTo>
                  <a:lnTo>
                    <a:pt x="2054" y="10381"/>
                  </a:lnTo>
                  <a:lnTo>
                    <a:pt x="2348" y="10491"/>
                  </a:lnTo>
                  <a:lnTo>
                    <a:pt x="2641" y="10528"/>
                  </a:lnTo>
                  <a:lnTo>
                    <a:pt x="2898" y="10565"/>
                  </a:lnTo>
                  <a:lnTo>
                    <a:pt x="3192" y="10565"/>
                  </a:lnTo>
                  <a:lnTo>
                    <a:pt x="3485" y="10528"/>
                  </a:lnTo>
                  <a:lnTo>
                    <a:pt x="3742" y="10491"/>
                  </a:lnTo>
                  <a:lnTo>
                    <a:pt x="4035" y="10418"/>
                  </a:lnTo>
                  <a:lnTo>
                    <a:pt x="4365" y="10271"/>
                  </a:lnTo>
                  <a:lnTo>
                    <a:pt x="4696" y="10161"/>
                  </a:lnTo>
                  <a:lnTo>
                    <a:pt x="4879" y="10124"/>
                  </a:lnTo>
                  <a:lnTo>
                    <a:pt x="5209" y="10124"/>
                  </a:lnTo>
                  <a:lnTo>
                    <a:pt x="5392" y="10161"/>
                  </a:lnTo>
                  <a:lnTo>
                    <a:pt x="5502" y="10271"/>
                  </a:lnTo>
                  <a:lnTo>
                    <a:pt x="5613" y="10381"/>
                  </a:lnTo>
                  <a:lnTo>
                    <a:pt x="5833" y="10601"/>
                  </a:lnTo>
                  <a:lnTo>
                    <a:pt x="5979" y="10711"/>
                  </a:lnTo>
                  <a:lnTo>
                    <a:pt x="6089" y="10785"/>
                  </a:lnTo>
                  <a:lnTo>
                    <a:pt x="6273" y="10858"/>
                  </a:lnTo>
                  <a:lnTo>
                    <a:pt x="6420" y="10895"/>
                  </a:lnTo>
                  <a:lnTo>
                    <a:pt x="6933" y="10895"/>
                  </a:lnTo>
                  <a:lnTo>
                    <a:pt x="7227" y="10858"/>
                  </a:lnTo>
                  <a:lnTo>
                    <a:pt x="7483" y="10821"/>
                  </a:lnTo>
                  <a:lnTo>
                    <a:pt x="7740" y="10748"/>
                  </a:lnTo>
                  <a:lnTo>
                    <a:pt x="7997" y="10638"/>
                  </a:lnTo>
                  <a:lnTo>
                    <a:pt x="8217" y="10528"/>
                  </a:lnTo>
                  <a:lnTo>
                    <a:pt x="8437" y="10381"/>
                  </a:lnTo>
                  <a:lnTo>
                    <a:pt x="8657" y="10198"/>
                  </a:lnTo>
                  <a:lnTo>
                    <a:pt x="8877" y="10014"/>
                  </a:lnTo>
                  <a:lnTo>
                    <a:pt x="9061" y="9831"/>
                  </a:lnTo>
                  <a:lnTo>
                    <a:pt x="9207" y="9611"/>
                  </a:lnTo>
                  <a:lnTo>
                    <a:pt x="9354" y="9391"/>
                  </a:lnTo>
                  <a:lnTo>
                    <a:pt x="9501" y="9171"/>
                  </a:lnTo>
                  <a:lnTo>
                    <a:pt x="9574" y="8914"/>
                  </a:lnTo>
                  <a:lnTo>
                    <a:pt x="9684" y="8694"/>
                  </a:lnTo>
                  <a:lnTo>
                    <a:pt x="9721" y="8400"/>
                  </a:lnTo>
                  <a:lnTo>
                    <a:pt x="9721" y="8144"/>
                  </a:lnTo>
                  <a:lnTo>
                    <a:pt x="9721" y="7887"/>
                  </a:lnTo>
                  <a:lnTo>
                    <a:pt x="9684" y="7630"/>
                  </a:lnTo>
                  <a:lnTo>
                    <a:pt x="9611" y="7373"/>
                  </a:lnTo>
                  <a:lnTo>
                    <a:pt x="9537" y="7117"/>
                  </a:lnTo>
                  <a:lnTo>
                    <a:pt x="9281" y="6640"/>
                  </a:lnTo>
                  <a:lnTo>
                    <a:pt x="9171" y="6383"/>
                  </a:lnTo>
                  <a:lnTo>
                    <a:pt x="9061" y="6090"/>
                  </a:lnTo>
                  <a:lnTo>
                    <a:pt x="9061" y="5833"/>
                  </a:lnTo>
                  <a:lnTo>
                    <a:pt x="9061" y="5576"/>
                  </a:lnTo>
                  <a:lnTo>
                    <a:pt x="9097" y="5319"/>
                  </a:lnTo>
                  <a:lnTo>
                    <a:pt x="9134" y="5062"/>
                  </a:lnTo>
                  <a:lnTo>
                    <a:pt x="9317" y="4512"/>
                  </a:lnTo>
                  <a:lnTo>
                    <a:pt x="9501" y="4035"/>
                  </a:lnTo>
                  <a:lnTo>
                    <a:pt x="9684" y="3559"/>
                  </a:lnTo>
                  <a:lnTo>
                    <a:pt x="9794" y="3082"/>
                  </a:lnTo>
                  <a:lnTo>
                    <a:pt x="9831" y="2825"/>
                  </a:lnTo>
                  <a:lnTo>
                    <a:pt x="9831" y="2568"/>
                  </a:lnTo>
                  <a:lnTo>
                    <a:pt x="9794" y="2311"/>
                  </a:lnTo>
                  <a:lnTo>
                    <a:pt x="9721" y="2055"/>
                  </a:lnTo>
                  <a:lnTo>
                    <a:pt x="9611" y="1834"/>
                  </a:lnTo>
                  <a:lnTo>
                    <a:pt x="9501" y="1578"/>
                  </a:lnTo>
                  <a:lnTo>
                    <a:pt x="9354" y="1358"/>
                  </a:lnTo>
                  <a:lnTo>
                    <a:pt x="9207" y="1174"/>
                  </a:lnTo>
                  <a:lnTo>
                    <a:pt x="8841" y="771"/>
                  </a:lnTo>
                  <a:lnTo>
                    <a:pt x="8400" y="404"/>
                  </a:lnTo>
                  <a:lnTo>
                    <a:pt x="7960" y="110"/>
                  </a:lnTo>
                  <a:lnTo>
                    <a:pt x="7850" y="37"/>
                  </a:lnTo>
                  <a:lnTo>
                    <a:pt x="7703" y="0"/>
                  </a:lnTo>
                  <a:close/>
                  <a:moveTo>
                    <a:pt x="12912" y="10675"/>
                  </a:moveTo>
                  <a:lnTo>
                    <a:pt x="12839" y="10711"/>
                  </a:lnTo>
                  <a:lnTo>
                    <a:pt x="12765" y="10785"/>
                  </a:lnTo>
                  <a:lnTo>
                    <a:pt x="12729" y="10858"/>
                  </a:lnTo>
                  <a:lnTo>
                    <a:pt x="12729" y="11005"/>
                  </a:lnTo>
                  <a:lnTo>
                    <a:pt x="12765" y="11115"/>
                  </a:lnTo>
                  <a:lnTo>
                    <a:pt x="12876" y="11225"/>
                  </a:lnTo>
                  <a:lnTo>
                    <a:pt x="13022" y="11262"/>
                  </a:lnTo>
                  <a:lnTo>
                    <a:pt x="13132" y="11225"/>
                  </a:lnTo>
                  <a:lnTo>
                    <a:pt x="13242" y="11115"/>
                  </a:lnTo>
                  <a:lnTo>
                    <a:pt x="13279" y="11005"/>
                  </a:lnTo>
                  <a:lnTo>
                    <a:pt x="13279" y="10858"/>
                  </a:lnTo>
                  <a:lnTo>
                    <a:pt x="13242" y="10785"/>
                  </a:lnTo>
                  <a:lnTo>
                    <a:pt x="13169" y="10711"/>
                  </a:lnTo>
                  <a:lnTo>
                    <a:pt x="13096" y="10675"/>
                  </a:lnTo>
                  <a:close/>
                  <a:moveTo>
                    <a:pt x="13572" y="11262"/>
                  </a:moveTo>
                  <a:lnTo>
                    <a:pt x="13499" y="11298"/>
                  </a:lnTo>
                  <a:lnTo>
                    <a:pt x="13462" y="11372"/>
                  </a:lnTo>
                  <a:lnTo>
                    <a:pt x="13389" y="11408"/>
                  </a:lnTo>
                  <a:lnTo>
                    <a:pt x="13316" y="11445"/>
                  </a:lnTo>
                  <a:lnTo>
                    <a:pt x="13242" y="11555"/>
                  </a:lnTo>
                  <a:lnTo>
                    <a:pt x="13242" y="11702"/>
                  </a:lnTo>
                  <a:lnTo>
                    <a:pt x="13242" y="11775"/>
                  </a:lnTo>
                  <a:lnTo>
                    <a:pt x="13279" y="11849"/>
                  </a:lnTo>
                  <a:lnTo>
                    <a:pt x="13352" y="11959"/>
                  </a:lnTo>
                  <a:lnTo>
                    <a:pt x="13609" y="11959"/>
                  </a:lnTo>
                  <a:lnTo>
                    <a:pt x="13719" y="11922"/>
                  </a:lnTo>
                  <a:lnTo>
                    <a:pt x="13829" y="11849"/>
                  </a:lnTo>
                  <a:lnTo>
                    <a:pt x="13866" y="11738"/>
                  </a:lnTo>
                  <a:lnTo>
                    <a:pt x="13939" y="11628"/>
                  </a:lnTo>
                  <a:lnTo>
                    <a:pt x="13939" y="11555"/>
                  </a:lnTo>
                  <a:lnTo>
                    <a:pt x="13939" y="11518"/>
                  </a:lnTo>
                  <a:lnTo>
                    <a:pt x="13903" y="11445"/>
                  </a:lnTo>
                  <a:lnTo>
                    <a:pt x="13866" y="11372"/>
                  </a:lnTo>
                  <a:lnTo>
                    <a:pt x="13829" y="11298"/>
                  </a:lnTo>
                  <a:lnTo>
                    <a:pt x="13719" y="11262"/>
                  </a:lnTo>
                  <a:close/>
                  <a:moveTo>
                    <a:pt x="12215" y="11555"/>
                  </a:moveTo>
                  <a:lnTo>
                    <a:pt x="12142" y="11592"/>
                  </a:lnTo>
                  <a:lnTo>
                    <a:pt x="12069" y="11702"/>
                  </a:lnTo>
                  <a:lnTo>
                    <a:pt x="12032" y="11812"/>
                  </a:lnTo>
                  <a:lnTo>
                    <a:pt x="12032" y="11959"/>
                  </a:lnTo>
                  <a:lnTo>
                    <a:pt x="12032" y="12069"/>
                  </a:lnTo>
                  <a:lnTo>
                    <a:pt x="12105" y="12362"/>
                  </a:lnTo>
                  <a:lnTo>
                    <a:pt x="12252" y="12582"/>
                  </a:lnTo>
                  <a:lnTo>
                    <a:pt x="12325" y="12619"/>
                  </a:lnTo>
                  <a:lnTo>
                    <a:pt x="12399" y="12656"/>
                  </a:lnTo>
                  <a:lnTo>
                    <a:pt x="12509" y="12656"/>
                  </a:lnTo>
                  <a:lnTo>
                    <a:pt x="12582" y="12582"/>
                  </a:lnTo>
                  <a:lnTo>
                    <a:pt x="12619" y="12545"/>
                  </a:lnTo>
                  <a:lnTo>
                    <a:pt x="12692" y="12545"/>
                  </a:lnTo>
                  <a:lnTo>
                    <a:pt x="12802" y="12619"/>
                  </a:lnTo>
                  <a:lnTo>
                    <a:pt x="12876" y="12619"/>
                  </a:lnTo>
                  <a:lnTo>
                    <a:pt x="12949" y="12582"/>
                  </a:lnTo>
                  <a:lnTo>
                    <a:pt x="12986" y="12545"/>
                  </a:lnTo>
                  <a:lnTo>
                    <a:pt x="13022" y="12435"/>
                  </a:lnTo>
                  <a:lnTo>
                    <a:pt x="12986" y="12325"/>
                  </a:lnTo>
                  <a:lnTo>
                    <a:pt x="12912" y="12215"/>
                  </a:lnTo>
                  <a:lnTo>
                    <a:pt x="12802" y="12179"/>
                  </a:lnTo>
                  <a:lnTo>
                    <a:pt x="12655" y="12142"/>
                  </a:lnTo>
                  <a:lnTo>
                    <a:pt x="12545" y="12142"/>
                  </a:lnTo>
                  <a:lnTo>
                    <a:pt x="12472" y="12179"/>
                  </a:lnTo>
                  <a:lnTo>
                    <a:pt x="12399" y="12032"/>
                  </a:lnTo>
                  <a:lnTo>
                    <a:pt x="12399" y="11849"/>
                  </a:lnTo>
                  <a:lnTo>
                    <a:pt x="12399" y="11665"/>
                  </a:lnTo>
                  <a:lnTo>
                    <a:pt x="12362" y="11592"/>
                  </a:lnTo>
                  <a:lnTo>
                    <a:pt x="12289" y="11555"/>
                  </a:lnTo>
                  <a:close/>
                  <a:moveTo>
                    <a:pt x="14049" y="5466"/>
                  </a:moveTo>
                  <a:lnTo>
                    <a:pt x="14196" y="5503"/>
                  </a:lnTo>
                  <a:lnTo>
                    <a:pt x="14490" y="5649"/>
                  </a:lnTo>
                  <a:lnTo>
                    <a:pt x="14673" y="5723"/>
                  </a:lnTo>
                  <a:lnTo>
                    <a:pt x="14930" y="5906"/>
                  </a:lnTo>
                  <a:lnTo>
                    <a:pt x="15150" y="6090"/>
                  </a:lnTo>
                  <a:lnTo>
                    <a:pt x="15370" y="6310"/>
                  </a:lnTo>
                  <a:lnTo>
                    <a:pt x="15590" y="6566"/>
                  </a:lnTo>
                  <a:lnTo>
                    <a:pt x="15773" y="6860"/>
                  </a:lnTo>
                  <a:lnTo>
                    <a:pt x="15883" y="7190"/>
                  </a:lnTo>
                  <a:lnTo>
                    <a:pt x="15993" y="7520"/>
                  </a:lnTo>
                  <a:lnTo>
                    <a:pt x="16067" y="7850"/>
                  </a:lnTo>
                  <a:lnTo>
                    <a:pt x="16104" y="8217"/>
                  </a:lnTo>
                  <a:lnTo>
                    <a:pt x="16104" y="8547"/>
                  </a:lnTo>
                  <a:lnTo>
                    <a:pt x="16067" y="9244"/>
                  </a:lnTo>
                  <a:lnTo>
                    <a:pt x="15957" y="9941"/>
                  </a:lnTo>
                  <a:lnTo>
                    <a:pt x="15773" y="10601"/>
                  </a:lnTo>
                  <a:lnTo>
                    <a:pt x="15517" y="11225"/>
                  </a:lnTo>
                  <a:lnTo>
                    <a:pt x="15370" y="11555"/>
                  </a:lnTo>
                  <a:lnTo>
                    <a:pt x="15186" y="11849"/>
                  </a:lnTo>
                  <a:lnTo>
                    <a:pt x="15003" y="12105"/>
                  </a:lnTo>
                  <a:lnTo>
                    <a:pt x="14783" y="12362"/>
                  </a:lnTo>
                  <a:lnTo>
                    <a:pt x="14526" y="12619"/>
                  </a:lnTo>
                  <a:lnTo>
                    <a:pt x="14269" y="12839"/>
                  </a:lnTo>
                  <a:lnTo>
                    <a:pt x="14013" y="13022"/>
                  </a:lnTo>
                  <a:lnTo>
                    <a:pt x="13719" y="13169"/>
                  </a:lnTo>
                  <a:lnTo>
                    <a:pt x="13389" y="13316"/>
                  </a:lnTo>
                  <a:lnTo>
                    <a:pt x="13059" y="13463"/>
                  </a:lnTo>
                  <a:lnTo>
                    <a:pt x="12802" y="13499"/>
                  </a:lnTo>
                  <a:lnTo>
                    <a:pt x="12509" y="13536"/>
                  </a:lnTo>
                  <a:lnTo>
                    <a:pt x="12325" y="13499"/>
                  </a:lnTo>
                  <a:lnTo>
                    <a:pt x="12179" y="13426"/>
                  </a:lnTo>
                  <a:lnTo>
                    <a:pt x="12032" y="13279"/>
                  </a:lnTo>
                  <a:lnTo>
                    <a:pt x="11922" y="13169"/>
                  </a:lnTo>
                  <a:lnTo>
                    <a:pt x="11482" y="12692"/>
                  </a:lnTo>
                  <a:lnTo>
                    <a:pt x="11298" y="12435"/>
                  </a:lnTo>
                  <a:lnTo>
                    <a:pt x="11225" y="12289"/>
                  </a:lnTo>
                  <a:lnTo>
                    <a:pt x="11188" y="12105"/>
                  </a:lnTo>
                  <a:lnTo>
                    <a:pt x="11188" y="11922"/>
                  </a:lnTo>
                  <a:lnTo>
                    <a:pt x="11262" y="11738"/>
                  </a:lnTo>
                  <a:lnTo>
                    <a:pt x="11445" y="11408"/>
                  </a:lnTo>
                  <a:lnTo>
                    <a:pt x="11812" y="10785"/>
                  </a:lnTo>
                  <a:lnTo>
                    <a:pt x="12142" y="10161"/>
                  </a:lnTo>
                  <a:lnTo>
                    <a:pt x="12472" y="9501"/>
                  </a:lnTo>
                  <a:lnTo>
                    <a:pt x="12765" y="8877"/>
                  </a:lnTo>
                  <a:lnTo>
                    <a:pt x="12876" y="8547"/>
                  </a:lnTo>
                  <a:lnTo>
                    <a:pt x="12949" y="8217"/>
                  </a:lnTo>
                  <a:lnTo>
                    <a:pt x="12986" y="7887"/>
                  </a:lnTo>
                  <a:lnTo>
                    <a:pt x="12949" y="7593"/>
                  </a:lnTo>
                  <a:lnTo>
                    <a:pt x="12876" y="7263"/>
                  </a:lnTo>
                  <a:lnTo>
                    <a:pt x="12765" y="6970"/>
                  </a:lnTo>
                  <a:lnTo>
                    <a:pt x="12729" y="6750"/>
                  </a:lnTo>
                  <a:lnTo>
                    <a:pt x="12692" y="6566"/>
                  </a:lnTo>
                  <a:lnTo>
                    <a:pt x="12729" y="6346"/>
                  </a:lnTo>
                  <a:lnTo>
                    <a:pt x="12802" y="6200"/>
                  </a:lnTo>
                  <a:lnTo>
                    <a:pt x="12876" y="6016"/>
                  </a:lnTo>
                  <a:lnTo>
                    <a:pt x="12986" y="5869"/>
                  </a:lnTo>
                  <a:lnTo>
                    <a:pt x="13132" y="5723"/>
                  </a:lnTo>
                  <a:lnTo>
                    <a:pt x="13279" y="5613"/>
                  </a:lnTo>
                  <a:lnTo>
                    <a:pt x="13316" y="5686"/>
                  </a:lnTo>
                  <a:lnTo>
                    <a:pt x="13389" y="5723"/>
                  </a:lnTo>
                  <a:lnTo>
                    <a:pt x="13536" y="5759"/>
                  </a:lnTo>
                  <a:lnTo>
                    <a:pt x="13646" y="5686"/>
                  </a:lnTo>
                  <a:lnTo>
                    <a:pt x="13719" y="5649"/>
                  </a:lnTo>
                  <a:lnTo>
                    <a:pt x="13756" y="5576"/>
                  </a:lnTo>
                  <a:lnTo>
                    <a:pt x="13829" y="5503"/>
                  </a:lnTo>
                  <a:lnTo>
                    <a:pt x="13939" y="5466"/>
                  </a:lnTo>
                  <a:close/>
                  <a:moveTo>
                    <a:pt x="13646" y="3852"/>
                  </a:moveTo>
                  <a:lnTo>
                    <a:pt x="13609" y="3925"/>
                  </a:lnTo>
                  <a:lnTo>
                    <a:pt x="13499" y="4182"/>
                  </a:lnTo>
                  <a:lnTo>
                    <a:pt x="13462" y="4476"/>
                  </a:lnTo>
                  <a:lnTo>
                    <a:pt x="13462" y="4732"/>
                  </a:lnTo>
                  <a:lnTo>
                    <a:pt x="13499" y="5026"/>
                  </a:lnTo>
                  <a:lnTo>
                    <a:pt x="13316" y="5099"/>
                  </a:lnTo>
                  <a:lnTo>
                    <a:pt x="13132" y="5173"/>
                  </a:lnTo>
                  <a:lnTo>
                    <a:pt x="13022" y="4769"/>
                  </a:lnTo>
                  <a:lnTo>
                    <a:pt x="12839" y="4439"/>
                  </a:lnTo>
                  <a:lnTo>
                    <a:pt x="12802" y="4402"/>
                  </a:lnTo>
                  <a:lnTo>
                    <a:pt x="12729" y="4402"/>
                  </a:lnTo>
                  <a:lnTo>
                    <a:pt x="12692" y="4439"/>
                  </a:lnTo>
                  <a:lnTo>
                    <a:pt x="12692" y="4476"/>
                  </a:lnTo>
                  <a:lnTo>
                    <a:pt x="12655" y="4732"/>
                  </a:lnTo>
                  <a:lnTo>
                    <a:pt x="12692" y="4952"/>
                  </a:lnTo>
                  <a:lnTo>
                    <a:pt x="12802" y="5429"/>
                  </a:lnTo>
                  <a:lnTo>
                    <a:pt x="12582" y="5649"/>
                  </a:lnTo>
                  <a:lnTo>
                    <a:pt x="12399" y="5466"/>
                  </a:lnTo>
                  <a:lnTo>
                    <a:pt x="12142" y="5173"/>
                  </a:lnTo>
                  <a:lnTo>
                    <a:pt x="12105" y="5136"/>
                  </a:lnTo>
                  <a:lnTo>
                    <a:pt x="12032" y="5173"/>
                  </a:lnTo>
                  <a:lnTo>
                    <a:pt x="11995" y="5209"/>
                  </a:lnTo>
                  <a:lnTo>
                    <a:pt x="11995" y="5283"/>
                  </a:lnTo>
                  <a:lnTo>
                    <a:pt x="12032" y="5466"/>
                  </a:lnTo>
                  <a:lnTo>
                    <a:pt x="12142" y="5649"/>
                  </a:lnTo>
                  <a:lnTo>
                    <a:pt x="12252" y="5796"/>
                  </a:lnTo>
                  <a:lnTo>
                    <a:pt x="12435" y="5906"/>
                  </a:lnTo>
                  <a:lnTo>
                    <a:pt x="12399" y="6016"/>
                  </a:lnTo>
                  <a:lnTo>
                    <a:pt x="12362" y="6053"/>
                  </a:lnTo>
                  <a:lnTo>
                    <a:pt x="12142" y="6016"/>
                  </a:lnTo>
                  <a:lnTo>
                    <a:pt x="11738" y="5833"/>
                  </a:lnTo>
                  <a:lnTo>
                    <a:pt x="11665" y="5686"/>
                  </a:lnTo>
                  <a:lnTo>
                    <a:pt x="11628" y="5649"/>
                  </a:lnTo>
                  <a:lnTo>
                    <a:pt x="11592" y="5686"/>
                  </a:lnTo>
                  <a:lnTo>
                    <a:pt x="11555" y="5833"/>
                  </a:lnTo>
                  <a:lnTo>
                    <a:pt x="11518" y="5906"/>
                  </a:lnTo>
                  <a:lnTo>
                    <a:pt x="11518" y="5979"/>
                  </a:lnTo>
                  <a:lnTo>
                    <a:pt x="11555" y="6053"/>
                  </a:lnTo>
                  <a:lnTo>
                    <a:pt x="11628" y="6126"/>
                  </a:lnTo>
                  <a:lnTo>
                    <a:pt x="11775" y="6236"/>
                  </a:lnTo>
                  <a:lnTo>
                    <a:pt x="11995" y="6346"/>
                  </a:lnTo>
                  <a:lnTo>
                    <a:pt x="12289" y="6456"/>
                  </a:lnTo>
                  <a:lnTo>
                    <a:pt x="12252" y="6676"/>
                  </a:lnTo>
                  <a:lnTo>
                    <a:pt x="12289" y="6897"/>
                  </a:lnTo>
                  <a:lnTo>
                    <a:pt x="11555" y="6897"/>
                  </a:lnTo>
                  <a:lnTo>
                    <a:pt x="11445" y="6933"/>
                  </a:lnTo>
                  <a:lnTo>
                    <a:pt x="11408" y="7007"/>
                  </a:lnTo>
                  <a:lnTo>
                    <a:pt x="11408" y="7153"/>
                  </a:lnTo>
                  <a:lnTo>
                    <a:pt x="11408" y="7337"/>
                  </a:lnTo>
                  <a:lnTo>
                    <a:pt x="11482" y="7483"/>
                  </a:lnTo>
                  <a:lnTo>
                    <a:pt x="11555" y="7593"/>
                  </a:lnTo>
                  <a:lnTo>
                    <a:pt x="11592" y="7630"/>
                  </a:lnTo>
                  <a:lnTo>
                    <a:pt x="11922" y="7960"/>
                  </a:lnTo>
                  <a:lnTo>
                    <a:pt x="12142" y="8107"/>
                  </a:lnTo>
                  <a:lnTo>
                    <a:pt x="12252" y="8180"/>
                  </a:lnTo>
                  <a:lnTo>
                    <a:pt x="12362" y="8217"/>
                  </a:lnTo>
                  <a:lnTo>
                    <a:pt x="12472" y="8217"/>
                  </a:lnTo>
                  <a:lnTo>
                    <a:pt x="12362" y="8547"/>
                  </a:lnTo>
                  <a:lnTo>
                    <a:pt x="12252" y="8804"/>
                  </a:lnTo>
                  <a:lnTo>
                    <a:pt x="12215" y="8841"/>
                  </a:lnTo>
                  <a:lnTo>
                    <a:pt x="12179" y="8877"/>
                  </a:lnTo>
                  <a:lnTo>
                    <a:pt x="11812" y="8731"/>
                  </a:lnTo>
                  <a:lnTo>
                    <a:pt x="11555" y="8584"/>
                  </a:lnTo>
                  <a:lnTo>
                    <a:pt x="11335" y="8364"/>
                  </a:lnTo>
                  <a:lnTo>
                    <a:pt x="11225" y="8364"/>
                  </a:lnTo>
                  <a:lnTo>
                    <a:pt x="11188" y="8437"/>
                  </a:lnTo>
                  <a:lnTo>
                    <a:pt x="11188" y="8511"/>
                  </a:lnTo>
                  <a:lnTo>
                    <a:pt x="11335" y="8731"/>
                  </a:lnTo>
                  <a:lnTo>
                    <a:pt x="11555" y="8951"/>
                  </a:lnTo>
                  <a:lnTo>
                    <a:pt x="11812" y="9134"/>
                  </a:lnTo>
                  <a:lnTo>
                    <a:pt x="12069" y="9244"/>
                  </a:lnTo>
                  <a:lnTo>
                    <a:pt x="11848" y="9648"/>
                  </a:lnTo>
                  <a:lnTo>
                    <a:pt x="11738" y="9648"/>
                  </a:lnTo>
                  <a:lnTo>
                    <a:pt x="11665" y="9721"/>
                  </a:lnTo>
                  <a:lnTo>
                    <a:pt x="11262" y="9428"/>
                  </a:lnTo>
                  <a:lnTo>
                    <a:pt x="10895" y="9134"/>
                  </a:lnTo>
                  <a:lnTo>
                    <a:pt x="10858" y="9097"/>
                  </a:lnTo>
                  <a:lnTo>
                    <a:pt x="10821" y="9134"/>
                  </a:lnTo>
                  <a:lnTo>
                    <a:pt x="10601" y="9391"/>
                  </a:lnTo>
                  <a:lnTo>
                    <a:pt x="10381" y="9648"/>
                  </a:lnTo>
                  <a:lnTo>
                    <a:pt x="10308" y="9648"/>
                  </a:lnTo>
                  <a:lnTo>
                    <a:pt x="10234" y="9684"/>
                  </a:lnTo>
                  <a:lnTo>
                    <a:pt x="10198" y="9758"/>
                  </a:lnTo>
                  <a:lnTo>
                    <a:pt x="10234" y="9831"/>
                  </a:lnTo>
                  <a:lnTo>
                    <a:pt x="10748" y="10308"/>
                  </a:lnTo>
                  <a:lnTo>
                    <a:pt x="11188" y="10821"/>
                  </a:lnTo>
                  <a:lnTo>
                    <a:pt x="10968" y="11262"/>
                  </a:lnTo>
                  <a:lnTo>
                    <a:pt x="10785" y="11152"/>
                  </a:lnTo>
                  <a:lnTo>
                    <a:pt x="10601" y="11078"/>
                  </a:lnTo>
                  <a:lnTo>
                    <a:pt x="10381" y="11042"/>
                  </a:lnTo>
                  <a:lnTo>
                    <a:pt x="10308" y="11005"/>
                  </a:lnTo>
                  <a:lnTo>
                    <a:pt x="10198" y="10968"/>
                  </a:lnTo>
                  <a:lnTo>
                    <a:pt x="10161" y="10931"/>
                  </a:lnTo>
                  <a:lnTo>
                    <a:pt x="10088" y="10931"/>
                  </a:lnTo>
                  <a:lnTo>
                    <a:pt x="9978" y="10968"/>
                  </a:lnTo>
                  <a:lnTo>
                    <a:pt x="9941" y="11078"/>
                  </a:lnTo>
                  <a:lnTo>
                    <a:pt x="9941" y="11152"/>
                  </a:lnTo>
                  <a:lnTo>
                    <a:pt x="9978" y="11188"/>
                  </a:lnTo>
                  <a:lnTo>
                    <a:pt x="10124" y="11335"/>
                  </a:lnTo>
                  <a:lnTo>
                    <a:pt x="10308" y="11445"/>
                  </a:lnTo>
                  <a:lnTo>
                    <a:pt x="10565" y="11555"/>
                  </a:lnTo>
                  <a:lnTo>
                    <a:pt x="10675" y="11592"/>
                  </a:lnTo>
                  <a:lnTo>
                    <a:pt x="10785" y="11592"/>
                  </a:lnTo>
                  <a:lnTo>
                    <a:pt x="10748" y="11775"/>
                  </a:lnTo>
                  <a:lnTo>
                    <a:pt x="10711" y="11959"/>
                  </a:lnTo>
                  <a:lnTo>
                    <a:pt x="10675" y="12179"/>
                  </a:lnTo>
                  <a:lnTo>
                    <a:pt x="10711" y="12362"/>
                  </a:lnTo>
                  <a:lnTo>
                    <a:pt x="10785" y="12582"/>
                  </a:lnTo>
                  <a:lnTo>
                    <a:pt x="10638" y="12692"/>
                  </a:lnTo>
                  <a:lnTo>
                    <a:pt x="10455" y="12876"/>
                  </a:lnTo>
                  <a:lnTo>
                    <a:pt x="10381" y="12949"/>
                  </a:lnTo>
                  <a:lnTo>
                    <a:pt x="10308" y="12949"/>
                  </a:lnTo>
                  <a:lnTo>
                    <a:pt x="10271" y="12986"/>
                  </a:lnTo>
                  <a:lnTo>
                    <a:pt x="10234" y="13059"/>
                  </a:lnTo>
                  <a:lnTo>
                    <a:pt x="10234" y="13169"/>
                  </a:lnTo>
                  <a:lnTo>
                    <a:pt x="10271" y="13206"/>
                  </a:lnTo>
                  <a:lnTo>
                    <a:pt x="10308" y="13242"/>
                  </a:lnTo>
                  <a:lnTo>
                    <a:pt x="10455" y="13242"/>
                  </a:lnTo>
                  <a:lnTo>
                    <a:pt x="10565" y="13206"/>
                  </a:lnTo>
                  <a:lnTo>
                    <a:pt x="10748" y="13059"/>
                  </a:lnTo>
                  <a:lnTo>
                    <a:pt x="11005" y="12912"/>
                  </a:lnTo>
                  <a:lnTo>
                    <a:pt x="11408" y="13352"/>
                  </a:lnTo>
                  <a:lnTo>
                    <a:pt x="11482" y="13426"/>
                  </a:lnTo>
                  <a:lnTo>
                    <a:pt x="11335" y="13609"/>
                  </a:lnTo>
                  <a:lnTo>
                    <a:pt x="11262" y="13829"/>
                  </a:lnTo>
                  <a:lnTo>
                    <a:pt x="11188" y="13829"/>
                  </a:lnTo>
                  <a:lnTo>
                    <a:pt x="11115" y="13866"/>
                  </a:lnTo>
                  <a:lnTo>
                    <a:pt x="11005" y="13939"/>
                  </a:lnTo>
                  <a:lnTo>
                    <a:pt x="10968" y="14013"/>
                  </a:lnTo>
                  <a:lnTo>
                    <a:pt x="11005" y="14123"/>
                  </a:lnTo>
                  <a:lnTo>
                    <a:pt x="11041" y="14233"/>
                  </a:lnTo>
                  <a:lnTo>
                    <a:pt x="11151" y="14306"/>
                  </a:lnTo>
                  <a:lnTo>
                    <a:pt x="11262" y="14343"/>
                  </a:lnTo>
                  <a:lnTo>
                    <a:pt x="11372" y="14343"/>
                  </a:lnTo>
                  <a:lnTo>
                    <a:pt x="11482" y="14270"/>
                  </a:lnTo>
                  <a:lnTo>
                    <a:pt x="11555" y="14196"/>
                  </a:lnTo>
                  <a:lnTo>
                    <a:pt x="11628" y="14086"/>
                  </a:lnTo>
                  <a:lnTo>
                    <a:pt x="11665" y="13976"/>
                  </a:lnTo>
                  <a:lnTo>
                    <a:pt x="11665" y="13866"/>
                  </a:lnTo>
                  <a:lnTo>
                    <a:pt x="11738" y="13719"/>
                  </a:lnTo>
                  <a:lnTo>
                    <a:pt x="11848" y="13829"/>
                  </a:lnTo>
                  <a:lnTo>
                    <a:pt x="11995" y="13903"/>
                  </a:lnTo>
                  <a:lnTo>
                    <a:pt x="12142" y="13976"/>
                  </a:lnTo>
                  <a:lnTo>
                    <a:pt x="12325" y="14013"/>
                  </a:lnTo>
                  <a:lnTo>
                    <a:pt x="12362" y="14049"/>
                  </a:lnTo>
                  <a:lnTo>
                    <a:pt x="12252" y="14270"/>
                  </a:lnTo>
                  <a:lnTo>
                    <a:pt x="12179" y="14453"/>
                  </a:lnTo>
                  <a:lnTo>
                    <a:pt x="12105" y="14563"/>
                  </a:lnTo>
                  <a:lnTo>
                    <a:pt x="11995" y="14600"/>
                  </a:lnTo>
                  <a:lnTo>
                    <a:pt x="11958" y="14600"/>
                  </a:lnTo>
                  <a:lnTo>
                    <a:pt x="11885" y="14636"/>
                  </a:lnTo>
                  <a:lnTo>
                    <a:pt x="11848" y="14746"/>
                  </a:lnTo>
                  <a:lnTo>
                    <a:pt x="11848" y="14856"/>
                  </a:lnTo>
                  <a:lnTo>
                    <a:pt x="11922" y="14930"/>
                  </a:lnTo>
                  <a:lnTo>
                    <a:pt x="11995" y="15003"/>
                  </a:lnTo>
                  <a:lnTo>
                    <a:pt x="12069" y="15003"/>
                  </a:lnTo>
                  <a:lnTo>
                    <a:pt x="12215" y="14966"/>
                  </a:lnTo>
                  <a:lnTo>
                    <a:pt x="12362" y="14856"/>
                  </a:lnTo>
                  <a:lnTo>
                    <a:pt x="12472" y="14746"/>
                  </a:lnTo>
                  <a:lnTo>
                    <a:pt x="12545" y="14563"/>
                  </a:lnTo>
                  <a:lnTo>
                    <a:pt x="12619" y="14416"/>
                  </a:lnTo>
                  <a:lnTo>
                    <a:pt x="12692" y="14049"/>
                  </a:lnTo>
                  <a:lnTo>
                    <a:pt x="13132" y="13976"/>
                  </a:lnTo>
                  <a:lnTo>
                    <a:pt x="13536" y="13829"/>
                  </a:lnTo>
                  <a:lnTo>
                    <a:pt x="13279" y="14526"/>
                  </a:lnTo>
                  <a:lnTo>
                    <a:pt x="13206" y="14710"/>
                  </a:lnTo>
                  <a:lnTo>
                    <a:pt x="13206" y="14820"/>
                  </a:lnTo>
                  <a:lnTo>
                    <a:pt x="13242" y="14856"/>
                  </a:lnTo>
                  <a:lnTo>
                    <a:pt x="13279" y="14930"/>
                  </a:lnTo>
                  <a:lnTo>
                    <a:pt x="13352" y="14966"/>
                  </a:lnTo>
                  <a:lnTo>
                    <a:pt x="13426" y="14966"/>
                  </a:lnTo>
                  <a:lnTo>
                    <a:pt x="13499" y="14930"/>
                  </a:lnTo>
                  <a:lnTo>
                    <a:pt x="13572" y="14893"/>
                  </a:lnTo>
                  <a:lnTo>
                    <a:pt x="13609" y="14820"/>
                  </a:lnTo>
                  <a:lnTo>
                    <a:pt x="13719" y="14563"/>
                  </a:lnTo>
                  <a:lnTo>
                    <a:pt x="13793" y="14270"/>
                  </a:lnTo>
                  <a:lnTo>
                    <a:pt x="13829" y="13976"/>
                  </a:lnTo>
                  <a:lnTo>
                    <a:pt x="13829" y="13719"/>
                  </a:lnTo>
                  <a:lnTo>
                    <a:pt x="14269" y="13463"/>
                  </a:lnTo>
                  <a:lnTo>
                    <a:pt x="14306" y="13939"/>
                  </a:lnTo>
                  <a:lnTo>
                    <a:pt x="14343" y="14049"/>
                  </a:lnTo>
                  <a:lnTo>
                    <a:pt x="14379" y="14123"/>
                  </a:lnTo>
                  <a:lnTo>
                    <a:pt x="14379" y="14159"/>
                  </a:lnTo>
                  <a:lnTo>
                    <a:pt x="14416" y="14270"/>
                  </a:lnTo>
                  <a:lnTo>
                    <a:pt x="14490" y="14343"/>
                  </a:lnTo>
                  <a:lnTo>
                    <a:pt x="14673" y="14343"/>
                  </a:lnTo>
                  <a:lnTo>
                    <a:pt x="14673" y="14306"/>
                  </a:lnTo>
                  <a:lnTo>
                    <a:pt x="14746" y="14233"/>
                  </a:lnTo>
                  <a:lnTo>
                    <a:pt x="14783" y="14159"/>
                  </a:lnTo>
                  <a:lnTo>
                    <a:pt x="14710" y="13903"/>
                  </a:lnTo>
                  <a:lnTo>
                    <a:pt x="14673" y="13646"/>
                  </a:lnTo>
                  <a:lnTo>
                    <a:pt x="14563" y="13279"/>
                  </a:lnTo>
                  <a:lnTo>
                    <a:pt x="15003" y="12876"/>
                  </a:lnTo>
                  <a:lnTo>
                    <a:pt x="15113" y="13022"/>
                  </a:lnTo>
                  <a:lnTo>
                    <a:pt x="15223" y="13132"/>
                  </a:lnTo>
                  <a:lnTo>
                    <a:pt x="15370" y="13352"/>
                  </a:lnTo>
                  <a:lnTo>
                    <a:pt x="15480" y="13463"/>
                  </a:lnTo>
                  <a:lnTo>
                    <a:pt x="15590" y="13536"/>
                  </a:lnTo>
                  <a:lnTo>
                    <a:pt x="15663" y="13536"/>
                  </a:lnTo>
                  <a:lnTo>
                    <a:pt x="15737" y="13463"/>
                  </a:lnTo>
                  <a:lnTo>
                    <a:pt x="15773" y="13389"/>
                  </a:lnTo>
                  <a:lnTo>
                    <a:pt x="15773" y="13316"/>
                  </a:lnTo>
                  <a:lnTo>
                    <a:pt x="15737" y="13132"/>
                  </a:lnTo>
                  <a:lnTo>
                    <a:pt x="15627" y="12986"/>
                  </a:lnTo>
                  <a:lnTo>
                    <a:pt x="15480" y="12876"/>
                  </a:lnTo>
                  <a:lnTo>
                    <a:pt x="15370" y="12729"/>
                  </a:lnTo>
                  <a:lnTo>
                    <a:pt x="15260" y="12582"/>
                  </a:lnTo>
                  <a:lnTo>
                    <a:pt x="15480" y="12289"/>
                  </a:lnTo>
                  <a:lnTo>
                    <a:pt x="15700" y="11995"/>
                  </a:lnTo>
                  <a:lnTo>
                    <a:pt x="15773" y="12069"/>
                  </a:lnTo>
                  <a:lnTo>
                    <a:pt x="15993" y="12215"/>
                  </a:lnTo>
                  <a:lnTo>
                    <a:pt x="16177" y="12399"/>
                  </a:lnTo>
                  <a:lnTo>
                    <a:pt x="16250" y="12435"/>
                  </a:lnTo>
                  <a:lnTo>
                    <a:pt x="16397" y="12435"/>
                  </a:lnTo>
                  <a:lnTo>
                    <a:pt x="16434" y="12399"/>
                  </a:lnTo>
                  <a:lnTo>
                    <a:pt x="16470" y="12325"/>
                  </a:lnTo>
                  <a:lnTo>
                    <a:pt x="16507" y="12252"/>
                  </a:lnTo>
                  <a:lnTo>
                    <a:pt x="16507" y="12179"/>
                  </a:lnTo>
                  <a:lnTo>
                    <a:pt x="16434" y="12105"/>
                  </a:lnTo>
                  <a:lnTo>
                    <a:pt x="16250" y="11922"/>
                  </a:lnTo>
                  <a:lnTo>
                    <a:pt x="16030" y="11775"/>
                  </a:lnTo>
                  <a:lnTo>
                    <a:pt x="15883" y="11702"/>
                  </a:lnTo>
                  <a:lnTo>
                    <a:pt x="16140" y="11115"/>
                  </a:lnTo>
                  <a:lnTo>
                    <a:pt x="16324" y="11225"/>
                  </a:lnTo>
                  <a:lnTo>
                    <a:pt x="16617" y="11335"/>
                  </a:lnTo>
                  <a:lnTo>
                    <a:pt x="16984" y="11408"/>
                  </a:lnTo>
                  <a:lnTo>
                    <a:pt x="17057" y="11408"/>
                  </a:lnTo>
                  <a:lnTo>
                    <a:pt x="17094" y="11372"/>
                  </a:lnTo>
                  <a:lnTo>
                    <a:pt x="17131" y="11298"/>
                  </a:lnTo>
                  <a:lnTo>
                    <a:pt x="17167" y="11225"/>
                  </a:lnTo>
                  <a:lnTo>
                    <a:pt x="17167" y="11152"/>
                  </a:lnTo>
                  <a:lnTo>
                    <a:pt x="17131" y="11078"/>
                  </a:lnTo>
                  <a:lnTo>
                    <a:pt x="17094" y="11042"/>
                  </a:lnTo>
                  <a:lnTo>
                    <a:pt x="17021" y="11005"/>
                  </a:lnTo>
                  <a:lnTo>
                    <a:pt x="16764" y="10968"/>
                  </a:lnTo>
                  <a:lnTo>
                    <a:pt x="16544" y="10895"/>
                  </a:lnTo>
                  <a:lnTo>
                    <a:pt x="16250" y="10821"/>
                  </a:lnTo>
                  <a:lnTo>
                    <a:pt x="16397" y="10345"/>
                  </a:lnTo>
                  <a:lnTo>
                    <a:pt x="16507" y="9831"/>
                  </a:lnTo>
                  <a:lnTo>
                    <a:pt x="16727" y="9941"/>
                  </a:lnTo>
                  <a:lnTo>
                    <a:pt x="16984" y="9978"/>
                  </a:lnTo>
                  <a:lnTo>
                    <a:pt x="17131" y="10014"/>
                  </a:lnTo>
                  <a:lnTo>
                    <a:pt x="17277" y="10014"/>
                  </a:lnTo>
                  <a:lnTo>
                    <a:pt x="17424" y="9978"/>
                  </a:lnTo>
                  <a:lnTo>
                    <a:pt x="17461" y="9904"/>
                  </a:lnTo>
                  <a:lnTo>
                    <a:pt x="17497" y="9831"/>
                  </a:lnTo>
                  <a:lnTo>
                    <a:pt x="17497" y="9794"/>
                  </a:lnTo>
                  <a:lnTo>
                    <a:pt x="17497" y="9721"/>
                  </a:lnTo>
                  <a:lnTo>
                    <a:pt x="17387" y="9648"/>
                  </a:lnTo>
                  <a:lnTo>
                    <a:pt x="17277" y="9611"/>
                  </a:lnTo>
                  <a:lnTo>
                    <a:pt x="17167" y="9574"/>
                  </a:lnTo>
                  <a:lnTo>
                    <a:pt x="16544" y="9501"/>
                  </a:lnTo>
                  <a:lnTo>
                    <a:pt x="16544" y="9464"/>
                  </a:lnTo>
                  <a:lnTo>
                    <a:pt x="16580" y="8987"/>
                  </a:lnTo>
                  <a:lnTo>
                    <a:pt x="16617" y="8511"/>
                  </a:lnTo>
                  <a:lnTo>
                    <a:pt x="16800" y="8584"/>
                  </a:lnTo>
                  <a:lnTo>
                    <a:pt x="17021" y="8621"/>
                  </a:lnTo>
                  <a:lnTo>
                    <a:pt x="17204" y="8657"/>
                  </a:lnTo>
                  <a:lnTo>
                    <a:pt x="17424" y="8621"/>
                  </a:lnTo>
                  <a:lnTo>
                    <a:pt x="17571" y="8584"/>
                  </a:lnTo>
                  <a:lnTo>
                    <a:pt x="17644" y="8511"/>
                  </a:lnTo>
                  <a:lnTo>
                    <a:pt x="17681" y="8437"/>
                  </a:lnTo>
                  <a:lnTo>
                    <a:pt x="17681" y="8364"/>
                  </a:lnTo>
                  <a:lnTo>
                    <a:pt x="17644" y="8290"/>
                  </a:lnTo>
                  <a:lnTo>
                    <a:pt x="17534" y="8217"/>
                  </a:lnTo>
                  <a:lnTo>
                    <a:pt x="17387" y="8217"/>
                  </a:lnTo>
                  <a:lnTo>
                    <a:pt x="17094" y="8254"/>
                  </a:lnTo>
                  <a:lnTo>
                    <a:pt x="16617" y="8217"/>
                  </a:lnTo>
                  <a:lnTo>
                    <a:pt x="16580" y="7814"/>
                  </a:lnTo>
                  <a:lnTo>
                    <a:pt x="16507" y="7410"/>
                  </a:lnTo>
                  <a:lnTo>
                    <a:pt x="16507" y="7410"/>
                  </a:lnTo>
                  <a:lnTo>
                    <a:pt x="16690" y="7447"/>
                  </a:lnTo>
                  <a:lnTo>
                    <a:pt x="16874" y="7447"/>
                  </a:lnTo>
                  <a:lnTo>
                    <a:pt x="17021" y="7410"/>
                  </a:lnTo>
                  <a:lnTo>
                    <a:pt x="17204" y="7337"/>
                  </a:lnTo>
                  <a:lnTo>
                    <a:pt x="17351" y="7263"/>
                  </a:lnTo>
                  <a:lnTo>
                    <a:pt x="17387" y="7190"/>
                  </a:lnTo>
                  <a:lnTo>
                    <a:pt x="17424" y="7117"/>
                  </a:lnTo>
                  <a:lnTo>
                    <a:pt x="17424" y="7043"/>
                  </a:lnTo>
                  <a:lnTo>
                    <a:pt x="17424" y="7007"/>
                  </a:lnTo>
                  <a:lnTo>
                    <a:pt x="17351" y="6933"/>
                  </a:lnTo>
                  <a:lnTo>
                    <a:pt x="17314" y="6897"/>
                  </a:lnTo>
                  <a:lnTo>
                    <a:pt x="17131" y="6897"/>
                  </a:lnTo>
                  <a:lnTo>
                    <a:pt x="16947" y="6970"/>
                  </a:lnTo>
                  <a:lnTo>
                    <a:pt x="16764" y="7007"/>
                  </a:lnTo>
                  <a:lnTo>
                    <a:pt x="16397" y="7080"/>
                  </a:lnTo>
                  <a:lnTo>
                    <a:pt x="16324" y="6897"/>
                  </a:lnTo>
                  <a:lnTo>
                    <a:pt x="16140" y="6493"/>
                  </a:lnTo>
                  <a:lnTo>
                    <a:pt x="16397" y="6420"/>
                  </a:lnTo>
                  <a:lnTo>
                    <a:pt x="16764" y="6273"/>
                  </a:lnTo>
                  <a:lnTo>
                    <a:pt x="16947" y="6200"/>
                  </a:lnTo>
                  <a:lnTo>
                    <a:pt x="17094" y="6090"/>
                  </a:lnTo>
                  <a:lnTo>
                    <a:pt x="17131" y="6053"/>
                  </a:lnTo>
                  <a:lnTo>
                    <a:pt x="17131" y="5979"/>
                  </a:lnTo>
                  <a:lnTo>
                    <a:pt x="17131" y="5906"/>
                  </a:lnTo>
                  <a:lnTo>
                    <a:pt x="17021" y="5833"/>
                  </a:lnTo>
                  <a:lnTo>
                    <a:pt x="16910" y="5796"/>
                  </a:lnTo>
                  <a:lnTo>
                    <a:pt x="16764" y="5833"/>
                  </a:lnTo>
                  <a:lnTo>
                    <a:pt x="16580" y="5906"/>
                  </a:lnTo>
                  <a:lnTo>
                    <a:pt x="16250" y="6090"/>
                  </a:lnTo>
                  <a:lnTo>
                    <a:pt x="16104" y="6163"/>
                  </a:lnTo>
                  <a:lnTo>
                    <a:pt x="15957" y="6236"/>
                  </a:lnTo>
                  <a:lnTo>
                    <a:pt x="15957" y="6200"/>
                  </a:lnTo>
                  <a:lnTo>
                    <a:pt x="15957" y="6163"/>
                  </a:lnTo>
                  <a:lnTo>
                    <a:pt x="15920" y="6163"/>
                  </a:lnTo>
                  <a:lnTo>
                    <a:pt x="15590" y="5796"/>
                  </a:lnTo>
                  <a:lnTo>
                    <a:pt x="15920" y="5503"/>
                  </a:lnTo>
                  <a:lnTo>
                    <a:pt x="16250" y="5173"/>
                  </a:lnTo>
                  <a:lnTo>
                    <a:pt x="16287" y="5099"/>
                  </a:lnTo>
                  <a:lnTo>
                    <a:pt x="16324" y="4989"/>
                  </a:lnTo>
                  <a:lnTo>
                    <a:pt x="16287" y="4916"/>
                  </a:lnTo>
                  <a:lnTo>
                    <a:pt x="16250" y="4879"/>
                  </a:lnTo>
                  <a:lnTo>
                    <a:pt x="16177" y="4806"/>
                  </a:lnTo>
                  <a:lnTo>
                    <a:pt x="16030" y="4806"/>
                  </a:lnTo>
                  <a:lnTo>
                    <a:pt x="15957" y="4842"/>
                  </a:lnTo>
                  <a:lnTo>
                    <a:pt x="15627" y="5209"/>
                  </a:lnTo>
                  <a:lnTo>
                    <a:pt x="15333" y="5576"/>
                  </a:lnTo>
                  <a:lnTo>
                    <a:pt x="15076" y="5393"/>
                  </a:lnTo>
                  <a:lnTo>
                    <a:pt x="14820" y="5246"/>
                  </a:lnTo>
                  <a:lnTo>
                    <a:pt x="14673" y="5173"/>
                  </a:lnTo>
                  <a:lnTo>
                    <a:pt x="14746" y="5026"/>
                  </a:lnTo>
                  <a:lnTo>
                    <a:pt x="14966" y="4659"/>
                  </a:lnTo>
                  <a:lnTo>
                    <a:pt x="15003" y="4586"/>
                  </a:lnTo>
                  <a:lnTo>
                    <a:pt x="15003" y="4512"/>
                  </a:lnTo>
                  <a:lnTo>
                    <a:pt x="14930" y="4402"/>
                  </a:lnTo>
                  <a:lnTo>
                    <a:pt x="14856" y="4366"/>
                  </a:lnTo>
                  <a:lnTo>
                    <a:pt x="14746" y="4366"/>
                  </a:lnTo>
                  <a:lnTo>
                    <a:pt x="14673" y="4439"/>
                  </a:lnTo>
                  <a:lnTo>
                    <a:pt x="14526" y="4622"/>
                  </a:lnTo>
                  <a:lnTo>
                    <a:pt x="14416" y="4842"/>
                  </a:lnTo>
                  <a:lnTo>
                    <a:pt x="14343" y="5026"/>
                  </a:lnTo>
                  <a:lnTo>
                    <a:pt x="14159" y="4989"/>
                  </a:lnTo>
                  <a:lnTo>
                    <a:pt x="13939" y="4989"/>
                  </a:lnTo>
                  <a:lnTo>
                    <a:pt x="13903" y="4732"/>
                  </a:lnTo>
                  <a:lnTo>
                    <a:pt x="13866" y="4476"/>
                  </a:lnTo>
                  <a:lnTo>
                    <a:pt x="13829" y="3962"/>
                  </a:lnTo>
                  <a:lnTo>
                    <a:pt x="13829" y="3889"/>
                  </a:lnTo>
                  <a:lnTo>
                    <a:pt x="13756" y="3852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9" name="Google Shape;317;p5">
              <a:extLst>
                <a:ext uri="{FF2B5EF4-FFF2-40B4-BE49-F238E27FC236}">
                  <a16:creationId xmlns:a16="http://schemas.microsoft.com/office/drawing/2014/main" id="{DB901F37-BC94-4775-82C8-C40A1B6E60D0}"/>
                </a:ext>
              </a:extLst>
            </p:cNvPr>
            <p:cNvSpPr/>
            <p:nvPr/>
          </p:nvSpPr>
          <p:spPr>
            <a:xfrm>
              <a:off x="6059500" y="3516375"/>
              <a:ext cx="268700" cy="232025"/>
            </a:xfrm>
            <a:custGeom>
              <a:avLst/>
              <a:gdLst/>
              <a:ahLst/>
              <a:cxnLst/>
              <a:rect l="l" t="t" r="r" b="b"/>
              <a:pathLst>
                <a:path w="10748" h="9281" extrusionOk="0">
                  <a:moveTo>
                    <a:pt x="4072" y="550"/>
                  </a:moveTo>
                  <a:lnTo>
                    <a:pt x="4329" y="587"/>
                  </a:lnTo>
                  <a:lnTo>
                    <a:pt x="4585" y="697"/>
                  </a:lnTo>
                  <a:lnTo>
                    <a:pt x="4842" y="844"/>
                  </a:lnTo>
                  <a:lnTo>
                    <a:pt x="5025" y="1064"/>
                  </a:lnTo>
                  <a:lnTo>
                    <a:pt x="5136" y="1211"/>
                  </a:lnTo>
                  <a:lnTo>
                    <a:pt x="5209" y="1394"/>
                  </a:lnTo>
                  <a:lnTo>
                    <a:pt x="5246" y="1541"/>
                  </a:lnTo>
                  <a:lnTo>
                    <a:pt x="5282" y="1724"/>
                  </a:lnTo>
                  <a:lnTo>
                    <a:pt x="5282" y="2091"/>
                  </a:lnTo>
                  <a:lnTo>
                    <a:pt x="5246" y="2458"/>
                  </a:lnTo>
                  <a:lnTo>
                    <a:pt x="5209" y="2641"/>
                  </a:lnTo>
                  <a:lnTo>
                    <a:pt x="4695" y="1761"/>
                  </a:lnTo>
                  <a:lnTo>
                    <a:pt x="4072" y="550"/>
                  </a:lnTo>
                  <a:close/>
                  <a:moveTo>
                    <a:pt x="1357" y="3008"/>
                  </a:moveTo>
                  <a:lnTo>
                    <a:pt x="1504" y="3265"/>
                  </a:lnTo>
                  <a:lnTo>
                    <a:pt x="1614" y="3558"/>
                  </a:lnTo>
                  <a:lnTo>
                    <a:pt x="1797" y="3852"/>
                  </a:lnTo>
                  <a:lnTo>
                    <a:pt x="1467" y="3778"/>
                  </a:lnTo>
                  <a:lnTo>
                    <a:pt x="1137" y="3742"/>
                  </a:lnTo>
                  <a:lnTo>
                    <a:pt x="1321" y="3118"/>
                  </a:lnTo>
                  <a:lnTo>
                    <a:pt x="1357" y="3008"/>
                  </a:lnTo>
                  <a:close/>
                  <a:moveTo>
                    <a:pt x="3815" y="550"/>
                  </a:moveTo>
                  <a:lnTo>
                    <a:pt x="4072" y="1174"/>
                  </a:lnTo>
                  <a:lnTo>
                    <a:pt x="4329" y="1798"/>
                  </a:lnTo>
                  <a:lnTo>
                    <a:pt x="4695" y="2531"/>
                  </a:lnTo>
                  <a:lnTo>
                    <a:pt x="5099" y="3265"/>
                  </a:lnTo>
                  <a:lnTo>
                    <a:pt x="4989" y="3852"/>
                  </a:lnTo>
                  <a:lnTo>
                    <a:pt x="4732" y="3191"/>
                  </a:lnTo>
                  <a:lnTo>
                    <a:pt x="4475" y="2531"/>
                  </a:lnTo>
                  <a:lnTo>
                    <a:pt x="4255" y="1981"/>
                  </a:lnTo>
                  <a:lnTo>
                    <a:pt x="4035" y="1467"/>
                  </a:lnTo>
                  <a:lnTo>
                    <a:pt x="3742" y="880"/>
                  </a:lnTo>
                  <a:lnTo>
                    <a:pt x="3558" y="587"/>
                  </a:lnTo>
                  <a:lnTo>
                    <a:pt x="3815" y="550"/>
                  </a:lnTo>
                  <a:close/>
                  <a:moveTo>
                    <a:pt x="1761" y="1724"/>
                  </a:moveTo>
                  <a:lnTo>
                    <a:pt x="1724" y="1798"/>
                  </a:lnTo>
                  <a:lnTo>
                    <a:pt x="1761" y="1944"/>
                  </a:lnTo>
                  <a:lnTo>
                    <a:pt x="1834" y="2018"/>
                  </a:lnTo>
                  <a:lnTo>
                    <a:pt x="1944" y="2054"/>
                  </a:lnTo>
                  <a:lnTo>
                    <a:pt x="2054" y="2054"/>
                  </a:lnTo>
                  <a:lnTo>
                    <a:pt x="2274" y="2531"/>
                  </a:lnTo>
                  <a:lnTo>
                    <a:pt x="2458" y="2971"/>
                  </a:lnTo>
                  <a:lnTo>
                    <a:pt x="3008" y="4182"/>
                  </a:lnTo>
                  <a:lnTo>
                    <a:pt x="3081" y="4329"/>
                  </a:lnTo>
                  <a:lnTo>
                    <a:pt x="2825" y="4255"/>
                  </a:lnTo>
                  <a:lnTo>
                    <a:pt x="2458" y="4072"/>
                  </a:lnTo>
                  <a:lnTo>
                    <a:pt x="2164" y="3742"/>
                  </a:lnTo>
                  <a:lnTo>
                    <a:pt x="1944" y="3375"/>
                  </a:lnTo>
                  <a:lnTo>
                    <a:pt x="1724" y="2935"/>
                  </a:lnTo>
                  <a:lnTo>
                    <a:pt x="1651" y="2715"/>
                  </a:lnTo>
                  <a:lnTo>
                    <a:pt x="1504" y="2494"/>
                  </a:lnTo>
                  <a:lnTo>
                    <a:pt x="1724" y="1761"/>
                  </a:lnTo>
                  <a:lnTo>
                    <a:pt x="1761" y="1724"/>
                  </a:lnTo>
                  <a:close/>
                  <a:moveTo>
                    <a:pt x="2604" y="1174"/>
                  </a:moveTo>
                  <a:lnTo>
                    <a:pt x="2715" y="1614"/>
                  </a:lnTo>
                  <a:lnTo>
                    <a:pt x="2861" y="2054"/>
                  </a:lnTo>
                  <a:lnTo>
                    <a:pt x="3228" y="2898"/>
                  </a:lnTo>
                  <a:lnTo>
                    <a:pt x="3998" y="4695"/>
                  </a:lnTo>
                  <a:lnTo>
                    <a:pt x="3632" y="4549"/>
                  </a:lnTo>
                  <a:lnTo>
                    <a:pt x="3522" y="4365"/>
                  </a:lnTo>
                  <a:lnTo>
                    <a:pt x="3301" y="3888"/>
                  </a:lnTo>
                  <a:lnTo>
                    <a:pt x="2861" y="2935"/>
                  </a:lnTo>
                  <a:lnTo>
                    <a:pt x="2274" y="1834"/>
                  </a:lnTo>
                  <a:lnTo>
                    <a:pt x="2311" y="1651"/>
                  </a:lnTo>
                  <a:lnTo>
                    <a:pt x="2421" y="1467"/>
                  </a:lnTo>
                  <a:lnTo>
                    <a:pt x="2604" y="1174"/>
                  </a:lnTo>
                  <a:close/>
                  <a:moveTo>
                    <a:pt x="3338" y="660"/>
                  </a:moveTo>
                  <a:lnTo>
                    <a:pt x="3375" y="770"/>
                  </a:lnTo>
                  <a:lnTo>
                    <a:pt x="3668" y="1467"/>
                  </a:lnTo>
                  <a:lnTo>
                    <a:pt x="3962" y="2164"/>
                  </a:lnTo>
                  <a:lnTo>
                    <a:pt x="4182" y="2788"/>
                  </a:lnTo>
                  <a:lnTo>
                    <a:pt x="4402" y="3412"/>
                  </a:lnTo>
                  <a:lnTo>
                    <a:pt x="4769" y="4659"/>
                  </a:lnTo>
                  <a:lnTo>
                    <a:pt x="4732" y="4805"/>
                  </a:lnTo>
                  <a:lnTo>
                    <a:pt x="4659" y="4805"/>
                  </a:lnTo>
                  <a:lnTo>
                    <a:pt x="4549" y="4842"/>
                  </a:lnTo>
                  <a:lnTo>
                    <a:pt x="3668" y="2971"/>
                  </a:lnTo>
                  <a:lnTo>
                    <a:pt x="3191" y="1981"/>
                  </a:lnTo>
                  <a:lnTo>
                    <a:pt x="2971" y="1504"/>
                  </a:lnTo>
                  <a:lnTo>
                    <a:pt x="2788" y="991"/>
                  </a:lnTo>
                  <a:lnTo>
                    <a:pt x="3045" y="807"/>
                  </a:lnTo>
                  <a:lnTo>
                    <a:pt x="3338" y="660"/>
                  </a:lnTo>
                  <a:close/>
                  <a:moveTo>
                    <a:pt x="7703" y="4952"/>
                  </a:moveTo>
                  <a:lnTo>
                    <a:pt x="7960" y="5246"/>
                  </a:lnTo>
                  <a:lnTo>
                    <a:pt x="7960" y="5246"/>
                  </a:lnTo>
                  <a:lnTo>
                    <a:pt x="7887" y="5209"/>
                  </a:lnTo>
                  <a:lnTo>
                    <a:pt x="7593" y="5319"/>
                  </a:lnTo>
                  <a:lnTo>
                    <a:pt x="7300" y="5466"/>
                  </a:lnTo>
                  <a:lnTo>
                    <a:pt x="7190" y="5356"/>
                  </a:lnTo>
                  <a:lnTo>
                    <a:pt x="7080" y="5246"/>
                  </a:lnTo>
                  <a:lnTo>
                    <a:pt x="7373" y="5099"/>
                  </a:lnTo>
                  <a:lnTo>
                    <a:pt x="7703" y="4952"/>
                  </a:lnTo>
                  <a:close/>
                  <a:moveTo>
                    <a:pt x="8070" y="5356"/>
                  </a:moveTo>
                  <a:lnTo>
                    <a:pt x="8180" y="5466"/>
                  </a:lnTo>
                  <a:lnTo>
                    <a:pt x="7923" y="5576"/>
                  </a:lnTo>
                  <a:lnTo>
                    <a:pt x="7923" y="5576"/>
                  </a:lnTo>
                  <a:lnTo>
                    <a:pt x="8033" y="5429"/>
                  </a:lnTo>
                  <a:lnTo>
                    <a:pt x="8070" y="5356"/>
                  </a:lnTo>
                  <a:close/>
                  <a:moveTo>
                    <a:pt x="7556" y="5612"/>
                  </a:moveTo>
                  <a:lnTo>
                    <a:pt x="7483" y="5722"/>
                  </a:lnTo>
                  <a:lnTo>
                    <a:pt x="7483" y="5686"/>
                  </a:lnTo>
                  <a:lnTo>
                    <a:pt x="7556" y="5612"/>
                  </a:lnTo>
                  <a:close/>
                  <a:moveTo>
                    <a:pt x="8327" y="5649"/>
                  </a:moveTo>
                  <a:lnTo>
                    <a:pt x="8327" y="5686"/>
                  </a:lnTo>
                  <a:lnTo>
                    <a:pt x="7850" y="6163"/>
                  </a:lnTo>
                  <a:lnTo>
                    <a:pt x="7740" y="6016"/>
                  </a:lnTo>
                  <a:lnTo>
                    <a:pt x="7997" y="5796"/>
                  </a:lnTo>
                  <a:lnTo>
                    <a:pt x="8327" y="5649"/>
                  </a:lnTo>
                  <a:close/>
                  <a:moveTo>
                    <a:pt x="8437" y="5796"/>
                  </a:moveTo>
                  <a:lnTo>
                    <a:pt x="8584" y="6053"/>
                  </a:lnTo>
                  <a:lnTo>
                    <a:pt x="8143" y="6163"/>
                  </a:lnTo>
                  <a:lnTo>
                    <a:pt x="8437" y="5796"/>
                  </a:lnTo>
                  <a:close/>
                  <a:moveTo>
                    <a:pt x="8437" y="6346"/>
                  </a:moveTo>
                  <a:lnTo>
                    <a:pt x="8180" y="6676"/>
                  </a:lnTo>
                  <a:lnTo>
                    <a:pt x="8107" y="6493"/>
                  </a:lnTo>
                  <a:lnTo>
                    <a:pt x="8437" y="6346"/>
                  </a:lnTo>
                  <a:close/>
                  <a:moveTo>
                    <a:pt x="8767" y="6309"/>
                  </a:moveTo>
                  <a:lnTo>
                    <a:pt x="8840" y="6419"/>
                  </a:lnTo>
                  <a:lnTo>
                    <a:pt x="8547" y="6676"/>
                  </a:lnTo>
                  <a:lnTo>
                    <a:pt x="8767" y="6309"/>
                  </a:lnTo>
                  <a:close/>
                  <a:moveTo>
                    <a:pt x="9024" y="4695"/>
                  </a:moveTo>
                  <a:lnTo>
                    <a:pt x="9244" y="4732"/>
                  </a:lnTo>
                  <a:lnTo>
                    <a:pt x="9464" y="4805"/>
                  </a:lnTo>
                  <a:lnTo>
                    <a:pt x="9647" y="4915"/>
                  </a:lnTo>
                  <a:lnTo>
                    <a:pt x="9831" y="5062"/>
                  </a:lnTo>
                  <a:lnTo>
                    <a:pt x="9904" y="5099"/>
                  </a:lnTo>
                  <a:lnTo>
                    <a:pt x="9941" y="5099"/>
                  </a:lnTo>
                  <a:lnTo>
                    <a:pt x="10051" y="5209"/>
                  </a:lnTo>
                  <a:lnTo>
                    <a:pt x="10161" y="5429"/>
                  </a:lnTo>
                  <a:lnTo>
                    <a:pt x="10198" y="5649"/>
                  </a:lnTo>
                  <a:lnTo>
                    <a:pt x="10234" y="5869"/>
                  </a:lnTo>
                  <a:lnTo>
                    <a:pt x="10198" y="6089"/>
                  </a:lnTo>
                  <a:lnTo>
                    <a:pt x="10161" y="6346"/>
                  </a:lnTo>
                  <a:lnTo>
                    <a:pt x="10088" y="6566"/>
                  </a:lnTo>
                  <a:lnTo>
                    <a:pt x="9941" y="7006"/>
                  </a:lnTo>
                  <a:lnTo>
                    <a:pt x="9904" y="7080"/>
                  </a:lnTo>
                  <a:lnTo>
                    <a:pt x="9647" y="6676"/>
                  </a:lnTo>
                  <a:lnTo>
                    <a:pt x="9024" y="5832"/>
                  </a:lnTo>
                  <a:lnTo>
                    <a:pt x="8620" y="5282"/>
                  </a:lnTo>
                  <a:lnTo>
                    <a:pt x="8400" y="5025"/>
                  </a:lnTo>
                  <a:lnTo>
                    <a:pt x="8143" y="4842"/>
                  </a:lnTo>
                  <a:lnTo>
                    <a:pt x="8584" y="4732"/>
                  </a:lnTo>
                  <a:lnTo>
                    <a:pt x="8804" y="4695"/>
                  </a:lnTo>
                  <a:close/>
                  <a:moveTo>
                    <a:pt x="1064" y="3962"/>
                  </a:moveTo>
                  <a:lnTo>
                    <a:pt x="1357" y="4182"/>
                  </a:lnTo>
                  <a:lnTo>
                    <a:pt x="1651" y="4329"/>
                  </a:lnTo>
                  <a:lnTo>
                    <a:pt x="2348" y="4585"/>
                  </a:lnTo>
                  <a:lnTo>
                    <a:pt x="2458" y="4659"/>
                  </a:lnTo>
                  <a:lnTo>
                    <a:pt x="2494" y="4695"/>
                  </a:lnTo>
                  <a:lnTo>
                    <a:pt x="2568" y="4732"/>
                  </a:lnTo>
                  <a:lnTo>
                    <a:pt x="2641" y="4695"/>
                  </a:lnTo>
                  <a:lnTo>
                    <a:pt x="4329" y="5319"/>
                  </a:lnTo>
                  <a:lnTo>
                    <a:pt x="4329" y="5356"/>
                  </a:lnTo>
                  <a:lnTo>
                    <a:pt x="4292" y="5319"/>
                  </a:lnTo>
                  <a:lnTo>
                    <a:pt x="3888" y="5172"/>
                  </a:lnTo>
                  <a:lnTo>
                    <a:pt x="3705" y="5136"/>
                  </a:lnTo>
                  <a:lnTo>
                    <a:pt x="3485" y="5099"/>
                  </a:lnTo>
                  <a:lnTo>
                    <a:pt x="3448" y="5136"/>
                  </a:lnTo>
                  <a:lnTo>
                    <a:pt x="3411" y="5172"/>
                  </a:lnTo>
                  <a:lnTo>
                    <a:pt x="3448" y="5246"/>
                  </a:lnTo>
                  <a:lnTo>
                    <a:pt x="3595" y="5392"/>
                  </a:lnTo>
                  <a:lnTo>
                    <a:pt x="3852" y="5539"/>
                  </a:lnTo>
                  <a:lnTo>
                    <a:pt x="4108" y="5686"/>
                  </a:lnTo>
                  <a:lnTo>
                    <a:pt x="4402" y="5759"/>
                  </a:lnTo>
                  <a:lnTo>
                    <a:pt x="4365" y="5906"/>
                  </a:lnTo>
                  <a:lnTo>
                    <a:pt x="4035" y="5906"/>
                  </a:lnTo>
                  <a:lnTo>
                    <a:pt x="3742" y="5869"/>
                  </a:lnTo>
                  <a:lnTo>
                    <a:pt x="3411" y="5759"/>
                  </a:lnTo>
                  <a:lnTo>
                    <a:pt x="3228" y="5686"/>
                  </a:lnTo>
                  <a:lnTo>
                    <a:pt x="3191" y="5612"/>
                  </a:lnTo>
                  <a:lnTo>
                    <a:pt x="3155" y="5576"/>
                  </a:lnTo>
                  <a:lnTo>
                    <a:pt x="3118" y="5539"/>
                  </a:lnTo>
                  <a:lnTo>
                    <a:pt x="3081" y="5502"/>
                  </a:lnTo>
                  <a:lnTo>
                    <a:pt x="3045" y="5502"/>
                  </a:lnTo>
                  <a:lnTo>
                    <a:pt x="3008" y="5539"/>
                  </a:lnTo>
                  <a:lnTo>
                    <a:pt x="2971" y="5649"/>
                  </a:lnTo>
                  <a:lnTo>
                    <a:pt x="2971" y="5722"/>
                  </a:lnTo>
                  <a:lnTo>
                    <a:pt x="3008" y="5796"/>
                  </a:lnTo>
                  <a:lnTo>
                    <a:pt x="3045" y="5869"/>
                  </a:lnTo>
                  <a:lnTo>
                    <a:pt x="3191" y="6016"/>
                  </a:lnTo>
                  <a:lnTo>
                    <a:pt x="3338" y="6126"/>
                  </a:lnTo>
                  <a:lnTo>
                    <a:pt x="3522" y="6199"/>
                  </a:lnTo>
                  <a:lnTo>
                    <a:pt x="3742" y="6273"/>
                  </a:lnTo>
                  <a:lnTo>
                    <a:pt x="3962" y="6309"/>
                  </a:lnTo>
                  <a:lnTo>
                    <a:pt x="4182" y="6309"/>
                  </a:lnTo>
                  <a:lnTo>
                    <a:pt x="3962" y="6676"/>
                  </a:lnTo>
                  <a:lnTo>
                    <a:pt x="3742" y="6603"/>
                  </a:lnTo>
                  <a:lnTo>
                    <a:pt x="3228" y="6456"/>
                  </a:lnTo>
                  <a:lnTo>
                    <a:pt x="2971" y="6419"/>
                  </a:lnTo>
                  <a:lnTo>
                    <a:pt x="2715" y="6383"/>
                  </a:lnTo>
                  <a:lnTo>
                    <a:pt x="2641" y="6383"/>
                  </a:lnTo>
                  <a:lnTo>
                    <a:pt x="2641" y="6456"/>
                  </a:lnTo>
                  <a:lnTo>
                    <a:pt x="2641" y="6493"/>
                  </a:lnTo>
                  <a:lnTo>
                    <a:pt x="2678" y="6529"/>
                  </a:lnTo>
                  <a:lnTo>
                    <a:pt x="2861" y="6676"/>
                  </a:lnTo>
                  <a:lnTo>
                    <a:pt x="3081" y="6786"/>
                  </a:lnTo>
                  <a:lnTo>
                    <a:pt x="3522" y="6970"/>
                  </a:lnTo>
                  <a:lnTo>
                    <a:pt x="3742" y="7080"/>
                  </a:lnTo>
                  <a:lnTo>
                    <a:pt x="3632" y="7226"/>
                  </a:lnTo>
                  <a:lnTo>
                    <a:pt x="3522" y="7336"/>
                  </a:lnTo>
                  <a:lnTo>
                    <a:pt x="2935" y="7080"/>
                  </a:lnTo>
                  <a:lnTo>
                    <a:pt x="2311" y="6823"/>
                  </a:lnTo>
                  <a:lnTo>
                    <a:pt x="2238" y="6823"/>
                  </a:lnTo>
                  <a:lnTo>
                    <a:pt x="2201" y="6860"/>
                  </a:lnTo>
                  <a:lnTo>
                    <a:pt x="2201" y="6896"/>
                  </a:lnTo>
                  <a:lnTo>
                    <a:pt x="2201" y="6970"/>
                  </a:lnTo>
                  <a:lnTo>
                    <a:pt x="2458" y="7190"/>
                  </a:lnTo>
                  <a:lnTo>
                    <a:pt x="2678" y="7410"/>
                  </a:lnTo>
                  <a:lnTo>
                    <a:pt x="2971" y="7557"/>
                  </a:lnTo>
                  <a:lnTo>
                    <a:pt x="3265" y="7703"/>
                  </a:lnTo>
                  <a:lnTo>
                    <a:pt x="2971" y="7960"/>
                  </a:lnTo>
                  <a:lnTo>
                    <a:pt x="2641" y="7960"/>
                  </a:lnTo>
                  <a:lnTo>
                    <a:pt x="2311" y="7887"/>
                  </a:lnTo>
                  <a:lnTo>
                    <a:pt x="1981" y="7777"/>
                  </a:lnTo>
                  <a:lnTo>
                    <a:pt x="1871" y="7777"/>
                  </a:lnTo>
                  <a:lnTo>
                    <a:pt x="1834" y="7813"/>
                  </a:lnTo>
                  <a:lnTo>
                    <a:pt x="1797" y="7850"/>
                  </a:lnTo>
                  <a:lnTo>
                    <a:pt x="1797" y="7923"/>
                  </a:lnTo>
                  <a:lnTo>
                    <a:pt x="1834" y="8070"/>
                  </a:lnTo>
                  <a:lnTo>
                    <a:pt x="1944" y="8143"/>
                  </a:lnTo>
                  <a:lnTo>
                    <a:pt x="2091" y="8217"/>
                  </a:lnTo>
                  <a:lnTo>
                    <a:pt x="2238" y="8290"/>
                  </a:lnTo>
                  <a:lnTo>
                    <a:pt x="2348" y="8327"/>
                  </a:lnTo>
                  <a:lnTo>
                    <a:pt x="2164" y="8364"/>
                  </a:lnTo>
                  <a:lnTo>
                    <a:pt x="1944" y="8364"/>
                  </a:lnTo>
                  <a:lnTo>
                    <a:pt x="1761" y="8327"/>
                  </a:lnTo>
                  <a:lnTo>
                    <a:pt x="1541" y="8253"/>
                  </a:lnTo>
                  <a:lnTo>
                    <a:pt x="1247" y="8070"/>
                  </a:lnTo>
                  <a:lnTo>
                    <a:pt x="1027" y="7850"/>
                  </a:lnTo>
                  <a:lnTo>
                    <a:pt x="844" y="7593"/>
                  </a:lnTo>
                  <a:lnTo>
                    <a:pt x="697" y="7300"/>
                  </a:lnTo>
                  <a:lnTo>
                    <a:pt x="624" y="6970"/>
                  </a:lnTo>
                  <a:lnTo>
                    <a:pt x="550" y="6676"/>
                  </a:lnTo>
                  <a:lnTo>
                    <a:pt x="550" y="6346"/>
                  </a:lnTo>
                  <a:lnTo>
                    <a:pt x="550" y="6016"/>
                  </a:lnTo>
                  <a:lnTo>
                    <a:pt x="624" y="5502"/>
                  </a:lnTo>
                  <a:lnTo>
                    <a:pt x="734" y="4989"/>
                  </a:lnTo>
                  <a:lnTo>
                    <a:pt x="1064" y="3962"/>
                  </a:lnTo>
                  <a:close/>
                  <a:moveTo>
                    <a:pt x="6786" y="5429"/>
                  </a:moveTo>
                  <a:lnTo>
                    <a:pt x="6860" y="5649"/>
                  </a:lnTo>
                  <a:lnTo>
                    <a:pt x="6970" y="5832"/>
                  </a:lnTo>
                  <a:lnTo>
                    <a:pt x="7006" y="5906"/>
                  </a:lnTo>
                  <a:lnTo>
                    <a:pt x="7043" y="5979"/>
                  </a:lnTo>
                  <a:lnTo>
                    <a:pt x="7116" y="6016"/>
                  </a:lnTo>
                  <a:lnTo>
                    <a:pt x="7813" y="7006"/>
                  </a:lnTo>
                  <a:lnTo>
                    <a:pt x="8143" y="7520"/>
                  </a:lnTo>
                  <a:lnTo>
                    <a:pt x="8143" y="7667"/>
                  </a:lnTo>
                  <a:lnTo>
                    <a:pt x="8143" y="7740"/>
                  </a:lnTo>
                  <a:lnTo>
                    <a:pt x="8217" y="7813"/>
                  </a:lnTo>
                  <a:lnTo>
                    <a:pt x="8290" y="7850"/>
                  </a:lnTo>
                  <a:lnTo>
                    <a:pt x="8363" y="7850"/>
                  </a:lnTo>
                  <a:lnTo>
                    <a:pt x="8400" y="7813"/>
                  </a:lnTo>
                  <a:lnTo>
                    <a:pt x="8510" y="7887"/>
                  </a:lnTo>
                  <a:lnTo>
                    <a:pt x="8584" y="7923"/>
                  </a:lnTo>
                  <a:lnTo>
                    <a:pt x="8694" y="7960"/>
                  </a:lnTo>
                  <a:lnTo>
                    <a:pt x="8767" y="7923"/>
                  </a:lnTo>
                  <a:lnTo>
                    <a:pt x="8877" y="7997"/>
                  </a:lnTo>
                  <a:lnTo>
                    <a:pt x="8987" y="7997"/>
                  </a:lnTo>
                  <a:lnTo>
                    <a:pt x="9060" y="8033"/>
                  </a:lnTo>
                  <a:lnTo>
                    <a:pt x="9134" y="7997"/>
                  </a:lnTo>
                  <a:lnTo>
                    <a:pt x="9207" y="7923"/>
                  </a:lnTo>
                  <a:lnTo>
                    <a:pt x="9207" y="7813"/>
                  </a:lnTo>
                  <a:lnTo>
                    <a:pt x="9207" y="7740"/>
                  </a:lnTo>
                  <a:lnTo>
                    <a:pt x="9134" y="7667"/>
                  </a:lnTo>
                  <a:lnTo>
                    <a:pt x="9170" y="7557"/>
                  </a:lnTo>
                  <a:lnTo>
                    <a:pt x="9207" y="7483"/>
                  </a:lnTo>
                  <a:lnTo>
                    <a:pt x="9244" y="7410"/>
                  </a:lnTo>
                  <a:lnTo>
                    <a:pt x="9244" y="7373"/>
                  </a:lnTo>
                  <a:lnTo>
                    <a:pt x="9207" y="7300"/>
                  </a:lnTo>
                  <a:lnTo>
                    <a:pt x="9170" y="7263"/>
                  </a:lnTo>
                  <a:lnTo>
                    <a:pt x="9134" y="7226"/>
                  </a:lnTo>
                  <a:lnTo>
                    <a:pt x="8987" y="7226"/>
                  </a:lnTo>
                  <a:lnTo>
                    <a:pt x="8694" y="7336"/>
                  </a:lnTo>
                  <a:lnTo>
                    <a:pt x="8694" y="7300"/>
                  </a:lnTo>
                  <a:lnTo>
                    <a:pt x="8877" y="7153"/>
                  </a:lnTo>
                  <a:lnTo>
                    <a:pt x="9060" y="6970"/>
                  </a:lnTo>
                  <a:lnTo>
                    <a:pt x="9134" y="6860"/>
                  </a:lnTo>
                  <a:lnTo>
                    <a:pt x="9244" y="7043"/>
                  </a:lnTo>
                  <a:lnTo>
                    <a:pt x="9501" y="7446"/>
                  </a:lnTo>
                  <a:lnTo>
                    <a:pt x="9537" y="7593"/>
                  </a:lnTo>
                  <a:lnTo>
                    <a:pt x="9317" y="7887"/>
                  </a:lnTo>
                  <a:lnTo>
                    <a:pt x="9024" y="8143"/>
                  </a:lnTo>
                  <a:lnTo>
                    <a:pt x="8730" y="8364"/>
                  </a:lnTo>
                  <a:lnTo>
                    <a:pt x="8400" y="8547"/>
                  </a:lnTo>
                  <a:lnTo>
                    <a:pt x="8070" y="8657"/>
                  </a:lnTo>
                  <a:lnTo>
                    <a:pt x="7703" y="8694"/>
                  </a:lnTo>
                  <a:lnTo>
                    <a:pt x="7520" y="8694"/>
                  </a:lnTo>
                  <a:lnTo>
                    <a:pt x="7373" y="8657"/>
                  </a:lnTo>
                  <a:lnTo>
                    <a:pt x="7190" y="8620"/>
                  </a:lnTo>
                  <a:lnTo>
                    <a:pt x="7006" y="8547"/>
                  </a:lnTo>
                  <a:lnTo>
                    <a:pt x="6823" y="8437"/>
                  </a:lnTo>
                  <a:lnTo>
                    <a:pt x="6676" y="8290"/>
                  </a:lnTo>
                  <a:lnTo>
                    <a:pt x="6419" y="7997"/>
                  </a:lnTo>
                  <a:lnTo>
                    <a:pt x="6199" y="7667"/>
                  </a:lnTo>
                  <a:lnTo>
                    <a:pt x="6053" y="7300"/>
                  </a:lnTo>
                  <a:lnTo>
                    <a:pt x="6016" y="6896"/>
                  </a:lnTo>
                  <a:lnTo>
                    <a:pt x="6016" y="6676"/>
                  </a:lnTo>
                  <a:lnTo>
                    <a:pt x="6053" y="6493"/>
                  </a:lnTo>
                  <a:lnTo>
                    <a:pt x="6089" y="6309"/>
                  </a:lnTo>
                  <a:lnTo>
                    <a:pt x="6163" y="6126"/>
                  </a:lnTo>
                  <a:lnTo>
                    <a:pt x="6273" y="5943"/>
                  </a:lnTo>
                  <a:lnTo>
                    <a:pt x="6383" y="5759"/>
                  </a:lnTo>
                  <a:lnTo>
                    <a:pt x="6566" y="5576"/>
                  </a:lnTo>
                  <a:lnTo>
                    <a:pt x="6786" y="5429"/>
                  </a:lnTo>
                  <a:close/>
                  <a:moveTo>
                    <a:pt x="3852" y="0"/>
                  </a:moveTo>
                  <a:lnTo>
                    <a:pt x="3522" y="37"/>
                  </a:lnTo>
                  <a:lnTo>
                    <a:pt x="3191" y="110"/>
                  </a:lnTo>
                  <a:lnTo>
                    <a:pt x="2898" y="257"/>
                  </a:lnTo>
                  <a:lnTo>
                    <a:pt x="2604" y="440"/>
                  </a:lnTo>
                  <a:lnTo>
                    <a:pt x="2348" y="660"/>
                  </a:lnTo>
                  <a:lnTo>
                    <a:pt x="2091" y="660"/>
                  </a:lnTo>
                  <a:lnTo>
                    <a:pt x="1871" y="734"/>
                  </a:lnTo>
                  <a:lnTo>
                    <a:pt x="1687" y="880"/>
                  </a:lnTo>
                  <a:lnTo>
                    <a:pt x="1541" y="1064"/>
                  </a:lnTo>
                  <a:lnTo>
                    <a:pt x="1394" y="1284"/>
                  </a:lnTo>
                  <a:lnTo>
                    <a:pt x="1321" y="1504"/>
                  </a:lnTo>
                  <a:lnTo>
                    <a:pt x="1137" y="1944"/>
                  </a:lnTo>
                  <a:lnTo>
                    <a:pt x="660" y="3522"/>
                  </a:lnTo>
                  <a:lnTo>
                    <a:pt x="404" y="4292"/>
                  </a:lnTo>
                  <a:lnTo>
                    <a:pt x="183" y="5062"/>
                  </a:lnTo>
                  <a:lnTo>
                    <a:pt x="37" y="5759"/>
                  </a:lnTo>
                  <a:lnTo>
                    <a:pt x="0" y="6126"/>
                  </a:lnTo>
                  <a:lnTo>
                    <a:pt x="0" y="6456"/>
                  </a:lnTo>
                  <a:lnTo>
                    <a:pt x="0" y="6786"/>
                  </a:lnTo>
                  <a:lnTo>
                    <a:pt x="73" y="7153"/>
                  </a:lnTo>
                  <a:lnTo>
                    <a:pt x="183" y="7483"/>
                  </a:lnTo>
                  <a:lnTo>
                    <a:pt x="330" y="7813"/>
                  </a:lnTo>
                  <a:lnTo>
                    <a:pt x="477" y="8033"/>
                  </a:lnTo>
                  <a:lnTo>
                    <a:pt x="660" y="8253"/>
                  </a:lnTo>
                  <a:lnTo>
                    <a:pt x="880" y="8474"/>
                  </a:lnTo>
                  <a:lnTo>
                    <a:pt x="1101" y="8657"/>
                  </a:lnTo>
                  <a:lnTo>
                    <a:pt x="1357" y="8767"/>
                  </a:lnTo>
                  <a:lnTo>
                    <a:pt x="1651" y="8877"/>
                  </a:lnTo>
                  <a:lnTo>
                    <a:pt x="1908" y="8914"/>
                  </a:lnTo>
                  <a:lnTo>
                    <a:pt x="2201" y="8950"/>
                  </a:lnTo>
                  <a:lnTo>
                    <a:pt x="2458" y="8914"/>
                  </a:lnTo>
                  <a:lnTo>
                    <a:pt x="2678" y="8840"/>
                  </a:lnTo>
                  <a:lnTo>
                    <a:pt x="2898" y="8730"/>
                  </a:lnTo>
                  <a:lnTo>
                    <a:pt x="3081" y="8620"/>
                  </a:lnTo>
                  <a:lnTo>
                    <a:pt x="3448" y="8290"/>
                  </a:lnTo>
                  <a:lnTo>
                    <a:pt x="3778" y="7923"/>
                  </a:lnTo>
                  <a:lnTo>
                    <a:pt x="3815" y="7960"/>
                  </a:lnTo>
                  <a:lnTo>
                    <a:pt x="3925" y="7960"/>
                  </a:lnTo>
                  <a:lnTo>
                    <a:pt x="4035" y="7887"/>
                  </a:lnTo>
                  <a:lnTo>
                    <a:pt x="4108" y="7813"/>
                  </a:lnTo>
                  <a:lnTo>
                    <a:pt x="4108" y="7740"/>
                  </a:lnTo>
                  <a:lnTo>
                    <a:pt x="4072" y="7593"/>
                  </a:lnTo>
                  <a:lnTo>
                    <a:pt x="4182" y="7446"/>
                  </a:lnTo>
                  <a:lnTo>
                    <a:pt x="4512" y="6896"/>
                  </a:lnTo>
                  <a:lnTo>
                    <a:pt x="4769" y="6309"/>
                  </a:lnTo>
                  <a:lnTo>
                    <a:pt x="5025" y="5722"/>
                  </a:lnTo>
                  <a:lnTo>
                    <a:pt x="5209" y="5099"/>
                  </a:lnTo>
                  <a:lnTo>
                    <a:pt x="5246" y="5062"/>
                  </a:lnTo>
                  <a:lnTo>
                    <a:pt x="5282" y="4989"/>
                  </a:lnTo>
                  <a:lnTo>
                    <a:pt x="5282" y="4915"/>
                  </a:lnTo>
                  <a:lnTo>
                    <a:pt x="5466" y="4292"/>
                  </a:lnTo>
                  <a:lnTo>
                    <a:pt x="5612" y="3632"/>
                  </a:lnTo>
                  <a:lnTo>
                    <a:pt x="5722" y="2971"/>
                  </a:lnTo>
                  <a:lnTo>
                    <a:pt x="5796" y="2311"/>
                  </a:lnTo>
                  <a:lnTo>
                    <a:pt x="5832" y="1981"/>
                  </a:lnTo>
                  <a:lnTo>
                    <a:pt x="5796" y="1651"/>
                  </a:lnTo>
                  <a:lnTo>
                    <a:pt x="5759" y="1357"/>
                  </a:lnTo>
                  <a:lnTo>
                    <a:pt x="5649" y="1064"/>
                  </a:lnTo>
                  <a:lnTo>
                    <a:pt x="5539" y="807"/>
                  </a:lnTo>
                  <a:lnTo>
                    <a:pt x="5356" y="587"/>
                  </a:lnTo>
                  <a:lnTo>
                    <a:pt x="5099" y="367"/>
                  </a:lnTo>
                  <a:lnTo>
                    <a:pt x="4842" y="184"/>
                  </a:lnTo>
                  <a:lnTo>
                    <a:pt x="4512" y="73"/>
                  </a:lnTo>
                  <a:lnTo>
                    <a:pt x="4182" y="0"/>
                  </a:lnTo>
                  <a:close/>
                  <a:moveTo>
                    <a:pt x="8730" y="3962"/>
                  </a:moveTo>
                  <a:lnTo>
                    <a:pt x="8584" y="4072"/>
                  </a:lnTo>
                  <a:lnTo>
                    <a:pt x="8437" y="4182"/>
                  </a:lnTo>
                  <a:lnTo>
                    <a:pt x="8327" y="4329"/>
                  </a:lnTo>
                  <a:lnTo>
                    <a:pt x="7887" y="4439"/>
                  </a:lnTo>
                  <a:lnTo>
                    <a:pt x="7336" y="4585"/>
                  </a:lnTo>
                  <a:lnTo>
                    <a:pt x="6786" y="4842"/>
                  </a:lnTo>
                  <a:lnTo>
                    <a:pt x="6566" y="4989"/>
                  </a:lnTo>
                  <a:lnTo>
                    <a:pt x="6309" y="5172"/>
                  </a:lnTo>
                  <a:lnTo>
                    <a:pt x="6089" y="5356"/>
                  </a:lnTo>
                  <a:lnTo>
                    <a:pt x="5906" y="5576"/>
                  </a:lnTo>
                  <a:lnTo>
                    <a:pt x="5759" y="5796"/>
                  </a:lnTo>
                  <a:lnTo>
                    <a:pt x="5612" y="6053"/>
                  </a:lnTo>
                  <a:lnTo>
                    <a:pt x="5539" y="6309"/>
                  </a:lnTo>
                  <a:lnTo>
                    <a:pt x="5502" y="6603"/>
                  </a:lnTo>
                  <a:lnTo>
                    <a:pt x="5466" y="6860"/>
                  </a:lnTo>
                  <a:lnTo>
                    <a:pt x="5502" y="7116"/>
                  </a:lnTo>
                  <a:lnTo>
                    <a:pt x="5539" y="7373"/>
                  </a:lnTo>
                  <a:lnTo>
                    <a:pt x="5612" y="7630"/>
                  </a:lnTo>
                  <a:lnTo>
                    <a:pt x="5722" y="7887"/>
                  </a:lnTo>
                  <a:lnTo>
                    <a:pt x="5869" y="8107"/>
                  </a:lnTo>
                  <a:lnTo>
                    <a:pt x="6016" y="8327"/>
                  </a:lnTo>
                  <a:lnTo>
                    <a:pt x="6199" y="8547"/>
                  </a:lnTo>
                  <a:lnTo>
                    <a:pt x="6419" y="8730"/>
                  </a:lnTo>
                  <a:lnTo>
                    <a:pt x="6639" y="8914"/>
                  </a:lnTo>
                  <a:lnTo>
                    <a:pt x="6860" y="9060"/>
                  </a:lnTo>
                  <a:lnTo>
                    <a:pt x="7116" y="9170"/>
                  </a:lnTo>
                  <a:lnTo>
                    <a:pt x="7410" y="9244"/>
                  </a:lnTo>
                  <a:lnTo>
                    <a:pt x="7703" y="9281"/>
                  </a:lnTo>
                  <a:lnTo>
                    <a:pt x="8033" y="9244"/>
                  </a:lnTo>
                  <a:lnTo>
                    <a:pt x="8327" y="9170"/>
                  </a:lnTo>
                  <a:lnTo>
                    <a:pt x="8620" y="9024"/>
                  </a:lnTo>
                  <a:lnTo>
                    <a:pt x="8877" y="8877"/>
                  </a:lnTo>
                  <a:lnTo>
                    <a:pt x="9391" y="8547"/>
                  </a:lnTo>
                  <a:lnTo>
                    <a:pt x="9611" y="8364"/>
                  </a:lnTo>
                  <a:lnTo>
                    <a:pt x="9794" y="8143"/>
                  </a:lnTo>
                  <a:lnTo>
                    <a:pt x="9977" y="7923"/>
                  </a:lnTo>
                  <a:lnTo>
                    <a:pt x="10161" y="7703"/>
                  </a:lnTo>
                  <a:lnTo>
                    <a:pt x="10418" y="7190"/>
                  </a:lnTo>
                  <a:lnTo>
                    <a:pt x="10638" y="6676"/>
                  </a:lnTo>
                  <a:lnTo>
                    <a:pt x="10711" y="6346"/>
                  </a:lnTo>
                  <a:lnTo>
                    <a:pt x="10748" y="6053"/>
                  </a:lnTo>
                  <a:lnTo>
                    <a:pt x="10748" y="5722"/>
                  </a:lnTo>
                  <a:lnTo>
                    <a:pt x="10711" y="5466"/>
                  </a:lnTo>
                  <a:lnTo>
                    <a:pt x="10601" y="5172"/>
                  </a:lnTo>
                  <a:lnTo>
                    <a:pt x="10454" y="4915"/>
                  </a:lnTo>
                  <a:lnTo>
                    <a:pt x="10271" y="4659"/>
                  </a:lnTo>
                  <a:lnTo>
                    <a:pt x="10051" y="4439"/>
                  </a:lnTo>
                  <a:lnTo>
                    <a:pt x="9794" y="4255"/>
                  </a:lnTo>
                  <a:lnTo>
                    <a:pt x="9537" y="4108"/>
                  </a:lnTo>
                  <a:lnTo>
                    <a:pt x="9244" y="3998"/>
                  </a:lnTo>
                  <a:lnTo>
                    <a:pt x="8950" y="3962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30" name="Google Shape;318;p5">
              <a:extLst>
                <a:ext uri="{FF2B5EF4-FFF2-40B4-BE49-F238E27FC236}">
                  <a16:creationId xmlns:a16="http://schemas.microsoft.com/office/drawing/2014/main" id="{292A3378-A202-47F8-92EB-E144D4BE9990}"/>
                </a:ext>
              </a:extLst>
            </p:cNvPr>
            <p:cNvSpPr/>
            <p:nvPr/>
          </p:nvSpPr>
          <p:spPr>
            <a:xfrm>
              <a:off x="6385050" y="4208725"/>
              <a:ext cx="422775" cy="298975"/>
            </a:xfrm>
            <a:custGeom>
              <a:avLst/>
              <a:gdLst/>
              <a:ahLst/>
              <a:cxnLst/>
              <a:rect l="l" t="t" r="r" b="b"/>
              <a:pathLst>
                <a:path w="16911" h="11959" extrusionOk="0">
                  <a:moveTo>
                    <a:pt x="12215" y="8951"/>
                  </a:moveTo>
                  <a:lnTo>
                    <a:pt x="12032" y="9098"/>
                  </a:lnTo>
                  <a:lnTo>
                    <a:pt x="11848" y="9244"/>
                  </a:lnTo>
                  <a:lnTo>
                    <a:pt x="11408" y="9538"/>
                  </a:lnTo>
                  <a:lnTo>
                    <a:pt x="11005" y="9685"/>
                  </a:lnTo>
                  <a:lnTo>
                    <a:pt x="10638" y="9868"/>
                  </a:lnTo>
                  <a:lnTo>
                    <a:pt x="10124" y="10051"/>
                  </a:lnTo>
                  <a:lnTo>
                    <a:pt x="9977" y="10125"/>
                  </a:lnTo>
                  <a:lnTo>
                    <a:pt x="9794" y="10161"/>
                  </a:lnTo>
                  <a:lnTo>
                    <a:pt x="9904" y="9978"/>
                  </a:lnTo>
                  <a:lnTo>
                    <a:pt x="10051" y="9795"/>
                  </a:lnTo>
                  <a:lnTo>
                    <a:pt x="10344" y="9758"/>
                  </a:lnTo>
                  <a:lnTo>
                    <a:pt x="10601" y="9648"/>
                  </a:lnTo>
                  <a:lnTo>
                    <a:pt x="10858" y="9538"/>
                  </a:lnTo>
                  <a:lnTo>
                    <a:pt x="11115" y="9354"/>
                  </a:lnTo>
                  <a:lnTo>
                    <a:pt x="11335" y="9171"/>
                  </a:lnTo>
                  <a:lnTo>
                    <a:pt x="11371" y="9061"/>
                  </a:lnTo>
                  <a:lnTo>
                    <a:pt x="11445" y="9061"/>
                  </a:lnTo>
                  <a:lnTo>
                    <a:pt x="11481" y="9024"/>
                  </a:lnTo>
                  <a:lnTo>
                    <a:pt x="11848" y="8951"/>
                  </a:lnTo>
                  <a:close/>
                  <a:moveTo>
                    <a:pt x="12619" y="8988"/>
                  </a:moveTo>
                  <a:lnTo>
                    <a:pt x="12839" y="9061"/>
                  </a:lnTo>
                  <a:lnTo>
                    <a:pt x="12839" y="9171"/>
                  </a:lnTo>
                  <a:lnTo>
                    <a:pt x="12215" y="9685"/>
                  </a:lnTo>
                  <a:lnTo>
                    <a:pt x="11518" y="10125"/>
                  </a:lnTo>
                  <a:lnTo>
                    <a:pt x="11115" y="10345"/>
                  </a:lnTo>
                  <a:lnTo>
                    <a:pt x="10711" y="10528"/>
                  </a:lnTo>
                  <a:lnTo>
                    <a:pt x="10308" y="10712"/>
                  </a:lnTo>
                  <a:lnTo>
                    <a:pt x="9904" y="10932"/>
                  </a:lnTo>
                  <a:lnTo>
                    <a:pt x="9831" y="10822"/>
                  </a:lnTo>
                  <a:lnTo>
                    <a:pt x="9794" y="10712"/>
                  </a:lnTo>
                  <a:lnTo>
                    <a:pt x="9757" y="10455"/>
                  </a:lnTo>
                  <a:lnTo>
                    <a:pt x="9904" y="10455"/>
                  </a:lnTo>
                  <a:lnTo>
                    <a:pt x="10051" y="10381"/>
                  </a:lnTo>
                  <a:lnTo>
                    <a:pt x="10344" y="10271"/>
                  </a:lnTo>
                  <a:lnTo>
                    <a:pt x="11078" y="10015"/>
                  </a:lnTo>
                  <a:lnTo>
                    <a:pt x="11481" y="9831"/>
                  </a:lnTo>
                  <a:lnTo>
                    <a:pt x="11922" y="9611"/>
                  </a:lnTo>
                  <a:lnTo>
                    <a:pt x="12288" y="9318"/>
                  </a:lnTo>
                  <a:lnTo>
                    <a:pt x="12435" y="9171"/>
                  </a:lnTo>
                  <a:lnTo>
                    <a:pt x="12619" y="8988"/>
                  </a:lnTo>
                  <a:close/>
                  <a:moveTo>
                    <a:pt x="9464" y="514"/>
                  </a:moveTo>
                  <a:lnTo>
                    <a:pt x="9721" y="551"/>
                  </a:lnTo>
                  <a:lnTo>
                    <a:pt x="9941" y="588"/>
                  </a:lnTo>
                  <a:lnTo>
                    <a:pt x="10161" y="661"/>
                  </a:lnTo>
                  <a:lnTo>
                    <a:pt x="10344" y="771"/>
                  </a:lnTo>
                  <a:lnTo>
                    <a:pt x="10491" y="918"/>
                  </a:lnTo>
                  <a:lnTo>
                    <a:pt x="10564" y="1101"/>
                  </a:lnTo>
                  <a:lnTo>
                    <a:pt x="10601" y="1101"/>
                  </a:lnTo>
                  <a:lnTo>
                    <a:pt x="10528" y="1211"/>
                  </a:lnTo>
                  <a:lnTo>
                    <a:pt x="10528" y="1321"/>
                  </a:lnTo>
                  <a:lnTo>
                    <a:pt x="10564" y="1615"/>
                  </a:lnTo>
                  <a:lnTo>
                    <a:pt x="10638" y="1871"/>
                  </a:lnTo>
                  <a:lnTo>
                    <a:pt x="10748" y="2091"/>
                  </a:lnTo>
                  <a:lnTo>
                    <a:pt x="10931" y="2348"/>
                  </a:lnTo>
                  <a:lnTo>
                    <a:pt x="11005" y="2495"/>
                  </a:lnTo>
                  <a:lnTo>
                    <a:pt x="11041" y="2678"/>
                  </a:lnTo>
                  <a:lnTo>
                    <a:pt x="11041" y="2752"/>
                  </a:lnTo>
                  <a:lnTo>
                    <a:pt x="11005" y="2788"/>
                  </a:lnTo>
                  <a:lnTo>
                    <a:pt x="10931" y="2788"/>
                  </a:lnTo>
                  <a:lnTo>
                    <a:pt x="10858" y="2752"/>
                  </a:lnTo>
                  <a:lnTo>
                    <a:pt x="10784" y="2642"/>
                  </a:lnTo>
                  <a:lnTo>
                    <a:pt x="10674" y="2312"/>
                  </a:lnTo>
                  <a:lnTo>
                    <a:pt x="10601" y="2128"/>
                  </a:lnTo>
                  <a:lnTo>
                    <a:pt x="10491" y="1981"/>
                  </a:lnTo>
                  <a:lnTo>
                    <a:pt x="10381" y="1798"/>
                  </a:lnTo>
                  <a:lnTo>
                    <a:pt x="10234" y="1651"/>
                  </a:lnTo>
                  <a:lnTo>
                    <a:pt x="10088" y="1541"/>
                  </a:lnTo>
                  <a:lnTo>
                    <a:pt x="9904" y="1431"/>
                  </a:lnTo>
                  <a:lnTo>
                    <a:pt x="9721" y="1358"/>
                  </a:lnTo>
                  <a:lnTo>
                    <a:pt x="9537" y="1321"/>
                  </a:lnTo>
                  <a:lnTo>
                    <a:pt x="9134" y="1321"/>
                  </a:lnTo>
                  <a:lnTo>
                    <a:pt x="8950" y="1358"/>
                  </a:lnTo>
                  <a:lnTo>
                    <a:pt x="8767" y="1431"/>
                  </a:lnTo>
                  <a:lnTo>
                    <a:pt x="8694" y="1468"/>
                  </a:lnTo>
                  <a:lnTo>
                    <a:pt x="8657" y="1505"/>
                  </a:lnTo>
                  <a:lnTo>
                    <a:pt x="8694" y="1615"/>
                  </a:lnTo>
                  <a:lnTo>
                    <a:pt x="8767" y="1688"/>
                  </a:lnTo>
                  <a:lnTo>
                    <a:pt x="8804" y="1725"/>
                  </a:lnTo>
                  <a:lnTo>
                    <a:pt x="8877" y="1725"/>
                  </a:lnTo>
                  <a:lnTo>
                    <a:pt x="9097" y="1688"/>
                  </a:lnTo>
                  <a:lnTo>
                    <a:pt x="9281" y="1688"/>
                  </a:lnTo>
                  <a:lnTo>
                    <a:pt x="9501" y="1725"/>
                  </a:lnTo>
                  <a:lnTo>
                    <a:pt x="9684" y="1798"/>
                  </a:lnTo>
                  <a:lnTo>
                    <a:pt x="9867" y="1871"/>
                  </a:lnTo>
                  <a:lnTo>
                    <a:pt x="10014" y="2018"/>
                  </a:lnTo>
                  <a:lnTo>
                    <a:pt x="10161" y="2165"/>
                  </a:lnTo>
                  <a:lnTo>
                    <a:pt x="10271" y="2348"/>
                  </a:lnTo>
                  <a:lnTo>
                    <a:pt x="10418" y="2788"/>
                  </a:lnTo>
                  <a:lnTo>
                    <a:pt x="10528" y="2972"/>
                  </a:lnTo>
                  <a:lnTo>
                    <a:pt x="10638" y="3119"/>
                  </a:lnTo>
                  <a:lnTo>
                    <a:pt x="10528" y="3192"/>
                  </a:lnTo>
                  <a:lnTo>
                    <a:pt x="10308" y="3375"/>
                  </a:lnTo>
                  <a:lnTo>
                    <a:pt x="10088" y="3595"/>
                  </a:lnTo>
                  <a:lnTo>
                    <a:pt x="9904" y="3816"/>
                  </a:lnTo>
                  <a:lnTo>
                    <a:pt x="9794" y="4072"/>
                  </a:lnTo>
                  <a:lnTo>
                    <a:pt x="9721" y="4292"/>
                  </a:lnTo>
                  <a:lnTo>
                    <a:pt x="9684" y="4512"/>
                  </a:lnTo>
                  <a:lnTo>
                    <a:pt x="9721" y="4733"/>
                  </a:lnTo>
                  <a:lnTo>
                    <a:pt x="9757" y="4953"/>
                  </a:lnTo>
                  <a:lnTo>
                    <a:pt x="9867" y="5136"/>
                  </a:lnTo>
                  <a:lnTo>
                    <a:pt x="10014" y="5283"/>
                  </a:lnTo>
                  <a:lnTo>
                    <a:pt x="10198" y="5429"/>
                  </a:lnTo>
                  <a:lnTo>
                    <a:pt x="10418" y="5503"/>
                  </a:lnTo>
                  <a:lnTo>
                    <a:pt x="10638" y="5576"/>
                  </a:lnTo>
                  <a:lnTo>
                    <a:pt x="10895" y="5540"/>
                  </a:lnTo>
                  <a:lnTo>
                    <a:pt x="11151" y="5503"/>
                  </a:lnTo>
                  <a:lnTo>
                    <a:pt x="11371" y="5393"/>
                  </a:lnTo>
                  <a:lnTo>
                    <a:pt x="12032" y="5063"/>
                  </a:lnTo>
                  <a:lnTo>
                    <a:pt x="12692" y="4659"/>
                  </a:lnTo>
                  <a:lnTo>
                    <a:pt x="12729" y="4586"/>
                  </a:lnTo>
                  <a:lnTo>
                    <a:pt x="12765" y="4512"/>
                  </a:lnTo>
                  <a:lnTo>
                    <a:pt x="12765" y="4439"/>
                  </a:lnTo>
                  <a:lnTo>
                    <a:pt x="12729" y="4402"/>
                  </a:lnTo>
                  <a:lnTo>
                    <a:pt x="12692" y="4329"/>
                  </a:lnTo>
                  <a:lnTo>
                    <a:pt x="12619" y="4292"/>
                  </a:lnTo>
                  <a:lnTo>
                    <a:pt x="12472" y="4292"/>
                  </a:lnTo>
                  <a:lnTo>
                    <a:pt x="12032" y="4549"/>
                  </a:lnTo>
                  <a:lnTo>
                    <a:pt x="11591" y="4843"/>
                  </a:lnTo>
                  <a:lnTo>
                    <a:pt x="11371" y="4953"/>
                  </a:lnTo>
                  <a:lnTo>
                    <a:pt x="11151" y="5063"/>
                  </a:lnTo>
                  <a:lnTo>
                    <a:pt x="10895" y="5136"/>
                  </a:lnTo>
                  <a:lnTo>
                    <a:pt x="10528" y="5136"/>
                  </a:lnTo>
                  <a:lnTo>
                    <a:pt x="10418" y="5099"/>
                  </a:lnTo>
                  <a:lnTo>
                    <a:pt x="10308" y="5026"/>
                  </a:lnTo>
                  <a:lnTo>
                    <a:pt x="10234" y="4953"/>
                  </a:lnTo>
                  <a:lnTo>
                    <a:pt x="10161" y="4843"/>
                  </a:lnTo>
                  <a:lnTo>
                    <a:pt x="10124" y="4733"/>
                  </a:lnTo>
                  <a:lnTo>
                    <a:pt x="10088" y="4476"/>
                  </a:lnTo>
                  <a:lnTo>
                    <a:pt x="10124" y="4366"/>
                  </a:lnTo>
                  <a:lnTo>
                    <a:pt x="10161" y="4219"/>
                  </a:lnTo>
                  <a:lnTo>
                    <a:pt x="10271" y="3999"/>
                  </a:lnTo>
                  <a:lnTo>
                    <a:pt x="10454" y="3816"/>
                  </a:lnTo>
                  <a:lnTo>
                    <a:pt x="10674" y="3632"/>
                  </a:lnTo>
                  <a:lnTo>
                    <a:pt x="10968" y="3375"/>
                  </a:lnTo>
                  <a:lnTo>
                    <a:pt x="11225" y="3119"/>
                  </a:lnTo>
                  <a:lnTo>
                    <a:pt x="11335" y="2972"/>
                  </a:lnTo>
                  <a:lnTo>
                    <a:pt x="11408" y="2825"/>
                  </a:lnTo>
                  <a:lnTo>
                    <a:pt x="11408" y="2642"/>
                  </a:lnTo>
                  <a:lnTo>
                    <a:pt x="11408" y="2422"/>
                  </a:lnTo>
                  <a:lnTo>
                    <a:pt x="11335" y="2275"/>
                  </a:lnTo>
                  <a:lnTo>
                    <a:pt x="11261" y="2165"/>
                  </a:lnTo>
                  <a:lnTo>
                    <a:pt x="11078" y="1871"/>
                  </a:lnTo>
                  <a:lnTo>
                    <a:pt x="10895" y="1578"/>
                  </a:lnTo>
                  <a:lnTo>
                    <a:pt x="10821" y="1431"/>
                  </a:lnTo>
                  <a:lnTo>
                    <a:pt x="10821" y="1284"/>
                  </a:lnTo>
                  <a:lnTo>
                    <a:pt x="10895" y="1248"/>
                  </a:lnTo>
                  <a:lnTo>
                    <a:pt x="11298" y="1138"/>
                  </a:lnTo>
                  <a:lnTo>
                    <a:pt x="11702" y="1028"/>
                  </a:lnTo>
                  <a:lnTo>
                    <a:pt x="12142" y="954"/>
                  </a:lnTo>
                  <a:lnTo>
                    <a:pt x="12582" y="918"/>
                  </a:lnTo>
                  <a:lnTo>
                    <a:pt x="12802" y="954"/>
                  </a:lnTo>
                  <a:lnTo>
                    <a:pt x="13022" y="1028"/>
                  </a:lnTo>
                  <a:lnTo>
                    <a:pt x="13205" y="1101"/>
                  </a:lnTo>
                  <a:lnTo>
                    <a:pt x="13352" y="1211"/>
                  </a:lnTo>
                  <a:lnTo>
                    <a:pt x="13499" y="1358"/>
                  </a:lnTo>
                  <a:lnTo>
                    <a:pt x="13609" y="1505"/>
                  </a:lnTo>
                  <a:lnTo>
                    <a:pt x="13829" y="1908"/>
                  </a:lnTo>
                  <a:lnTo>
                    <a:pt x="14012" y="2202"/>
                  </a:lnTo>
                  <a:lnTo>
                    <a:pt x="13866" y="2422"/>
                  </a:lnTo>
                  <a:lnTo>
                    <a:pt x="13682" y="2568"/>
                  </a:lnTo>
                  <a:lnTo>
                    <a:pt x="13499" y="2678"/>
                  </a:lnTo>
                  <a:lnTo>
                    <a:pt x="13279" y="2788"/>
                  </a:lnTo>
                  <a:lnTo>
                    <a:pt x="12839" y="2935"/>
                  </a:lnTo>
                  <a:lnTo>
                    <a:pt x="12362" y="3082"/>
                  </a:lnTo>
                  <a:lnTo>
                    <a:pt x="11995" y="3229"/>
                  </a:lnTo>
                  <a:lnTo>
                    <a:pt x="11518" y="3449"/>
                  </a:lnTo>
                  <a:lnTo>
                    <a:pt x="11298" y="3559"/>
                  </a:lnTo>
                  <a:lnTo>
                    <a:pt x="11151" y="3742"/>
                  </a:lnTo>
                  <a:lnTo>
                    <a:pt x="11041" y="3889"/>
                  </a:lnTo>
                  <a:lnTo>
                    <a:pt x="11005" y="3999"/>
                  </a:lnTo>
                  <a:lnTo>
                    <a:pt x="11005" y="4109"/>
                  </a:lnTo>
                  <a:lnTo>
                    <a:pt x="11005" y="4182"/>
                  </a:lnTo>
                  <a:lnTo>
                    <a:pt x="11041" y="4256"/>
                  </a:lnTo>
                  <a:lnTo>
                    <a:pt x="11115" y="4292"/>
                  </a:lnTo>
                  <a:lnTo>
                    <a:pt x="11335" y="4292"/>
                  </a:lnTo>
                  <a:lnTo>
                    <a:pt x="11371" y="4219"/>
                  </a:lnTo>
                  <a:lnTo>
                    <a:pt x="11408" y="4146"/>
                  </a:lnTo>
                  <a:lnTo>
                    <a:pt x="11445" y="4072"/>
                  </a:lnTo>
                  <a:lnTo>
                    <a:pt x="11555" y="3962"/>
                  </a:lnTo>
                  <a:lnTo>
                    <a:pt x="11775" y="3816"/>
                  </a:lnTo>
                  <a:lnTo>
                    <a:pt x="12068" y="3669"/>
                  </a:lnTo>
                  <a:lnTo>
                    <a:pt x="12288" y="3595"/>
                  </a:lnTo>
                  <a:lnTo>
                    <a:pt x="12802" y="3412"/>
                  </a:lnTo>
                  <a:lnTo>
                    <a:pt x="13279" y="3229"/>
                  </a:lnTo>
                  <a:lnTo>
                    <a:pt x="13572" y="3119"/>
                  </a:lnTo>
                  <a:lnTo>
                    <a:pt x="13866" y="2972"/>
                  </a:lnTo>
                  <a:lnTo>
                    <a:pt x="14086" y="2752"/>
                  </a:lnTo>
                  <a:lnTo>
                    <a:pt x="14159" y="2642"/>
                  </a:lnTo>
                  <a:lnTo>
                    <a:pt x="14233" y="2495"/>
                  </a:lnTo>
                  <a:lnTo>
                    <a:pt x="14306" y="2568"/>
                  </a:lnTo>
                  <a:lnTo>
                    <a:pt x="14489" y="2715"/>
                  </a:lnTo>
                  <a:lnTo>
                    <a:pt x="14673" y="2788"/>
                  </a:lnTo>
                  <a:lnTo>
                    <a:pt x="14893" y="2898"/>
                  </a:lnTo>
                  <a:lnTo>
                    <a:pt x="15076" y="3009"/>
                  </a:lnTo>
                  <a:lnTo>
                    <a:pt x="15296" y="3192"/>
                  </a:lnTo>
                  <a:lnTo>
                    <a:pt x="15480" y="3449"/>
                  </a:lnTo>
                  <a:lnTo>
                    <a:pt x="15626" y="3705"/>
                  </a:lnTo>
                  <a:lnTo>
                    <a:pt x="15700" y="3999"/>
                  </a:lnTo>
                  <a:lnTo>
                    <a:pt x="15480" y="4366"/>
                  </a:lnTo>
                  <a:lnTo>
                    <a:pt x="15370" y="4549"/>
                  </a:lnTo>
                  <a:lnTo>
                    <a:pt x="15186" y="4696"/>
                  </a:lnTo>
                  <a:lnTo>
                    <a:pt x="14966" y="4879"/>
                  </a:lnTo>
                  <a:lnTo>
                    <a:pt x="14709" y="5063"/>
                  </a:lnTo>
                  <a:lnTo>
                    <a:pt x="14416" y="5173"/>
                  </a:lnTo>
                  <a:lnTo>
                    <a:pt x="14123" y="5283"/>
                  </a:lnTo>
                  <a:lnTo>
                    <a:pt x="13572" y="5429"/>
                  </a:lnTo>
                  <a:lnTo>
                    <a:pt x="13022" y="5613"/>
                  </a:lnTo>
                  <a:lnTo>
                    <a:pt x="12765" y="5723"/>
                  </a:lnTo>
                  <a:lnTo>
                    <a:pt x="12509" y="5870"/>
                  </a:lnTo>
                  <a:lnTo>
                    <a:pt x="12288" y="6016"/>
                  </a:lnTo>
                  <a:lnTo>
                    <a:pt x="12105" y="6236"/>
                  </a:lnTo>
                  <a:lnTo>
                    <a:pt x="11958" y="6420"/>
                  </a:lnTo>
                  <a:lnTo>
                    <a:pt x="11922" y="6640"/>
                  </a:lnTo>
                  <a:lnTo>
                    <a:pt x="11922" y="6823"/>
                  </a:lnTo>
                  <a:lnTo>
                    <a:pt x="11958" y="7007"/>
                  </a:lnTo>
                  <a:lnTo>
                    <a:pt x="12032" y="7154"/>
                  </a:lnTo>
                  <a:lnTo>
                    <a:pt x="12178" y="7300"/>
                  </a:lnTo>
                  <a:lnTo>
                    <a:pt x="12325" y="7410"/>
                  </a:lnTo>
                  <a:lnTo>
                    <a:pt x="12545" y="7520"/>
                  </a:lnTo>
                  <a:lnTo>
                    <a:pt x="12765" y="7557"/>
                  </a:lnTo>
                  <a:lnTo>
                    <a:pt x="12985" y="7557"/>
                  </a:lnTo>
                  <a:lnTo>
                    <a:pt x="13205" y="7520"/>
                  </a:lnTo>
                  <a:lnTo>
                    <a:pt x="13426" y="7484"/>
                  </a:lnTo>
                  <a:lnTo>
                    <a:pt x="13682" y="7410"/>
                  </a:lnTo>
                  <a:lnTo>
                    <a:pt x="13976" y="7300"/>
                  </a:lnTo>
                  <a:lnTo>
                    <a:pt x="14196" y="7154"/>
                  </a:lnTo>
                  <a:lnTo>
                    <a:pt x="14306" y="7043"/>
                  </a:lnTo>
                  <a:lnTo>
                    <a:pt x="14343" y="6970"/>
                  </a:lnTo>
                  <a:lnTo>
                    <a:pt x="14379" y="6823"/>
                  </a:lnTo>
                  <a:lnTo>
                    <a:pt x="14343" y="6787"/>
                  </a:lnTo>
                  <a:lnTo>
                    <a:pt x="14269" y="6750"/>
                  </a:lnTo>
                  <a:lnTo>
                    <a:pt x="14086" y="6750"/>
                  </a:lnTo>
                  <a:lnTo>
                    <a:pt x="13902" y="6823"/>
                  </a:lnTo>
                  <a:lnTo>
                    <a:pt x="13536" y="6970"/>
                  </a:lnTo>
                  <a:lnTo>
                    <a:pt x="13316" y="7043"/>
                  </a:lnTo>
                  <a:lnTo>
                    <a:pt x="13095" y="7080"/>
                  </a:lnTo>
                  <a:lnTo>
                    <a:pt x="12655" y="7080"/>
                  </a:lnTo>
                  <a:lnTo>
                    <a:pt x="12509" y="7007"/>
                  </a:lnTo>
                  <a:lnTo>
                    <a:pt x="12435" y="6933"/>
                  </a:lnTo>
                  <a:lnTo>
                    <a:pt x="12362" y="6823"/>
                  </a:lnTo>
                  <a:lnTo>
                    <a:pt x="12362" y="6713"/>
                  </a:lnTo>
                  <a:lnTo>
                    <a:pt x="12398" y="6603"/>
                  </a:lnTo>
                  <a:lnTo>
                    <a:pt x="12472" y="6493"/>
                  </a:lnTo>
                  <a:lnTo>
                    <a:pt x="12655" y="6310"/>
                  </a:lnTo>
                  <a:lnTo>
                    <a:pt x="12875" y="6163"/>
                  </a:lnTo>
                  <a:lnTo>
                    <a:pt x="13132" y="6053"/>
                  </a:lnTo>
                  <a:lnTo>
                    <a:pt x="13609" y="5906"/>
                  </a:lnTo>
                  <a:lnTo>
                    <a:pt x="14453" y="5613"/>
                  </a:lnTo>
                  <a:lnTo>
                    <a:pt x="14893" y="5429"/>
                  </a:lnTo>
                  <a:lnTo>
                    <a:pt x="15076" y="5319"/>
                  </a:lnTo>
                  <a:lnTo>
                    <a:pt x="15260" y="5173"/>
                  </a:lnTo>
                  <a:lnTo>
                    <a:pt x="15516" y="4953"/>
                  </a:lnTo>
                  <a:lnTo>
                    <a:pt x="15736" y="4659"/>
                  </a:lnTo>
                  <a:lnTo>
                    <a:pt x="15736" y="4696"/>
                  </a:lnTo>
                  <a:lnTo>
                    <a:pt x="15700" y="4806"/>
                  </a:lnTo>
                  <a:lnTo>
                    <a:pt x="15773" y="4916"/>
                  </a:lnTo>
                  <a:lnTo>
                    <a:pt x="15847" y="4989"/>
                  </a:lnTo>
                  <a:lnTo>
                    <a:pt x="15957" y="5026"/>
                  </a:lnTo>
                  <a:lnTo>
                    <a:pt x="16103" y="5063"/>
                  </a:lnTo>
                  <a:lnTo>
                    <a:pt x="16177" y="5099"/>
                  </a:lnTo>
                  <a:lnTo>
                    <a:pt x="16250" y="5209"/>
                  </a:lnTo>
                  <a:lnTo>
                    <a:pt x="16323" y="5356"/>
                  </a:lnTo>
                  <a:lnTo>
                    <a:pt x="16140" y="5393"/>
                  </a:lnTo>
                  <a:lnTo>
                    <a:pt x="15920" y="5466"/>
                  </a:lnTo>
                  <a:lnTo>
                    <a:pt x="15553" y="5650"/>
                  </a:lnTo>
                  <a:lnTo>
                    <a:pt x="15003" y="5833"/>
                  </a:lnTo>
                  <a:lnTo>
                    <a:pt x="14783" y="5906"/>
                  </a:lnTo>
                  <a:lnTo>
                    <a:pt x="14709" y="5980"/>
                  </a:lnTo>
                  <a:lnTo>
                    <a:pt x="14636" y="6090"/>
                  </a:lnTo>
                  <a:lnTo>
                    <a:pt x="14599" y="6163"/>
                  </a:lnTo>
                  <a:lnTo>
                    <a:pt x="14673" y="6273"/>
                  </a:lnTo>
                  <a:lnTo>
                    <a:pt x="14783" y="6310"/>
                  </a:lnTo>
                  <a:lnTo>
                    <a:pt x="14893" y="6310"/>
                  </a:lnTo>
                  <a:lnTo>
                    <a:pt x="15150" y="6273"/>
                  </a:lnTo>
                  <a:lnTo>
                    <a:pt x="15406" y="6163"/>
                  </a:lnTo>
                  <a:lnTo>
                    <a:pt x="15626" y="6053"/>
                  </a:lnTo>
                  <a:lnTo>
                    <a:pt x="16030" y="5870"/>
                  </a:lnTo>
                  <a:lnTo>
                    <a:pt x="16213" y="5723"/>
                  </a:lnTo>
                  <a:lnTo>
                    <a:pt x="16397" y="5576"/>
                  </a:lnTo>
                  <a:lnTo>
                    <a:pt x="16397" y="5833"/>
                  </a:lnTo>
                  <a:lnTo>
                    <a:pt x="16397" y="6090"/>
                  </a:lnTo>
                  <a:lnTo>
                    <a:pt x="16397" y="6493"/>
                  </a:lnTo>
                  <a:lnTo>
                    <a:pt x="16397" y="6567"/>
                  </a:lnTo>
                  <a:lnTo>
                    <a:pt x="16323" y="6603"/>
                  </a:lnTo>
                  <a:lnTo>
                    <a:pt x="16177" y="6933"/>
                  </a:lnTo>
                  <a:lnTo>
                    <a:pt x="16067" y="7264"/>
                  </a:lnTo>
                  <a:lnTo>
                    <a:pt x="15076" y="7264"/>
                  </a:lnTo>
                  <a:lnTo>
                    <a:pt x="14783" y="7300"/>
                  </a:lnTo>
                  <a:lnTo>
                    <a:pt x="14526" y="7410"/>
                  </a:lnTo>
                  <a:lnTo>
                    <a:pt x="14343" y="7594"/>
                  </a:lnTo>
                  <a:lnTo>
                    <a:pt x="14196" y="7814"/>
                  </a:lnTo>
                  <a:lnTo>
                    <a:pt x="14086" y="8034"/>
                  </a:lnTo>
                  <a:lnTo>
                    <a:pt x="14049" y="8181"/>
                  </a:lnTo>
                  <a:lnTo>
                    <a:pt x="14012" y="8327"/>
                  </a:lnTo>
                  <a:lnTo>
                    <a:pt x="14049" y="8584"/>
                  </a:lnTo>
                  <a:lnTo>
                    <a:pt x="14159" y="8841"/>
                  </a:lnTo>
                  <a:lnTo>
                    <a:pt x="14306" y="9098"/>
                  </a:lnTo>
                  <a:lnTo>
                    <a:pt x="14489" y="9318"/>
                  </a:lnTo>
                  <a:lnTo>
                    <a:pt x="14673" y="9538"/>
                  </a:lnTo>
                  <a:lnTo>
                    <a:pt x="14856" y="9758"/>
                  </a:lnTo>
                  <a:lnTo>
                    <a:pt x="15003" y="9831"/>
                  </a:lnTo>
                  <a:lnTo>
                    <a:pt x="15150" y="9868"/>
                  </a:lnTo>
                  <a:lnTo>
                    <a:pt x="15223" y="9831"/>
                  </a:lnTo>
                  <a:lnTo>
                    <a:pt x="15260" y="9758"/>
                  </a:lnTo>
                  <a:lnTo>
                    <a:pt x="15260" y="9685"/>
                  </a:lnTo>
                  <a:lnTo>
                    <a:pt x="15260" y="9574"/>
                  </a:lnTo>
                  <a:lnTo>
                    <a:pt x="15150" y="9428"/>
                  </a:lnTo>
                  <a:lnTo>
                    <a:pt x="14893" y="9134"/>
                  </a:lnTo>
                  <a:lnTo>
                    <a:pt x="14709" y="8951"/>
                  </a:lnTo>
                  <a:lnTo>
                    <a:pt x="14563" y="8731"/>
                  </a:lnTo>
                  <a:lnTo>
                    <a:pt x="14489" y="8511"/>
                  </a:lnTo>
                  <a:lnTo>
                    <a:pt x="14453" y="8364"/>
                  </a:lnTo>
                  <a:lnTo>
                    <a:pt x="14453" y="8254"/>
                  </a:lnTo>
                  <a:lnTo>
                    <a:pt x="14489" y="8107"/>
                  </a:lnTo>
                  <a:lnTo>
                    <a:pt x="14563" y="7997"/>
                  </a:lnTo>
                  <a:lnTo>
                    <a:pt x="14673" y="7850"/>
                  </a:lnTo>
                  <a:lnTo>
                    <a:pt x="14893" y="7740"/>
                  </a:lnTo>
                  <a:lnTo>
                    <a:pt x="15113" y="7667"/>
                  </a:lnTo>
                  <a:lnTo>
                    <a:pt x="15333" y="7630"/>
                  </a:lnTo>
                  <a:lnTo>
                    <a:pt x="16103" y="7630"/>
                  </a:lnTo>
                  <a:lnTo>
                    <a:pt x="15993" y="7850"/>
                  </a:lnTo>
                  <a:lnTo>
                    <a:pt x="15957" y="7961"/>
                  </a:lnTo>
                  <a:lnTo>
                    <a:pt x="15993" y="8107"/>
                  </a:lnTo>
                  <a:lnTo>
                    <a:pt x="16030" y="8327"/>
                  </a:lnTo>
                  <a:lnTo>
                    <a:pt x="16030" y="8584"/>
                  </a:lnTo>
                  <a:lnTo>
                    <a:pt x="16030" y="8804"/>
                  </a:lnTo>
                  <a:lnTo>
                    <a:pt x="15993" y="9024"/>
                  </a:lnTo>
                  <a:lnTo>
                    <a:pt x="15920" y="8841"/>
                  </a:lnTo>
                  <a:lnTo>
                    <a:pt x="15847" y="8694"/>
                  </a:lnTo>
                  <a:lnTo>
                    <a:pt x="15736" y="8511"/>
                  </a:lnTo>
                  <a:lnTo>
                    <a:pt x="15590" y="8364"/>
                  </a:lnTo>
                  <a:lnTo>
                    <a:pt x="15516" y="8327"/>
                  </a:lnTo>
                  <a:lnTo>
                    <a:pt x="15370" y="8327"/>
                  </a:lnTo>
                  <a:lnTo>
                    <a:pt x="15296" y="8364"/>
                  </a:lnTo>
                  <a:lnTo>
                    <a:pt x="15260" y="8437"/>
                  </a:lnTo>
                  <a:lnTo>
                    <a:pt x="15260" y="8511"/>
                  </a:lnTo>
                  <a:lnTo>
                    <a:pt x="15260" y="8584"/>
                  </a:lnTo>
                  <a:lnTo>
                    <a:pt x="15296" y="8657"/>
                  </a:lnTo>
                  <a:lnTo>
                    <a:pt x="15480" y="8914"/>
                  </a:lnTo>
                  <a:lnTo>
                    <a:pt x="15590" y="9171"/>
                  </a:lnTo>
                  <a:lnTo>
                    <a:pt x="15626" y="9464"/>
                  </a:lnTo>
                  <a:lnTo>
                    <a:pt x="15590" y="9795"/>
                  </a:lnTo>
                  <a:lnTo>
                    <a:pt x="15590" y="9868"/>
                  </a:lnTo>
                  <a:lnTo>
                    <a:pt x="15626" y="9978"/>
                  </a:lnTo>
                  <a:lnTo>
                    <a:pt x="15370" y="10308"/>
                  </a:lnTo>
                  <a:lnTo>
                    <a:pt x="15040" y="10638"/>
                  </a:lnTo>
                  <a:lnTo>
                    <a:pt x="14893" y="10748"/>
                  </a:lnTo>
                  <a:lnTo>
                    <a:pt x="14673" y="10895"/>
                  </a:lnTo>
                  <a:lnTo>
                    <a:pt x="14269" y="11042"/>
                  </a:lnTo>
                  <a:lnTo>
                    <a:pt x="14306" y="10968"/>
                  </a:lnTo>
                  <a:lnTo>
                    <a:pt x="14343" y="10638"/>
                  </a:lnTo>
                  <a:lnTo>
                    <a:pt x="14306" y="10345"/>
                  </a:lnTo>
                  <a:lnTo>
                    <a:pt x="14233" y="10015"/>
                  </a:lnTo>
                  <a:lnTo>
                    <a:pt x="14086" y="9721"/>
                  </a:lnTo>
                  <a:lnTo>
                    <a:pt x="13902" y="9428"/>
                  </a:lnTo>
                  <a:lnTo>
                    <a:pt x="13682" y="9171"/>
                  </a:lnTo>
                  <a:lnTo>
                    <a:pt x="13499" y="9024"/>
                  </a:lnTo>
                  <a:lnTo>
                    <a:pt x="13426" y="8914"/>
                  </a:lnTo>
                  <a:lnTo>
                    <a:pt x="13352" y="8841"/>
                  </a:lnTo>
                  <a:lnTo>
                    <a:pt x="13169" y="8841"/>
                  </a:lnTo>
                  <a:lnTo>
                    <a:pt x="12839" y="8694"/>
                  </a:lnTo>
                  <a:lnTo>
                    <a:pt x="12875" y="8584"/>
                  </a:lnTo>
                  <a:lnTo>
                    <a:pt x="12875" y="8437"/>
                  </a:lnTo>
                  <a:lnTo>
                    <a:pt x="12875" y="8364"/>
                  </a:lnTo>
                  <a:lnTo>
                    <a:pt x="12839" y="8327"/>
                  </a:lnTo>
                  <a:lnTo>
                    <a:pt x="12765" y="8291"/>
                  </a:lnTo>
                  <a:lnTo>
                    <a:pt x="12655" y="8291"/>
                  </a:lnTo>
                  <a:lnTo>
                    <a:pt x="12582" y="8327"/>
                  </a:lnTo>
                  <a:lnTo>
                    <a:pt x="12545" y="8401"/>
                  </a:lnTo>
                  <a:lnTo>
                    <a:pt x="12472" y="8584"/>
                  </a:lnTo>
                  <a:lnTo>
                    <a:pt x="12252" y="8547"/>
                  </a:lnTo>
                  <a:lnTo>
                    <a:pt x="12032" y="8584"/>
                  </a:lnTo>
                  <a:lnTo>
                    <a:pt x="11812" y="8621"/>
                  </a:lnTo>
                  <a:lnTo>
                    <a:pt x="11628" y="8694"/>
                  </a:lnTo>
                  <a:lnTo>
                    <a:pt x="11555" y="8584"/>
                  </a:lnTo>
                  <a:lnTo>
                    <a:pt x="11445" y="8511"/>
                  </a:lnTo>
                  <a:lnTo>
                    <a:pt x="11261" y="8511"/>
                  </a:lnTo>
                  <a:lnTo>
                    <a:pt x="11188" y="8584"/>
                  </a:lnTo>
                  <a:lnTo>
                    <a:pt x="11115" y="8657"/>
                  </a:lnTo>
                  <a:lnTo>
                    <a:pt x="11041" y="8731"/>
                  </a:lnTo>
                  <a:lnTo>
                    <a:pt x="10895" y="8914"/>
                  </a:lnTo>
                  <a:lnTo>
                    <a:pt x="10748" y="9061"/>
                  </a:lnTo>
                  <a:lnTo>
                    <a:pt x="10454" y="9208"/>
                  </a:lnTo>
                  <a:lnTo>
                    <a:pt x="10124" y="9318"/>
                  </a:lnTo>
                  <a:lnTo>
                    <a:pt x="9794" y="9391"/>
                  </a:lnTo>
                  <a:lnTo>
                    <a:pt x="9464" y="9428"/>
                  </a:lnTo>
                  <a:lnTo>
                    <a:pt x="8767" y="9428"/>
                  </a:lnTo>
                  <a:lnTo>
                    <a:pt x="8327" y="9354"/>
                  </a:lnTo>
                  <a:lnTo>
                    <a:pt x="8180" y="9318"/>
                  </a:lnTo>
                  <a:lnTo>
                    <a:pt x="8143" y="9318"/>
                  </a:lnTo>
                  <a:lnTo>
                    <a:pt x="8143" y="9281"/>
                  </a:lnTo>
                  <a:lnTo>
                    <a:pt x="8143" y="9134"/>
                  </a:lnTo>
                  <a:lnTo>
                    <a:pt x="8033" y="9024"/>
                  </a:lnTo>
                  <a:lnTo>
                    <a:pt x="8290" y="8621"/>
                  </a:lnTo>
                  <a:lnTo>
                    <a:pt x="8547" y="8181"/>
                  </a:lnTo>
                  <a:lnTo>
                    <a:pt x="8767" y="7924"/>
                  </a:lnTo>
                  <a:lnTo>
                    <a:pt x="8987" y="7630"/>
                  </a:lnTo>
                  <a:lnTo>
                    <a:pt x="9244" y="7410"/>
                  </a:lnTo>
                  <a:lnTo>
                    <a:pt x="9501" y="7154"/>
                  </a:lnTo>
                  <a:lnTo>
                    <a:pt x="9794" y="6970"/>
                  </a:lnTo>
                  <a:lnTo>
                    <a:pt x="10088" y="6787"/>
                  </a:lnTo>
                  <a:lnTo>
                    <a:pt x="10234" y="6713"/>
                  </a:lnTo>
                  <a:lnTo>
                    <a:pt x="10418" y="6713"/>
                  </a:lnTo>
                  <a:lnTo>
                    <a:pt x="10491" y="6750"/>
                  </a:lnTo>
                  <a:lnTo>
                    <a:pt x="10528" y="6823"/>
                  </a:lnTo>
                  <a:lnTo>
                    <a:pt x="10528" y="6897"/>
                  </a:lnTo>
                  <a:lnTo>
                    <a:pt x="10528" y="7043"/>
                  </a:lnTo>
                  <a:lnTo>
                    <a:pt x="10454" y="7154"/>
                  </a:lnTo>
                  <a:lnTo>
                    <a:pt x="10308" y="7374"/>
                  </a:lnTo>
                  <a:lnTo>
                    <a:pt x="10051" y="7667"/>
                  </a:lnTo>
                  <a:lnTo>
                    <a:pt x="9757" y="7961"/>
                  </a:lnTo>
                  <a:lnTo>
                    <a:pt x="9501" y="8291"/>
                  </a:lnTo>
                  <a:lnTo>
                    <a:pt x="9281" y="8657"/>
                  </a:lnTo>
                  <a:lnTo>
                    <a:pt x="9281" y="8731"/>
                  </a:lnTo>
                  <a:lnTo>
                    <a:pt x="9317" y="8841"/>
                  </a:lnTo>
                  <a:lnTo>
                    <a:pt x="9391" y="8878"/>
                  </a:lnTo>
                  <a:lnTo>
                    <a:pt x="9501" y="8878"/>
                  </a:lnTo>
                  <a:lnTo>
                    <a:pt x="9721" y="8694"/>
                  </a:lnTo>
                  <a:lnTo>
                    <a:pt x="9941" y="8474"/>
                  </a:lnTo>
                  <a:lnTo>
                    <a:pt x="10271" y="7997"/>
                  </a:lnTo>
                  <a:lnTo>
                    <a:pt x="10601" y="7630"/>
                  </a:lnTo>
                  <a:lnTo>
                    <a:pt x="10748" y="7447"/>
                  </a:lnTo>
                  <a:lnTo>
                    <a:pt x="10858" y="7227"/>
                  </a:lnTo>
                  <a:lnTo>
                    <a:pt x="10895" y="7043"/>
                  </a:lnTo>
                  <a:lnTo>
                    <a:pt x="10895" y="6860"/>
                  </a:lnTo>
                  <a:lnTo>
                    <a:pt x="10858" y="6677"/>
                  </a:lnTo>
                  <a:lnTo>
                    <a:pt x="10784" y="6530"/>
                  </a:lnTo>
                  <a:lnTo>
                    <a:pt x="10674" y="6383"/>
                  </a:lnTo>
                  <a:lnTo>
                    <a:pt x="10491" y="6310"/>
                  </a:lnTo>
                  <a:lnTo>
                    <a:pt x="10344" y="6310"/>
                  </a:lnTo>
                  <a:lnTo>
                    <a:pt x="10124" y="6347"/>
                  </a:lnTo>
                  <a:lnTo>
                    <a:pt x="9904" y="6420"/>
                  </a:lnTo>
                  <a:lnTo>
                    <a:pt x="9684" y="6567"/>
                  </a:lnTo>
                  <a:lnTo>
                    <a:pt x="9281" y="6860"/>
                  </a:lnTo>
                  <a:lnTo>
                    <a:pt x="8914" y="7190"/>
                  </a:lnTo>
                  <a:lnTo>
                    <a:pt x="8584" y="7557"/>
                  </a:lnTo>
                  <a:lnTo>
                    <a:pt x="8290" y="7887"/>
                  </a:lnTo>
                  <a:lnTo>
                    <a:pt x="8033" y="8254"/>
                  </a:lnTo>
                  <a:lnTo>
                    <a:pt x="7850" y="8657"/>
                  </a:lnTo>
                  <a:lnTo>
                    <a:pt x="7777" y="8878"/>
                  </a:lnTo>
                  <a:lnTo>
                    <a:pt x="7740" y="9098"/>
                  </a:lnTo>
                  <a:lnTo>
                    <a:pt x="7703" y="9098"/>
                  </a:lnTo>
                  <a:lnTo>
                    <a:pt x="7667" y="9171"/>
                  </a:lnTo>
                  <a:lnTo>
                    <a:pt x="7556" y="9208"/>
                  </a:lnTo>
                  <a:lnTo>
                    <a:pt x="7300" y="9208"/>
                  </a:lnTo>
                  <a:lnTo>
                    <a:pt x="6823" y="9098"/>
                  </a:lnTo>
                  <a:lnTo>
                    <a:pt x="6236" y="9098"/>
                  </a:lnTo>
                  <a:lnTo>
                    <a:pt x="5686" y="9171"/>
                  </a:lnTo>
                  <a:lnTo>
                    <a:pt x="5612" y="9171"/>
                  </a:lnTo>
                  <a:lnTo>
                    <a:pt x="5612" y="8988"/>
                  </a:lnTo>
                  <a:lnTo>
                    <a:pt x="5612" y="8804"/>
                  </a:lnTo>
                  <a:lnTo>
                    <a:pt x="5686" y="8657"/>
                  </a:lnTo>
                  <a:lnTo>
                    <a:pt x="5759" y="8511"/>
                  </a:lnTo>
                  <a:lnTo>
                    <a:pt x="5869" y="8364"/>
                  </a:lnTo>
                  <a:lnTo>
                    <a:pt x="6016" y="8291"/>
                  </a:lnTo>
                  <a:lnTo>
                    <a:pt x="6163" y="8181"/>
                  </a:lnTo>
                  <a:lnTo>
                    <a:pt x="6383" y="8144"/>
                  </a:lnTo>
                  <a:lnTo>
                    <a:pt x="6749" y="8034"/>
                  </a:lnTo>
                  <a:lnTo>
                    <a:pt x="7080" y="7924"/>
                  </a:lnTo>
                  <a:lnTo>
                    <a:pt x="7410" y="7777"/>
                  </a:lnTo>
                  <a:lnTo>
                    <a:pt x="7703" y="7594"/>
                  </a:lnTo>
                  <a:lnTo>
                    <a:pt x="7960" y="7374"/>
                  </a:lnTo>
                  <a:lnTo>
                    <a:pt x="8217" y="7154"/>
                  </a:lnTo>
                  <a:lnTo>
                    <a:pt x="8437" y="6897"/>
                  </a:lnTo>
                  <a:lnTo>
                    <a:pt x="8620" y="6603"/>
                  </a:lnTo>
                  <a:lnTo>
                    <a:pt x="8767" y="6383"/>
                  </a:lnTo>
                  <a:lnTo>
                    <a:pt x="8914" y="6090"/>
                  </a:lnTo>
                  <a:lnTo>
                    <a:pt x="8950" y="5943"/>
                  </a:lnTo>
                  <a:lnTo>
                    <a:pt x="8987" y="5796"/>
                  </a:lnTo>
                  <a:lnTo>
                    <a:pt x="8950" y="5650"/>
                  </a:lnTo>
                  <a:lnTo>
                    <a:pt x="8914" y="5540"/>
                  </a:lnTo>
                  <a:lnTo>
                    <a:pt x="8804" y="5540"/>
                  </a:lnTo>
                  <a:lnTo>
                    <a:pt x="8694" y="5576"/>
                  </a:lnTo>
                  <a:lnTo>
                    <a:pt x="8620" y="5686"/>
                  </a:lnTo>
                  <a:lnTo>
                    <a:pt x="8510" y="5943"/>
                  </a:lnTo>
                  <a:lnTo>
                    <a:pt x="8327" y="6310"/>
                  </a:lnTo>
                  <a:lnTo>
                    <a:pt x="8107" y="6677"/>
                  </a:lnTo>
                  <a:lnTo>
                    <a:pt x="7813" y="7007"/>
                  </a:lnTo>
                  <a:lnTo>
                    <a:pt x="7483" y="7264"/>
                  </a:lnTo>
                  <a:lnTo>
                    <a:pt x="7116" y="7484"/>
                  </a:lnTo>
                  <a:lnTo>
                    <a:pt x="6713" y="7667"/>
                  </a:lnTo>
                  <a:lnTo>
                    <a:pt x="6346" y="7777"/>
                  </a:lnTo>
                  <a:lnTo>
                    <a:pt x="6016" y="7887"/>
                  </a:lnTo>
                  <a:lnTo>
                    <a:pt x="5832" y="7924"/>
                  </a:lnTo>
                  <a:lnTo>
                    <a:pt x="5686" y="8034"/>
                  </a:lnTo>
                  <a:lnTo>
                    <a:pt x="5539" y="8144"/>
                  </a:lnTo>
                  <a:lnTo>
                    <a:pt x="5429" y="8291"/>
                  </a:lnTo>
                  <a:lnTo>
                    <a:pt x="5282" y="8511"/>
                  </a:lnTo>
                  <a:lnTo>
                    <a:pt x="5209" y="8768"/>
                  </a:lnTo>
                  <a:lnTo>
                    <a:pt x="5209" y="9024"/>
                  </a:lnTo>
                  <a:lnTo>
                    <a:pt x="5282" y="9281"/>
                  </a:lnTo>
                  <a:lnTo>
                    <a:pt x="4915" y="9391"/>
                  </a:lnTo>
                  <a:lnTo>
                    <a:pt x="4512" y="9501"/>
                  </a:lnTo>
                  <a:lnTo>
                    <a:pt x="4365" y="9501"/>
                  </a:lnTo>
                  <a:lnTo>
                    <a:pt x="4218" y="9464"/>
                  </a:lnTo>
                  <a:lnTo>
                    <a:pt x="4072" y="9428"/>
                  </a:lnTo>
                  <a:lnTo>
                    <a:pt x="3962" y="9354"/>
                  </a:lnTo>
                  <a:lnTo>
                    <a:pt x="3852" y="9244"/>
                  </a:lnTo>
                  <a:lnTo>
                    <a:pt x="3778" y="9134"/>
                  </a:lnTo>
                  <a:lnTo>
                    <a:pt x="3742" y="9024"/>
                  </a:lnTo>
                  <a:lnTo>
                    <a:pt x="3778" y="8841"/>
                  </a:lnTo>
                  <a:lnTo>
                    <a:pt x="3815" y="8768"/>
                  </a:lnTo>
                  <a:lnTo>
                    <a:pt x="3778" y="8694"/>
                  </a:lnTo>
                  <a:lnTo>
                    <a:pt x="3888" y="8547"/>
                  </a:lnTo>
                  <a:lnTo>
                    <a:pt x="3962" y="8401"/>
                  </a:lnTo>
                  <a:lnTo>
                    <a:pt x="4108" y="8107"/>
                  </a:lnTo>
                  <a:lnTo>
                    <a:pt x="4255" y="7850"/>
                  </a:lnTo>
                  <a:lnTo>
                    <a:pt x="4439" y="7520"/>
                  </a:lnTo>
                  <a:lnTo>
                    <a:pt x="4475" y="7374"/>
                  </a:lnTo>
                  <a:lnTo>
                    <a:pt x="4512" y="7227"/>
                  </a:lnTo>
                  <a:lnTo>
                    <a:pt x="4475" y="7043"/>
                  </a:lnTo>
                  <a:lnTo>
                    <a:pt x="4439" y="6897"/>
                  </a:lnTo>
                  <a:lnTo>
                    <a:pt x="4328" y="6823"/>
                  </a:lnTo>
                  <a:lnTo>
                    <a:pt x="4218" y="6750"/>
                  </a:lnTo>
                  <a:lnTo>
                    <a:pt x="4108" y="6713"/>
                  </a:lnTo>
                  <a:lnTo>
                    <a:pt x="3962" y="6713"/>
                  </a:lnTo>
                  <a:lnTo>
                    <a:pt x="3705" y="6750"/>
                  </a:lnTo>
                  <a:lnTo>
                    <a:pt x="3485" y="6823"/>
                  </a:lnTo>
                  <a:lnTo>
                    <a:pt x="3191" y="7007"/>
                  </a:lnTo>
                  <a:lnTo>
                    <a:pt x="2935" y="7227"/>
                  </a:lnTo>
                  <a:lnTo>
                    <a:pt x="2751" y="7447"/>
                  </a:lnTo>
                  <a:lnTo>
                    <a:pt x="2568" y="7667"/>
                  </a:lnTo>
                  <a:lnTo>
                    <a:pt x="2494" y="7667"/>
                  </a:lnTo>
                  <a:lnTo>
                    <a:pt x="2421" y="7704"/>
                  </a:lnTo>
                  <a:lnTo>
                    <a:pt x="2348" y="7850"/>
                  </a:lnTo>
                  <a:lnTo>
                    <a:pt x="2348" y="7887"/>
                  </a:lnTo>
                  <a:lnTo>
                    <a:pt x="2348" y="7961"/>
                  </a:lnTo>
                  <a:lnTo>
                    <a:pt x="2384" y="8034"/>
                  </a:lnTo>
                  <a:lnTo>
                    <a:pt x="2458" y="8071"/>
                  </a:lnTo>
                  <a:lnTo>
                    <a:pt x="2568" y="8107"/>
                  </a:lnTo>
                  <a:lnTo>
                    <a:pt x="2678" y="8107"/>
                  </a:lnTo>
                  <a:lnTo>
                    <a:pt x="2788" y="8071"/>
                  </a:lnTo>
                  <a:lnTo>
                    <a:pt x="2861" y="7997"/>
                  </a:lnTo>
                  <a:lnTo>
                    <a:pt x="3191" y="7630"/>
                  </a:lnTo>
                  <a:lnTo>
                    <a:pt x="3338" y="7447"/>
                  </a:lnTo>
                  <a:lnTo>
                    <a:pt x="3521" y="7300"/>
                  </a:lnTo>
                  <a:lnTo>
                    <a:pt x="3742" y="7227"/>
                  </a:lnTo>
                  <a:lnTo>
                    <a:pt x="3962" y="7154"/>
                  </a:lnTo>
                  <a:lnTo>
                    <a:pt x="4035" y="7154"/>
                  </a:lnTo>
                  <a:lnTo>
                    <a:pt x="4035" y="7190"/>
                  </a:lnTo>
                  <a:lnTo>
                    <a:pt x="4035" y="7300"/>
                  </a:lnTo>
                  <a:lnTo>
                    <a:pt x="3925" y="7557"/>
                  </a:lnTo>
                  <a:lnTo>
                    <a:pt x="3668" y="8034"/>
                  </a:lnTo>
                  <a:lnTo>
                    <a:pt x="3558" y="8327"/>
                  </a:lnTo>
                  <a:lnTo>
                    <a:pt x="3485" y="8474"/>
                  </a:lnTo>
                  <a:lnTo>
                    <a:pt x="3411" y="8547"/>
                  </a:lnTo>
                  <a:lnTo>
                    <a:pt x="3301" y="8621"/>
                  </a:lnTo>
                  <a:lnTo>
                    <a:pt x="3301" y="8657"/>
                  </a:lnTo>
                  <a:lnTo>
                    <a:pt x="3265" y="8694"/>
                  </a:lnTo>
                  <a:lnTo>
                    <a:pt x="3118" y="8804"/>
                  </a:lnTo>
                  <a:lnTo>
                    <a:pt x="2935" y="8841"/>
                  </a:lnTo>
                  <a:lnTo>
                    <a:pt x="2751" y="8878"/>
                  </a:lnTo>
                  <a:lnTo>
                    <a:pt x="2531" y="8878"/>
                  </a:lnTo>
                  <a:lnTo>
                    <a:pt x="2348" y="8841"/>
                  </a:lnTo>
                  <a:lnTo>
                    <a:pt x="2164" y="8768"/>
                  </a:lnTo>
                  <a:lnTo>
                    <a:pt x="2018" y="8694"/>
                  </a:lnTo>
                  <a:lnTo>
                    <a:pt x="1871" y="8584"/>
                  </a:lnTo>
                  <a:lnTo>
                    <a:pt x="1724" y="8437"/>
                  </a:lnTo>
                  <a:lnTo>
                    <a:pt x="1651" y="8291"/>
                  </a:lnTo>
                  <a:lnTo>
                    <a:pt x="1577" y="8144"/>
                  </a:lnTo>
                  <a:lnTo>
                    <a:pt x="1504" y="7961"/>
                  </a:lnTo>
                  <a:lnTo>
                    <a:pt x="1504" y="7777"/>
                  </a:lnTo>
                  <a:lnTo>
                    <a:pt x="1504" y="7594"/>
                  </a:lnTo>
                  <a:lnTo>
                    <a:pt x="1504" y="7447"/>
                  </a:lnTo>
                  <a:lnTo>
                    <a:pt x="1577" y="7264"/>
                  </a:lnTo>
                  <a:lnTo>
                    <a:pt x="1614" y="7154"/>
                  </a:lnTo>
                  <a:lnTo>
                    <a:pt x="1651" y="7043"/>
                  </a:lnTo>
                  <a:lnTo>
                    <a:pt x="1614" y="6970"/>
                  </a:lnTo>
                  <a:lnTo>
                    <a:pt x="1687" y="6970"/>
                  </a:lnTo>
                  <a:lnTo>
                    <a:pt x="1944" y="6860"/>
                  </a:lnTo>
                  <a:lnTo>
                    <a:pt x="2201" y="6787"/>
                  </a:lnTo>
                  <a:lnTo>
                    <a:pt x="2788" y="6493"/>
                  </a:lnTo>
                  <a:lnTo>
                    <a:pt x="3375" y="6163"/>
                  </a:lnTo>
                  <a:lnTo>
                    <a:pt x="3815" y="5870"/>
                  </a:lnTo>
                  <a:lnTo>
                    <a:pt x="3998" y="5686"/>
                  </a:lnTo>
                  <a:lnTo>
                    <a:pt x="4145" y="5503"/>
                  </a:lnTo>
                  <a:lnTo>
                    <a:pt x="4292" y="5283"/>
                  </a:lnTo>
                  <a:lnTo>
                    <a:pt x="4402" y="5099"/>
                  </a:lnTo>
                  <a:lnTo>
                    <a:pt x="4475" y="4843"/>
                  </a:lnTo>
                  <a:lnTo>
                    <a:pt x="4512" y="4586"/>
                  </a:lnTo>
                  <a:lnTo>
                    <a:pt x="4512" y="4402"/>
                  </a:lnTo>
                  <a:lnTo>
                    <a:pt x="4475" y="4182"/>
                  </a:lnTo>
                  <a:lnTo>
                    <a:pt x="4365" y="3999"/>
                  </a:lnTo>
                  <a:lnTo>
                    <a:pt x="4292" y="3926"/>
                  </a:lnTo>
                  <a:lnTo>
                    <a:pt x="4218" y="3889"/>
                  </a:lnTo>
                  <a:lnTo>
                    <a:pt x="3962" y="3816"/>
                  </a:lnTo>
                  <a:lnTo>
                    <a:pt x="3742" y="3779"/>
                  </a:lnTo>
                  <a:lnTo>
                    <a:pt x="3485" y="3816"/>
                  </a:lnTo>
                  <a:lnTo>
                    <a:pt x="3228" y="3852"/>
                  </a:lnTo>
                  <a:lnTo>
                    <a:pt x="2935" y="3962"/>
                  </a:lnTo>
                  <a:lnTo>
                    <a:pt x="2678" y="4072"/>
                  </a:lnTo>
                  <a:lnTo>
                    <a:pt x="2164" y="4366"/>
                  </a:lnTo>
                  <a:lnTo>
                    <a:pt x="1504" y="4733"/>
                  </a:lnTo>
                  <a:lnTo>
                    <a:pt x="1211" y="4916"/>
                  </a:lnTo>
                  <a:lnTo>
                    <a:pt x="917" y="5099"/>
                  </a:lnTo>
                  <a:lnTo>
                    <a:pt x="844" y="5173"/>
                  </a:lnTo>
                  <a:lnTo>
                    <a:pt x="807" y="5246"/>
                  </a:lnTo>
                  <a:lnTo>
                    <a:pt x="807" y="5319"/>
                  </a:lnTo>
                  <a:lnTo>
                    <a:pt x="844" y="5356"/>
                  </a:lnTo>
                  <a:lnTo>
                    <a:pt x="880" y="5429"/>
                  </a:lnTo>
                  <a:lnTo>
                    <a:pt x="954" y="5466"/>
                  </a:lnTo>
                  <a:lnTo>
                    <a:pt x="1101" y="5466"/>
                  </a:lnTo>
                  <a:lnTo>
                    <a:pt x="1541" y="5246"/>
                  </a:lnTo>
                  <a:lnTo>
                    <a:pt x="1944" y="4989"/>
                  </a:lnTo>
                  <a:lnTo>
                    <a:pt x="2788" y="4512"/>
                  </a:lnTo>
                  <a:lnTo>
                    <a:pt x="3191" y="4329"/>
                  </a:lnTo>
                  <a:lnTo>
                    <a:pt x="3375" y="4256"/>
                  </a:lnTo>
                  <a:lnTo>
                    <a:pt x="3595" y="4219"/>
                  </a:lnTo>
                  <a:lnTo>
                    <a:pt x="3742" y="4182"/>
                  </a:lnTo>
                  <a:lnTo>
                    <a:pt x="3852" y="4219"/>
                  </a:lnTo>
                  <a:lnTo>
                    <a:pt x="3998" y="4256"/>
                  </a:lnTo>
                  <a:lnTo>
                    <a:pt x="4035" y="4292"/>
                  </a:lnTo>
                  <a:lnTo>
                    <a:pt x="4072" y="4366"/>
                  </a:lnTo>
                  <a:lnTo>
                    <a:pt x="4108" y="4476"/>
                  </a:lnTo>
                  <a:lnTo>
                    <a:pt x="4108" y="4586"/>
                  </a:lnTo>
                  <a:lnTo>
                    <a:pt x="4072" y="4843"/>
                  </a:lnTo>
                  <a:lnTo>
                    <a:pt x="3998" y="5026"/>
                  </a:lnTo>
                  <a:lnTo>
                    <a:pt x="3852" y="5246"/>
                  </a:lnTo>
                  <a:lnTo>
                    <a:pt x="3705" y="5393"/>
                  </a:lnTo>
                  <a:lnTo>
                    <a:pt x="3558" y="5576"/>
                  </a:lnTo>
                  <a:lnTo>
                    <a:pt x="3155" y="5833"/>
                  </a:lnTo>
                  <a:lnTo>
                    <a:pt x="2788" y="6053"/>
                  </a:lnTo>
                  <a:lnTo>
                    <a:pt x="2348" y="6310"/>
                  </a:lnTo>
                  <a:lnTo>
                    <a:pt x="1908" y="6530"/>
                  </a:lnTo>
                  <a:lnTo>
                    <a:pt x="1467" y="6750"/>
                  </a:lnTo>
                  <a:lnTo>
                    <a:pt x="1321" y="6823"/>
                  </a:lnTo>
                  <a:lnTo>
                    <a:pt x="1247" y="6860"/>
                  </a:lnTo>
                  <a:lnTo>
                    <a:pt x="1211" y="6933"/>
                  </a:lnTo>
                  <a:lnTo>
                    <a:pt x="1174" y="6933"/>
                  </a:lnTo>
                  <a:lnTo>
                    <a:pt x="1064" y="6860"/>
                  </a:lnTo>
                  <a:lnTo>
                    <a:pt x="880" y="6713"/>
                  </a:lnTo>
                  <a:lnTo>
                    <a:pt x="697" y="6457"/>
                  </a:lnTo>
                  <a:lnTo>
                    <a:pt x="587" y="6273"/>
                  </a:lnTo>
                  <a:lnTo>
                    <a:pt x="514" y="6053"/>
                  </a:lnTo>
                  <a:lnTo>
                    <a:pt x="477" y="5833"/>
                  </a:lnTo>
                  <a:lnTo>
                    <a:pt x="477" y="5613"/>
                  </a:lnTo>
                  <a:lnTo>
                    <a:pt x="477" y="5356"/>
                  </a:lnTo>
                  <a:lnTo>
                    <a:pt x="550" y="5136"/>
                  </a:lnTo>
                  <a:lnTo>
                    <a:pt x="660" y="4879"/>
                  </a:lnTo>
                  <a:lnTo>
                    <a:pt x="770" y="4659"/>
                  </a:lnTo>
                  <a:lnTo>
                    <a:pt x="917" y="4476"/>
                  </a:lnTo>
                  <a:lnTo>
                    <a:pt x="1101" y="4292"/>
                  </a:lnTo>
                  <a:lnTo>
                    <a:pt x="1504" y="3962"/>
                  </a:lnTo>
                  <a:lnTo>
                    <a:pt x="1908" y="3705"/>
                  </a:lnTo>
                  <a:lnTo>
                    <a:pt x="2384" y="3485"/>
                  </a:lnTo>
                  <a:lnTo>
                    <a:pt x="2458" y="3412"/>
                  </a:lnTo>
                  <a:lnTo>
                    <a:pt x="2494" y="3302"/>
                  </a:lnTo>
                  <a:lnTo>
                    <a:pt x="2568" y="3119"/>
                  </a:lnTo>
                  <a:lnTo>
                    <a:pt x="2715" y="2898"/>
                  </a:lnTo>
                  <a:lnTo>
                    <a:pt x="2898" y="2715"/>
                  </a:lnTo>
                  <a:lnTo>
                    <a:pt x="3045" y="2532"/>
                  </a:lnTo>
                  <a:lnTo>
                    <a:pt x="3228" y="2385"/>
                  </a:lnTo>
                  <a:lnTo>
                    <a:pt x="3448" y="2238"/>
                  </a:lnTo>
                  <a:lnTo>
                    <a:pt x="3632" y="2128"/>
                  </a:lnTo>
                  <a:lnTo>
                    <a:pt x="3852" y="2055"/>
                  </a:lnTo>
                  <a:lnTo>
                    <a:pt x="4108" y="1981"/>
                  </a:lnTo>
                  <a:lnTo>
                    <a:pt x="4328" y="1945"/>
                  </a:lnTo>
                  <a:lnTo>
                    <a:pt x="4549" y="1908"/>
                  </a:lnTo>
                  <a:lnTo>
                    <a:pt x="4695" y="2055"/>
                  </a:lnTo>
                  <a:lnTo>
                    <a:pt x="4879" y="2165"/>
                  </a:lnTo>
                  <a:lnTo>
                    <a:pt x="5135" y="2348"/>
                  </a:lnTo>
                  <a:lnTo>
                    <a:pt x="5356" y="2568"/>
                  </a:lnTo>
                  <a:lnTo>
                    <a:pt x="5466" y="2715"/>
                  </a:lnTo>
                  <a:lnTo>
                    <a:pt x="5539" y="2898"/>
                  </a:lnTo>
                  <a:lnTo>
                    <a:pt x="5649" y="3229"/>
                  </a:lnTo>
                  <a:lnTo>
                    <a:pt x="5722" y="3559"/>
                  </a:lnTo>
                  <a:lnTo>
                    <a:pt x="5686" y="3926"/>
                  </a:lnTo>
                  <a:lnTo>
                    <a:pt x="5612" y="4256"/>
                  </a:lnTo>
                  <a:lnTo>
                    <a:pt x="5466" y="4549"/>
                  </a:lnTo>
                  <a:lnTo>
                    <a:pt x="5062" y="5063"/>
                  </a:lnTo>
                  <a:lnTo>
                    <a:pt x="4879" y="5319"/>
                  </a:lnTo>
                  <a:lnTo>
                    <a:pt x="4732" y="5613"/>
                  </a:lnTo>
                  <a:lnTo>
                    <a:pt x="4659" y="5943"/>
                  </a:lnTo>
                  <a:lnTo>
                    <a:pt x="4659" y="6090"/>
                  </a:lnTo>
                  <a:lnTo>
                    <a:pt x="4659" y="6273"/>
                  </a:lnTo>
                  <a:lnTo>
                    <a:pt x="4695" y="6420"/>
                  </a:lnTo>
                  <a:lnTo>
                    <a:pt x="4769" y="6567"/>
                  </a:lnTo>
                  <a:lnTo>
                    <a:pt x="4805" y="6677"/>
                  </a:lnTo>
                  <a:lnTo>
                    <a:pt x="4915" y="6787"/>
                  </a:lnTo>
                  <a:lnTo>
                    <a:pt x="5135" y="6933"/>
                  </a:lnTo>
                  <a:lnTo>
                    <a:pt x="5392" y="7007"/>
                  </a:lnTo>
                  <a:lnTo>
                    <a:pt x="5649" y="7043"/>
                  </a:lnTo>
                  <a:lnTo>
                    <a:pt x="5942" y="7007"/>
                  </a:lnTo>
                  <a:lnTo>
                    <a:pt x="6199" y="6933"/>
                  </a:lnTo>
                  <a:lnTo>
                    <a:pt x="6456" y="6823"/>
                  </a:lnTo>
                  <a:lnTo>
                    <a:pt x="6676" y="6677"/>
                  </a:lnTo>
                  <a:lnTo>
                    <a:pt x="6896" y="6457"/>
                  </a:lnTo>
                  <a:lnTo>
                    <a:pt x="7043" y="6200"/>
                  </a:lnTo>
                  <a:lnTo>
                    <a:pt x="7226" y="5980"/>
                  </a:lnTo>
                  <a:lnTo>
                    <a:pt x="7667" y="5246"/>
                  </a:lnTo>
                  <a:lnTo>
                    <a:pt x="7887" y="4879"/>
                  </a:lnTo>
                  <a:lnTo>
                    <a:pt x="8107" y="4476"/>
                  </a:lnTo>
                  <a:lnTo>
                    <a:pt x="8143" y="4402"/>
                  </a:lnTo>
                  <a:lnTo>
                    <a:pt x="8107" y="4329"/>
                  </a:lnTo>
                  <a:lnTo>
                    <a:pt x="8070" y="4256"/>
                  </a:lnTo>
                  <a:lnTo>
                    <a:pt x="8033" y="4182"/>
                  </a:lnTo>
                  <a:lnTo>
                    <a:pt x="7777" y="4182"/>
                  </a:lnTo>
                  <a:lnTo>
                    <a:pt x="7703" y="4256"/>
                  </a:lnTo>
                  <a:lnTo>
                    <a:pt x="7520" y="4586"/>
                  </a:lnTo>
                  <a:lnTo>
                    <a:pt x="7300" y="4879"/>
                  </a:lnTo>
                  <a:lnTo>
                    <a:pt x="6933" y="5540"/>
                  </a:lnTo>
                  <a:lnTo>
                    <a:pt x="6749" y="5796"/>
                  </a:lnTo>
                  <a:lnTo>
                    <a:pt x="6566" y="6053"/>
                  </a:lnTo>
                  <a:lnTo>
                    <a:pt x="6383" y="6273"/>
                  </a:lnTo>
                  <a:lnTo>
                    <a:pt x="6126" y="6493"/>
                  </a:lnTo>
                  <a:lnTo>
                    <a:pt x="5942" y="6567"/>
                  </a:lnTo>
                  <a:lnTo>
                    <a:pt x="5796" y="6603"/>
                  </a:lnTo>
                  <a:lnTo>
                    <a:pt x="5612" y="6567"/>
                  </a:lnTo>
                  <a:lnTo>
                    <a:pt x="5466" y="6530"/>
                  </a:lnTo>
                  <a:lnTo>
                    <a:pt x="5319" y="6457"/>
                  </a:lnTo>
                  <a:lnTo>
                    <a:pt x="5209" y="6347"/>
                  </a:lnTo>
                  <a:lnTo>
                    <a:pt x="5135" y="6200"/>
                  </a:lnTo>
                  <a:lnTo>
                    <a:pt x="5099" y="6016"/>
                  </a:lnTo>
                  <a:lnTo>
                    <a:pt x="5135" y="5833"/>
                  </a:lnTo>
                  <a:lnTo>
                    <a:pt x="5172" y="5686"/>
                  </a:lnTo>
                  <a:lnTo>
                    <a:pt x="5356" y="5393"/>
                  </a:lnTo>
                  <a:lnTo>
                    <a:pt x="5759" y="4879"/>
                  </a:lnTo>
                  <a:lnTo>
                    <a:pt x="5906" y="4659"/>
                  </a:lnTo>
                  <a:lnTo>
                    <a:pt x="6016" y="4402"/>
                  </a:lnTo>
                  <a:lnTo>
                    <a:pt x="6126" y="4146"/>
                  </a:lnTo>
                  <a:lnTo>
                    <a:pt x="6163" y="3889"/>
                  </a:lnTo>
                  <a:lnTo>
                    <a:pt x="6163" y="3632"/>
                  </a:lnTo>
                  <a:lnTo>
                    <a:pt x="6163" y="3339"/>
                  </a:lnTo>
                  <a:lnTo>
                    <a:pt x="6089" y="3082"/>
                  </a:lnTo>
                  <a:lnTo>
                    <a:pt x="6016" y="2825"/>
                  </a:lnTo>
                  <a:lnTo>
                    <a:pt x="5832" y="2532"/>
                  </a:lnTo>
                  <a:lnTo>
                    <a:pt x="5576" y="2165"/>
                  </a:lnTo>
                  <a:lnTo>
                    <a:pt x="5429" y="2018"/>
                  </a:lnTo>
                  <a:lnTo>
                    <a:pt x="5282" y="1908"/>
                  </a:lnTo>
                  <a:lnTo>
                    <a:pt x="5099" y="1798"/>
                  </a:lnTo>
                  <a:lnTo>
                    <a:pt x="4915" y="1725"/>
                  </a:lnTo>
                  <a:lnTo>
                    <a:pt x="4915" y="1688"/>
                  </a:lnTo>
                  <a:lnTo>
                    <a:pt x="4915" y="1468"/>
                  </a:lnTo>
                  <a:lnTo>
                    <a:pt x="4989" y="1321"/>
                  </a:lnTo>
                  <a:lnTo>
                    <a:pt x="5062" y="1174"/>
                  </a:lnTo>
                  <a:lnTo>
                    <a:pt x="5172" y="1028"/>
                  </a:lnTo>
                  <a:lnTo>
                    <a:pt x="5319" y="918"/>
                  </a:lnTo>
                  <a:lnTo>
                    <a:pt x="5502" y="844"/>
                  </a:lnTo>
                  <a:lnTo>
                    <a:pt x="5686" y="808"/>
                  </a:lnTo>
                  <a:lnTo>
                    <a:pt x="5869" y="771"/>
                  </a:lnTo>
                  <a:lnTo>
                    <a:pt x="6016" y="771"/>
                  </a:lnTo>
                  <a:lnTo>
                    <a:pt x="6199" y="808"/>
                  </a:lnTo>
                  <a:lnTo>
                    <a:pt x="6529" y="918"/>
                  </a:lnTo>
                  <a:lnTo>
                    <a:pt x="7190" y="1211"/>
                  </a:lnTo>
                  <a:lnTo>
                    <a:pt x="7080" y="1321"/>
                  </a:lnTo>
                  <a:lnTo>
                    <a:pt x="7043" y="1431"/>
                  </a:lnTo>
                  <a:lnTo>
                    <a:pt x="7043" y="1541"/>
                  </a:lnTo>
                  <a:lnTo>
                    <a:pt x="7043" y="1651"/>
                  </a:lnTo>
                  <a:lnTo>
                    <a:pt x="7153" y="1871"/>
                  </a:lnTo>
                  <a:lnTo>
                    <a:pt x="7300" y="2018"/>
                  </a:lnTo>
                  <a:lnTo>
                    <a:pt x="7446" y="2165"/>
                  </a:lnTo>
                  <a:lnTo>
                    <a:pt x="7556" y="2275"/>
                  </a:lnTo>
                  <a:lnTo>
                    <a:pt x="7446" y="2495"/>
                  </a:lnTo>
                  <a:lnTo>
                    <a:pt x="7263" y="3045"/>
                  </a:lnTo>
                  <a:lnTo>
                    <a:pt x="7153" y="3265"/>
                  </a:lnTo>
                  <a:lnTo>
                    <a:pt x="7043" y="3485"/>
                  </a:lnTo>
                  <a:lnTo>
                    <a:pt x="6933" y="3705"/>
                  </a:lnTo>
                  <a:lnTo>
                    <a:pt x="6896" y="3926"/>
                  </a:lnTo>
                  <a:lnTo>
                    <a:pt x="6896" y="3999"/>
                  </a:lnTo>
                  <a:lnTo>
                    <a:pt x="6970" y="4036"/>
                  </a:lnTo>
                  <a:lnTo>
                    <a:pt x="7043" y="4072"/>
                  </a:lnTo>
                  <a:lnTo>
                    <a:pt x="7116" y="4036"/>
                  </a:lnTo>
                  <a:lnTo>
                    <a:pt x="7263" y="3889"/>
                  </a:lnTo>
                  <a:lnTo>
                    <a:pt x="7410" y="3705"/>
                  </a:lnTo>
                  <a:lnTo>
                    <a:pt x="7593" y="3265"/>
                  </a:lnTo>
                  <a:lnTo>
                    <a:pt x="7777" y="2715"/>
                  </a:lnTo>
                  <a:lnTo>
                    <a:pt x="7813" y="2458"/>
                  </a:lnTo>
                  <a:lnTo>
                    <a:pt x="7813" y="2422"/>
                  </a:lnTo>
                  <a:lnTo>
                    <a:pt x="8363" y="2678"/>
                  </a:lnTo>
                  <a:lnTo>
                    <a:pt x="8584" y="2862"/>
                  </a:lnTo>
                  <a:lnTo>
                    <a:pt x="8694" y="3009"/>
                  </a:lnTo>
                  <a:lnTo>
                    <a:pt x="8804" y="3155"/>
                  </a:lnTo>
                  <a:lnTo>
                    <a:pt x="8877" y="3302"/>
                  </a:lnTo>
                  <a:lnTo>
                    <a:pt x="8877" y="3449"/>
                  </a:lnTo>
                  <a:lnTo>
                    <a:pt x="8840" y="3595"/>
                  </a:lnTo>
                  <a:lnTo>
                    <a:pt x="8694" y="3705"/>
                  </a:lnTo>
                  <a:lnTo>
                    <a:pt x="8620" y="3779"/>
                  </a:lnTo>
                  <a:lnTo>
                    <a:pt x="8584" y="3852"/>
                  </a:lnTo>
                  <a:lnTo>
                    <a:pt x="8584" y="3926"/>
                  </a:lnTo>
                  <a:lnTo>
                    <a:pt x="8620" y="3999"/>
                  </a:lnTo>
                  <a:lnTo>
                    <a:pt x="8657" y="4072"/>
                  </a:lnTo>
                  <a:lnTo>
                    <a:pt x="8730" y="4109"/>
                  </a:lnTo>
                  <a:lnTo>
                    <a:pt x="8840" y="4109"/>
                  </a:lnTo>
                  <a:lnTo>
                    <a:pt x="8914" y="4072"/>
                  </a:lnTo>
                  <a:lnTo>
                    <a:pt x="9097" y="3926"/>
                  </a:lnTo>
                  <a:lnTo>
                    <a:pt x="9207" y="3779"/>
                  </a:lnTo>
                  <a:lnTo>
                    <a:pt x="9281" y="3595"/>
                  </a:lnTo>
                  <a:lnTo>
                    <a:pt x="9281" y="3412"/>
                  </a:lnTo>
                  <a:lnTo>
                    <a:pt x="9281" y="3192"/>
                  </a:lnTo>
                  <a:lnTo>
                    <a:pt x="9207" y="3009"/>
                  </a:lnTo>
                  <a:lnTo>
                    <a:pt x="9097" y="2825"/>
                  </a:lnTo>
                  <a:lnTo>
                    <a:pt x="8987" y="2642"/>
                  </a:lnTo>
                  <a:lnTo>
                    <a:pt x="8804" y="2458"/>
                  </a:lnTo>
                  <a:lnTo>
                    <a:pt x="8584" y="2348"/>
                  </a:lnTo>
                  <a:lnTo>
                    <a:pt x="8107" y="2091"/>
                  </a:lnTo>
                  <a:lnTo>
                    <a:pt x="7887" y="1981"/>
                  </a:lnTo>
                  <a:lnTo>
                    <a:pt x="7593" y="1798"/>
                  </a:lnTo>
                  <a:lnTo>
                    <a:pt x="7446" y="1651"/>
                  </a:lnTo>
                  <a:lnTo>
                    <a:pt x="7373" y="1541"/>
                  </a:lnTo>
                  <a:lnTo>
                    <a:pt x="7336" y="1431"/>
                  </a:lnTo>
                  <a:lnTo>
                    <a:pt x="7373" y="1284"/>
                  </a:lnTo>
                  <a:lnTo>
                    <a:pt x="7483" y="1358"/>
                  </a:lnTo>
                  <a:lnTo>
                    <a:pt x="7556" y="1358"/>
                  </a:lnTo>
                  <a:lnTo>
                    <a:pt x="7593" y="1321"/>
                  </a:lnTo>
                  <a:lnTo>
                    <a:pt x="7630" y="1248"/>
                  </a:lnTo>
                  <a:lnTo>
                    <a:pt x="7703" y="1138"/>
                  </a:lnTo>
                  <a:lnTo>
                    <a:pt x="7813" y="954"/>
                  </a:lnTo>
                  <a:lnTo>
                    <a:pt x="7923" y="808"/>
                  </a:lnTo>
                  <a:lnTo>
                    <a:pt x="8107" y="698"/>
                  </a:lnTo>
                  <a:lnTo>
                    <a:pt x="8290" y="624"/>
                  </a:lnTo>
                  <a:lnTo>
                    <a:pt x="8474" y="588"/>
                  </a:lnTo>
                  <a:lnTo>
                    <a:pt x="8694" y="551"/>
                  </a:lnTo>
                  <a:lnTo>
                    <a:pt x="9060" y="514"/>
                  </a:lnTo>
                  <a:close/>
                  <a:moveTo>
                    <a:pt x="13279" y="9318"/>
                  </a:moveTo>
                  <a:lnTo>
                    <a:pt x="13426" y="9428"/>
                  </a:lnTo>
                  <a:lnTo>
                    <a:pt x="13426" y="9464"/>
                  </a:lnTo>
                  <a:lnTo>
                    <a:pt x="13352" y="9464"/>
                  </a:lnTo>
                  <a:lnTo>
                    <a:pt x="13242" y="9538"/>
                  </a:lnTo>
                  <a:lnTo>
                    <a:pt x="12985" y="9868"/>
                  </a:lnTo>
                  <a:lnTo>
                    <a:pt x="12692" y="10198"/>
                  </a:lnTo>
                  <a:lnTo>
                    <a:pt x="12362" y="10492"/>
                  </a:lnTo>
                  <a:lnTo>
                    <a:pt x="12032" y="10748"/>
                  </a:lnTo>
                  <a:lnTo>
                    <a:pt x="11445" y="11078"/>
                  </a:lnTo>
                  <a:lnTo>
                    <a:pt x="10858" y="11409"/>
                  </a:lnTo>
                  <a:lnTo>
                    <a:pt x="10638" y="11372"/>
                  </a:lnTo>
                  <a:lnTo>
                    <a:pt x="10418" y="11299"/>
                  </a:lnTo>
                  <a:lnTo>
                    <a:pt x="10234" y="11188"/>
                  </a:lnTo>
                  <a:lnTo>
                    <a:pt x="10051" y="11078"/>
                  </a:lnTo>
                  <a:lnTo>
                    <a:pt x="10491" y="11005"/>
                  </a:lnTo>
                  <a:lnTo>
                    <a:pt x="10895" y="10858"/>
                  </a:lnTo>
                  <a:lnTo>
                    <a:pt x="11298" y="10675"/>
                  </a:lnTo>
                  <a:lnTo>
                    <a:pt x="11702" y="10492"/>
                  </a:lnTo>
                  <a:lnTo>
                    <a:pt x="12142" y="10235"/>
                  </a:lnTo>
                  <a:lnTo>
                    <a:pt x="12545" y="9941"/>
                  </a:lnTo>
                  <a:lnTo>
                    <a:pt x="12912" y="9648"/>
                  </a:lnTo>
                  <a:lnTo>
                    <a:pt x="13279" y="9318"/>
                  </a:lnTo>
                  <a:close/>
                  <a:moveTo>
                    <a:pt x="13609" y="9648"/>
                  </a:moveTo>
                  <a:lnTo>
                    <a:pt x="13719" y="9795"/>
                  </a:lnTo>
                  <a:lnTo>
                    <a:pt x="13792" y="9978"/>
                  </a:lnTo>
                  <a:lnTo>
                    <a:pt x="13939" y="10345"/>
                  </a:lnTo>
                  <a:lnTo>
                    <a:pt x="13939" y="10602"/>
                  </a:lnTo>
                  <a:lnTo>
                    <a:pt x="13939" y="10858"/>
                  </a:lnTo>
                  <a:lnTo>
                    <a:pt x="13866" y="10968"/>
                  </a:lnTo>
                  <a:lnTo>
                    <a:pt x="13829" y="10932"/>
                  </a:lnTo>
                  <a:lnTo>
                    <a:pt x="13719" y="10932"/>
                  </a:lnTo>
                  <a:lnTo>
                    <a:pt x="13719" y="10968"/>
                  </a:lnTo>
                  <a:lnTo>
                    <a:pt x="13609" y="11188"/>
                  </a:lnTo>
                  <a:lnTo>
                    <a:pt x="12765" y="11299"/>
                  </a:lnTo>
                  <a:lnTo>
                    <a:pt x="12912" y="11188"/>
                  </a:lnTo>
                  <a:lnTo>
                    <a:pt x="13316" y="10895"/>
                  </a:lnTo>
                  <a:lnTo>
                    <a:pt x="13682" y="10565"/>
                  </a:lnTo>
                  <a:lnTo>
                    <a:pt x="13756" y="10492"/>
                  </a:lnTo>
                  <a:lnTo>
                    <a:pt x="13756" y="10381"/>
                  </a:lnTo>
                  <a:lnTo>
                    <a:pt x="13719" y="10308"/>
                  </a:lnTo>
                  <a:lnTo>
                    <a:pt x="13609" y="10271"/>
                  </a:lnTo>
                  <a:lnTo>
                    <a:pt x="13536" y="10271"/>
                  </a:lnTo>
                  <a:lnTo>
                    <a:pt x="13462" y="10308"/>
                  </a:lnTo>
                  <a:lnTo>
                    <a:pt x="13059" y="10638"/>
                  </a:lnTo>
                  <a:lnTo>
                    <a:pt x="12655" y="10968"/>
                  </a:lnTo>
                  <a:lnTo>
                    <a:pt x="12398" y="11152"/>
                  </a:lnTo>
                  <a:lnTo>
                    <a:pt x="12325" y="11225"/>
                  </a:lnTo>
                  <a:lnTo>
                    <a:pt x="12252" y="11372"/>
                  </a:lnTo>
                  <a:lnTo>
                    <a:pt x="11665" y="11409"/>
                  </a:lnTo>
                  <a:lnTo>
                    <a:pt x="11481" y="11445"/>
                  </a:lnTo>
                  <a:lnTo>
                    <a:pt x="11775" y="11299"/>
                  </a:lnTo>
                  <a:lnTo>
                    <a:pt x="12068" y="11115"/>
                  </a:lnTo>
                  <a:lnTo>
                    <a:pt x="12362" y="10932"/>
                  </a:lnTo>
                  <a:lnTo>
                    <a:pt x="12655" y="10748"/>
                  </a:lnTo>
                  <a:lnTo>
                    <a:pt x="12912" y="10492"/>
                  </a:lnTo>
                  <a:lnTo>
                    <a:pt x="13132" y="10271"/>
                  </a:lnTo>
                  <a:lnTo>
                    <a:pt x="13352" y="10015"/>
                  </a:lnTo>
                  <a:lnTo>
                    <a:pt x="13572" y="9721"/>
                  </a:lnTo>
                  <a:lnTo>
                    <a:pt x="13609" y="9648"/>
                  </a:lnTo>
                  <a:close/>
                  <a:moveTo>
                    <a:pt x="9060" y="1"/>
                  </a:moveTo>
                  <a:lnTo>
                    <a:pt x="8804" y="37"/>
                  </a:lnTo>
                  <a:lnTo>
                    <a:pt x="8547" y="37"/>
                  </a:lnTo>
                  <a:lnTo>
                    <a:pt x="8290" y="111"/>
                  </a:lnTo>
                  <a:lnTo>
                    <a:pt x="8033" y="184"/>
                  </a:lnTo>
                  <a:lnTo>
                    <a:pt x="7813" y="294"/>
                  </a:lnTo>
                  <a:lnTo>
                    <a:pt x="7593" y="441"/>
                  </a:lnTo>
                  <a:lnTo>
                    <a:pt x="7410" y="624"/>
                  </a:lnTo>
                  <a:lnTo>
                    <a:pt x="7300" y="844"/>
                  </a:lnTo>
                  <a:lnTo>
                    <a:pt x="6896" y="624"/>
                  </a:lnTo>
                  <a:lnTo>
                    <a:pt x="6493" y="441"/>
                  </a:lnTo>
                  <a:lnTo>
                    <a:pt x="6273" y="367"/>
                  </a:lnTo>
                  <a:lnTo>
                    <a:pt x="6053" y="331"/>
                  </a:lnTo>
                  <a:lnTo>
                    <a:pt x="5612" y="331"/>
                  </a:lnTo>
                  <a:lnTo>
                    <a:pt x="5392" y="404"/>
                  </a:lnTo>
                  <a:lnTo>
                    <a:pt x="5209" y="477"/>
                  </a:lnTo>
                  <a:lnTo>
                    <a:pt x="5025" y="588"/>
                  </a:lnTo>
                  <a:lnTo>
                    <a:pt x="4842" y="734"/>
                  </a:lnTo>
                  <a:lnTo>
                    <a:pt x="4695" y="881"/>
                  </a:lnTo>
                  <a:lnTo>
                    <a:pt x="4585" y="1064"/>
                  </a:lnTo>
                  <a:lnTo>
                    <a:pt x="4512" y="1248"/>
                  </a:lnTo>
                  <a:lnTo>
                    <a:pt x="4475" y="1468"/>
                  </a:lnTo>
                  <a:lnTo>
                    <a:pt x="4182" y="1505"/>
                  </a:lnTo>
                  <a:lnTo>
                    <a:pt x="3888" y="1541"/>
                  </a:lnTo>
                  <a:lnTo>
                    <a:pt x="3595" y="1651"/>
                  </a:lnTo>
                  <a:lnTo>
                    <a:pt x="3338" y="1798"/>
                  </a:lnTo>
                  <a:lnTo>
                    <a:pt x="3081" y="1945"/>
                  </a:lnTo>
                  <a:lnTo>
                    <a:pt x="2861" y="2091"/>
                  </a:lnTo>
                  <a:lnTo>
                    <a:pt x="2641" y="2312"/>
                  </a:lnTo>
                  <a:lnTo>
                    <a:pt x="2421" y="2532"/>
                  </a:lnTo>
                  <a:lnTo>
                    <a:pt x="2238" y="2788"/>
                  </a:lnTo>
                  <a:lnTo>
                    <a:pt x="2091" y="3082"/>
                  </a:lnTo>
                  <a:lnTo>
                    <a:pt x="1981" y="3155"/>
                  </a:lnTo>
                  <a:lnTo>
                    <a:pt x="1834" y="3229"/>
                  </a:lnTo>
                  <a:lnTo>
                    <a:pt x="1504" y="3375"/>
                  </a:lnTo>
                  <a:lnTo>
                    <a:pt x="1211" y="3559"/>
                  </a:lnTo>
                  <a:lnTo>
                    <a:pt x="954" y="3779"/>
                  </a:lnTo>
                  <a:lnTo>
                    <a:pt x="697" y="3999"/>
                  </a:lnTo>
                  <a:lnTo>
                    <a:pt x="477" y="4256"/>
                  </a:lnTo>
                  <a:lnTo>
                    <a:pt x="330" y="4512"/>
                  </a:lnTo>
                  <a:lnTo>
                    <a:pt x="183" y="4769"/>
                  </a:lnTo>
                  <a:lnTo>
                    <a:pt x="73" y="5063"/>
                  </a:lnTo>
                  <a:lnTo>
                    <a:pt x="37" y="5319"/>
                  </a:lnTo>
                  <a:lnTo>
                    <a:pt x="0" y="5613"/>
                  </a:lnTo>
                  <a:lnTo>
                    <a:pt x="0" y="5906"/>
                  </a:lnTo>
                  <a:lnTo>
                    <a:pt x="73" y="6200"/>
                  </a:lnTo>
                  <a:lnTo>
                    <a:pt x="183" y="6493"/>
                  </a:lnTo>
                  <a:lnTo>
                    <a:pt x="294" y="6713"/>
                  </a:lnTo>
                  <a:lnTo>
                    <a:pt x="440" y="6933"/>
                  </a:lnTo>
                  <a:lnTo>
                    <a:pt x="660" y="7117"/>
                  </a:lnTo>
                  <a:lnTo>
                    <a:pt x="880" y="7300"/>
                  </a:lnTo>
                  <a:lnTo>
                    <a:pt x="1064" y="7374"/>
                  </a:lnTo>
                  <a:lnTo>
                    <a:pt x="1027" y="7594"/>
                  </a:lnTo>
                  <a:lnTo>
                    <a:pt x="1027" y="7814"/>
                  </a:lnTo>
                  <a:lnTo>
                    <a:pt x="1064" y="8034"/>
                  </a:lnTo>
                  <a:lnTo>
                    <a:pt x="1101" y="8217"/>
                  </a:lnTo>
                  <a:lnTo>
                    <a:pt x="1174" y="8437"/>
                  </a:lnTo>
                  <a:lnTo>
                    <a:pt x="1284" y="8621"/>
                  </a:lnTo>
                  <a:lnTo>
                    <a:pt x="1431" y="8804"/>
                  </a:lnTo>
                  <a:lnTo>
                    <a:pt x="1614" y="8988"/>
                  </a:lnTo>
                  <a:lnTo>
                    <a:pt x="1797" y="9098"/>
                  </a:lnTo>
                  <a:lnTo>
                    <a:pt x="1981" y="9208"/>
                  </a:lnTo>
                  <a:lnTo>
                    <a:pt x="2201" y="9281"/>
                  </a:lnTo>
                  <a:lnTo>
                    <a:pt x="2421" y="9318"/>
                  </a:lnTo>
                  <a:lnTo>
                    <a:pt x="2641" y="9354"/>
                  </a:lnTo>
                  <a:lnTo>
                    <a:pt x="2861" y="9318"/>
                  </a:lnTo>
                  <a:lnTo>
                    <a:pt x="3081" y="9281"/>
                  </a:lnTo>
                  <a:lnTo>
                    <a:pt x="3301" y="9208"/>
                  </a:lnTo>
                  <a:lnTo>
                    <a:pt x="3375" y="9354"/>
                  </a:lnTo>
                  <a:lnTo>
                    <a:pt x="3448" y="9501"/>
                  </a:lnTo>
                  <a:lnTo>
                    <a:pt x="3595" y="9648"/>
                  </a:lnTo>
                  <a:lnTo>
                    <a:pt x="3742" y="9758"/>
                  </a:lnTo>
                  <a:lnTo>
                    <a:pt x="3925" y="9868"/>
                  </a:lnTo>
                  <a:lnTo>
                    <a:pt x="4108" y="9905"/>
                  </a:lnTo>
                  <a:lnTo>
                    <a:pt x="4292" y="9941"/>
                  </a:lnTo>
                  <a:lnTo>
                    <a:pt x="4475" y="9941"/>
                  </a:lnTo>
                  <a:lnTo>
                    <a:pt x="4842" y="9905"/>
                  </a:lnTo>
                  <a:lnTo>
                    <a:pt x="5246" y="9795"/>
                  </a:lnTo>
                  <a:lnTo>
                    <a:pt x="5686" y="9648"/>
                  </a:lnTo>
                  <a:lnTo>
                    <a:pt x="6163" y="9574"/>
                  </a:lnTo>
                  <a:lnTo>
                    <a:pt x="6603" y="9574"/>
                  </a:lnTo>
                  <a:lnTo>
                    <a:pt x="7080" y="9611"/>
                  </a:lnTo>
                  <a:lnTo>
                    <a:pt x="7446" y="9648"/>
                  </a:lnTo>
                  <a:lnTo>
                    <a:pt x="7630" y="9648"/>
                  </a:lnTo>
                  <a:lnTo>
                    <a:pt x="7813" y="9611"/>
                  </a:lnTo>
                  <a:lnTo>
                    <a:pt x="7960" y="9721"/>
                  </a:lnTo>
                  <a:lnTo>
                    <a:pt x="8143" y="9795"/>
                  </a:lnTo>
                  <a:lnTo>
                    <a:pt x="8327" y="9831"/>
                  </a:lnTo>
                  <a:lnTo>
                    <a:pt x="8547" y="9868"/>
                  </a:lnTo>
                  <a:lnTo>
                    <a:pt x="9024" y="9905"/>
                  </a:lnTo>
                  <a:lnTo>
                    <a:pt x="9391" y="9868"/>
                  </a:lnTo>
                  <a:lnTo>
                    <a:pt x="9501" y="9868"/>
                  </a:lnTo>
                  <a:lnTo>
                    <a:pt x="9354" y="10161"/>
                  </a:lnTo>
                  <a:lnTo>
                    <a:pt x="9317" y="10308"/>
                  </a:lnTo>
                  <a:lnTo>
                    <a:pt x="9281" y="10492"/>
                  </a:lnTo>
                  <a:lnTo>
                    <a:pt x="9317" y="10638"/>
                  </a:lnTo>
                  <a:lnTo>
                    <a:pt x="9354" y="10785"/>
                  </a:lnTo>
                  <a:lnTo>
                    <a:pt x="9464" y="11078"/>
                  </a:lnTo>
                  <a:lnTo>
                    <a:pt x="9647" y="11335"/>
                  </a:lnTo>
                  <a:lnTo>
                    <a:pt x="9831" y="11519"/>
                  </a:lnTo>
                  <a:lnTo>
                    <a:pt x="9977" y="11629"/>
                  </a:lnTo>
                  <a:lnTo>
                    <a:pt x="10198" y="11739"/>
                  </a:lnTo>
                  <a:lnTo>
                    <a:pt x="10381" y="11812"/>
                  </a:lnTo>
                  <a:lnTo>
                    <a:pt x="10821" y="11922"/>
                  </a:lnTo>
                  <a:lnTo>
                    <a:pt x="11298" y="11959"/>
                  </a:lnTo>
                  <a:lnTo>
                    <a:pt x="11775" y="11922"/>
                  </a:lnTo>
                  <a:lnTo>
                    <a:pt x="12215" y="11885"/>
                  </a:lnTo>
                  <a:lnTo>
                    <a:pt x="13095" y="11775"/>
                  </a:lnTo>
                  <a:lnTo>
                    <a:pt x="13939" y="11665"/>
                  </a:lnTo>
                  <a:lnTo>
                    <a:pt x="14343" y="11555"/>
                  </a:lnTo>
                  <a:lnTo>
                    <a:pt x="14746" y="11409"/>
                  </a:lnTo>
                  <a:lnTo>
                    <a:pt x="15076" y="11262"/>
                  </a:lnTo>
                  <a:lnTo>
                    <a:pt x="15370" y="11042"/>
                  </a:lnTo>
                  <a:lnTo>
                    <a:pt x="15626" y="10785"/>
                  </a:lnTo>
                  <a:lnTo>
                    <a:pt x="15847" y="10528"/>
                  </a:lnTo>
                  <a:lnTo>
                    <a:pt x="16030" y="10235"/>
                  </a:lnTo>
                  <a:lnTo>
                    <a:pt x="16213" y="9941"/>
                  </a:lnTo>
                  <a:lnTo>
                    <a:pt x="16360" y="9648"/>
                  </a:lnTo>
                  <a:lnTo>
                    <a:pt x="16433" y="9318"/>
                  </a:lnTo>
                  <a:lnTo>
                    <a:pt x="16507" y="8988"/>
                  </a:lnTo>
                  <a:lnTo>
                    <a:pt x="16543" y="8657"/>
                  </a:lnTo>
                  <a:lnTo>
                    <a:pt x="16507" y="8327"/>
                  </a:lnTo>
                  <a:lnTo>
                    <a:pt x="16470" y="7997"/>
                  </a:lnTo>
                  <a:lnTo>
                    <a:pt x="16690" y="7447"/>
                  </a:lnTo>
                  <a:lnTo>
                    <a:pt x="16837" y="6933"/>
                  </a:lnTo>
                  <a:lnTo>
                    <a:pt x="16910" y="6347"/>
                  </a:lnTo>
                  <a:lnTo>
                    <a:pt x="16910" y="5796"/>
                  </a:lnTo>
                  <a:lnTo>
                    <a:pt x="16837" y="5429"/>
                  </a:lnTo>
                  <a:lnTo>
                    <a:pt x="16727" y="5063"/>
                  </a:lnTo>
                  <a:lnTo>
                    <a:pt x="16654" y="4916"/>
                  </a:lnTo>
                  <a:lnTo>
                    <a:pt x="16543" y="4769"/>
                  </a:lnTo>
                  <a:lnTo>
                    <a:pt x="16397" y="4659"/>
                  </a:lnTo>
                  <a:lnTo>
                    <a:pt x="16250" y="4586"/>
                  </a:lnTo>
                  <a:lnTo>
                    <a:pt x="16250" y="4146"/>
                  </a:lnTo>
                  <a:lnTo>
                    <a:pt x="16177" y="3742"/>
                  </a:lnTo>
                  <a:lnTo>
                    <a:pt x="16030" y="3375"/>
                  </a:lnTo>
                  <a:lnTo>
                    <a:pt x="15773" y="3009"/>
                  </a:lnTo>
                  <a:lnTo>
                    <a:pt x="15626" y="2825"/>
                  </a:lnTo>
                  <a:lnTo>
                    <a:pt x="15443" y="2642"/>
                  </a:lnTo>
                  <a:lnTo>
                    <a:pt x="15223" y="2495"/>
                  </a:lnTo>
                  <a:lnTo>
                    <a:pt x="15003" y="2385"/>
                  </a:lnTo>
                  <a:lnTo>
                    <a:pt x="14746" y="2238"/>
                  </a:lnTo>
                  <a:lnTo>
                    <a:pt x="14526" y="2055"/>
                  </a:lnTo>
                  <a:lnTo>
                    <a:pt x="14379" y="1835"/>
                  </a:lnTo>
                  <a:lnTo>
                    <a:pt x="14233" y="1578"/>
                  </a:lnTo>
                  <a:lnTo>
                    <a:pt x="14123" y="1358"/>
                  </a:lnTo>
                  <a:lnTo>
                    <a:pt x="13976" y="1138"/>
                  </a:lnTo>
                  <a:lnTo>
                    <a:pt x="13829" y="991"/>
                  </a:lnTo>
                  <a:lnTo>
                    <a:pt x="13682" y="808"/>
                  </a:lnTo>
                  <a:lnTo>
                    <a:pt x="13499" y="698"/>
                  </a:lnTo>
                  <a:lnTo>
                    <a:pt x="13279" y="588"/>
                  </a:lnTo>
                  <a:lnTo>
                    <a:pt x="13059" y="514"/>
                  </a:lnTo>
                  <a:lnTo>
                    <a:pt x="12802" y="441"/>
                  </a:lnTo>
                  <a:lnTo>
                    <a:pt x="12362" y="441"/>
                  </a:lnTo>
                  <a:lnTo>
                    <a:pt x="11885" y="477"/>
                  </a:lnTo>
                  <a:lnTo>
                    <a:pt x="11408" y="588"/>
                  </a:lnTo>
                  <a:lnTo>
                    <a:pt x="10968" y="698"/>
                  </a:lnTo>
                  <a:lnTo>
                    <a:pt x="10821" y="514"/>
                  </a:lnTo>
                  <a:lnTo>
                    <a:pt x="10601" y="331"/>
                  </a:lnTo>
                  <a:lnTo>
                    <a:pt x="10381" y="221"/>
                  </a:lnTo>
                  <a:lnTo>
                    <a:pt x="10124" y="147"/>
                  </a:lnTo>
                  <a:lnTo>
                    <a:pt x="9867" y="74"/>
                  </a:lnTo>
                  <a:lnTo>
                    <a:pt x="9574" y="37"/>
                  </a:lnTo>
                  <a:lnTo>
                    <a:pt x="9060" y="1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31" name="Google Shape;319;p5">
              <a:extLst>
                <a:ext uri="{FF2B5EF4-FFF2-40B4-BE49-F238E27FC236}">
                  <a16:creationId xmlns:a16="http://schemas.microsoft.com/office/drawing/2014/main" id="{CB505A8C-98BC-44CF-A95C-A7197B43CAA2}"/>
                </a:ext>
              </a:extLst>
            </p:cNvPr>
            <p:cNvSpPr/>
            <p:nvPr/>
          </p:nvSpPr>
          <p:spPr>
            <a:xfrm>
              <a:off x="7121425" y="2437925"/>
              <a:ext cx="246700" cy="315500"/>
            </a:xfrm>
            <a:custGeom>
              <a:avLst/>
              <a:gdLst/>
              <a:ahLst/>
              <a:cxnLst/>
              <a:rect l="l" t="t" r="r" b="b"/>
              <a:pathLst>
                <a:path w="9868" h="12620" extrusionOk="0">
                  <a:moveTo>
                    <a:pt x="4182" y="661"/>
                  </a:moveTo>
                  <a:lnTo>
                    <a:pt x="4182" y="918"/>
                  </a:lnTo>
                  <a:lnTo>
                    <a:pt x="4182" y="1431"/>
                  </a:lnTo>
                  <a:lnTo>
                    <a:pt x="4145" y="2202"/>
                  </a:lnTo>
                  <a:lnTo>
                    <a:pt x="3925" y="2165"/>
                  </a:lnTo>
                  <a:lnTo>
                    <a:pt x="3962" y="2018"/>
                  </a:lnTo>
                  <a:lnTo>
                    <a:pt x="3962" y="1835"/>
                  </a:lnTo>
                  <a:lnTo>
                    <a:pt x="3889" y="1468"/>
                  </a:lnTo>
                  <a:lnTo>
                    <a:pt x="3852" y="1101"/>
                  </a:lnTo>
                  <a:lnTo>
                    <a:pt x="3889" y="918"/>
                  </a:lnTo>
                  <a:lnTo>
                    <a:pt x="3962" y="771"/>
                  </a:lnTo>
                  <a:lnTo>
                    <a:pt x="3999" y="698"/>
                  </a:lnTo>
                  <a:lnTo>
                    <a:pt x="4072" y="661"/>
                  </a:lnTo>
                  <a:close/>
                  <a:moveTo>
                    <a:pt x="1541" y="404"/>
                  </a:moveTo>
                  <a:lnTo>
                    <a:pt x="1578" y="441"/>
                  </a:lnTo>
                  <a:lnTo>
                    <a:pt x="1614" y="514"/>
                  </a:lnTo>
                  <a:lnTo>
                    <a:pt x="1614" y="1138"/>
                  </a:lnTo>
                  <a:lnTo>
                    <a:pt x="1688" y="2202"/>
                  </a:lnTo>
                  <a:lnTo>
                    <a:pt x="1284" y="2238"/>
                  </a:lnTo>
                  <a:lnTo>
                    <a:pt x="1211" y="2238"/>
                  </a:lnTo>
                  <a:lnTo>
                    <a:pt x="1211" y="1871"/>
                  </a:lnTo>
                  <a:lnTo>
                    <a:pt x="1174" y="1505"/>
                  </a:lnTo>
                  <a:lnTo>
                    <a:pt x="1211" y="1211"/>
                  </a:lnTo>
                  <a:lnTo>
                    <a:pt x="1248" y="954"/>
                  </a:lnTo>
                  <a:lnTo>
                    <a:pt x="1358" y="404"/>
                  </a:lnTo>
                  <a:close/>
                  <a:moveTo>
                    <a:pt x="3815" y="2678"/>
                  </a:moveTo>
                  <a:lnTo>
                    <a:pt x="4439" y="2715"/>
                  </a:lnTo>
                  <a:lnTo>
                    <a:pt x="5026" y="2789"/>
                  </a:lnTo>
                  <a:lnTo>
                    <a:pt x="5026" y="2825"/>
                  </a:lnTo>
                  <a:lnTo>
                    <a:pt x="5136" y="3485"/>
                  </a:lnTo>
                  <a:lnTo>
                    <a:pt x="3925" y="3559"/>
                  </a:lnTo>
                  <a:lnTo>
                    <a:pt x="2678" y="3632"/>
                  </a:lnTo>
                  <a:lnTo>
                    <a:pt x="1358" y="3669"/>
                  </a:lnTo>
                  <a:lnTo>
                    <a:pt x="917" y="3706"/>
                  </a:lnTo>
                  <a:lnTo>
                    <a:pt x="477" y="3742"/>
                  </a:lnTo>
                  <a:lnTo>
                    <a:pt x="441" y="3229"/>
                  </a:lnTo>
                  <a:lnTo>
                    <a:pt x="441" y="2972"/>
                  </a:lnTo>
                  <a:lnTo>
                    <a:pt x="404" y="2862"/>
                  </a:lnTo>
                  <a:lnTo>
                    <a:pt x="331" y="2752"/>
                  </a:lnTo>
                  <a:lnTo>
                    <a:pt x="587" y="2789"/>
                  </a:lnTo>
                  <a:lnTo>
                    <a:pt x="807" y="2789"/>
                  </a:lnTo>
                  <a:lnTo>
                    <a:pt x="1284" y="2752"/>
                  </a:lnTo>
                  <a:lnTo>
                    <a:pt x="1945" y="2678"/>
                  </a:lnTo>
                  <a:close/>
                  <a:moveTo>
                    <a:pt x="4916" y="3999"/>
                  </a:moveTo>
                  <a:lnTo>
                    <a:pt x="4989" y="4072"/>
                  </a:lnTo>
                  <a:lnTo>
                    <a:pt x="5136" y="4109"/>
                  </a:lnTo>
                  <a:lnTo>
                    <a:pt x="5209" y="4072"/>
                  </a:lnTo>
                  <a:lnTo>
                    <a:pt x="5246" y="4623"/>
                  </a:lnTo>
                  <a:lnTo>
                    <a:pt x="5209" y="5173"/>
                  </a:lnTo>
                  <a:lnTo>
                    <a:pt x="5173" y="5430"/>
                  </a:lnTo>
                  <a:lnTo>
                    <a:pt x="5099" y="5723"/>
                  </a:lnTo>
                  <a:lnTo>
                    <a:pt x="4989" y="5980"/>
                  </a:lnTo>
                  <a:lnTo>
                    <a:pt x="4806" y="6200"/>
                  </a:lnTo>
                  <a:lnTo>
                    <a:pt x="4659" y="6310"/>
                  </a:lnTo>
                  <a:lnTo>
                    <a:pt x="4476" y="6420"/>
                  </a:lnTo>
                  <a:lnTo>
                    <a:pt x="4292" y="6457"/>
                  </a:lnTo>
                  <a:lnTo>
                    <a:pt x="4072" y="6493"/>
                  </a:lnTo>
                  <a:lnTo>
                    <a:pt x="3632" y="6530"/>
                  </a:lnTo>
                  <a:lnTo>
                    <a:pt x="3265" y="6567"/>
                  </a:lnTo>
                  <a:lnTo>
                    <a:pt x="2605" y="6567"/>
                  </a:lnTo>
                  <a:lnTo>
                    <a:pt x="2642" y="6493"/>
                  </a:lnTo>
                  <a:lnTo>
                    <a:pt x="2678" y="6383"/>
                  </a:lnTo>
                  <a:lnTo>
                    <a:pt x="2788" y="6310"/>
                  </a:lnTo>
                  <a:lnTo>
                    <a:pt x="2825" y="6273"/>
                  </a:lnTo>
                  <a:lnTo>
                    <a:pt x="2825" y="6237"/>
                  </a:lnTo>
                  <a:lnTo>
                    <a:pt x="2788" y="6200"/>
                  </a:lnTo>
                  <a:lnTo>
                    <a:pt x="2715" y="6200"/>
                  </a:lnTo>
                  <a:lnTo>
                    <a:pt x="2605" y="6237"/>
                  </a:lnTo>
                  <a:lnTo>
                    <a:pt x="2458" y="6310"/>
                  </a:lnTo>
                  <a:lnTo>
                    <a:pt x="2348" y="6420"/>
                  </a:lnTo>
                  <a:lnTo>
                    <a:pt x="2311" y="6567"/>
                  </a:lnTo>
                  <a:lnTo>
                    <a:pt x="1724" y="6493"/>
                  </a:lnTo>
                  <a:lnTo>
                    <a:pt x="1541" y="6457"/>
                  </a:lnTo>
                  <a:lnTo>
                    <a:pt x="1688" y="6420"/>
                  </a:lnTo>
                  <a:lnTo>
                    <a:pt x="2055" y="6383"/>
                  </a:lnTo>
                  <a:lnTo>
                    <a:pt x="2201" y="6310"/>
                  </a:lnTo>
                  <a:lnTo>
                    <a:pt x="2275" y="6237"/>
                  </a:lnTo>
                  <a:lnTo>
                    <a:pt x="2311" y="6163"/>
                  </a:lnTo>
                  <a:lnTo>
                    <a:pt x="2311" y="6090"/>
                  </a:lnTo>
                  <a:lnTo>
                    <a:pt x="2275" y="6016"/>
                  </a:lnTo>
                  <a:lnTo>
                    <a:pt x="2238" y="5980"/>
                  </a:lnTo>
                  <a:lnTo>
                    <a:pt x="2201" y="5943"/>
                  </a:lnTo>
                  <a:lnTo>
                    <a:pt x="2055" y="5943"/>
                  </a:lnTo>
                  <a:lnTo>
                    <a:pt x="1981" y="6016"/>
                  </a:lnTo>
                  <a:lnTo>
                    <a:pt x="1798" y="6053"/>
                  </a:lnTo>
                  <a:lnTo>
                    <a:pt x="1394" y="6127"/>
                  </a:lnTo>
                  <a:lnTo>
                    <a:pt x="1138" y="6200"/>
                  </a:lnTo>
                  <a:lnTo>
                    <a:pt x="917" y="6273"/>
                  </a:lnTo>
                  <a:lnTo>
                    <a:pt x="807" y="6200"/>
                  </a:lnTo>
                  <a:lnTo>
                    <a:pt x="697" y="6127"/>
                  </a:lnTo>
                  <a:lnTo>
                    <a:pt x="661" y="5980"/>
                  </a:lnTo>
                  <a:lnTo>
                    <a:pt x="624" y="5870"/>
                  </a:lnTo>
                  <a:lnTo>
                    <a:pt x="624" y="5870"/>
                  </a:lnTo>
                  <a:lnTo>
                    <a:pt x="844" y="5906"/>
                  </a:lnTo>
                  <a:lnTo>
                    <a:pt x="1504" y="5906"/>
                  </a:lnTo>
                  <a:lnTo>
                    <a:pt x="1724" y="5870"/>
                  </a:lnTo>
                  <a:lnTo>
                    <a:pt x="1945" y="5833"/>
                  </a:lnTo>
                  <a:lnTo>
                    <a:pt x="1981" y="5796"/>
                  </a:lnTo>
                  <a:lnTo>
                    <a:pt x="2018" y="5760"/>
                  </a:lnTo>
                  <a:lnTo>
                    <a:pt x="2055" y="5650"/>
                  </a:lnTo>
                  <a:lnTo>
                    <a:pt x="1981" y="5540"/>
                  </a:lnTo>
                  <a:lnTo>
                    <a:pt x="1945" y="5503"/>
                  </a:lnTo>
                  <a:lnTo>
                    <a:pt x="1504" y="5503"/>
                  </a:lnTo>
                  <a:lnTo>
                    <a:pt x="1101" y="5540"/>
                  </a:lnTo>
                  <a:lnTo>
                    <a:pt x="844" y="5576"/>
                  </a:lnTo>
                  <a:lnTo>
                    <a:pt x="587" y="5576"/>
                  </a:lnTo>
                  <a:lnTo>
                    <a:pt x="587" y="5356"/>
                  </a:lnTo>
                  <a:lnTo>
                    <a:pt x="734" y="5430"/>
                  </a:lnTo>
                  <a:lnTo>
                    <a:pt x="881" y="5466"/>
                  </a:lnTo>
                  <a:lnTo>
                    <a:pt x="1211" y="5466"/>
                  </a:lnTo>
                  <a:lnTo>
                    <a:pt x="1541" y="5393"/>
                  </a:lnTo>
                  <a:lnTo>
                    <a:pt x="1835" y="5246"/>
                  </a:lnTo>
                  <a:lnTo>
                    <a:pt x="1871" y="5173"/>
                  </a:lnTo>
                  <a:lnTo>
                    <a:pt x="1908" y="5099"/>
                  </a:lnTo>
                  <a:lnTo>
                    <a:pt x="1908" y="5026"/>
                  </a:lnTo>
                  <a:lnTo>
                    <a:pt x="1871" y="4953"/>
                  </a:lnTo>
                  <a:lnTo>
                    <a:pt x="1835" y="4916"/>
                  </a:lnTo>
                  <a:lnTo>
                    <a:pt x="1761" y="4879"/>
                  </a:lnTo>
                  <a:lnTo>
                    <a:pt x="1724" y="4879"/>
                  </a:lnTo>
                  <a:lnTo>
                    <a:pt x="1614" y="4916"/>
                  </a:lnTo>
                  <a:lnTo>
                    <a:pt x="1358" y="5026"/>
                  </a:lnTo>
                  <a:lnTo>
                    <a:pt x="1101" y="5099"/>
                  </a:lnTo>
                  <a:lnTo>
                    <a:pt x="844" y="5099"/>
                  </a:lnTo>
                  <a:lnTo>
                    <a:pt x="551" y="5063"/>
                  </a:lnTo>
                  <a:lnTo>
                    <a:pt x="551" y="4916"/>
                  </a:lnTo>
                  <a:lnTo>
                    <a:pt x="844" y="4879"/>
                  </a:lnTo>
                  <a:lnTo>
                    <a:pt x="1138" y="4879"/>
                  </a:lnTo>
                  <a:lnTo>
                    <a:pt x="1724" y="4769"/>
                  </a:lnTo>
                  <a:lnTo>
                    <a:pt x="1908" y="4696"/>
                  </a:lnTo>
                  <a:lnTo>
                    <a:pt x="2091" y="4586"/>
                  </a:lnTo>
                  <a:lnTo>
                    <a:pt x="2128" y="4513"/>
                  </a:lnTo>
                  <a:lnTo>
                    <a:pt x="2165" y="4439"/>
                  </a:lnTo>
                  <a:lnTo>
                    <a:pt x="2128" y="4329"/>
                  </a:lnTo>
                  <a:lnTo>
                    <a:pt x="2055" y="4256"/>
                  </a:lnTo>
                  <a:lnTo>
                    <a:pt x="1945" y="4182"/>
                  </a:lnTo>
                  <a:lnTo>
                    <a:pt x="1871" y="4182"/>
                  </a:lnTo>
                  <a:lnTo>
                    <a:pt x="1835" y="4219"/>
                  </a:lnTo>
                  <a:lnTo>
                    <a:pt x="1761" y="4256"/>
                  </a:lnTo>
                  <a:lnTo>
                    <a:pt x="1724" y="4329"/>
                  </a:lnTo>
                  <a:lnTo>
                    <a:pt x="1468" y="4403"/>
                  </a:lnTo>
                  <a:lnTo>
                    <a:pt x="991" y="4476"/>
                  </a:lnTo>
                  <a:lnTo>
                    <a:pt x="551" y="4586"/>
                  </a:lnTo>
                  <a:lnTo>
                    <a:pt x="514" y="4146"/>
                  </a:lnTo>
                  <a:lnTo>
                    <a:pt x="1358" y="4146"/>
                  </a:lnTo>
                  <a:lnTo>
                    <a:pt x="2678" y="4109"/>
                  </a:lnTo>
                  <a:lnTo>
                    <a:pt x="3815" y="4072"/>
                  </a:lnTo>
                  <a:lnTo>
                    <a:pt x="4916" y="3999"/>
                  </a:lnTo>
                  <a:close/>
                  <a:moveTo>
                    <a:pt x="1211" y="1"/>
                  </a:moveTo>
                  <a:lnTo>
                    <a:pt x="1101" y="37"/>
                  </a:lnTo>
                  <a:lnTo>
                    <a:pt x="1028" y="147"/>
                  </a:lnTo>
                  <a:lnTo>
                    <a:pt x="881" y="771"/>
                  </a:lnTo>
                  <a:lnTo>
                    <a:pt x="807" y="1395"/>
                  </a:lnTo>
                  <a:lnTo>
                    <a:pt x="807" y="1835"/>
                  </a:lnTo>
                  <a:lnTo>
                    <a:pt x="807" y="2092"/>
                  </a:lnTo>
                  <a:lnTo>
                    <a:pt x="881" y="2312"/>
                  </a:lnTo>
                  <a:lnTo>
                    <a:pt x="551" y="2385"/>
                  </a:lnTo>
                  <a:lnTo>
                    <a:pt x="367" y="2458"/>
                  </a:lnTo>
                  <a:lnTo>
                    <a:pt x="221" y="2568"/>
                  </a:lnTo>
                  <a:lnTo>
                    <a:pt x="184" y="2605"/>
                  </a:lnTo>
                  <a:lnTo>
                    <a:pt x="147" y="2678"/>
                  </a:lnTo>
                  <a:lnTo>
                    <a:pt x="37" y="2825"/>
                  </a:lnTo>
                  <a:lnTo>
                    <a:pt x="37" y="3009"/>
                  </a:lnTo>
                  <a:lnTo>
                    <a:pt x="37" y="3375"/>
                  </a:lnTo>
                  <a:lnTo>
                    <a:pt x="37" y="3852"/>
                  </a:lnTo>
                  <a:lnTo>
                    <a:pt x="37" y="3889"/>
                  </a:lnTo>
                  <a:lnTo>
                    <a:pt x="0" y="3962"/>
                  </a:lnTo>
                  <a:lnTo>
                    <a:pt x="37" y="4072"/>
                  </a:lnTo>
                  <a:lnTo>
                    <a:pt x="74" y="4439"/>
                  </a:lnTo>
                  <a:lnTo>
                    <a:pt x="110" y="5540"/>
                  </a:lnTo>
                  <a:lnTo>
                    <a:pt x="110" y="5943"/>
                  </a:lnTo>
                  <a:lnTo>
                    <a:pt x="184" y="6127"/>
                  </a:lnTo>
                  <a:lnTo>
                    <a:pt x="257" y="6310"/>
                  </a:lnTo>
                  <a:lnTo>
                    <a:pt x="367" y="6457"/>
                  </a:lnTo>
                  <a:lnTo>
                    <a:pt x="477" y="6567"/>
                  </a:lnTo>
                  <a:lnTo>
                    <a:pt x="624" y="6677"/>
                  </a:lnTo>
                  <a:lnTo>
                    <a:pt x="771" y="6750"/>
                  </a:lnTo>
                  <a:lnTo>
                    <a:pt x="1101" y="6860"/>
                  </a:lnTo>
                  <a:lnTo>
                    <a:pt x="1468" y="6934"/>
                  </a:lnTo>
                  <a:lnTo>
                    <a:pt x="2091" y="7007"/>
                  </a:lnTo>
                  <a:lnTo>
                    <a:pt x="2678" y="7044"/>
                  </a:lnTo>
                  <a:lnTo>
                    <a:pt x="2605" y="7264"/>
                  </a:lnTo>
                  <a:lnTo>
                    <a:pt x="2605" y="7484"/>
                  </a:lnTo>
                  <a:lnTo>
                    <a:pt x="2605" y="7887"/>
                  </a:lnTo>
                  <a:lnTo>
                    <a:pt x="2605" y="8548"/>
                  </a:lnTo>
                  <a:lnTo>
                    <a:pt x="2678" y="9208"/>
                  </a:lnTo>
                  <a:lnTo>
                    <a:pt x="2825" y="10455"/>
                  </a:lnTo>
                  <a:lnTo>
                    <a:pt x="3045" y="11665"/>
                  </a:lnTo>
                  <a:lnTo>
                    <a:pt x="3118" y="11922"/>
                  </a:lnTo>
                  <a:lnTo>
                    <a:pt x="3228" y="12106"/>
                  </a:lnTo>
                  <a:lnTo>
                    <a:pt x="3375" y="12252"/>
                  </a:lnTo>
                  <a:lnTo>
                    <a:pt x="3595" y="12399"/>
                  </a:lnTo>
                  <a:lnTo>
                    <a:pt x="3779" y="12472"/>
                  </a:lnTo>
                  <a:lnTo>
                    <a:pt x="3999" y="12546"/>
                  </a:lnTo>
                  <a:lnTo>
                    <a:pt x="4476" y="12619"/>
                  </a:lnTo>
                  <a:lnTo>
                    <a:pt x="4732" y="12582"/>
                  </a:lnTo>
                  <a:lnTo>
                    <a:pt x="4952" y="12509"/>
                  </a:lnTo>
                  <a:lnTo>
                    <a:pt x="5136" y="12399"/>
                  </a:lnTo>
                  <a:lnTo>
                    <a:pt x="5283" y="12216"/>
                  </a:lnTo>
                  <a:lnTo>
                    <a:pt x="5429" y="12032"/>
                  </a:lnTo>
                  <a:lnTo>
                    <a:pt x="5503" y="11812"/>
                  </a:lnTo>
                  <a:lnTo>
                    <a:pt x="5576" y="11592"/>
                  </a:lnTo>
                  <a:lnTo>
                    <a:pt x="5613" y="11372"/>
                  </a:lnTo>
                  <a:lnTo>
                    <a:pt x="5613" y="11079"/>
                  </a:lnTo>
                  <a:lnTo>
                    <a:pt x="5613" y="10785"/>
                  </a:lnTo>
                  <a:lnTo>
                    <a:pt x="5539" y="10162"/>
                  </a:lnTo>
                  <a:lnTo>
                    <a:pt x="5539" y="9538"/>
                  </a:lnTo>
                  <a:lnTo>
                    <a:pt x="5649" y="8951"/>
                  </a:lnTo>
                  <a:lnTo>
                    <a:pt x="5723" y="8658"/>
                  </a:lnTo>
                  <a:lnTo>
                    <a:pt x="5833" y="8364"/>
                  </a:lnTo>
                  <a:lnTo>
                    <a:pt x="5980" y="8071"/>
                  </a:lnTo>
                  <a:lnTo>
                    <a:pt x="6090" y="7961"/>
                  </a:lnTo>
                  <a:lnTo>
                    <a:pt x="6200" y="7851"/>
                  </a:lnTo>
                  <a:lnTo>
                    <a:pt x="6273" y="7814"/>
                  </a:lnTo>
                  <a:lnTo>
                    <a:pt x="6310" y="7814"/>
                  </a:lnTo>
                  <a:lnTo>
                    <a:pt x="6456" y="7887"/>
                  </a:lnTo>
                  <a:lnTo>
                    <a:pt x="6530" y="7997"/>
                  </a:lnTo>
                  <a:lnTo>
                    <a:pt x="6603" y="8144"/>
                  </a:lnTo>
                  <a:lnTo>
                    <a:pt x="6640" y="8291"/>
                  </a:lnTo>
                  <a:lnTo>
                    <a:pt x="6603" y="8474"/>
                  </a:lnTo>
                  <a:lnTo>
                    <a:pt x="6566" y="8804"/>
                  </a:lnTo>
                  <a:lnTo>
                    <a:pt x="6530" y="9208"/>
                  </a:lnTo>
                  <a:lnTo>
                    <a:pt x="6566" y="9428"/>
                  </a:lnTo>
                  <a:lnTo>
                    <a:pt x="6603" y="9648"/>
                  </a:lnTo>
                  <a:lnTo>
                    <a:pt x="6676" y="9868"/>
                  </a:lnTo>
                  <a:lnTo>
                    <a:pt x="6787" y="10051"/>
                  </a:lnTo>
                  <a:lnTo>
                    <a:pt x="6970" y="10162"/>
                  </a:lnTo>
                  <a:lnTo>
                    <a:pt x="7153" y="10272"/>
                  </a:lnTo>
                  <a:lnTo>
                    <a:pt x="7447" y="10345"/>
                  </a:lnTo>
                  <a:lnTo>
                    <a:pt x="7777" y="10382"/>
                  </a:lnTo>
                  <a:lnTo>
                    <a:pt x="8437" y="10382"/>
                  </a:lnTo>
                  <a:lnTo>
                    <a:pt x="9061" y="10308"/>
                  </a:lnTo>
                  <a:lnTo>
                    <a:pt x="9684" y="10162"/>
                  </a:lnTo>
                  <a:lnTo>
                    <a:pt x="9758" y="10125"/>
                  </a:lnTo>
                  <a:lnTo>
                    <a:pt x="9831" y="10051"/>
                  </a:lnTo>
                  <a:lnTo>
                    <a:pt x="9868" y="9941"/>
                  </a:lnTo>
                  <a:lnTo>
                    <a:pt x="9831" y="9868"/>
                  </a:lnTo>
                  <a:lnTo>
                    <a:pt x="9794" y="9758"/>
                  </a:lnTo>
                  <a:lnTo>
                    <a:pt x="9721" y="9685"/>
                  </a:lnTo>
                  <a:lnTo>
                    <a:pt x="9648" y="9648"/>
                  </a:lnTo>
                  <a:lnTo>
                    <a:pt x="9538" y="9648"/>
                  </a:lnTo>
                  <a:lnTo>
                    <a:pt x="8951" y="9758"/>
                  </a:lnTo>
                  <a:lnTo>
                    <a:pt x="8327" y="9831"/>
                  </a:lnTo>
                  <a:lnTo>
                    <a:pt x="7740" y="9831"/>
                  </a:lnTo>
                  <a:lnTo>
                    <a:pt x="7447" y="9795"/>
                  </a:lnTo>
                  <a:lnTo>
                    <a:pt x="7300" y="9721"/>
                  </a:lnTo>
                  <a:lnTo>
                    <a:pt x="7190" y="9648"/>
                  </a:lnTo>
                  <a:lnTo>
                    <a:pt x="7117" y="9575"/>
                  </a:lnTo>
                  <a:lnTo>
                    <a:pt x="7080" y="9465"/>
                  </a:lnTo>
                  <a:lnTo>
                    <a:pt x="7080" y="9208"/>
                  </a:lnTo>
                  <a:lnTo>
                    <a:pt x="7080" y="8914"/>
                  </a:lnTo>
                  <a:lnTo>
                    <a:pt x="7117" y="8694"/>
                  </a:lnTo>
                  <a:lnTo>
                    <a:pt x="7153" y="8474"/>
                  </a:lnTo>
                  <a:lnTo>
                    <a:pt x="7153" y="8254"/>
                  </a:lnTo>
                  <a:lnTo>
                    <a:pt x="7117" y="8034"/>
                  </a:lnTo>
                  <a:lnTo>
                    <a:pt x="7043" y="7851"/>
                  </a:lnTo>
                  <a:lnTo>
                    <a:pt x="6970" y="7667"/>
                  </a:lnTo>
                  <a:lnTo>
                    <a:pt x="6823" y="7520"/>
                  </a:lnTo>
                  <a:lnTo>
                    <a:pt x="6676" y="7410"/>
                  </a:lnTo>
                  <a:lnTo>
                    <a:pt x="6530" y="7337"/>
                  </a:lnTo>
                  <a:lnTo>
                    <a:pt x="6383" y="7300"/>
                  </a:lnTo>
                  <a:lnTo>
                    <a:pt x="6200" y="7300"/>
                  </a:lnTo>
                  <a:lnTo>
                    <a:pt x="6016" y="7337"/>
                  </a:lnTo>
                  <a:lnTo>
                    <a:pt x="5833" y="7447"/>
                  </a:lnTo>
                  <a:lnTo>
                    <a:pt x="5649" y="7594"/>
                  </a:lnTo>
                  <a:lnTo>
                    <a:pt x="5503" y="7814"/>
                  </a:lnTo>
                  <a:lnTo>
                    <a:pt x="5393" y="8034"/>
                  </a:lnTo>
                  <a:lnTo>
                    <a:pt x="5283" y="8291"/>
                  </a:lnTo>
                  <a:lnTo>
                    <a:pt x="5136" y="8768"/>
                  </a:lnTo>
                  <a:lnTo>
                    <a:pt x="5026" y="9281"/>
                  </a:lnTo>
                  <a:lnTo>
                    <a:pt x="4989" y="9795"/>
                  </a:lnTo>
                  <a:lnTo>
                    <a:pt x="5026" y="10308"/>
                  </a:lnTo>
                  <a:lnTo>
                    <a:pt x="5062" y="10858"/>
                  </a:lnTo>
                  <a:lnTo>
                    <a:pt x="5062" y="11372"/>
                  </a:lnTo>
                  <a:lnTo>
                    <a:pt x="5062" y="11519"/>
                  </a:lnTo>
                  <a:lnTo>
                    <a:pt x="5026" y="11665"/>
                  </a:lnTo>
                  <a:lnTo>
                    <a:pt x="4952" y="11775"/>
                  </a:lnTo>
                  <a:lnTo>
                    <a:pt x="4879" y="11886"/>
                  </a:lnTo>
                  <a:lnTo>
                    <a:pt x="4769" y="11959"/>
                  </a:lnTo>
                  <a:lnTo>
                    <a:pt x="4659" y="12032"/>
                  </a:lnTo>
                  <a:lnTo>
                    <a:pt x="4512" y="12069"/>
                  </a:lnTo>
                  <a:lnTo>
                    <a:pt x="4366" y="12069"/>
                  </a:lnTo>
                  <a:lnTo>
                    <a:pt x="4109" y="11996"/>
                  </a:lnTo>
                  <a:lnTo>
                    <a:pt x="3815" y="11922"/>
                  </a:lnTo>
                  <a:lnTo>
                    <a:pt x="3705" y="11849"/>
                  </a:lnTo>
                  <a:lnTo>
                    <a:pt x="3595" y="11739"/>
                  </a:lnTo>
                  <a:lnTo>
                    <a:pt x="3559" y="11592"/>
                  </a:lnTo>
                  <a:lnTo>
                    <a:pt x="3522" y="11445"/>
                  </a:lnTo>
                  <a:lnTo>
                    <a:pt x="3302" y="10272"/>
                  </a:lnTo>
                  <a:lnTo>
                    <a:pt x="3155" y="9061"/>
                  </a:lnTo>
                  <a:lnTo>
                    <a:pt x="3045" y="7887"/>
                  </a:lnTo>
                  <a:lnTo>
                    <a:pt x="3045" y="7484"/>
                  </a:lnTo>
                  <a:lnTo>
                    <a:pt x="3008" y="7264"/>
                  </a:lnTo>
                  <a:lnTo>
                    <a:pt x="2935" y="7044"/>
                  </a:lnTo>
                  <a:lnTo>
                    <a:pt x="3375" y="7044"/>
                  </a:lnTo>
                  <a:lnTo>
                    <a:pt x="3779" y="7007"/>
                  </a:lnTo>
                  <a:lnTo>
                    <a:pt x="4219" y="6970"/>
                  </a:lnTo>
                  <a:lnTo>
                    <a:pt x="4622" y="6860"/>
                  </a:lnTo>
                  <a:lnTo>
                    <a:pt x="4806" y="6787"/>
                  </a:lnTo>
                  <a:lnTo>
                    <a:pt x="4952" y="6677"/>
                  </a:lnTo>
                  <a:lnTo>
                    <a:pt x="5099" y="6603"/>
                  </a:lnTo>
                  <a:lnTo>
                    <a:pt x="5209" y="6493"/>
                  </a:lnTo>
                  <a:lnTo>
                    <a:pt x="5429" y="6200"/>
                  </a:lnTo>
                  <a:lnTo>
                    <a:pt x="5539" y="5906"/>
                  </a:lnTo>
                  <a:lnTo>
                    <a:pt x="5649" y="5576"/>
                  </a:lnTo>
                  <a:lnTo>
                    <a:pt x="5723" y="5210"/>
                  </a:lnTo>
                  <a:lnTo>
                    <a:pt x="5723" y="4806"/>
                  </a:lnTo>
                  <a:lnTo>
                    <a:pt x="5686" y="4036"/>
                  </a:lnTo>
                  <a:lnTo>
                    <a:pt x="5649" y="3559"/>
                  </a:lnTo>
                  <a:lnTo>
                    <a:pt x="5576" y="3082"/>
                  </a:lnTo>
                  <a:lnTo>
                    <a:pt x="5539" y="2789"/>
                  </a:lnTo>
                  <a:lnTo>
                    <a:pt x="5503" y="2678"/>
                  </a:lnTo>
                  <a:lnTo>
                    <a:pt x="5466" y="2568"/>
                  </a:lnTo>
                  <a:lnTo>
                    <a:pt x="5429" y="2422"/>
                  </a:lnTo>
                  <a:lnTo>
                    <a:pt x="5356" y="2348"/>
                  </a:lnTo>
                  <a:lnTo>
                    <a:pt x="5173" y="2238"/>
                  </a:lnTo>
                  <a:lnTo>
                    <a:pt x="5026" y="2202"/>
                  </a:lnTo>
                  <a:lnTo>
                    <a:pt x="4916" y="2202"/>
                  </a:lnTo>
                  <a:lnTo>
                    <a:pt x="4879" y="2238"/>
                  </a:lnTo>
                  <a:lnTo>
                    <a:pt x="4586" y="2238"/>
                  </a:lnTo>
                  <a:lnTo>
                    <a:pt x="4622" y="808"/>
                  </a:lnTo>
                  <a:lnTo>
                    <a:pt x="4586" y="551"/>
                  </a:lnTo>
                  <a:lnTo>
                    <a:pt x="4549" y="441"/>
                  </a:lnTo>
                  <a:lnTo>
                    <a:pt x="4512" y="331"/>
                  </a:lnTo>
                  <a:lnTo>
                    <a:pt x="4439" y="258"/>
                  </a:lnTo>
                  <a:lnTo>
                    <a:pt x="4329" y="221"/>
                  </a:lnTo>
                  <a:lnTo>
                    <a:pt x="4219" y="184"/>
                  </a:lnTo>
                  <a:lnTo>
                    <a:pt x="4072" y="221"/>
                  </a:lnTo>
                  <a:lnTo>
                    <a:pt x="3815" y="331"/>
                  </a:lnTo>
                  <a:lnTo>
                    <a:pt x="3705" y="404"/>
                  </a:lnTo>
                  <a:lnTo>
                    <a:pt x="3632" y="514"/>
                  </a:lnTo>
                  <a:lnTo>
                    <a:pt x="3522" y="734"/>
                  </a:lnTo>
                  <a:lnTo>
                    <a:pt x="3449" y="991"/>
                  </a:lnTo>
                  <a:lnTo>
                    <a:pt x="3485" y="1321"/>
                  </a:lnTo>
                  <a:lnTo>
                    <a:pt x="3522" y="1651"/>
                  </a:lnTo>
                  <a:lnTo>
                    <a:pt x="3559" y="1908"/>
                  </a:lnTo>
                  <a:lnTo>
                    <a:pt x="3669" y="2165"/>
                  </a:lnTo>
                  <a:lnTo>
                    <a:pt x="2091" y="2165"/>
                  </a:lnTo>
                  <a:lnTo>
                    <a:pt x="2055" y="1358"/>
                  </a:lnTo>
                  <a:lnTo>
                    <a:pt x="2018" y="514"/>
                  </a:lnTo>
                  <a:lnTo>
                    <a:pt x="2018" y="368"/>
                  </a:lnTo>
                  <a:lnTo>
                    <a:pt x="1945" y="221"/>
                  </a:lnTo>
                  <a:lnTo>
                    <a:pt x="1871" y="147"/>
                  </a:lnTo>
                  <a:lnTo>
                    <a:pt x="1761" y="74"/>
                  </a:lnTo>
                  <a:lnTo>
                    <a:pt x="1651" y="37"/>
                  </a:lnTo>
                  <a:lnTo>
                    <a:pt x="1504" y="1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32" name="Google Shape;320;p5">
              <a:extLst>
                <a:ext uri="{FF2B5EF4-FFF2-40B4-BE49-F238E27FC236}">
                  <a16:creationId xmlns:a16="http://schemas.microsoft.com/office/drawing/2014/main" id="{471D8FE8-A12A-43CA-AD67-3BCF9DCD5F6A}"/>
                </a:ext>
              </a:extLst>
            </p:cNvPr>
            <p:cNvSpPr/>
            <p:nvPr/>
          </p:nvSpPr>
          <p:spPr>
            <a:xfrm>
              <a:off x="6062250" y="3853825"/>
              <a:ext cx="332900" cy="376025"/>
            </a:xfrm>
            <a:custGeom>
              <a:avLst/>
              <a:gdLst/>
              <a:ahLst/>
              <a:cxnLst/>
              <a:rect l="l" t="t" r="r" b="b"/>
              <a:pathLst>
                <a:path w="13316" h="15041" extrusionOk="0">
                  <a:moveTo>
                    <a:pt x="5466" y="1"/>
                  </a:moveTo>
                  <a:lnTo>
                    <a:pt x="5466" y="38"/>
                  </a:lnTo>
                  <a:lnTo>
                    <a:pt x="5576" y="1248"/>
                  </a:lnTo>
                  <a:lnTo>
                    <a:pt x="5612" y="1321"/>
                  </a:lnTo>
                  <a:lnTo>
                    <a:pt x="5649" y="1395"/>
                  </a:lnTo>
                  <a:lnTo>
                    <a:pt x="5759" y="1431"/>
                  </a:lnTo>
                  <a:lnTo>
                    <a:pt x="5833" y="1395"/>
                  </a:lnTo>
                  <a:lnTo>
                    <a:pt x="6713" y="881"/>
                  </a:lnTo>
                  <a:lnTo>
                    <a:pt x="6713" y="881"/>
                  </a:lnTo>
                  <a:lnTo>
                    <a:pt x="6640" y="1285"/>
                  </a:lnTo>
                  <a:lnTo>
                    <a:pt x="6603" y="1652"/>
                  </a:lnTo>
                  <a:lnTo>
                    <a:pt x="6603" y="2055"/>
                  </a:lnTo>
                  <a:lnTo>
                    <a:pt x="6640" y="2459"/>
                  </a:lnTo>
                  <a:lnTo>
                    <a:pt x="6676" y="2569"/>
                  </a:lnTo>
                  <a:lnTo>
                    <a:pt x="6750" y="2605"/>
                  </a:lnTo>
                  <a:lnTo>
                    <a:pt x="6823" y="2642"/>
                  </a:lnTo>
                  <a:lnTo>
                    <a:pt x="6896" y="2679"/>
                  </a:lnTo>
                  <a:lnTo>
                    <a:pt x="6970" y="2642"/>
                  </a:lnTo>
                  <a:lnTo>
                    <a:pt x="7043" y="2605"/>
                  </a:lnTo>
                  <a:lnTo>
                    <a:pt x="7080" y="2532"/>
                  </a:lnTo>
                  <a:lnTo>
                    <a:pt x="7080" y="2459"/>
                  </a:lnTo>
                  <a:lnTo>
                    <a:pt x="7043" y="2275"/>
                  </a:lnTo>
                  <a:lnTo>
                    <a:pt x="7006" y="1835"/>
                  </a:lnTo>
                  <a:lnTo>
                    <a:pt x="7043" y="1395"/>
                  </a:lnTo>
                  <a:lnTo>
                    <a:pt x="7116" y="955"/>
                  </a:lnTo>
                  <a:lnTo>
                    <a:pt x="7226" y="514"/>
                  </a:lnTo>
                  <a:lnTo>
                    <a:pt x="7190" y="404"/>
                  </a:lnTo>
                  <a:lnTo>
                    <a:pt x="7153" y="294"/>
                  </a:lnTo>
                  <a:lnTo>
                    <a:pt x="7043" y="258"/>
                  </a:lnTo>
                  <a:lnTo>
                    <a:pt x="6933" y="294"/>
                  </a:lnTo>
                  <a:lnTo>
                    <a:pt x="5906" y="918"/>
                  </a:lnTo>
                  <a:lnTo>
                    <a:pt x="5869" y="698"/>
                  </a:lnTo>
                  <a:lnTo>
                    <a:pt x="5796" y="478"/>
                  </a:lnTo>
                  <a:lnTo>
                    <a:pt x="5686" y="221"/>
                  </a:lnTo>
                  <a:lnTo>
                    <a:pt x="5576" y="1"/>
                  </a:lnTo>
                  <a:close/>
                  <a:moveTo>
                    <a:pt x="8840" y="3816"/>
                  </a:moveTo>
                  <a:lnTo>
                    <a:pt x="8730" y="3852"/>
                  </a:lnTo>
                  <a:lnTo>
                    <a:pt x="8657" y="3926"/>
                  </a:lnTo>
                  <a:lnTo>
                    <a:pt x="8510" y="4146"/>
                  </a:lnTo>
                  <a:lnTo>
                    <a:pt x="8364" y="4293"/>
                  </a:lnTo>
                  <a:lnTo>
                    <a:pt x="8143" y="4476"/>
                  </a:lnTo>
                  <a:lnTo>
                    <a:pt x="7997" y="4659"/>
                  </a:lnTo>
                  <a:lnTo>
                    <a:pt x="7997" y="4733"/>
                  </a:lnTo>
                  <a:lnTo>
                    <a:pt x="7997" y="4769"/>
                  </a:lnTo>
                  <a:lnTo>
                    <a:pt x="8033" y="4806"/>
                  </a:lnTo>
                  <a:lnTo>
                    <a:pt x="8070" y="4843"/>
                  </a:lnTo>
                  <a:lnTo>
                    <a:pt x="8253" y="4843"/>
                  </a:lnTo>
                  <a:lnTo>
                    <a:pt x="8400" y="4806"/>
                  </a:lnTo>
                  <a:lnTo>
                    <a:pt x="8547" y="4733"/>
                  </a:lnTo>
                  <a:lnTo>
                    <a:pt x="8694" y="4659"/>
                  </a:lnTo>
                  <a:lnTo>
                    <a:pt x="8914" y="4403"/>
                  </a:lnTo>
                  <a:lnTo>
                    <a:pt x="9097" y="4146"/>
                  </a:lnTo>
                  <a:lnTo>
                    <a:pt x="9134" y="4073"/>
                  </a:lnTo>
                  <a:lnTo>
                    <a:pt x="9134" y="3963"/>
                  </a:lnTo>
                  <a:lnTo>
                    <a:pt x="9097" y="3889"/>
                  </a:lnTo>
                  <a:lnTo>
                    <a:pt x="9024" y="3852"/>
                  </a:lnTo>
                  <a:lnTo>
                    <a:pt x="8914" y="3816"/>
                  </a:lnTo>
                  <a:close/>
                  <a:moveTo>
                    <a:pt x="147" y="2972"/>
                  </a:moveTo>
                  <a:lnTo>
                    <a:pt x="73" y="3009"/>
                  </a:lnTo>
                  <a:lnTo>
                    <a:pt x="37" y="3082"/>
                  </a:lnTo>
                  <a:lnTo>
                    <a:pt x="0" y="3229"/>
                  </a:lnTo>
                  <a:lnTo>
                    <a:pt x="37" y="3559"/>
                  </a:lnTo>
                  <a:lnTo>
                    <a:pt x="110" y="4073"/>
                  </a:lnTo>
                  <a:lnTo>
                    <a:pt x="220" y="4549"/>
                  </a:lnTo>
                  <a:lnTo>
                    <a:pt x="257" y="4623"/>
                  </a:lnTo>
                  <a:lnTo>
                    <a:pt x="330" y="4696"/>
                  </a:lnTo>
                  <a:lnTo>
                    <a:pt x="514" y="4696"/>
                  </a:lnTo>
                  <a:lnTo>
                    <a:pt x="1174" y="4219"/>
                  </a:lnTo>
                  <a:lnTo>
                    <a:pt x="1247" y="4843"/>
                  </a:lnTo>
                  <a:lnTo>
                    <a:pt x="1284" y="4990"/>
                  </a:lnTo>
                  <a:lnTo>
                    <a:pt x="1321" y="5173"/>
                  </a:lnTo>
                  <a:lnTo>
                    <a:pt x="1394" y="5320"/>
                  </a:lnTo>
                  <a:lnTo>
                    <a:pt x="1431" y="5356"/>
                  </a:lnTo>
                  <a:lnTo>
                    <a:pt x="1541" y="5393"/>
                  </a:lnTo>
                  <a:lnTo>
                    <a:pt x="1614" y="5393"/>
                  </a:lnTo>
                  <a:lnTo>
                    <a:pt x="1687" y="5356"/>
                  </a:lnTo>
                  <a:lnTo>
                    <a:pt x="1724" y="5320"/>
                  </a:lnTo>
                  <a:lnTo>
                    <a:pt x="1761" y="5246"/>
                  </a:lnTo>
                  <a:lnTo>
                    <a:pt x="1761" y="5173"/>
                  </a:lnTo>
                  <a:lnTo>
                    <a:pt x="1724" y="5063"/>
                  </a:lnTo>
                  <a:lnTo>
                    <a:pt x="1724" y="5026"/>
                  </a:lnTo>
                  <a:lnTo>
                    <a:pt x="1687" y="4953"/>
                  </a:lnTo>
                  <a:lnTo>
                    <a:pt x="1651" y="4549"/>
                  </a:lnTo>
                  <a:lnTo>
                    <a:pt x="1614" y="4183"/>
                  </a:lnTo>
                  <a:lnTo>
                    <a:pt x="1577" y="3816"/>
                  </a:lnTo>
                  <a:lnTo>
                    <a:pt x="1577" y="3706"/>
                  </a:lnTo>
                  <a:lnTo>
                    <a:pt x="1467" y="3632"/>
                  </a:lnTo>
                  <a:lnTo>
                    <a:pt x="1357" y="3632"/>
                  </a:lnTo>
                  <a:lnTo>
                    <a:pt x="1247" y="3669"/>
                  </a:lnTo>
                  <a:lnTo>
                    <a:pt x="880" y="3889"/>
                  </a:lnTo>
                  <a:lnTo>
                    <a:pt x="550" y="4146"/>
                  </a:lnTo>
                  <a:lnTo>
                    <a:pt x="330" y="3302"/>
                  </a:lnTo>
                  <a:lnTo>
                    <a:pt x="294" y="3082"/>
                  </a:lnTo>
                  <a:lnTo>
                    <a:pt x="220" y="2972"/>
                  </a:lnTo>
                  <a:close/>
                  <a:moveTo>
                    <a:pt x="8400" y="2679"/>
                  </a:moveTo>
                  <a:lnTo>
                    <a:pt x="10124" y="5173"/>
                  </a:lnTo>
                  <a:lnTo>
                    <a:pt x="10161" y="5210"/>
                  </a:lnTo>
                  <a:lnTo>
                    <a:pt x="10124" y="5246"/>
                  </a:lnTo>
                  <a:lnTo>
                    <a:pt x="9684" y="5613"/>
                  </a:lnTo>
                  <a:lnTo>
                    <a:pt x="9207" y="6017"/>
                  </a:lnTo>
                  <a:lnTo>
                    <a:pt x="8804" y="6310"/>
                  </a:lnTo>
                  <a:lnTo>
                    <a:pt x="8584" y="6017"/>
                  </a:lnTo>
                  <a:lnTo>
                    <a:pt x="6970" y="3852"/>
                  </a:lnTo>
                  <a:lnTo>
                    <a:pt x="7703" y="3339"/>
                  </a:lnTo>
                  <a:lnTo>
                    <a:pt x="8033" y="3045"/>
                  </a:lnTo>
                  <a:lnTo>
                    <a:pt x="8364" y="2752"/>
                  </a:lnTo>
                  <a:lnTo>
                    <a:pt x="8400" y="2679"/>
                  </a:lnTo>
                  <a:close/>
                  <a:moveTo>
                    <a:pt x="2494" y="7227"/>
                  </a:moveTo>
                  <a:lnTo>
                    <a:pt x="2421" y="7301"/>
                  </a:lnTo>
                  <a:lnTo>
                    <a:pt x="2421" y="7411"/>
                  </a:lnTo>
                  <a:lnTo>
                    <a:pt x="2678" y="7887"/>
                  </a:lnTo>
                  <a:lnTo>
                    <a:pt x="2494" y="8034"/>
                  </a:lnTo>
                  <a:lnTo>
                    <a:pt x="2458" y="8108"/>
                  </a:lnTo>
                  <a:lnTo>
                    <a:pt x="2421" y="8218"/>
                  </a:lnTo>
                  <a:lnTo>
                    <a:pt x="2421" y="8291"/>
                  </a:lnTo>
                  <a:lnTo>
                    <a:pt x="2494" y="8328"/>
                  </a:lnTo>
                  <a:lnTo>
                    <a:pt x="2605" y="8364"/>
                  </a:lnTo>
                  <a:lnTo>
                    <a:pt x="2678" y="8328"/>
                  </a:lnTo>
                  <a:lnTo>
                    <a:pt x="2861" y="8254"/>
                  </a:lnTo>
                  <a:lnTo>
                    <a:pt x="2935" y="8364"/>
                  </a:lnTo>
                  <a:lnTo>
                    <a:pt x="3155" y="8694"/>
                  </a:lnTo>
                  <a:lnTo>
                    <a:pt x="3301" y="8841"/>
                  </a:lnTo>
                  <a:lnTo>
                    <a:pt x="3375" y="8878"/>
                  </a:lnTo>
                  <a:lnTo>
                    <a:pt x="3485" y="8915"/>
                  </a:lnTo>
                  <a:lnTo>
                    <a:pt x="3558" y="8878"/>
                  </a:lnTo>
                  <a:lnTo>
                    <a:pt x="3595" y="8804"/>
                  </a:lnTo>
                  <a:lnTo>
                    <a:pt x="3632" y="8731"/>
                  </a:lnTo>
                  <a:lnTo>
                    <a:pt x="3595" y="8621"/>
                  </a:lnTo>
                  <a:lnTo>
                    <a:pt x="3558" y="8438"/>
                  </a:lnTo>
                  <a:lnTo>
                    <a:pt x="3301" y="8108"/>
                  </a:lnTo>
                  <a:lnTo>
                    <a:pt x="3228" y="7997"/>
                  </a:lnTo>
                  <a:lnTo>
                    <a:pt x="3558" y="7704"/>
                  </a:lnTo>
                  <a:lnTo>
                    <a:pt x="3595" y="7594"/>
                  </a:lnTo>
                  <a:lnTo>
                    <a:pt x="3595" y="7484"/>
                  </a:lnTo>
                  <a:lnTo>
                    <a:pt x="3558" y="7411"/>
                  </a:lnTo>
                  <a:lnTo>
                    <a:pt x="3485" y="7374"/>
                  </a:lnTo>
                  <a:lnTo>
                    <a:pt x="3412" y="7337"/>
                  </a:lnTo>
                  <a:lnTo>
                    <a:pt x="3338" y="7337"/>
                  </a:lnTo>
                  <a:lnTo>
                    <a:pt x="3228" y="7411"/>
                  </a:lnTo>
                  <a:lnTo>
                    <a:pt x="2971" y="7631"/>
                  </a:lnTo>
                  <a:lnTo>
                    <a:pt x="2641" y="7264"/>
                  </a:lnTo>
                  <a:lnTo>
                    <a:pt x="2568" y="7227"/>
                  </a:lnTo>
                  <a:close/>
                  <a:moveTo>
                    <a:pt x="3191" y="6090"/>
                  </a:moveTo>
                  <a:lnTo>
                    <a:pt x="3595" y="6860"/>
                  </a:lnTo>
                  <a:lnTo>
                    <a:pt x="3998" y="7594"/>
                  </a:lnTo>
                  <a:lnTo>
                    <a:pt x="4439" y="8328"/>
                  </a:lnTo>
                  <a:lnTo>
                    <a:pt x="4915" y="9025"/>
                  </a:lnTo>
                  <a:lnTo>
                    <a:pt x="4769" y="9098"/>
                  </a:lnTo>
                  <a:lnTo>
                    <a:pt x="4622" y="9171"/>
                  </a:lnTo>
                  <a:lnTo>
                    <a:pt x="4365" y="9355"/>
                  </a:lnTo>
                  <a:lnTo>
                    <a:pt x="3778" y="9721"/>
                  </a:lnTo>
                  <a:lnTo>
                    <a:pt x="3522" y="9905"/>
                  </a:lnTo>
                  <a:lnTo>
                    <a:pt x="3412" y="10015"/>
                  </a:lnTo>
                  <a:lnTo>
                    <a:pt x="3265" y="10052"/>
                  </a:lnTo>
                  <a:lnTo>
                    <a:pt x="3228" y="10052"/>
                  </a:lnTo>
                  <a:lnTo>
                    <a:pt x="3191" y="10088"/>
                  </a:lnTo>
                  <a:lnTo>
                    <a:pt x="3191" y="10162"/>
                  </a:lnTo>
                  <a:lnTo>
                    <a:pt x="2421" y="9025"/>
                  </a:lnTo>
                  <a:lnTo>
                    <a:pt x="1761" y="7997"/>
                  </a:lnTo>
                  <a:lnTo>
                    <a:pt x="1064" y="7007"/>
                  </a:lnTo>
                  <a:lnTo>
                    <a:pt x="1394" y="6897"/>
                  </a:lnTo>
                  <a:lnTo>
                    <a:pt x="1724" y="6714"/>
                  </a:lnTo>
                  <a:lnTo>
                    <a:pt x="2348" y="6383"/>
                  </a:lnTo>
                  <a:lnTo>
                    <a:pt x="2494" y="6310"/>
                  </a:lnTo>
                  <a:lnTo>
                    <a:pt x="2641" y="6273"/>
                  </a:lnTo>
                  <a:lnTo>
                    <a:pt x="2935" y="6237"/>
                  </a:lnTo>
                  <a:lnTo>
                    <a:pt x="3081" y="6200"/>
                  </a:lnTo>
                  <a:lnTo>
                    <a:pt x="3191" y="6090"/>
                  </a:lnTo>
                  <a:close/>
                  <a:moveTo>
                    <a:pt x="12729" y="11005"/>
                  </a:moveTo>
                  <a:lnTo>
                    <a:pt x="12655" y="11225"/>
                  </a:lnTo>
                  <a:lnTo>
                    <a:pt x="12582" y="11115"/>
                  </a:lnTo>
                  <a:lnTo>
                    <a:pt x="12729" y="11005"/>
                  </a:lnTo>
                  <a:close/>
                  <a:moveTo>
                    <a:pt x="9647" y="12949"/>
                  </a:moveTo>
                  <a:lnTo>
                    <a:pt x="9721" y="13096"/>
                  </a:lnTo>
                  <a:lnTo>
                    <a:pt x="9831" y="13280"/>
                  </a:lnTo>
                  <a:lnTo>
                    <a:pt x="9941" y="13463"/>
                  </a:lnTo>
                  <a:lnTo>
                    <a:pt x="10088" y="13573"/>
                  </a:lnTo>
                  <a:lnTo>
                    <a:pt x="10051" y="13573"/>
                  </a:lnTo>
                  <a:lnTo>
                    <a:pt x="9647" y="13756"/>
                  </a:lnTo>
                  <a:lnTo>
                    <a:pt x="9647" y="13646"/>
                  </a:lnTo>
                  <a:lnTo>
                    <a:pt x="9574" y="13536"/>
                  </a:lnTo>
                  <a:lnTo>
                    <a:pt x="9427" y="13426"/>
                  </a:lnTo>
                  <a:lnTo>
                    <a:pt x="9354" y="13280"/>
                  </a:lnTo>
                  <a:lnTo>
                    <a:pt x="9281" y="13133"/>
                  </a:lnTo>
                  <a:lnTo>
                    <a:pt x="9244" y="12986"/>
                  </a:lnTo>
                  <a:lnTo>
                    <a:pt x="9647" y="12949"/>
                  </a:lnTo>
                  <a:close/>
                  <a:moveTo>
                    <a:pt x="6640" y="12839"/>
                  </a:moveTo>
                  <a:lnTo>
                    <a:pt x="6493" y="13426"/>
                  </a:lnTo>
                  <a:lnTo>
                    <a:pt x="6419" y="14013"/>
                  </a:lnTo>
                  <a:lnTo>
                    <a:pt x="6419" y="14160"/>
                  </a:lnTo>
                  <a:lnTo>
                    <a:pt x="6163" y="13940"/>
                  </a:lnTo>
                  <a:lnTo>
                    <a:pt x="6126" y="13940"/>
                  </a:lnTo>
                  <a:lnTo>
                    <a:pt x="6126" y="13903"/>
                  </a:lnTo>
                  <a:lnTo>
                    <a:pt x="6126" y="13646"/>
                  </a:lnTo>
                  <a:lnTo>
                    <a:pt x="6163" y="13353"/>
                  </a:lnTo>
                  <a:lnTo>
                    <a:pt x="6236" y="13096"/>
                  </a:lnTo>
                  <a:lnTo>
                    <a:pt x="6346" y="12876"/>
                  </a:lnTo>
                  <a:lnTo>
                    <a:pt x="6640" y="12839"/>
                  </a:lnTo>
                  <a:close/>
                  <a:moveTo>
                    <a:pt x="7336" y="13170"/>
                  </a:moveTo>
                  <a:lnTo>
                    <a:pt x="7263" y="13206"/>
                  </a:lnTo>
                  <a:lnTo>
                    <a:pt x="7226" y="13243"/>
                  </a:lnTo>
                  <a:lnTo>
                    <a:pt x="7080" y="13720"/>
                  </a:lnTo>
                  <a:lnTo>
                    <a:pt x="7006" y="13977"/>
                  </a:lnTo>
                  <a:lnTo>
                    <a:pt x="7006" y="14233"/>
                  </a:lnTo>
                  <a:lnTo>
                    <a:pt x="7006" y="14307"/>
                  </a:lnTo>
                  <a:lnTo>
                    <a:pt x="7043" y="14380"/>
                  </a:lnTo>
                  <a:lnTo>
                    <a:pt x="7116" y="14453"/>
                  </a:lnTo>
                  <a:lnTo>
                    <a:pt x="7190" y="14490"/>
                  </a:lnTo>
                  <a:lnTo>
                    <a:pt x="7263" y="14527"/>
                  </a:lnTo>
                  <a:lnTo>
                    <a:pt x="7336" y="14527"/>
                  </a:lnTo>
                  <a:lnTo>
                    <a:pt x="7410" y="14453"/>
                  </a:lnTo>
                  <a:lnTo>
                    <a:pt x="7483" y="14380"/>
                  </a:lnTo>
                  <a:lnTo>
                    <a:pt x="7483" y="14270"/>
                  </a:lnTo>
                  <a:lnTo>
                    <a:pt x="7446" y="14160"/>
                  </a:lnTo>
                  <a:lnTo>
                    <a:pt x="7373" y="14123"/>
                  </a:lnTo>
                  <a:lnTo>
                    <a:pt x="7373" y="13830"/>
                  </a:lnTo>
                  <a:lnTo>
                    <a:pt x="7410" y="13280"/>
                  </a:lnTo>
                  <a:lnTo>
                    <a:pt x="7373" y="13206"/>
                  </a:lnTo>
                  <a:lnTo>
                    <a:pt x="7336" y="13170"/>
                  </a:lnTo>
                  <a:close/>
                  <a:moveTo>
                    <a:pt x="10418" y="5613"/>
                  </a:moveTo>
                  <a:lnTo>
                    <a:pt x="11188" y="6714"/>
                  </a:lnTo>
                  <a:lnTo>
                    <a:pt x="11555" y="7264"/>
                  </a:lnTo>
                  <a:lnTo>
                    <a:pt x="11922" y="7814"/>
                  </a:lnTo>
                  <a:lnTo>
                    <a:pt x="12252" y="8474"/>
                  </a:lnTo>
                  <a:lnTo>
                    <a:pt x="12399" y="8841"/>
                  </a:lnTo>
                  <a:lnTo>
                    <a:pt x="12545" y="9208"/>
                  </a:lnTo>
                  <a:lnTo>
                    <a:pt x="12619" y="9575"/>
                  </a:lnTo>
                  <a:lnTo>
                    <a:pt x="12692" y="9942"/>
                  </a:lnTo>
                  <a:lnTo>
                    <a:pt x="12729" y="10308"/>
                  </a:lnTo>
                  <a:lnTo>
                    <a:pt x="12729" y="10675"/>
                  </a:lnTo>
                  <a:lnTo>
                    <a:pt x="12325" y="10932"/>
                  </a:lnTo>
                  <a:lnTo>
                    <a:pt x="12288" y="10969"/>
                  </a:lnTo>
                  <a:lnTo>
                    <a:pt x="12252" y="11042"/>
                  </a:lnTo>
                  <a:lnTo>
                    <a:pt x="12288" y="11079"/>
                  </a:lnTo>
                  <a:lnTo>
                    <a:pt x="12325" y="11152"/>
                  </a:lnTo>
                  <a:lnTo>
                    <a:pt x="12435" y="11372"/>
                  </a:lnTo>
                  <a:lnTo>
                    <a:pt x="12509" y="11446"/>
                  </a:lnTo>
                  <a:lnTo>
                    <a:pt x="12582" y="11519"/>
                  </a:lnTo>
                  <a:lnTo>
                    <a:pt x="12472" y="11776"/>
                  </a:lnTo>
                  <a:lnTo>
                    <a:pt x="12325" y="12032"/>
                  </a:lnTo>
                  <a:lnTo>
                    <a:pt x="11848" y="11666"/>
                  </a:lnTo>
                  <a:lnTo>
                    <a:pt x="11775" y="11629"/>
                  </a:lnTo>
                  <a:lnTo>
                    <a:pt x="11702" y="11666"/>
                  </a:lnTo>
                  <a:lnTo>
                    <a:pt x="11665" y="11739"/>
                  </a:lnTo>
                  <a:lnTo>
                    <a:pt x="11702" y="11812"/>
                  </a:lnTo>
                  <a:lnTo>
                    <a:pt x="12142" y="12326"/>
                  </a:lnTo>
                  <a:lnTo>
                    <a:pt x="11848" y="12619"/>
                  </a:lnTo>
                  <a:lnTo>
                    <a:pt x="11812" y="12546"/>
                  </a:lnTo>
                  <a:lnTo>
                    <a:pt x="11665" y="12399"/>
                  </a:lnTo>
                  <a:lnTo>
                    <a:pt x="11518" y="12253"/>
                  </a:lnTo>
                  <a:lnTo>
                    <a:pt x="11371" y="12069"/>
                  </a:lnTo>
                  <a:lnTo>
                    <a:pt x="11298" y="11886"/>
                  </a:lnTo>
                  <a:lnTo>
                    <a:pt x="11225" y="11849"/>
                  </a:lnTo>
                  <a:lnTo>
                    <a:pt x="11188" y="11812"/>
                  </a:lnTo>
                  <a:lnTo>
                    <a:pt x="11115" y="11849"/>
                  </a:lnTo>
                  <a:lnTo>
                    <a:pt x="11078" y="11922"/>
                  </a:lnTo>
                  <a:lnTo>
                    <a:pt x="11078" y="12106"/>
                  </a:lnTo>
                  <a:lnTo>
                    <a:pt x="11115" y="12253"/>
                  </a:lnTo>
                  <a:lnTo>
                    <a:pt x="11188" y="12436"/>
                  </a:lnTo>
                  <a:lnTo>
                    <a:pt x="11261" y="12583"/>
                  </a:lnTo>
                  <a:lnTo>
                    <a:pt x="11371" y="12729"/>
                  </a:lnTo>
                  <a:lnTo>
                    <a:pt x="11518" y="12876"/>
                  </a:lnTo>
                  <a:lnTo>
                    <a:pt x="11115" y="13096"/>
                  </a:lnTo>
                  <a:lnTo>
                    <a:pt x="11151" y="12986"/>
                  </a:lnTo>
                  <a:lnTo>
                    <a:pt x="11151" y="12839"/>
                  </a:lnTo>
                  <a:lnTo>
                    <a:pt x="11078" y="12766"/>
                  </a:lnTo>
                  <a:lnTo>
                    <a:pt x="10968" y="12656"/>
                  </a:lnTo>
                  <a:lnTo>
                    <a:pt x="10931" y="12656"/>
                  </a:lnTo>
                  <a:lnTo>
                    <a:pt x="10858" y="12693"/>
                  </a:lnTo>
                  <a:lnTo>
                    <a:pt x="10858" y="12766"/>
                  </a:lnTo>
                  <a:lnTo>
                    <a:pt x="10821" y="12729"/>
                  </a:lnTo>
                  <a:lnTo>
                    <a:pt x="10491" y="12436"/>
                  </a:lnTo>
                  <a:lnTo>
                    <a:pt x="10418" y="12363"/>
                  </a:lnTo>
                  <a:lnTo>
                    <a:pt x="10344" y="12399"/>
                  </a:lnTo>
                  <a:lnTo>
                    <a:pt x="10308" y="12473"/>
                  </a:lnTo>
                  <a:lnTo>
                    <a:pt x="10308" y="12546"/>
                  </a:lnTo>
                  <a:lnTo>
                    <a:pt x="10491" y="12839"/>
                  </a:lnTo>
                  <a:lnTo>
                    <a:pt x="10711" y="13206"/>
                  </a:lnTo>
                  <a:lnTo>
                    <a:pt x="10785" y="13280"/>
                  </a:lnTo>
                  <a:lnTo>
                    <a:pt x="10381" y="13426"/>
                  </a:lnTo>
                  <a:lnTo>
                    <a:pt x="10381" y="13353"/>
                  </a:lnTo>
                  <a:lnTo>
                    <a:pt x="10344" y="13280"/>
                  </a:lnTo>
                  <a:lnTo>
                    <a:pt x="10234" y="13133"/>
                  </a:lnTo>
                  <a:lnTo>
                    <a:pt x="10051" y="12913"/>
                  </a:lnTo>
                  <a:lnTo>
                    <a:pt x="9904" y="12693"/>
                  </a:lnTo>
                  <a:lnTo>
                    <a:pt x="9831" y="12619"/>
                  </a:lnTo>
                  <a:lnTo>
                    <a:pt x="9721" y="12619"/>
                  </a:lnTo>
                  <a:lnTo>
                    <a:pt x="9391" y="12693"/>
                  </a:lnTo>
                  <a:lnTo>
                    <a:pt x="9097" y="12729"/>
                  </a:lnTo>
                  <a:lnTo>
                    <a:pt x="9024" y="12766"/>
                  </a:lnTo>
                  <a:lnTo>
                    <a:pt x="8987" y="12839"/>
                  </a:lnTo>
                  <a:lnTo>
                    <a:pt x="8987" y="12913"/>
                  </a:lnTo>
                  <a:lnTo>
                    <a:pt x="9024" y="12986"/>
                  </a:lnTo>
                  <a:lnTo>
                    <a:pt x="9024" y="13243"/>
                  </a:lnTo>
                  <a:lnTo>
                    <a:pt x="9097" y="13500"/>
                  </a:lnTo>
                  <a:lnTo>
                    <a:pt x="9134" y="13646"/>
                  </a:lnTo>
                  <a:lnTo>
                    <a:pt x="9207" y="13756"/>
                  </a:lnTo>
                  <a:lnTo>
                    <a:pt x="9317" y="13830"/>
                  </a:lnTo>
                  <a:lnTo>
                    <a:pt x="9427" y="13867"/>
                  </a:lnTo>
                  <a:lnTo>
                    <a:pt x="8987" y="14050"/>
                  </a:lnTo>
                  <a:lnTo>
                    <a:pt x="8950" y="13977"/>
                  </a:lnTo>
                  <a:lnTo>
                    <a:pt x="8804" y="13903"/>
                  </a:lnTo>
                  <a:lnTo>
                    <a:pt x="8767" y="13903"/>
                  </a:lnTo>
                  <a:lnTo>
                    <a:pt x="8620" y="13536"/>
                  </a:lnTo>
                  <a:lnTo>
                    <a:pt x="8510" y="13390"/>
                  </a:lnTo>
                  <a:lnTo>
                    <a:pt x="8364" y="13206"/>
                  </a:lnTo>
                  <a:lnTo>
                    <a:pt x="8327" y="13206"/>
                  </a:lnTo>
                  <a:lnTo>
                    <a:pt x="8327" y="13243"/>
                  </a:lnTo>
                  <a:lnTo>
                    <a:pt x="8327" y="13500"/>
                  </a:lnTo>
                  <a:lnTo>
                    <a:pt x="8364" y="13756"/>
                  </a:lnTo>
                  <a:lnTo>
                    <a:pt x="8510" y="14270"/>
                  </a:lnTo>
                  <a:lnTo>
                    <a:pt x="8070" y="14453"/>
                  </a:lnTo>
                  <a:lnTo>
                    <a:pt x="8033" y="14160"/>
                  </a:lnTo>
                  <a:lnTo>
                    <a:pt x="7960" y="13903"/>
                  </a:lnTo>
                  <a:lnTo>
                    <a:pt x="7923" y="13536"/>
                  </a:lnTo>
                  <a:lnTo>
                    <a:pt x="7923" y="13206"/>
                  </a:lnTo>
                  <a:lnTo>
                    <a:pt x="7887" y="13133"/>
                  </a:lnTo>
                  <a:lnTo>
                    <a:pt x="7813" y="13096"/>
                  </a:lnTo>
                  <a:lnTo>
                    <a:pt x="7777" y="13096"/>
                  </a:lnTo>
                  <a:lnTo>
                    <a:pt x="7703" y="13170"/>
                  </a:lnTo>
                  <a:lnTo>
                    <a:pt x="7667" y="13536"/>
                  </a:lnTo>
                  <a:lnTo>
                    <a:pt x="7630" y="13903"/>
                  </a:lnTo>
                  <a:lnTo>
                    <a:pt x="7667" y="14233"/>
                  </a:lnTo>
                  <a:lnTo>
                    <a:pt x="7667" y="14380"/>
                  </a:lnTo>
                  <a:lnTo>
                    <a:pt x="7740" y="14527"/>
                  </a:lnTo>
                  <a:lnTo>
                    <a:pt x="7483" y="14563"/>
                  </a:lnTo>
                  <a:lnTo>
                    <a:pt x="7190" y="14527"/>
                  </a:lnTo>
                  <a:lnTo>
                    <a:pt x="7006" y="14453"/>
                  </a:lnTo>
                  <a:lnTo>
                    <a:pt x="6786" y="14380"/>
                  </a:lnTo>
                  <a:lnTo>
                    <a:pt x="6823" y="14160"/>
                  </a:lnTo>
                  <a:lnTo>
                    <a:pt x="6860" y="13646"/>
                  </a:lnTo>
                  <a:lnTo>
                    <a:pt x="6860" y="13206"/>
                  </a:lnTo>
                  <a:lnTo>
                    <a:pt x="6860" y="12766"/>
                  </a:lnTo>
                  <a:lnTo>
                    <a:pt x="6823" y="12693"/>
                  </a:lnTo>
                  <a:lnTo>
                    <a:pt x="6713" y="12656"/>
                  </a:lnTo>
                  <a:lnTo>
                    <a:pt x="6346" y="12693"/>
                  </a:lnTo>
                  <a:lnTo>
                    <a:pt x="6309" y="12656"/>
                  </a:lnTo>
                  <a:lnTo>
                    <a:pt x="6236" y="12693"/>
                  </a:lnTo>
                  <a:lnTo>
                    <a:pt x="6089" y="12913"/>
                  </a:lnTo>
                  <a:lnTo>
                    <a:pt x="5943" y="13133"/>
                  </a:lnTo>
                  <a:lnTo>
                    <a:pt x="5869" y="13390"/>
                  </a:lnTo>
                  <a:lnTo>
                    <a:pt x="5796" y="13610"/>
                  </a:lnTo>
                  <a:lnTo>
                    <a:pt x="5392" y="13206"/>
                  </a:lnTo>
                  <a:lnTo>
                    <a:pt x="5686" y="12839"/>
                  </a:lnTo>
                  <a:lnTo>
                    <a:pt x="5943" y="12473"/>
                  </a:lnTo>
                  <a:lnTo>
                    <a:pt x="5943" y="12363"/>
                  </a:lnTo>
                  <a:lnTo>
                    <a:pt x="5943" y="12289"/>
                  </a:lnTo>
                  <a:lnTo>
                    <a:pt x="5869" y="12216"/>
                  </a:lnTo>
                  <a:lnTo>
                    <a:pt x="5686" y="12216"/>
                  </a:lnTo>
                  <a:lnTo>
                    <a:pt x="5612" y="12289"/>
                  </a:lnTo>
                  <a:lnTo>
                    <a:pt x="5209" y="12949"/>
                  </a:lnTo>
                  <a:lnTo>
                    <a:pt x="4952" y="12619"/>
                  </a:lnTo>
                  <a:lnTo>
                    <a:pt x="5136" y="12473"/>
                  </a:lnTo>
                  <a:lnTo>
                    <a:pt x="5319" y="12289"/>
                  </a:lnTo>
                  <a:lnTo>
                    <a:pt x="5466" y="12069"/>
                  </a:lnTo>
                  <a:lnTo>
                    <a:pt x="5576" y="11849"/>
                  </a:lnTo>
                  <a:lnTo>
                    <a:pt x="5576" y="11776"/>
                  </a:lnTo>
                  <a:lnTo>
                    <a:pt x="5576" y="11739"/>
                  </a:lnTo>
                  <a:lnTo>
                    <a:pt x="5539" y="11666"/>
                  </a:lnTo>
                  <a:lnTo>
                    <a:pt x="5502" y="11629"/>
                  </a:lnTo>
                  <a:lnTo>
                    <a:pt x="5319" y="11629"/>
                  </a:lnTo>
                  <a:lnTo>
                    <a:pt x="5282" y="11702"/>
                  </a:lnTo>
                  <a:lnTo>
                    <a:pt x="4805" y="12399"/>
                  </a:lnTo>
                  <a:lnTo>
                    <a:pt x="4439" y="11922"/>
                  </a:lnTo>
                  <a:lnTo>
                    <a:pt x="4549" y="11812"/>
                  </a:lnTo>
                  <a:lnTo>
                    <a:pt x="4879" y="11409"/>
                  </a:lnTo>
                  <a:lnTo>
                    <a:pt x="5209" y="10969"/>
                  </a:lnTo>
                  <a:lnTo>
                    <a:pt x="5209" y="10895"/>
                  </a:lnTo>
                  <a:lnTo>
                    <a:pt x="5246" y="10859"/>
                  </a:lnTo>
                  <a:lnTo>
                    <a:pt x="5282" y="10785"/>
                  </a:lnTo>
                  <a:lnTo>
                    <a:pt x="5282" y="10712"/>
                  </a:lnTo>
                  <a:lnTo>
                    <a:pt x="5209" y="10639"/>
                  </a:lnTo>
                  <a:lnTo>
                    <a:pt x="5099" y="10602"/>
                  </a:lnTo>
                  <a:lnTo>
                    <a:pt x="5026" y="10602"/>
                  </a:lnTo>
                  <a:lnTo>
                    <a:pt x="4952" y="10639"/>
                  </a:lnTo>
                  <a:lnTo>
                    <a:pt x="4549" y="11225"/>
                  </a:lnTo>
                  <a:lnTo>
                    <a:pt x="4329" y="11556"/>
                  </a:lnTo>
                  <a:lnTo>
                    <a:pt x="4292" y="11482"/>
                  </a:lnTo>
                  <a:lnTo>
                    <a:pt x="4145" y="11482"/>
                  </a:lnTo>
                  <a:lnTo>
                    <a:pt x="3888" y="11152"/>
                  </a:lnTo>
                  <a:lnTo>
                    <a:pt x="4329" y="10822"/>
                  </a:lnTo>
                  <a:lnTo>
                    <a:pt x="4549" y="10675"/>
                  </a:lnTo>
                  <a:lnTo>
                    <a:pt x="4732" y="10455"/>
                  </a:lnTo>
                  <a:lnTo>
                    <a:pt x="4769" y="10418"/>
                  </a:lnTo>
                  <a:lnTo>
                    <a:pt x="4805" y="10345"/>
                  </a:lnTo>
                  <a:lnTo>
                    <a:pt x="4732" y="10235"/>
                  </a:lnTo>
                  <a:lnTo>
                    <a:pt x="4659" y="10162"/>
                  </a:lnTo>
                  <a:lnTo>
                    <a:pt x="4585" y="10162"/>
                  </a:lnTo>
                  <a:lnTo>
                    <a:pt x="4512" y="10198"/>
                  </a:lnTo>
                  <a:lnTo>
                    <a:pt x="4292" y="10345"/>
                  </a:lnTo>
                  <a:lnTo>
                    <a:pt x="4072" y="10528"/>
                  </a:lnTo>
                  <a:lnTo>
                    <a:pt x="3705" y="10895"/>
                  </a:lnTo>
                  <a:lnTo>
                    <a:pt x="3256" y="10239"/>
                  </a:lnTo>
                  <a:lnTo>
                    <a:pt x="3256" y="10239"/>
                  </a:lnTo>
                  <a:lnTo>
                    <a:pt x="3485" y="10272"/>
                  </a:lnTo>
                  <a:lnTo>
                    <a:pt x="3742" y="10235"/>
                  </a:lnTo>
                  <a:lnTo>
                    <a:pt x="3888" y="10162"/>
                  </a:lnTo>
                  <a:lnTo>
                    <a:pt x="4072" y="10052"/>
                  </a:lnTo>
                  <a:lnTo>
                    <a:pt x="4365" y="9868"/>
                  </a:lnTo>
                  <a:lnTo>
                    <a:pt x="4769" y="9648"/>
                  </a:lnTo>
                  <a:lnTo>
                    <a:pt x="4989" y="9538"/>
                  </a:lnTo>
                  <a:lnTo>
                    <a:pt x="5172" y="9391"/>
                  </a:lnTo>
                  <a:lnTo>
                    <a:pt x="6053" y="10675"/>
                  </a:lnTo>
                  <a:lnTo>
                    <a:pt x="6383" y="11115"/>
                  </a:lnTo>
                  <a:lnTo>
                    <a:pt x="6713" y="11556"/>
                  </a:lnTo>
                  <a:lnTo>
                    <a:pt x="6896" y="11739"/>
                  </a:lnTo>
                  <a:lnTo>
                    <a:pt x="7116" y="11922"/>
                  </a:lnTo>
                  <a:lnTo>
                    <a:pt x="7336" y="12069"/>
                  </a:lnTo>
                  <a:lnTo>
                    <a:pt x="7593" y="12179"/>
                  </a:lnTo>
                  <a:lnTo>
                    <a:pt x="7813" y="12253"/>
                  </a:lnTo>
                  <a:lnTo>
                    <a:pt x="8070" y="12289"/>
                  </a:lnTo>
                  <a:lnTo>
                    <a:pt x="8547" y="12289"/>
                  </a:lnTo>
                  <a:lnTo>
                    <a:pt x="8767" y="12253"/>
                  </a:lnTo>
                  <a:lnTo>
                    <a:pt x="8987" y="12179"/>
                  </a:lnTo>
                  <a:lnTo>
                    <a:pt x="9207" y="12106"/>
                  </a:lnTo>
                  <a:lnTo>
                    <a:pt x="9427" y="11996"/>
                  </a:lnTo>
                  <a:lnTo>
                    <a:pt x="9684" y="11849"/>
                  </a:lnTo>
                  <a:lnTo>
                    <a:pt x="9867" y="11666"/>
                  </a:lnTo>
                  <a:lnTo>
                    <a:pt x="10051" y="11482"/>
                  </a:lnTo>
                  <a:lnTo>
                    <a:pt x="10198" y="11262"/>
                  </a:lnTo>
                  <a:lnTo>
                    <a:pt x="10308" y="11042"/>
                  </a:lnTo>
                  <a:lnTo>
                    <a:pt x="10418" y="10822"/>
                  </a:lnTo>
                  <a:lnTo>
                    <a:pt x="10491" y="10565"/>
                  </a:lnTo>
                  <a:lnTo>
                    <a:pt x="10528" y="10345"/>
                  </a:lnTo>
                  <a:lnTo>
                    <a:pt x="10564" y="9832"/>
                  </a:lnTo>
                  <a:lnTo>
                    <a:pt x="10528" y="9318"/>
                  </a:lnTo>
                  <a:lnTo>
                    <a:pt x="10418" y="8804"/>
                  </a:lnTo>
                  <a:lnTo>
                    <a:pt x="10234" y="8328"/>
                  </a:lnTo>
                  <a:lnTo>
                    <a:pt x="9978" y="7887"/>
                  </a:lnTo>
                  <a:lnTo>
                    <a:pt x="9684" y="7484"/>
                  </a:lnTo>
                  <a:lnTo>
                    <a:pt x="9097" y="6640"/>
                  </a:lnTo>
                  <a:lnTo>
                    <a:pt x="9354" y="6494"/>
                  </a:lnTo>
                  <a:lnTo>
                    <a:pt x="9574" y="6347"/>
                  </a:lnTo>
                  <a:lnTo>
                    <a:pt x="10014" y="5980"/>
                  </a:lnTo>
                  <a:lnTo>
                    <a:pt x="10418" y="5613"/>
                  </a:lnTo>
                  <a:close/>
                  <a:moveTo>
                    <a:pt x="8400" y="2055"/>
                  </a:moveTo>
                  <a:lnTo>
                    <a:pt x="8290" y="2092"/>
                  </a:lnTo>
                  <a:lnTo>
                    <a:pt x="8217" y="2165"/>
                  </a:lnTo>
                  <a:lnTo>
                    <a:pt x="8180" y="2202"/>
                  </a:lnTo>
                  <a:lnTo>
                    <a:pt x="8180" y="2312"/>
                  </a:lnTo>
                  <a:lnTo>
                    <a:pt x="8180" y="2385"/>
                  </a:lnTo>
                  <a:lnTo>
                    <a:pt x="8107" y="2422"/>
                  </a:lnTo>
                  <a:lnTo>
                    <a:pt x="8033" y="2459"/>
                  </a:lnTo>
                  <a:lnTo>
                    <a:pt x="7300" y="3045"/>
                  </a:lnTo>
                  <a:lnTo>
                    <a:pt x="6896" y="3339"/>
                  </a:lnTo>
                  <a:lnTo>
                    <a:pt x="6529" y="3596"/>
                  </a:lnTo>
                  <a:lnTo>
                    <a:pt x="6456" y="3669"/>
                  </a:lnTo>
                  <a:lnTo>
                    <a:pt x="6419" y="3742"/>
                  </a:lnTo>
                  <a:lnTo>
                    <a:pt x="6419" y="3852"/>
                  </a:lnTo>
                  <a:lnTo>
                    <a:pt x="6419" y="3926"/>
                  </a:lnTo>
                  <a:lnTo>
                    <a:pt x="8547" y="6677"/>
                  </a:lnTo>
                  <a:lnTo>
                    <a:pt x="8547" y="6750"/>
                  </a:lnTo>
                  <a:lnTo>
                    <a:pt x="8620" y="6787"/>
                  </a:lnTo>
                  <a:lnTo>
                    <a:pt x="9391" y="7851"/>
                  </a:lnTo>
                  <a:lnTo>
                    <a:pt x="9684" y="8291"/>
                  </a:lnTo>
                  <a:lnTo>
                    <a:pt x="9904" y="8768"/>
                  </a:lnTo>
                  <a:lnTo>
                    <a:pt x="10014" y="9025"/>
                  </a:lnTo>
                  <a:lnTo>
                    <a:pt x="10088" y="9281"/>
                  </a:lnTo>
                  <a:lnTo>
                    <a:pt x="10124" y="9538"/>
                  </a:lnTo>
                  <a:lnTo>
                    <a:pt x="10124" y="9832"/>
                  </a:lnTo>
                  <a:lnTo>
                    <a:pt x="10124" y="10088"/>
                  </a:lnTo>
                  <a:lnTo>
                    <a:pt x="10088" y="10308"/>
                  </a:lnTo>
                  <a:lnTo>
                    <a:pt x="10014" y="10565"/>
                  </a:lnTo>
                  <a:lnTo>
                    <a:pt x="9904" y="10785"/>
                  </a:lnTo>
                  <a:lnTo>
                    <a:pt x="9794" y="11005"/>
                  </a:lnTo>
                  <a:lnTo>
                    <a:pt x="9647" y="11189"/>
                  </a:lnTo>
                  <a:lnTo>
                    <a:pt x="9464" y="11372"/>
                  </a:lnTo>
                  <a:lnTo>
                    <a:pt x="9281" y="11556"/>
                  </a:lnTo>
                  <a:lnTo>
                    <a:pt x="9097" y="11666"/>
                  </a:lnTo>
                  <a:lnTo>
                    <a:pt x="8877" y="11739"/>
                  </a:lnTo>
                  <a:lnTo>
                    <a:pt x="8657" y="11776"/>
                  </a:lnTo>
                  <a:lnTo>
                    <a:pt x="8437" y="11812"/>
                  </a:lnTo>
                  <a:lnTo>
                    <a:pt x="7997" y="11812"/>
                  </a:lnTo>
                  <a:lnTo>
                    <a:pt x="7813" y="11739"/>
                  </a:lnTo>
                  <a:lnTo>
                    <a:pt x="7593" y="11666"/>
                  </a:lnTo>
                  <a:lnTo>
                    <a:pt x="7373" y="11519"/>
                  </a:lnTo>
                  <a:lnTo>
                    <a:pt x="7153" y="11372"/>
                  </a:lnTo>
                  <a:lnTo>
                    <a:pt x="6970" y="11152"/>
                  </a:lnTo>
                  <a:lnTo>
                    <a:pt x="6823" y="10932"/>
                  </a:lnTo>
                  <a:lnTo>
                    <a:pt x="6053" y="9905"/>
                  </a:lnTo>
                  <a:lnTo>
                    <a:pt x="5356" y="8878"/>
                  </a:lnTo>
                  <a:lnTo>
                    <a:pt x="4659" y="7814"/>
                  </a:lnTo>
                  <a:lnTo>
                    <a:pt x="4035" y="6714"/>
                  </a:lnTo>
                  <a:lnTo>
                    <a:pt x="3742" y="6163"/>
                  </a:lnTo>
                  <a:lnTo>
                    <a:pt x="3485" y="5613"/>
                  </a:lnTo>
                  <a:lnTo>
                    <a:pt x="3412" y="5540"/>
                  </a:lnTo>
                  <a:lnTo>
                    <a:pt x="3301" y="5503"/>
                  </a:lnTo>
                  <a:lnTo>
                    <a:pt x="3191" y="5503"/>
                  </a:lnTo>
                  <a:lnTo>
                    <a:pt x="3118" y="5576"/>
                  </a:lnTo>
                  <a:lnTo>
                    <a:pt x="3008" y="5687"/>
                  </a:lnTo>
                  <a:lnTo>
                    <a:pt x="2861" y="5760"/>
                  </a:lnTo>
                  <a:lnTo>
                    <a:pt x="2715" y="5833"/>
                  </a:lnTo>
                  <a:lnTo>
                    <a:pt x="2568" y="5833"/>
                  </a:lnTo>
                  <a:lnTo>
                    <a:pt x="2421" y="5870"/>
                  </a:lnTo>
                  <a:lnTo>
                    <a:pt x="2274" y="5907"/>
                  </a:lnTo>
                  <a:lnTo>
                    <a:pt x="2018" y="6053"/>
                  </a:lnTo>
                  <a:lnTo>
                    <a:pt x="1431" y="6420"/>
                  </a:lnTo>
                  <a:lnTo>
                    <a:pt x="1137" y="6604"/>
                  </a:lnTo>
                  <a:lnTo>
                    <a:pt x="880" y="6824"/>
                  </a:lnTo>
                  <a:lnTo>
                    <a:pt x="770" y="6824"/>
                  </a:lnTo>
                  <a:lnTo>
                    <a:pt x="697" y="6897"/>
                  </a:lnTo>
                  <a:lnTo>
                    <a:pt x="660" y="6970"/>
                  </a:lnTo>
                  <a:lnTo>
                    <a:pt x="697" y="7080"/>
                  </a:lnTo>
                  <a:lnTo>
                    <a:pt x="1101" y="7814"/>
                  </a:lnTo>
                  <a:lnTo>
                    <a:pt x="1541" y="8548"/>
                  </a:lnTo>
                  <a:lnTo>
                    <a:pt x="2458" y="9942"/>
                  </a:lnTo>
                  <a:lnTo>
                    <a:pt x="3412" y="11335"/>
                  </a:lnTo>
                  <a:lnTo>
                    <a:pt x="4402" y="12693"/>
                  </a:lnTo>
                  <a:lnTo>
                    <a:pt x="4989" y="13426"/>
                  </a:lnTo>
                  <a:lnTo>
                    <a:pt x="4952" y="13426"/>
                  </a:lnTo>
                  <a:lnTo>
                    <a:pt x="4952" y="13500"/>
                  </a:lnTo>
                  <a:lnTo>
                    <a:pt x="4989" y="13536"/>
                  </a:lnTo>
                  <a:lnTo>
                    <a:pt x="5026" y="13573"/>
                  </a:lnTo>
                  <a:lnTo>
                    <a:pt x="5099" y="13536"/>
                  </a:lnTo>
                  <a:lnTo>
                    <a:pt x="5429" y="13940"/>
                  </a:lnTo>
                  <a:lnTo>
                    <a:pt x="5796" y="14307"/>
                  </a:lnTo>
                  <a:lnTo>
                    <a:pt x="5833" y="14343"/>
                  </a:lnTo>
                  <a:lnTo>
                    <a:pt x="5906" y="14380"/>
                  </a:lnTo>
                  <a:lnTo>
                    <a:pt x="6126" y="14563"/>
                  </a:lnTo>
                  <a:lnTo>
                    <a:pt x="6383" y="14710"/>
                  </a:lnTo>
                  <a:lnTo>
                    <a:pt x="6640" y="14857"/>
                  </a:lnTo>
                  <a:lnTo>
                    <a:pt x="6933" y="14967"/>
                  </a:lnTo>
                  <a:lnTo>
                    <a:pt x="7226" y="15040"/>
                  </a:lnTo>
                  <a:lnTo>
                    <a:pt x="7850" y="15040"/>
                  </a:lnTo>
                  <a:lnTo>
                    <a:pt x="8180" y="14967"/>
                  </a:lnTo>
                  <a:lnTo>
                    <a:pt x="8510" y="14820"/>
                  </a:lnTo>
                  <a:lnTo>
                    <a:pt x="8877" y="14673"/>
                  </a:lnTo>
                  <a:lnTo>
                    <a:pt x="9574" y="14343"/>
                  </a:lnTo>
                  <a:lnTo>
                    <a:pt x="11115" y="13683"/>
                  </a:lnTo>
                  <a:lnTo>
                    <a:pt x="11592" y="13426"/>
                  </a:lnTo>
                  <a:lnTo>
                    <a:pt x="11995" y="13170"/>
                  </a:lnTo>
                  <a:lnTo>
                    <a:pt x="12399" y="12839"/>
                  </a:lnTo>
                  <a:lnTo>
                    <a:pt x="12729" y="12436"/>
                  </a:lnTo>
                  <a:lnTo>
                    <a:pt x="12912" y="12142"/>
                  </a:lnTo>
                  <a:lnTo>
                    <a:pt x="13059" y="11849"/>
                  </a:lnTo>
                  <a:lnTo>
                    <a:pt x="13169" y="11519"/>
                  </a:lnTo>
                  <a:lnTo>
                    <a:pt x="13242" y="11189"/>
                  </a:lnTo>
                  <a:lnTo>
                    <a:pt x="13279" y="10859"/>
                  </a:lnTo>
                  <a:lnTo>
                    <a:pt x="13316" y="10528"/>
                  </a:lnTo>
                  <a:lnTo>
                    <a:pt x="13279" y="10198"/>
                  </a:lnTo>
                  <a:lnTo>
                    <a:pt x="13242" y="9868"/>
                  </a:lnTo>
                  <a:lnTo>
                    <a:pt x="13169" y="9538"/>
                  </a:lnTo>
                  <a:lnTo>
                    <a:pt x="13095" y="9208"/>
                  </a:lnTo>
                  <a:lnTo>
                    <a:pt x="12875" y="8584"/>
                  </a:lnTo>
                  <a:lnTo>
                    <a:pt x="12582" y="7961"/>
                  </a:lnTo>
                  <a:lnTo>
                    <a:pt x="12252" y="7374"/>
                  </a:lnTo>
                  <a:lnTo>
                    <a:pt x="11885" y="6824"/>
                  </a:lnTo>
                  <a:lnTo>
                    <a:pt x="10271" y="4476"/>
                  </a:lnTo>
                  <a:lnTo>
                    <a:pt x="8657" y="2165"/>
                  </a:lnTo>
                  <a:lnTo>
                    <a:pt x="8584" y="2092"/>
                  </a:lnTo>
                  <a:lnTo>
                    <a:pt x="8474" y="2055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33" name="Google Shape;321;p5">
              <a:extLst>
                <a:ext uri="{FF2B5EF4-FFF2-40B4-BE49-F238E27FC236}">
                  <a16:creationId xmlns:a16="http://schemas.microsoft.com/office/drawing/2014/main" id="{48F75B0B-5E3E-4184-A814-15172B1A256D}"/>
                </a:ext>
              </a:extLst>
            </p:cNvPr>
            <p:cNvSpPr/>
            <p:nvPr/>
          </p:nvSpPr>
          <p:spPr>
            <a:xfrm>
              <a:off x="6023725" y="3167900"/>
              <a:ext cx="340250" cy="227450"/>
            </a:xfrm>
            <a:custGeom>
              <a:avLst/>
              <a:gdLst/>
              <a:ahLst/>
              <a:cxnLst/>
              <a:rect l="l" t="t" r="r" b="b"/>
              <a:pathLst>
                <a:path w="13610" h="9098" extrusionOk="0">
                  <a:moveTo>
                    <a:pt x="4696" y="0"/>
                  </a:moveTo>
                  <a:lnTo>
                    <a:pt x="4586" y="74"/>
                  </a:lnTo>
                  <a:lnTo>
                    <a:pt x="4256" y="440"/>
                  </a:lnTo>
                  <a:lnTo>
                    <a:pt x="3999" y="844"/>
                  </a:lnTo>
                  <a:lnTo>
                    <a:pt x="3742" y="1247"/>
                  </a:lnTo>
                  <a:lnTo>
                    <a:pt x="3522" y="1688"/>
                  </a:lnTo>
                  <a:lnTo>
                    <a:pt x="3339" y="2128"/>
                  </a:lnTo>
                  <a:lnTo>
                    <a:pt x="3228" y="2605"/>
                  </a:lnTo>
                  <a:lnTo>
                    <a:pt x="3118" y="3081"/>
                  </a:lnTo>
                  <a:lnTo>
                    <a:pt x="3045" y="3595"/>
                  </a:lnTo>
                  <a:lnTo>
                    <a:pt x="3008" y="3852"/>
                  </a:lnTo>
                  <a:lnTo>
                    <a:pt x="2935" y="4072"/>
                  </a:lnTo>
                  <a:lnTo>
                    <a:pt x="2825" y="4329"/>
                  </a:lnTo>
                  <a:lnTo>
                    <a:pt x="2678" y="4512"/>
                  </a:lnTo>
                  <a:lnTo>
                    <a:pt x="2605" y="4622"/>
                  </a:lnTo>
                  <a:lnTo>
                    <a:pt x="2495" y="4659"/>
                  </a:lnTo>
                  <a:lnTo>
                    <a:pt x="2275" y="4732"/>
                  </a:lnTo>
                  <a:lnTo>
                    <a:pt x="1835" y="4732"/>
                  </a:lnTo>
                  <a:lnTo>
                    <a:pt x="1541" y="4659"/>
                  </a:lnTo>
                  <a:lnTo>
                    <a:pt x="991" y="4659"/>
                  </a:lnTo>
                  <a:lnTo>
                    <a:pt x="881" y="4732"/>
                  </a:lnTo>
                  <a:lnTo>
                    <a:pt x="771" y="4769"/>
                  </a:lnTo>
                  <a:lnTo>
                    <a:pt x="587" y="4732"/>
                  </a:lnTo>
                  <a:lnTo>
                    <a:pt x="404" y="4732"/>
                  </a:lnTo>
                  <a:lnTo>
                    <a:pt x="257" y="4805"/>
                  </a:lnTo>
                  <a:lnTo>
                    <a:pt x="74" y="4879"/>
                  </a:lnTo>
                  <a:lnTo>
                    <a:pt x="37" y="4952"/>
                  </a:lnTo>
                  <a:lnTo>
                    <a:pt x="0" y="5026"/>
                  </a:lnTo>
                  <a:lnTo>
                    <a:pt x="0" y="5172"/>
                  </a:lnTo>
                  <a:lnTo>
                    <a:pt x="37" y="5209"/>
                  </a:lnTo>
                  <a:lnTo>
                    <a:pt x="74" y="5246"/>
                  </a:lnTo>
                  <a:lnTo>
                    <a:pt x="147" y="5282"/>
                  </a:lnTo>
                  <a:lnTo>
                    <a:pt x="221" y="5246"/>
                  </a:lnTo>
                  <a:lnTo>
                    <a:pt x="514" y="5172"/>
                  </a:lnTo>
                  <a:lnTo>
                    <a:pt x="587" y="5282"/>
                  </a:lnTo>
                  <a:lnTo>
                    <a:pt x="697" y="5356"/>
                  </a:lnTo>
                  <a:lnTo>
                    <a:pt x="807" y="5356"/>
                  </a:lnTo>
                  <a:lnTo>
                    <a:pt x="881" y="5319"/>
                  </a:lnTo>
                  <a:lnTo>
                    <a:pt x="918" y="5282"/>
                  </a:lnTo>
                  <a:lnTo>
                    <a:pt x="991" y="5209"/>
                  </a:lnTo>
                  <a:lnTo>
                    <a:pt x="1064" y="5172"/>
                  </a:lnTo>
                  <a:lnTo>
                    <a:pt x="1248" y="5136"/>
                  </a:lnTo>
                  <a:lnTo>
                    <a:pt x="1431" y="5172"/>
                  </a:lnTo>
                  <a:lnTo>
                    <a:pt x="1614" y="5209"/>
                  </a:lnTo>
                  <a:lnTo>
                    <a:pt x="1981" y="5282"/>
                  </a:lnTo>
                  <a:lnTo>
                    <a:pt x="2201" y="5282"/>
                  </a:lnTo>
                  <a:lnTo>
                    <a:pt x="2385" y="5246"/>
                  </a:lnTo>
                  <a:lnTo>
                    <a:pt x="2605" y="5209"/>
                  </a:lnTo>
                  <a:lnTo>
                    <a:pt x="2752" y="5136"/>
                  </a:lnTo>
                  <a:lnTo>
                    <a:pt x="2935" y="5026"/>
                  </a:lnTo>
                  <a:lnTo>
                    <a:pt x="3082" y="4879"/>
                  </a:lnTo>
                  <a:lnTo>
                    <a:pt x="3192" y="4732"/>
                  </a:lnTo>
                  <a:lnTo>
                    <a:pt x="3302" y="4549"/>
                  </a:lnTo>
                  <a:lnTo>
                    <a:pt x="3449" y="4182"/>
                  </a:lnTo>
                  <a:lnTo>
                    <a:pt x="3522" y="3925"/>
                  </a:lnTo>
                  <a:lnTo>
                    <a:pt x="3559" y="3668"/>
                  </a:lnTo>
                  <a:lnTo>
                    <a:pt x="3632" y="3118"/>
                  </a:lnTo>
                  <a:lnTo>
                    <a:pt x="3742" y="2641"/>
                  </a:lnTo>
                  <a:lnTo>
                    <a:pt x="3889" y="2201"/>
                  </a:lnTo>
                  <a:lnTo>
                    <a:pt x="4035" y="1834"/>
                  </a:lnTo>
                  <a:lnTo>
                    <a:pt x="4219" y="1467"/>
                  </a:lnTo>
                  <a:lnTo>
                    <a:pt x="4402" y="1137"/>
                  </a:lnTo>
                  <a:lnTo>
                    <a:pt x="4659" y="844"/>
                  </a:lnTo>
                  <a:lnTo>
                    <a:pt x="5173" y="2861"/>
                  </a:lnTo>
                  <a:lnTo>
                    <a:pt x="5649" y="4842"/>
                  </a:lnTo>
                  <a:lnTo>
                    <a:pt x="6126" y="6860"/>
                  </a:lnTo>
                  <a:lnTo>
                    <a:pt x="6567" y="8914"/>
                  </a:lnTo>
                  <a:lnTo>
                    <a:pt x="6603" y="8987"/>
                  </a:lnTo>
                  <a:lnTo>
                    <a:pt x="6713" y="9061"/>
                  </a:lnTo>
                  <a:lnTo>
                    <a:pt x="6787" y="9097"/>
                  </a:lnTo>
                  <a:lnTo>
                    <a:pt x="6897" y="9097"/>
                  </a:lnTo>
                  <a:lnTo>
                    <a:pt x="7153" y="8987"/>
                  </a:lnTo>
                  <a:lnTo>
                    <a:pt x="7374" y="8804"/>
                  </a:lnTo>
                  <a:lnTo>
                    <a:pt x="7520" y="8620"/>
                  </a:lnTo>
                  <a:lnTo>
                    <a:pt x="7667" y="8364"/>
                  </a:lnTo>
                  <a:lnTo>
                    <a:pt x="7814" y="7997"/>
                  </a:lnTo>
                  <a:lnTo>
                    <a:pt x="7924" y="7593"/>
                  </a:lnTo>
                  <a:lnTo>
                    <a:pt x="8181" y="6823"/>
                  </a:lnTo>
                  <a:lnTo>
                    <a:pt x="9061" y="3962"/>
                  </a:lnTo>
                  <a:lnTo>
                    <a:pt x="9208" y="4439"/>
                  </a:lnTo>
                  <a:lnTo>
                    <a:pt x="9318" y="4952"/>
                  </a:lnTo>
                  <a:lnTo>
                    <a:pt x="9318" y="5062"/>
                  </a:lnTo>
                  <a:lnTo>
                    <a:pt x="9391" y="5136"/>
                  </a:lnTo>
                  <a:lnTo>
                    <a:pt x="9464" y="5209"/>
                  </a:lnTo>
                  <a:lnTo>
                    <a:pt x="9574" y="5209"/>
                  </a:lnTo>
                  <a:lnTo>
                    <a:pt x="12032" y="5062"/>
                  </a:lnTo>
                  <a:lnTo>
                    <a:pt x="12069" y="5136"/>
                  </a:lnTo>
                  <a:lnTo>
                    <a:pt x="12105" y="5209"/>
                  </a:lnTo>
                  <a:lnTo>
                    <a:pt x="12326" y="5356"/>
                  </a:lnTo>
                  <a:lnTo>
                    <a:pt x="12582" y="5429"/>
                  </a:lnTo>
                  <a:lnTo>
                    <a:pt x="12619" y="5466"/>
                  </a:lnTo>
                  <a:lnTo>
                    <a:pt x="12912" y="5466"/>
                  </a:lnTo>
                  <a:lnTo>
                    <a:pt x="13059" y="5429"/>
                  </a:lnTo>
                  <a:lnTo>
                    <a:pt x="13206" y="5319"/>
                  </a:lnTo>
                  <a:lnTo>
                    <a:pt x="13316" y="5209"/>
                  </a:lnTo>
                  <a:lnTo>
                    <a:pt x="13426" y="5062"/>
                  </a:lnTo>
                  <a:lnTo>
                    <a:pt x="13536" y="4915"/>
                  </a:lnTo>
                  <a:lnTo>
                    <a:pt x="13609" y="4732"/>
                  </a:lnTo>
                  <a:lnTo>
                    <a:pt x="13609" y="4659"/>
                  </a:lnTo>
                  <a:lnTo>
                    <a:pt x="13609" y="4549"/>
                  </a:lnTo>
                  <a:lnTo>
                    <a:pt x="13536" y="4439"/>
                  </a:lnTo>
                  <a:lnTo>
                    <a:pt x="13426" y="4292"/>
                  </a:lnTo>
                  <a:lnTo>
                    <a:pt x="13279" y="4219"/>
                  </a:lnTo>
                  <a:lnTo>
                    <a:pt x="13133" y="4145"/>
                  </a:lnTo>
                  <a:lnTo>
                    <a:pt x="12949" y="4072"/>
                  </a:lnTo>
                  <a:lnTo>
                    <a:pt x="12802" y="4072"/>
                  </a:lnTo>
                  <a:lnTo>
                    <a:pt x="12619" y="4108"/>
                  </a:lnTo>
                  <a:lnTo>
                    <a:pt x="12436" y="4182"/>
                  </a:lnTo>
                  <a:lnTo>
                    <a:pt x="12326" y="4255"/>
                  </a:lnTo>
                  <a:lnTo>
                    <a:pt x="12252" y="4329"/>
                  </a:lnTo>
                  <a:lnTo>
                    <a:pt x="12142" y="4512"/>
                  </a:lnTo>
                  <a:lnTo>
                    <a:pt x="9794" y="4659"/>
                  </a:lnTo>
                  <a:lnTo>
                    <a:pt x="9721" y="4255"/>
                  </a:lnTo>
                  <a:lnTo>
                    <a:pt x="9611" y="3852"/>
                  </a:lnTo>
                  <a:lnTo>
                    <a:pt x="9464" y="3448"/>
                  </a:lnTo>
                  <a:lnTo>
                    <a:pt x="9281" y="3045"/>
                  </a:lnTo>
                  <a:lnTo>
                    <a:pt x="9208" y="2971"/>
                  </a:lnTo>
                  <a:lnTo>
                    <a:pt x="9134" y="2935"/>
                  </a:lnTo>
                  <a:lnTo>
                    <a:pt x="8987" y="2935"/>
                  </a:lnTo>
                  <a:lnTo>
                    <a:pt x="8841" y="2971"/>
                  </a:lnTo>
                  <a:lnTo>
                    <a:pt x="8804" y="3045"/>
                  </a:lnTo>
                  <a:lnTo>
                    <a:pt x="8767" y="3118"/>
                  </a:lnTo>
                  <a:lnTo>
                    <a:pt x="7850" y="6016"/>
                  </a:lnTo>
                  <a:lnTo>
                    <a:pt x="7374" y="7557"/>
                  </a:lnTo>
                  <a:lnTo>
                    <a:pt x="7227" y="7997"/>
                  </a:lnTo>
                  <a:lnTo>
                    <a:pt x="7153" y="8217"/>
                  </a:lnTo>
                  <a:lnTo>
                    <a:pt x="7007" y="8400"/>
                  </a:lnTo>
                  <a:lnTo>
                    <a:pt x="6567" y="6346"/>
                  </a:lnTo>
                  <a:lnTo>
                    <a:pt x="6090" y="4292"/>
                  </a:lnTo>
                  <a:lnTo>
                    <a:pt x="5576" y="2238"/>
                  </a:lnTo>
                  <a:lnTo>
                    <a:pt x="5026" y="220"/>
                  </a:lnTo>
                  <a:lnTo>
                    <a:pt x="4953" y="74"/>
                  </a:lnTo>
                  <a:lnTo>
                    <a:pt x="4842" y="37"/>
                  </a:lnTo>
                  <a:lnTo>
                    <a:pt x="4696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34" name="Google Shape;322;p5">
              <a:extLst>
                <a:ext uri="{FF2B5EF4-FFF2-40B4-BE49-F238E27FC236}">
                  <a16:creationId xmlns:a16="http://schemas.microsoft.com/office/drawing/2014/main" id="{92DF89BB-DDA6-431D-88B7-4B995D0B2D19}"/>
                </a:ext>
              </a:extLst>
            </p:cNvPr>
            <p:cNvSpPr/>
            <p:nvPr/>
          </p:nvSpPr>
          <p:spPr>
            <a:xfrm>
              <a:off x="7109500" y="3449425"/>
              <a:ext cx="154100" cy="165100"/>
            </a:xfrm>
            <a:custGeom>
              <a:avLst/>
              <a:gdLst/>
              <a:ahLst/>
              <a:cxnLst/>
              <a:rect l="l" t="t" r="r" b="b"/>
              <a:pathLst>
                <a:path w="6164" h="6604" extrusionOk="0">
                  <a:moveTo>
                    <a:pt x="3962" y="0"/>
                  </a:moveTo>
                  <a:lnTo>
                    <a:pt x="3926" y="37"/>
                  </a:lnTo>
                  <a:lnTo>
                    <a:pt x="3889" y="74"/>
                  </a:lnTo>
                  <a:lnTo>
                    <a:pt x="3889" y="147"/>
                  </a:lnTo>
                  <a:lnTo>
                    <a:pt x="3522" y="477"/>
                  </a:lnTo>
                  <a:lnTo>
                    <a:pt x="3229" y="807"/>
                  </a:lnTo>
                  <a:lnTo>
                    <a:pt x="2788" y="1284"/>
                  </a:lnTo>
                  <a:lnTo>
                    <a:pt x="2458" y="1651"/>
                  </a:lnTo>
                  <a:lnTo>
                    <a:pt x="2201" y="1578"/>
                  </a:lnTo>
                  <a:lnTo>
                    <a:pt x="1321" y="1321"/>
                  </a:lnTo>
                  <a:lnTo>
                    <a:pt x="1138" y="1284"/>
                  </a:lnTo>
                  <a:lnTo>
                    <a:pt x="808" y="1211"/>
                  </a:lnTo>
                  <a:lnTo>
                    <a:pt x="661" y="1174"/>
                  </a:lnTo>
                  <a:lnTo>
                    <a:pt x="514" y="1211"/>
                  </a:lnTo>
                  <a:lnTo>
                    <a:pt x="441" y="1248"/>
                  </a:lnTo>
                  <a:lnTo>
                    <a:pt x="441" y="1284"/>
                  </a:lnTo>
                  <a:lnTo>
                    <a:pt x="441" y="1358"/>
                  </a:lnTo>
                  <a:lnTo>
                    <a:pt x="477" y="1468"/>
                  </a:lnTo>
                  <a:lnTo>
                    <a:pt x="551" y="1541"/>
                  </a:lnTo>
                  <a:lnTo>
                    <a:pt x="661" y="1614"/>
                  </a:lnTo>
                  <a:lnTo>
                    <a:pt x="771" y="1651"/>
                  </a:lnTo>
                  <a:lnTo>
                    <a:pt x="1064" y="1761"/>
                  </a:lnTo>
                  <a:lnTo>
                    <a:pt x="1284" y="1798"/>
                  </a:lnTo>
                  <a:lnTo>
                    <a:pt x="2055" y="2018"/>
                  </a:lnTo>
                  <a:lnTo>
                    <a:pt x="2055" y="2091"/>
                  </a:lnTo>
                  <a:lnTo>
                    <a:pt x="2091" y="2165"/>
                  </a:lnTo>
                  <a:lnTo>
                    <a:pt x="2165" y="2238"/>
                  </a:lnTo>
                  <a:lnTo>
                    <a:pt x="2201" y="2238"/>
                  </a:lnTo>
                  <a:lnTo>
                    <a:pt x="2275" y="2275"/>
                  </a:lnTo>
                  <a:lnTo>
                    <a:pt x="2385" y="2238"/>
                  </a:lnTo>
                  <a:lnTo>
                    <a:pt x="2532" y="2165"/>
                  </a:lnTo>
                  <a:lnTo>
                    <a:pt x="2678" y="2128"/>
                  </a:lnTo>
                  <a:lnTo>
                    <a:pt x="2752" y="2091"/>
                  </a:lnTo>
                  <a:lnTo>
                    <a:pt x="2788" y="2055"/>
                  </a:lnTo>
                  <a:lnTo>
                    <a:pt x="2788" y="1981"/>
                  </a:lnTo>
                  <a:lnTo>
                    <a:pt x="2788" y="1908"/>
                  </a:lnTo>
                  <a:lnTo>
                    <a:pt x="2935" y="1761"/>
                  </a:lnTo>
                  <a:lnTo>
                    <a:pt x="3375" y="1284"/>
                  </a:lnTo>
                  <a:lnTo>
                    <a:pt x="3815" y="771"/>
                  </a:lnTo>
                  <a:lnTo>
                    <a:pt x="3852" y="1394"/>
                  </a:lnTo>
                  <a:lnTo>
                    <a:pt x="3852" y="2091"/>
                  </a:lnTo>
                  <a:lnTo>
                    <a:pt x="3889" y="2421"/>
                  </a:lnTo>
                  <a:lnTo>
                    <a:pt x="3962" y="2605"/>
                  </a:lnTo>
                  <a:lnTo>
                    <a:pt x="4036" y="2751"/>
                  </a:lnTo>
                  <a:lnTo>
                    <a:pt x="4109" y="2825"/>
                  </a:lnTo>
                  <a:lnTo>
                    <a:pt x="4219" y="2825"/>
                  </a:lnTo>
                  <a:lnTo>
                    <a:pt x="4476" y="3008"/>
                  </a:lnTo>
                  <a:lnTo>
                    <a:pt x="4732" y="3155"/>
                  </a:lnTo>
                  <a:lnTo>
                    <a:pt x="5063" y="3265"/>
                  </a:lnTo>
                  <a:lnTo>
                    <a:pt x="5356" y="3338"/>
                  </a:lnTo>
                  <a:lnTo>
                    <a:pt x="5246" y="3412"/>
                  </a:lnTo>
                  <a:lnTo>
                    <a:pt x="4732" y="3669"/>
                  </a:lnTo>
                  <a:lnTo>
                    <a:pt x="4512" y="3779"/>
                  </a:lnTo>
                  <a:lnTo>
                    <a:pt x="4292" y="3925"/>
                  </a:lnTo>
                  <a:lnTo>
                    <a:pt x="4219" y="3925"/>
                  </a:lnTo>
                  <a:lnTo>
                    <a:pt x="4182" y="3962"/>
                  </a:lnTo>
                  <a:lnTo>
                    <a:pt x="4072" y="4072"/>
                  </a:lnTo>
                  <a:lnTo>
                    <a:pt x="3962" y="4292"/>
                  </a:lnTo>
                  <a:lnTo>
                    <a:pt x="3889" y="4549"/>
                  </a:lnTo>
                  <a:lnTo>
                    <a:pt x="3852" y="5283"/>
                  </a:lnTo>
                  <a:lnTo>
                    <a:pt x="3852" y="5649"/>
                  </a:lnTo>
                  <a:lnTo>
                    <a:pt x="3852" y="6053"/>
                  </a:lnTo>
                  <a:lnTo>
                    <a:pt x="3559" y="5723"/>
                  </a:lnTo>
                  <a:lnTo>
                    <a:pt x="3229" y="5393"/>
                  </a:lnTo>
                  <a:lnTo>
                    <a:pt x="2642" y="4769"/>
                  </a:lnTo>
                  <a:lnTo>
                    <a:pt x="2568" y="4659"/>
                  </a:lnTo>
                  <a:lnTo>
                    <a:pt x="2495" y="4586"/>
                  </a:lnTo>
                  <a:lnTo>
                    <a:pt x="2385" y="4586"/>
                  </a:lnTo>
                  <a:lnTo>
                    <a:pt x="2385" y="4622"/>
                  </a:lnTo>
                  <a:lnTo>
                    <a:pt x="2312" y="4622"/>
                  </a:lnTo>
                  <a:lnTo>
                    <a:pt x="1908" y="4769"/>
                  </a:lnTo>
                  <a:lnTo>
                    <a:pt x="1468" y="4842"/>
                  </a:lnTo>
                  <a:lnTo>
                    <a:pt x="1064" y="4916"/>
                  </a:lnTo>
                  <a:lnTo>
                    <a:pt x="624" y="4952"/>
                  </a:lnTo>
                  <a:lnTo>
                    <a:pt x="1138" y="4329"/>
                  </a:lnTo>
                  <a:lnTo>
                    <a:pt x="1358" y="3999"/>
                  </a:lnTo>
                  <a:lnTo>
                    <a:pt x="1541" y="3632"/>
                  </a:lnTo>
                  <a:lnTo>
                    <a:pt x="1688" y="3595"/>
                  </a:lnTo>
                  <a:lnTo>
                    <a:pt x="1725" y="3558"/>
                  </a:lnTo>
                  <a:lnTo>
                    <a:pt x="1761" y="3485"/>
                  </a:lnTo>
                  <a:lnTo>
                    <a:pt x="1798" y="3448"/>
                  </a:lnTo>
                  <a:lnTo>
                    <a:pt x="1798" y="3375"/>
                  </a:lnTo>
                  <a:lnTo>
                    <a:pt x="1761" y="3302"/>
                  </a:lnTo>
                  <a:lnTo>
                    <a:pt x="1725" y="3265"/>
                  </a:lnTo>
                  <a:lnTo>
                    <a:pt x="1651" y="3228"/>
                  </a:lnTo>
                  <a:lnTo>
                    <a:pt x="1541" y="3045"/>
                  </a:lnTo>
                  <a:lnTo>
                    <a:pt x="1211" y="2458"/>
                  </a:lnTo>
                  <a:lnTo>
                    <a:pt x="844" y="1908"/>
                  </a:lnTo>
                  <a:lnTo>
                    <a:pt x="624" y="1651"/>
                  </a:lnTo>
                  <a:lnTo>
                    <a:pt x="367" y="1431"/>
                  </a:lnTo>
                  <a:lnTo>
                    <a:pt x="257" y="1394"/>
                  </a:lnTo>
                  <a:lnTo>
                    <a:pt x="184" y="1431"/>
                  </a:lnTo>
                  <a:lnTo>
                    <a:pt x="111" y="1504"/>
                  </a:lnTo>
                  <a:lnTo>
                    <a:pt x="111" y="1578"/>
                  </a:lnTo>
                  <a:lnTo>
                    <a:pt x="111" y="1614"/>
                  </a:lnTo>
                  <a:lnTo>
                    <a:pt x="331" y="1945"/>
                  </a:lnTo>
                  <a:lnTo>
                    <a:pt x="551" y="2238"/>
                  </a:lnTo>
                  <a:lnTo>
                    <a:pt x="771" y="2531"/>
                  </a:lnTo>
                  <a:lnTo>
                    <a:pt x="954" y="2825"/>
                  </a:lnTo>
                  <a:lnTo>
                    <a:pt x="1101" y="3155"/>
                  </a:lnTo>
                  <a:lnTo>
                    <a:pt x="1174" y="3338"/>
                  </a:lnTo>
                  <a:lnTo>
                    <a:pt x="1284" y="3522"/>
                  </a:lnTo>
                  <a:lnTo>
                    <a:pt x="1101" y="3669"/>
                  </a:lnTo>
                  <a:lnTo>
                    <a:pt x="918" y="3815"/>
                  </a:lnTo>
                  <a:lnTo>
                    <a:pt x="587" y="4219"/>
                  </a:lnTo>
                  <a:lnTo>
                    <a:pt x="294" y="4622"/>
                  </a:lnTo>
                  <a:lnTo>
                    <a:pt x="37" y="5062"/>
                  </a:lnTo>
                  <a:lnTo>
                    <a:pt x="1" y="5172"/>
                  </a:lnTo>
                  <a:lnTo>
                    <a:pt x="1" y="5283"/>
                  </a:lnTo>
                  <a:lnTo>
                    <a:pt x="74" y="5356"/>
                  </a:lnTo>
                  <a:lnTo>
                    <a:pt x="184" y="5393"/>
                  </a:lnTo>
                  <a:lnTo>
                    <a:pt x="734" y="5393"/>
                  </a:lnTo>
                  <a:lnTo>
                    <a:pt x="1284" y="5356"/>
                  </a:lnTo>
                  <a:lnTo>
                    <a:pt x="1835" y="5246"/>
                  </a:lnTo>
                  <a:lnTo>
                    <a:pt x="2348" y="5062"/>
                  </a:lnTo>
                  <a:lnTo>
                    <a:pt x="2568" y="5356"/>
                  </a:lnTo>
                  <a:lnTo>
                    <a:pt x="2788" y="5576"/>
                  </a:lnTo>
                  <a:lnTo>
                    <a:pt x="3229" y="6163"/>
                  </a:lnTo>
                  <a:lnTo>
                    <a:pt x="3485" y="6383"/>
                  </a:lnTo>
                  <a:lnTo>
                    <a:pt x="3632" y="6493"/>
                  </a:lnTo>
                  <a:lnTo>
                    <a:pt x="3779" y="6566"/>
                  </a:lnTo>
                  <a:lnTo>
                    <a:pt x="3889" y="6566"/>
                  </a:lnTo>
                  <a:lnTo>
                    <a:pt x="4036" y="6530"/>
                  </a:lnTo>
                  <a:lnTo>
                    <a:pt x="4146" y="6603"/>
                  </a:lnTo>
                  <a:lnTo>
                    <a:pt x="4292" y="6603"/>
                  </a:lnTo>
                  <a:lnTo>
                    <a:pt x="4366" y="6530"/>
                  </a:lnTo>
                  <a:lnTo>
                    <a:pt x="4402" y="6456"/>
                  </a:lnTo>
                  <a:lnTo>
                    <a:pt x="4439" y="6383"/>
                  </a:lnTo>
                  <a:lnTo>
                    <a:pt x="4402" y="6310"/>
                  </a:lnTo>
                  <a:lnTo>
                    <a:pt x="4366" y="6273"/>
                  </a:lnTo>
                  <a:lnTo>
                    <a:pt x="4329" y="6236"/>
                  </a:lnTo>
                  <a:lnTo>
                    <a:pt x="4292" y="6053"/>
                  </a:lnTo>
                  <a:lnTo>
                    <a:pt x="4292" y="5833"/>
                  </a:lnTo>
                  <a:lnTo>
                    <a:pt x="4256" y="5172"/>
                  </a:lnTo>
                  <a:lnTo>
                    <a:pt x="4256" y="4769"/>
                  </a:lnTo>
                  <a:lnTo>
                    <a:pt x="4256" y="4402"/>
                  </a:lnTo>
                  <a:lnTo>
                    <a:pt x="4402" y="4402"/>
                  </a:lnTo>
                  <a:lnTo>
                    <a:pt x="4476" y="4365"/>
                  </a:lnTo>
                  <a:lnTo>
                    <a:pt x="4549" y="4292"/>
                  </a:lnTo>
                  <a:lnTo>
                    <a:pt x="4549" y="4255"/>
                  </a:lnTo>
                  <a:lnTo>
                    <a:pt x="4622" y="4219"/>
                  </a:lnTo>
                  <a:lnTo>
                    <a:pt x="5209" y="3889"/>
                  </a:lnTo>
                  <a:lnTo>
                    <a:pt x="5539" y="3705"/>
                  </a:lnTo>
                  <a:lnTo>
                    <a:pt x="5686" y="3595"/>
                  </a:lnTo>
                  <a:lnTo>
                    <a:pt x="5833" y="3485"/>
                  </a:lnTo>
                  <a:lnTo>
                    <a:pt x="5980" y="3485"/>
                  </a:lnTo>
                  <a:lnTo>
                    <a:pt x="6090" y="3448"/>
                  </a:lnTo>
                  <a:lnTo>
                    <a:pt x="6126" y="3375"/>
                  </a:lnTo>
                  <a:lnTo>
                    <a:pt x="6163" y="3302"/>
                  </a:lnTo>
                  <a:lnTo>
                    <a:pt x="6163" y="3228"/>
                  </a:lnTo>
                  <a:lnTo>
                    <a:pt x="6126" y="3118"/>
                  </a:lnTo>
                  <a:lnTo>
                    <a:pt x="6090" y="3045"/>
                  </a:lnTo>
                  <a:lnTo>
                    <a:pt x="5980" y="3008"/>
                  </a:lnTo>
                  <a:lnTo>
                    <a:pt x="5576" y="2935"/>
                  </a:lnTo>
                  <a:lnTo>
                    <a:pt x="5173" y="2788"/>
                  </a:lnTo>
                  <a:lnTo>
                    <a:pt x="4769" y="2678"/>
                  </a:lnTo>
                  <a:lnTo>
                    <a:pt x="4366" y="2568"/>
                  </a:lnTo>
                  <a:lnTo>
                    <a:pt x="4366" y="2275"/>
                  </a:lnTo>
                  <a:lnTo>
                    <a:pt x="4329" y="2018"/>
                  </a:lnTo>
                  <a:lnTo>
                    <a:pt x="4256" y="1468"/>
                  </a:lnTo>
                  <a:lnTo>
                    <a:pt x="4256" y="881"/>
                  </a:lnTo>
                  <a:lnTo>
                    <a:pt x="4219" y="551"/>
                  </a:lnTo>
                  <a:lnTo>
                    <a:pt x="4182" y="257"/>
                  </a:lnTo>
                  <a:lnTo>
                    <a:pt x="4219" y="184"/>
                  </a:lnTo>
                  <a:lnTo>
                    <a:pt x="4256" y="110"/>
                  </a:lnTo>
                  <a:lnTo>
                    <a:pt x="4219" y="37"/>
                  </a:lnTo>
                  <a:lnTo>
                    <a:pt x="4182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</p:grpSp>
      <p:sp>
        <p:nvSpPr>
          <p:cNvPr id="36" name="Google Shape;291;p5">
            <a:extLst>
              <a:ext uri="{FF2B5EF4-FFF2-40B4-BE49-F238E27FC236}">
                <a16:creationId xmlns:a16="http://schemas.microsoft.com/office/drawing/2014/main" id="{A0500C0F-A345-4601-95F5-3406B512905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97233" y="300033"/>
            <a:ext cx="10822233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5400" b="0"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367845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preserve="1">
  <p:cSld name="1_Title + 1 column"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3" name="Google Shape;323;p5"/>
          <p:cNvCxnSpPr/>
          <p:nvPr/>
        </p:nvCxnSpPr>
        <p:spPr>
          <a:xfrm>
            <a:off x="1133967" y="1375233"/>
            <a:ext cx="8050400" cy="0"/>
          </a:xfrm>
          <a:prstGeom prst="straightConnector1">
            <a:avLst/>
          </a:prstGeom>
          <a:noFill/>
          <a:ln w="19050" cap="rnd" cmpd="sng">
            <a:solidFill>
              <a:srgbClr val="36595D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5" name="Google Shape;291;p5">
            <a:extLst>
              <a:ext uri="{FF2B5EF4-FFF2-40B4-BE49-F238E27FC236}">
                <a16:creationId xmlns:a16="http://schemas.microsoft.com/office/drawing/2014/main" id="{7D91CF79-CCEE-49CA-8A90-E6C585E738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97233" y="300033"/>
            <a:ext cx="10822233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5400" b="0"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152450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preserve="1">
  <p:cSld name="1_Title + 1 column"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oogle Shape;293;p5">
            <a:extLst>
              <a:ext uri="{FF2B5EF4-FFF2-40B4-BE49-F238E27FC236}">
                <a16:creationId xmlns:a16="http://schemas.microsoft.com/office/drawing/2014/main" id="{36D281D3-6FE4-4C0D-ACAD-503C762AE617}"/>
              </a:ext>
            </a:extLst>
          </p:cNvPr>
          <p:cNvGrpSpPr/>
          <p:nvPr/>
        </p:nvGrpSpPr>
        <p:grpSpPr>
          <a:xfrm>
            <a:off x="9923870" y="-121539"/>
            <a:ext cx="2395052" cy="7107432"/>
            <a:chOff x="6023725" y="842300"/>
            <a:chExt cx="1358150" cy="4030375"/>
          </a:xfrm>
        </p:grpSpPr>
        <p:sp>
          <p:nvSpPr>
            <p:cNvPr id="6" name="Google Shape;294;p5">
              <a:extLst>
                <a:ext uri="{FF2B5EF4-FFF2-40B4-BE49-F238E27FC236}">
                  <a16:creationId xmlns:a16="http://schemas.microsoft.com/office/drawing/2014/main" id="{983E26C4-033B-43D6-8E70-8FCDFBEB416A}"/>
                </a:ext>
              </a:extLst>
            </p:cNvPr>
            <p:cNvSpPr/>
            <p:nvPr/>
          </p:nvSpPr>
          <p:spPr>
            <a:xfrm>
              <a:off x="6371275" y="842300"/>
              <a:ext cx="397100" cy="492450"/>
            </a:xfrm>
            <a:custGeom>
              <a:avLst/>
              <a:gdLst/>
              <a:ahLst/>
              <a:cxnLst/>
              <a:rect l="l" t="t" r="r" b="b"/>
              <a:pathLst>
                <a:path w="15884" h="19698" extrusionOk="0">
                  <a:moveTo>
                    <a:pt x="9355" y="4108"/>
                  </a:moveTo>
                  <a:lnTo>
                    <a:pt x="9465" y="4145"/>
                  </a:lnTo>
                  <a:lnTo>
                    <a:pt x="9538" y="4182"/>
                  </a:lnTo>
                  <a:lnTo>
                    <a:pt x="9648" y="4328"/>
                  </a:lnTo>
                  <a:lnTo>
                    <a:pt x="9721" y="4549"/>
                  </a:lnTo>
                  <a:lnTo>
                    <a:pt x="9721" y="4769"/>
                  </a:lnTo>
                  <a:lnTo>
                    <a:pt x="9721" y="4842"/>
                  </a:lnTo>
                  <a:lnTo>
                    <a:pt x="9685" y="4879"/>
                  </a:lnTo>
                  <a:lnTo>
                    <a:pt x="9575" y="4952"/>
                  </a:lnTo>
                  <a:lnTo>
                    <a:pt x="9391" y="4952"/>
                  </a:lnTo>
                  <a:lnTo>
                    <a:pt x="9355" y="4915"/>
                  </a:lnTo>
                  <a:lnTo>
                    <a:pt x="9281" y="4842"/>
                  </a:lnTo>
                  <a:lnTo>
                    <a:pt x="9208" y="4695"/>
                  </a:lnTo>
                  <a:lnTo>
                    <a:pt x="9171" y="4549"/>
                  </a:lnTo>
                  <a:lnTo>
                    <a:pt x="9171" y="4438"/>
                  </a:lnTo>
                  <a:lnTo>
                    <a:pt x="9171" y="4328"/>
                  </a:lnTo>
                  <a:lnTo>
                    <a:pt x="9245" y="4108"/>
                  </a:lnTo>
                  <a:close/>
                  <a:moveTo>
                    <a:pt x="9355" y="3705"/>
                  </a:moveTo>
                  <a:lnTo>
                    <a:pt x="9245" y="3742"/>
                  </a:lnTo>
                  <a:lnTo>
                    <a:pt x="9135" y="3778"/>
                  </a:lnTo>
                  <a:lnTo>
                    <a:pt x="9025" y="3852"/>
                  </a:lnTo>
                  <a:lnTo>
                    <a:pt x="8988" y="3925"/>
                  </a:lnTo>
                  <a:lnTo>
                    <a:pt x="8914" y="3998"/>
                  </a:lnTo>
                  <a:lnTo>
                    <a:pt x="8841" y="4218"/>
                  </a:lnTo>
                  <a:lnTo>
                    <a:pt x="8804" y="4475"/>
                  </a:lnTo>
                  <a:lnTo>
                    <a:pt x="8804" y="4659"/>
                  </a:lnTo>
                  <a:lnTo>
                    <a:pt x="8841" y="4805"/>
                  </a:lnTo>
                  <a:lnTo>
                    <a:pt x="8878" y="4952"/>
                  </a:lnTo>
                  <a:lnTo>
                    <a:pt x="8988" y="5099"/>
                  </a:lnTo>
                  <a:lnTo>
                    <a:pt x="9098" y="5209"/>
                  </a:lnTo>
                  <a:lnTo>
                    <a:pt x="9245" y="5282"/>
                  </a:lnTo>
                  <a:lnTo>
                    <a:pt x="9391" y="5355"/>
                  </a:lnTo>
                  <a:lnTo>
                    <a:pt x="9538" y="5355"/>
                  </a:lnTo>
                  <a:lnTo>
                    <a:pt x="9721" y="5319"/>
                  </a:lnTo>
                  <a:lnTo>
                    <a:pt x="9868" y="5245"/>
                  </a:lnTo>
                  <a:lnTo>
                    <a:pt x="10015" y="5135"/>
                  </a:lnTo>
                  <a:lnTo>
                    <a:pt x="10088" y="4989"/>
                  </a:lnTo>
                  <a:lnTo>
                    <a:pt x="10125" y="4805"/>
                  </a:lnTo>
                  <a:lnTo>
                    <a:pt x="10125" y="4659"/>
                  </a:lnTo>
                  <a:lnTo>
                    <a:pt x="10088" y="4475"/>
                  </a:lnTo>
                  <a:lnTo>
                    <a:pt x="10052" y="4292"/>
                  </a:lnTo>
                  <a:lnTo>
                    <a:pt x="9978" y="4145"/>
                  </a:lnTo>
                  <a:lnTo>
                    <a:pt x="9905" y="3998"/>
                  </a:lnTo>
                  <a:lnTo>
                    <a:pt x="9795" y="3888"/>
                  </a:lnTo>
                  <a:lnTo>
                    <a:pt x="9648" y="3778"/>
                  </a:lnTo>
                  <a:lnTo>
                    <a:pt x="9501" y="3742"/>
                  </a:lnTo>
                  <a:lnTo>
                    <a:pt x="9355" y="3705"/>
                  </a:lnTo>
                  <a:close/>
                  <a:moveTo>
                    <a:pt x="11262" y="6676"/>
                  </a:moveTo>
                  <a:lnTo>
                    <a:pt x="11262" y="6786"/>
                  </a:lnTo>
                  <a:lnTo>
                    <a:pt x="11225" y="6859"/>
                  </a:lnTo>
                  <a:lnTo>
                    <a:pt x="11152" y="6933"/>
                  </a:lnTo>
                  <a:lnTo>
                    <a:pt x="11042" y="7006"/>
                  </a:lnTo>
                  <a:lnTo>
                    <a:pt x="10785" y="7116"/>
                  </a:lnTo>
                  <a:lnTo>
                    <a:pt x="10602" y="7190"/>
                  </a:lnTo>
                  <a:lnTo>
                    <a:pt x="9795" y="7556"/>
                  </a:lnTo>
                  <a:lnTo>
                    <a:pt x="9721" y="7263"/>
                  </a:lnTo>
                  <a:lnTo>
                    <a:pt x="10639" y="6823"/>
                  </a:lnTo>
                  <a:lnTo>
                    <a:pt x="11079" y="6676"/>
                  </a:lnTo>
                  <a:close/>
                  <a:moveTo>
                    <a:pt x="11115" y="6273"/>
                  </a:moveTo>
                  <a:lnTo>
                    <a:pt x="10859" y="6346"/>
                  </a:lnTo>
                  <a:lnTo>
                    <a:pt x="10052" y="6639"/>
                  </a:lnTo>
                  <a:lnTo>
                    <a:pt x="9648" y="6823"/>
                  </a:lnTo>
                  <a:lnTo>
                    <a:pt x="9281" y="7006"/>
                  </a:lnTo>
                  <a:lnTo>
                    <a:pt x="9208" y="7080"/>
                  </a:lnTo>
                  <a:lnTo>
                    <a:pt x="9208" y="7116"/>
                  </a:lnTo>
                  <a:lnTo>
                    <a:pt x="9208" y="7190"/>
                  </a:lnTo>
                  <a:lnTo>
                    <a:pt x="9208" y="7263"/>
                  </a:lnTo>
                  <a:lnTo>
                    <a:pt x="9318" y="7336"/>
                  </a:lnTo>
                  <a:lnTo>
                    <a:pt x="9465" y="7336"/>
                  </a:lnTo>
                  <a:lnTo>
                    <a:pt x="9465" y="7593"/>
                  </a:lnTo>
                  <a:lnTo>
                    <a:pt x="9538" y="7813"/>
                  </a:lnTo>
                  <a:lnTo>
                    <a:pt x="9575" y="7887"/>
                  </a:lnTo>
                  <a:lnTo>
                    <a:pt x="9648" y="7923"/>
                  </a:lnTo>
                  <a:lnTo>
                    <a:pt x="9758" y="7923"/>
                  </a:lnTo>
                  <a:lnTo>
                    <a:pt x="10492" y="7630"/>
                  </a:lnTo>
                  <a:lnTo>
                    <a:pt x="10859" y="7483"/>
                  </a:lnTo>
                  <a:lnTo>
                    <a:pt x="11225" y="7336"/>
                  </a:lnTo>
                  <a:lnTo>
                    <a:pt x="11409" y="7190"/>
                  </a:lnTo>
                  <a:lnTo>
                    <a:pt x="11556" y="7006"/>
                  </a:lnTo>
                  <a:lnTo>
                    <a:pt x="11629" y="6896"/>
                  </a:lnTo>
                  <a:lnTo>
                    <a:pt x="11629" y="6786"/>
                  </a:lnTo>
                  <a:lnTo>
                    <a:pt x="11629" y="6676"/>
                  </a:lnTo>
                  <a:lnTo>
                    <a:pt x="11592" y="6566"/>
                  </a:lnTo>
                  <a:lnTo>
                    <a:pt x="11556" y="6419"/>
                  </a:lnTo>
                  <a:lnTo>
                    <a:pt x="11482" y="6346"/>
                  </a:lnTo>
                  <a:lnTo>
                    <a:pt x="11372" y="6273"/>
                  </a:lnTo>
                  <a:close/>
                  <a:moveTo>
                    <a:pt x="10198" y="2861"/>
                  </a:moveTo>
                  <a:lnTo>
                    <a:pt x="10235" y="3228"/>
                  </a:lnTo>
                  <a:lnTo>
                    <a:pt x="10345" y="3595"/>
                  </a:lnTo>
                  <a:lnTo>
                    <a:pt x="10565" y="4292"/>
                  </a:lnTo>
                  <a:lnTo>
                    <a:pt x="10822" y="5062"/>
                  </a:lnTo>
                  <a:lnTo>
                    <a:pt x="10895" y="5282"/>
                  </a:lnTo>
                  <a:lnTo>
                    <a:pt x="9025" y="6052"/>
                  </a:lnTo>
                  <a:lnTo>
                    <a:pt x="7154" y="6786"/>
                  </a:lnTo>
                  <a:lnTo>
                    <a:pt x="5173" y="7593"/>
                  </a:lnTo>
                  <a:lnTo>
                    <a:pt x="4146" y="7997"/>
                  </a:lnTo>
                  <a:lnTo>
                    <a:pt x="3816" y="8143"/>
                  </a:lnTo>
                  <a:lnTo>
                    <a:pt x="3486" y="8290"/>
                  </a:lnTo>
                  <a:lnTo>
                    <a:pt x="3266" y="7887"/>
                  </a:lnTo>
                  <a:lnTo>
                    <a:pt x="3045" y="7446"/>
                  </a:lnTo>
                  <a:lnTo>
                    <a:pt x="2679" y="6566"/>
                  </a:lnTo>
                  <a:lnTo>
                    <a:pt x="2532" y="6162"/>
                  </a:lnTo>
                  <a:lnTo>
                    <a:pt x="2385" y="5869"/>
                  </a:lnTo>
                  <a:lnTo>
                    <a:pt x="2238" y="5612"/>
                  </a:lnTo>
                  <a:lnTo>
                    <a:pt x="2715" y="5539"/>
                  </a:lnTo>
                  <a:lnTo>
                    <a:pt x="3192" y="5429"/>
                  </a:lnTo>
                  <a:lnTo>
                    <a:pt x="3669" y="5282"/>
                  </a:lnTo>
                  <a:lnTo>
                    <a:pt x="4146" y="5099"/>
                  </a:lnTo>
                  <a:lnTo>
                    <a:pt x="5210" y="4659"/>
                  </a:lnTo>
                  <a:lnTo>
                    <a:pt x="6273" y="4218"/>
                  </a:lnTo>
                  <a:lnTo>
                    <a:pt x="6824" y="4035"/>
                  </a:lnTo>
                  <a:lnTo>
                    <a:pt x="7374" y="3852"/>
                  </a:lnTo>
                  <a:lnTo>
                    <a:pt x="8474" y="3558"/>
                  </a:lnTo>
                  <a:lnTo>
                    <a:pt x="9025" y="3411"/>
                  </a:lnTo>
                  <a:lnTo>
                    <a:pt x="9538" y="3191"/>
                  </a:lnTo>
                  <a:lnTo>
                    <a:pt x="9868" y="3081"/>
                  </a:lnTo>
                  <a:lnTo>
                    <a:pt x="10015" y="2971"/>
                  </a:lnTo>
                  <a:lnTo>
                    <a:pt x="10198" y="2861"/>
                  </a:lnTo>
                  <a:close/>
                  <a:moveTo>
                    <a:pt x="8658" y="7740"/>
                  </a:moveTo>
                  <a:lnTo>
                    <a:pt x="8694" y="7923"/>
                  </a:lnTo>
                  <a:lnTo>
                    <a:pt x="8071" y="8253"/>
                  </a:lnTo>
                  <a:lnTo>
                    <a:pt x="7704" y="8437"/>
                  </a:lnTo>
                  <a:lnTo>
                    <a:pt x="7594" y="8437"/>
                  </a:lnTo>
                  <a:lnTo>
                    <a:pt x="7557" y="8363"/>
                  </a:lnTo>
                  <a:lnTo>
                    <a:pt x="7557" y="8180"/>
                  </a:lnTo>
                  <a:lnTo>
                    <a:pt x="8658" y="7740"/>
                  </a:lnTo>
                  <a:close/>
                  <a:moveTo>
                    <a:pt x="10198" y="2384"/>
                  </a:moveTo>
                  <a:lnTo>
                    <a:pt x="9978" y="2458"/>
                  </a:lnTo>
                  <a:lnTo>
                    <a:pt x="9795" y="2568"/>
                  </a:lnTo>
                  <a:lnTo>
                    <a:pt x="9391" y="2788"/>
                  </a:lnTo>
                  <a:lnTo>
                    <a:pt x="8841" y="2971"/>
                  </a:lnTo>
                  <a:lnTo>
                    <a:pt x="8328" y="3155"/>
                  </a:lnTo>
                  <a:lnTo>
                    <a:pt x="7264" y="3411"/>
                  </a:lnTo>
                  <a:lnTo>
                    <a:pt x="6750" y="3558"/>
                  </a:lnTo>
                  <a:lnTo>
                    <a:pt x="6237" y="3742"/>
                  </a:lnTo>
                  <a:lnTo>
                    <a:pt x="5210" y="4145"/>
                  </a:lnTo>
                  <a:lnTo>
                    <a:pt x="4219" y="4585"/>
                  </a:lnTo>
                  <a:lnTo>
                    <a:pt x="3669" y="4805"/>
                  </a:lnTo>
                  <a:lnTo>
                    <a:pt x="3119" y="4989"/>
                  </a:lnTo>
                  <a:lnTo>
                    <a:pt x="2018" y="5319"/>
                  </a:lnTo>
                  <a:lnTo>
                    <a:pt x="1945" y="5355"/>
                  </a:lnTo>
                  <a:lnTo>
                    <a:pt x="1908" y="5392"/>
                  </a:lnTo>
                  <a:lnTo>
                    <a:pt x="1908" y="5466"/>
                  </a:lnTo>
                  <a:lnTo>
                    <a:pt x="1945" y="5539"/>
                  </a:lnTo>
                  <a:lnTo>
                    <a:pt x="1982" y="5576"/>
                  </a:lnTo>
                  <a:lnTo>
                    <a:pt x="1945" y="5686"/>
                  </a:lnTo>
                  <a:lnTo>
                    <a:pt x="1945" y="5759"/>
                  </a:lnTo>
                  <a:lnTo>
                    <a:pt x="2018" y="5979"/>
                  </a:lnTo>
                  <a:lnTo>
                    <a:pt x="2165" y="6456"/>
                  </a:lnTo>
                  <a:lnTo>
                    <a:pt x="2385" y="6933"/>
                  </a:lnTo>
                  <a:lnTo>
                    <a:pt x="2752" y="7850"/>
                  </a:lnTo>
                  <a:lnTo>
                    <a:pt x="2972" y="8290"/>
                  </a:lnTo>
                  <a:lnTo>
                    <a:pt x="3192" y="8694"/>
                  </a:lnTo>
                  <a:lnTo>
                    <a:pt x="3266" y="8767"/>
                  </a:lnTo>
                  <a:lnTo>
                    <a:pt x="3302" y="8804"/>
                  </a:lnTo>
                  <a:lnTo>
                    <a:pt x="3412" y="8804"/>
                  </a:lnTo>
                  <a:lnTo>
                    <a:pt x="3522" y="8730"/>
                  </a:lnTo>
                  <a:lnTo>
                    <a:pt x="3596" y="8620"/>
                  </a:lnTo>
                  <a:lnTo>
                    <a:pt x="3999" y="8510"/>
                  </a:lnTo>
                  <a:lnTo>
                    <a:pt x="4403" y="8363"/>
                  </a:lnTo>
                  <a:lnTo>
                    <a:pt x="5173" y="8033"/>
                  </a:lnTo>
                  <a:lnTo>
                    <a:pt x="7300" y="7190"/>
                  </a:lnTo>
                  <a:lnTo>
                    <a:pt x="9281" y="6419"/>
                  </a:lnTo>
                  <a:lnTo>
                    <a:pt x="10235" y="6052"/>
                  </a:lnTo>
                  <a:lnTo>
                    <a:pt x="10712" y="5832"/>
                  </a:lnTo>
                  <a:lnTo>
                    <a:pt x="11152" y="5612"/>
                  </a:lnTo>
                  <a:lnTo>
                    <a:pt x="11262" y="5612"/>
                  </a:lnTo>
                  <a:lnTo>
                    <a:pt x="11335" y="5539"/>
                  </a:lnTo>
                  <a:lnTo>
                    <a:pt x="11372" y="5392"/>
                  </a:lnTo>
                  <a:lnTo>
                    <a:pt x="11372" y="5282"/>
                  </a:lnTo>
                  <a:lnTo>
                    <a:pt x="11299" y="5025"/>
                  </a:lnTo>
                  <a:lnTo>
                    <a:pt x="11042" y="4255"/>
                  </a:lnTo>
                  <a:lnTo>
                    <a:pt x="10785" y="3485"/>
                  </a:lnTo>
                  <a:lnTo>
                    <a:pt x="10639" y="3118"/>
                  </a:lnTo>
                  <a:lnTo>
                    <a:pt x="10455" y="2751"/>
                  </a:lnTo>
                  <a:lnTo>
                    <a:pt x="10418" y="2714"/>
                  </a:lnTo>
                  <a:lnTo>
                    <a:pt x="10345" y="2678"/>
                  </a:lnTo>
                  <a:lnTo>
                    <a:pt x="10382" y="2568"/>
                  </a:lnTo>
                  <a:lnTo>
                    <a:pt x="10382" y="2494"/>
                  </a:lnTo>
                  <a:lnTo>
                    <a:pt x="10308" y="2421"/>
                  </a:lnTo>
                  <a:lnTo>
                    <a:pt x="10198" y="2384"/>
                  </a:lnTo>
                  <a:close/>
                  <a:moveTo>
                    <a:pt x="8694" y="7263"/>
                  </a:moveTo>
                  <a:lnTo>
                    <a:pt x="7337" y="7813"/>
                  </a:lnTo>
                  <a:lnTo>
                    <a:pt x="7264" y="7850"/>
                  </a:lnTo>
                  <a:lnTo>
                    <a:pt x="7227" y="7923"/>
                  </a:lnTo>
                  <a:lnTo>
                    <a:pt x="7190" y="7997"/>
                  </a:lnTo>
                  <a:lnTo>
                    <a:pt x="7227" y="8070"/>
                  </a:lnTo>
                  <a:lnTo>
                    <a:pt x="7190" y="8143"/>
                  </a:lnTo>
                  <a:lnTo>
                    <a:pt x="7154" y="8363"/>
                  </a:lnTo>
                  <a:lnTo>
                    <a:pt x="7190" y="8620"/>
                  </a:lnTo>
                  <a:lnTo>
                    <a:pt x="7227" y="8730"/>
                  </a:lnTo>
                  <a:lnTo>
                    <a:pt x="7300" y="8840"/>
                  </a:lnTo>
                  <a:lnTo>
                    <a:pt x="7411" y="8877"/>
                  </a:lnTo>
                  <a:lnTo>
                    <a:pt x="7557" y="8877"/>
                  </a:lnTo>
                  <a:lnTo>
                    <a:pt x="7704" y="8840"/>
                  </a:lnTo>
                  <a:lnTo>
                    <a:pt x="7887" y="8804"/>
                  </a:lnTo>
                  <a:lnTo>
                    <a:pt x="8218" y="8620"/>
                  </a:lnTo>
                  <a:lnTo>
                    <a:pt x="9061" y="8217"/>
                  </a:lnTo>
                  <a:lnTo>
                    <a:pt x="9098" y="8180"/>
                  </a:lnTo>
                  <a:lnTo>
                    <a:pt x="9171" y="8107"/>
                  </a:lnTo>
                  <a:lnTo>
                    <a:pt x="9171" y="8033"/>
                  </a:lnTo>
                  <a:lnTo>
                    <a:pt x="9171" y="7960"/>
                  </a:lnTo>
                  <a:lnTo>
                    <a:pt x="8951" y="7410"/>
                  </a:lnTo>
                  <a:lnTo>
                    <a:pt x="8914" y="7336"/>
                  </a:lnTo>
                  <a:lnTo>
                    <a:pt x="8841" y="7300"/>
                  </a:lnTo>
                  <a:lnTo>
                    <a:pt x="8768" y="7263"/>
                  </a:lnTo>
                  <a:close/>
                  <a:moveTo>
                    <a:pt x="11702" y="8327"/>
                  </a:moveTo>
                  <a:lnTo>
                    <a:pt x="11886" y="8694"/>
                  </a:lnTo>
                  <a:lnTo>
                    <a:pt x="12106" y="9060"/>
                  </a:lnTo>
                  <a:lnTo>
                    <a:pt x="11702" y="9244"/>
                  </a:lnTo>
                  <a:lnTo>
                    <a:pt x="11335" y="9390"/>
                  </a:lnTo>
                  <a:lnTo>
                    <a:pt x="10932" y="9500"/>
                  </a:lnTo>
                  <a:lnTo>
                    <a:pt x="10528" y="9611"/>
                  </a:lnTo>
                  <a:lnTo>
                    <a:pt x="10382" y="9244"/>
                  </a:lnTo>
                  <a:lnTo>
                    <a:pt x="10198" y="8877"/>
                  </a:lnTo>
                  <a:lnTo>
                    <a:pt x="10162" y="8840"/>
                  </a:lnTo>
                  <a:lnTo>
                    <a:pt x="10565" y="8730"/>
                  </a:lnTo>
                  <a:lnTo>
                    <a:pt x="10932" y="8620"/>
                  </a:lnTo>
                  <a:lnTo>
                    <a:pt x="11702" y="8327"/>
                  </a:lnTo>
                  <a:close/>
                  <a:moveTo>
                    <a:pt x="11776" y="7887"/>
                  </a:moveTo>
                  <a:lnTo>
                    <a:pt x="11299" y="8070"/>
                  </a:lnTo>
                  <a:lnTo>
                    <a:pt x="10822" y="8217"/>
                  </a:lnTo>
                  <a:lnTo>
                    <a:pt x="9868" y="8510"/>
                  </a:lnTo>
                  <a:lnTo>
                    <a:pt x="9832" y="8510"/>
                  </a:lnTo>
                  <a:lnTo>
                    <a:pt x="9795" y="8583"/>
                  </a:lnTo>
                  <a:lnTo>
                    <a:pt x="9758" y="8694"/>
                  </a:lnTo>
                  <a:lnTo>
                    <a:pt x="9832" y="8804"/>
                  </a:lnTo>
                  <a:lnTo>
                    <a:pt x="9868" y="8840"/>
                  </a:lnTo>
                  <a:lnTo>
                    <a:pt x="9942" y="8877"/>
                  </a:lnTo>
                  <a:lnTo>
                    <a:pt x="9905" y="8950"/>
                  </a:lnTo>
                  <a:lnTo>
                    <a:pt x="9905" y="9024"/>
                  </a:lnTo>
                  <a:lnTo>
                    <a:pt x="10088" y="9427"/>
                  </a:lnTo>
                  <a:lnTo>
                    <a:pt x="10198" y="9867"/>
                  </a:lnTo>
                  <a:lnTo>
                    <a:pt x="10235" y="9941"/>
                  </a:lnTo>
                  <a:lnTo>
                    <a:pt x="10272" y="9977"/>
                  </a:lnTo>
                  <a:lnTo>
                    <a:pt x="10308" y="10014"/>
                  </a:lnTo>
                  <a:lnTo>
                    <a:pt x="10382" y="10051"/>
                  </a:lnTo>
                  <a:lnTo>
                    <a:pt x="10932" y="9904"/>
                  </a:lnTo>
                  <a:lnTo>
                    <a:pt x="11446" y="9757"/>
                  </a:lnTo>
                  <a:lnTo>
                    <a:pt x="11959" y="9574"/>
                  </a:lnTo>
                  <a:lnTo>
                    <a:pt x="12436" y="9317"/>
                  </a:lnTo>
                  <a:lnTo>
                    <a:pt x="12509" y="9280"/>
                  </a:lnTo>
                  <a:lnTo>
                    <a:pt x="12583" y="9207"/>
                  </a:lnTo>
                  <a:lnTo>
                    <a:pt x="12583" y="9097"/>
                  </a:lnTo>
                  <a:lnTo>
                    <a:pt x="12546" y="9024"/>
                  </a:lnTo>
                  <a:lnTo>
                    <a:pt x="12253" y="8547"/>
                  </a:lnTo>
                  <a:lnTo>
                    <a:pt x="11996" y="7997"/>
                  </a:lnTo>
                  <a:lnTo>
                    <a:pt x="11959" y="7923"/>
                  </a:lnTo>
                  <a:lnTo>
                    <a:pt x="11922" y="7887"/>
                  </a:lnTo>
                  <a:close/>
                  <a:moveTo>
                    <a:pt x="8914" y="9354"/>
                  </a:moveTo>
                  <a:lnTo>
                    <a:pt x="9061" y="9757"/>
                  </a:lnTo>
                  <a:lnTo>
                    <a:pt x="9281" y="10161"/>
                  </a:lnTo>
                  <a:lnTo>
                    <a:pt x="8658" y="10491"/>
                  </a:lnTo>
                  <a:lnTo>
                    <a:pt x="7961" y="10784"/>
                  </a:lnTo>
                  <a:lnTo>
                    <a:pt x="7814" y="10858"/>
                  </a:lnTo>
                  <a:lnTo>
                    <a:pt x="7741" y="10858"/>
                  </a:lnTo>
                  <a:lnTo>
                    <a:pt x="7704" y="10821"/>
                  </a:lnTo>
                  <a:lnTo>
                    <a:pt x="7631" y="10674"/>
                  </a:lnTo>
                  <a:lnTo>
                    <a:pt x="7594" y="10491"/>
                  </a:lnTo>
                  <a:lnTo>
                    <a:pt x="7521" y="10161"/>
                  </a:lnTo>
                  <a:lnTo>
                    <a:pt x="7374" y="9867"/>
                  </a:lnTo>
                  <a:lnTo>
                    <a:pt x="8914" y="9354"/>
                  </a:lnTo>
                  <a:close/>
                  <a:moveTo>
                    <a:pt x="8951" y="8950"/>
                  </a:moveTo>
                  <a:lnTo>
                    <a:pt x="7154" y="9537"/>
                  </a:lnTo>
                  <a:lnTo>
                    <a:pt x="7117" y="9574"/>
                  </a:lnTo>
                  <a:lnTo>
                    <a:pt x="7080" y="9611"/>
                  </a:lnTo>
                  <a:lnTo>
                    <a:pt x="7044" y="9721"/>
                  </a:lnTo>
                  <a:lnTo>
                    <a:pt x="7080" y="9831"/>
                  </a:lnTo>
                  <a:lnTo>
                    <a:pt x="7190" y="9904"/>
                  </a:lnTo>
                  <a:lnTo>
                    <a:pt x="7190" y="10124"/>
                  </a:lnTo>
                  <a:lnTo>
                    <a:pt x="7227" y="10381"/>
                  </a:lnTo>
                  <a:lnTo>
                    <a:pt x="7374" y="10858"/>
                  </a:lnTo>
                  <a:lnTo>
                    <a:pt x="7411" y="11004"/>
                  </a:lnTo>
                  <a:lnTo>
                    <a:pt x="7521" y="11114"/>
                  </a:lnTo>
                  <a:lnTo>
                    <a:pt x="7631" y="11188"/>
                  </a:lnTo>
                  <a:lnTo>
                    <a:pt x="7777" y="11225"/>
                  </a:lnTo>
                  <a:lnTo>
                    <a:pt x="8034" y="11151"/>
                  </a:lnTo>
                  <a:lnTo>
                    <a:pt x="8291" y="11078"/>
                  </a:lnTo>
                  <a:lnTo>
                    <a:pt x="8768" y="10858"/>
                  </a:lnTo>
                  <a:lnTo>
                    <a:pt x="9245" y="10601"/>
                  </a:lnTo>
                  <a:lnTo>
                    <a:pt x="9685" y="10344"/>
                  </a:lnTo>
                  <a:lnTo>
                    <a:pt x="9721" y="10271"/>
                  </a:lnTo>
                  <a:lnTo>
                    <a:pt x="9758" y="10197"/>
                  </a:lnTo>
                  <a:lnTo>
                    <a:pt x="9758" y="10161"/>
                  </a:lnTo>
                  <a:lnTo>
                    <a:pt x="9721" y="10087"/>
                  </a:lnTo>
                  <a:lnTo>
                    <a:pt x="9538" y="9867"/>
                  </a:lnTo>
                  <a:lnTo>
                    <a:pt x="9391" y="9611"/>
                  </a:lnTo>
                  <a:lnTo>
                    <a:pt x="9281" y="9354"/>
                  </a:lnTo>
                  <a:lnTo>
                    <a:pt x="9208" y="9060"/>
                  </a:lnTo>
                  <a:lnTo>
                    <a:pt x="9171" y="8987"/>
                  </a:lnTo>
                  <a:lnTo>
                    <a:pt x="9098" y="8950"/>
                  </a:lnTo>
                  <a:close/>
                  <a:moveTo>
                    <a:pt x="12473" y="10344"/>
                  </a:moveTo>
                  <a:lnTo>
                    <a:pt x="12619" y="10711"/>
                  </a:lnTo>
                  <a:lnTo>
                    <a:pt x="11959" y="11078"/>
                  </a:lnTo>
                  <a:lnTo>
                    <a:pt x="11299" y="11445"/>
                  </a:lnTo>
                  <a:lnTo>
                    <a:pt x="11152" y="10894"/>
                  </a:lnTo>
                  <a:lnTo>
                    <a:pt x="11189" y="10858"/>
                  </a:lnTo>
                  <a:lnTo>
                    <a:pt x="11189" y="10784"/>
                  </a:lnTo>
                  <a:lnTo>
                    <a:pt x="11482" y="10674"/>
                  </a:lnTo>
                  <a:lnTo>
                    <a:pt x="11776" y="10601"/>
                  </a:lnTo>
                  <a:lnTo>
                    <a:pt x="12473" y="10344"/>
                  </a:lnTo>
                  <a:close/>
                  <a:moveTo>
                    <a:pt x="6273" y="10418"/>
                  </a:moveTo>
                  <a:lnTo>
                    <a:pt x="6347" y="10454"/>
                  </a:lnTo>
                  <a:lnTo>
                    <a:pt x="6420" y="10564"/>
                  </a:lnTo>
                  <a:lnTo>
                    <a:pt x="6567" y="10894"/>
                  </a:lnTo>
                  <a:lnTo>
                    <a:pt x="5797" y="11261"/>
                  </a:lnTo>
                  <a:lnTo>
                    <a:pt x="5100" y="11738"/>
                  </a:lnTo>
                  <a:lnTo>
                    <a:pt x="4953" y="11298"/>
                  </a:lnTo>
                  <a:lnTo>
                    <a:pt x="4843" y="11078"/>
                  </a:lnTo>
                  <a:lnTo>
                    <a:pt x="4733" y="10894"/>
                  </a:lnTo>
                  <a:lnTo>
                    <a:pt x="5613" y="10601"/>
                  </a:lnTo>
                  <a:lnTo>
                    <a:pt x="5943" y="10491"/>
                  </a:lnTo>
                  <a:lnTo>
                    <a:pt x="6237" y="10418"/>
                  </a:lnTo>
                  <a:close/>
                  <a:moveTo>
                    <a:pt x="12583" y="9867"/>
                  </a:moveTo>
                  <a:lnTo>
                    <a:pt x="12509" y="9904"/>
                  </a:lnTo>
                  <a:lnTo>
                    <a:pt x="11519" y="10271"/>
                  </a:lnTo>
                  <a:lnTo>
                    <a:pt x="11115" y="10381"/>
                  </a:lnTo>
                  <a:lnTo>
                    <a:pt x="10932" y="10491"/>
                  </a:lnTo>
                  <a:lnTo>
                    <a:pt x="10859" y="10564"/>
                  </a:lnTo>
                  <a:lnTo>
                    <a:pt x="10785" y="10638"/>
                  </a:lnTo>
                  <a:lnTo>
                    <a:pt x="10785" y="10748"/>
                  </a:lnTo>
                  <a:lnTo>
                    <a:pt x="10822" y="10821"/>
                  </a:lnTo>
                  <a:lnTo>
                    <a:pt x="10859" y="10858"/>
                  </a:lnTo>
                  <a:lnTo>
                    <a:pt x="10859" y="10894"/>
                  </a:lnTo>
                  <a:lnTo>
                    <a:pt x="10895" y="11335"/>
                  </a:lnTo>
                  <a:lnTo>
                    <a:pt x="11005" y="11738"/>
                  </a:lnTo>
                  <a:lnTo>
                    <a:pt x="11005" y="11848"/>
                  </a:lnTo>
                  <a:lnTo>
                    <a:pt x="11079" y="11885"/>
                  </a:lnTo>
                  <a:lnTo>
                    <a:pt x="11152" y="11921"/>
                  </a:lnTo>
                  <a:lnTo>
                    <a:pt x="11225" y="11921"/>
                  </a:lnTo>
                  <a:lnTo>
                    <a:pt x="12142" y="11445"/>
                  </a:lnTo>
                  <a:lnTo>
                    <a:pt x="12986" y="10931"/>
                  </a:lnTo>
                  <a:lnTo>
                    <a:pt x="13060" y="10858"/>
                  </a:lnTo>
                  <a:lnTo>
                    <a:pt x="13096" y="10784"/>
                  </a:lnTo>
                  <a:lnTo>
                    <a:pt x="13096" y="10711"/>
                  </a:lnTo>
                  <a:lnTo>
                    <a:pt x="13060" y="10638"/>
                  </a:lnTo>
                  <a:lnTo>
                    <a:pt x="12876" y="10344"/>
                  </a:lnTo>
                  <a:lnTo>
                    <a:pt x="12766" y="10014"/>
                  </a:lnTo>
                  <a:lnTo>
                    <a:pt x="12729" y="9941"/>
                  </a:lnTo>
                  <a:lnTo>
                    <a:pt x="12656" y="9904"/>
                  </a:lnTo>
                  <a:lnTo>
                    <a:pt x="12583" y="9867"/>
                  </a:lnTo>
                  <a:close/>
                  <a:moveTo>
                    <a:pt x="6200" y="9977"/>
                  </a:moveTo>
                  <a:lnTo>
                    <a:pt x="5980" y="10014"/>
                  </a:lnTo>
                  <a:lnTo>
                    <a:pt x="5760" y="10087"/>
                  </a:lnTo>
                  <a:lnTo>
                    <a:pt x="5356" y="10234"/>
                  </a:lnTo>
                  <a:lnTo>
                    <a:pt x="4843" y="10381"/>
                  </a:lnTo>
                  <a:lnTo>
                    <a:pt x="4329" y="10564"/>
                  </a:lnTo>
                  <a:lnTo>
                    <a:pt x="4293" y="10601"/>
                  </a:lnTo>
                  <a:lnTo>
                    <a:pt x="4256" y="10638"/>
                  </a:lnTo>
                  <a:lnTo>
                    <a:pt x="4219" y="10784"/>
                  </a:lnTo>
                  <a:lnTo>
                    <a:pt x="4256" y="10894"/>
                  </a:lnTo>
                  <a:lnTo>
                    <a:pt x="4293" y="10931"/>
                  </a:lnTo>
                  <a:lnTo>
                    <a:pt x="4366" y="10968"/>
                  </a:lnTo>
                  <a:lnTo>
                    <a:pt x="4513" y="11298"/>
                  </a:lnTo>
                  <a:lnTo>
                    <a:pt x="4659" y="11701"/>
                  </a:lnTo>
                  <a:lnTo>
                    <a:pt x="4769" y="12142"/>
                  </a:lnTo>
                  <a:lnTo>
                    <a:pt x="4843" y="12215"/>
                  </a:lnTo>
                  <a:lnTo>
                    <a:pt x="4916" y="12252"/>
                  </a:lnTo>
                  <a:lnTo>
                    <a:pt x="4990" y="12252"/>
                  </a:lnTo>
                  <a:lnTo>
                    <a:pt x="5100" y="12215"/>
                  </a:lnTo>
                  <a:lnTo>
                    <a:pt x="5540" y="11921"/>
                  </a:lnTo>
                  <a:lnTo>
                    <a:pt x="5980" y="11665"/>
                  </a:lnTo>
                  <a:lnTo>
                    <a:pt x="6420" y="11445"/>
                  </a:lnTo>
                  <a:lnTo>
                    <a:pt x="6934" y="11225"/>
                  </a:lnTo>
                  <a:lnTo>
                    <a:pt x="6970" y="11188"/>
                  </a:lnTo>
                  <a:lnTo>
                    <a:pt x="7044" y="11114"/>
                  </a:lnTo>
                  <a:lnTo>
                    <a:pt x="7044" y="11041"/>
                  </a:lnTo>
                  <a:lnTo>
                    <a:pt x="7044" y="10931"/>
                  </a:lnTo>
                  <a:lnTo>
                    <a:pt x="6897" y="10601"/>
                  </a:lnTo>
                  <a:lnTo>
                    <a:pt x="6750" y="10307"/>
                  </a:lnTo>
                  <a:lnTo>
                    <a:pt x="6677" y="10161"/>
                  </a:lnTo>
                  <a:lnTo>
                    <a:pt x="6530" y="10051"/>
                  </a:lnTo>
                  <a:lnTo>
                    <a:pt x="6383" y="10014"/>
                  </a:lnTo>
                  <a:lnTo>
                    <a:pt x="6200" y="9977"/>
                  </a:lnTo>
                  <a:close/>
                  <a:moveTo>
                    <a:pt x="9832" y="11371"/>
                  </a:moveTo>
                  <a:lnTo>
                    <a:pt x="10125" y="11921"/>
                  </a:lnTo>
                  <a:lnTo>
                    <a:pt x="9721" y="12142"/>
                  </a:lnTo>
                  <a:lnTo>
                    <a:pt x="9318" y="12288"/>
                  </a:lnTo>
                  <a:lnTo>
                    <a:pt x="8914" y="12435"/>
                  </a:lnTo>
                  <a:lnTo>
                    <a:pt x="8511" y="12545"/>
                  </a:lnTo>
                  <a:lnTo>
                    <a:pt x="8328" y="12032"/>
                  </a:lnTo>
                  <a:lnTo>
                    <a:pt x="8694" y="11921"/>
                  </a:lnTo>
                  <a:lnTo>
                    <a:pt x="9098" y="11738"/>
                  </a:lnTo>
                  <a:lnTo>
                    <a:pt x="9832" y="11371"/>
                  </a:lnTo>
                  <a:close/>
                  <a:moveTo>
                    <a:pt x="9868" y="10894"/>
                  </a:moveTo>
                  <a:lnTo>
                    <a:pt x="8951" y="11298"/>
                  </a:lnTo>
                  <a:lnTo>
                    <a:pt x="8474" y="11481"/>
                  </a:lnTo>
                  <a:lnTo>
                    <a:pt x="8071" y="11738"/>
                  </a:lnTo>
                  <a:lnTo>
                    <a:pt x="7997" y="11738"/>
                  </a:lnTo>
                  <a:lnTo>
                    <a:pt x="7924" y="11775"/>
                  </a:lnTo>
                  <a:lnTo>
                    <a:pt x="7887" y="11885"/>
                  </a:lnTo>
                  <a:lnTo>
                    <a:pt x="7887" y="11958"/>
                  </a:lnTo>
                  <a:lnTo>
                    <a:pt x="8034" y="12398"/>
                  </a:lnTo>
                  <a:lnTo>
                    <a:pt x="8181" y="12839"/>
                  </a:lnTo>
                  <a:lnTo>
                    <a:pt x="8254" y="12949"/>
                  </a:lnTo>
                  <a:lnTo>
                    <a:pt x="8328" y="12985"/>
                  </a:lnTo>
                  <a:lnTo>
                    <a:pt x="8364" y="12985"/>
                  </a:lnTo>
                  <a:lnTo>
                    <a:pt x="8951" y="12839"/>
                  </a:lnTo>
                  <a:lnTo>
                    <a:pt x="9465" y="12655"/>
                  </a:lnTo>
                  <a:lnTo>
                    <a:pt x="10015" y="12472"/>
                  </a:lnTo>
                  <a:lnTo>
                    <a:pt x="10528" y="12215"/>
                  </a:lnTo>
                  <a:lnTo>
                    <a:pt x="10565" y="12142"/>
                  </a:lnTo>
                  <a:lnTo>
                    <a:pt x="10602" y="12105"/>
                  </a:lnTo>
                  <a:lnTo>
                    <a:pt x="10602" y="12032"/>
                  </a:lnTo>
                  <a:lnTo>
                    <a:pt x="10602" y="11958"/>
                  </a:lnTo>
                  <a:lnTo>
                    <a:pt x="10125" y="11041"/>
                  </a:lnTo>
                  <a:lnTo>
                    <a:pt x="10088" y="10968"/>
                  </a:lnTo>
                  <a:lnTo>
                    <a:pt x="10015" y="10894"/>
                  </a:lnTo>
                  <a:close/>
                  <a:moveTo>
                    <a:pt x="13133" y="12288"/>
                  </a:moveTo>
                  <a:lnTo>
                    <a:pt x="13243" y="12325"/>
                  </a:lnTo>
                  <a:lnTo>
                    <a:pt x="13353" y="12472"/>
                  </a:lnTo>
                  <a:lnTo>
                    <a:pt x="13610" y="12985"/>
                  </a:lnTo>
                  <a:lnTo>
                    <a:pt x="12839" y="13242"/>
                  </a:lnTo>
                  <a:lnTo>
                    <a:pt x="12106" y="13572"/>
                  </a:lnTo>
                  <a:lnTo>
                    <a:pt x="11996" y="13352"/>
                  </a:lnTo>
                  <a:lnTo>
                    <a:pt x="11886" y="13132"/>
                  </a:lnTo>
                  <a:lnTo>
                    <a:pt x="11739" y="12692"/>
                  </a:lnTo>
                  <a:lnTo>
                    <a:pt x="12032" y="12618"/>
                  </a:lnTo>
                  <a:lnTo>
                    <a:pt x="12289" y="12545"/>
                  </a:lnTo>
                  <a:lnTo>
                    <a:pt x="12839" y="12362"/>
                  </a:lnTo>
                  <a:lnTo>
                    <a:pt x="13023" y="12288"/>
                  </a:lnTo>
                  <a:close/>
                  <a:moveTo>
                    <a:pt x="7044" y="12325"/>
                  </a:moveTo>
                  <a:lnTo>
                    <a:pt x="7337" y="13022"/>
                  </a:lnTo>
                  <a:lnTo>
                    <a:pt x="5833" y="13792"/>
                  </a:lnTo>
                  <a:lnTo>
                    <a:pt x="5613" y="13132"/>
                  </a:lnTo>
                  <a:lnTo>
                    <a:pt x="5943" y="12875"/>
                  </a:lnTo>
                  <a:lnTo>
                    <a:pt x="6273" y="12655"/>
                  </a:lnTo>
                  <a:lnTo>
                    <a:pt x="6677" y="12472"/>
                  </a:lnTo>
                  <a:lnTo>
                    <a:pt x="7044" y="12325"/>
                  </a:lnTo>
                  <a:close/>
                  <a:moveTo>
                    <a:pt x="13060" y="11885"/>
                  </a:moveTo>
                  <a:lnTo>
                    <a:pt x="12839" y="11921"/>
                  </a:lnTo>
                  <a:lnTo>
                    <a:pt x="12473" y="12068"/>
                  </a:lnTo>
                  <a:lnTo>
                    <a:pt x="11922" y="12215"/>
                  </a:lnTo>
                  <a:lnTo>
                    <a:pt x="11666" y="12288"/>
                  </a:lnTo>
                  <a:lnTo>
                    <a:pt x="11446" y="12398"/>
                  </a:lnTo>
                  <a:lnTo>
                    <a:pt x="11372" y="12435"/>
                  </a:lnTo>
                  <a:lnTo>
                    <a:pt x="11372" y="12472"/>
                  </a:lnTo>
                  <a:lnTo>
                    <a:pt x="11372" y="12582"/>
                  </a:lnTo>
                  <a:lnTo>
                    <a:pt x="11446" y="12655"/>
                  </a:lnTo>
                  <a:lnTo>
                    <a:pt x="11519" y="12692"/>
                  </a:lnTo>
                  <a:lnTo>
                    <a:pt x="11482" y="12839"/>
                  </a:lnTo>
                  <a:lnTo>
                    <a:pt x="11482" y="13022"/>
                  </a:lnTo>
                  <a:lnTo>
                    <a:pt x="11519" y="13169"/>
                  </a:lnTo>
                  <a:lnTo>
                    <a:pt x="11556" y="13315"/>
                  </a:lnTo>
                  <a:lnTo>
                    <a:pt x="11702" y="13646"/>
                  </a:lnTo>
                  <a:lnTo>
                    <a:pt x="11886" y="13902"/>
                  </a:lnTo>
                  <a:lnTo>
                    <a:pt x="11996" y="13976"/>
                  </a:lnTo>
                  <a:lnTo>
                    <a:pt x="12106" y="13976"/>
                  </a:lnTo>
                  <a:lnTo>
                    <a:pt x="13023" y="13609"/>
                  </a:lnTo>
                  <a:lnTo>
                    <a:pt x="13940" y="13279"/>
                  </a:lnTo>
                  <a:lnTo>
                    <a:pt x="14013" y="13205"/>
                  </a:lnTo>
                  <a:lnTo>
                    <a:pt x="14050" y="13169"/>
                  </a:lnTo>
                  <a:lnTo>
                    <a:pt x="14087" y="13095"/>
                  </a:lnTo>
                  <a:lnTo>
                    <a:pt x="14050" y="13022"/>
                  </a:lnTo>
                  <a:lnTo>
                    <a:pt x="13646" y="12142"/>
                  </a:lnTo>
                  <a:lnTo>
                    <a:pt x="13573" y="12032"/>
                  </a:lnTo>
                  <a:lnTo>
                    <a:pt x="13463" y="11958"/>
                  </a:lnTo>
                  <a:lnTo>
                    <a:pt x="13353" y="11885"/>
                  </a:lnTo>
                  <a:close/>
                  <a:moveTo>
                    <a:pt x="7190" y="11848"/>
                  </a:moveTo>
                  <a:lnTo>
                    <a:pt x="7117" y="11885"/>
                  </a:lnTo>
                  <a:lnTo>
                    <a:pt x="6640" y="12032"/>
                  </a:lnTo>
                  <a:lnTo>
                    <a:pt x="6163" y="12215"/>
                  </a:lnTo>
                  <a:lnTo>
                    <a:pt x="5723" y="12508"/>
                  </a:lnTo>
                  <a:lnTo>
                    <a:pt x="5320" y="12802"/>
                  </a:lnTo>
                  <a:lnTo>
                    <a:pt x="5246" y="12839"/>
                  </a:lnTo>
                  <a:lnTo>
                    <a:pt x="5210" y="12875"/>
                  </a:lnTo>
                  <a:lnTo>
                    <a:pt x="5173" y="12912"/>
                  </a:lnTo>
                  <a:lnTo>
                    <a:pt x="5173" y="12985"/>
                  </a:lnTo>
                  <a:lnTo>
                    <a:pt x="5246" y="13279"/>
                  </a:lnTo>
                  <a:lnTo>
                    <a:pt x="5320" y="13572"/>
                  </a:lnTo>
                  <a:lnTo>
                    <a:pt x="5540" y="14159"/>
                  </a:lnTo>
                  <a:lnTo>
                    <a:pt x="5576" y="14196"/>
                  </a:lnTo>
                  <a:lnTo>
                    <a:pt x="5650" y="14269"/>
                  </a:lnTo>
                  <a:lnTo>
                    <a:pt x="5797" y="14269"/>
                  </a:lnTo>
                  <a:lnTo>
                    <a:pt x="7667" y="13315"/>
                  </a:lnTo>
                  <a:lnTo>
                    <a:pt x="7741" y="13279"/>
                  </a:lnTo>
                  <a:lnTo>
                    <a:pt x="7777" y="13205"/>
                  </a:lnTo>
                  <a:lnTo>
                    <a:pt x="7814" y="13132"/>
                  </a:lnTo>
                  <a:lnTo>
                    <a:pt x="7777" y="13059"/>
                  </a:lnTo>
                  <a:lnTo>
                    <a:pt x="7374" y="11995"/>
                  </a:lnTo>
                  <a:lnTo>
                    <a:pt x="7337" y="11921"/>
                  </a:lnTo>
                  <a:lnTo>
                    <a:pt x="7264" y="11885"/>
                  </a:lnTo>
                  <a:lnTo>
                    <a:pt x="7190" y="11848"/>
                  </a:lnTo>
                  <a:close/>
                  <a:moveTo>
                    <a:pt x="10528" y="13279"/>
                  </a:moveTo>
                  <a:lnTo>
                    <a:pt x="10895" y="13976"/>
                  </a:lnTo>
                  <a:lnTo>
                    <a:pt x="9318" y="14599"/>
                  </a:lnTo>
                  <a:lnTo>
                    <a:pt x="9025" y="13902"/>
                  </a:lnTo>
                  <a:lnTo>
                    <a:pt x="9098" y="13829"/>
                  </a:lnTo>
                  <a:lnTo>
                    <a:pt x="9098" y="13792"/>
                  </a:lnTo>
                  <a:lnTo>
                    <a:pt x="9135" y="13756"/>
                  </a:lnTo>
                  <a:lnTo>
                    <a:pt x="9465" y="13609"/>
                  </a:lnTo>
                  <a:lnTo>
                    <a:pt x="9758" y="13535"/>
                  </a:lnTo>
                  <a:lnTo>
                    <a:pt x="10528" y="13279"/>
                  </a:lnTo>
                  <a:close/>
                  <a:moveTo>
                    <a:pt x="10639" y="12839"/>
                  </a:moveTo>
                  <a:lnTo>
                    <a:pt x="10565" y="12875"/>
                  </a:lnTo>
                  <a:lnTo>
                    <a:pt x="9501" y="13242"/>
                  </a:lnTo>
                  <a:lnTo>
                    <a:pt x="9061" y="13352"/>
                  </a:lnTo>
                  <a:lnTo>
                    <a:pt x="8878" y="13462"/>
                  </a:lnTo>
                  <a:lnTo>
                    <a:pt x="8768" y="13499"/>
                  </a:lnTo>
                  <a:lnTo>
                    <a:pt x="8731" y="13572"/>
                  </a:lnTo>
                  <a:lnTo>
                    <a:pt x="8658" y="13682"/>
                  </a:lnTo>
                  <a:lnTo>
                    <a:pt x="8694" y="13829"/>
                  </a:lnTo>
                  <a:lnTo>
                    <a:pt x="8731" y="13866"/>
                  </a:lnTo>
                  <a:lnTo>
                    <a:pt x="8731" y="13902"/>
                  </a:lnTo>
                  <a:lnTo>
                    <a:pt x="8768" y="14159"/>
                  </a:lnTo>
                  <a:lnTo>
                    <a:pt x="8841" y="14416"/>
                  </a:lnTo>
                  <a:lnTo>
                    <a:pt x="9025" y="14893"/>
                  </a:lnTo>
                  <a:lnTo>
                    <a:pt x="9098" y="14929"/>
                  </a:lnTo>
                  <a:lnTo>
                    <a:pt x="9135" y="14966"/>
                  </a:lnTo>
                  <a:lnTo>
                    <a:pt x="9208" y="15003"/>
                  </a:lnTo>
                  <a:lnTo>
                    <a:pt x="9281" y="15003"/>
                  </a:lnTo>
                  <a:lnTo>
                    <a:pt x="11225" y="14269"/>
                  </a:lnTo>
                  <a:lnTo>
                    <a:pt x="11262" y="14232"/>
                  </a:lnTo>
                  <a:lnTo>
                    <a:pt x="11299" y="14159"/>
                  </a:lnTo>
                  <a:lnTo>
                    <a:pt x="11335" y="14086"/>
                  </a:lnTo>
                  <a:lnTo>
                    <a:pt x="11335" y="14012"/>
                  </a:lnTo>
                  <a:lnTo>
                    <a:pt x="10822" y="12985"/>
                  </a:lnTo>
                  <a:lnTo>
                    <a:pt x="10785" y="12912"/>
                  </a:lnTo>
                  <a:lnTo>
                    <a:pt x="10712" y="12875"/>
                  </a:lnTo>
                  <a:lnTo>
                    <a:pt x="10639" y="12839"/>
                  </a:lnTo>
                  <a:close/>
                  <a:moveTo>
                    <a:pt x="7997" y="14342"/>
                  </a:moveTo>
                  <a:lnTo>
                    <a:pt x="8107" y="14489"/>
                  </a:lnTo>
                  <a:lnTo>
                    <a:pt x="8144" y="14599"/>
                  </a:lnTo>
                  <a:lnTo>
                    <a:pt x="8107" y="14746"/>
                  </a:lnTo>
                  <a:lnTo>
                    <a:pt x="8034" y="14893"/>
                  </a:lnTo>
                  <a:lnTo>
                    <a:pt x="7924" y="15003"/>
                  </a:lnTo>
                  <a:lnTo>
                    <a:pt x="7814" y="15149"/>
                  </a:lnTo>
                  <a:lnTo>
                    <a:pt x="7557" y="15296"/>
                  </a:lnTo>
                  <a:lnTo>
                    <a:pt x="7044" y="15516"/>
                  </a:lnTo>
                  <a:lnTo>
                    <a:pt x="6787" y="15590"/>
                  </a:lnTo>
                  <a:lnTo>
                    <a:pt x="6567" y="15736"/>
                  </a:lnTo>
                  <a:lnTo>
                    <a:pt x="6310" y="15113"/>
                  </a:lnTo>
                  <a:lnTo>
                    <a:pt x="6383" y="15076"/>
                  </a:lnTo>
                  <a:lnTo>
                    <a:pt x="6457" y="14966"/>
                  </a:lnTo>
                  <a:lnTo>
                    <a:pt x="6457" y="14929"/>
                  </a:lnTo>
                  <a:lnTo>
                    <a:pt x="6530" y="15003"/>
                  </a:lnTo>
                  <a:lnTo>
                    <a:pt x="6604" y="14966"/>
                  </a:lnTo>
                  <a:lnTo>
                    <a:pt x="6787" y="14929"/>
                  </a:lnTo>
                  <a:lnTo>
                    <a:pt x="7227" y="14783"/>
                  </a:lnTo>
                  <a:lnTo>
                    <a:pt x="7631" y="14599"/>
                  </a:lnTo>
                  <a:lnTo>
                    <a:pt x="7997" y="14342"/>
                  </a:lnTo>
                  <a:close/>
                  <a:moveTo>
                    <a:pt x="15150" y="15370"/>
                  </a:moveTo>
                  <a:lnTo>
                    <a:pt x="15150" y="15443"/>
                  </a:lnTo>
                  <a:lnTo>
                    <a:pt x="15224" y="15480"/>
                  </a:lnTo>
                  <a:lnTo>
                    <a:pt x="15260" y="15516"/>
                  </a:lnTo>
                  <a:lnTo>
                    <a:pt x="15150" y="15736"/>
                  </a:lnTo>
                  <a:lnTo>
                    <a:pt x="15004" y="15993"/>
                  </a:lnTo>
                  <a:lnTo>
                    <a:pt x="14857" y="15626"/>
                  </a:lnTo>
                  <a:lnTo>
                    <a:pt x="15150" y="15370"/>
                  </a:lnTo>
                  <a:close/>
                  <a:moveTo>
                    <a:pt x="7997" y="13902"/>
                  </a:moveTo>
                  <a:lnTo>
                    <a:pt x="7887" y="13939"/>
                  </a:lnTo>
                  <a:lnTo>
                    <a:pt x="7631" y="14122"/>
                  </a:lnTo>
                  <a:lnTo>
                    <a:pt x="7337" y="14269"/>
                  </a:lnTo>
                  <a:lnTo>
                    <a:pt x="7044" y="14416"/>
                  </a:lnTo>
                  <a:lnTo>
                    <a:pt x="6750" y="14526"/>
                  </a:lnTo>
                  <a:lnTo>
                    <a:pt x="6347" y="14599"/>
                  </a:lnTo>
                  <a:lnTo>
                    <a:pt x="6163" y="14673"/>
                  </a:lnTo>
                  <a:lnTo>
                    <a:pt x="6090" y="14746"/>
                  </a:lnTo>
                  <a:lnTo>
                    <a:pt x="6017" y="14819"/>
                  </a:lnTo>
                  <a:lnTo>
                    <a:pt x="6017" y="14929"/>
                  </a:lnTo>
                  <a:lnTo>
                    <a:pt x="5943" y="15003"/>
                  </a:lnTo>
                  <a:lnTo>
                    <a:pt x="5943" y="15113"/>
                  </a:lnTo>
                  <a:lnTo>
                    <a:pt x="6127" y="15590"/>
                  </a:lnTo>
                  <a:lnTo>
                    <a:pt x="6273" y="16103"/>
                  </a:lnTo>
                  <a:lnTo>
                    <a:pt x="6347" y="16177"/>
                  </a:lnTo>
                  <a:lnTo>
                    <a:pt x="6420" y="16213"/>
                  </a:lnTo>
                  <a:lnTo>
                    <a:pt x="6493" y="16213"/>
                  </a:lnTo>
                  <a:lnTo>
                    <a:pt x="6567" y="16177"/>
                  </a:lnTo>
                  <a:lnTo>
                    <a:pt x="6787" y="16030"/>
                  </a:lnTo>
                  <a:lnTo>
                    <a:pt x="7007" y="15920"/>
                  </a:lnTo>
                  <a:lnTo>
                    <a:pt x="7484" y="15736"/>
                  </a:lnTo>
                  <a:lnTo>
                    <a:pt x="7704" y="15663"/>
                  </a:lnTo>
                  <a:lnTo>
                    <a:pt x="7924" y="15553"/>
                  </a:lnTo>
                  <a:lnTo>
                    <a:pt x="8144" y="15406"/>
                  </a:lnTo>
                  <a:lnTo>
                    <a:pt x="8328" y="15223"/>
                  </a:lnTo>
                  <a:lnTo>
                    <a:pt x="8438" y="15076"/>
                  </a:lnTo>
                  <a:lnTo>
                    <a:pt x="8511" y="14893"/>
                  </a:lnTo>
                  <a:lnTo>
                    <a:pt x="8511" y="14709"/>
                  </a:lnTo>
                  <a:lnTo>
                    <a:pt x="8511" y="14526"/>
                  </a:lnTo>
                  <a:lnTo>
                    <a:pt x="8474" y="14342"/>
                  </a:lnTo>
                  <a:lnTo>
                    <a:pt x="8364" y="14159"/>
                  </a:lnTo>
                  <a:lnTo>
                    <a:pt x="8254" y="14049"/>
                  </a:lnTo>
                  <a:lnTo>
                    <a:pt x="8071" y="13939"/>
                  </a:lnTo>
                  <a:lnTo>
                    <a:pt x="7997" y="13902"/>
                  </a:lnTo>
                  <a:close/>
                  <a:moveTo>
                    <a:pt x="14710" y="15736"/>
                  </a:moveTo>
                  <a:lnTo>
                    <a:pt x="14747" y="15993"/>
                  </a:lnTo>
                  <a:lnTo>
                    <a:pt x="14820" y="16250"/>
                  </a:lnTo>
                  <a:lnTo>
                    <a:pt x="14490" y="16507"/>
                  </a:lnTo>
                  <a:lnTo>
                    <a:pt x="14417" y="16397"/>
                  </a:lnTo>
                  <a:lnTo>
                    <a:pt x="14307" y="15993"/>
                  </a:lnTo>
                  <a:lnTo>
                    <a:pt x="14380" y="15956"/>
                  </a:lnTo>
                  <a:lnTo>
                    <a:pt x="14710" y="15736"/>
                  </a:lnTo>
                  <a:close/>
                  <a:moveTo>
                    <a:pt x="14123" y="16103"/>
                  </a:moveTo>
                  <a:lnTo>
                    <a:pt x="14160" y="16397"/>
                  </a:lnTo>
                  <a:lnTo>
                    <a:pt x="14233" y="16690"/>
                  </a:lnTo>
                  <a:lnTo>
                    <a:pt x="13830" y="16873"/>
                  </a:lnTo>
                  <a:lnTo>
                    <a:pt x="13720" y="16727"/>
                  </a:lnTo>
                  <a:lnTo>
                    <a:pt x="13500" y="16433"/>
                  </a:lnTo>
                  <a:lnTo>
                    <a:pt x="14123" y="16103"/>
                  </a:lnTo>
                  <a:close/>
                  <a:moveTo>
                    <a:pt x="13426" y="16470"/>
                  </a:moveTo>
                  <a:lnTo>
                    <a:pt x="13500" y="16727"/>
                  </a:lnTo>
                  <a:lnTo>
                    <a:pt x="13536" y="16873"/>
                  </a:lnTo>
                  <a:lnTo>
                    <a:pt x="13573" y="16984"/>
                  </a:lnTo>
                  <a:lnTo>
                    <a:pt x="13096" y="17167"/>
                  </a:lnTo>
                  <a:lnTo>
                    <a:pt x="12986" y="17057"/>
                  </a:lnTo>
                  <a:lnTo>
                    <a:pt x="12876" y="16873"/>
                  </a:lnTo>
                  <a:lnTo>
                    <a:pt x="12839" y="16727"/>
                  </a:lnTo>
                  <a:lnTo>
                    <a:pt x="13426" y="16470"/>
                  </a:lnTo>
                  <a:close/>
                  <a:moveTo>
                    <a:pt x="12583" y="16837"/>
                  </a:moveTo>
                  <a:lnTo>
                    <a:pt x="12656" y="17094"/>
                  </a:lnTo>
                  <a:lnTo>
                    <a:pt x="12803" y="17277"/>
                  </a:lnTo>
                  <a:lnTo>
                    <a:pt x="12399" y="17460"/>
                  </a:lnTo>
                  <a:lnTo>
                    <a:pt x="12326" y="17387"/>
                  </a:lnTo>
                  <a:lnTo>
                    <a:pt x="12253" y="17277"/>
                  </a:lnTo>
                  <a:lnTo>
                    <a:pt x="12216" y="17167"/>
                  </a:lnTo>
                  <a:lnTo>
                    <a:pt x="12216" y="17020"/>
                  </a:lnTo>
                  <a:lnTo>
                    <a:pt x="12583" y="16837"/>
                  </a:lnTo>
                  <a:close/>
                  <a:moveTo>
                    <a:pt x="12032" y="17094"/>
                  </a:moveTo>
                  <a:lnTo>
                    <a:pt x="11996" y="17240"/>
                  </a:lnTo>
                  <a:lnTo>
                    <a:pt x="12032" y="17387"/>
                  </a:lnTo>
                  <a:lnTo>
                    <a:pt x="12106" y="17570"/>
                  </a:lnTo>
                  <a:lnTo>
                    <a:pt x="11812" y="17644"/>
                  </a:lnTo>
                  <a:lnTo>
                    <a:pt x="11776" y="17644"/>
                  </a:lnTo>
                  <a:lnTo>
                    <a:pt x="11739" y="17497"/>
                  </a:lnTo>
                  <a:lnTo>
                    <a:pt x="11666" y="17240"/>
                  </a:lnTo>
                  <a:lnTo>
                    <a:pt x="12032" y="17094"/>
                  </a:lnTo>
                  <a:close/>
                  <a:moveTo>
                    <a:pt x="11446" y="17350"/>
                  </a:moveTo>
                  <a:lnTo>
                    <a:pt x="11482" y="17607"/>
                  </a:lnTo>
                  <a:lnTo>
                    <a:pt x="11519" y="17791"/>
                  </a:lnTo>
                  <a:lnTo>
                    <a:pt x="11189" y="17901"/>
                  </a:lnTo>
                  <a:lnTo>
                    <a:pt x="11115" y="17937"/>
                  </a:lnTo>
                  <a:lnTo>
                    <a:pt x="11115" y="17864"/>
                  </a:lnTo>
                  <a:lnTo>
                    <a:pt x="11115" y="17827"/>
                  </a:lnTo>
                  <a:lnTo>
                    <a:pt x="11115" y="17717"/>
                  </a:lnTo>
                  <a:lnTo>
                    <a:pt x="11005" y="17607"/>
                  </a:lnTo>
                  <a:lnTo>
                    <a:pt x="10969" y="17534"/>
                  </a:lnTo>
                  <a:lnTo>
                    <a:pt x="11446" y="17350"/>
                  </a:lnTo>
                  <a:close/>
                  <a:moveTo>
                    <a:pt x="10639" y="17644"/>
                  </a:moveTo>
                  <a:lnTo>
                    <a:pt x="10749" y="17791"/>
                  </a:lnTo>
                  <a:lnTo>
                    <a:pt x="10859" y="17901"/>
                  </a:lnTo>
                  <a:lnTo>
                    <a:pt x="10932" y="17974"/>
                  </a:lnTo>
                  <a:lnTo>
                    <a:pt x="10969" y="17974"/>
                  </a:lnTo>
                  <a:lnTo>
                    <a:pt x="10455" y="18194"/>
                  </a:lnTo>
                  <a:lnTo>
                    <a:pt x="10418" y="18121"/>
                  </a:lnTo>
                  <a:lnTo>
                    <a:pt x="10345" y="18121"/>
                  </a:lnTo>
                  <a:lnTo>
                    <a:pt x="10235" y="18157"/>
                  </a:lnTo>
                  <a:lnTo>
                    <a:pt x="10162" y="17901"/>
                  </a:lnTo>
                  <a:lnTo>
                    <a:pt x="10125" y="17827"/>
                  </a:lnTo>
                  <a:lnTo>
                    <a:pt x="10639" y="17644"/>
                  </a:lnTo>
                  <a:close/>
                  <a:moveTo>
                    <a:pt x="10272" y="440"/>
                  </a:moveTo>
                  <a:lnTo>
                    <a:pt x="10455" y="477"/>
                  </a:lnTo>
                  <a:lnTo>
                    <a:pt x="10565" y="550"/>
                  </a:lnTo>
                  <a:lnTo>
                    <a:pt x="10675" y="624"/>
                  </a:lnTo>
                  <a:lnTo>
                    <a:pt x="10785" y="734"/>
                  </a:lnTo>
                  <a:lnTo>
                    <a:pt x="10969" y="990"/>
                  </a:lnTo>
                  <a:lnTo>
                    <a:pt x="11005" y="1210"/>
                  </a:lnTo>
                  <a:lnTo>
                    <a:pt x="11042" y="1431"/>
                  </a:lnTo>
                  <a:lnTo>
                    <a:pt x="11335" y="2348"/>
                  </a:lnTo>
                  <a:lnTo>
                    <a:pt x="11886" y="3998"/>
                  </a:lnTo>
                  <a:lnTo>
                    <a:pt x="13060" y="7300"/>
                  </a:lnTo>
                  <a:lnTo>
                    <a:pt x="14233" y="10564"/>
                  </a:lnTo>
                  <a:lnTo>
                    <a:pt x="14857" y="12215"/>
                  </a:lnTo>
                  <a:lnTo>
                    <a:pt x="15187" y="13095"/>
                  </a:lnTo>
                  <a:lnTo>
                    <a:pt x="15407" y="13646"/>
                  </a:lnTo>
                  <a:lnTo>
                    <a:pt x="15334" y="13682"/>
                  </a:lnTo>
                  <a:lnTo>
                    <a:pt x="15297" y="13829"/>
                  </a:lnTo>
                  <a:lnTo>
                    <a:pt x="15297" y="13939"/>
                  </a:lnTo>
                  <a:lnTo>
                    <a:pt x="15260" y="14196"/>
                  </a:lnTo>
                  <a:lnTo>
                    <a:pt x="15224" y="14379"/>
                  </a:lnTo>
                  <a:lnTo>
                    <a:pt x="15187" y="14526"/>
                  </a:lnTo>
                  <a:lnTo>
                    <a:pt x="15004" y="14856"/>
                  </a:lnTo>
                  <a:lnTo>
                    <a:pt x="14747" y="15149"/>
                  </a:lnTo>
                  <a:lnTo>
                    <a:pt x="14453" y="15370"/>
                  </a:lnTo>
                  <a:lnTo>
                    <a:pt x="14123" y="15590"/>
                  </a:lnTo>
                  <a:lnTo>
                    <a:pt x="13793" y="15773"/>
                  </a:lnTo>
                  <a:lnTo>
                    <a:pt x="13060" y="16140"/>
                  </a:lnTo>
                  <a:lnTo>
                    <a:pt x="12326" y="16470"/>
                  </a:lnTo>
                  <a:lnTo>
                    <a:pt x="10859" y="17094"/>
                  </a:lnTo>
                  <a:lnTo>
                    <a:pt x="10015" y="17424"/>
                  </a:lnTo>
                  <a:lnTo>
                    <a:pt x="9978" y="17387"/>
                  </a:lnTo>
                  <a:lnTo>
                    <a:pt x="9942" y="17387"/>
                  </a:lnTo>
                  <a:lnTo>
                    <a:pt x="9905" y="17424"/>
                  </a:lnTo>
                  <a:lnTo>
                    <a:pt x="9905" y="17460"/>
                  </a:lnTo>
                  <a:lnTo>
                    <a:pt x="8841" y="17791"/>
                  </a:lnTo>
                  <a:lnTo>
                    <a:pt x="7777" y="18121"/>
                  </a:lnTo>
                  <a:lnTo>
                    <a:pt x="6970" y="18304"/>
                  </a:lnTo>
                  <a:lnTo>
                    <a:pt x="6163" y="18487"/>
                  </a:lnTo>
                  <a:lnTo>
                    <a:pt x="5797" y="18524"/>
                  </a:lnTo>
                  <a:lnTo>
                    <a:pt x="5613" y="18524"/>
                  </a:lnTo>
                  <a:lnTo>
                    <a:pt x="5430" y="18451"/>
                  </a:lnTo>
                  <a:lnTo>
                    <a:pt x="5283" y="18377"/>
                  </a:lnTo>
                  <a:lnTo>
                    <a:pt x="5173" y="18231"/>
                  </a:lnTo>
                  <a:lnTo>
                    <a:pt x="5063" y="18121"/>
                  </a:lnTo>
                  <a:lnTo>
                    <a:pt x="4953" y="17974"/>
                  </a:lnTo>
                  <a:lnTo>
                    <a:pt x="4879" y="17680"/>
                  </a:lnTo>
                  <a:lnTo>
                    <a:pt x="4769" y="17387"/>
                  </a:lnTo>
                  <a:lnTo>
                    <a:pt x="4476" y="16507"/>
                  </a:lnTo>
                  <a:lnTo>
                    <a:pt x="3926" y="14819"/>
                  </a:lnTo>
                  <a:lnTo>
                    <a:pt x="3376" y="13169"/>
                  </a:lnTo>
                  <a:lnTo>
                    <a:pt x="2752" y="11518"/>
                  </a:lnTo>
                  <a:lnTo>
                    <a:pt x="2165" y="9867"/>
                  </a:lnTo>
                  <a:lnTo>
                    <a:pt x="1505" y="8253"/>
                  </a:lnTo>
                  <a:lnTo>
                    <a:pt x="845" y="6603"/>
                  </a:lnTo>
                  <a:lnTo>
                    <a:pt x="588" y="6052"/>
                  </a:lnTo>
                  <a:lnTo>
                    <a:pt x="478" y="5796"/>
                  </a:lnTo>
                  <a:lnTo>
                    <a:pt x="331" y="5539"/>
                  </a:lnTo>
                  <a:lnTo>
                    <a:pt x="368" y="5502"/>
                  </a:lnTo>
                  <a:lnTo>
                    <a:pt x="404" y="5429"/>
                  </a:lnTo>
                  <a:lnTo>
                    <a:pt x="368" y="5209"/>
                  </a:lnTo>
                  <a:lnTo>
                    <a:pt x="404" y="5025"/>
                  </a:lnTo>
                  <a:lnTo>
                    <a:pt x="404" y="4879"/>
                  </a:lnTo>
                  <a:lnTo>
                    <a:pt x="478" y="4695"/>
                  </a:lnTo>
                  <a:lnTo>
                    <a:pt x="624" y="4402"/>
                  </a:lnTo>
                  <a:lnTo>
                    <a:pt x="845" y="4145"/>
                  </a:lnTo>
                  <a:lnTo>
                    <a:pt x="1101" y="3888"/>
                  </a:lnTo>
                  <a:lnTo>
                    <a:pt x="1395" y="3668"/>
                  </a:lnTo>
                  <a:lnTo>
                    <a:pt x="1725" y="3485"/>
                  </a:lnTo>
                  <a:lnTo>
                    <a:pt x="2018" y="3301"/>
                  </a:lnTo>
                  <a:lnTo>
                    <a:pt x="2789" y="2935"/>
                  </a:lnTo>
                  <a:lnTo>
                    <a:pt x="3596" y="2641"/>
                  </a:lnTo>
                  <a:lnTo>
                    <a:pt x="5210" y="2017"/>
                  </a:lnTo>
                  <a:lnTo>
                    <a:pt x="6787" y="1394"/>
                  </a:lnTo>
                  <a:lnTo>
                    <a:pt x="7557" y="1100"/>
                  </a:lnTo>
                  <a:lnTo>
                    <a:pt x="8364" y="807"/>
                  </a:lnTo>
                  <a:lnTo>
                    <a:pt x="9135" y="587"/>
                  </a:lnTo>
                  <a:lnTo>
                    <a:pt x="9538" y="514"/>
                  </a:lnTo>
                  <a:lnTo>
                    <a:pt x="9942" y="440"/>
                  </a:lnTo>
                  <a:close/>
                  <a:moveTo>
                    <a:pt x="9868" y="17937"/>
                  </a:moveTo>
                  <a:lnTo>
                    <a:pt x="9868" y="17974"/>
                  </a:lnTo>
                  <a:lnTo>
                    <a:pt x="9905" y="18157"/>
                  </a:lnTo>
                  <a:lnTo>
                    <a:pt x="10015" y="18341"/>
                  </a:lnTo>
                  <a:lnTo>
                    <a:pt x="9575" y="18524"/>
                  </a:lnTo>
                  <a:lnTo>
                    <a:pt x="9575" y="18487"/>
                  </a:lnTo>
                  <a:lnTo>
                    <a:pt x="9538" y="18341"/>
                  </a:lnTo>
                  <a:lnTo>
                    <a:pt x="9465" y="18231"/>
                  </a:lnTo>
                  <a:lnTo>
                    <a:pt x="9391" y="18084"/>
                  </a:lnTo>
                  <a:lnTo>
                    <a:pt x="9868" y="17937"/>
                  </a:lnTo>
                  <a:close/>
                  <a:moveTo>
                    <a:pt x="9098" y="18194"/>
                  </a:moveTo>
                  <a:lnTo>
                    <a:pt x="9171" y="18414"/>
                  </a:lnTo>
                  <a:lnTo>
                    <a:pt x="9245" y="18524"/>
                  </a:lnTo>
                  <a:lnTo>
                    <a:pt x="9318" y="18598"/>
                  </a:lnTo>
                  <a:lnTo>
                    <a:pt x="8841" y="18781"/>
                  </a:lnTo>
                  <a:lnTo>
                    <a:pt x="8768" y="18708"/>
                  </a:lnTo>
                  <a:lnTo>
                    <a:pt x="8694" y="18598"/>
                  </a:lnTo>
                  <a:lnTo>
                    <a:pt x="8621" y="18487"/>
                  </a:lnTo>
                  <a:lnTo>
                    <a:pt x="8584" y="18341"/>
                  </a:lnTo>
                  <a:lnTo>
                    <a:pt x="9098" y="18194"/>
                  </a:lnTo>
                  <a:close/>
                  <a:moveTo>
                    <a:pt x="8254" y="18414"/>
                  </a:moveTo>
                  <a:lnTo>
                    <a:pt x="8291" y="18561"/>
                  </a:lnTo>
                  <a:lnTo>
                    <a:pt x="8364" y="18744"/>
                  </a:lnTo>
                  <a:lnTo>
                    <a:pt x="8511" y="18928"/>
                  </a:lnTo>
                  <a:lnTo>
                    <a:pt x="8181" y="19038"/>
                  </a:lnTo>
                  <a:lnTo>
                    <a:pt x="8144" y="18964"/>
                  </a:lnTo>
                  <a:lnTo>
                    <a:pt x="8107" y="18928"/>
                  </a:lnTo>
                  <a:lnTo>
                    <a:pt x="7997" y="18854"/>
                  </a:lnTo>
                  <a:lnTo>
                    <a:pt x="7961" y="18818"/>
                  </a:lnTo>
                  <a:lnTo>
                    <a:pt x="7851" y="18634"/>
                  </a:lnTo>
                  <a:lnTo>
                    <a:pt x="7851" y="18561"/>
                  </a:lnTo>
                  <a:lnTo>
                    <a:pt x="8254" y="18414"/>
                  </a:lnTo>
                  <a:close/>
                  <a:moveTo>
                    <a:pt x="5246" y="18818"/>
                  </a:moveTo>
                  <a:lnTo>
                    <a:pt x="5430" y="18891"/>
                  </a:lnTo>
                  <a:lnTo>
                    <a:pt x="5650" y="18928"/>
                  </a:lnTo>
                  <a:lnTo>
                    <a:pt x="5870" y="18964"/>
                  </a:lnTo>
                  <a:lnTo>
                    <a:pt x="5943" y="19221"/>
                  </a:lnTo>
                  <a:lnTo>
                    <a:pt x="5760" y="19148"/>
                  </a:lnTo>
                  <a:lnTo>
                    <a:pt x="5576" y="19038"/>
                  </a:lnTo>
                  <a:lnTo>
                    <a:pt x="5393" y="18928"/>
                  </a:lnTo>
                  <a:lnTo>
                    <a:pt x="5246" y="18818"/>
                  </a:lnTo>
                  <a:close/>
                  <a:moveTo>
                    <a:pt x="7557" y="18634"/>
                  </a:moveTo>
                  <a:lnTo>
                    <a:pt x="7557" y="18781"/>
                  </a:lnTo>
                  <a:lnTo>
                    <a:pt x="7631" y="18928"/>
                  </a:lnTo>
                  <a:lnTo>
                    <a:pt x="7704" y="19038"/>
                  </a:lnTo>
                  <a:lnTo>
                    <a:pt x="7777" y="19148"/>
                  </a:lnTo>
                  <a:lnTo>
                    <a:pt x="7704" y="19184"/>
                  </a:lnTo>
                  <a:lnTo>
                    <a:pt x="7227" y="19294"/>
                  </a:lnTo>
                  <a:lnTo>
                    <a:pt x="7154" y="19184"/>
                  </a:lnTo>
                  <a:lnTo>
                    <a:pt x="7080" y="19074"/>
                  </a:lnTo>
                  <a:lnTo>
                    <a:pt x="6970" y="18928"/>
                  </a:lnTo>
                  <a:lnTo>
                    <a:pt x="6897" y="18781"/>
                  </a:lnTo>
                  <a:lnTo>
                    <a:pt x="7117" y="18708"/>
                  </a:lnTo>
                  <a:lnTo>
                    <a:pt x="7557" y="18634"/>
                  </a:lnTo>
                  <a:close/>
                  <a:moveTo>
                    <a:pt x="6604" y="18854"/>
                  </a:moveTo>
                  <a:lnTo>
                    <a:pt x="6677" y="19111"/>
                  </a:lnTo>
                  <a:lnTo>
                    <a:pt x="6750" y="19221"/>
                  </a:lnTo>
                  <a:lnTo>
                    <a:pt x="6824" y="19331"/>
                  </a:lnTo>
                  <a:lnTo>
                    <a:pt x="6493" y="19331"/>
                  </a:lnTo>
                  <a:lnTo>
                    <a:pt x="6493" y="19258"/>
                  </a:lnTo>
                  <a:lnTo>
                    <a:pt x="6493" y="19221"/>
                  </a:lnTo>
                  <a:lnTo>
                    <a:pt x="6420" y="19184"/>
                  </a:lnTo>
                  <a:lnTo>
                    <a:pt x="6383" y="19184"/>
                  </a:lnTo>
                  <a:lnTo>
                    <a:pt x="6310" y="19221"/>
                  </a:lnTo>
                  <a:lnTo>
                    <a:pt x="6273" y="19221"/>
                  </a:lnTo>
                  <a:lnTo>
                    <a:pt x="6200" y="19184"/>
                  </a:lnTo>
                  <a:lnTo>
                    <a:pt x="6163" y="19074"/>
                  </a:lnTo>
                  <a:lnTo>
                    <a:pt x="6127" y="18928"/>
                  </a:lnTo>
                  <a:lnTo>
                    <a:pt x="6604" y="18854"/>
                  </a:lnTo>
                  <a:close/>
                  <a:moveTo>
                    <a:pt x="10125" y="0"/>
                  </a:moveTo>
                  <a:lnTo>
                    <a:pt x="9721" y="37"/>
                  </a:lnTo>
                  <a:lnTo>
                    <a:pt x="9318" y="110"/>
                  </a:lnTo>
                  <a:lnTo>
                    <a:pt x="8804" y="220"/>
                  </a:lnTo>
                  <a:lnTo>
                    <a:pt x="8291" y="403"/>
                  </a:lnTo>
                  <a:lnTo>
                    <a:pt x="7300" y="734"/>
                  </a:lnTo>
                  <a:lnTo>
                    <a:pt x="5320" y="1504"/>
                  </a:lnTo>
                  <a:lnTo>
                    <a:pt x="3376" y="2274"/>
                  </a:lnTo>
                  <a:lnTo>
                    <a:pt x="2422" y="2678"/>
                  </a:lnTo>
                  <a:lnTo>
                    <a:pt x="1945" y="2898"/>
                  </a:lnTo>
                  <a:lnTo>
                    <a:pt x="1505" y="3118"/>
                  </a:lnTo>
                  <a:lnTo>
                    <a:pt x="1248" y="3301"/>
                  </a:lnTo>
                  <a:lnTo>
                    <a:pt x="955" y="3485"/>
                  </a:lnTo>
                  <a:lnTo>
                    <a:pt x="698" y="3742"/>
                  </a:lnTo>
                  <a:lnTo>
                    <a:pt x="441" y="3998"/>
                  </a:lnTo>
                  <a:lnTo>
                    <a:pt x="221" y="4292"/>
                  </a:lnTo>
                  <a:lnTo>
                    <a:pt x="74" y="4622"/>
                  </a:lnTo>
                  <a:lnTo>
                    <a:pt x="38" y="4769"/>
                  </a:lnTo>
                  <a:lnTo>
                    <a:pt x="38" y="4915"/>
                  </a:lnTo>
                  <a:lnTo>
                    <a:pt x="38" y="5099"/>
                  </a:lnTo>
                  <a:lnTo>
                    <a:pt x="74" y="5245"/>
                  </a:lnTo>
                  <a:lnTo>
                    <a:pt x="1" y="5282"/>
                  </a:lnTo>
                  <a:lnTo>
                    <a:pt x="1" y="5319"/>
                  </a:lnTo>
                  <a:lnTo>
                    <a:pt x="38" y="5722"/>
                  </a:lnTo>
                  <a:lnTo>
                    <a:pt x="148" y="6052"/>
                  </a:lnTo>
                  <a:lnTo>
                    <a:pt x="441" y="6786"/>
                  </a:lnTo>
                  <a:lnTo>
                    <a:pt x="1065" y="8400"/>
                  </a:lnTo>
                  <a:lnTo>
                    <a:pt x="2348" y="11665"/>
                  </a:lnTo>
                  <a:lnTo>
                    <a:pt x="2935" y="13315"/>
                  </a:lnTo>
                  <a:lnTo>
                    <a:pt x="3522" y="15003"/>
                  </a:lnTo>
                  <a:lnTo>
                    <a:pt x="4072" y="16653"/>
                  </a:lnTo>
                  <a:lnTo>
                    <a:pt x="4293" y="17424"/>
                  </a:lnTo>
                  <a:lnTo>
                    <a:pt x="4439" y="17827"/>
                  </a:lnTo>
                  <a:lnTo>
                    <a:pt x="4513" y="18047"/>
                  </a:lnTo>
                  <a:lnTo>
                    <a:pt x="4623" y="18231"/>
                  </a:lnTo>
                  <a:lnTo>
                    <a:pt x="4659" y="18451"/>
                  </a:lnTo>
                  <a:lnTo>
                    <a:pt x="4733" y="18634"/>
                  </a:lnTo>
                  <a:lnTo>
                    <a:pt x="4806" y="18781"/>
                  </a:lnTo>
                  <a:lnTo>
                    <a:pt x="4916" y="18928"/>
                  </a:lnTo>
                  <a:lnTo>
                    <a:pt x="5026" y="19074"/>
                  </a:lnTo>
                  <a:lnTo>
                    <a:pt x="5173" y="19221"/>
                  </a:lnTo>
                  <a:lnTo>
                    <a:pt x="5503" y="19404"/>
                  </a:lnTo>
                  <a:lnTo>
                    <a:pt x="5833" y="19551"/>
                  </a:lnTo>
                  <a:lnTo>
                    <a:pt x="6237" y="19661"/>
                  </a:lnTo>
                  <a:lnTo>
                    <a:pt x="6604" y="19698"/>
                  </a:lnTo>
                  <a:lnTo>
                    <a:pt x="7007" y="19698"/>
                  </a:lnTo>
                  <a:lnTo>
                    <a:pt x="7484" y="19625"/>
                  </a:lnTo>
                  <a:lnTo>
                    <a:pt x="7924" y="19515"/>
                  </a:lnTo>
                  <a:lnTo>
                    <a:pt x="8841" y="19184"/>
                  </a:lnTo>
                  <a:lnTo>
                    <a:pt x="11079" y="18341"/>
                  </a:lnTo>
                  <a:lnTo>
                    <a:pt x="13206" y="17570"/>
                  </a:lnTo>
                  <a:lnTo>
                    <a:pt x="13830" y="17314"/>
                  </a:lnTo>
                  <a:lnTo>
                    <a:pt x="14417" y="17020"/>
                  </a:lnTo>
                  <a:lnTo>
                    <a:pt x="14527" y="17020"/>
                  </a:lnTo>
                  <a:lnTo>
                    <a:pt x="14674" y="16947"/>
                  </a:lnTo>
                  <a:lnTo>
                    <a:pt x="14710" y="16873"/>
                  </a:lnTo>
                  <a:lnTo>
                    <a:pt x="14710" y="16837"/>
                  </a:lnTo>
                  <a:lnTo>
                    <a:pt x="14894" y="16690"/>
                  </a:lnTo>
                  <a:lnTo>
                    <a:pt x="15187" y="16433"/>
                  </a:lnTo>
                  <a:lnTo>
                    <a:pt x="15407" y="16103"/>
                  </a:lnTo>
                  <a:lnTo>
                    <a:pt x="15554" y="15773"/>
                  </a:lnTo>
                  <a:lnTo>
                    <a:pt x="15701" y="15406"/>
                  </a:lnTo>
                  <a:lnTo>
                    <a:pt x="15774" y="15039"/>
                  </a:lnTo>
                  <a:lnTo>
                    <a:pt x="15811" y="14636"/>
                  </a:lnTo>
                  <a:lnTo>
                    <a:pt x="15847" y="13866"/>
                  </a:lnTo>
                  <a:lnTo>
                    <a:pt x="15884" y="13829"/>
                  </a:lnTo>
                  <a:lnTo>
                    <a:pt x="15884" y="13756"/>
                  </a:lnTo>
                  <a:lnTo>
                    <a:pt x="15847" y="13572"/>
                  </a:lnTo>
                  <a:lnTo>
                    <a:pt x="15811" y="13389"/>
                  </a:lnTo>
                  <a:lnTo>
                    <a:pt x="15664" y="13059"/>
                  </a:lnTo>
                  <a:lnTo>
                    <a:pt x="15334" y="12178"/>
                  </a:lnTo>
                  <a:lnTo>
                    <a:pt x="14710" y="10564"/>
                  </a:lnTo>
                  <a:lnTo>
                    <a:pt x="13500" y="7263"/>
                  </a:lnTo>
                  <a:lnTo>
                    <a:pt x="12326" y="3962"/>
                  </a:lnTo>
                  <a:lnTo>
                    <a:pt x="11776" y="2311"/>
                  </a:lnTo>
                  <a:lnTo>
                    <a:pt x="11446" y="1431"/>
                  </a:lnTo>
                  <a:lnTo>
                    <a:pt x="11372" y="1174"/>
                  </a:lnTo>
                  <a:lnTo>
                    <a:pt x="11409" y="1027"/>
                  </a:lnTo>
                  <a:lnTo>
                    <a:pt x="11409" y="917"/>
                  </a:lnTo>
                  <a:lnTo>
                    <a:pt x="11372" y="770"/>
                  </a:lnTo>
                  <a:lnTo>
                    <a:pt x="11299" y="624"/>
                  </a:lnTo>
                  <a:lnTo>
                    <a:pt x="11152" y="403"/>
                  </a:lnTo>
                  <a:lnTo>
                    <a:pt x="10895" y="220"/>
                  </a:lnTo>
                  <a:lnTo>
                    <a:pt x="10712" y="110"/>
                  </a:lnTo>
                  <a:lnTo>
                    <a:pt x="10528" y="37"/>
                  </a:lnTo>
                  <a:lnTo>
                    <a:pt x="10345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7" name="Google Shape;295;p5">
              <a:extLst>
                <a:ext uri="{FF2B5EF4-FFF2-40B4-BE49-F238E27FC236}">
                  <a16:creationId xmlns:a16="http://schemas.microsoft.com/office/drawing/2014/main" id="{ED609162-AF2B-467B-A369-406AC3AC6232}"/>
                </a:ext>
              </a:extLst>
            </p:cNvPr>
            <p:cNvSpPr/>
            <p:nvPr/>
          </p:nvSpPr>
          <p:spPr>
            <a:xfrm>
              <a:off x="6991200" y="2879025"/>
              <a:ext cx="390675" cy="444800"/>
            </a:xfrm>
            <a:custGeom>
              <a:avLst/>
              <a:gdLst/>
              <a:ahLst/>
              <a:cxnLst/>
              <a:rect l="l" t="t" r="r" b="b"/>
              <a:pathLst>
                <a:path w="15627" h="17792" extrusionOk="0">
                  <a:moveTo>
                    <a:pt x="10528" y="1"/>
                  </a:moveTo>
                  <a:lnTo>
                    <a:pt x="10455" y="37"/>
                  </a:lnTo>
                  <a:lnTo>
                    <a:pt x="10308" y="221"/>
                  </a:lnTo>
                  <a:lnTo>
                    <a:pt x="10198" y="441"/>
                  </a:lnTo>
                  <a:lnTo>
                    <a:pt x="10015" y="881"/>
                  </a:lnTo>
                  <a:lnTo>
                    <a:pt x="9831" y="1468"/>
                  </a:lnTo>
                  <a:lnTo>
                    <a:pt x="9685" y="2091"/>
                  </a:lnTo>
                  <a:lnTo>
                    <a:pt x="9685" y="2201"/>
                  </a:lnTo>
                  <a:lnTo>
                    <a:pt x="9721" y="2311"/>
                  </a:lnTo>
                  <a:lnTo>
                    <a:pt x="9795" y="2348"/>
                  </a:lnTo>
                  <a:lnTo>
                    <a:pt x="9868" y="2385"/>
                  </a:lnTo>
                  <a:lnTo>
                    <a:pt x="9941" y="2421"/>
                  </a:lnTo>
                  <a:lnTo>
                    <a:pt x="10051" y="2385"/>
                  </a:lnTo>
                  <a:lnTo>
                    <a:pt x="10125" y="2311"/>
                  </a:lnTo>
                  <a:lnTo>
                    <a:pt x="10198" y="2238"/>
                  </a:lnTo>
                  <a:lnTo>
                    <a:pt x="10235" y="2055"/>
                  </a:lnTo>
                  <a:lnTo>
                    <a:pt x="10235" y="2018"/>
                  </a:lnTo>
                  <a:lnTo>
                    <a:pt x="10235" y="1981"/>
                  </a:lnTo>
                  <a:lnTo>
                    <a:pt x="10455" y="1138"/>
                  </a:lnTo>
                  <a:lnTo>
                    <a:pt x="10638" y="624"/>
                  </a:lnTo>
                  <a:lnTo>
                    <a:pt x="10675" y="367"/>
                  </a:lnTo>
                  <a:lnTo>
                    <a:pt x="10712" y="111"/>
                  </a:lnTo>
                  <a:lnTo>
                    <a:pt x="10675" y="37"/>
                  </a:lnTo>
                  <a:lnTo>
                    <a:pt x="10602" y="1"/>
                  </a:lnTo>
                  <a:close/>
                  <a:moveTo>
                    <a:pt x="3559" y="1028"/>
                  </a:moveTo>
                  <a:lnTo>
                    <a:pt x="3522" y="1064"/>
                  </a:lnTo>
                  <a:lnTo>
                    <a:pt x="3485" y="1101"/>
                  </a:lnTo>
                  <a:lnTo>
                    <a:pt x="3485" y="1138"/>
                  </a:lnTo>
                  <a:lnTo>
                    <a:pt x="3559" y="1321"/>
                  </a:lnTo>
                  <a:lnTo>
                    <a:pt x="3669" y="1468"/>
                  </a:lnTo>
                  <a:lnTo>
                    <a:pt x="3889" y="1761"/>
                  </a:lnTo>
                  <a:lnTo>
                    <a:pt x="4109" y="2055"/>
                  </a:lnTo>
                  <a:lnTo>
                    <a:pt x="4366" y="2348"/>
                  </a:lnTo>
                  <a:lnTo>
                    <a:pt x="4476" y="2605"/>
                  </a:lnTo>
                  <a:lnTo>
                    <a:pt x="4586" y="2862"/>
                  </a:lnTo>
                  <a:lnTo>
                    <a:pt x="4696" y="2972"/>
                  </a:lnTo>
                  <a:lnTo>
                    <a:pt x="4769" y="3045"/>
                  </a:lnTo>
                  <a:lnTo>
                    <a:pt x="4916" y="3082"/>
                  </a:lnTo>
                  <a:lnTo>
                    <a:pt x="5063" y="3082"/>
                  </a:lnTo>
                  <a:lnTo>
                    <a:pt x="5136" y="3045"/>
                  </a:lnTo>
                  <a:lnTo>
                    <a:pt x="5209" y="3008"/>
                  </a:lnTo>
                  <a:lnTo>
                    <a:pt x="5246" y="2935"/>
                  </a:lnTo>
                  <a:lnTo>
                    <a:pt x="5246" y="2862"/>
                  </a:lnTo>
                  <a:lnTo>
                    <a:pt x="5209" y="2715"/>
                  </a:lnTo>
                  <a:lnTo>
                    <a:pt x="5173" y="2642"/>
                  </a:lnTo>
                  <a:lnTo>
                    <a:pt x="5099" y="2605"/>
                  </a:lnTo>
                  <a:lnTo>
                    <a:pt x="4989" y="2605"/>
                  </a:lnTo>
                  <a:lnTo>
                    <a:pt x="4989" y="2568"/>
                  </a:lnTo>
                  <a:lnTo>
                    <a:pt x="4989" y="2495"/>
                  </a:lnTo>
                  <a:lnTo>
                    <a:pt x="4953" y="2385"/>
                  </a:lnTo>
                  <a:lnTo>
                    <a:pt x="4806" y="2128"/>
                  </a:lnTo>
                  <a:lnTo>
                    <a:pt x="4623" y="1871"/>
                  </a:lnTo>
                  <a:lnTo>
                    <a:pt x="4402" y="1615"/>
                  </a:lnTo>
                  <a:lnTo>
                    <a:pt x="4146" y="1394"/>
                  </a:lnTo>
                  <a:lnTo>
                    <a:pt x="3889" y="1174"/>
                  </a:lnTo>
                  <a:lnTo>
                    <a:pt x="3595" y="1028"/>
                  </a:lnTo>
                  <a:close/>
                  <a:moveTo>
                    <a:pt x="15334" y="3999"/>
                  </a:moveTo>
                  <a:lnTo>
                    <a:pt x="15260" y="4035"/>
                  </a:lnTo>
                  <a:lnTo>
                    <a:pt x="15187" y="4109"/>
                  </a:lnTo>
                  <a:lnTo>
                    <a:pt x="15077" y="4182"/>
                  </a:lnTo>
                  <a:lnTo>
                    <a:pt x="14967" y="4256"/>
                  </a:lnTo>
                  <a:lnTo>
                    <a:pt x="14820" y="4329"/>
                  </a:lnTo>
                  <a:lnTo>
                    <a:pt x="14673" y="4329"/>
                  </a:lnTo>
                  <a:lnTo>
                    <a:pt x="14527" y="4402"/>
                  </a:lnTo>
                  <a:lnTo>
                    <a:pt x="14490" y="4439"/>
                  </a:lnTo>
                  <a:lnTo>
                    <a:pt x="14453" y="4549"/>
                  </a:lnTo>
                  <a:lnTo>
                    <a:pt x="14417" y="4586"/>
                  </a:lnTo>
                  <a:lnTo>
                    <a:pt x="14380" y="4622"/>
                  </a:lnTo>
                  <a:lnTo>
                    <a:pt x="14233" y="4732"/>
                  </a:lnTo>
                  <a:lnTo>
                    <a:pt x="13940" y="4842"/>
                  </a:lnTo>
                  <a:lnTo>
                    <a:pt x="13720" y="4989"/>
                  </a:lnTo>
                  <a:lnTo>
                    <a:pt x="13536" y="5173"/>
                  </a:lnTo>
                  <a:lnTo>
                    <a:pt x="13499" y="5246"/>
                  </a:lnTo>
                  <a:lnTo>
                    <a:pt x="13499" y="5319"/>
                  </a:lnTo>
                  <a:lnTo>
                    <a:pt x="13573" y="5356"/>
                  </a:lnTo>
                  <a:lnTo>
                    <a:pt x="13830" y="5356"/>
                  </a:lnTo>
                  <a:lnTo>
                    <a:pt x="14013" y="5319"/>
                  </a:lnTo>
                  <a:lnTo>
                    <a:pt x="14380" y="5173"/>
                  </a:lnTo>
                  <a:lnTo>
                    <a:pt x="14673" y="5026"/>
                  </a:lnTo>
                  <a:lnTo>
                    <a:pt x="14783" y="4953"/>
                  </a:lnTo>
                  <a:lnTo>
                    <a:pt x="14857" y="4806"/>
                  </a:lnTo>
                  <a:lnTo>
                    <a:pt x="15077" y="4769"/>
                  </a:lnTo>
                  <a:lnTo>
                    <a:pt x="15260" y="4659"/>
                  </a:lnTo>
                  <a:lnTo>
                    <a:pt x="15370" y="4696"/>
                  </a:lnTo>
                  <a:lnTo>
                    <a:pt x="15444" y="4696"/>
                  </a:lnTo>
                  <a:lnTo>
                    <a:pt x="15554" y="4622"/>
                  </a:lnTo>
                  <a:lnTo>
                    <a:pt x="15627" y="4549"/>
                  </a:lnTo>
                  <a:lnTo>
                    <a:pt x="15627" y="4476"/>
                  </a:lnTo>
                  <a:lnTo>
                    <a:pt x="15590" y="4366"/>
                  </a:lnTo>
                  <a:lnTo>
                    <a:pt x="15627" y="4329"/>
                  </a:lnTo>
                  <a:lnTo>
                    <a:pt x="15627" y="4256"/>
                  </a:lnTo>
                  <a:lnTo>
                    <a:pt x="15590" y="4182"/>
                  </a:lnTo>
                  <a:lnTo>
                    <a:pt x="15554" y="4109"/>
                  </a:lnTo>
                  <a:lnTo>
                    <a:pt x="15480" y="4035"/>
                  </a:lnTo>
                  <a:lnTo>
                    <a:pt x="15407" y="4035"/>
                  </a:lnTo>
                  <a:lnTo>
                    <a:pt x="15334" y="3999"/>
                  </a:lnTo>
                  <a:close/>
                  <a:moveTo>
                    <a:pt x="2238" y="7447"/>
                  </a:moveTo>
                  <a:lnTo>
                    <a:pt x="2128" y="7484"/>
                  </a:lnTo>
                  <a:lnTo>
                    <a:pt x="1064" y="7960"/>
                  </a:lnTo>
                  <a:lnTo>
                    <a:pt x="477" y="8217"/>
                  </a:lnTo>
                  <a:lnTo>
                    <a:pt x="257" y="8364"/>
                  </a:lnTo>
                  <a:lnTo>
                    <a:pt x="147" y="8474"/>
                  </a:lnTo>
                  <a:lnTo>
                    <a:pt x="111" y="8437"/>
                  </a:lnTo>
                  <a:lnTo>
                    <a:pt x="74" y="8437"/>
                  </a:lnTo>
                  <a:lnTo>
                    <a:pt x="1" y="8511"/>
                  </a:lnTo>
                  <a:lnTo>
                    <a:pt x="1" y="8584"/>
                  </a:lnTo>
                  <a:lnTo>
                    <a:pt x="37" y="8621"/>
                  </a:lnTo>
                  <a:lnTo>
                    <a:pt x="111" y="8694"/>
                  </a:lnTo>
                  <a:lnTo>
                    <a:pt x="221" y="8731"/>
                  </a:lnTo>
                  <a:lnTo>
                    <a:pt x="367" y="8694"/>
                  </a:lnTo>
                  <a:lnTo>
                    <a:pt x="514" y="8657"/>
                  </a:lnTo>
                  <a:lnTo>
                    <a:pt x="808" y="8547"/>
                  </a:lnTo>
                  <a:lnTo>
                    <a:pt x="1028" y="8474"/>
                  </a:lnTo>
                  <a:lnTo>
                    <a:pt x="2385" y="7887"/>
                  </a:lnTo>
                  <a:lnTo>
                    <a:pt x="2458" y="7850"/>
                  </a:lnTo>
                  <a:lnTo>
                    <a:pt x="2532" y="7777"/>
                  </a:lnTo>
                  <a:lnTo>
                    <a:pt x="2532" y="7667"/>
                  </a:lnTo>
                  <a:lnTo>
                    <a:pt x="2495" y="7594"/>
                  </a:lnTo>
                  <a:lnTo>
                    <a:pt x="2422" y="7520"/>
                  </a:lnTo>
                  <a:lnTo>
                    <a:pt x="2348" y="7484"/>
                  </a:lnTo>
                  <a:lnTo>
                    <a:pt x="2238" y="7447"/>
                  </a:lnTo>
                  <a:close/>
                  <a:moveTo>
                    <a:pt x="6677" y="7814"/>
                  </a:moveTo>
                  <a:lnTo>
                    <a:pt x="6603" y="7887"/>
                  </a:lnTo>
                  <a:lnTo>
                    <a:pt x="6603" y="7960"/>
                  </a:lnTo>
                  <a:lnTo>
                    <a:pt x="6603" y="8070"/>
                  </a:lnTo>
                  <a:lnTo>
                    <a:pt x="6933" y="8474"/>
                  </a:lnTo>
                  <a:lnTo>
                    <a:pt x="7044" y="8694"/>
                  </a:lnTo>
                  <a:lnTo>
                    <a:pt x="7154" y="8914"/>
                  </a:lnTo>
                  <a:lnTo>
                    <a:pt x="7227" y="8951"/>
                  </a:lnTo>
                  <a:lnTo>
                    <a:pt x="7264" y="8987"/>
                  </a:lnTo>
                  <a:lnTo>
                    <a:pt x="7410" y="8987"/>
                  </a:lnTo>
                  <a:lnTo>
                    <a:pt x="7594" y="8877"/>
                  </a:lnTo>
                  <a:lnTo>
                    <a:pt x="7777" y="8767"/>
                  </a:lnTo>
                  <a:lnTo>
                    <a:pt x="7924" y="8621"/>
                  </a:lnTo>
                  <a:lnTo>
                    <a:pt x="7924" y="8657"/>
                  </a:lnTo>
                  <a:lnTo>
                    <a:pt x="7997" y="8767"/>
                  </a:lnTo>
                  <a:lnTo>
                    <a:pt x="8071" y="8877"/>
                  </a:lnTo>
                  <a:lnTo>
                    <a:pt x="8181" y="8951"/>
                  </a:lnTo>
                  <a:lnTo>
                    <a:pt x="8327" y="9024"/>
                  </a:lnTo>
                  <a:lnTo>
                    <a:pt x="8584" y="9061"/>
                  </a:lnTo>
                  <a:lnTo>
                    <a:pt x="8768" y="9061"/>
                  </a:lnTo>
                  <a:lnTo>
                    <a:pt x="8951" y="8987"/>
                  </a:lnTo>
                  <a:lnTo>
                    <a:pt x="9281" y="8841"/>
                  </a:lnTo>
                  <a:lnTo>
                    <a:pt x="9611" y="8657"/>
                  </a:lnTo>
                  <a:lnTo>
                    <a:pt x="9721" y="8547"/>
                  </a:lnTo>
                  <a:lnTo>
                    <a:pt x="9758" y="8474"/>
                  </a:lnTo>
                  <a:lnTo>
                    <a:pt x="9758" y="8364"/>
                  </a:lnTo>
                  <a:lnTo>
                    <a:pt x="9685" y="8254"/>
                  </a:lnTo>
                  <a:lnTo>
                    <a:pt x="9648" y="8217"/>
                  </a:lnTo>
                  <a:lnTo>
                    <a:pt x="9464" y="8217"/>
                  </a:lnTo>
                  <a:lnTo>
                    <a:pt x="9428" y="8291"/>
                  </a:lnTo>
                  <a:lnTo>
                    <a:pt x="9244" y="8437"/>
                  </a:lnTo>
                  <a:lnTo>
                    <a:pt x="8988" y="8547"/>
                  </a:lnTo>
                  <a:lnTo>
                    <a:pt x="8768" y="8621"/>
                  </a:lnTo>
                  <a:lnTo>
                    <a:pt x="8584" y="8657"/>
                  </a:lnTo>
                  <a:lnTo>
                    <a:pt x="8474" y="8657"/>
                  </a:lnTo>
                  <a:lnTo>
                    <a:pt x="8401" y="8621"/>
                  </a:lnTo>
                  <a:lnTo>
                    <a:pt x="8364" y="8584"/>
                  </a:lnTo>
                  <a:lnTo>
                    <a:pt x="8327" y="8547"/>
                  </a:lnTo>
                  <a:lnTo>
                    <a:pt x="8254" y="8254"/>
                  </a:lnTo>
                  <a:lnTo>
                    <a:pt x="8181" y="8144"/>
                  </a:lnTo>
                  <a:lnTo>
                    <a:pt x="8071" y="8107"/>
                  </a:lnTo>
                  <a:lnTo>
                    <a:pt x="7961" y="8107"/>
                  </a:lnTo>
                  <a:lnTo>
                    <a:pt x="7887" y="8144"/>
                  </a:lnTo>
                  <a:lnTo>
                    <a:pt x="7740" y="8254"/>
                  </a:lnTo>
                  <a:lnTo>
                    <a:pt x="7630" y="8401"/>
                  </a:lnTo>
                  <a:lnTo>
                    <a:pt x="7410" y="8547"/>
                  </a:lnTo>
                  <a:lnTo>
                    <a:pt x="7264" y="8364"/>
                  </a:lnTo>
                  <a:lnTo>
                    <a:pt x="7117" y="8180"/>
                  </a:lnTo>
                  <a:lnTo>
                    <a:pt x="6970" y="7997"/>
                  </a:lnTo>
                  <a:lnTo>
                    <a:pt x="6787" y="7850"/>
                  </a:lnTo>
                  <a:lnTo>
                    <a:pt x="6713" y="7814"/>
                  </a:lnTo>
                  <a:close/>
                  <a:moveTo>
                    <a:pt x="12876" y="11005"/>
                  </a:moveTo>
                  <a:lnTo>
                    <a:pt x="12803" y="11042"/>
                  </a:lnTo>
                  <a:lnTo>
                    <a:pt x="12766" y="11078"/>
                  </a:lnTo>
                  <a:lnTo>
                    <a:pt x="12766" y="11152"/>
                  </a:lnTo>
                  <a:lnTo>
                    <a:pt x="12729" y="11225"/>
                  </a:lnTo>
                  <a:lnTo>
                    <a:pt x="12766" y="11298"/>
                  </a:lnTo>
                  <a:lnTo>
                    <a:pt x="12986" y="11702"/>
                  </a:lnTo>
                  <a:lnTo>
                    <a:pt x="13279" y="12069"/>
                  </a:lnTo>
                  <a:lnTo>
                    <a:pt x="13499" y="12399"/>
                  </a:lnTo>
                  <a:lnTo>
                    <a:pt x="13646" y="12509"/>
                  </a:lnTo>
                  <a:lnTo>
                    <a:pt x="13830" y="12619"/>
                  </a:lnTo>
                  <a:lnTo>
                    <a:pt x="13976" y="12619"/>
                  </a:lnTo>
                  <a:lnTo>
                    <a:pt x="14013" y="12582"/>
                  </a:lnTo>
                  <a:lnTo>
                    <a:pt x="14086" y="12546"/>
                  </a:lnTo>
                  <a:lnTo>
                    <a:pt x="14160" y="12436"/>
                  </a:lnTo>
                  <a:lnTo>
                    <a:pt x="14160" y="12325"/>
                  </a:lnTo>
                  <a:lnTo>
                    <a:pt x="14160" y="12252"/>
                  </a:lnTo>
                  <a:lnTo>
                    <a:pt x="14123" y="12142"/>
                  </a:lnTo>
                  <a:lnTo>
                    <a:pt x="14086" y="12069"/>
                  </a:lnTo>
                  <a:lnTo>
                    <a:pt x="14050" y="12032"/>
                  </a:lnTo>
                  <a:lnTo>
                    <a:pt x="13903" y="12032"/>
                  </a:lnTo>
                  <a:lnTo>
                    <a:pt x="13830" y="11885"/>
                  </a:lnTo>
                  <a:lnTo>
                    <a:pt x="13573" y="11592"/>
                  </a:lnTo>
                  <a:lnTo>
                    <a:pt x="13316" y="11298"/>
                  </a:lnTo>
                  <a:lnTo>
                    <a:pt x="13059" y="11042"/>
                  </a:lnTo>
                  <a:lnTo>
                    <a:pt x="13023" y="11005"/>
                  </a:lnTo>
                  <a:close/>
                  <a:moveTo>
                    <a:pt x="8181" y="3192"/>
                  </a:moveTo>
                  <a:lnTo>
                    <a:pt x="8511" y="3228"/>
                  </a:lnTo>
                  <a:lnTo>
                    <a:pt x="8878" y="3265"/>
                  </a:lnTo>
                  <a:lnTo>
                    <a:pt x="9208" y="3339"/>
                  </a:lnTo>
                  <a:lnTo>
                    <a:pt x="9538" y="3412"/>
                  </a:lnTo>
                  <a:lnTo>
                    <a:pt x="9868" y="3522"/>
                  </a:lnTo>
                  <a:lnTo>
                    <a:pt x="10198" y="3669"/>
                  </a:lnTo>
                  <a:lnTo>
                    <a:pt x="10528" y="3852"/>
                  </a:lnTo>
                  <a:lnTo>
                    <a:pt x="10822" y="4035"/>
                  </a:lnTo>
                  <a:lnTo>
                    <a:pt x="11078" y="4256"/>
                  </a:lnTo>
                  <a:lnTo>
                    <a:pt x="11335" y="4476"/>
                  </a:lnTo>
                  <a:lnTo>
                    <a:pt x="11592" y="4732"/>
                  </a:lnTo>
                  <a:lnTo>
                    <a:pt x="11812" y="4989"/>
                  </a:lnTo>
                  <a:lnTo>
                    <a:pt x="11996" y="5319"/>
                  </a:lnTo>
                  <a:lnTo>
                    <a:pt x="12142" y="5576"/>
                  </a:lnTo>
                  <a:lnTo>
                    <a:pt x="12252" y="5870"/>
                  </a:lnTo>
                  <a:lnTo>
                    <a:pt x="12362" y="6200"/>
                  </a:lnTo>
                  <a:lnTo>
                    <a:pt x="12436" y="6530"/>
                  </a:lnTo>
                  <a:lnTo>
                    <a:pt x="12509" y="6823"/>
                  </a:lnTo>
                  <a:lnTo>
                    <a:pt x="12509" y="7153"/>
                  </a:lnTo>
                  <a:lnTo>
                    <a:pt x="12509" y="7484"/>
                  </a:lnTo>
                  <a:lnTo>
                    <a:pt x="12472" y="7814"/>
                  </a:lnTo>
                  <a:lnTo>
                    <a:pt x="12399" y="8144"/>
                  </a:lnTo>
                  <a:lnTo>
                    <a:pt x="12289" y="8511"/>
                  </a:lnTo>
                  <a:lnTo>
                    <a:pt x="12142" y="8804"/>
                  </a:lnTo>
                  <a:lnTo>
                    <a:pt x="11996" y="9134"/>
                  </a:lnTo>
                  <a:lnTo>
                    <a:pt x="11812" y="9428"/>
                  </a:lnTo>
                  <a:lnTo>
                    <a:pt x="11592" y="9721"/>
                  </a:lnTo>
                  <a:lnTo>
                    <a:pt x="11115" y="10271"/>
                  </a:lnTo>
                  <a:lnTo>
                    <a:pt x="10345" y="11115"/>
                  </a:lnTo>
                  <a:lnTo>
                    <a:pt x="9941" y="11555"/>
                  </a:lnTo>
                  <a:lnTo>
                    <a:pt x="9575" y="12032"/>
                  </a:lnTo>
                  <a:lnTo>
                    <a:pt x="9281" y="12509"/>
                  </a:lnTo>
                  <a:lnTo>
                    <a:pt x="8988" y="13022"/>
                  </a:lnTo>
                  <a:lnTo>
                    <a:pt x="8914" y="13279"/>
                  </a:lnTo>
                  <a:lnTo>
                    <a:pt x="8804" y="13573"/>
                  </a:lnTo>
                  <a:lnTo>
                    <a:pt x="8768" y="13829"/>
                  </a:lnTo>
                  <a:lnTo>
                    <a:pt x="8731" y="14123"/>
                  </a:lnTo>
                  <a:lnTo>
                    <a:pt x="8217" y="14013"/>
                  </a:lnTo>
                  <a:lnTo>
                    <a:pt x="7704" y="13939"/>
                  </a:lnTo>
                  <a:lnTo>
                    <a:pt x="8584" y="11665"/>
                  </a:lnTo>
                  <a:lnTo>
                    <a:pt x="9061" y="10418"/>
                  </a:lnTo>
                  <a:lnTo>
                    <a:pt x="9318" y="9831"/>
                  </a:lnTo>
                  <a:lnTo>
                    <a:pt x="9391" y="9538"/>
                  </a:lnTo>
                  <a:lnTo>
                    <a:pt x="9391" y="9391"/>
                  </a:lnTo>
                  <a:lnTo>
                    <a:pt x="9354" y="9244"/>
                  </a:lnTo>
                  <a:lnTo>
                    <a:pt x="9318" y="9208"/>
                  </a:lnTo>
                  <a:lnTo>
                    <a:pt x="9281" y="9208"/>
                  </a:lnTo>
                  <a:lnTo>
                    <a:pt x="9171" y="9281"/>
                  </a:lnTo>
                  <a:lnTo>
                    <a:pt x="9098" y="9391"/>
                  </a:lnTo>
                  <a:lnTo>
                    <a:pt x="8988" y="9611"/>
                  </a:lnTo>
                  <a:lnTo>
                    <a:pt x="8768" y="10088"/>
                  </a:lnTo>
                  <a:lnTo>
                    <a:pt x="8217" y="11445"/>
                  </a:lnTo>
                  <a:lnTo>
                    <a:pt x="7337" y="13719"/>
                  </a:lnTo>
                  <a:lnTo>
                    <a:pt x="7227" y="13903"/>
                  </a:lnTo>
                  <a:lnTo>
                    <a:pt x="6970" y="13829"/>
                  </a:lnTo>
                  <a:lnTo>
                    <a:pt x="6420" y="13683"/>
                  </a:lnTo>
                  <a:lnTo>
                    <a:pt x="6420" y="13646"/>
                  </a:lnTo>
                  <a:lnTo>
                    <a:pt x="6493" y="13389"/>
                  </a:lnTo>
                  <a:lnTo>
                    <a:pt x="6530" y="13096"/>
                  </a:lnTo>
                  <a:lnTo>
                    <a:pt x="6530" y="12546"/>
                  </a:lnTo>
                  <a:lnTo>
                    <a:pt x="6603" y="11372"/>
                  </a:lnTo>
                  <a:lnTo>
                    <a:pt x="6677" y="10125"/>
                  </a:lnTo>
                  <a:lnTo>
                    <a:pt x="6713" y="9501"/>
                  </a:lnTo>
                  <a:lnTo>
                    <a:pt x="6677" y="8877"/>
                  </a:lnTo>
                  <a:lnTo>
                    <a:pt x="6677" y="8804"/>
                  </a:lnTo>
                  <a:lnTo>
                    <a:pt x="6640" y="8767"/>
                  </a:lnTo>
                  <a:lnTo>
                    <a:pt x="6530" y="8694"/>
                  </a:lnTo>
                  <a:lnTo>
                    <a:pt x="6420" y="8731"/>
                  </a:lnTo>
                  <a:lnTo>
                    <a:pt x="6383" y="8767"/>
                  </a:lnTo>
                  <a:lnTo>
                    <a:pt x="6347" y="8841"/>
                  </a:lnTo>
                  <a:lnTo>
                    <a:pt x="6273" y="9391"/>
                  </a:lnTo>
                  <a:lnTo>
                    <a:pt x="6237" y="9978"/>
                  </a:lnTo>
                  <a:lnTo>
                    <a:pt x="6200" y="11115"/>
                  </a:lnTo>
                  <a:lnTo>
                    <a:pt x="6090" y="12289"/>
                  </a:lnTo>
                  <a:lnTo>
                    <a:pt x="6016" y="12912"/>
                  </a:lnTo>
                  <a:lnTo>
                    <a:pt x="6016" y="13206"/>
                  </a:lnTo>
                  <a:lnTo>
                    <a:pt x="6016" y="13536"/>
                  </a:lnTo>
                  <a:lnTo>
                    <a:pt x="5540" y="13353"/>
                  </a:lnTo>
                  <a:lnTo>
                    <a:pt x="5099" y="13206"/>
                  </a:lnTo>
                  <a:lnTo>
                    <a:pt x="4623" y="13132"/>
                  </a:lnTo>
                  <a:lnTo>
                    <a:pt x="4182" y="13132"/>
                  </a:lnTo>
                  <a:lnTo>
                    <a:pt x="4329" y="12876"/>
                  </a:lnTo>
                  <a:lnTo>
                    <a:pt x="4439" y="12619"/>
                  </a:lnTo>
                  <a:lnTo>
                    <a:pt x="4549" y="12362"/>
                  </a:lnTo>
                  <a:lnTo>
                    <a:pt x="4623" y="12069"/>
                  </a:lnTo>
                  <a:lnTo>
                    <a:pt x="4696" y="11482"/>
                  </a:lnTo>
                  <a:lnTo>
                    <a:pt x="4696" y="10895"/>
                  </a:lnTo>
                  <a:lnTo>
                    <a:pt x="4623" y="10161"/>
                  </a:lnTo>
                  <a:lnTo>
                    <a:pt x="4512" y="9428"/>
                  </a:lnTo>
                  <a:lnTo>
                    <a:pt x="4366" y="8694"/>
                  </a:lnTo>
                  <a:lnTo>
                    <a:pt x="4219" y="7960"/>
                  </a:lnTo>
                  <a:lnTo>
                    <a:pt x="4182" y="7594"/>
                  </a:lnTo>
                  <a:lnTo>
                    <a:pt x="4182" y="7190"/>
                  </a:lnTo>
                  <a:lnTo>
                    <a:pt x="4182" y="6823"/>
                  </a:lnTo>
                  <a:lnTo>
                    <a:pt x="4219" y="6456"/>
                  </a:lnTo>
                  <a:lnTo>
                    <a:pt x="4292" y="6090"/>
                  </a:lnTo>
                  <a:lnTo>
                    <a:pt x="4439" y="5760"/>
                  </a:lnTo>
                  <a:lnTo>
                    <a:pt x="4586" y="5429"/>
                  </a:lnTo>
                  <a:lnTo>
                    <a:pt x="4769" y="5063"/>
                  </a:lnTo>
                  <a:lnTo>
                    <a:pt x="5026" y="4769"/>
                  </a:lnTo>
                  <a:lnTo>
                    <a:pt x="5246" y="4476"/>
                  </a:lnTo>
                  <a:lnTo>
                    <a:pt x="5503" y="4219"/>
                  </a:lnTo>
                  <a:lnTo>
                    <a:pt x="5796" y="3999"/>
                  </a:lnTo>
                  <a:lnTo>
                    <a:pt x="6090" y="3779"/>
                  </a:lnTo>
                  <a:lnTo>
                    <a:pt x="6420" y="3595"/>
                  </a:lnTo>
                  <a:lnTo>
                    <a:pt x="6787" y="3449"/>
                  </a:lnTo>
                  <a:lnTo>
                    <a:pt x="7117" y="3339"/>
                  </a:lnTo>
                  <a:lnTo>
                    <a:pt x="7484" y="3265"/>
                  </a:lnTo>
                  <a:lnTo>
                    <a:pt x="7814" y="3228"/>
                  </a:lnTo>
                  <a:lnTo>
                    <a:pt x="8181" y="3192"/>
                  </a:lnTo>
                  <a:close/>
                  <a:moveTo>
                    <a:pt x="3962" y="13426"/>
                  </a:moveTo>
                  <a:lnTo>
                    <a:pt x="4623" y="13536"/>
                  </a:lnTo>
                  <a:lnTo>
                    <a:pt x="5246" y="13719"/>
                  </a:lnTo>
                  <a:lnTo>
                    <a:pt x="5943" y="13939"/>
                  </a:lnTo>
                  <a:lnTo>
                    <a:pt x="6603" y="14196"/>
                  </a:lnTo>
                  <a:lnTo>
                    <a:pt x="6860" y="14270"/>
                  </a:lnTo>
                  <a:lnTo>
                    <a:pt x="7154" y="14306"/>
                  </a:lnTo>
                  <a:lnTo>
                    <a:pt x="7704" y="14380"/>
                  </a:lnTo>
                  <a:lnTo>
                    <a:pt x="8217" y="14490"/>
                  </a:lnTo>
                  <a:lnTo>
                    <a:pt x="8474" y="14563"/>
                  </a:lnTo>
                  <a:lnTo>
                    <a:pt x="8731" y="14636"/>
                  </a:lnTo>
                  <a:lnTo>
                    <a:pt x="8768" y="14783"/>
                  </a:lnTo>
                  <a:lnTo>
                    <a:pt x="8841" y="14857"/>
                  </a:lnTo>
                  <a:lnTo>
                    <a:pt x="8951" y="14893"/>
                  </a:lnTo>
                  <a:lnTo>
                    <a:pt x="9061" y="14893"/>
                  </a:lnTo>
                  <a:lnTo>
                    <a:pt x="9061" y="15003"/>
                  </a:lnTo>
                  <a:lnTo>
                    <a:pt x="9024" y="15150"/>
                  </a:lnTo>
                  <a:lnTo>
                    <a:pt x="8914" y="15223"/>
                  </a:lnTo>
                  <a:lnTo>
                    <a:pt x="8768" y="15333"/>
                  </a:lnTo>
                  <a:lnTo>
                    <a:pt x="8034" y="15040"/>
                  </a:lnTo>
                  <a:lnTo>
                    <a:pt x="6383" y="14490"/>
                  </a:lnTo>
                  <a:lnTo>
                    <a:pt x="5576" y="14270"/>
                  </a:lnTo>
                  <a:lnTo>
                    <a:pt x="4769" y="14086"/>
                  </a:lnTo>
                  <a:lnTo>
                    <a:pt x="4292" y="14013"/>
                  </a:lnTo>
                  <a:lnTo>
                    <a:pt x="4072" y="14013"/>
                  </a:lnTo>
                  <a:lnTo>
                    <a:pt x="3852" y="14050"/>
                  </a:lnTo>
                  <a:lnTo>
                    <a:pt x="3742" y="14013"/>
                  </a:lnTo>
                  <a:lnTo>
                    <a:pt x="3669" y="13939"/>
                  </a:lnTo>
                  <a:lnTo>
                    <a:pt x="3632" y="13829"/>
                  </a:lnTo>
                  <a:lnTo>
                    <a:pt x="3632" y="13719"/>
                  </a:lnTo>
                  <a:lnTo>
                    <a:pt x="3632" y="13609"/>
                  </a:lnTo>
                  <a:lnTo>
                    <a:pt x="3705" y="13536"/>
                  </a:lnTo>
                  <a:lnTo>
                    <a:pt x="3816" y="13463"/>
                  </a:lnTo>
                  <a:lnTo>
                    <a:pt x="3926" y="13426"/>
                  </a:lnTo>
                  <a:close/>
                  <a:moveTo>
                    <a:pt x="4256" y="15737"/>
                  </a:moveTo>
                  <a:lnTo>
                    <a:pt x="4696" y="15847"/>
                  </a:lnTo>
                  <a:lnTo>
                    <a:pt x="4476" y="16067"/>
                  </a:lnTo>
                  <a:lnTo>
                    <a:pt x="4292" y="16287"/>
                  </a:lnTo>
                  <a:lnTo>
                    <a:pt x="4292" y="16250"/>
                  </a:lnTo>
                  <a:lnTo>
                    <a:pt x="4256" y="16140"/>
                  </a:lnTo>
                  <a:lnTo>
                    <a:pt x="4256" y="15994"/>
                  </a:lnTo>
                  <a:lnTo>
                    <a:pt x="4256" y="15737"/>
                  </a:lnTo>
                  <a:close/>
                  <a:moveTo>
                    <a:pt x="4843" y="15920"/>
                  </a:moveTo>
                  <a:lnTo>
                    <a:pt x="4989" y="15957"/>
                  </a:lnTo>
                  <a:lnTo>
                    <a:pt x="5136" y="15994"/>
                  </a:lnTo>
                  <a:lnTo>
                    <a:pt x="4879" y="16140"/>
                  </a:lnTo>
                  <a:lnTo>
                    <a:pt x="4623" y="16360"/>
                  </a:lnTo>
                  <a:lnTo>
                    <a:pt x="4623" y="16360"/>
                  </a:lnTo>
                  <a:lnTo>
                    <a:pt x="4733" y="16140"/>
                  </a:lnTo>
                  <a:lnTo>
                    <a:pt x="4843" y="15920"/>
                  </a:lnTo>
                  <a:close/>
                  <a:moveTo>
                    <a:pt x="4146" y="14453"/>
                  </a:moveTo>
                  <a:lnTo>
                    <a:pt x="4659" y="14490"/>
                  </a:lnTo>
                  <a:lnTo>
                    <a:pt x="5356" y="14673"/>
                  </a:lnTo>
                  <a:lnTo>
                    <a:pt x="6053" y="14857"/>
                  </a:lnTo>
                  <a:lnTo>
                    <a:pt x="7410" y="15333"/>
                  </a:lnTo>
                  <a:lnTo>
                    <a:pt x="8034" y="15553"/>
                  </a:lnTo>
                  <a:lnTo>
                    <a:pt x="8401" y="15663"/>
                  </a:lnTo>
                  <a:lnTo>
                    <a:pt x="8694" y="15774"/>
                  </a:lnTo>
                  <a:lnTo>
                    <a:pt x="8731" y="15847"/>
                  </a:lnTo>
                  <a:lnTo>
                    <a:pt x="8768" y="15884"/>
                  </a:lnTo>
                  <a:lnTo>
                    <a:pt x="8841" y="15957"/>
                  </a:lnTo>
                  <a:lnTo>
                    <a:pt x="8951" y="15957"/>
                  </a:lnTo>
                  <a:lnTo>
                    <a:pt x="8914" y="16067"/>
                  </a:lnTo>
                  <a:lnTo>
                    <a:pt x="8841" y="16214"/>
                  </a:lnTo>
                  <a:lnTo>
                    <a:pt x="8694" y="16397"/>
                  </a:lnTo>
                  <a:lnTo>
                    <a:pt x="8547" y="16507"/>
                  </a:lnTo>
                  <a:lnTo>
                    <a:pt x="8401" y="16581"/>
                  </a:lnTo>
                  <a:lnTo>
                    <a:pt x="7227" y="16140"/>
                  </a:lnTo>
                  <a:lnTo>
                    <a:pt x="6016" y="15774"/>
                  </a:lnTo>
                  <a:lnTo>
                    <a:pt x="4733" y="15370"/>
                  </a:lnTo>
                  <a:lnTo>
                    <a:pt x="4072" y="15223"/>
                  </a:lnTo>
                  <a:lnTo>
                    <a:pt x="3449" y="15113"/>
                  </a:lnTo>
                  <a:lnTo>
                    <a:pt x="3449" y="15040"/>
                  </a:lnTo>
                  <a:lnTo>
                    <a:pt x="3449" y="14857"/>
                  </a:lnTo>
                  <a:lnTo>
                    <a:pt x="3522" y="14673"/>
                  </a:lnTo>
                  <a:lnTo>
                    <a:pt x="3632" y="14563"/>
                  </a:lnTo>
                  <a:lnTo>
                    <a:pt x="3705" y="14490"/>
                  </a:lnTo>
                  <a:lnTo>
                    <a:pt x="3926" y="14490"/>
                  </a:lnTo>
                  <a:lnTo>
                    <a:pt x="3962" y="14526"/>
                  </a:lnTo>
                  <a:lnTo>
                    <a:pt x="3999" y="14526"/>
                  </a:lnTo>
                  <a:lnTo>
                    <a:pt x="4036" y="14490"/>
                  </a:lnTo>
                  <a:lnTo>
                    <a:pt x="4146" y="14453"/>
                  </a:lnTo>
                  <a:close/>
                  <a:moveTo>
                    <a:pt x="5503" y="16067"/>
                  </a:moveTo>
                  <a:lnTo>
                    <a:pt x="5723" y="16140"/>
                  </a:lnTo>
                  <a:lnTo>
                    <a:pt x="5503" y="16287"/>
                  </a:lnTo>
                  <a:lnTo>
                    <a:pt x="5246" y="16434"/>
                  </a:lnTo>
                  <a:lnTo>
                    <a:pt x="5026" y="16617"/>
                  </a:lnTo>
                  <a:lnTo>
                    <a:pt x="4843" y="16837"/>
                  </a:lnTo>
                  <a:lnTo>
                    <a:pt x="4659" y="16764"/>
                  </a:lnTo>
                  <a:lnTo>
                    <a:pt x="4733" y="16691"/>
                  </a:lnTo>
                  <a:lnTo>
                    <a:pt x="5503" y="16067"/>
                  </a:lnTo>
                  <a:close/>
                  <a:moveTo>
                    <a:pt x="5980" y="16214"/>
                  </a:moveTo>
                  <a:lnTo>
                    <a:pt x="6200" y="16287"/>
                  </a:lnTo>
                  <a:lnTo>
                    <a:pt x="6200" y="16324"/>
                  </a:lnTo>
                  <a:lnTo>
                    <a:pt x="5943" y="16434"/>
                  </a:lnTo>
                  <a:lnTo>
                    <a:pt x="5723" y="16581"/>
                  </a:lnTo>
                  <a:lnTo>
                    <a:pt x="5540" y="16727"/>
                  </a:lnTo>
                  <a:lnTo>
                    <a:pt x="5393" y="16947"/>
                  </a:lnTo>
                  <a:lnTo>
                    <a:pt x="5246" y="16911"/>
                  </a:lnTo>
                  <a:lnTo>
                    <a:pt x="5613" y="16544"/>
                  </a:lnTo>
                  <a:lnTo>
                    <a:pt x="5980" y="16214"/>
                  </a:lnTo>
                  <a:close/>
                  <a:moveTo>
                    <a:pt x="6383" y="16360"/>
                  </a:moveTo>
                  <a:lnTo>
                    <a:pt x="6897" y="16544"/>
                  </a:lnTo>
                  <a:lnTo>
                    <a:pt x="6420" y="16801"/>
                  </a:lnTo>
                  <a:lnTo>
                    <a:pt x="6200" y="16947"/>
                  </a:lnTo>
                  <a:lnTo>
                    <a:pt x="5980" y="17131"/>
                  </a:lnTo>
                  <a:lnTo>
                    <a:pt x="5796" y="17057"/>
                  </a:lnTo>
                  <a:lnTo>
                    <a:pt x="5833" y="16984"/>
                  </a:lnTo>
                  <a:lnTo>
                    <a:pt x="5833" y="16911"/>
                  </a:lnTo>
                  <a:lnTo>
                    <a:pt x="5833" y="16874"/>
                  </a:lnTo>
                  <a:lnTo>
                    <a:pt x="6090" y="16617"/>
                  </a:lnTo>
                  <a:lnTo>
                    <a:pt x="6383" y="16397"/>
                  </a:lnTo>
                  <a:lnTo>
                    <a:pt x="6383" y="16360"/>
                  </a:lnTo>
                  <a:close/>
                  <a:moveTo>
                    <a:pt x="7080" y="16581"/>
                  </a:moveTo>
                  <a:lnTo>
                    <a:pt x="7410" y="16691"/>
                  </a:lnTo>
                  <a:lnTo>
                    <a:pt x="7154" y="16911"/>
                  </a:lnTo>
                  <a:lnTo>
                    <a:pt x="6787" y="17314"/>
                  </a:lnTo>
                  <a:lnTo>
                    <a:pt x="6457" y="17241"/>
                  </a:lnTo>
                  <a:lnTo>
                    <a:pt x="6493" y="17167"/>
                  </a:lnTo>
                  <a:lnTo>
                    <a:pt x="6457" y="17131"/>
                  </a:lnTo>
                  <a:lnTo>
                    <a:pt x="6750" y="16837"/>
                  </a:lnTo>
                  <a:lnTo>
                    <a:pt x="7080" y="16581"/>
                  </a:lnTo>
                  <a:close/>
                  <a:moveTo>
                    <a:pt x="8034" y="2678"/>
                  </a:moveTo>
                  <a:lnTo>
                    <a:pt x="7704" y="2715"/>
                  </a:lnTo>
                  <a:lnTo>
                    <a:pt x="7374" y="2752"/>
                  </a:lnTo>
                  <a:lnTo>
                    <a:pt x="7044" y="2825"/>
                  </a:lnTo>
                  <a:lnTo>
                    <a:pt x="6750" y="2898"/>
                  </a:lnTo>
                  <a:lnTo>
                    <a:pt x="6420" y="3008"/>
                  </a:lnTo>
                  <a:lnTo>
                    <a:pt x="6126" y="3155"/>
                  </a:lnTo>
                  <a:lnTo>
                    <a:pt x="5833" y="3302"/>
                  </a:lnTo>
                  <a:lnTo>
                    <a:pt x="5576" y="3522"/>
                  </a:lnTo>
                  <a:lnTo>
                    <a:pt x="5026" y="3962"/>
                  </a:lnTo>
                  <a:lnTo>
                    <a:pt x="4806" y="4219"/>
                  </a:lnTo>
                  <a:lnTo>
                    <a:pt x="4586" y="4512"/>
                  </a:lnTo>
                  <a:lnTo>
                    <a:pt x="4366" y="4769"/>
                  </a:lnTo>
                  <a:lnTo>
                    <a:pt x="4182" y="5099"/>
                  </a:lnTo>
                  <a:lnTo>
                    <a:pt x="3999" y="5393"/>
                  </a:lnTo>
                  <a:lnTo>
                    <a:pt x="3852" y="5723"/>
                  </a:lnTo>
                  <a:lnTo>
                    <a:pt x="3742" y="6163"/>
                  </a:lnTo>
                  <a:lnTo>
                    <a:pt x="3669" y="6603"/>
                  </a:lnTo>
                  <a:lnTo>
                    <a:pt x="3632" y="7043"/>
                  </a:lnTo>
                  <a:lnTo>
                    <a:pt x="3632" y="7520"/>
                  </a:lnTo>
                  <a:lnTo>
                    <a:pt x="3705" y="7960"/>
                  </a:lnTo>
                  <a:lnTo>
                    <a:pt x="3779" y="8437"/>
                  </a:lnTo>
                  <a:lnTo>
                    <a:pt x="3962" y="9318"/>
                  </a:lnTo>
                  <a:lnTo>
                    <a:pt x="4109" y="10308"/>
                  </a:lnTo>
                  <a:lnTo>
                    <a:pt x="4182" y="10785"/>
                  </a:lnTo>
                  <a:lnTo>
                    <a:pt x="4219" y="11262"/>
                  </a:lnTo>
                  <a:lnTo>
                    <a:pt x="4182" y="11739"/>
                  </a:lnTo>
                  <a:lnTo>
                    <a:pt x="4109" y="12215"/>
                  </a:lnTo>
                  <a:lnTo>
                    <a:pt x="3999" y="12619"/>
                  </a:lnTo>
                  <a:lnTo>
                    <a:pt x="3816" y="13059"/>
                  </a:lnTo>
                  <a:lnTo>
                    <a:pt x="3595" y="13132"/>
                  </a:lnTo>
                  <a:lnTo>
                    <a:pt x="3449" y="13279"/>
                  </a:lnTo>
                  <a:lnTo>
                    <a:pt x="3302" y="13426"/>
                  </a:lnTo>
                  <a:lnTo>
                    <a:pt x="3229" y="13646"/>
                  </a:lnTo>
                  <a:lnTo>
                    <a:pt x="3229" y="13829"/>
                  </a:lnTo>
                  <a:lnTo>
                    <a:pt x="3265" y="13976"/>
                  </a:lnTo>
                  <a:lnTo>
                    <a:pt x="3339" y="14160"/>
                  </a:lnTo>
                  <a:lnTo>
                    <a:pt x="3412" y="14270"/>
                  </a:lnTo>
                  <a:lnTo>
                    <a:pt x="3339" y="14343"/>
                  </a:lnTo>
                  <a:lnTo>
                    <a:pt x="3265" y="14416"/>
                  </a:lnTo>
                  <a:lnTo>
                    <a:pt x="3192" y="14526"/>
                  </a:lnTo>
                  <a:lnTo>
                    <a:pt x="3119" y="14673"/>
                  </a:lnTo>
                  <a:lnTo>
                    <a:pt x="3082" y="14857"/>
                  </a:lnTo>
                  <a:lnTo>
                    <a:pt x="3045" y="15040"/>
                  </a:lnTo>
                  <a:lnTo>
                    <a:pt x="3045" y="15187"/>
                  </a:lnTo>
                  <a:lnTo>
                    <a:pt x="3082" y="15370"/>
                  </a:lnTo>
                  <a:lnTo>
                    <a:pt x="3192" y="15480"/>
                  </a:lnTo>
                  <a:lnTo>
                    <a:pt x="3302" y="15590"/>
                  </a:lnTo>
                  <a:lnTo>
                    <a:pt x="3412" y="15627"/>
                  </a:lnTo>
                  <a:lnTo>
                    <a:pt x="3485" y="15590"/>
                  </a:lnTo>
                  <a:lnTo>
                    <a:pt x="3522" y="15553"/>
                  </a:lnTo>
                  <a:lnTo>
                    <a:pt x="3559" y="15553"/>
                  </a:lnTo>
                  <a:lnTo>
                    <a:pt x="4072" y="15700"/>
                  </a:lnTo>
                  <a:lnTo>
                    <a:pt x="3999" y="15810"/>
                  </a:lnTo>
                  <a:lnTo>
                    <a:pt x="3926" y="15957"/>
                  </a:lnTo>
                  <a:lnTo>
                    <a:pt x="3926" y="16140"/>
                  </a:lnTo>
                  <a:lnTo>
                    <a:pt x="3926" y="16324"/>
                  </a:lnTo>
                  <a:lnTo>
                    <a:pt x="3999" y="16507"/>
                  </a:lnTo>
                  <a:lnTo>
                    <a:pt x="4072" y="16654"/>
                  </a:lnTo>
                  <a:lnTo>
                    <a:pt x="4146" y="16801"/>
                  </a:lnTo>
                  <a:lnTo>
                    <a:pt x="4292" y="16874"/>
                  </a:lnTo>
                  <a:lnTo>
                    <a:pt x="4256" y="16947"/>
                  </a:lnTo>
                  <a:lnTo>
                    <a:pt x="4292" y="17021"/>
                  </a:lnTo>
                  <a:lnTo>
                    <a:pt x="4329" y="17057"/>
                  </a:lnTo>
                  <a:lnTo>
                    <a:pt x="4402" y="17094"/>
                  </a:lnTo>
                  <a:lnTo>
                    <a:pt x="4586" y="17167"/>
                  </a:lnTo>
                  <a:lnTo>
                    <a:pt x="4806" y="17277"/>
                  </a:lnTo>
                  <a:lnTo>
                    <a:pt x="5283" y="17388"/>
                  </a:lnTo>
                  <a:lnTo>
                    <a:pt x="5393" y="17424"/>
                  </a:lnTo>
                  <a:lnTo>
                    <a:pt x="5576" y="17461"/>
                  </a:lnTo>
                  <a:lnTo>
                    <a:pt x="6310" y="17681"/>
                  </a:lnTo>
                  <a:lnTo>
                    <a:pt x="6677" y="17754"/>
                  </a:lnTo>
                  <a:lnTo>
                    <a:pt x="6860" y="17791"/>
                  </a:lnTo>
                  <a:lnTo>
                    <a:pt x="7044" y="17754"/>
                  </a:lnTo>
                  <a:lnTo>
                    <a:pt x="7117" y="17718"/>
                  </a:lnTo>
                  <a:lnTo>
                    <a:pt x="7154" y="17681"/>
                  </a:lnTo>
                  <a:lnTo>
                    <a:pt x="7154" y="17608"/>
                  </a:lnTo>
                  <a:lnTo>
                    <a:pt x="7117" y="17534"/>
                  </a:lnTo>
                  <a:lnTo>
                    <a:pt x="7447" y="17204"/>
                  </a:lnTo>
                  <a:lnTo>
                    <a:pt x="7594" y="17021"/>
                  </a:lnTo>
                  <a:lnTo>
                    <a:pt x="7740" y="16837"/>
                  </a:lnTo>
                  <a:lnTo>
                    <a:pt x="8327" y="17021"/>
                  </a:lnTo>
                  <a:lnTo>
                    <a:pt x="8437" y="17021"/>
                  </a:lnTo>
                  <a:lnTo>
                    <a:pt x="8547" y="16984"/>
                  </a:lnTo>
                  <a:lnTo>
                    <a:pt x="8731" y="16911"/>
                  </a:lnTo>
                  <a:lnTo>
                    <a:pt x="8914" y="16764"/>
                  </a:lnTo>
                  <a:lnTo>
                    <a:pt x="9098" y="16581"/>
                  </a:lnTo>
                  <a:lnTo>
                    <a:pt x="9208" y="16360"/>
                  </a:lnTo>
                  <a:lnTo>
                    <a:pt x="9281" y="16140"/>
                  </a:lnTo>
                  <a:lnTo>
                    <a:pt x="9318" y="15884"/>
                  </a:lnTo>
                  <a:lnTo>
                    <a:pt x="9281" y="15700"/>
                  </a:lnTo>
                  <a:lnTo>
                    <a:pt x="9208" y="15590"/>
                  </a:lnTo>
                  <a:lnTo>
                    <a:pt x="9171" y="15517"/>
                  </a:lnTo>
                  <a:lnTo>
                    <a:pt x="9244" y="15407"/>
                  </a:lnTo>
                  <a:lnTo>
                    <a:pt x="9354" y="15260"/>
                  </a:lnTo>
                  <a:lnTo>
                    <a:pt x="9391" y="15113"/>
                  </a:lnTo>
                  <a:lnTo>
                    <a:pt x="9428" y="15003"/>
                  </a:lnTo>
                  <a:lnTo>
                    <a:pt x="9501" y="14930"/>
                  </a:lnTo>
                  <a:lnTo>
                    <a:pt x="9575" y="14857"/>
                  </a:lnTo>
                  <a:lnTo>
                    <a:pt x="9575" y="14783"/>
                  </a:lnTo>
                  <a:lnTo>
                    <a:pt x="9538" y="14673"/>
                  </a:lnTo>
                  <a:lnTo>
                    <a:pt x="9391" y="14526"/>
                  </a:lnTo>
                  <a:lnTo>
                    <a:pt x="9244" y="14380"/>
                  </a:lnTo>
                  <a:lnTo>
                    <a:pt x="9244" y="14050"/>
                  </a:lnTo>
                  <a:lnTo>
                    <a:pt x="9318" y="13683"/>
                  </a:lnTo>
                  <a:lnTo>
                    <a:pt x="9428" y="13353"/>
                  </a:lnTo>
                  <a:lnTo>
                    <a:pt x="9538" y="13059"/>
                  </a:lnTo>
                  <a:lnTo>
                    <a:pt x="9721" y="12766"/>
                  </a:lnTo>
                  <a:lnTo>
                    <a:pt x="9905" y="12472"/>
                  </a:lnTo>
                  <a:lnTo>
                    <a:pt x="10308" y="11885"/>
                  </a:lnTo>
                  <a:lnTo>
                    <a:pt x="10785" y="11335"/>
                  </a:lnTo>
                  <a:lnTo>
                    <a:pt x="11299" y="10822"/>
                  </a:lnTo>
                  <a:lnTo>
                    <a:pt x="11775" y="10308"/>
                  </a:lnTo>
                  <a:lnTo>
                    <a:pt x="12179" y="9758"/>
                  </a:lnTo>
                  <a:lnTo>
                    <a:pt x="12362" y="9501"/>
                  </a:lnTo>
                  <a:lnTo>
                    <a:pt x="12546" y="9208"/>
                  </a:lnTo>
                  <a:lnTo>
                    <a:pt x="12656" y="8951"/>
                  </a:lnTo>
                  <a:lnTo>
                    <a:pt x="12803" y="8657"/>
                  </a:lnTo>
                  <a:lnTo>
                    <a:pt x="12876" y="8364"/>
                  </a:lnTo>
                  <a:lnTo>
                    <a:pt x="12949" y="8034"/>
                  </a:lnTo>
                  <a:lnTo>
                    <a:pt x="12986" y="7740"/>
                  </a:lnTo>
                  <a:lnTo>
                    <a:pt x="13023" y="7447"/>
                  </a:lnTo>
                  <a:lnTo>
                    <a:pt x="13023" y="6823"/>
                  </a:lnTo>
                  <a:lnTo>
                    <a:pt x="12913" y="6236"/>
                  </a:lnTo>
                  <a:lnTo>
                    <a:pt x="12729" y="5613"/>
                  </a:lnTo>
                  <a:lnTo>
                    <a:pt x="12436" y="5026"/>
                  </a:lnTo>
                  <a:lnTo>
                    <a:pt x="12252" y="4769"/>
                  </a:lnTo>
                  <a:lnTo>
                    <a:pt x="12069" y="4476"/>
                  </a:lnTo>
                  <a:lnTo>
                    <a:pt x="11849" y="4256"/>
                  </a:lnTo>
                  <a:lnTo>
                    <a:pt x="11629" y="3999"/>
                  </a:lnTo>
                  <a:lnTo>
                    <a:pt x="11372" y="3815"/>
                  </a:lnTo>
                  <a:lnTo>
                    <a:pt x="11115" y="3595"/>
                  </a:lnTo>
                  <a:lnTo>
                    <a:pt x="10565" y="3265"/>
                  </a:lnTo>
                  <a:lnTo>
                    <a:pt x="9978" y="3008"/>
                  </a:lnTo>
                  <a:lnTo>
                    <a:pt x="9354" y="2825"/>
                  </a:lnTo>
                  <a:lnTo>
                    <a:pt x="8694" y="2715"/>
                  </a:lnTo>
                  <a:lnTo>
                    <a:pt x="8034" y="2678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8" name="Google Shape;296;p5">
              <a:extLst>
                <a:ext uri="{FF2B5EF4-FFF2-40B4-BE49-F238E27FC236}">
                  <a16:creationId xmlns:a16="http://schemas.microsoft.com/office/drawing/2014/main" id="{1C86731F-88FC-4FAC-9AA0-3C719DA9FE08}"/>
                </a:ext>
              </a:extLst>
            </p:cNvPr>
            <p:cNvSpPr/>
            <p:nvPr/>
          </p:nvSpPr>
          <p:spPr>
            <a:xfrm>
              <a:off x="6244725" y="2547975"/>
              <a:ext cx="185275" cy="404450"/>
            </a:xfrm>
            <a:custGeom>
              <a:avLst/>
              <a:gdLst/>
              <a:ahLst/>
              <a:cxnLst/>
              <a:rect l="l" t="t" r="r" b="b"/>
              <a:pathLst>
                <a:path w="7411" h="16178" extrusionOk="0">
                  <a:moveTo>
                    <a:pt x="3339" y="147"/>
                  </a:moveTo>
                  <a:lnTo>
                    <a:pt x="3229" y="441"/>
                  </a:lnTo>
                  <a:lnTo>
                    <a:pt x="3155" y="734"/>
                  </a:lnTo>
                  <a:lnTo>
                    <a:pt x="3119" y="1358"/>
                  </a:lnTo>
                  <a:lnTo>
                    <a:pt x="3082" y="2972"/>
                  </a:lnTo>
                  <a:lnTo>
                    <a:pt x="3119" y="4476"/>
                  </a:lnTo>
                  <a:lnTo>
                    <a:pt x="3119" y="5283"/>
                  </a:lnTo>
                  <a:lnTo>
                    <a:pt x="3119" y="5576"/>
                  </a:lnTo>
                  <a:lnTo>
                    <a:pt x="3155" y="5723"/>
                  </a:lnTo>
                  <a:lnTo>
                    <a:pt x="3229" y="5870"/>
                  </a:lnTo>
                  <a:lnTo>
                    <a:pt x="3265" y="5906"/>
                  </a:lnTo>
                  <a:lnTo>
                    <a:pt x="3339" y="5943"/>
                  </a:lnTo>
                  <a:lnTo>
                    <a:pt x="3375" y="5943"/>
                  </a:lnTo>
                  <a:lnTo>
                    <a:pt x="3449" y="5870"/>
                  </a:lnTo>
                  <a:lnTo>
                    <a:pt x="3486" y="5760"/>
                  </a:lnTo>
                  <a:lnTo>
                    <a:pt x="3522" y="5649"/>
                  </a:lnTo>
                  <a:lnTo>
                    <a:pt x="3522" y="5393"/>
                  </a:lnTo>
                  <a:lnTo>
                    <a:pt x="3522" y="4586"/>
                  </a:lnTo>
                  <a:lnTo>
                    <a:pt x="3486" y="2972"/>
                  </a:lnTo>
                  <a:lnTo>
                    <a:pt x="3522" y="1504"/>
                  </a:lnTo>
                  <a:lnTo>
                    <a:pt x="3522" y="808"/>
                  </a:lnTo>
                  <a:lnTo>
                    <a:pt x="3486" y="477"/>
                  </a:lnTo>
                  <a:lnTo>
                    <a:pt x="3412" y="294"/>
                  </a:lnTo>
                  <a:lnTo>
                    <a:pt x="3375" y="147"/>
                  </a:lnTo>
                  <a:close/>
                  <a:moveTo>
                    <a:pt x="1725" y="1"/>
                  </a:moveTo>
                  <a:lnTo>
                    <a:pt x="1688" y="37"/>
                  </a:lnTo>
                  <a:lnTo>
                    <a:pt x="1615" y="147"/>
                  </a:lnTo>
                  <a:lnTo>
                    <a:pt x="1578" y="294"/>
                  </a:lnTo>
                  <a:lnTo>
                    <a:pt x="1541" y="624"/>
                  </a:lnTo>
                  <a:lnTo>
                    <a:pt x="1578" y="1284"/>
                  </a:lnTo>
                  <a:lnTo>
                    <a:pt x="1615" y="2898"/>
                  </a:lnTo>
                  <a:lnTo>
                    <a:pt x="1725" y="6236"/>
                  </a:lnTo>
                  <a:lnTo>
                    <a:pt x="1761" y="6346"/>
                  </a:lnTo>
                  <a:lnTo>
                    <a:pt x="1798" y="6383"/>
                  </a:lnTo>
                  <a:lnTo>
                    <a:pt x="1872" y="6420"/>
                  </a:lnTo>
                  <a:lnTo>
                    <a:pt x="1945" y="6456"/>
                  </a:lnTo>
                  <a:lnTo>
                    <a:pt x="2018" y="6420"/>
                  </a:lnTo>
                  <a:lnTo>
                    <a:pt x="2092" y="6383"/>
                  </a:lnTo>
                  <a:lnTo>
                    <a:pt x="2165" y="6346"/>
                  </a:lnTo>
                  <a:lnTo>
                    <a:pt x="2165" y="6236"/>
                  </a:lnTo>
                  <a:lnTo>
                    <a:pt x="2165" y="5980"/>
                  </a:lnTo>
                  <a:lnTo>
                    <a:pt x="2165" y="5943"/>
                  </a:lnTo>
                  <a:lnTo>
                    <a:pt x="2055" y="3008"/>
                  </a:lnTo>
                  <a:lnTo>
                    <a:pt x="1982" y="1394"/>
                  </a:lnTo>
                  <a:lnTo>
                    <a:pt x="1945" y="587"/>
                  </a:lnTo>
                  <a:lnTo>
                    <a:pt x="1908" y="294"/>
                  </a:lnTo>
                  <a:lnTo>
                    <a:pt x="1872" y="147"/>
                  </a:lnTo>
                  <a:lnTo>
                    <a:pt x="1761" y="37"/>
                  </a:lnTo>
                  <a:lnTo>
                    <a:pt x="1725" y="1"/>
                  </a:lnTo>
                  <a:close/>
                  <a:moveTo>
                    <a:pt x="4953" y="184"/>
                  </a:moveTo>
                  <a:lnTo>
                    <a:pt x="4879" y="221"/>
                  </a:lnTo>
                  <a:lnTo>
                    <a:pt x="4843" y="257"/>
                  </a:lnTo>
                  <a:lnTo>
                    <a:pt x="4843" y="331"/>
                  </a:lnTo>
                  <a:lnTo>
                    <a:pt x="4769" y="1101"/>
                  </a:lnTo>
                  <a:lnTo>
                    <a:pt x="4733" y="1908"/>
                  </a:lnTo>
                  <a:lnTo>
                    <a:pt x="4733" y="3522"/>
                  </a:lnTo>
                  <a:lnTo>
                    <a:pt x="4733" y="5136"/>
                  </a:lnTo>
                  <a:lnTo>
                    <a:pt x="4696" y="5870"/>
                  </a:lnTo>
                  <a:lnTo>
                    <a:pt x="4696" y="6273"/>
                  </a:lnTo>
                  <a:lnTo>
                    <a:pt x="4769" y="6640"/>
                  </a:lnTo>
                  <a:lnTo>
                    <a:pt x="4806" y="6713"/>
                  </a:lnTo>
                  <a:lnTo>
                    <a:pt x="4916" y="6750"/>
                  </a:lnTo>
                  <a:lnTo>
                    <a:pt x="5026" y="6713"/>
                  </a:lnTo>
                  <a:lnTo>
                    <a:pt x="5100" y="6640"/>
                  </a:lnTo>
                  <a:lnTo>
                    <a:pt x="5173" y="6273"/>
                  </a:lnTo>
                  <a:lnTo>
                    <a:pt x="5173" y="5870"/>
                  </a:lnTo>
                  <a:lnTo>
                    <a:pt x="5136" y="5136"/>
                  </a:lnTo>
                  <a:lnTo>
                    <a:pt x="5136" y="3522"/>
                  </a:lnTo>
                  <a:lnTo>
                    <a:pt x="5173" y="1908"/>
                  </a:lnTo>
                  <a:lnTo>
                    <a:pt x="5136" y="1138"/>
                  </a:lnTo>
                  <a:lnTo>
                    <a:pt x="5100" y="331"/>
                  </a:lnTo>
                  <a:lnTo>
                    <a:pt x="5100" y="257"/>
                  </a:lnTo>
                  <a:lnTo>
                    <a:pt x="5063" y="221"/>
                  </a:lnTo>
                  <a:lnTo>
                    <a:pt x="4953" y="184"/>
                  </a:lnTo>
                  <a:close/>
                  <a:moveTo>
                    <a:pt x="6273" y="2678"/>
                  </a:moveTo>
                  <a:lnTo>
                    <a:pt x="6273" y="2715"/>
                  </a:lnTo>
                  <a:lnTo>
                    <a:pt x="6200" y="3008"/>
                  </a:lnTo>
                  <a:lnTo>
                    <a:pt x="6163" y="3302"/>
                  </a:lnTo>
                  <a:lnTo>
                    <a:pt x="6127" y="3925"/>
                  </a:lnTo>
                  <a:lnTo>
                    <a:pt x="6127" y="5173"/>
                  </a:lnTo>
                  <a:lnTo>
                    <a:pt x="6090" y="7667"/>
                  </a:lnTo>
                  <a:lnTo>
                    <a:pt x="6090" y="7887"/>
                  </a:lnTo>
                  <a:lnTo>
                    <a:pt x="6127" y="7960"/>
                  </a:lnTo>
                  <a:lnTo>
                    <a:pt x="6163" y="8034"/>
                  </a:lnTo>
                  <a:lnTo>
                    <a:pt x="6237" y="8070"/>
                  </a:lnTo>
                  <a:lnTo>
                    <a:pt x="6383" y="8070"/>
                  </a:lnTo>
                  <a:lnTo>
                    <a:pt x="6457" y="8034"/>
                  </a:lnTo>
                  <a:lnTo>
                    <a:pt x="6493" y="7960"/>
                  </a:lnTo>
                  <a:lnTo>
                    <a:pt x="6530" y="7887"/>
                  </a:lnTo>
                  <a:lnTo>
                    <a:pt x="6530" y="5283"/>
                  </a:lnTo>
                  <a:lnTo>
                    <a:pt x="6530" y="3962"/>
                  </a:lnTo>
                  <a:lnTo>
                    <a:pt x="6493" y="3339"/>
                  </a:lnTo>
                  <a:lnTo>
                    <a:pt x="6457" y="3008"/>
                  </a:lnTo>
                  <a:lnTo>
                    <a:pt x="6383" y="2715"/>
                  </a:lnTo>
                  <a:lnTo>
                    <a:pt x="6347" y="2678"/>
                  </a:lnTo>
                  <a:close/>
                  <a:moveTo>
                    <a:pt x="3265" y="7887"/>
                  </a:moveTo>
                  <a:lnTo>
                    <a:pt x="3082" y="8107"/>
                  </a:lnTo>
                  <a:lnTo>
                    <a:pt x="2862" y="8291"/>
                  </a:lnTo>
                  <a:lnTo>
                    <a:pt x="2679" y="8401"/>
                  </a:lnTo>
                  <a:lnTo>
                    <a:pt x="2458" y="8474"/>
                  </a:lnTo>
                  <a:lnTo>
                    <a:pt x="2458" y="8474"/>
                  </a:lnTo>
                  <a:lnTo>
                    <a:pt x="2605" y="8291"/>
                  </a:lnTo>
                  <a:lnTo>
                    <a:pt x="2752" y="8144"/>
                  </a:lnTo>
                  <a:lnTo>
                    <a:pt x="2972" y="7997"/>
                  </a:lnTo>
                  <a:lnTo>
                    <a:pt x="3192" y="7924"/>
                  </a:lnTo>
                  <a:lnTo>
                    <a:pt x="3265" y="7887"/>
                  </a:lnTo>
                  <a:close/>
                  <a:moveTo>
                    <a:pt x="4806" y="9501"/>
                  </a:moveTo>
                  <a:lnTo>
                    <a:pt x="4513" y="9538"/>
                  </a:lnTo>
                  <a:lnTo>
                    <a:pt x="4329" y="9574"/>
                  </a:lnTo>
                  <a:lnTo>
                    <a:pt x="4072" y="9574"/>
                  </a:lnTo>
                  <a:lnTo>
                    <a:pt x="4072" y="9611"/>
                  </a:lnTo>
                  <a:lnTo>
                    <a:pt x="4072" y="9684"/>
                  </a:lnTo>
                  <a:lnTo>
                    <a:pt x="4109" y="9758"/>
                  </a:lnTo>
                  <a:lnTo>
                    <a:pt x="4146" y="9831"/>
                  </a:lnTo>
                  <a:lnTo>
                    <a:pt x="4219" y="9868"/>
                  </a:lnTo>
                  <a:lnTo>
                    <a:pt x="4293" y="9905"/>
                  </a:lnTo>
                  <a:lnTo>
                    <a:pt x="4476" y="9941"/>
                  </a:lnTo>
                  <a:lnTo>
                    <a:pt x="4659" y="9905"/>
                  </a:lnTo>
                  <a:lnTo>
                    <a:pt x="4806" y="9941"/>
                  </a:lnTo>
                  <a:lnTo>
                    <a:pt x="4953" y="9978"/>
                  </a:lnTo>
                  <a:lnTo>
                    <a:pt x="5100" y="10015"/>
                  </a:lnTo>
                  <a:lnTo>
                    <a:pt x="5246" y="10125"/>
                  </a:lnTo>
                  <a:lnTo>
                    <a:pt x="5320" y="10235"/>
                  </a:lnTo>
                  <a:lnTo>
                    <a:pt x="5430" y="10381"/>
                  </a:lnTo>
                  <a:lnTo>
                    <a:pt x="5466" y="10528"/>
                  </a:lnTo>
                  <a:lnTo>
                    <a:pt x="5503" y="10675"/>
                  </a:lnTo>
                  <a:lnTo>
                    <a:pt x="5540" y="10748"/>
                  </a:lnTo>
                  <a:lnTo>
                    <a:pt x="5613" y="10822"/>
                  </a:lnTo>
                  <a:lnTo>
                    <a:pt x="5833" y="10822"/>
                  </a:lnTo>
                  <a:lnTo>
                    <a:pt x="5907" y="10748"/>
                  </a:lnTo>
                  <a:lnTo>
                    <a:pt x="5943" y="10711"/>
                  </a:lnTo>
                  <a:lnTo>
                    <a:pt x="5980" y="10601"/>
                  </a:lnTo>
                  <a:lnTo>
                    <a:pt x="5907" y="10308"/>
                  </a:lnTo>
                  <a:lnTo>
                    <a:pt x="5760" y="10051"/>
                  </a:lnTo>
                  <a:lnTo>
                    <a:pt x="5576" y="9831"/>
                  </a:lnTo>
                  <a:lnTo>
                    <a:pt x="5356" y="9648"/>
                  </a:lnTo>
                  <a:lnTo>
                    <a:pt x="5100" y="9538"/>
                  </a:lnTo>
                  <a:lnTo>
                    <a:pt x="4806" y="9501"/>
                  </a:lnTo>
                  <a:close/>
                  <a:moveTo>
                    <a:pt x="4879" y="8547"/>
                  </a:moveTo>
                  <a:lnTo>
                    <a:pt x="5136" y="8621"/>
                  </a:lnTo>
                  <a:lnTo>
                    <a:pt x="5393" y="8731"/>
                  </a:lnTo>
                  <a:lnTo>
                    <a:pt x="5650" y="8877"/>
                  </a:lnTo>
                  <a:lnTo>
                    <a:pt x="5907" y="9061"/>
                  </a:lnTo>
                  <a:lnTo>
                    <a:pt x="6090" y="9244"/>
                  </a:lnTo>
                  <a:lnTo>
                    <a:pt x="6310" y="9464"/>
                  </a:lnTo>
                  <a:lnTo>
                    <a:pt x="6457" y="9684"/>
                  </a:lnTo>
                  <a:lnTo>
                    <a:pt x="6603" y="9941"/>
                  </a:lnTo>
                  <a:lnTo>
                    <a:pt x="6714" y="10198"/>
                  </a:lnTo>
                  <a:lnTo>
                    <a:pt x="6787" y="10491"/>
                  </a:lnTo>
                  <a:lnTo>
                    <a:pt x="6860" y="10748"/>
                  </a:lnTo>
                  <a:lnTo>
                    <a:pt x="6934" y="11078"/>
                  </a:lnTo>
                  <a:lnTo>
                    <a:pt x="6934" y="11372"/>
                  </a:lnTo>
                  <a:lnTo>
                    <a:pt x="6934" y="11665"/>
                  </a:lnTo>
                  <a:lnTo>
                    <a:pt x="6934" y="11995"/>
                  </a:lnTo>
                  <a:lnTo>
                    <a:pt x="6824" y="12619"/>
                  </a:lnTo>
                  <a:lnTo>
                    <a:pt x="6677" y="13206"/>
                  </a:lnTo>
                  <a:lnTo>
                    <a:pt x="6530" y="13499"/>
                  </a:lnTo>
                  <a:lnTo>
                    <a:pt x="6383" y="13793"/>
                  </a:lnTo>
                  <a:lnTo>
                    <a:pt x="6310" y="13939"/>
                  </a:lnTo>
                  <a:lnTo>
                    <a:pt x="6163" y="14050"/>
                  </a:lnTo>
                  <a:lnTo>
                    <a:pt x="5907" y="14270"/>
                  </a:lnTo>
                  <a:lnTo>
                    <a:pt x="5540" y="14526"/>
                  </a:lnTo>
                  <a:lnTo>
                    <a:pt x="5173" y="14857"/>
                  </a:lnTo>
                  <a:lnTo>
                    <a:pt x="5026" y="14967"/>
                  </a:lnTo>
                  <a:lnTo>
                    <a:pt x="4659" y="15187"/>
                  </a:lnTo>
                  <a:lnTo>
                    <a:pt x="4659" y="15187"/>
                  </a:lnTo>
                  <a:lnTo>
                    <a:pt x="4806" y="14857"/>
                  </a:lnTo>
                  <a:lnTo>
                    <a:pt x="4916" y="14636"/>
                  </a:lnTo>
                  <a:lnTo>
                    <a:pt x="4953" y="14490"/>
                  </a:lnTo>
                  <a:lnTo>
                    <a:pt x="4989" y="14380"/>
                  </a:lnTo>
                  <a:lnTo>
                    <a:pt x="4953" y="14270"/>
                  </a:lnTo>
                  <a:lnTo>
                    <a:pt x="4916" y="14160"/>
                  </a:lnTo>
                  <a:lnTo>
                    <a:pt x="4843" y="14123"/>
                  </a:lnTo>
                  <a:lnTo>
                    <a:pt x="4659" y="14123"/>
                  </a:lnTo>
                  <a:lnTo>
                    <a:pt x="4586" y="14160"/>
                  </a:lnTo>
                  <a:lnTo>
                    <a:pt x="4549" y="14233"/>
                  </a:lnTo>
                  <a:lnTo>
                    <a:pt x="4513" y="14343"/>
                  </a:lnTo>
                  <a:lnTo>
                    <a:pt x="4549" y="14453"/>
                  </a:lnTo>
                  <a:lnTo>
                    <a:pt x="4513" y="14526"/>
                  </a:lnTo>
                  <a:lnTo>
                    <a:pt x="4439" y="14783"/>
                  </a:lnTo>
                  <a:lnTo>
                    <a:pt x="4366" y="15003"/>
                  </a:lnTo>
                  <a:lnTo>
                    <a:pt x="4329" y="15260"/>
                  </a:lnTo>
                  <a:lnTo>
                    <a:pt x="4366" y="15333"/>
                  </a:lnTo>
                  <a:lnTo>
                    <a:pt x="4293" y="15370"/>
                  </a:lnTo>
                  <a:lnTo>
                    <a:pt x="3999" y="15480"/>
                  </a:lnTo>
                  <a:lnTo>
                    <a:pt x="3632" y="15590"/>
                  </a:lnTo>
                  <a:lnTo>
                    <a:pt x="3816" y="15333"/>
                  </a:lnTo>
                  <a:lnTo>
                    <a:pt x="4109" y="14746"/>
                  </a:lnTo>
                  <a:lnTo>
                    <a:pt x="4109" y="14673"/>
                  </a:lnTo>
                  <a:lnTo>
                    <a:pt x="4109" y="14600"/>
                  </a:lnTo>
                  <a:lnTo>
                    <a:pt x="4072" y="14526"/>
                  </a:lnTo>
                  <a:lnTo>
                    <a:pt x="4036" y="14490"/>
                  </a:lnTo>
                  <a:lnTo>
                    <a:pt x="3962" y="14453"/>
                  </a:lnTo>
                  <a:lnTo>
                    <a:pt x="3889" y="14453"/>
                  </a:lnTo>
                  <a:lnTo>
                    <a:pt x="3816" y="14490"/>
                  </a:lnTo>
                  <a:lnTo>
                    <a:pt x="3779" y="14563"/>
                  </a:lnTo>
                  <a:lnTo>
                    <a:pt x="3486" y="15150"/>
                  </a:lnTo>
                  <a:lnTo>
                    <a:pt x="3339" y="15407"/>
                  </a:lnTo>
                  <a:lnTo>
                    <a:pt x="3229" y="15663"/>
                  </a:lnTo>
                  <a:lnTo>
                    <a:pt x="2899" y="15700"/>
                  </a:lnTo>
                  <a:lnTo>
                    <a:pt x="2532" y="15627"/>
                  </a:lnTo>
                  <a:lnTo>
                    <a:pt x="2752" y="15407"/>
                  </a:lnTo>
                  <a:lnTo>
                    <a:pt x="2935" y="15187"/>
                  </a:lnTo>
                  <a:lnTo>
                    <a:pt x="3119" y="14893"/>
                  </a:lnTo>
                  <a:lnTo>
                    <a:pt x="3265" y="14600"/>
                  </a:lnTo>
                  <a:lnTo>
                    <a:pt x="3339" y="14600"/>
                  </a:lnTo>
                  <a:lnTo>
                    <a:pt x="3375" y="14526"/>
                  </a:lnTo>
                  <a:lnTo>
                    <a:pt x="3412" y="14490"/>
                  </a:lnTo>
                  <a:lnTo>
                    <a:pt x="3449" y="14380"/>
                  </a:lnTo>
                  <a:lnTo>
                    <a:pt x="3412" y="14343"/>
                  </a:lnTo>
                  <a:lnTo>
                    <a:pt x="3412" y="14270"/>
                  </a:lnTo>
                  <a:lnTo>
                    <a:pt x="3339" y="14233"/>
                  </a:lnTo>
                  <a:lnTo>
                    <a:pt x="3229" y="14196"/>
                  </a:lnTo>
                  <a:lnTo>
                    <a:pt x="3155" y="14196"/>
                  </a:lnTo>
                  <a:lnTo>
                    <a:pt x="3045" y="14233"/>
                  </a:lnTo>
                  <a:lnTo>
                    <a:pt x="2935" y="14380"/>
                  </a:lnTo>
                  <a:lnTo>
                    <a:pt x="2752" y="14673"/>
                  </a:lnTo>
                  <a:lnTo>
                    <a:pt x="2495" y="15077"/>
                  </a:lnTo>
                  <a:lnTo>
                    <a:pt x="2238" y="15443"/>
                  </a:lnTo>
                  <a:lnTo>
                    <a:pt x="2202" y="15553"/>
                  </a:lnTo>
                  <a:lnTo>
                    <a:pt x="1908" y="15370"/>
                  </a:lnTo>
                  <a:lnTo>
                    <a:pt x="1615" y="15187"/>
                  </a:lnTo>
                  <a:lnTo>
                    <a:pt x="1761" y="15077"/>
                  </a:lnTo>
                  <a:lnTo>
                    <a:pt x="1872" y="14967"/>
                  </a:lnTo>
                  <a:lnTo>
                    <a:pt x="2238" y="14563"/>
                  </a:lnTo>
                  <a:lnTo>
                    <a:pt x="2568" y="14196"/>
                  </a:lnTo>
                  <a:lnTo>
                    <a:pt x="2715" y="13976"/>
                  </a:lnTo>
                  <a:lnTo>
                    <a:pt x="2789" y="13756"/>
                  </a:lnTo>
                  <a:lnTo>
                    <a:pt x="2789" y="13683"/>
                  </a:lnTo>
                  <a:lnTo>
                    <a:pt x="2752" y="13609"/>
                  </a:lnTo>
                  <a:lnTo>
                    <a:pt x="2642" y="13609"/>
                  </a:lnTo>
                  <a:lnTo>
                    <a:pt x="2422" y="13719"/>
                  </a:lnTo>
                  <a:lnTo>
                    <a:pt x="2238" y="13866"/>
                  </a:lnTo>
                  <a:lnTo>
                    <a:pt x="1945" y="14233"/>
                  </a:lnTo>
                  <a:lnTo>
                    <a:pt x="1578" y="14673"/>
                  </a:lnTo>
                  <a:lnTo>
                    <a:pt x="1505" y="14820"/>
                  </a:lnTo>
                  <a:lnTo>
                    <a:pt x="1431" y="15003"/>
                  </a:lnTo>
                  <a:lnTo>
                    <a:pt x="1138" y="14636"/>
                  </a:lnTo>
                  <a:lnTo>
                    <a:pt x="1468" y="14306"/>
                  </a:lnTo>
                  <a:lnTo>
                    <a:pt x="1761" y="13939"/>
                  </a:lnTo>
                  <a:lnTo>
                    <a:pt x="2312" y="13206"/>
                  </a:lnTo>
                  <a:lnTo>
                    <a:pt x="2312" y="13132"/>
                  </a:lnTo>
                  <a:lnTo>
                    <a:pt x="2312" y="13059"/>
                  </a:lnTo>
                  <a:lnTo>
                    <a:pt x="2238" y="12949"/>
                  </a:lnTo>
                  <a:lnTo>
                    <a:pt x="2202" y="12912"/>
                  </a:lnTo>
                  <a:lnTo>
                    <a:pt x="2055" y="12912"/>
                  </a:lnTo>
                  <a:lnTo>
                    <a:pt x="1982" y="12949"/>
                  </a:lnTo>
                  <a:lnTo>
                    <a:pt x="1431" y="13646"/>
                  </a:lnTo>
                  <a:lnTo>
                    <a:pt x="1211" y="14013"/>
                  </a:lnTo>
                  <a:lnTo>
                    <a:pt x="991" y="14380"/>
                  </a:lnTo>
                  <a:lnTo>
                    <a:pt x="844" y="14050"/>
                  </a:lnTo>
                  <a:lnTo>
                    <a:pt x="698" y="13719"/>
                  </a:lnTo>
                  <a:lnTo>
                    <a:pt x="1028" y="13426"/>
                  </a:lnTo>
                  <a:lnTo>
                    <a:pt x="1358" y="13096"/>
                  </a:lnTo>
                  <a:lnTo>
                    <a:pt x="1872" y="12436"/>
                  </a:lnTo>
                  <a:lnTo>
                    <a:pt x="1908" y="12362"/>
                  </a:lnTo>
                  <a:lnTo>
                    <a:pt x="1908" y="12289"/>
                  </a:lnTo>
                  <a:lnTo>
                    <a:pt x="1872" y="12215"/>
                  </a:lnTo>
                  <a:lnTo>
                    <a:pt x="1835" y="12179"/>
                  </a:lnTo>
                  <a:lnTo>
                    <a:pt x="1761" y="12142"/>
                  </a:lnTo>
                  <a:lnTo>
                    <a:pt x="1688" y="12105"/>
                  </a:lnTo>
                  <a:lnTo>
                    <a:pt x="1615" y="12105"/>
                  </a:lnTo>
                  <a:lnTo>
                    <a:pt x="1541" y="12179"/>
                  </a:lnTo>
                  <a:lnTo>
                    <a:pt x="1065" y="12729"/>
                  </a:lnTo>
                  <a:lnTo>
                    <a:pt x="808" y="13022"/>
                  </a:lnTo>
                  <a:lnTo>
                    <a:pt x="624" y="13353"/>
                  </a:lnTo>
                  <a:lnTo>
                    <a:pt x="588" y="13206"/>
                  </a:lnTo>
                  <a:lnTo>
                    <a:pt x="551" y="12876"/>
                  </a:lnTo>
                  <a:lnTo>
                    <a:pt x="771" y="12656"/>
                  </a:lnTo>
                  <a:lnTo>
                    <a:pt x="1028" y="12399"/>
                  </a:lnTo>
                  <a:lnTo>
                    <a:pt x="1321" y="12069"/>
                  </a:lnTo>
                  <a:lnTo>
                    <a:pt x="1468" y="11885"/>
                  </a:lnTo>
                  <a:lnTo>
                    <a:pt x="1505" y="11775"/>
                  </a:lnTo>
                  <a:lnTo>
                    <a:pt x="1505" y="11665"/>
                  </a:lnTo>
                  <a:lnTo>
                    <a:pt x="1505" y="11592"/>
                  </a:lnTo>
                  <a:lnTo>
                    <a:pt x="1468" y="11555"/>
                  </a:lnTo>
                  <a:lnTo>
                    <a:pt x="1395" y="11518"/>
                  </a:lnTo>
                  <a:lnTo>
                    <a:pt x="1358" y="11555"/>
                  </a:lnTo>
                  <a:lnTo>
                    <a:pt x="1175" y="11629"/>
                  </a:lnTo>
                  <a:lnTo>
                    <a:pt x="1028" y="11775"/>
                  </a:lnTo>
                  <a:lnTo>
                    <a:pt x="771" y="12105"/>
                  </a:lnTo>
                  <a:lnTo>
                    <a:pt x="514" y="12436"/>
                  </a:lnTo>
                  <a:lnTo>
                    <a:pt x="514" y="11922"/>
                  </a:lnTo>
                  <a:lnTo>
                    <a:pt x="624" y="11812"/>
                  </a:lnTo>
                  <a:lnTo>
                    <a:pt x="734" y="11702"/>
                  </a:lnTo>
                  <a:lnTo>
                    <a:pt x="808" y="11482"/>
                  </a:lnTo>
                  <a:lnTo>
                    <a:pt x="991" y="11445"/>
                  </a:lnTo>
                  <a:lnTo>
                    <a:pt x="1138" y="11408"/>
                  </a:lnTo>
                  <a:lnTo>
                    <a:pt x="1248" y="11298"/>
                  </a:lnTo>
                  <a:lnTo>
                    <a:pt x="1358" y="11188"/>
                  </a:lnTo>
                  <a:lnTo>
                    <a:pt x="1468" y="11078"/>
                  </a:lnTo>
                  <a:lnTo>
                    <a:pt x="1505" y="10932"/>
                  </a:lnTo>
                  <a:lnTo>
                    <a:pt x="1505" y="10858"/>
                  </a:lnTo>
                  <a:lnTo>
                    <a:pt x="1505" y="10785"/>
                  </a:lnTo>
                  <a:lnTo>
                    <a:pt x="1468" y="10711"/>
                  </a:lnTo>
                  <a:lnTo>
                    <a:pt x="1395" y="10675"/>
                  </a:lnTo>
                  <a:lnTo>
                    <a:pt x="1175" y="10675"/>
                  </a:lnTo>
                  <a:lnTo>
                    <a:pt x="1101" y="10748"/>
                  </a:lnTo>
                  <a:lnTo>
                    <a:pt x="1065" y="10822"/>
                  </a:lnTo>
                  <a:lnTo>
                    <a:pt x="1028" y="10932"/>
                  </a:lnTo>
                  <a:lnTo>
                    <a:pt x="954" y="11005"/>
                  </a:lnTo>
                  <a:lnTo>
                    <a:pt x="844" y="11042"/>
                  </a:lnTo>
                  <a:lnTo>
                    <a:pt x="698" y="11078"/>
                  </a:lnTo>
                  <a:lnTo>
                    <a:pt x="881" y="10785"/>
                  </a:lnTo>
                  <a:lnTo>
                    <a:pt x="954" y="10675"/>
                  </a:lnTo>
                  <a:lnTo>
                    <a:pt x="1101" y="10565"/>
                  </a:lnTo>
                  <a:lnTo>
                    <a:pt x="1211" y="10455"/>
                  </a:lnTo>
                  <a:lnTo>
                    <a:pt x="1395" y="10418"/>
                  </a:lnTo>
                  <a:lnTo>
                    <a:pt x="1541" y="10345"/>
                  </a:lnTo>
                  <a:lnTo>
                    <a:pt x="1725" y="10345"/>
                  </a:lnTo>
                  <a:lnTo>
                    <a:pt x="2092" y="10308"/>
                  </a:lnTo>
                  <a:lnTo>
                    <a:pt x="2422" y="10271"/>
                  </a:lnTo>
                  <a:lnTo>
                    <a:pt x="2715" y="10161"/>
                  </a:lnTo>
                  <a:lnTo>
                    <a:pt x="3009" y="9978"/>
                  </a:lnTo>
                  <a:lnTo>
                    <a:pt x="3229" y="9721"/>
                  </a:lnTo>
                  <a:lnTo>
                    <a:pt x="3412" y="9464"/>
                  </a:lnTo>
                  <a:lnTo>
                    <a:pt x="3559" y="9171"/>
                  </a:lnTo>
                  <a:lnTo>
                    <a:pt x="3706" y="8841"/>
                  </a:lnTo>
                  <a:lnTo>
                    <a:pt x="3706" y="8804"/>
                  </a:lnTo>
                  <a:lnTo>
                    <a:pt x="3706" y="8767"/>
                  </a:lnTo>
                  <a:lnTo>
                    <a:pt x="3926" y="8731"/>
                  </a:lnTo>
                  <a:lnTo>
                    <a:pt x="4146" y="8657"/>
                  </a:lnTo>
                  <a:lnTo>
                    <a:pt x="4366" y="8584"/>
                  </a:lnTo>
                  <a:lnTo>
                    <a:pt x="4586" y="8547"/>
                  </a:lnTo>
                  <a:close/>
                  <a:moveTo>
                    <a:pt x="3265" y="7484"/>
                  </a:moveTo>
                  <a:lnTo>
                    <a:pt x="3009" y="7557"/>
                  </a:lnTo>
                  <a:lnTo>
                    <a:pt x="2789" y="7704"/>
                  </a:lnTo>
                  <a:lnTo>
                    <a:pt x="2568" y="7850"/>
                  </a:lnTo>
                  <a:lnTo>
                    <a:pt x="2422" y="7997"/>
                  </a:lnTo>
                  <a:lnTo>
                    <a:pt x="2275" y="8180"/>
                  </a:lnTo>
                  <a:lnTo>
                    <a:pt x="2165" y="8364"/>
                  </a:lnTo>
                  <a:lnTo>
                    <a:pt x="2092" y="8584"/>
                  </a:lnTo>
                  <a:lnTo>
                    <a:pt x="2018" y="8254"/>
                  </a:lnTo>
                  <a:lnTo>
                    <a:pt x="1945" y="7924"/>
                  </a:lnTo>
                  <a:lnTo>
                    <a:pt x="1872" y="7850"/>
                  </a:lnTo>
                  <a:lnTo>
                    <a:pt x="1835" y="7850"/>
                  </a:lnTo>
                  <a:lnTo>
                    <a:pt x="1761" y="7887"/>
                  </a:lnTo>
                  <a:lnTo>
                    <a:pt x="1688" y="7997"/>
                  </a:lnTo>
                  <a:lnTo>
                    <a:pt x="1651" y="8107"/>
                  </a:lnTo>
                  <a:lnTo>
                    <a:pt x="1615" y="8364"/>
                  </a:lnTo>
                  <a:lnTo>
                    <a:pt x="1651" y="8657"/>
                  </a:lnTo>
                  <a:lnTo>
                    <a:pt x="1725" y="8914"/>
                  </a:lnTo>
                  <a:lnTo>
                    <a:pt x="1872" y="9208"/>
                  </a:lnTo>
                  <a:lnTo>
                    <a:pt x="2055" y="9428"/>
                  </a:lnTo>
                  <a:lnTo>
                    <a:pt x="2275" y="9611"/>
                  </a:lnTo>
                  <a:lnTo>
                    <a:pt x="2495" y="9758"/>
                  </a:lnTo>
                  <a:lnTo>
                    <a:pt x="2312" y="9831"/>
                  </a:lnTo>
                  <a:lnTo>
                    <a:pt x="2128" y="9868"/>
                  </a:lnTo>
                  <a:lnTo>
                    <a:pt x="1688" y="9868"/>
                  </a:lnTo>
                  <a:lnTo>
                    <a:pt x="1468" y="9905"/>
                  </a:lnTo>
                  <a:lnTo>
                    <a:pt x="1248" y="9941"/>
                  </a:lnTo>
                  <a:lnTo>
                    <a:pt x="1065" y="10015"/>
                  </a:lnTo>
                  <a:lnTo>
                    <a:pt x="881" y="10125"/>
                  </a:lnTo>
                  <a:lnTo>
                    <a:pt x="588" y="10381"/>
                  </a:lnTo>
                  <a:lnTo>
                    <a:pt x="441" y="10528"/>
                  </a:lnTo>
                  <a:lnTo>
                    <a:pt x="331" y="10711"/>
                  </a:lnTo>
                  <a:lnTo>
                    <a:pt x="221" y="10932"/>
                  </a:lnTo>
                  <a:lnTo>
                    <a:pt x="147" y="11115"/>
                  </a:lnTo>
                  <a:lnTo>
                    <a:pt x="37" y="11592"/>
                  </a:lnTo>
                  <a:lnTo>
                    <a:pt x="1" y="12069"/>
                  </a:lnTo>
                  <a:lnTo>
                    <a:pt x="1" y="12546"/>
                  </a:lnTo>
                  <a:lnTo>
                    <a:pt x="74" y="13022"/>
                  </a:lnTo>
                  <a:lnTo>
                    <a:pt x="147" y="13463"/>
                  </a:lnTo>
                  <a:lnTo>
                    <a:pt x="258" y="13903"/>
                  </a:lnTo>
                  <a:lnTo>
                    <a:pt x="404" y="14270"/>
                  </a:lnTo>
                  <a:lnTo>
                    <a:pt x="588" y="14673"/>
                  </a:lnTo>
                  <a:lnTo>
                    <a:pt x="844" y="15040"/>
                  </a:lnTo>
                  <a:lnTo>
                    <a:pt x="1101" y="15333"/>
                  </a:lnTo>
                  <a:lnTo>
                    <a:pt x="1431" y="15627"/>
                  </a:lnTo>
                  <a:lnTo>
                    <a:pt x="1761" y="15847"/>
                  </a:lnTo>
                  <a:lnTo>
                    <a:pt x="2165" y="16030"/>
                  </a:lnTo>
                  <a:lnTo>
                    <a:pt x="2568" y="16140"/>
                  </a:lnTo>
                  <a:lnTo>
                    <a:pt x="2789" y="16177"/>
                  </a:lnTo>
                  <a:lnTo>
                    <a:pt x="3009" y="16177"/>
                  </a:lnTo>
                  <a:lnTo>
                    <a:pt x="3486" y="16140"/>
                  </a:lnTo>
                  <a:lnTo>
                    <a:pt x="3926" y="16030"/>
                  </a:lnTo>
                  <a:lnTo>
                    <a:pt x="4329" y="15884"/>
                  </a:lnTo>
                  <a:lnTo>
                    <a:pt x="4696" y="15700"/>
                  </a:lnTo>
                  <a:lnTo>
                    <a:pt x="5100" y="15517"/>
                  </a:lnTo>
                  <a:lnTo>
                    <a:pt x="5430" y="15297"/>
                  </a:lnTo>
                  <a:lnTo>
                    <a:pt x="5613" y="15150"/>
                  </a:lnTo>
                  <a:lnTo>
                    <a:pt x="5723" y="15003"/>
                  </a:lnTo>
                  <a:lnTo>
                    <a:pt x="6310" y="14490"/>
                  </a:lnTo>
                  <a:lnTo>
                    <a:pt x="6567" y="14270"/>
                  </a:lnTo>
                  <a:lnTo>
                    <a:pt x="6714" y="14160"/>
                  </a:lnTo>
                  <a:lnTo>
                    <a:pt x="6787" y="14013"/>
                  </a:lnTo>
                  <a:lnTo>
                    <a:pt x="6970" y="13683"/>
                  </a:lnTo>
                  <a:lnTo>
                    <a:pt x="7117" y="13316"/>
                  </a:lnTo>
                  <a:lnTo>
                    <a:pt x="7227" y="12949"/>
                  </a:lnTo>
                  <a:lnTo>
                    <a:pt x="7300" y="12619"/>
                  </a:lnTo>
                  <a:lnTo>
                    <a:pt x="7374" y="12252"/>
                  </a:lnTo>
                  <a:lnTo>
                    <a:pt x="7410" y="11885"/>
                  </a:lnTo>
                  <a:lnTo>
                    <a:pt x="7410" y="11518"/>
                  </a:lnTo>
                  <a:lnTo>
                    <a:pt x="7374" y="11152"/>
                  </a:lnTo>
                  <a:lnTo>
                    <a:pt x="7337" y="10785"/>
                  </a:lnTo>
                  <a:lnTo>
                    <a:pt x="7264" y="10418"/>
                  </a:lnTo>
                  <a:lnTo>
                    <a:pt x="7154" y="10125"/>
                  </a:lnTo>
                  <a:lnTo>
                    <a:pt x="7007" y="9794"/>
                  </a:lnTo>
                  <a:lnTo>
                    <a:pt x="6860" y="9538"/>
                  </a:lnTo>
                  <a:lnTo>
                    <a:pt x="6677" y="9244"/>
                  </a:lnTo>
                  <a:lnTo>
                    <a:pt x="6457" y="8987"/>
                  </a:lnTo>
                  <a:lnTo>
                    <a:pt x="6237" y="8767"/>
                  </a:lnTo>
                  <a:lnTo>
                    <a:pt x="5980" y="8584"/>
                  </a:lnTo>
                  <a:lnTo>
                    <a:pt x="5686" y="8401"/>
                  </a:lnTo>
                  <a:lnTo>
                    <a:pt x="5393" y="8291"/>
                  </a:lnTo>
                  <a:lnTo>
                    <a:pt x="5100" y="8180"/>
                  </a:lnTo>
                  <a:lnTo>
                    <a:pt x="4769" y="8144"/>
                  </a:lnTo>
                  <a:lnTo>
                    <a:pt x="4476" y="8144"/>
                  </a:lnTo>
                  <a:lnTo>
                    <a:pt x="4219" y="8180"/>
                  </a:lnTo>
                  <a:lnTo>
                    <a:pt x="3926" y="8291"/>
                  </a:lnTo>
                  <a:lnTo>
                    <a:pt x="3816" y="8364"/>
                  </a:lnTo>
                  <a:lnTo>
                    <a:pt x="3706" y="8437"/>
                  </a:lnTo>
                  <a:lnTo>
                    <a:pt x="3632" y="8547"/>
                  </a:lnTo>
                  <a:lnTo>
                    <a:pt x="3559" y="8657"/>
                  </a:lnTo>
                  <a:lnTo>
                    <a:pt x="3559" y="8694"/>
                  </a:lnTo>
                  <a:lnTo>
                    <a:pt x="3522" y="8731"/>
                  </a:lnTo>
                  <a:lnTo>
                    <a:pt x="3486" y="8767"/>
                  </a:lnTo>
                  <a:lnTo>
                    <a:pt x="3192" y="9171"/>
                  </a:lnTo>
                  <a:lnTo>
                    <a:pt x="3009" y="9354"/>
                  </a:lnTo>
                  <a:lnTo>
                    <a:pt x="2825" y="9538"/>
                  </a:lnTo>
                  <a:lnTo>
                    <a:pt x="2789" y="9464"/>
                  </a:lnTo>
                  <a:lnTo>
                    <a:pt x="2458" y="9171"/>
                  </a:lnTo>
                  <a:lnTo>
                    <a:pt x="2348" y="9024"/>
                  </a:lnTo>
                  <a:lnTo>
                    <a:pt x="2202" y="8877"/>
                  </a:lnTo>
                  <a:lnTo>
                    <a:pt x="2275" y="8877"/>
                  </a:lnTo>
                  <a:lnTo>
                    <a:pt x="2312" y="8841"/>
                  </a:lnTo>
                  <a:lnTo>
                    <a:pt x="2532" y="8841"/>
                  </a:lnTo>
                  <a:lnTo>
                    <a:pt x="2715" y="8804"/>
                  </a:lnTo>
                  <a:lnTo>
                    <a:pt x="2899" y="8731"/>
                  </a:lnTo>
                  <a:lnTo>
                    <a:pt x="3045" y="8621"/>
                  </a:lnTo>
                  <a:lnTo>
                    <a:pt x="3265" y="8474"/>
                  </a:lnTo>
                  <a:lnTo>
                    <a:pt x="3486" y="8254"/>
                  </a:lnTo>
                  <a:lnTo>
                    <a:pt x="3669" y="8034"/>
                  </a:lnTo>
                  <a:lnTo>
                    <a:pt x="3816" y="7814"/>
                  </a:lnTo>
                  <a:lnTo>
                    <a:pt x="3852" y="7740"/>
                  </a:lnTo>
                  <a:lnTo>
                    <a:pt x="3852" y="7667"/>
                  </a:lnTo>
                  <a:lnTo>
                    <a:pt x="3779" y="7557"/>
                  </a:lnTo>
                  <a:lnTo>
                    <a:pt x="3669" y="7484"/>
                  </a:lnTo>
                  <a:lnTo>
                    <a:pt x="3596" y="7484"/>
                  </a:lnTo>
                  <a:lnTo>
                    <a:pt x="3522" y="7520"/>
                  </a:lnTo>
                  <a:lnTo>
                    <a:pt x="3412" y="7484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9" name="Google Shape;297;p5">
              <a:extLst>
                <a:ext uri="{FF2B5EF4-FFF2-40B4-BE49-F238E27FC236}">
                  <a16:creationId xmlns:a16="http://schemas.microsoft.com/office/drawing/2014/main" id="{294A52DE-7BDC-4451-B428-398A0A2E06EC}"/>
                </a:ext>
              </a:extLst>
            </p:cNvPr>
            <p:cNvSpPr/>
            <p:nvPr/>
          </p:nvSpPr>
          <p:spPr>
            <a:xfrm>
              <a:off x="6823375" y="1978500"/>
              <a:ext cx="365025" cy="447525"/>
            </a:xfrm>
            <a:custGeom>
              <a:avLst/>
              <a:gdLst/>
              <a:ahLst/>
              <a:cxnLst/>
              <a:rect l="l" t="t" r="r" b="b"/>
              <a:pathLst>
                <a:path w="14601" h="17901" extrusionOk="0">
                  <a:moveTo>
                    <a:pt x="10492" y="4329"/>
                  </a:moveTo>
                  <a:lnTo>
                    <a:pt x="10859" y="4769"/>
                  </a:lnTo>
                  <a:lnTo>
                    <a:pt x="10712" y="4769"/>
                  </a:lnTo>
                  <a:lnTo>
                    <a:pt x="10712" y="4696"/>
                  </a:lnTo>
                  <a:lnTo>
                    <a:pt x="10675" y="4622"/>
                  </a:lnTo>
                  <a:lnTo>
                    <a:pt x="10639" y="4622"/>
                  </a:lnTo>
                  <a:lnTo>
                    <a:pt x="10602" y="4549"/>
                  </a:lnTo>
                  <a:lnTo>
                    <a:pt x="10565" y="4512"/>
                  </a:lnTo>
                  <a:lnTo>
                    <a:pt x="10455" y="4475"/>
                  </a:lnTo>
                  <a:lnTo>
                    <a:pt x="10345" y="4512"/>
                  </a:lnTo>
                  <a:lnTo>
                    <a:pt x="10308" y="4549"/>
                  </a:lnTo>
                  <a:lnTo>
                    <a:pt x="10272" y="4622"/>
                  </a:lnTo>
                  <a:lnTo>
                    <a:pt x="10272" y="4696"/>
                  </a:lnTo>
                  <a:lnTo>
                    <a:pt x="10052" y="4622"/>
                  </a:lnTo>
                  <a:lnTo>
                    <a:pt x="10492" y="4329"/>
                  </a:lnTo>
                  <a:close/>
                  <a:moveTo>
                    <a:pt x="6897" y="3448"/>
                  </a:moveTo>
                  <a:lnTo>
                    <a:pt x="7044" y="3485"/>
                  </a:lnTo>
                  <a:lnTo>
                    <a:pt x="7227" y="3522"/>
                  </a:lnTo>
                  <a:lnTo>
                    <a:pt x="7374" y="3595"/>
                  </a:lnTo>
                  <a:lnTo>
                    <a:pt x="7484" y="3705"/>
                  </a:lnTo>
                  <a:lnTo>
                    <a:pt x="7521" y="3815"/>
                  </a:lnTo>
                  <a:lnTo>
                    <a:pt x="7521" y="3889"/>
                  </a:lnTo>
                  <a:lnTo>
                    <a:pt x="7484" y="3999"/>
                  </a:lnTo>
                  <a:lnTo>
                    <a:pt x="7447" y="4109"/>
                  </a:lnTo>
                  <a:lnTo>
                    <a:pt x="7264" y="4292"/>
                  </a:lnTo>
                  <a:lnTo>
                    <a:pt x="7154" y="4439"/>
                  </a:lnTo>
                  <a:lnTo>
                    <a:pt x="6934" y="4732"/>
                  </a:lnTo>
                  <a:lnTo>
                    <a:pt x="6714" y="4952"/>
                  </a:lnTo>
                  <a:lnTo>
                    <a:pt x="6494" y="5099"/>
                  </a:lnTo>
                  <a:lnTo>
                    <a:pt x="6384" y="5136"/>
                  </a:lnTo>
                  <a:lnTo>
                    <a:pt x="6310" y="5136"/>
                  </a:lnTo>
                  <a:lnTo>
                    <a:pt x="6237" y="5062"/>
                  </a:lnTo>
                  <a:lnTo>
                    <a:pt x="6200" y="4989"/>
                  </a:lnTo>
                  <a:lnTo>
                    <a:pt x="6163" y="4806"/>
                  </a:lnTo>
                  <a:lnTo>
                    <a:pt x="6163" y="4659"/>
                  </a:lnTo>
                  <a:lnTo>
                    <a:pt x="6163" y="4145"/>
                  </a:lnTo>
                  <a:lnTo>
                    <a:pt x="6127" y="3595"/>
                  </a:lnTo>
                  <a:lnTo>
                    <a:pt x="6273" y="3522"/>
                  </a:lnTo>
                  <a:lnTo>
                    <a:pt x="6420" y="3485"/>
                  </a:lnTo>
                  <a:lnTo>
                    <a:pt x="6567" y="3448"/>
                  </a:lnTo>
                  <a:close/>
                  <a:moveTo>
                    <a:pt x="6457" y="3118"/>
                  </a:moveTo>
                  <a:lnTo>
                    <a:pt x="6237" y="3192"/>
                  </a:lnTo>
                  <a:lnTo>
                    <a:pt x="6017" y="3265"/>
                  </a:lnTo>
                  <a:lnTo>
                    <a:pt x="5833" y="3375"/>
                  </a:lnTo>
                  <a:lnTo>
                    <a:pt x="5723" y="3558"/>
                  </a:lnTo>
                  <a:lnTo>
                    <a:pt x="5723" y="3632"/>
                  </a:lnTo>
                  <a:lnTo>
                    <a:pt x="5760" y="3668"/>
                  </a:lnTo>
                  <a:lnTo>
                    <a:pt x="5797" y="3705"/>
                  </a:lnTo>
                  <a:lnTo>
                    <a:pt x="5870" y="3705"/>
                  </a:lnTo>
                  <a:lnTo>
                    <a:pt x="5980" y="3668"/>
                  </a:lnTo>
                  <a:lnTo>
                    <a:pt x="5943" y="4219"/>
                  </a:lnTo>
                  <a:lnTo>
                    <a:pt x="5943" y="4769"/>
                  </a:lnTo>
                  <a:lnTo>
                    <a:pt x="5943" y="4952"/>
                  </a:lnTo>
                  <a:lnTo>
                    <a:pt x="5980" y="5099"/>
                  </a:lnTo>
                  <a:lnTo>
                    <a:pt x="6053" y="5209"/>
                  </a:lnTo>
                  <a:lnTo>
                    <a:pt x="6163" y="5319"/>
                  </a:lnTo>
                  <a:lnTo>
                    <a:pt x="6237" y="5393"/>
                  </a:lnTo>
                  <a:lnTo>
                    <a:pt x="6530" y="5393"/>
                  </a:lnTo>
                  <a:lnTo>
                    <a:pt x="6714" y="5282"/>
                  </a:lnTo>
                  <a:lnTo>
                    <a:pt x="6897" y="5136"/>
                  </a:lnTo>
                  <a:lnTo>
                    <a:pt x="7227" y="4806"/>
                  </a:lnTo>
                  <a:lnTo>
                    <a:pt x="7447" y="4512"/>
                  </a:lnTo>
                  <a:lnTo>
                    <a:pt x="7594" y="4329"/>
                  </a:lnTo>
                  <a:lnTo>
                    <a:pt x="7741" y="4182"/>
                  </a:lnTo>
                  <a:lnTo>
                    <a:pt x="7814" y="3962"/>
                  </a:lnTo>
                  <a:lnTo>
                    <a:pt x="7851" y="3852"/>
                  </a:lnTo>
                  <a:lnTo>
                    <a:pt x="7851" y="3742"/>
                  </a:lnTo>
                  <a:lnTo>
                    <a:pt x="7777" y="3595"/>
                  </a:lnTo>
                  <a:lnTo>
                    <a:pt x="7667" y="3448"/>
                  </a:lnTo>
                  <a:lnTo>
                    <a:pt x="7521" y="3302"/>
                  </a:lnTo>
                  <a:lnTo>
                    <a:pt x="7374" y="3228"/>
                  </a:lnTo>
                  <a:lnTo>
                    <a:pt x="7190" y="3155"/>
                  </a:lnTo>
                  <a:lnTo>
                    <a:pt x="6970" y="3118"/>
                  </a:lnTo>
                  <a:close/>
                  <a:moveTo>
                    <a:pt x="2789" y="3522"/>
                  </a:moveTo>
                  <a:lnTo>
                    <a:pt x="2935" y="3668"/>
                  </a:lnTo>
                  <a:lnTo>
                    <a:pt x="3082" y="3779"/>
                  </a:lnTo>
                  <a:lnTo>
                    <a:pt x="3449" y="3925"/>
                  </a:lnTo>
                  <a:lnTo>
                    <a:pt x="3632" y="3999"/>
                  </a:lnTo>
                  <a:lnTo>
                    <a:pt x="3669" y="4072"/>
                  </a:lnTo>
                  <a:lnTo>
                    <a:pt x="3706" y="4145"/>
                  </a:lnTo>
                  <a:lnTo>
                    <a:pt x="3706" y="4219"/>
                  </a:lnTo>
                  <a:lnTo>
                    <a:pt x="3742" y="4255"/>
                  </a:lnTo>
                  <a:lnTo>
                    <a:pt x="3779" y="4292"/>
                  </a:lnTo>
                  <a:lnTo>
                    <a:pt x="3852" y="4329"/>
                  </a:lnTo>
                  <a:lnTo>
                    <a:pt x="4036" y="4402"/>
                  </a:lnTo>
                  <a:lnTo>
                    <a:pt x="4219" y="4475"/>
                  </a:lnTo>
                  <a:lnTo>
                    <a:pt x="4403" y="4586"/>
                  </a:lnTo>
                  <a:lnTo>
                    <a:pt x="4549" y="4696"/>
                  </a:lnTo>
                  <a:lnTo>
                    <a:pt x="4843" y="5026"/>
                  </a:lnTo>
                  <a:lnTo>
                    <a:pt x="5100" y="5319"/>
                  </a:lnTo>
                  <a:lnTo>
                    <a:pt x="4770" y="5356"/>
                  </a:lnTo>
                  <a:lnTo>
                    <a:pt x="4476" y="5356"/>
                  </a:lnTo>
                  <a:lnTo>
                    <a:pt x="3816" y="5319"/>
                  </a:lnTo>
                  <a:lnTo>
                    <a:pt x="3486" y="5319"/>
                  </a:lnTo>
                  <a:lnTo>
                    <a:pt x="3156" y="5393"/>
                  </a:lnTo>
                  <a:lnTo>
                    <a:pt x="2972" y="5466"/>
                  </a:lnTo>
                  <a:lnTo>
                    <a:pt x="2789" y="5576"/>
                  </a:lnTo>
                  <a:lnTo>
                    <a:pt x="2605" y="5649"/>
                  </a:lnTo>
                  <a:lnTo>
                    <a:pt x="2495" y="5686"/>
                  </a:lnTo>
                  <a:lnTo>
                    <a:pt x="2349" y="5686"/>
                  </a:lnTo>
                  <a:lnTo>
                    <a:pt x="2312" y="5723"/>
                  </a:lnTo>
                  <a:lnTo>
                    <a:pt x="2275" y="5796"/>
                  </a:lnTo>
                  <a:lnTo>
                    <a:pt x="2275" y="5833"/>
                  </a:lnTo>
                  <a:lnTo>
                    <a:pt x="2349" y="6676"/>
                  </a:lnTo>
                  <a:lnTo>
                    <a:pt x="2128" y="6493"/>
                  </a:lnTo>
                  <a:lnTo>
                    <a:pt x="1908" y="6383"/>
                  </a:lnTo>
                  <a:lnTo>
                    <a:pt x="1908" y="6126"/>
                  </a:lnTo>
                  <a:lnTo>
                    <a:pt x="1835" y="5906"/>
                  </a:lnTo>
                  <a:lnTo>
                    <a:pt x="1725" y="5796"/>
                  </a:lnTo>
                  <a:lnTo>
                    <a:pt x="1578" y="5723"/>
                  </a:lnTo>
                  <a:lnTo>
                    <a:pt x="1285" y="5649"/>
                  </a:lnTo>
                  <a:lnTo>
                    <a:pt x="1101" y="5649"/>
                  </a:lnTo>
                  <a:lnTo>
                    <a:pt x="918" y="5686"/>
                  </a:lnTo>
                  <a:lnTo>
                    <a:pt x="918" y="5686"/>
                  </a:lnTo>
                  <a:lnTo>
                    <a:pt x="1101" y="5356"/>
                  </a:lnTo>
                  <a:lnTo>
                    <a:pt x="1285" y="5026"/>
                  </a:lnTo>
                  <a:lnTo>
                    <a:pt x="1468" y="4732"/>
                  </a:lnTo>
                  <a:lnTo>
                    <a:pt x="1688" y="4439"/>
                  </a:lnTo>
                  <a:lnTo>
                    <a:pt x="1945" y="4182"/>
                  </a:lnTo>
                  <a:lnTo>
                    <a:pt x="2202" y="3962"/>
                  </a:lnTo>
                  <a:lnTo>
                    <a:pt x="2495" y="3742"/>
                  </a:lnTo>
                  <a:lnTo>
                    <a:pt x="2789" y="3522"/>
                  </a:lnTo>
                  <a:close/>
                  <a:moveTo>
                    <a:pt x="10639" y="7520"/>
                  </a:moveTo>
                  <a:lnTo>
                    <a:pt x="11042" y="7703"/>
                  </a:lnTo>
                  <a:lnTo>
                    <a:pt x="11336" y="7850"/>
                  </a:lnTo>
                  <a:lnTo>
                    <a:pt x="11482" y="7924"/>
                  </a:lnTo>
                  <a:lnTo>
                    <a:pt x="11629" y="7960"/>
                  </a:lnTo>
                  <a:lnTo>
                    <a:pt x="11556" y="8254"/>
                  </a:lnTo>
                  <a:lnTo>
                    <a:pt x="11225" y="8107"/>
                  </a:lnTo>
                  <a:lnTo>
                    <a:pt x="10895" y="7960"/>
                  </a:lnTo>
                  <a:lnTo>
                    <a:pt x="10785" y="7887"/>
                  </a:lnTo>
                  <a:lnTo>
                    <a:pt x="10639" y="7520"/>
                  </a:lnTo>
                  <a:close/>
                  <a:moveTo>
                    <a:pt x="10272" y="8070"/>
                  </a:moveTo>
                  <a:lnTo>
                    <a:pt x="10382" y="8144"/>
                  </a:lnTo>
                  <a:lnTo>
                    <a:pt x="10529" y="8217"/>
                  </a:lnTo>
                  <a:lnTo>
                    <a:pt x="10565" y="8327"/>
                  </a:lnTo>
                  <a:lnTo>
                    <a:pt x="10602" y="8400"/>
                  </a:lnTo>
                  <a:lnTo>
                    <a:pt x="10712" y="8437"/>
                  </a:lnTo>
                  <a:lnTo>
                    <a:pt x="10932" y="8510"/>
                  </a:lnTo>
                  <a:lnTo>
                    <a:pt x="11042" y="8547"/>
                  </a:lnTo>
                  <a:lnTo>
                    <a:pt x="11042" y="8584"/>
                  </a:lnTo>
                  <a:lnTo>
                    <a:pt x="11042" y="8657"/>
                  </a:lnTo>
                  <a:lnTo>
                    <a:pt x="11079" y="8731"/>
                  </a:lnTo>
                  <a:lnTo>
                    <a:pt x="11152" y="8804"/>
                  </a:lnTo>
                  <a:lnTo>
                    <a:pt x="11336" y="8841"/>
                  </a:lnTo>
                  <a:lnTo>
                    <a:pt x="11152" y="9244"/>
                  </a:lnTo>
                  <a:lnTo>
                    <a:pt x="11079" y="9171"/>
                  </a:lnTo>
                  <a:lnTo>
                    <a:pt x="10602" y="8767"/>
                  </a:lnTo>
                  <a:lnTo>
                    <a:pt x="10602" y="8547"/>
                  </a:lnTo>
                  <a:lnTo>
                    <a:pt x="10565" y="8364"/>
                  </a:lnTo>
                  <a:lnTo>
                    <a:pt x="10492" y="8254"/>
                  </a:lnTo>
                  <a:lnTo>
                    <a:pt x="10345" y="8180"/>
                  </a:lnTo>
                  <a:lnTo>
                    <a:pt x="10272" y="8070"/>
                  </a:lnTo>
                  <a:close/>
                  <a:moveTo>
                    <a:pt x="9135" y="4806"/>
                  </a:moveTo>
                  <a:lnTo>
                    <a:pt x="9501" y="4842"/>
                  </a:lnTo>
                  <a:lnTo>
                    <a:pt x="9575" y="4879"/>
                  </a:lnTo>
                  <a:lnTo>
                    <a:pt x="9611" y="4842"/>
                  </a:lnTo>
                  <a:lnTo>
                    <a:pt x="9905" y="4916"/>
                  </a:lnTo>
                  <a:lnTo>
                    <a:pt x="10198" y="5026"/>
                  </a:lnTo>
                  <a:lnTo>
                    <a:pt x="10015" y="5246"/>
                  </a:lnTo>
                  <a:lnTo>
                    <a:pt x="10015" y="5319"/>
                  </a:lnTo>
                  <a:lnTo>
                    <a:pt x="10052" y="5393"/>
                  </a:lnTo>
                  <a:lnTo>
                    <a:pt x="10125" y="5429"/>
                  </a:lnTo>
                  <a:lnTo>
                    <a:pt x="10198" y="5429"/>
                  </a:lnTo>
                  <a:lnTo>
                    <a:pt x="10418" y="5319"/>
                  </a:lnTo>
                  <a:lnTo>
                    <a:pt x="10639" y="5246"/>
                  </a:lnTo>
                  <a:lnTo>
                    <a:pt x="10859" y="5209"/>
                  </a:lnTo>
                  <a:lnTo>
                    <a:pt x="11115" y="5172"/>
                  </a:lnTo>
                  <a:lnTo>
                    <a:pt x="11336" y="5613"/>
                  </a:lnTo>
                  <a:lnTo>
                    <a:pt x="10859" y="5723"/>
                  </a:lnTo>
                  <a:lnTo>
                    <a:pt x="10602" y="5796"/>
                  </a:lnTo>
                  <a:lnTo>
                    <a:pt x="10382" y="5906"/>
                  </a:lnTo>
                  <a:lnTo>
                    <a:pt x="10345" y="5943"/>
                  </a:lnTo>
                  <a:lnTo>
                    <a:pt x="10345" y="5979"/>
                  </a:lnTo>
                  <a:lnTo>
                    <a:pt x="10345" y="6016"/>
                  </a:lnTo>
                  <a:lnTo>
                    <a:pt x="10382" y="6053"/>
                  </a:lnTo>
                  <a:lnTo>
                    <a:pt x="10639" y="6126"/>
                  </a:lnTo>
                  <a:lnTo>
                    <a:pt x="10932" y="6126"/>
                  </a:lnTo>
                  <a:lnTo>
                    <a:pt x="11225" y="6089"/>
                  </a:lnTo>
                  <a:lnTo>
                    <a:pt x="11482" y="6016"/>
                  </a:lnTo>
                  <a:lnTo>
                    <a:pt x="11629" y="6566"/>
                  </a:lnTo>
                  <a:lnTo>
                    <a:pt x="11666" y="6640"/>
                  </a:lnTo>
                  <a:lnTo>
                    <a:pt x="11666" y="6640"/>
                  </a:lnTo>
                  <a:lnTo>
                    <a:pt x="11262" y="6530"/>
                  </a:lnTo>
                  <a:lnTo>
                    <a:pt x="10932" y="6456"/>
                  </a:lnTo>
                  <a:lnTo>
                    <a:pt x="10749" y="6420"/>
                  </a:lnTo>
                  <a:lnTo>
                    <a:pt x="10565" y="6456"/>
                  </a:lnTo>
                  <a:lnTo>
                    <a:pt x="10529" y="6456"/>
                  </a:lnTo>
                  <a:lnTo>
                    <a:pt x="10565" y="6530"/>
                  </a:lnTo>
                  <a:lnTo>
                    <a:pt x="10712" y="6640"/>
                  </a:lnTo>
                  <a:lnTo>
                    <a:pt x="10895" y="6750"/>
                  </a:lnTo>
                  <a:lnTo>
                    <a:pt x="11336" y="6933"/>
                  </a:lnTo>
                  <a:lnTo>
                    <a:pt x="11702" y="7043"/>
                  </a:lnTo>
                  <a:lnTo>
                    <a:pt x="11666" y="7593"/>
                  </a:lnTo>
                  <a:lnTo>
                    <a:pt x="11482" y="7520"/>
                  </a:lnTo>
                  <a:lnTo>
                    <a:pt x="11299" y="7447"/>
                  </a:lnTo>
                  <a:lnTo>
                    <a:pt x="10785" y="7227"/>
                  </a:lnTo>
                  <a:lnTo>
                    <a:pt x="10529" y="7153"/>
                  </a:lnTo>
                  <a:lnTo>
                    <a:pt x="10235" y="7117"/>
                  </a:lnTo>
                  <a:lnTo>
                    <a:pt x="10198" y="7117"/>
                  </a:lnTo>
                  <a:lnTo>
                    <a:pt x="10198" y="7153"/>
                  </a:lnTo>
                  <a:lnTo>
                    <a:pt x="10198" y="7190"/>
                  </a:lnTo>
                  <a:lnTo>
                    <a:pt x="10198" y="7227"/>
                  </a:lnTo>
                  <a:lnTo>
                    <a:pt x="10492" y="7410"/>
                  </a:lnTo>
                  <a:lnTo>
                    <a:pt x="10418" y="7447"/>
                  </a:lnTo>
                  <a:lnTo>
                    <a:pt x="10015" y="7593"/>
                  </a:lnTo>
                  <a:lnTo>
                    <a:pt x="9905" y="7483"/>
                  </a:lnTo>
                  <a:lnTo>
                    <a:pt x="9832" y="7447"/>
                  </a:lnTo>
                  <a:lnTo>
                    <a:pt x="9795" y="7483"/>
                  </a:lnTo>
                  <a:lnTo>
                    <a:pt x="9758" y="7520"/>
                  </a:lnTo>
                  <a:lnTo>
                    <a:pt x="9722" y="7557"/>
                  </a:lnTo>
                  <a:lnTo>
                    <a:pt x="9722" y="7703"/>
                  </a:lnTo>
                  <a:lnTo>
                    <a:pt x="9685" y="7740"/>
                  </a:lnTo>
                  <a:lnTo>
                    <a:pt x="9685" y="7813"/>
                  </a:lnTo>
                  <a:lnTo>
                    <a:pt x="9722" y="7924"/>
                  </a:lnTo>
                  <a:lnTo>
                    <a:pt x="9942" y="8180"/>
                  </a:lnTo>
                  <a:lnTo>
                    <a:pt x="9611" y="7960"/>
                  </a:lnTo>
                  <a:lnTo>
                    <a:pt x="9281" y="7777"/>
                  </a:lnTo>
                  <a:lnTo>
                    <a:pt x="9245" y="7777"/>
                  </a:lnTo>
                  <a:lnTo>
                    <a:pt x="9208" y="7813"/>
                  </a:lnTo>
                  <a:lnTo>
                    <a:pt x="9171" y="7850"/>
                  </a:lnTo>
                  <a:lnTo>
                    <a:pt x="9171" y="7924"/>
                  </a:lnTo>
                  <a:lnTo>
                    <a:pt x="9391" y="8180"/>
                  </a:lnTo>
                  <a:lnTo>
                    <a:pt x="9648" y="8437"/>
                  </a:lnTo>
                  <a:lnTo>
                    <a:pt x="10162" y="8877"/>
                  </a:lnTo>
                  <a:lnTo>
                    <a:pt x="10235" y="8951"/>
                  </a:lnTo>
                  <a:lnTo>
                    <a:pt x="10162" y="9134"/>
                  </a:lnTo>
                  <a:lnTo>
                    <a:pt x="10052" y="9317"/>
                  </a:lnTo>
                  <a:lnTo>
                    <a:pt x="9905" y="9391"/>
                  </a:lnTo>
                  <a:lnTo>
                    <a:pt x="9832" y="9354"/>
                  </a:lnTo>
                  <a:lnTo>
                    <a:pt x="9428" y="9097"/>
                  </a:lnTo>
                  <a:lnTo>
                    <a:pt x="9318" y="8914"/>
                  </a:lnTo>
                  <a:lnTo>
                    <a:pt x="9171" y="8694"/>
                  </a:lnTo>
                  <a:lnTo>
                    <a:pt x="8951" y="8547"/>
                  </a:lnTo>
                  <a:lnTo>
                    <a:pt x="8768" y="8400"/>
                  </a:lnTo>
                  <a:lnTo>
                    <a:pt x="8658" y="8290"/>
                  </a:lnTo>
                  <a:lnTo>
                    <a:pt x="8548" y="8107"/>
                  </a:lnTo>
                  <a:lnTo>
                    <a:pt x="8511" y="7887"/>
                  </a:lnTo>
                  <a:lnTo>
                    <a:pt x="8474" y="7887"/>
                  </a:lnTo>
                  <a:lnTo>
                    <a:pt x="8474" y="7777"/>
                  </a:lnTo>
                  <a:lnTo>
                    <a:pt x="8438" y="7740"/>
                  </a:lnTo>
                  <a:lnTo>
                    <a:pt x="8364" y="7740"/>
                  </a:lnTo>
                  <a:lnTo>
                    <a:pt x="7887" y="7667"/>
                  </a:lnTo>
                  <a:lnTo>
                    <a:pt x="7374" y="7630"/>
                  </a:lnTo>
                  <a:lnTo>
                    <a:pt x="7117" y="7630"/>
                  </a:lnTo>
                  <a:lnTo>
                    <a:pt x="6860" y="7667"/>
                  </a:lnTo>
                  <a:lnTo>
                    <a:pt x="6640" y="7740"/>
                  </a:lnTo>
                  <a:lnTo>
                    <a:pt x="6457" y="7887"/>
                  </a:lnTo>
                  <a:lnTo>
                    <a:pt x="6384" y="7777"/>
                  </a:lnTo>
                  <a:lnTo>
                    <a:pt x="6347" y="7703"/>
                  </a:lnTo>
                  <a:lnTo>
                    <a:pt x="6384" y="7630"/>
                  </a:lnTo>
                  <a:lnTo>
                    <a:pt x="6420" y="7557"/>
                  </a:lnTo>
                  <a:lnTo>
                    <a:pt x="6604" y="7410"/>
                  </a:lnTo>
                  <a:lnTo>
                    <a:pt x="6787" y="7337"/>
                  </a:lnTo>
                  <a:lnTo>
                    <a:pt x="7080" y="7300"/>
                  </a:lnTo>
                  <a:lnTo>
                    <a:pt x="7374" y="7227"/>
                  </a:lnTo>
                  <a:lnTo>
                    <a:pt x="7521" y="7153"/>
                  </a:lnTo>
                  <a:lnTo>
                    <a:pt x="7704" y="7006"/>
                  </a:lnTo>
                  <a:lnTo>
                    <a:pt x="7741" y="6896"/>
                  </a:lnTo>
                  <a:lnTo>
                    <a:pt x="7777" y="6823"/>
                  </a:lnTo>
                  <a:lnTo>
                    <a:pt x="7741" y="6750"/>
                  </a:lnTo>
                  <a:lnTo>
                    <a:pt x="7667" y="6676"/>
                  </a:lnTo>
                  <a:lnTo>
                    <a:pt x="7594" y="6603"/>
                  </a:lnTo>
                  <a:lnTo>
                    <a:pt x="7484" y="6603"/>
                  </a:lnTo>
                  <a:lnTo>
                    <a:pt x="7227" y="6640"/>
                  </a:lnTo>
                  <a:lnTo>
                    <a:pt x="7007" y="6713"/>
                  </a:lnTo>
                  <a:lnTo>
                    <a:pt x="6787" y="6786"/>
                  </a:lnTo>
                  <a:lnTo>
                    <a:pt x="6714" y="6786"/>
                  </a:lnTo>
                  <a:lnTo>
                    <a:pt x="6640" y="6750"/>
                  </a:lnTo>
                  <a:lnTo>
                    <a:pt x="6640" y="6676"/>
                  </a:lnTo>
                  <a:lnTo>
                    <a:pt x="6677" y="6603"/>
                  </a:lnTo>
                  <a:lnTo>
                    <a:pt x="6750" y="6456"/>
                  </a:lnTo>
                  <a:lnTo>
                    <a:pt x="6824" y="6346"/>
                  </a:lnTo>
                  <a:lnTo>
                    <a:pt x="7080" y="6199"/>
                  </a:lnTo>
                  <a:lnTo>
                    <a:pt x="7337" y="6016"/>
                  </a:lnTo>
                  <a:lnTo>
                    <a:pt x="7704" y="5759"/>
                  </a:lnTo>
                  <a:lnTo>
                    <a:pt x="8108" y="5466"/>
                  </a:lnTo>
                  <a:lnTo>
                    <a:pt x="8181" y="5539"/>
                  </a:lnTo>
                  <a:lnTo>
                    <a:pt x="8218" y="5539"/>
                  </a:lnTo>
                  <a:lnTo>
                    <a:pt x="8254" y="5503"/>
                  </a:lnTo>
                  <a:lnTo>
                    <a:pt x="8511" y="5172"/>
                  </a:lnTo>
                  <a:lnTo>
                    <a:pt x="8731" y="4806"/>
                  </a:lnTo>
                  <a:close/>
                  <a:moveTo>
                    <a:pt x="10492" y="9171"/>
                  </a:moveTo>
                  <a:lnTo>
                    <a:pt x="10749" y="9391"/>
                  </a:lnTo>
                  <a:lnTo>
                    <a:pt x="10969" y="9611"/>
                  </a:lnTo>
                  <a:lnTo>
                    <a:pt x="10675" y="10124"/>
                  </a:lnTo>
                  <a:lnTo>
                    <a:pt x="10602" y="10198"/>
                  </a:lnTo>
                  <a:lnTo>
                    <a:pt x="10565" y="10161"/>
                  </a:lnTo>
                  <a:lnTo>
                    <a:pt x="10529" y="10088"/>
                  </a:lnTo>
                  <a:lnTo>
                    <a:pt x="10418" y="9941"/>
                  </a:lnTo>
                  <a:lnTo>
                    <a:pt x="10308" y="9758"/>
                  </a:lnTo>
                  <a:lnTo>
                    <a:pt x="10162" y="9611"/>
                  </a:lnTo>
                  <a:lnTo>
                    <a:pt x="10272" y="9501"/>
                  </a:lnTo>
                  <a:lnTo>
                    <a:pt x="10345" y="9427"/>
                  </a:lnTo>
                  <a:lnTo>
                    <a:pt x="10492" y="9171"/>
                  </a:lnTo>
                  <a:close/>
                  <a:moveTo>
                    <a:pt x="551" y="7300"/>
                  </a:moveTo>
                  <a:lnTo>
                    <a:pt x="808" y="7483"/>
                  </a:lnTo>
                  <a:lnTo>
                    <a:pt x="991" y="7703"/>
                  </a:lnTo>
                  <a:lnTo>
                    <a:pt x="1211" y="7924"/>
                  </a:lnTo>
                  <a:lnTo>
                    <a:pt x="1431" y="8144"/>
                  </a:lnTo>
                  <a:lnTo>
                    <a:pt x="1982" y="8584"/>
                  </a:lnTo>
                  <a:lnTo>
                    <a:pt x="2238" y="8841"/>
                  </a:lnTo>
                  <a:lnTo>
                    <a:pt x="2349" y="8987"/>
                  </a:lnTo>
                  <a:lnTo>
                    <a:pt x="2422" y="9134"/>
                  </a:lnTo>
                  <a:lnTo>
                    <a:pt x="2202" y="9281"/>
                  </a:lnTo>
                  <a:lnTo>
                    <a:pt x="2018" y="9464"/>
                  </a:lnTo>
                  <a:lnTo>
                    <a:pt x="1872" y="9684"/>
                  </a:lnTo>
                  <a:lnTo>
                    <a:pt x="1762" y="9978"/>
                  </a:lnTo>
                  <a:lnTo>
                    <a:pt x="1725" y="10344"/>
                  </a:lnTo>
                  <a:lnTo>
                    <a:pt x="1762" y="10675"/>
                  </a:lnTo>
                  <a:lnTo>
                    <a:pt x="1908" y="11408"/>
                  </a:lnTo>
                  <a:lnTo>
                    <a:pt x="1542" y="10968"/>
                  </a:lnTo>
                  <a:lnTo>
                    <a:pt x="1248" y="10528"/>
                  </a:lnTo>
                  <a:lnTo>
                    <a:pt x="991" y="10014"/>
                  </a:lnTo>
                  <a:lnTo>
                    <a:pt x="808" y="9501"/>
                  </a:lnTo>
                  <a:lnTo>
                    <a:pt x="661" y="8951"/>
                  </a:lnTo>
                  <a:lnTo>
                    <a:pt x="551" y="8400"/>
                  </a:lnTo>
                  <a:lnTo>
                    <a:pt x="514" y="7850"/>
                  </a:lnTo>
                  <a:lnTo>
                    <a:pt x="551" y="7300"/>
                  </a:lnTo>
                  <a:close/>
                  <a:moveTo>
                    <a:pt x="6897" y="8620"/>
                  </a:moveTo>
                  <a:lnTo>
                    <a:pt x="6934" y="8694"/>
                  </a:lnTo>
                  <a:lnTo>
                    <a:pt x="7007" y="8731"/>
                  </a:lnTo>
                  <a:lnTo>
                    <a:pt x="7264" y="8877"/>
                  </a:lnTo>
                  <a:lnTo>
                    <a:pt x="7484" y="9024"/>
                  </a:lnTo>
                  <a:lnTo>
                    <a:pt x="7704" y="9207"/>
                  </a:lnTo>
                  <a:lnTo>
                    <a:pt x="7887" y="9427"/>
                  </a:lnTo>
                  <a:lnTo>
                    <a:pt x="8034" y="9648"/>
                  </a:lnTo>
                  <a:lnTo>
                    <a:pt x="8181" y="9904"/>
                  </a:lnTo>
                  <a:lnTo>
                    <a:pt x="8254" y="10161"/>
                  </a:lnTo>
                  <a:lnTo>
                    <a:pt x="8254" y="10418"/>
                  </a:lnTo>
                  <a:lnTo>
                    <a:pt x="8218" y="10638"/>
                  </a:lnTo>
                  <a:lnTo>
                    <a:pt x="7704" y="10088"/>
                  </a:lnTo>
                  <a:lnTo>
                    <a:pt x="7154" y="9611"/>
                  </a:lnTo>
                  <a:lnTo>
                    <a:pt x="7080" y="9611"/>
                  </a:lnTo>
                  <a:lnTo>
                    <a:pt x="7044" y="9648"/>
                  </a:lnTo>
                  <a:lnTo>
                    <a:pt x="7080" y="9684"/>
                  </a:lnTo>
                  <a:lnTo>
                    <a:pt x="7557" y="10344"/>
                  </a:lnTo>
                  <a:lnTo>
                    <a:pt x="8071" y="10968"/>
                  </a:lnTo>
                  <a:lnTo>
                    <a:pt x="7887" y="11188"/>
                  </a:lnTo>
                  <a:lnTo>
                    <a:pt x="7741" y="11408"/>
                  </a:lnTo>
                  <a:lnTo>
                    <a:pt x="7521" y="11628"/>
                  </a:lnTo>
                  <a:lnTo>
                    <a:pt x="7227" y="11372"/>
                  </a:lnTo>
                  <a:lnTo>
                    <a:pt x="6860" y="11005"/>
                  </a:lnTo>
                  <a:lnTo>
                    <a:pt x="6787" y="10748"/>
                  </a:lnTo>
                  <a:lnTo>
                    <a:pt x="6750" y="10491"/>
                  </a:lnTo>
                  <a:lnTo>
                    <a:pt x="6640" y="10234"/>
                  </a:lnTo>
                  <a:lnTo>
                    <a:pt x="6530" y="9978"/>
                  </a:lnTo>
                  <a:lnTo>
                    <a:pt x="6457" y="9868"/>
                  </a:lnTo>
                  <a:lnTo>
                    <a:pt x="6310" y="9868"/>
                  </a:lnTo>
                  <a:lnTo>
                    <a:pt x="5870" y="10014"/>
                  </a:lnTo>
                  <a:lnTo>
                    <a:pt x="5650" y="10088"/>
                  </a:lnTo>
                  <a:lnTo>
                    <a:pt x="5577" y="10088"/>
                  </a:lnTo>
                  <a:lnTo>
                    <a:pt x="5466" y="10014"/>
                  </a:lnTo>
                  <a:lnTo>
                    <a:pt x="5210" y="9904"/>
                  </a:lnTo>
                  <a:lnTo>
                    <a:pt x="5026" y="9758"/>
                  </a:lnTo>
                  <a:lnTo>
                    <a:pt x="4953" y="9648"/>
                  </a:lnTo>
                  <a:lnTo>
                    <a:pt x="4880" y="9538"/>
                  </a:lnTo>
                  <a:lnTo>
                    <a:pt x="4843" y="9427"/>
                  </a:lnTo>
                  <a:lnTo>
                    <a:pt x="4843" y="9281"/>
                  </a:lnTo>
                  <a:lnTo>
                    <a:pt x="4880" y="9134"/>
                  </a:lnTo>
                  <a:lnTo>
                    <a:pt x="4953" y="8987"/>
                  </a:lnTo>
                  <a:lnTo>
                    <a:pt x="5063" y="8877"/>
                  </a:lnTo>
                  <a:lnTo>
                    <a:pt x="5210" y="8804"/>
                  </a:lnTo>
                  <a:lnTo>
                    <a:pt x="5577" y="8694"/>
                  </a:lnTo>
                  <a:lnTo>
                    <a:pt x="5870" y="8657"/>
                  </a:lnTo>
                  <a:lnTo>
                    <a:pt x="6384" y="8657"/>
                  </a:lnTo>
                  <a:lnTo>
                    <a:pt x="6897" y="8620"/>
                  </a:lnTo>
                  <a:close/>
                  <a:moveTo>
                    <a:pt x="8621" y="10088"/>
                  </a:moveTo>
                  <a:lnTo>
                    <a:pt x="9355" y="10565"/>
                  </a:lnTo>
                  <a:lnTo>
                    <a:pt x="9501" y="10711"/>
                  </a:lnTo>
                  <a:lnTo>
                    <a:pt x="9648" y="10858"/>
                  </a:lnTo>
                  <a:lnTo>
                    <a:pt x="9758" y="11005"/>
                  </a:lnTo>
                  <a:lnTo>
                    <a:pt x="9868" y="11151"/>
                  </a:lnTo>
                  <a:lnTo>
                    <a:pt x="9355" y="11628"/>
                  </a:lnTo>
                  <a:lnTo>
                    <a:pt x="9318" y="11592"/>
                  </a:lnTo>
                  <a:lnTo>
                    <a:pt x="9208" y="11482"/>
                  </a:lnTo>
                  <a:lnTo>
                    <a:pt x="9061" y="11408"/>
                  </a:lnTo>
                  <a:lnTo>
                    <a:pt x="8878" y="11298"/>
                  </a:lnTo>
                  <a:lnTo>
                    <a:pt x="8768" y="11188"/>
                  </a:lnTo>
                  <a:lnTo>
                    <a:pt x="8511" y="10931"/>
                  </a:lnTo>
                  <a:lnTo>
                    <a:pt x="8548" y="10821"/>
                  </a:lnTo>
                  <a:lnTo>
                    <a:pt x="8621" y="10638"/>
                  </a:lnTo>
                  <a:lnTo>
                    <a:pt x="8658" y="10455"/>
                  </a:lnTo>
                  <a:lnTo>
                    <a:pt x="8658" y="10271"/>
                  </a:lnTo>
                  <a:lnTo>
                    <a:pt x="8621" y="10088"/>
                  </a:lnTo>
                  <a:close/>
                  <a:moveTo>
                    <a:pt x="6860" y="11555"/>
                  </a:moveTo>
                  <a:lnTo>
                    <a:pt x="7190" y="11885"/>
                  </a:lnTo>
                  <a:lnTo>
                    <a:pt x="7007" y="11958"/>
                  </a:lnTo>
                  <a:lnTo>
                    <a:pt x="6897" y="11958"/>
                  </a:lnTo>
                  <a:lnTo>
                    <a:pt x="6787" y="11922"/>
                  </a:lnTo>
                  <a:lnTo>
                    <a:pt x="6860" y="11555"/>
                  </a:lnTo>
                  <a:close/>
                  <a:moveTo>
                    <a:pt x="8328" y="11262"/>
                  </a:moveTo>
                  <a:lnTo>
                    <a:pt x="8474" y="11445"/>
                  </a:lnTo>
                  <a:lnTo>
                    <a:pt x="8658" y="11628"/>
                  </a:lnTo>
                  <a:lnTo>
                    <a:pt x="8878" y="11775"/>
                  </a:lnTo>
                  <a:lnTo>
                    <a:pt x="8988" y="11812"/>
                  </a:lnTo>
                  <a:lnTo>
                    <a:pt x="9098" y="11848"/>
                  </a:lnTo>
                  <a:lnTo>
                    <a:pt x="8731" y="12105"/>
                  </a:lnTo>
                  <a:lnTo>
                    <a:pt x="8328" y="12325"/>
                  </a:lnTo>
                  <a:lnTo>
                    <a:pt x="8291" y="12289"/>
                  </a:lnTo>
                  <a:lnTo>
                    <a:pt x="7814" y="11885"/>
                  </a:lnTo>
                  <a:lnTo>
                    <a:pt x="8071" y="11592"/>
                  </a:lnTo>
                  <a:lnTo>
                    <a:pt x="8328" y="11262"/>
                  </a:lnTo>
                  <a:close/>
                  <a:moveTo>
                    <a:pt x="6970" y="2678"/>
                  </a:moveTo>
                  <a:lnTo>
                    <a:pt x="7374" y="2715"/>
                  </a:lnTo>
                  <a:lnTo>
                    <a:pt x="7777" y="2788"/>
                  </a:lnTo>
                  <a:lnTo>
                    <a:pt x="8181" y="2898"/>
                  </a:lnTo>
                  <a:lnTo>
                    <a:pt x="8548" y="3008"/>
                  </a:lnTo>
                  <a:lnTo>
                    <a:pt x="8915" y="3192"/>
                  </a:lnTo>
                  <a:lnTo>
                    <a:pt x="9281" y="3375"/>
                  </a:lnTo>
                  <a:lnTo>
                    <a:pt x="9611" y="3595"/>
                  </a:lnTo>
                  <a:lnTo>
                    <a:pt x="9501" y="3632"/>
                  </a:lnTo>
                  <a:lnTo>
                    <a:pt x="9281" y="3815"/>
                  </a:lnTo>
                  <a:lnTo>
                    <a:pt x="9171" y="3925"/>
                  </a:lnTo>
                  <a:lnTo>
                    <a:pt x="9061" y="4035"/>
                  </a:lnTo>
                  <a:lnTo>
                    <a:pt x="9061" y="4072"/>
                  </a:lnTo>
                  <a:lnTo>
                    <a:pt x="9061" y="4109"/>
                  </a:lnTo>
                  <a:lnTo>
                    <a:pt x="9135" y="4109"/>
                  </a:lnTo>
                  <a:lnTo>
                    <a:pt x="9245" y="4072"/>
                  </a:lnTo>
                  <a:lnTo>
                    <a:pt x="9355" y="4072"/>
                  </a:lnTo>
                  <a:lnTo>
                    <a:pt x="9685" y="3925"/>
                  </a:lnTo>
                  <a:lnTo>
                    <a:pt x="9905" y="3815"/>
                  </a:lnTo>
                  <a:lnTo>
                    <a:pt x="10198" y="4035"/>
                  </a:lnTo>
                  <a:lnTo>
                    <a:pt x="9905" y="4255"/>
                  </a:lnTo>
                  <a:lnTo>
                    <a:pt x="9611" y="4512"/>
                  </a:lnTo>
                  <a:lnTo>
                    <a:pt x="9281" y="4475"/>
                  </a:lnTo>
                  <a:lnTo>
                    <a:pt x="8731" y="4475"/>
                  </a:lnTo>
                  <a:lnTo>
                    <a:pt x="8584" y="4512"/>
                  </a:lnTo>
                  <a:lnTo>
                    <a:pt x="8548" y="4549"/>
                  </a:lnTo>
                  <a:lnTo>
                    <a:pt x="8511" y="4622"/>
                  </a:lnTo>
                  <a:lnTo>
                    <a:pt x="8328" y="4989"/>
                  </a:lnTo>
                  <a:lnTo>
                    <a:pt x="8108" y="5356"/>
                  </a:lnTo>
                  <a:lnTo>
                    <a:pt x="7851" y="5466"/>
                  </a:lnTo>
                  <a:lnTo>
                    <a:pt x="7594" y="5613"/>
                  </a:lnTo>
                  <a:lnTo>
                    <a:pt x="7117" y="5906"/>
                  </a:lnTo>
                  <a:lnTo>
                    <a:pt x="6714" y="6163"/>
                  </a:lnTo>
                  <a:lnTo>
                    <a:pt x="6530" y="6310"/>
                  </a:lnTo>
                  <a:lnTo>
                    <a:pt x="6457" y="6383"/>
                  </a:lnTo>
                  <a:lnTo>
                    <a:pt x="6420" y="6493"/>
                  </a:lnTo>
                  <a:lnTo>
                    <a:pt x="6384" y="6676"/>
                  </a:lnTo>
                  <a:lnTo>
                    <a:pt x="6420" y="6786"/>
                  </a:lnTo>
                  <a:lnTo>
                    <a:pt x="6457" y="6896"/>
                  </a:lnTo>
                  <a:lnTo>
                    <a:pt x="6567" y="6970"/>
                  </a:lnTo>
                  <a:lnTo>
                    <a:pt x="6677" y="6970"/>
                  </a:lnTo>
                  <a:lnTo>
                    <a:pt x="6824" y="7006"/>
                  </a:lnTo>
                  <a:lnTo>
                    <a:pt x="7117" y="6933"/>
                  </a:lnTo>
                  <a:lnTo>
                    <a:pt x="7301" y="6860"/>
                  </a:lnTo>
                  <a:lnTo>
                    <a:pt x="7447" y="6823"/>
                  </a:lnTo>
                  <a:lnTo>
                    <a:pt x="7484" y="6860"/>
                  </a:lnTo>
                  <a:lnTo>
                    <a:pt x="7411" y="6896"/>
                  </a:lnTo>
                  <a:lnTo>
                    <a:pt x="7227" y="7006"/>
                  </a:lnTo>
                  <a:lnTo>
                    <a:pt x="6860" y="7080"/>
                  </a:lnTo>
                  <a:lnTo>
                    <a:pt x="6530" y="7153"/>
                  </a:lnTo>
                  <a:lnTo>
                    <a:pt x="6347" y="7227"/>
                  </a:lnTo>
                  <a:lnTo>
                    <a:pt x="6237" y="7337"/>
                  </a:lnTo>
                  <a:lnTo>
                    <a:pt x="6163" y="7483"/>
                  </a:lnTo>
                  <a:lnTo>
                    <a:pt x="6127" y="7630"/>
                  </a:lnTo>
                  <a:lnTo>
                    <a:pt x="6127" y="7777"/>
                  </a:lnTo>
                  <a:lnTo>
                    <a:pt x="6163" y="7924"/>
                  </a:lnTo>
                  <a:lnTo>
                    <a:pt x="6237" y="8070"/>
                  </a:lnTo>
                  <a:lnTo>
                    <a:pt x="6384" y="8180"/>
                  </a:lnTo>
                  <a:lnTo>
                    <a:pt x="6494" y="8180"/>
                  </a:lnTo>
                  <a:lnTo>
                    <a:pt x="6567" y="8144"/>
                  </a:lnTo>
                  <a:lnTo>
                    <a:pt x="6640" y="8070"/>
                  </a:lnTo>
                  <a:lnTo>
                    <a:pt x="6714" y="7997"/>
                  </a:lnTo>
                  <a:lnTo>
                    <a:pt x="6897" y="7924"/>
                  </a:lnTo>
                  <a:lnTo>
                    <a:pt x="7337" y="7924"/>
                  </a:lnTo>
                  <a:lnTo>
                    <a:pt x="8328" y="7997"/>
                  </a:lnTo>
                  <a:lnTo>
                    <a:pt x="8328" y="8144"/>
                  </a:lnTo>
                  <a:lnTo>
                    <a:pt x="8364" y="8327"/>
                  </a:lnTo>
                  <a:lnTo>
                    <a:pt x="8438" y="8474"/>
                  </a:lnTo>
                  <a:lnTo>
                    <a:pt x="8548" y="8584"/>
                  </a:lnTo>
                  <a:lnTo>
                    <a:pt x="8768" y="8767"/>
                  </a:lnTo>
                  <a:lnTo>
                    <a:pt x="8548" y="8694"/>
                  </a:lnTo>
                  <a:lnTo>
                    <a:pt x="8328" y="8657"/>
                  </a:lnTo>
                  <a:lnTo>
                    <a:pt x="8291" y="8657"/>
                  </a:lnTo>
                  <a:lnTo>
                    <a:pt x="8291" y="8731"/>
                  </a:lnTo>
                  <a:lnTo>
                    <a:pt x="8511" y="8951"/>
                  </a:lnTo>
                  <a:lnTo>
                    <a:pt x="8768" y="9171"/>
                  </a:lnTo>
                  <a:lnTo>
                    <a:pt x="9355" y="9501"/>
                  </a:lnTo>
                  <a:lnTo>
                    <a:pt x="9428" y="9574"/>
                  </a:lnTo>
                  <a:lnTo>
                    <a:pt x="9538" y="9648"/>
                  </a:lnTo>
                  <a:lnTo>
                    <a:pt x="9648" y="9684"/>
                  </a:lnTo>
                  <a:lnTo>
                    <a:pt x="9795" y="9794"/>
                  </a:lnTo>
                  <a:lnTo>
                    <a:pt x="9942" y="9941"/>
                  </a:lnTo>
                  <a:lnTo>
                    <a:pt x="10125" y="10198"/>
                  </a:lnTo>
                  <a:lnTo>
                    <a:pt x="10272" y="10344"/>
                  </a:lnTo>
                  <a:lnTo>
                    <a:pt x="10418" y="10491"/>
                  </a:lnTo>
                  <a:lnTo>
                    <a:pt x="10125" y="10858"/>
                  </a:lnTo>
                  <a:lnTo>
                    <a:pt x="9978" y="10638"/>
                  </a:lnTo>
                  <a:lnTo>
                    <a:pt x="9795" y="10455"/>
                  </a:lnTo>
                  <a:lnTo>
                    <a:pt x="9428" y="10161"/>
                  </a:lnTo>
                  <a:lnTo>
                    <a:pt x="8988" y="9904"/>
                  </a:lnTo>
                  <a:lnTo>
                    <a:pt x="8401" y="9501"/>
                  </a:lnTo>
                  <a:lnTo>
                    <a:pt x="8144" y="9171"/>
                  </a:lnTo>
                  <a:lnTo>
                    <a:pt x="7851" y="8877"/>
                  </a:lnTo>
                  <a:lnTo>
                    <a:pt x="7557" y="8657"/>
                  </a:lnTo>
                  <a:lnTo>
                    <a:pt x="7227" y="8437"/>
                  </a:lnTo>
                  <a:lnTo>
                    <a:pt x="7190" y="8437"/>
                  </a:lnTo>
                  <a:lnTo>
                    <a:pt x="7190" y="8400"/>
                  </a:lnTo>
                  <a:lnTo>
                    <a:pt x="7154" y="8400"/>
                  </a:lnTo>
                  <a:lnTo>
                    <a:pt x="7044" y="8364"/>
                  </a:lnTo>
                  <a:lnTo>
                    <a:pt x="6677" y="8327"/>
                  </a:lnTo>
                  <a:lnTo>
                    <a:pt x="6273" y="8290"/>
                  </a:lnTo>
                  <a:lnTo>
                    <a:pt x="5870" y="8327"/>
                  </a:lnTo>
                  <a:lnTo>
                    <a:pt x="5466" y="8364"/>
                  </a:lnTo>
                  <a:lnTo>
                    <a:pt x="5173" y="8437"/>
                  </a:lnTo>
                  <a:lnTo>
                    <a:pt x="4990" y="8510"/>
                  </a:lnTo>
                  <a:lnTo>
                    <a:pt x="4843" y="8620"/>
                  </a:lnTo>
                  <a:lnTo>
                    <a:pt x="4733" y="8731"/>
                  </a:lnTo>
                  <a:lnTo>
                    <a:pt x="4623" y="8841"/>
                  </a:lnTo>
                  <a:lnTo>
                    <a:pt x="4549" y="8987"/>
                  </a:lnTo>
                  <a:lnTo>
                    <a:pt x="4476" y="9171"/>
                  </a:lnTo>
                  <a:lnTo>
                    <a:pt x="4476" y="9317"/>
                  </a:lnTo>
                  <a:lnTo>
                    <a:pt x="4476" y="9464"/>
                  </a:lnTo>
                  <a:lnTo>
                    <a:pt x="4513" y="9611"/>
                  </a:lnTo>
                  <a:lnTo>
                    <a:pt x="4549" y="9721"/>
                  </a:lnTo>
                  <a:lnTo>
                    <a:pt x="4733" y="9978"/>
                  </a:lnTo>
                  <a:lnTo>
                    <a:pt x="4953" y="10161"/>
                  </a:lnTo>
                  <a:lnTo>
                    <a:pt x="5246" y="10344"/>
                  </a:lnTo>
                  <a:lnTo>
                    <a:pt x="5577" y="10491"/>
                  </a:lnTo>
                  <a:lnTo>
                    <a:pt x="5687" y="10491"/>
                  </a:lnTo>
                  <a:lnTo>
                    <a:pt x="5797" y="10418"/>
                  </a:lnTo>
                  <a:lnTo>
                    <a:pt x="6090" y="10308"/>
                  </a:lnTo>
                  <a:lnTo>
                    <a:pt x="6090" y="10418"/>
                  </a:lnTo>
                  <a:lnTo>
                    <a:pt x="6090" y="10528"/>
                  </a:lnTo>
                  <a:lnTo>
                    <a:pt x="6163" y="10785"/>
                  </a:lnTo>
                  <a:lnTo>
                    <a:pt x="6310" y="10968"/>
                  </a:lnTo>
                  <a:lnTo>
                    <a:pt x="6494" y="11188"/>
                  </a:lnTo>
                  <a:lnTo>
                    <a:pt x="6494" y="11592"/>
                  </a:lnTo>
                  <a:lnTo>
                    <a:pt x="6420" y="11958"/>
                  </a:lnTo>
                  <a:lnTo>
                    <a:pt x="6384" y="12105"/>
                  </a:lnTo>
                  <a:lnTo>
                    <a:pt x="6420" y="12142"/>
                  </a:lnTo>
                  <a:lnTo>
                    <a:pt x="6457" y="12179"/>
                  </a:lnTo>
                  <a:lnTo>
                    <a:pt x="6714" y="12289"/>
                  </a:lnTo>
                  <a:lnTo>
                    <a:pt x="6970" y="12325"/>
                  </a:lnTo>
                  <a:lnTo>
                    <a:pt x="7227" y="12252"/>
                  </a:lnTo>
                  <a:lnTo>
                    <a:pt x="7447" y="12142"/>
                  </a:lnTo>
                  <a:lnTo>
                    <a:pt x="7924" y="12509"/>
                  </a:lnTo>
                  <a:lnTo>
                    <a:pt x="7484" y="12655"/>
                  </a:lnTo>
                  <a:lnTo>
                    <a:pt x="7044" y="12802"/>
                  </a:lnTo>
                  <a:lnTo>
                    <a:pt x="6714" y="12876"/>
                  </a:lnTo>
                  <a:lnTo>
                    <a:pt x="6604" y="12765"/>
                  </a:lnTo>
                  <a:lnTo>
                    <a:pt x="6494" y="12582"/>
                  </a:lnTo>
                  <a:lnTo>
                    <a:pt x="6310" y="12289"/>
                  </a:lnTo>
                  <a:lnTo>
                    <a:pt x="6090" y="12032"/>
                  </a:lnTo>
                  <a:lnTo>
                    <a:pt x="5870" y="11812"/>
                  </a:lnTo>
                  <a:lnTo>
                    <a:pt x="5466" y="11372"/>
                  </a:lnTo>
                  <a:lnTo>
                    <a:pt x="5100" y="10895"/>
                  </a:lnTo>
                  <a:lnTo>
                    <a:pt x="5063" y="10858"/>
                  </a:lnTo>
                  <a:lnTo>
                    <a:pt x="4990" y="10858"/>
                  </a:lnTo>
                  <a:lnTo>
                    <a:pt x="4953" y="10895"/>
                  </a:lnTo>
                  <a:lnTo>
                    <a:pt x="4953" y="10931"/>
                  </a:lnTo>
                  <a:lnTo>
                    <a:pt x="4953" y="11151"/>
                  </a:lnTo>
                  <a:lnTo>
                    <a:pt x="5026" y="11335"/>
                  </a:lnTo>
                  <a:lnTo>
                    <a:pt x="5100" y="11518"/>
                  </a:lnTo>
                  <a:lnTo>
                    <a:pt x="5246" y="11702"/>
                  </a:lnTo>
                  <a:lnTo>
                    <a:pt x="5540" y="12032"/>
                  </a:lnTo>
                  <a:lnTo>
                    <a:pt x="5833" y="12325"/>
                  </a:lnTo>
                  <a:lnTo>
                    <a:pt x="6017" y="12582"/>
                  </a:lnTo>
                  <a:lnTo>
                    <a:pt x="6200" y="12912"/>
                  </a:lnTo>
                  <a:lnTo>
                    <a:pt x="5650" y="12949"/>
                  </a:lnTo>
                  <a:lnTo>
                    <a:pt x="5026" y="12362"/>
                  </a:lnTo>
                  <a:lnTo>
                    <a:pt x="4659" y="11995"/>
                  </a:lnTo>
                  <a:lnTo>
                    <a:pt x="4513" y="11812"/>
                  </a:lnTo>
                  <a:lnTo>
                    <a:pt x="4439" y="11555"/>
                  </a:lnTo>
                  <a:lnTo>
                    <a:pt x="4403" y="11518"/>
                  </a:lnTo>
                  <a:lnTo>
                    <a:pt x="4329" y="11482"/>
                  </a:lnTo>
                  <a:lnTo>
                    <a:pt x="4256" y="11482"/>
                  </a:lnTo>
                  <a:lnTo>
                    <a:pt x="4219" y="11555"/>
                  </a:lnTo>
                  <a:lnTo>
                    <a:pt x="4219" y="11665"/>
                  </a:lnTo>
                  <a:lnTo>
                    <a:pt x="4219" y="11812"/>
                  </a:lnTo>
                  <a:lnTo>
                    <a:pt x="4293" y="12032"/>
                  </a:lnTo>
                  <a:lnTo>
                    <a:pt x="4403" y="12252"/>
                  </a:lnTo>
                  <a:lnTo>
                    <a:pt x="4586" y="12435"/>
                  </a:lnTo>
                  <a:lnTo>
                    <a:pt x="4953" y="12876"/>
                  </a:lnTo>
                  <a:lnTo>
                    <a:pt x="4880" y="12876"/>
                  </a:lnTo>
                  <a:lnTo>
                    <a:pt x="4880" y="12839"/>
                  </a:lnTo>
                  <a:lnTo>
                    <a:pt x="4880" y="12802"/>
                  </a:lnTo>
                  <a:lnTo>
                    <a:pt x="4843" y="12765"/>
                  </a:lnTo>
                  <a:lnTo>
                    <a:pt x="4549" y="12692"/>
                  </a:lnTo>
                  <a:lnTo>
                    <a:pt x="4439" y="12655"/>
                  </a:lnTo>
                  <a:lnTo>
                    <a:pt x="4366" y="12545"/>
                  </a:lnTo>
                  <a:lnTo>
                    <a:pt x="4293" y="12362"/>
                  </a:lnTo>
                  <a:lnTo>
                    <a:pt x="4073" y="11995"/>
                  </a:lnTo>
                  <a:lnTo>
                    <a:pt x="3926" y="11848"/>
                  </a:lnTo>
                  <a:lnTo>
                    <a:pt x="3816" y="11738"/>
                  </a:lnTo>
                  <a:lnTo>
                    <a:pt x="3816" y="11665"/>
                  </a:lnTo>
                  <a:lnTo>
                    <a:pt x="3816" y="11592"/>
                  </a:lnTo>
                  <a:lnTo>
                    <a:pt x="3779" y="11555"/>
                  </a:lnTo>
                  <a:lnTo>
                    <a:pt x="3742" y="11518"/>
                  </a:lnTo>
                  <a:lnTo>
                    <a:pt x="3669" y="11555"/>
                  </a:lnTo>
                  <a:lnTo>
                    <a:pt x="3559" y="11628"/>
                  </a:lnTo>
                  <a:lnTo>
                    <a:pt x="3522" y="11702"/>
                  </a:lnTo>
                  <a:lnTo>
                    <a:pt x="3522" y="11848"/>
                  </a:lnTo>
                  <a:lnTo>
                    <a:pt x="3559" y="11958"/>
                  </a:lnTo>
                  <a:lnTo>
                    <a:pt x="3669" y="12105"/>
                  </a:lnTo>
                  <a:lnTo>
                    <a:pt x="3779" y="12252"/>
                  </a:lnTo>
                  <a:lnTo>
                    <a:pt x="3889" y="12435"/>
                  </a:lnTo>
                  <a:lnTo>
                    <a:pt x="3963" y="12655"/>
                  </a:lnTo>
                  <a:lnTo>
                    <a:pt x="3963" y="12655"/>
                  </a:lnTo>
                  <a:lnTo>
                    <a:pt x="3376" y="12435"/>
                  </a:lnTo>
                  <a:lnTo>
                    <a:pt x="2825" y="12105"/>
                  </a:lnTo>
                  <a:lnTo>
                    <a:pt x="2789" y="12069"/>
                  </a:lnTo>
                  <a:lnTo>
                    <a:pt x="2715" y="11958"/>
                  </a:lnTo>
                  <a:lnTo>
                    <a:pt x="2605" y="11885"/>
                  </a:lnTo>
                  <a:lnTo>
                    <a:pt x="2349" y="11812"/>
                  </a:lnTo>
                  <a:lnTo>
                    <a:pt x="2312" y="11738"/>
                  </a:lnTo>
                  <a:lnTo>
                    <a:pt x="2165" y="11115"/>
                  </a:lnTo>
                  <a:lnTo>
                    <a:pt x="2092" y="10748"/>
                  </a:lnTo>
                  <a:lnTo>
                    <a:pt x="2055" y="10381"/>
                  </a:lnTo>
                  <a:lnTo>
                    <a:pt x="2055" y="10051"/>
                  </a:lnTo>
                  <a:lnTo>
                    <a:pt x="2092" y="9868"/>
                  </a:lnTo>
                  <a:lnTo>
                    <a:pt x="2165" y="9758"/>
                  </a:lnTo>
                  <a:lnTo>
                    <a:pt x="2238" y="9611"/>
                  </a:lnTo>
                  <a:lnTo>
                    <a:pt x="2349" y="9538"/>
                  </a:lnTo>
                  <a:lnTo>
                    <a:pt x="2495" y="9464"/>
                  </a:lnTo>
                  <a:lnTo>
                    <a:pt x="2679" y="9391"/>
                  </a:lnTo>
                  <a:lnTo>
                    <a:pt x="2715" y="9391"/>
                  </a:lnTo>
                  <a:lnTo>
                    <a:pt x="2752" y="9354"/>
                  </a:lnTo>
                  <a:lnTo>
                    <a:pt x="2789" y="9281"/>
                  </a:lnTo>
                  <a:lnTo>
                    <a:pt x="2789" y="9207"/>
                  </a:lnTo>
                  <a:lnTo>
                    <a:pt x="2715" y="9024"/>
                  </a:lnTo>
                  <a:lnTo>
                    <a:pt x="2605" y="8841"/>
                  </a:lnTo>
                  <a:lnTo>
                    <a:pt x="2495" y="8694"/>
                  </a:lnTo>
                  <a:lnTo>
                    <a:pt x="2349" y="8510"/>
                  </a:lnTo>
                  <a:lnTo>
                    <a:pt x="2055" y="8254"/>
                  </a:lnTo>
                  <a:lnTo>
                    <a:pt x="1725" y="7960"/>
                  </a:lnTo>
                  <a:lnTo>
                    <a:pt x="1505" y="7813"/>
                  </a:lnTo>
                  <a:lnTo>
                    <a:pt x="1285" y="7630"/>
                  </a:lnTo>
                  <a:lnTo>
                    <a:pt x="1175" y="7447"/>
                  </a:lnTo>
                  <a:lnTo>
                    <a:pt x="991" y="7300"/>
                  </a:lnTo>
                  <a:lnTo>
                    <a:pt x="771" y="7153"/>
                  </a:lnTo>
                  <a:lnTo>
                    <a:pt x="551" y="7117"/>
                  </a:lnTo>
                  <a:lnTo>
                    <a:pt x="661" y="6566"/>
                  </a:lnTo>
                  <a:lnTo>
                    <a:pt x="771" y="6089"/>
                  </a:lnTo>
                  <a:lnTo>
                    <a:pt x="808" y="6016"/>
                  </a:lnTo>
                  <a:lnTo>
                    <a:pt x="955" y="5943"/>
                  </a:lnTo>
                  <a:lnTo>
                    <a:pt x="1101" y="5906"/>
                  </a:lnTo>
                  <a:lnTo>
                    <a:pt x="1248" y="5906"/>
                  </a:lnTo>
                  <a:lnTo>
                    <a:pt x="1395" y="5943"/>
                  </a:lnTo>
                  <a:lnTo>
                    <a:pt x="1505" y="6016"/>
                  </a:lnTo>
                  <a:lnTo>
                    <a:pt x="1615" y="6126"/>
                  </a:lnTo>
                  <a:lnTo>
                    <a:pt x="1652" y="6236"/>
                  </a:lnTo>
                  <a:lnTo>
                    <a:pt x="1652" y="6420"/>
                  </a:lnTo>
                  <a:lnTo>
                    <a:pt x="1652" y="6530"/>
                  </a:lnTo>
                  <a:lnTo>
                    <a:pt x="1688" y="6566"/>
                  </a:lnTo>
                  <a:lnTo>
                    <a:pt x="1725" y="6566"/>
                  </a:lnTo>
                  <a:lnTo>
                    <a:pt x="1945" y="6676"/>
                  </a:lnTo>
                  <a:lnTo>
                    <a:pt x="2128" y="6786"/>
                  </a:lnTo>
                  <a:lnTo>
                    <a:pt x="2275" y="6970"/>
                  </a:lnTo>
                  <a:lnTo>
                    <a:pt x="2385" y="7153"/>
                  </a:lnTo>
                  <a:lnTo>
                    <a:pt x="2459" y="7227"/>
                  </a:lnTo>
                  <a:lnTo>
                    <a:pt x="2532" y="7227"/>
                  </a:lnTo>
                  <a:lnTo>
                    <a:pt x="2605" y="7190"/>
                  </a:lnTo>
                  <a:lnTo>
                    <a:pt x="2642" y="7080"/>
                  </a:lnTo>
                  <a:lnTo>
                    <a:pt x="2532" y="5943"/>
                  </a:lnTo>
                  <a:lnTo>
                    <a:pt x="2752" y="5906"/>
                  </a:lnTo>
                  <a:lnTo>
                    <a:pt x="3009" y="5796"/>
                  </a:lnTo>
                  <a:lnTo>
                    <a:pt x="3229" y="5723"/>
                  </a:lnTo>
                  <a:lnTo>
                    <a:pt x="3449" y="5686"/>
                  </a:lnTo>
                  <a:lnTo>
                    <a:pt x="3669" y="5649"/>
                  </a:lnTo>
                  <a:lnTo>
                    <a:pt x="3889" y="5686"/>
                  </a:lnTo>
                  <a:lnTo>
                    <a:pt x="4293" y="5723"/>
                  </a:lnTo>
                  <a:lnTo>
                    <a:pt x="5100" y="5723"/>
                  </a:lnTo>
                  <a:lnTo>
                    <a:pt x="5283" y="5649"/>
                  </a:lnTo>
                  <a:lnTo>
                    <a:pt x="5503" y="5576"/>
                  </a:lnTo>
                  <a:lnTo>
                    <a:pt x="5577" y="5539"/>
                  </a:lnTo>
                  <a:lnTo>
                    <a:pt x="5613" y="5466"/>
                  </a:lnTo>
                  <a:lnTo>
                    <a:pt x="5613" y="5356"/>
                  </a:lnTo>
                  <a:lnTo>
                    <a:pt x="5577" y="5282"/>
                  </a:lnTo>
                  <a:lnTo>
                    <a:pt x="5246" y="4916"/>
                  </a:lnTo>
                  <a:lnTo>
                    <a:pt x="4880" y="4549"/>
                  </a:lnTo>
                  <a:lnTo>
                    <a:pt x="4696" y="4365"/>
                  </a:lnTo>
                  <a:lnTo>
                    <a:pt x="4513" y="4219"/>
                  </a:lnTo>
                  <a:lnTo>
                    <a:pt x="4293" y="4109"/>
                  </a:lnTo>
                  <a:lnTo>
                    <a:pt x="4036" y="3999"/>
                  </a:lnTo>
                  <a:lnTo>
                    <a:pt x="3999" y="3889"/>
                  </a:lnTo>
                  <a:lnTo>
                    <a:pt x="3963" y="3815"/>
                  </a:lnTo>
                  <a:lnTo>
                    <a:pt x="3852" y="3742"/>
                  </a:lnTo>
                  <a:lnTo>
                    <a:pt x="3742" y="3668"/>
                  </a:lnTo>
                  <a:lnTo>
                    <a:pt x="3376" y="3522"/>
                  </a:lnTo>
                  <a:lnTo>
                    <a:pt x="3192" y="3448"/>
                  </a:lnTo>
                  <a:lnTo>
                    <a:pt x="2972" y="3412"/>
                  </a:lnTo>
                  <a:lnTo>
                    <a:pt x="3412" y="3228"/>
                  </a:lnTo>
                  <a:lnTo>
                    <a:pt x="3816" y="3045"/>
                  </a:lnTo>
                  <a:lnTo>
                    <a:pt x="4256" y="2935"/>
                  </a:lnTo>
                  <a:lnTo>
                    <a:pt x="4696" y="2861"/>
                  </a:lnTo>
                  <a:lnTo>
                    <a:pt x="5136" y="2788"/>
                  </a:lnTo>
                  <a:lnTo>
                    <a:pt x="6494" y="2788"/>
                  </a:lnTo>
                  <a:lnTo>
                    <a:pt x="6567" y="2751"/>
                  </a:lnTo>
                  <a:lnTo>
                    <a:pt x="6567" y="2678"/>
                  </a:lnTo>
                  <a:close/>
                  <a:moveTo>
                    <a:pt x="5100" y="15590"/>
                  </a:moveTo>
                  <a:lnTo>
                    <a:pt x="5246" y="15627"/>
                  </a:lnTo>
                  <a:lnTo>
                    <a:pt x="5503" y="15700"/>
                  </a:lnTo>
                  <a:lnTo>
                    <a:pt x="5393" y="15737"/>
                  </a:lnTo>
                  <a:lnTo>
                    <a:pt x="5320" y="15810"/>
                  </a:lnTo>
                  <a:lnTo>
                    <a:pt x="5246" y="15920"/>
                  </a:lnTo>
                  <a:lnTo>
                    <a:pt x="5246" y="16030"/>
                  </a:lnTo>
                  <a:lnTo>
                    <a:pt x="5210" y="16177"/>
                  </a:lnTo>
                  <a:lnTo>
                    <a:pt x="5246" y="16360"/>
                  </a:lnTo>
                  <a:lnTo>
                    <a:pt x="5246" y="16434"/>
                  </a:lnTo>
                  <a:lnTo>
                    <a:pt x="5283" y="16507"/>
                  </a:lnTo>
                  <a:lnTo>
                    <a:pt x="5356" y="16580"/>
                  </a:lnTo>
                  <a:lnTo>
                    <a:pt x="5430" y="16617"/>
                  </a:lnTo>
                  <a:lnTo>
                    <a:pt x="5540" y="16617"/>
                  </a:lnTo>
                  <a:lnTo>
                    <a:pt x="5870" y="16947"/>
                  </a:lnTo>
                  <a:lnTo>
                    <a:pt x="6237" y="17167"/>
                  </a:lnTo>
                  <a:lnTo>
                    <a:pt x="6567" y="17351"/>
                  </a:lnTo>
                  <a:lnTo>
                    <a:pt x="6750" y="17424"/>
                  </a:lnTo>
                  <a:lnTo>
                    <a:pt x="3449" y="17387"/>
                  </a:lnTo>
                  <a:lnTo>
                    <a:pt x="3596" y="17314"/>
                  </a:lnTo>
                  <a:lnTo>
                    <a:pt x="3926" y="17167"/>
                  </a:lnTo>
                  <a:lnTo>
                    <a:pt x="4256" y="16984"/>
                  </a:lnTo>
                  <a:lnTo>
                    <a:pt x="4476" y="16837"/>
                  </a:lnTo>
                  <a:lnTo>
                    <a:pt x="4696" y="16654"/>
                  </a:lnTo>
                  <a:lnTo>
                    <a:pt x="4770" y="16690"/>
                  </a:lnTo>
                  <a:lnTo>
                    <a:pt x="4880" y="16690"/>
                  </a:lnTo>
                  <a:lnTo>
                    <a:pt x="4953" y="16654"/>
                  </a:lnTo>
                  <a:lnTo>
                    <a:pt x="5026" y="16580"/>
                  </a:lnTo>
                  <a:lnTo>
                    <a:pt x="5136" y="16397"/>
                  </a:lnTo>
                  <a:lnTo>
                    <a:pt x="5210" y="16214"/>
                  </a:lnTo>
                  <a:lnTo>
                    <a:pt x="5173" y="16103"/>
                  </a:lnTo>
                  <a:lnTo>
                    <a:pt x="5100" y="16030"/>
                  </a:lnTo>
                  <a:lnTo>
                    <a:pt x="5063" y="15993"/>
                  </a:lnTo>
                  <a:lnTo>
                    <a:pt x="5100" y="15773"/>
                  </a:lnTo>
                  <a:lnTo>
                    <a:pt x="5100" y="15590"/>
                  </a:lnTo>
                  <a:close/>
                  <a:moveTo>
                    <a:pt x="9795" y="0"/>
                  </a:moveTo>
                  <a:lnTo>
                    <a:pt x="9648" y="74"/>
                  </a:lnTo>
                  <a:lnTo>
                    <a:pt x="9391" y="110"/>
                  </a:lnTo>
                  <a:lnTo>
                    <a:pt x="9171" y="220"/>
                  </a:lnTo>
                  <a:lnTo>
                    <a:pt x="9061" y="294"/>
                  </a:lnTo>
                  <a:lnTo>
                    <a:pt x="8988" y="404"/>
                  </a:lnTo>
                  <a:lnTo>
                    <a:pt x="8951" y="514"/>
                  </a:lnTo>
                  <a:lnTo>
                    <a:pt x="8915" y="661"/>
                  </a:lnTo>
                  <a:lnTo>
                    <a:pt x="8915" y="771"/>
                  </a:lnTo>
                  <a:lnTo>
                    <a:pt x="8915" y="881"/>
                  </a:lnTo>
                  <a:lnTo>
                    <a:pt x="8988" y="1027"/>
                  </a:lnTo>
                  <a:lnTo>
                    <a:pt x="9025" y="1137"/>
                  </a:lnTo>
                  <a:lnTo>
                    <a:pt x="8254" y="2348"/>
                  </a:lnTo>
                  <a:lnTo>
                    <a:pt x="7631" y="2201"/>
                  </a:lnTo>
                  <a:lnTo>
                    <a:pt x="7007" y="2165"/>
                  </a:lnTo>
                  <a:lnTo>
                    <a:pt x="6384" y="2165"/>
                  </a:lnTo>
                  <a:lnTo>
                    <a:pt x="5797" y="2238"/>
                  </a:lnTo>
                  <a:lnTo>
                    <a:pt x="5650" y="2275"/>
                  </a:lnTo>
                  <a:lnTo>
                    <a:pt x="5577" y="2385"/>
                  </a:lnTo>
                  <a:lnTo>
                    <a:pt x="5100" y="2348"/>
                  </a:lnTo>
                  <a:lnTo>
                    <a:pt x="4623" y="2421"/>
                  </a:lnTo>
                  <a:lnTo>
                    <a:pt x="4109" y="2495"/>
                  </a:lnTo>
                  <a:lnTo>
                    <a:pt x="3632" y="2641"/>
                  </a:lnTo>
                  <a:lnTo>
                    <a:pt x="3192" y="2825"/>
                  </a:lnTo>
                  <a:lnTo>
                    <a:pt x="2715" y="3045"/>
                  </a:lnTo>
                  <a:lnTo>
                    <a:pt x="2312" y="3302"/>
                  </a:lnTo>
                  <a:lnTo>
                    <a:pt x="1945" y="3558"/>
                  </a:lnTo>
                  <a:lnTo>
                    <a:pt x="1505" y="3925"/>
                  </a:lnTo>
                  <a:lnTo>
                    <a:pt x="1138" y="4365"/>
                  </a:lnTo>
                  <a:lnTo>
                    <a:pt x="808" y="4806"/>
                  </a:lnTo>
                  <a:lnTo>
                    <a:pt x="551" y="5282"/>
                  </a:lnTo>
                  <a:lnTo>
                    <a:pt x="331" y="5796"/>
                  </a:lnTo>
                  <a:lnTo>
                    <a:pt x="184" y="6346"/>
                  </a:lnTo>
                  <a:lnTo>
                    <a:pt x="74" y="6896"/>
                  </a:lnTo>
                  <a:lnTo>
                    <a:pt x="1" y="7447"/>
                  </a:lnTo>
                  <a:lnTo>
                    <a:pt x="1" y="7997"/>
                  </a:lnTo>
                  <a:lnTo>
                    <a:pt x="38" y="8547"/>
                  </a:lnTo>
                  <a:lnTo>
                    <a:pt x="148" y="9097"/>
                  </a:lnTo>
                  <a:lnTo>
                    <a:pt x="294" y="9648"/>
                  </a:lnTo>
                  <a:lnTo>
                    <a:pt x="478" y="10161"/>
                  </a:lnTo>
                  <a:lnTo>
                    <a:pt x="698" y="10638"/>
                  </a:lnTo>
                  <a:lnTo>
                    <a:pt x="991" y="11115"/>
                  </a:lnTo>
                  <a:lnTo>
                    <a:pt x="1358" y="11555"/>
                  </a:lnTo>
                  <a:lnTo>
                    <a:pt x="1725" y="11958"/>
                  </a:lnTo>
                  <a:lnTo>
                    <a:pt x="2165" y="12325"/>
                  </a:lnTo>
                  <a:lnTo>
                    <a:pt x="2679" y="12655"/>
                  </a:lnTo>
                  <a:lnTo>
                    <a:pt x="3156" y="12912"/>
                  </a:lnTo>
                  <a:lnTo>
                    <a:pt x="3706" y="13132"/>
                  </a:lnTo>
                  <a:lnTo>
                    <a:pt x="4256" y="13279"/>
                  </a:lnTo>
                  <a:lnTo>
                    <a:pt x="4806" y="13389"/>
                  </a:lnTo>
                  <a:lnTo>
                    <a:pt x="5393" y="13462"/>
                  </a:lnTo>
                  <a:lnTo>
                    <a:pt x="5943" y="13462"/>
                  </a:lnTo>
                  <a:lnTo>
                    <a:pt x="6494" y="13426"/>
                  </a:lnTo>
                  <a:lnTo>
                    <a:pt x="7044" y="13352"/>
                  </a:lnTo>
                  <a:lnTo>
                    <a:pt x="7594" y="13206"/>
                  </a:lnTo>
                  <a:lnTo>
                    <a:pt x="8108" y="13022"/>
                  </a:lnTo>
                  <a:lnTo>
                    <a:pt x="8621" y="12802"/>
                  </a:lnTo>
                  <a:lnTo>
                    <a:pt x="9098" y="12509"/>
                  </a:lnTo>
                  <a:lnTo>
                    <a:pt x="9538" y="12215"/>
                  </a:lnTo>
                  <a:lnTo>
                    <a:pt x="10052" y="11775"/>
                  </a:lnTo>
                  <a:lnTo>
                    <a:pt x="10492" y="11262"/>
                  </a:lnTo>
                  <a:lnTo>
                    <a:pt x="10932" y="10711"/>
                  </a:lnTo>
                  <a:lnTo>
                    <a:pt x="11299" y="10161"/>
                  </a:lnTo>
                  <a:lnTo>
                    <a:pt x="11629" y="9538"/>
                  </a:lnTo>
                  <a:lnTo>
                    <a:pt x="11886" y="8914"/>
                  </a:lnTo>
                  <a:lnTo>
                    <a:pt x="12106" y="8290"/>
                  </a:lnTo>
                  <a:lnTo>
                    <a:pt x="12179" y="7924"/>
                  </a:lnTo>
                  <a:lnTo>
                    <a:pt x="12216" y="7593"/>
                  </a:lnTo>
                  <a:lnTo>
                    <a:pt x="12253" y="7080"/>
                  </a:lnTo>
                  <a:lnTo>
                    <a:pt x="12216" y="6603"/>
                  </a:lnTo>
                  <a:lnTo>
                    <a:pt x="12106" y="6126"/>
                  </a:lnTo>
                  <a:lnTo>
                    <a:pt x="11922" y="5649"/>
                  </a:lnTo>
                  <a:lnTo>
                    <a:pt x="11739" y="5172"/>
                  </a:lnTo>
                  <a:lnTo>
                    <a:pt x="11482" y="4732"/>
                  </a:lnTo>
                  <a:lnTo>
                    <a:pt x="11189" y="4329"/>
                  </a:lnTo>
                  <a:lnTo>
                    <a:pt x="10859" y="3962"/>
                  </a:lnTo>
                  <a:lnTo>
                    <a:pt x="10822" y="3852"/>
                  </a:lnTo>
                  <a:lnTo>
                    <a:pt x="10712" y="3815"/>
                  </a:lnTo>
                  <a:lnTo>
                    <a:pt x="10272" y="3375"/>
                  </a:lnTo>
                  <a:lnTo>
                    <a:pt x="10162" y="3302"/>
                  </a:lnTo>
                  <a:lnTo>
                    <a:pt x="9832" y="3082"/>
                  </a:lnTo>
                  <a:lnTo>
                    <a:pt x="9501" y="2861"/>
                  </a:lnTo>
                  <a:lnTo>
                    <a:pt x="9135" y="2678"/>
                  </a:lnTo>
                  <a:lnTo>
                    <a:pt x="8768" y="2531"/>
                  </a:lnTo>
                  <a:lnTo>
                    <a:pt x="8804" y="2458"/>
                  </a:lnTo>
                  <a:lnTo>
                    <a:pt x="8841" y="2421"/>
                  </a:lnTo>
                  <a:lnTo>
                    <a:pt x="8804" y="2348"/>
                  </a:lnTo>
                  <a:lnTo>
                    <a:pt x="9171" y="1871"/>
                  </a:lnTo>
                  <a:lnTo>
                    <a:pt x="9501" y="1394"/>
                  </a:lnTo>
                  <a:lnTo>
                    <a:pt x="9758" y="1394"/>
                  </a:lnTo>
                  <a:lnTo>
                    <a:pt x="9868" y="1358"/>
                  </a:lnTo>
                  <a:lnTo>
                    <a:pt x="9978" y="1284"/>
                  </a:lnTo>
                  <a:lnTo>
                    <a:pt x="10052" y="1211"/>
                  </a:lnTo>
                  <a:lnTo>
                    <a:pt x="10602" y="1468"/>
                  </a:lnTo>
                  <a:lnTo>
                    <a:pt x="11079" y="1798"/>
                  </a:lnTo>
                  <a:lnTo>
                    <a:pt x="11556" y="2128"/>
                  </a:lnTo>
                  <a:lnTo>
                    <a:pt x="11996" y="2531"/>
                  </a:lnTo>
                  <a:lnTo>
                    <a:pt x="12399" y="2972"/>
                  </a:lnTo>
                  <a:lnTo>
                    <a:pt x="12766" y="3412"/>
                  </a:lnTo>
                  <a:lnTo>
                    <a:pt x="13060" y="3925"/>
                  </a:lnTo>
                  <a:lnTo>
                    <a:pt x="13353" y="4439"/>
                  </a:lnTo>
                  <a:lnTo>
                    <a:pt x="13573" y="4989"/>
                  </a:lnTo>
                  <a:lnTo>
                    <a:pt x="13757" y="5539"/>
                  </a:lnTo>
                  <a:lnTo>
                    <a:pt x="13903" y="6126"/>
                  </a:lnTo>
                  <a:lnTo>
                    <a:pt x="14013" y="6713"/>
                  </a:lnTo>
                  <a:lnTo>
                    <a:pt x="14087" y="7300"/>
                  </a:lnTo>
                  <a:lnTo>
                    <a:pt x="14087" y="7887"/>
                  </a:lnTo>
                  <a:lnTo>
                    <a:pt x="14087" y="8510"/>
                  </a:lnTo>
                  <a:lnTo>
                    <a:pt x="14013" y="9097"/>
                  </a:lnTo>
                  <a:lnTo>
                    <a:pt x="13867" y="9758"/>
                  </a:lnTo>
                  <a:lnTo>
                    <a:pt x="13720" y="10381"/>
                  </a:lnTo>
                  <a:lnTo>
                    <a:pt x="13463" y="11005"/>
                  </a:lnTo>
                  <a:lnTo>
                    <a:pt x="13206" y="11592"/>
                  </a:lnTo>
                  <a:lnTo>
                    <a:pt x="12876" y="12179"/>
                  </a:lnTo>
                  <a:lnTo>
                    <a:pt x="12473" y="12692"/>
                  </a:lnTo>
                  <a:lnTo>
                    <a:pt x="12069" y="13206"/>
                  </a:lnTo>
                  <a:lnTo>
                    <a:pt x="11592" y="13683"/>
                  </a:lnTo>
                  <a:lnTo>
                    <a:pt x="11079" y="14049"/>
                  </a:lnTo>
                  <a:lnTo>
                    <a:pt x="10565" y="14416"/>
                  </a:lnTo>
                  <a:lnTo>
                    <a:pt x="9978" y="14710"/>
                  </a:lnTo>
                  <a:lnTo>
                    <a:pt x="9391" y="14966"/>
                  </a:lnTo>
                  <a:lnTo>
                    <a:pt x="8804" y="15150"/>
                  </a:lnTo>
                  <a:lnTo>
                    <a:pt x="8181" y="15260"/>
                  </a:lnTo>
                  <a:lnTo>
                    <a:pt x="7557" y="15333"/>
                  </a:lnTo>
                  <a:lnTo>
                    <a:pt x="6897" y="15370"/>
                  </a:lnTo>
                  <a:lnTo>
                    <a:pt x="6420" y="15333"/>
                  </a:lnTo>
                  <a:lnTo>
                    <a:pt x="5943" y="15296"/>
                  </a:lnTo>
                  <a:lnTo>
                    <a:pt x="5466" y="15186"/>
                  </a:lnTo>
                  <a:lnTo>
                    <a:pt x="5026" y="15076"/>
                  </a:lnTo>
                  <a:lnTo>
                    <a:pt x="4549" y="14893"/>
                  </a:lnTo>
                  <a:lnTo>
                    <a:pt x="4109" y="14673"/>
                  </a:lnTo>
                  <a:lnTo>
                    <a:pt x="3632" y="14453"/>
                  </a:lnTo>
                  <a:lnTo>
                    <a:pt x="3669" y="14416"/>
                  </a:lnTo>
                  <a:lnTo>
                    <a:pt x="3706" y="14343"/>
                  </a:lnTo>
                  <a:lnTo>
                    <a:pt x="3706" y="14269"/>
                  </a:lnTo>
                  <a:lnTo>
                    <a:pt x="3706" y="14196"/>
                  </a:lnTo>
                  <a:lnTo>
                    <a:pt x="3669" y="14123"/>
                  </a:lnTo>
                  <a:lnTo>
                    <a:pt x="3522" y="14013"/>
                  </a:lnTo>
                  <a:lnTo>
                    <a:pt x="3376" y="13939"/>
                  </a:lnTo>
                  <a:lnTo>
                    <a:pt x="3229" y="13903"/>
                  </a:lnTo>
                  <a:lnTo>
                    <a:pt x="3009" y="13903"/>
                  </a:lnTo>
                  <a:lnTo>
                    <a:pt x="2899" y="13939"/>
                  </a:lnTo>
                  <a:lnTo>
                    <a:pt x="2752" y="14013"/>
                  </a:lnTo>
                  <a:lnTo>
                    <a:pt x="2642" y="14123"/>
                  </a:lnTo>
                  <a:lnTo>
                    <a:pt x="2605" y="14269"/>
                  </a:lnTo>
                  <a:lnTo>
                    <a:pt x="2605" y="14416"/>
                  </a:lnTo>
                  <a:lnTo>
                    <a:pt x="2642" y="14563"/>
                  </a:lnTo>
                  <a:lnTo>
                    <a:pt x="2715" y="14710"/>
                  </a:lnTo>
                  <a:lnTo>
                    <a:pt x="2825" y="14820"/>
                  </a:lnTo>
                  <a:lnTo>
                    <a:pt x="2972" y="14856"/>
                  </a:lnTo>
                  <a:lnTo>
                    <a:pt x="3119" y="14893"/>
                  </a:lnTo>
                  <a:lnTo>
                    <a:pt x="3266" y="14856"/>
                  </a:lnTo>
                  <a:lnTo>
                    <a:pt x="3376" y="14746"/>
                  </a:lnTo>
                  <a:lnTo>
                    <a:pt x="3522" y="14856"/>
                  </a:lnTo>
                  <a:lnTo>
                    <a:pt x="4036" y="15150"/>
                  </a:lnTo>
                  <a:lnTo>
                    <a:pt x="4439" y="15333"/>
                  </a:lnTo>
                  <a:lnTo>
                    <a:pt x="4806" y="15480"/>
                  </a:lnTo>
                  <a:lnTo>
                    <a:pt x="4770" y="15553"/>
                  </a:lnTo>
                  <a:lnTo>
                    <a:pt x="4733" y="15590"/>
                  </a:lnTo>
                  <a:lnTo>
                    <a:pt x="4659" y="15810"/>
                  </a:lnTo>
                  <a:lnTo>
                    <a:pt x="4623" y="16030"/>
                  </a:lnTo>
                  <a:lnTo>
                    <a:pt x="4586" y="16470"/>
                  </a:lnTo>
                  <a:lnTo>
                    <a:pt x="3963" y="16654"/>
                  </a:lnTo>
                  <a:lnTo>
                    <a:pt x="3376" y="16910"/>
                  </a:lnTo>
                  <a:lnTo>
                    <a:pt x="2752" y="17167"/>
                  </a:lnTo>
                  <a:lnTo>
                    <a:pt x="2128" y="17387"/>
                  </a:lnTo>
                  <a:lnTo>
                    <a:pt x="2055" y="17424"/>
                  </a:lnTo>
                  <a:lnTo>
                    <a:pt x="2018" y="17497"/>
                  </a:lnTo>
                  <a:lnTo>
                    <a:pt x="1982" y="17571"/>
                  </a:lnTo>
                  <a:lnTo>
                    <a:pt x="1982" y="17644"/>
                  </a:lnTo>
                  <a:lnTo>
                    <a:pt x="2018" y="17717"/>
                  </a:lnTo>
                  <a:lnTo>
                    <a:pt x="2055" y="17791"/>
                  </a:lnTo>
                  <a:lnTo>
                    <a:pt x="2128" y="17828"/>
                  </a:lnTo>
                  <a:lnTo>
                    <a:pt x="2202" y="17864"/>
                  </a:lnTo>
                  <a:lnTo>
                    <a:pt x="8401" y="17901"/>
                  </a:lnTo>
                  <a:lnTo>
                    <a:pt x="8474" y="17901"/>
                  </a:lnTo>
                  <a:lnTo>
                    <a:pt x="8548" y="17864"/>
                  </a:lnTo>
                  <a:lnTo>
                    <a:pt x="8621" y="17791"/>
                  </a:lnTo>
                  <a:lnTo>
                    <a:pt x="8621" y="17717"/>
                  </a:lnTo>
                  <a:lnTo>
                    <a:pt x="8621" y="17644"/>
                  </a:lnTo>
                  <a:lnTo>
                    <a:pt x="8621" y="17571"/>
                  </a:lnTo>
                  <a:lnTo>
                    <a:pt x="8584" y="17497"/>
                  </a:lnTo>
                  <a:lnTo>
                    <a:pt x="8474" y="17424"/>
                  </a:lnTo>
                  <a:lnTo>
                    <a:pt x="8108" y="17277"/>
                  </a:lnTo>
                  <a:lnTo>
                    <a:pt x="7667" y="17167"/>
                  </a:lnTo>
                  <a:lnTo>
                    <a:pt x="7264" y="17057"/>
                  </a:lnTo>
                  <a:lnTo>
                    <a:pt x="6860" y="16947"/>
                  </a:lnTo>
                  <a:lnTo>
                    <a:pt x="6494" y="16764"/>
                  </a:lnTo>
                  <a:lnTo>
                    <a:pt x="6163" y="16544"/>
                  </a:lnTo>
                  <a:lnTo>
                    <a:pt x="5907" y="16324"/>
                  </a:lnTo>
                  <a:lnTo>
                    <a:pt x="5797" y="16214"/>
                  </a:lnTo>
                  <a:lnTo>
                    <a:pt x="5650" y="16140"/>
                  </a:lnTo>
                  <a:lnTo>
                    <a:pt x="5650" y="16103"/>
                  </a:lnTo>
                  <a:lnTo>
                    <a:pt x="5687" y="15920"/>
                  </a:lnTo>
                  <a:lnTo>
                    <a:pt x="5650" y="15737"/>
                  </a:lnTo>
                  <a:lnTo>
                    <a:pt x="6127" y="15810"/>
                  </a:lnTo>
                  <a:lnTo>
                    <a:pt x="6640" y="15847"/>
                  </a:lnTo>
                  <a:lnTo>
                    <a:pt x="7631" y="15847"/>
                  </a:lnTo>
                  <a:lnTo>
                    <a:pt x="8218" y="15773"/>
                  </a:lnTo>
                  <a:lnTo>
                    <a:pt x="8841" y="15627"/>
                  </a:lnTo>
                  <a:lnTo>
                    <a:pt x="9428" y="15480"/>
                  </a:lnTo>
                  <a:lnTo>
                    <a:pt x="10015" y="15260"/>
                  </a:lnTo>
                  <a:lnTo>
                    <a:pt x="10565" y="14966"/>
                  </a:lnTo>
                  <a:lnTo>
                    <a:pt x="11079" y="14673"/>
                  </a:lnTo>
                  <a:lnTo>
                    <a:pt x="11592" y="14306"/>
                  </a:lnTo>
                  <a:lnTo>
                    <a:pt x="12069" y="13903"/>
                  </a:lnTo>
                  <a:lnTo>
                    <a:pt x="12509" y="13462"/>
                  </a:lnTo>
                  <a:lnTo>
                    <a:pt x="12913" y="12986"/>
                  </a:lnTo>
                  <a:lnTo>
                    <a:pt x="13280" y="12472"/>
                  </a:lnTo>
                  <a:lnTo>
                    <a:pt x="13573" y="11922"/>
                  </a:lnTo>
                  <a:lnTo>
                    <a:pt x="13867" y="11372"/>
                  </a:lnTo>
                  <a:lnTo>
                    <a:pt x="14087" y="10785"/>
                  </a:lnTo>
                  <a:lnTo>
                    <a:pt x="14307" y="10198"/>
                  </a:lnTo>
                  <a:lnTo>
                    <a:pt x="14417" y="9574"/>
                  </a:lnTo>
                  <a:lnTo>
                    <a:pt x="14527" y="8951"/>
                  </a:lnTo>
                  <a:lnTo>
                    <a:pt x="14600" y="8327"/>
                  </a:lnTo>
                  <a:lnTo>
                    <a:pt x="14600" y="7703"/>
                  </a:lnTo>
                  <a:lnTo>
                    <a:pt x="14564" y="7080"/>
                  </a:lnTo>
                  <a:lnTo>
                    <a:pt x="14490" y="6456"/>
                  </a:lnTo>
                  <a:lnTo>
                    <a:pt x="14380" y="5833"/>
                  </a:lnTo>
                  <a:lnTo>
                    <a:pt x="14197" y="5209"/>
                  </a:lnTo>
                  <a:lnTo>
                    <a:pt x="13977" y="4622"/>
                  </a:lnTo>
                  <a:lnTo>
                    <a:pt x="13720" y="3999"/>
                  </a:lnTo>
                  <a:lnTo>
                    <a:pt x="13353" y="3412"/>
                  </a:lnTo>
                  <a:lnTo>
                    <a:pt x="12986" y="2861"/>
                  </a:lnTo>
                  <a:lnTo>
                    <a:pt x="12509" y="2311"/>
                  </a:lnTo>
                  <a:lnTo>
                    <a:pt x="12032" y="1834"/>
                  </a:lnTo>
                  <a:lnTo>
                    <a:pt x="11482" y="1394"/>
                  </a:lnTo>
                  <a:lnTo>
                    <a:pt x="10895" y="1027"/>
                  </a:lnTo>
                  <a:lnTo>
                    <a:pt x="10602" y="881"/>
                  </a:lnTo>
                  <a:lnTo>
                    <a:pt x="10272" y="734"/>
                  </a:lnTo>
                  <a:lnTo>
                    <a:pt x="10308" y="587"/>
                  </a:lnTo>
                  <a:lnTo>
                    <a:pt x="10308" y="441"/>
                  </a:lnTo>
                  <a:lnTo>
                    <a:pt x="10272" y="294"/>
                  </a:lnTo>
                  <a:lnTo>
                    <a:pt x="10198" y="147"/>
                  </a:lnTo>
                  <a:lnTo>
                    <a:pt x="10088" y="74"/>
                  </a:lnTo>
                  <a:lnTo>
                    <a:pt x="9942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0" name="Google Shape;298;p5">
              <a:extLst>
                <a:ext uri="{FF2B5EF4-FFF2-40B4-BE49-F238E27FC236}">
                  <a16:creationId xmlns:a16="http://schemas.microsoft.com/office/drawing/2014/main" id="{22176E66-5927-40C8-80E7-C7DE634CEC56}"/>
                </a:ext>
              </a:extLst>
            </p:cNvPr>
            <p:cNvSpPr/>
            <p:nvPr/>
          </p:nvSpPr>
          <p:spPr>
            <a:xfrm>
              <a:off x="6071400" y="1791425"/>
              <a:ext cx="402625" cy="375100"/>
            </a:xfrm>
            <a:custGeom>
              <a:avLst/>
              <a:gdLst/>
              <a:ahLst/>
              <a:cxnLst/>
              <a:rect l="l" t="t" r="r" b="b"/>
              <a:pathLst>
                <a:path w="16105" h="15004" extrusionOk="0">
                  <a:moveTo>
                    <a:pt x="13170" y="587"/>
                  </a:moveTo>
                  <a:lnTo>
                    <a:pt x="13206" y="624"/>
                  </a:lnTo>
                  <a:lnTo>
                    <a:pt x="13280" y="661"/>
                  </a:lnTo>
                  <a:lnTo>
                    <a:pt x="13353" y="697"/>
                  </a:lnTo>
                  <a:lnTo>
                    <a:pt x="13610" y="771"/>
                  </a:lnTo>
                  <a:lnTo>
                    <a:pt x="13830" y="844"/>
                  </a:lnTo>
                  <a:lnTo>
                    <a:pt x="14013" y="954"/>
                  </a:lnTo>
                  <a:lnTo>
                    <a:pt x="14160" y="1174"/>
                  </a:lnTo>
                  <a:lnTo>
                    <a:pt x="14307" y="1394"/>
                  </a:lnTo>
                  <a:lnTo>
                    <a:pt x="14343" y="1651"/>
                  </a:lnTo>
                  <a:lnTo>
                    <a:pt x="14307" y="1908"/>
                  </a:lnTo>
                  <a:lnTo>
                    <a:pt x="14233" y="2128"/>
                  </a:lnTo>
                  <a:lnTo>
                    <a:pt x="14087" y="2348"/>
                  </a:lnTo>
                  <a:lnTo>
                    <a:pt x="13903" y="2531"/>
                  </a:lnTo>
                  <a:lnTo>
                    <a:pt x="13683" y="2678"/>
                  </a:lnTo>
                  <a:lnTo>
                    <a:pt x="13463" y="2788"/>
                  </a:lnTo>
                  <a:lnTo>
                    <a:pt x="13170" y="2825"/>
                  </a:lnTo>
                  <a:lnTo>
                    <a:pt x="12840" y="2788"/>
                  </a:lnTo>
                  <a:lnTo>
                    <a:pt x="12656" y="2751"/>
                  </a:lnTo>
                  <a:lnTo>
                    <a:pt x="12546" y="2715"/>
                  </a:lnTo>
                  <a:lnTo>
                    <a:pt x="12436" y="2641"/>
                  </a:lnTo>
                  <a:lnTo>
                    <a:pt x="12363" y="2495"/>
                  </a:lnTo>
                  <a:lnTo>
                    <a:pt x="12289" y="2495"/>
                  </a:lnTo>
                  <a:lnTo>
                    <a:pt x="12253" y="2275"/>
                  </a:lnTo>
                  <a:lnTo>
                    <a:pt x="12253" y="2054"/>
                  </a:lnTo>
                  <a:lnTo>
                    <a:pt x="12253" y="1871"/>
                  </a:lnTo>
                  <a:lnTo>
                    <a:pt x="12289" y="1724"/>
                  </a:lnTo>
                  <a:lnTo>
                    <a:pt x="12399" y="1394"/>
                  </a:lnTo>
                  <a:lnTo>
                    <a:pt x="12583" y="1064"/>
                  </a:lnTo>
                  <a:lnTo>
                    <a:pt x="12840" y="807"/>
                  </a:lnTo>
                  <a:lnTo>
                    <a:pt x="12986" y="697"/>
                  </a:lnTo>
                  <a:lnTo>
                    <a:pt x="13170" y="587"/>
                  </a:lnTo>
                  <a:close/>
                  <a:moveTo>
                    <a:pt x="9061" y="3338"/>
                  </a:moveTo>
                  <a:lnTo>
                    <a:pt x="9245" y="3412"/>
                  </a:lnTo>
                  <a:lnTo>
                    <a:pt x="9245" y="3448"/>
                  </a:lnTo>
                  <a:lnTo>
                    <a:pt x="9171" y="3632"/>
                  </a:lnTo>
                  <a:lnTo>
                    <a:pt x="9171" y="3668"/>
                  </a:lnTo>
                  <a:lnTo>
                    <a:pt x="9135" y="3632"/>
                  </a:lnTo>
                  <a:lnTo>
                    <a:pt x="9061" y="3522"/>
                  </a:lnTo>
                  <a:lnTo>
                    <a:pt x="8988" y="3448"/>
                  </a:lnTo>
                  <a:lnTo>
                    <a:pt x="8988" y="3412"/>
                  </a:lnTo>
                  <a:lnTo>
                    <a:pt x="8988" y="3375"/>
                  </a:lnTo>
                  <a:lnTo>
                    <a:pt x="9061" y="3338"/>
                  </a:lnTo>
                  <a:close/>
                  <a:moveTo>
                    <a:pt x="14123" y="440"/>
                  </a:moveTo>
                  <a:lnTo>
                    <a:pt x="14233" y="477"/>
                  </a:lnTo>
                  <a:lnTo>
                    <a:pt x="14307" y="587"/>
                  </a:lnTo>
                  <a:lnTo>
                    <a:pt x="14417" y="661"/>
                  </a:lnTo>
                  <a:lnTo>
                    <a:pt x="14454" y="807"/>
                  </a:lnTo>
                  <a:lnTo>
                    <a:pt x="14527" y="807"/>
                  </a:lnTo>
                  <a:lnTo>
                    <a:pt x="14490" y="624"/>
                  </a:lnTo>
                  <a:lnTo>
                    <a:pt x="14454" y="477"/>
                  </a:lnTo>
                  <a:lnTo>
                    <a:pt x="14600" y="551"/>
                  </a:lnTo>
                  <a:lnTo>
                    <a:pt x="14784" y="624"/>
                  </a:lnTo>
                  <a:lnTo>
                    <a:pt x="14967" y="771"/>
                  </a:lnTo>
                  <a:lnTo>
                    <a:pt x="15114" y="881"/>
                  </a:lnTo>
                  <a:lnTo>
                    <a:pt x="15224" y="1064"/>
                  </a:lnTo>
                  <a:lnTo>
                    <a:pt x="15334" y="1211"/>
                  </a:lnTo>
                  <a:lnTo>
                    <a:pt x="15444" y="1578"/>
                  </a:lnTo>
                  <a:lnTo>
                    <a:pt x="15554" y="1944"/>
                  </a:lnTo>
                  <a:lnTo>
                    <a:pt x="15627" y="2385"/>
                  </a:lnTo>
                  <a:lnTo>
                    <a:pt x="15664" y="2568"/>
                  </a:lnTo>
                  <a:lnTo>
                    <a:pt x="15627" y="2788"/>
                  </a:lnTo>
                  <a:lnTo>
                    <a:pt x="15591" y="2972"/>
                  </a:lnTo>
                  <a:lnTo>
                    <a:pt x="15481" y="3118"/>
                  </a:lnTo>
                  <a:lnTo>
                    <a:pt x="15187" y="3412"/>
                  </a:lnTo>
                  <a:lnTo>
                    <a:pt x="14930" y="3595"/>
                  </a:lnTo>
                  <a:lnTo>
                    <a:pt x="14600" y="3705"/>
                  </a:lnTo>
                  <a:lnTo>
                    <a:pt x="14270" y="3779"/>
                  </a:lnTo>
                  <a:lnTo>
                    <a:pt x="13940" y="3815"/>
                  </a:lnTo>
                  <a:lnTo>
                    <a:pt x="13720" y="3779"/>
                  </a:lnTo>
                  <a:lnTo>
                    <a:pt x="13500" y="3742"/>
                  </a:lnTo>
                  <a:lnTo>
                    <a:pt x="13316" y="3668"/>
                  </a:lnTo>
                  <a:lnTo>
                    <a:pt x="13133" y="3595"/>
                  </a:lnTo>
                  <a:lnTo>
                    <a:pt x="12950" y="3485"/>
                  </a:lnTo>
                  <a:lnTo>
                    <a:pt x="12803" y="3338"/>
                  </a:lnTo>
                  <a:lnTo>
                    <a:pt x="12656" y="3192"/>
                  </a:lnTo>
                  <a:lnTo>
                    <a:pt x="12546" y="3045"/>
                  </a:lnTo>
                  <a:lnTo>
                    <a:pt x="12840" y="3118"/>
                  </a:lnTo>
                  <a:lnTo>
                    <a:pt x="13133" y="3155"/>
                  </a:lnTo>
                  <a:lnTo>
                    <a:pt x="13426" y="3118"/>
                  </a:lnTo>
                  <a:lnTo>
                    <a:pt x="13720" y="3045"/>
                  </a:lnTo>
                  <a:lnTo>
                    <a:pt x="13977" y="2935"/>
                  </a:lnTo>
                  <a:lnTo>
                    <a:pt x="14233" y="2751"/>
                  </a:lnTo>
                  <a:lnTo>
                    <a:pt x="14417" y="2495"/>
                  </a:lnTo>
                  <a:lnTo>
                    <a:pt x="14600" y="2238"/>
                  </a:lnTo>
                  <a:lnTo>
                    <a:pt x="14674" y="1981"/>
                  </a:lnTo>
                  <a:lnTo>
                    <a:pt x="14710" y="1724"/>
                  </a:lnTo>
                  <a:lnTo>
                    <a:pt x="14674" y="1468"/>
                  </a:lnTo>
                  <a:lnTo>
                    <a:pt x="14600" y="1211"/>
                  </a:lnTo>
                  <a:lnTo>
                    <a:pt x="14490" y="991"/>
                  </a:lnTo>
                  <a:lnTo>
                    <a:pt x="14343" y="771"/>
                  </a:lnTo>
                  <a:lnTo>
                    <a:pt x="14160" y="587"/>
                  </a:lnTo>
                  <a:lnTo>
                    <a:pt x="13940" y="440"/>
                  </a:lnTo>
                  <a:close/>
                  <a:moveTo>
                    <a:pt x="13757" y="0"/>
                  </a:moveTo>
                  <a:lnTo>
                    <a:pt x="13610" y="74"/>
                  </a:lnTo>
                  <a:lnTo>
                    <a:pt x="13353" y="110"/>
                  </a:lnTo>
                  <a:lnTo>
                    <a:pt x="13133" y="147"/>
                  </a:lnTo>
                  <a:lnTo>
                    <a:pt x="12913" y="257"/>
                  </a:lnTo>
                  <a:lnTo>
                    <a:pt x="12729" y="404"/>
                  </a:lnTo>
                  <a:lnTo>
                    <a:pt x="12509" y="551"/>
                  </a:lnTo>
                  <a:lnTo>
                    <a:pt x="12363" y="734"/>
                  </a:lnTo>
                  <a:lnTo>
                    <a:pt x="12216" y="917"/>
                  </a:lnTo>
                  <a:lnTo>
                    <a:pt x="12069" y="1137"/>
                  </a:lnTo>
                  <a:lnTo>
                    <a:pt x="11996" y="1321"/>
                  </a:lnTo>
                  <a:lnTo>
                    <a:pt x="11922" y="1578"/>
                  </a:lnTo>
                  <a:lnTo>
                    <a:pt x="11849" y="1798"/>
                  </a:lnTo>
                  <a:lnTo>
                    <a:pt x="11849" y="2054"/>
                  </a:lnTo>
                  <a:lnTo>
                    <a:pt x="11849" y="2275"/>
                  </a:lnTo>
                  <a:lnTo>
                    <a:pt x="11886" y="2531"/>
                  </a:lnTo>
                  <a:lnTo>
                    <a:pt x="11959" y="2751"/>
                  </a:lnTo>
                  <a:lnTo>
                    <a:pt x="12033" y="2972"/>
                  </a:lnTo>
                  <a:lnTo>
                    <a:pt x="12143" y="3192"/>
                  </a:lnTo>
                  <a:lnTo>
                    <a:pt x="12253" y="3375"/>
                  </a:lnTo>
                  <a:lnTo>
                    <a:pt x="12399" y="3558"/>
                  </a:lnTo>
                  <a:lnTo>
                    <a:pt x="12583" y="3705"/>
                  </a:lnTo>
                  <a:lnTo>
                    <a:pt x="12766" y="3852"/>
                  </a:lnTo>
                  <a:lnTo>
                    <a:pt x="12986" y="3999"/>
                  </a:lnTo>
                  <a:lnTo>
                    <a:pt x="13206" y="4072"/>
                  </a:lnTo>
                  <a:lnTo>
                    <a:pt x="13426" y="4145"/>
                  </a:lnTo>
                  <a:lnTo>
                    <a:pt x="13683" y="4219"/>
                  </a:lnTo>
                  <a:lnTo>
                    <a:pt x="14123" y="4219"/>
                  </a:lnTo>
                  <a:lnTo>
                    <a:pt x="14564" y="4145"/>
                  </a:lnTo>
                  <a:lnTo>
                    <a:pt x="15004" y="3999"/>
                  </a:lnTo>
                  <a:lnTo>
                    <a:pt x="15371" y="3779"/>
                  </a:lnTo>
                  <a:lnTo>
                    <a:pt x="15591" y="3632"/>
                  </a:lnTo>
                  <a:lnTo>
                    <a:pt x="15737" y="3448"/>
                  </a:lnTo>
                  <a:lnTo>
                    <a:pt x="15884" y="3265"/>
                  </a:lnTo>
                  <a:lnTo>
                    <a:pt x="15994" y="3045"/>
                  </a:lnTo>
                  <a:lnTo>
                    <a:pt x="16067" y="2788"/>
                  </a:lnTo>
                  <a:lnTo>
                    <a:pt x="16104" y="2495"/>
                  </a:lnTo>
                  <a:lnTo>
                    <a:pt x="16067" y="2238"/>
                  </a:lnTo>
                  <a:lnTo>
                    <a:pt x="15994" y="1981"/>
                  </a:lnTo>
                  <a:lnTo>
                    <a:pt x="15884" y="1431"/>
                  </a:lnTo>
                  <a:lnTo>
                    <a:pt x="15774" y="1174"/>
                  </a:lnTo>
                  <a:lnTo>
                    <a:pt x="15664" y="954"/>
                  </a:lnTo>
                  <a:lnTo>
                    <a:pt x="15517" y="734"/>
                  </a:lnTo>
                  <a:lnTo>
                    <a:pt x="15371" y="551"/>
                  </a:lnTo>
                  <a:lnTo>
                    <a:pt x="15150" y="367"/>
                  </a:lnTo>
                  <a:lnTo>
                    <a:pt x="14930" y="220"/>
                  </a:lnTo>
                  <a:lnTo>
                    <a:pt x="14637" y="74"/>
                  </a:lnTo>
                  <a:lnTo>
                    <a:pt x="14270" y="0"/>
                  </a:lnTo>
                  <a:close/>
                  <a:moveTo>
                    <a:pt x="11115" y="4549"/>
                  </a:moveTo>
                  <a:lnTo>
                    <a:pt x="11446" y="4842"/>
                  </a:lnTo>
                  <a:lnTo>
                    <a:pt x="11299" y="4952"/>
                  </a:lnTo>
                  <a:lnTo>
                    <a:pt x="11115" y="4916"/>
                  </a:lnTo>
                  <a:lnTo>
                    <a:pt x="10932" y="4916"/>
                  </a:lnTo>
                  <a:lnTo>
                    <a:pt x="10639" y="4952"/>
                  </a:lnTo>
                  <a:lnTo>
                    <a:pt x="10859" y="4732"/>
                  </a:lnTo>
                  <a:lnTo>
                    <a:pt x="11115" y="4549"/>
                  </a:lnTo>
                  <a:close/>
                  <a:moveTo>
                    <a:pt x="6860" y="3632"/>
                  </a:moveTo>
                  <a:lnTo>
                    <a:pt x="7007" y="3668"/>
                  </a:lnTo>
                  <a:lnTo>
                    <a:pt x="7044" y="3705"/>
                  </a:lnTo>
                  <a:lnTo>
                    <a:pt x="7044" y="3742"/>
                  </a:lnTo>
                  <a:lnTo>
                    <a:pt x="7044" y="3779"/>
                  </a:lnTo>
                  <a:lnTo>
                    <a:pt x="7080" y="3852"/>
                  </a:lnTo>
                  <a:lnTo>
                    <a:pt x="7191" y="3889"/>
                  </a:lnTo>
                  <a:lnTo>
                    <a:pt x="7374" y="3889"/>
                  </a:lnTo>
                  <a:lnTo>
                    <a:pt x="7411" y="3925"/>
                  </a:lnTo>
                  <a:lnTo>
                    <a:pt x="7447" y="4035"/>
                  </a:lnTo>
                  <a:lnTo>
                    <a:pt x="7484" y="4145"/>
                  </a:lnTo>
                  <a:lnTo>
                    <a:pt x="7484" y="4255"/>
                  </a:lnTo>
                  <a:lnTo>
                    <a:pt x="7447" y="4512"/>
                  </a:lnTo>
                  <a:lnTo>
                    <a:pt x="7374" y="4769"/>
                  </a:lnTo>
                  <a:lnTo>
                    <a:pt x="7227" y="5026"/>
                  </a:lnTo>
                  <a:lnTo>
                    <a:pt x="7154" y="5136"/>
                  </a:lnTo>
                  <a:lnTo>
                    <a:pt x="7044" y="5209"/>
                  </a:lnTo>
                  <a:lnTo>
                    <a:pt x="6934" y="5246"/>
                  </a:lnTo>
                  <a:lnTo>
                    <a:pt x="6787" y="5246"/>
                  </a:lnTo>
                  <a:lnTo>
                    <a:pt x="6787" y="4989"/>
                  </a:lnTo>
                  <a:lnTo>
                    <a:pt x="6750" y="4769"/>
                  </a:lnTo>
                  <a:lnTo>
                    <a:pt x="6640" y="4549"/>
                  </a:lnTo>
                  <a:lnTo>
                    <a:pt x="6494" y="4329"/>
                  </a:lnTo>
                  <a:lnTo>
                    <a:pt x="6310" y="4145"/>
                  </a:lnTo>
                  <a:lnTo>
                    <a:pt x="6090" y="4035"/>
                  </a:lnTo>
                  <a:lnTo>
                    <a:pt x="6090" y="3925"/>
                  </a:lnTo>
                  <a:lnTo>
                    <a:pt x="6163" y="3852"/>
                  </a:lnTo>
                  <a:lnTo>
                    <a:pt x="6237" y="3779"/>
                  </a:lnTo>
                  <a:lnTo>
                    <a:pt x="6347" y="3742"/>
                  </a:lnTo>
                  <a:lnTo>
                    <a:pt x="6567" y="3705"/>
                  </a:lnTo>
                  <a:lnTo>
                    <a:pt x="6860" y="3632"/>
                  </a:lnTo>
                  <a:close/>
                  <a:moveTo>
                    <a:pt x="6530" y="3192"/>
                  </a:moveTo>
                  <a:lnTo>
                    <a:pt x="6494" y="3228"/>
                  </a:lnTo>
                  <a:lnTo>
                    <a:pt x="6457" y="3302"/>
                  </a:lnTo>
                  <a:lnTo>
                    <a:pt x="6457" y="3338"/>
                  </a:lnTo>
                  <a:lnTo>
                    <a:pt x="6457" y="3412"/>
                  </a:lnTo>
                  <a:lnTo>
                    <a:pt x="6200" y="3485"/>
                  </a:lnTo>
                  <a:lnTo>
                    <a:pt x="5980" y="3558"/>
                  </a:lnTo>
                  <a:lnTo>
                    <a:pt x="5797" y="3742"/>
                  </a:lnTo>
                  <a:lnTo>
                    <a:pt x="5760" y="3815"/>
                  </a:lnTo>
                  <a:lnTo>
                    <a:pt x="5687" y="3925"/>
                  </a:lnTo>
                  <a:lnTo>
                    <a:pt x="5687" y="4035"/>
                  </a:lnTo>
                  <a:lnTo>
                    <a:pt x="5687" y="4072"/>
                  </a:lnTo>
                  <a:lnTo>
                    <a:pt x="5797" y="4219"/>
                  </a:lnTo>
                  <a:lnTo>
                    <a:pt x="5907" y="4292"/>
                  </a:lnTo>
                  <a:lnTo>
                    <a:pt x="6053" y="4365"/>
                  </a:lnTo>
                  <a:lnTo>
                    <a:pt x="6163" y="4439"/>
                  </a:lnTo>
                  <a:lnTo>
                    <a:pt x="6274" y="4512"/>
                  </a:lnTo>
                  <a:lnTo>
                    <a:pt x="6347" y="4622"/>
                  </a:lnTo>
                  <a:lnTo>
                    <a:pt x="6420" y="4769"/>
                  </a:lnTo>
                  <a:lnTo>
                    <a:pt x="6494" y="5026"/>
                  </a:lnTo>
                  <a:lnTo>
                    <a:pt x="6457" y="5282"/>
                  </a:lnTo>
                  <a:lnTo>
                    <a:pt x="6494" y="5392"/>
                  </a:lnTo>
                  <a:lnTo>
                    <a:pt x="6530" y="5466"/>
                  </a:lnTo>
                  <a:lnTo>
                    <a:pt x="6750" y="5539"/>
                  </a:lnTo>
                  <a:lnTo>
                    <a:pt x="6934" y="5539"/>
                  </a:lnTo>
                  <a:lnTo>
                    <a:pt x="7117" y="5503"/>
                  </a:lnTo>
                  <a:lnTo>
                    <a:pt x="7264" y="5429"/>
                  </a:lnTo>
                  <a:lnTo>
                    <a:pt x="7411" y="5282"/>
                  </a:lnTo>
                  <a:lnTo>
                    <a:pt x="7521" y="5136"/>
                  </a:lnTo>
                  <a:lnTo>
                    <a:pt x="7631" y="4952"/>
                  </a:lnTo>
                  <a:lnTo>
                    <a:pt x="7704" y="4769"/>
                  </a:lnTo>
                  <a:lnTo>
                    <a:pt x="7741" y="4585"/>
                  </a:lnTo>
                  <a:lnTo>
                    <a:pt x="7777" y="4365"/>
                  </a:lnTo>
                  <a:lnTo>
                    <a:pt x="7777" y="4145"/>
                  </a:lnTo>
                  <a:lnTo>
                    <a:pt x="7777" y="3925"/>
                  </a:lnTo>
                  <a:lnTo>
                    <a:pt x="7704" y="3779"/>
                  </a:lnTo>
                  <a:lnTo>
                    <a:pt x="7631" y="3668"/>
                  </a:lnTo>
                  <a:lnTo>
                    <a:pt x="7484" y="3595"/>
                  </a:lnTo>
                  <a:lnTo>
                    <a:pt x="7337" y="3595"/>
                  </a:lnTo>
                  <a:lnTo>
                    <a:pt x="7301" y="3485"/>
                  </a:lnTo>
                  <a:lnTo>
                    <a:pt x="7227" y="3448"/>
                  </a:lnTo>
                  <a:lnTo>
                    <a:pt x="7044" y="3375"/>
                  </a:lnTo>
                  <a:lnTo>
                    <a:pt x="6824" y="3302"/>
                  </a:lnTo>
                  <a:lnTo>
                    <a:pt x="6677" y="3228"/>
                  </a:lnTo>
                  <a:lnTo>
                    <a:pt x="6567" y="3192"/>
                  </a:lnTo>
                  <a:close/>
                  <a:moveTo>
                    <a:pt x="11739" y="5136"/>
                  </a:moveTo>
                  <a:lnTo>
                    <a:pt x="12179" y="5686"/>
                  </a:lnTo>
                  <a:lnTo>
                    <a:pt x="11776" y="5796"/>
                  </a:lnTo>
                  <a:lnTo>
                    <a:pt x="11409" y="6016"/>
                  </a:lnTo>
                  <a:lnTo>
                    <a:pt x="11042" y="6236"/>
                  </a:lnTo>
                  <a:lnTo>
                    <a:pt x="10895" y="6383"/>
                  </a:lnTo>
                  <a:lnTo>
                    <a:pt x="10785" y="6566"/>
                  </a:lnTo>
                  <a:lnTo>
                    <a:pt x="10749" y="6640"/>
                  </a:lnTo>
                  <a:lnTo>
                    <a:pt x="10785" y="6676"/>
                  </a:lnTo>
                  <a:lnTo>
                    <a:pt x="10859" y="6713"/>
                  </a:lnTo>
                  <a:lnTo>
                    <a:pt x="10932" y="6713"/>
                  </a:lnTo>
                  <a:lnTo>
                    <a:pt x="11262" y="6493"/>
                  </a:lnTo>
                  <a:lnTo>
                    <a:pt x="11556" y="6310"/>
                  </a:lnTo>
                  <a:lnTo>
                    <a:pt x="11849" y="6199"/>
                  </a:lnTo>
                  <a:lnTo>
                    <a:pt x="12143" y="6089"/>
                  </a:lnTo>
                  <a:lnTo>
                    <a:pt x="12253" y="6053"/>
                  </a:lnTo>
                  <a:lnTo>
                    <a:pt x="12363" y="6016"/>
                  </a:lnTo>
                  <a:lnTo>
                    <a:pt x="12399" y="5979"/>
                  </a:lnTo>
                  <a:lnTo>
                    <a:pt x="12619" y="6456"/>
                  </a:lnTo>
                  <a:lnTo>
                    <a:pt x="12840" y="6896"/>
                  </a:lnTo>
                  <a:lnTo>
                    <a:pt x="12803" y="6933"/>
                  </a:lnTo>
                  <a:lnTo>
                    <a:pt x="12326" y="7043"/>
                  </a:lnTo>
                  <a:lnTo>
                    <a:pt x="11812" y="7117"/>
                  </a:lnTo>
                  <a:lnTo>
                    <a:pt x="11299" y="7117"/>
                  </a:lnTo>
                  <a:lnTo>
                    <a:pt x="10749" y="7080"/>
                  </a:lnTo>
                  <a:lnTo>
                    <a:pt x="10675" y="7117"/>
                  </a:lnTo>
                  <a:lnTo>
                    <a:pt x="10639" y="7153"/>
                  </a:lnTo>
                  <a:lnTo>
                    <a:pt x="10639" y="7227"/>
                  </a:lnTo>
                  <a:lnTo>
                    <a:pt x="10712" y="7300"/>
                  </a:lnTo>
                  <a:lnTo>
                    <a:pt x="10932" y="7373"/>
                  </a:lnTo>
                  <a:lnTo>
                    <a:pt x="11189" y="7447"/>
                  </a:lnTo>
                  <a:lnTo>
                    <a:pt x="11702" y="7483"/>
                  </a:lnTo>
                  <a:lnTo>
                    <a:pt x="11959" y="7483"/>
                  </a:lnTo>
                  <a:lnTo>
                    <a:pt x="12216" y="7447"/>
                  </a:lnTo>
                  <a:lnTo>
                    <a:pt x="12583" y="7373"/>
                  </a:lnTo>
                  <a:lnTo>
                    <a:pt x="12693" y="7373"/>
                  </a:lnTo>
                  <a:lnTo>
                    <a:pt x="12766" y="7337"/>
                  </a:lnTo>
                  <a:lnTo>
                    <a:pt x="12803" y="7410"/>
                  </a:lnTo>
                  <a:lnTo>
                    <a:pt x="12840" y="7447"/>
                  </a:lnTo>
                  <a:lnTo>
                    <a:pt x="12876" y="7483"/>
                  </a:lnTo>
                  <a:lnTo>
                    <a:pt x="12986" y="7520"/>
                  </a:lnTo>
                  <a:lnTo>
                    <a:pt x="13023" y="7777"/>
                  </a:lnTo>
                  <a:lnTo>
                    <a:pt x="13060" y="8070"/>
                  </a:lnTo>
                  <a:lnTo>
                    <a:pt x="12986" y="8107"/>
                  </a:lnTo>
                  <a:lnTo>
                    <a:pt x="12693" y="7997"/>
                  </a:lnTo>
                  <a:lnTo>
                    <a:pt x="12473" y="7887"/>
                  </a:lnTo>
                  <a:lnTo>
                    <a:pt x="12253" y="7777"/>
                  </a:lnTo>
                  <a:lnTo>
                    <a:pt x="11886" y="7777"/>
                  </a:lnTo>
                  <a:lnTo>
                    <a:pt x="11776" y="7813"/>
                  </a:lnTo>
                  <a:lnTo>
                    <a:pt x="11226" y="7777"/>
                  </a:lnTo>
                  <a:lnTo>
                    <a:pt x="10895" y="7740"/>
                  </a:lnTo>
                  <a:lnTo>
                    <a:pt x="10749" y="7740"/>
                  </a:lnTo>
                  <a:lnTo>
                    <a:pt x="10675" y="7703"/>
                  </a:lnTo>
                  <a:lnTo>
                    <a:pt x="10565" y="7483"/>
                  </a:lnTo>
                  <a:lnTo>
                    <a:pt x="10529" y="7483"/>
                  </a:lnTo>
                  <a:lnTo>
                    <a:pt x="10529" y="7520"/>
                  </a:lnTo>
                  <a:lnTo>
                    <a:pt x="10529" y="7887"/>
                  </a:lnTo>
                  <a:lnTo>
                    <a:pt x="10529" y="7960"/>
                  </a:lnTo>
                  <a:lnTo>
                    <a:pt x="10602" y="7997"/>
                  </a:lnTo>
                  <a:lnTo>
                    <a:pt x="11042" y="8107"/>
                  </a:lnTo>
                  <a:lnTo>
                    <a:pt x="11482" y="8144"/>
                  </a:lnTo>
                  <a:lnTo>
                    <a:pt x="11482" y="8327"/>
                  </a:lnTo>
                  <a:lnTo>
                    <a:pt x="11519" y="8474"/>
                  </a:lnTo>
                  <a:lnTo>
                    <a:pt x="11592" y="8547"/>
                  </a:lnTo>
                  <a:lnTo>
                    <a:pt x="11629" y="8584"/>
                  </a:lnTo>
                  <a:lnTo>
                    <a:pt x="11776" y="8657"/>
                  </a:lnTo>
                  <a:lnTo>
                    <a:pt x="11959" y="8767"/>
                  </a:lnTo>
                  <a:lnTo>
                    <a:pt x="11409" y="8657"/>
                  </a:lnTo>
                  <a:lnTo>
                    <a:pt x="10969" y="8474"/>
                  </a:lnTo>
                  <a:lnTo>
                    <a:pt x="10712" y="8437"/>
                  </a:lnTo>
                  <a:lnTo>
                    <a:pt x="10455" y="8400"/>
                  </a:lnTo>
                  <a:lnTo>
                    <a:pt x="10198" y="8217"/>
                  </a:lnTo>
                  <a:lnTo>
                    <a:pt x="10052" y="8180"/>
                  </a:lnTo>
                  <a:lnTo>
                    <a:pt x="9942" y="8144"/>
                  </a:lnTo>
                  <a:lnTo>
                    <a:pt x="9722" y="8180"/>
                  </a:lnTo>
                  <a:lnTo>
                    <a:pt x="9575" y="8254"/>
                  </a:lnTo>
                  <a:lnTo>
                    <a:pt x="9465" y="8364"/>
                  </a:lnTo>
                  <a:lnTo>
                    <a:pt x="9355" y="8510"/>
                  </a:lnTo>
                  <a:lnTo>
                    <a:pt x="9245" y="8584"/>
                  </a:lnTo>
                  <a:lnTo>
                    <a:pt x="9098" y="8620"/>
                  </a:lnTo>
                  <a:lnTo>
                    <a:pt x="8841" y="8584"/>
                  </a:lnTo>
                  <a:lnTo>
                    <a:pt x="8621" y="8620"/>
                  </a:lnTo>
                  <a:lnTo>
                    <a:pt x="8401" y="8694"/>
                  </a:lnTo>
                  <a:lnTo>
                    <a:pt x="8181" y="8804"/>
                  </a:lnTo>
                  <a:lnTo>
                    <a:pt x="7924" y="8804"/>
                  </a:lnTo>
                  <a:lnTo>
                    <a:pt x="7851" y="8767"/>
                  </a:lnTo>
                  <a:lnTo>
                    <a:pt x="7814" y="8730"/>
                  </a:lnTo>
                  <a:lnTo>
                    <a:pt x="7814" y="8694"/>
                  </a:lnTo>
                  <a:lnTo>
                    <a:pt x="7887" y="8620"/>
                  </a:lnTo>
                  <a:lnTo>
                    <a:pt x="7998" y="8510"/>
                  </a:lnTo>
                  <a:lnTo>
                    <a:pt x="8144" y="8437"/>
                  </a:lnTo>
                  <a:lnTo>
                    <a:pt x="8401" y="8327"/>
                  </a:lnTo>
                  <a:lnTo>
                    <a:pt x="8731" y="8180"/>
                  </a:lnTo>
                  <a:lnTo>
                    <a:pt x="8915" y="8070"/>
                  </a:lnTo>
                  <a:lnTo>
                    <a:pt x="9025" y="7924"/>
                  </a:lnTo>
                  <a:lnTo>
                    <a:pt x="9135" y="7777"/>
                  </a:lnTo>
                  <a:lnTo>
                    <a:pt x="9208" y="7630"/>
                  </a:lnTo>
                  <a:lnTo>
                    <a:pt x="9208" y="7447"/>
                  </a:lnTo>
                  <a:lnTo>
                    <a:pt x="9171" y="7227"/>
                  </a:lnTo>
                  <a:lnTo>
                    <a:pt x="9098" y="7117"/>
                  </a:lnTo>
                  <a:lnTo>
                    <a:pt x="8988" y="7006"/>
                  </a:lnTo>
                  <a:lnTo>
                    <a:pt x="8841" y="6896"/>
                  </a:lnTo>
                  <a:lnTo>
                    <a:pt x="8694" y="6860"/>
                  </a:lnTo>
                  <a:lnTo>
                    <a:pt x="8548" y="6823"/>
                  </a:lnTo>
                  <a:lnTo>
                    <a:pt x="8401" y="6823"/>
                  </a:lnTo>
                  <a:lnTo>
                    <a:pt x="8254" y="6860"/>
                  </a:lnTo>
                  <a:lnTo>
                    <a:pt x="8108" y="6933"/>
                  </a:lnTo>
                  <a:lnTo>
                    <a:pt x="7924" y="7117"/>
                  </a:lnTo>
                  <a:lnTo>
                    <a:pt x="7924" y="7117"/>
                  </a:lnTo>
                  <a:lnTo>
                    <a:pt x="7998" y="6970"/>
                  </a:lnTo>
                  <a:lnTo>
                    <a:pt x="8108" y="6860"/>
                  </a:lnTo>
                  <a:lnTo>
                    <a:pt x="8291" y="6603"/>
                  </a:lnTo>
                  <a:lnTo>
                    <a:pt x="8511" y="6383"/>
                  </a:lnTo>
                  <a:lnTo>
                    <a:pt x="8768" y="6126"/>
                  </a:lnTo>
                  <a:lnTo>
                    <a:pt x="8951" y="5943"/>
                  </a:lnTo>
                  <a:lnTo>
                    <a:pt x="9135" y="5796"/>
                  </a:lnTo>
                  <a:lnTo>
                    <a:pt x="9171" y="5796"/>
                  </a:lnTo>
                  <a:lnTo>
                    <a:pt x="9391" y="5759"/>
                  </a:lnTo>
                  <a:lnTo>
                    <a:pt x="9612" y="5686"/>
                  </a:lnTo>
                  <a:lnTo>
                    <a:pt x="10052" y="5539"/>
                  </a:lnTo>
                  <a:lnTo>
                    <a:pt x="10455" y="5356"/>
                  </a:lnTo>
                  <a:lnTo>
                    <a:pt x="10639" y="5282"/>
                  </a:lnTo>
                  <a:lnTo>
                    <a:pt x="10895" y="5246"/>
                  </a:lnTo>
                  <a:lnTo>
                    <a:pt x="10895" y="5246"/>
                  </a:lnTo>
                  <a:lnTo>
                    <a:pt x="10602" y="5503"/>
                  </a:lnTo>
                  <a:lnTo>
                    <a:pt x="10492" y="5649"/>
                  </a:lnTo>
                  <a:lnTo>
                    <a:pt x="10419" y="5833"/>
                  </a:lnTo>
                  <a:lnTo>
                    <a:pt x="10455" y="5869"/>
                  </a:lnTo>
                  <a:lnTo>
                    <a:pt x="10639" y="5796"/>
                  </a:lnTo>
                  <a:lnTo>
                    <a:pt x="10822" y="5723"/>
                  </a:lnTo>
                  <a:lnTo>
                    <a:pt x="11152" y="5503"/>
                  </a:lnTo>
                  <a:lnTo>
                    <a:pt x="11739" y="5136"/>
                  </a:lnTo>
                  <a:close/>
                  <a:moveTo>
                    <a:pt x="11996" y="8254"/>
                  </a:moveTo>
                  <a:lnTo>
                    <a:pt x="12546" y="8400"/>
                  </a:lnTo>
                  <a:lnTo>
                    <a:pt x="12729" y="8584"/>
                  </a:lnTo>
                  <a:lnTo>
                    <a:pt x="12803" y="8620"/>
                  </a:lnTo>
                  <a:lnTo>
                    <a:pt x="12876" y="8657"/>
                  </a:lnTo>
                  <a:lnTo>
                    <a:pt x="12950" y="8620"/>
                  </a:lnTo>
                  <a:lnTo>
                    <a:pt x="13023" y="8584"/>
                  </a:lnTo>
                  <a:lnTo>
                    <a:pt x="12950" y="9024"/>
                  </a:lnTo>
                  <a:lnTo>
                    <a:pt x="12509" y="8914"/>
                  </a:lnTo>
                  <a:lnTo>
                    <a:pt x="12399" y="8657"/>
                  </a:lnTo>
                  <a:lnTo>
                    <a:pt x="12216" y="8474"/>
                  </a:lnTo>
                  <a:lnTo>
                    <a:pt x="12033" y="8327"/>
                  </a:lnTo>
                  <a:lnTo>
                    <a:pt x="11959" y="8290"/>
                  </a:lnTo>
                  <a:lnTo>
                    <a:pt x="11996" y="8254"/>
                  </a:lnTo>
                  <a:close/>
                  <a:moveTo>
                    <a:pt x="10932" y="8841"/>
                  </a:moveTo>
                  <a:lnTo>
                    <a:pt x="11519" y="9097"/>
                  </a:lnTo>
                  <a:lnTo>
                    <a:pt x="12106" y="9244"/>
                  </a:lnTo>
                  <a:lnTo>
                    <a:pt x="12033" y="9391"/>
                  </a:lnTo>
                  <a:lnTo>
                    <a:pt x="11922" y="9537"/>
                  </a:lnTo>
                  <a:lnTo>
                    <a:pt x="11776" y="9611"/>
                  </a:lnTo>
                  <a:lnTo>
                    <a:pt x="11702" y="9611"/>
                  </a:lnTo>
                  <a:lnTo>
                    <a:pt x="11629" y="9574"/>
                  </a:lnTo>
                  <a:lnTo>
                    <a:pt x="11519" y="9537"/>
                  </a:lnTo>
                  <a:lnTo>
                    <a:pt x="11409" y="9427"/>
                  </a:lnTo>
                  <a:lnTo>
                    <a:pt x="11226" y="9244"/>
                  </a:lnTo>
                  <a:lnTo>
                    <a:pt x="10932" y="8841"/>
                  </a:lnTo>
                  <a:close/>
                  <a:moveTo>
                    <a:pt x="12509" y="9354"/>
                  </a:moveTo>
                  <a:lnTo>
                    <a:pt x="12876" y="9391"/>
                  </a:lnTo>
                  <a:lnTo>
                    <a:pt x="12656" y="10161"/>
                  </a:lnTo>
                  <a:lnTo>
                    <a:pt x="12583" y="10088"/>
                  </a:lnTo>
                  <a:lnTo>
                    <a:pt x="12363" y="10088"/>
                  </a:lnTo>
                  <a:lnTo>
                    <a:pt x="12216" y="10051"/>
                  </a:lnTo>
                  <a:lnTo>
                    <a:pt x="11886" y="9978"/>
                  </a:lnTo>
                  <a:lnTo>
                    <a:pt x="12106" y="9868"/>
                  </a:lnTo>
                  <a:lnTo>
                    <a:pt x="12289" y="9758"/>
                  </a:lnTo>
                  <a:lnTo>
                    <a:pt x="12399" y="9574"/>
                  </a:lnTo>
                  <a:lnTo>
                    <a:pt x="12509" y="9354"/>
                  </a:lnTo>
                  <a:close/>
                  <a:moveTo>
                    <a:pt x="10382" y="9721"/>
                  </a:moveTo>
                  <a:lnTo>
                    <a:pt x="11409" y="10161"/>
                  </a:lnTo>
                  <a:lnTo>
                    <a:pt x="11922" y="10381"/>
                  </a:lnTo>
                  <a:lnTo>
                    <a:pt x="12253" y="10491"/>
                  </a:lnTo>
                  <a:lnTo>
                    <a:pt x="12399" y="10491"/>
                  </a:lnTo>
                  <a:lnTo>
                    <a:pt x="12509" y="10455"/>
                  </a:lnTo>
                  <a:lnTo>
                    <a:pt x="12326" y="10968"/>
                  </a:lnTo>
                  <a:lnTo>
                    <a:pt x="12033" y="10858"/>
                  </a:lnTo>
                  <a:lnTo>
                    <a:pt x="11886" y="10785"/>
                  </a:lnTo>
                  <a:lnTo>
                    <a:pt x="11776" y="10711"/>
                  </a:lnTo>
                  <a:lnTo>
                    <a:pt x="11519" y="10528"/>
                  </a:lnTo>
                  <a:lnTo>
                    <a:pt x="11409" y="10418"/>
                  </a:lnTo>
                  <a:lnTo>
                    <a:pt x="11262" y="10344"/>
                  </a:lnTo>
                  <a:lnTo>
                    <a:pt x="11079" y="10308"/>
                  </a:lnTo>
                  <a:lnTo>
                    <a:pt x="10895" y="10271"/>
                  </a:lnTo>
                  <a:lnTo>
                    <a:pt x="10492" y="10234"/>
                  </a:lnTo>
                  <a:lnTo>
                    <a:pt x="10455" y="9978"/>
                  </a:lnTo>
                  <a:lnTo>
                    <a:pt x="10382" y="9721"/>
                  </a:lnTo>
                  <a:close/>
                  <a:moveTo>
                    <a:pt x="10455" y="10528"/>
                  </a:moveTo>
                  <a:lnTo>
                    <a:pt x="10785" y="10601"/>
                  </a:lnTo>
                  <a:lnTo>
                    <a:pt x="10969" y="10638"/>
                  </a:lnTo>
                  <a:lnTo>
                    <a:pt x="11115" y="10711"/>
                  </a:lnTo>
                  <a:lnTo>
                    <a:pt x="11336" y="10821"/>
                  </a:lnTo>
                  <a:lnTo>
                    <a:pt x="11519" y="10968"/>
                  </a:lnTo>
                  <a:lnTo>
                    <a:pt x="11702" y="11115"/>
                  </a:lnTo>
                  <a:lnTo>
                    <a:pt x="11886" y="11262"/>
                  </a:lnTo>
                  <a:lnTo>
                    <a:pt x="12106" y="11335"/>
                  </a:lnTo>
                  <a:lnTo>
                    <a:pt x="11739" y="11922"/>
                  </a:lnTo>
                  <a:lnTo>
                    <a:pt x="11629" y="11922"/>
                  </a:lnTo>
                  <a:lnTo>
                    <a:pt x="11482" y="11885"/>
                  </a:lnTo>
                  <a:lnTo>
                    <a:pt x="11226" y="11738"/>
                  </a:lnTo>
                  <a:lnTo>
                    <a:pt x="10565" y="11482"/>
                  </a:lnTo>
                  <a:lnTo>
                    <a:pt x="10272" y="11335"/>
                  </a:lnTo>
                  <a:lnTo>
                    <a:pt x="10382" y="10968"/>
                  </a:lnTo>
                  <a:lnTo>
                    <a:pt x="10455" y="10601"/>
                  </a:lnTo>
                  <a:lnTo>
                    <a:pt x="10455" y="10528"/>
                  </a:lnTo>
                  <a:close/>
                  <a:moveTo>
                    <a:pt x="10125" y="11665"/>
                  </a:moveTo>
                  <a:lnTo>
                    <a:pt x="10785" y="11958"/>
                  </a:lnTo>
                  <a:lnTo>
                    <a:pt x="11115" y="12142"/>
                  </a:lnTo>
                  <a:lnTo>
                    <a:pt x="11299" y="12215"/>
                  </a:lnTo>
                  <a:lnTo>
                    <a:pt x="11482" y="12289"/>
                  </a:lnTo>
                  <a:lnTo>
                    <a:pt x="11226" y="12655"/>
                  </a:lnTo>
                  <a:lnTo>
                    <a:pt x="10895" y="12545"/>
                  </a:lnTo>
                  <a:lnTo>
                    <a:pt x="10455" y="12399"/>
                  </a:lnTo>
                  <a:lnTo>
                    <a:pt x="10052" y="12252"/>
                  </a:lnTo>
                  <a:lnTo>
                    <a:pt x="9868" y="12142"/>
                  </a:lnTo>
                  <a:lnTo>
                    <a:pt x="10125" y="11665"/>
                  </a:lnTo>
                  <a:close/>
                  <a:moveTo>
                    <a:pt x="9355" y="9574"/>
                  </a:moveTo>
                  <a:lnTo>
                    <a:pt x="9575" y="9611"/>
                  </a:lnTo>
                  <a:lnTo>
                    <a:pt x="9795" y="9648"/>
                  </a:lnTo>
                  <a:lnTo>
                    <a:pt x="9978" y="9758"/>
                  </a:lnTo>
                  <a:lnTo>
                    <a:pt x="10052" y="9868"/>
                  </a:lnTo>
                  <a:lnTo>
                    <a:pt x="10088" y="9941"/>
                  </a:lnTo>
                  <a:lnTo>
                    <a:pt x="10125" y="10088"/>
                  </a:lnTo>
                  <a:lnTo>
                    <a:pt x="10125" y="10198"/>
                  </a:lnTo>
                  <a:lnTo>
                    <a:pt x="9832" y="10161"/>
                  </a:lnTo>
                  <a:lnTo>
                    <a:pt x="9795" y="10198"/>
                  </a:lnTo>
                  <a:lnTo>
                    <a:pt x="9795" y="10234"/>
                  </a:lnTo>
                  <a:lnTo>
                    <a:pt x="9942" y="10344"/>
                  </a:lnTo>
                  <a:lnTo>
                    <a:pt x="10088" y="10455"/>
                  </a:lnTo>
                  <a:lnTo>
                    <a:pt x="10015" y="10785"/>
                  </a:lnTo>
                  <a:lnTo>
                    <a:pt x="9942" y="11078"/>
                  </a:lnTo>
                  <a:lnTo>
                    <a:pt x="9905" y="11188"/>
                  </a:lnTo>
                  <a:lnTo>
                    <a:pt x="9648" y="11115"/>
                  </a:lnTo>
                  <a:lnTo>
                    <a:pt x="9391" y="11078"/>
                  </a:lnTo>
                  <a:lnTo>
                    <a:pt x="9355" y="11078"/>
                  </a:lnTo>
                  <a:lnTo>
                    <a:pt x="9318" y="11115"/>
                  </a:lnTo>
                  <a:lnTo>
                    <a:pt x="9318" y="11151"/>
                  </a:lnTo>
                  <a:lnTo>
                    <a:pt x="9355" y="11188"/>
                  </a:lnTo>
                  <a:lnTo>
                    <a:pt x="9538" y="11372"/>
                  </a:lnTo>
                  <a:lnTo>
                    <a:pt x="9795" y="11518"/>
                  </a:lnTo>
                  <a:lnTo>
                    <a:pt x="9501" y="11995"/>
                  </a:lnTo>
                  <a:lnTo>
                    <a:pt x="9061" y="11812"/>
                  </a:lnTo>
                  <a:lnTo>
                    <a:pt x="8584" y="11628"/>
                  </a:lnTo>
                  <a:lnTo>
                    <a:pt x="8548" y="11628"/>
                  </a:lnTo>
                  <a:lnTo>
                    <a:pt x="8548" y="11702"/>
                  </a:lnTo>
                  <a:lnTo>
                    <a:pt x="8731" y="11848"/>
                  </a:lnTo>
                  <a:lnTo>
                    <a:pt x="8915" y="12032"/>
                  </a:lnTo>
                  <a:lnTo>
                    <a:pt x="9318" y="12289"/>
                  </a:lnTo>
                  <a:lnTo>
                    <a:pt x="9061" y="12582"/>
                  </a:lnTo>
                  <a:lnTo>
                    <a:pt x="8805" y="12802"/>
                  </a:lnTo>
                  <a:lnTo>
                    <a:pt x="8548" y="12692"/>
                  </a:lnTo>
                  <a:lnTo>
                    <a:pt x="8401" y="12069"/>
                  </a:lnTo>
                  <a:lnTo>
                    <a:pt x="8291" y="11445"/>
                  </a:lnTo>
                  <a:lnTo>
                    <a:pt x="8218" y="11298"/>
                  </a:lnTo>
                  <a:lnTo>
                    <a:pt x="8144" y="11188"/>
                  </a:lnTo>
                  <a:lnTo>
                    <a:pt x="8034" y="11115"/>
                  </a:lnTo>
                  <a:lnTo>
                    <a:pt x="7374" y="11115"/>
                  </a:lnTo>
                  <a:lnTo>
                    <a:pt x="7264" y="11078"/>
                  </a:lnTo>
                  <a:lnTo>
                    <a:pt x="7154" y="11041"/>
                  </a:lnTo>
                  <a:lnTo>
                    <a:pt x="7007" y="10895"/>
                  </a:lnTo>
                  <a:lnTo>
                    <a:pt x="6897" y="10675"/>
                  </a:lnTo>
                  <a:lnTo>
                    <a:pt x="6860" y="10455"/>
                  </a:lnTo>
                  <a:lnTo>
                    <a:pt x="6860" y="10344"/>
                  </a:lnTo>
                  <a:lnTo>
                    <a:pt x="6897" y="10234"/>
                  </a:lnTo>
                  <a:lnTo>
                    <a:pt x="6934" y="10124"/>
                  </a:lnTo>
                  <a:lnTo>
                    <a:pt x="7007" y="10051"/>
                  </a:lnTo>
                  <a:lnTo>
                    <a:pt x="7227" y="9978"/>
                  </a:lnTo>
                  <a:lnTo>
                    <a:pt x="7447" y="9904"/>
                  </a:lnTo>
                  <a:lnTo>
                    <a:pt x="8328" y="9721"/>
                  </a:lnTo>
                  <a:lnTo>
                    <a:pt x="8401" y="9758"/>
                  </a:lnTo>
                  <a:lnTo>
                    <a:pt x="8548" y="9758"/>
                  </a:lnTo>
                  <a:lnTo>
                    <a:pt x="8841" y="9648"/>
                  </a:lnTo>
                  <a:lnTo>
                    <a:pt x="9135" y="9574"/>
                  </a:lnTo>
                  <a:close/>
                  <a:moveTo>
                    <a:pt x="1028" y="7373"/>
                  </a:moveTo>
                  <a:lnTo>
                    <a:pt x="1028" y="7887"/>
                  </a:lnTo>
                  <a:lnTo>
                    <a:pt x="1101" y="8437"/>
                  </a:lnTo>
                  <a:lnTo>
                    <a:pt x="1138" y="8474"/>
                  </a:lnTo>
                  <a:lnTo>
                    <a:pt x="1211" y="8510"/>
                  </a:lnTo>
                  <a:lnTo>
                    <a:pt x="1285" y="8510"/>
                  </a:lnTo>
                  <a:lnTo>
                    <a:pt x="1358" y="8474"/>
                  </a:lnTo>
                  <a:lnTo>
                    <a:pt x="1872" y="8070"/>
                  </a:lnTo>
                  <a:lnTo>
                    <a:pt x="1945" y="8951"/>
                  </a:lnTo>
                  <a:lnTo>
                    <a:pt x="1982" y="9611"/>
                  </a:lnTo>
                  <a:lnTo>
                    <a:pt x="1982" y="9758"/>
                  </a:lnTo>
                  <a:lnTo>
                    <a:pt x="1982" y="9904"/>
                  </a:lnTo>
                  <a:lnTo>
                    <a:pt x="1872" y="10014"/>
                  </a:lnTo>
                  <a:lnTo>
                    <a:pt x="1762" y="10088"/>
                  </a:lnTo>
                  <a:lnTo>
                    <a:pt x="1615" y="10271"/>
                  </a:lnTo>
                  <a:lnTo>
                    <a:pt x="1505" y="10455"/>
                  </a:lnTo>
                  <a:lnTo>
                    <a:pt x="1468" y="10638"/>
                  </a:lnTo>
                  <a:lnTo>
                    <a:pt x="1468" y="10858"/>
                  </a:lnTo>
                  <a:lnTo>
                    <a:pt x="1505" y="11078"/>
                  </a:lnTo>
                  <a:lnTo>
                    <a:pt x="1578" y="11298"/>
                  </a:lnTo>
                  <a:lnTo>
                    <a:pt x="1688" y="11702"/>
                  </a:lnTo>
                  <a:lnTo>
                    <a:pt x="2165" y="12876"/>
                  </a:lnTo>
                  <a:lnTo>
                    <a:pt x="1835" y="12509"/>
                  </a:lnTo>
                  <a:lnTo>
                    <a:pt x="1505" y="12142"/>
                  </a:lnTo>
                  <a:lnTo>
                    <a:pt x="1211" y="11665"/>
                  </a:lnTo>
                  <a:lnTo>
                    <a:pt x="918" y="11188"/>
                  </a:lnTo>
                  <a:lnTo>
                    <a:pt x="735" y="10675"/>
                  </a:lnTo>
                  <a:lnTo>
                    <a:pt x="588" y="10161"/>
                  </a:lnTo>
                  <a:lnTo>
                    <a:pt x="551" y="9831"/>
                  </a:lnTo>
                  <a:lnTo>
                    <a:pt x="514" y="9501"/>
                  </a:lnTo>
                  <a:lnTo>
                    <a:pt x="551" y="9171"/>
                  </a:lnTo>
                  <a:lnTo>
                    <a:pt x="588" y="8841"/>
                  </a:lnTo>
                  <a:lnTo>
                    <a:pt x="771" y="8180"/>
                  </a:lnTo>
                  <a:lnTo>
                    <a:pt x="955" y="7557"/>
                  </a:lnTo>
                  <a:lnTo>
                    <a:pt x="1028" y="7373"/>
                  </a:lnTo>
                  <a:close/>
                  <a:moveTo>
                    <a:pt x="9612" y="12472"/>
                  </a:moveTo>
                  <a:lnTo>
                    <a:pt x="9942" y="12619"/>
                  </a:lnTo>
                  <a:lnTo>
                    <a:pt x="10675" y="12912"/>
                  </a:lnTo>
                  <a:lnTo>
                    <a:pt x="10895" y="12986"/>
                  </a:lnTo>
                  <a:lnTo>
                    <a:pt x="10529" y="13316"/>
                  </a:lnTo>
                  <a:lnTo>
                    <a:pt x="10162" y="13609"/>
                  </a:lnTo>
                  <a:lnTo>
                    <a:pt x="9685" y="13279"/>
                  </a:lnTo>
                  <a:lnTo>
                    <a:pt x="9171" y="12986"/>
                  </a:lnTo>
                  <a:lnTo>
                    <a:pt x="9391" y="12729"/>
                  </a:lnTo>
                  <a:lnTo>
                    <a:pt x="9612" y="12472"/>
                  </a:lnTo>
                  <a:close/>
                  <a:moveTo>
                    <a:pt x="2569" y="5209"/>
                  </a:moveTo>
                  <a:lnTo>
                    <a:pt x="2899" y="5319"/>
                  </a:lnTo>
                  <a:lnTo>
                    <a:pt x="3266" y="5356"/>
                  </a:lnTo>
                  <a:lnTo>
                    <a:pt x="3999" y="5356"/>
                  </a:lnTo>
                  <a:lnTo>
                    <a:pt x="4733" y="5429"/>
                  </a:lnTo>
                  <a:lnTo>
                    <a:pt x="5467" y="5539"/>
                  </a:lnTo>
                  <a:lnTo>
                    <a:pt x="5320" y="5649"/>
                  </a:lnTo>
                  <a:lnTo>
                    <a:pt x="5173" y="5723"/>
                  </a:lnTo>
                  <a:lnTo>
                    <a:pt x="4880" y="5833"/>
                  </a:lnTo>
                  <a:lnTo>
                    <a:pt x="4696" y="5943"/>
                  </a:lnTo>
                  <a:lnTo>
                    <a:pt x="4513" y="6053"/>
                  </a:lnTo>
                  <a:lnTo>
                    <a:pt x="4366" y="6236"/>
                  </a:lnTo>
                  <a:lnTo>
                    <a:pt x="4293" y="6420"/>
                  </a:lnTo>
                  <a:lnTo>
                    <a:pt x="4256" y="6493"/>
                  </a:lnTo>
                  <a:lnTo>
                    <a:pt x="4293" y="6603"/>
                  </a:lnTo>
                  <a:lnTo>
                    <a:pt x="4329" y="6676"/>
                  </a:lnTo>
                  <a:lnTo>
                    <a:pt x="4366" y="6750"/>
                  </a:lnTo>
                  <a:lnTo>
                    <a:pt x="4439" y="6823"/>
                  </a:lnTo>
                  <a:lnTo>
                    <a:pt x="4549" y="6823"/>
                  </a:lnTo>
                  <a:lnTo>
                    <a:pt x="4660" y="6860"/>
                  </a:lnTo>
                  <a:lnTo>
                    <a:pt x="4696" y="6933"/>
                  </a:lnTo>
                  <a:lnTo>
                    <a:pt x="4733" y="7117"/>
                  </a:lnTo>
                  <a:lnTo>
                    <a:pt x="4770" y="7300"/>
                  </a:lnTo>
                  <a:lnTo>
                    <a:pt x="4770" y="7667"/>
                  </a:lnTo>
                  <a:lnTo>
                    <a:pt x="4806" y="7813"/>
                  </a:lnTo>
                  <a:lnTo>
                    <a:pt x="4586" y="7520"/>
                  </a:lnTo>
                  <a:lnTo>
                    <a:pt x="4366" y="7263"/>
                  </a:lnTo>
                  <a:lnTo>
                    <a:pt x="4256" y="7190"/>
                  </a:lnTo>
                  <a:lnTo>
                    <a:pt x="4146" y="7153"/>
                  </a:lnTo>
                  <a:lnTo>
                    <a:pt x="3999" y="7117"/>
                  </a:lnTo>
                  <a:lnTo>
                    <a:pt x="3889" y="7153"/>
                  </a:lnTo>
                  <a:lnTo>
                    <a:pt x="3632" y="7227"/>
                  </a:lnTo>
                  <a:lnTo>
                    <a:pt x="3412" y="7373"/>
                  </a:lnTo>
                  <a:lnTo>
                    <a:pt x="3192" y="7593"/>
                  </a:lnTo>
                  <a:lnTo>
                    <a:pt x="2972" y="7813"/>
                  </a:lnTo>
                  <a:lnTo>
                    <a:pt x="2825" y="8070"/>
                  </a:lnTo>
                  <a:lnTo>
                    <a:pt x="2715" y="8364"/>
                  </a:lnTo>
                  <a:lnTo>
                    <a:pt x="2642" y="8657"/>
                  </a:lnTo>
                  <a:lnTo>
                    <a:pt x="2605" y="8951"/>
                  </a:lnTo>
                  <a:lnTo>
                    <a:pt x="2605" y="9244"/>
                  </a:lnTo>
                  <a:lnTo>
                    <a:pt x="2679" y="9537"/>
                  </a:lnTo>
                  <a:lnTo>
                    <a:pt x="2679" y="9611"/>
                  </a:lnTo>
                  <a:lnTo>
                    <a:pt x="2752" y="9648"/>
                  </a:lnTo>
                  <a:lnTo>
                    <a:pt x="2789" y="9684"/>
                  </a:lnTo>
                  <a:lnTo>
                    <a:pt x="3156" y="9684"/>
                  </a:lnTo>
                  <a:lnTo>
                    <a:pt x="3449" y="9758"/>
                  </a:lnTo>
                  <a:lnTo>
                    <a:pt x="3706" y="9868"/>
                  </a:lnTo>
                  <a:lnTo>
                    <a:pt x="3963" y="10014"/>
                  </a:lnTo>
                  <a:lnTo>
                    <a:pt x="4183" y="10198"/>
                  </a:lnTo>
                  <a:lnTo>
                    <a:pt x="4403" y="10418"/>
                  </a:lnTo>
                  <a:lnTo>
                    <a:pt x="4770" y="10858"/>
                  </a:lnTo>
                  <a:lnTo>
                    <a:pt x="4403" y="11151"/>
                  </a:lnTo>
                  <a:lnTo>
                    <a:pt x="4109" y="11445"/>
                  </a:lnTo>
                  <a:lnTo>
                    <a:pt x="3816" y="11775"/>
                  </a:lnTo>
                  <a:lnTo>
                    <a:pt x="3596" y="12142"/>
                  </a:lnTo>
                  <a:lnTo>
                    <a:pt x="3412" y="12545"/>
                  </a:lnTo>
                  <a:lnTo>
                    <a:pt x="3266" y="12986"/>
                  </a:lnTo>
                  <a:lnTo>
                    <a:pt x="3192" y="13426"/>
                  </a:lnTo>
                  <a:lnTo>
                    <a:pt x="3156" y="13866"/>
                  </a:lnTo>
                  <a:lnTo>
                    <a:pt x="3082" y="13829"/>
                  </a:lnTo>
                  <a:lnTo>
                    <a:pt x="2972" y="13719"/>
                  </a:lnTo>
                  <a:lnTo>
                    <a:pt x="2899" y="13572"/>
                  </a:lnTo>
                  <a:lnTo>
                    <a:pt x="2459" y="12582"/>
                  </a:lnTo>
                  <a:lnTo>
                    <a:pt x="2092" y="11702"/>
                  </a:lnTo>
                  <a:lnTo>
                    <a:pt x="1945" y="11262"/>
                  </a:lnTo>
                  <a:lnTo>
                    <a:pt x="1872" y="10821"/>
                  </a:lnTo>
                  <a:lnTo>
                    <a:pt x="1872" y="10638"/>
                  </a:lnTo>
                  <a:lnTo>
                    <a:pt x="1945" y="10491"/>
                  </a:lnTo>
                  <a:lnTo>
                    <a:pt x="2055" y="10381"/>
                  </a:lnTo>
                  <a:lnTo>
                    <a:pt x="2202" y="10271"/>
                  </a:lnTo>
                  <a:lnTo>
                    <a:pt x="2312" y="10161"/>
                  </a:lnTo>
                  <a:lnTo>
                    <a:pt x="2385" y="10051"/>
                  </a:lnTo>
                  <a:lnTo>
                    <a:pt x="2385" y="9904"/>
                  </a:lnTo>
                  <a:lnTo>
                    <a:pt x="2385" y="9721"/>
                  </a:lnTo>
                  <a:lnTo>
                    <a:pt x="2312" y="8730"/>
                  </a:lnTo>
                  <a:lnTo>
                    <a:pt x="2165" y="7740"/>
                  </a:lnTo>
                  <a:lnTo>
                    <a:pt x="2165" y="7667"/>
                  </a:lnTo>
                  <a:lnTo>
                    <a:pt x="2092" y="7593"/>
                  </a:lnTo>
                  <a:lnTo>
                    <a:pt x="1945" y="7593"/>
                  </a:lnTo>
                  <a:lnTo>
                    <a:pt x="1358" y="8070"/>
                  </a:lnTo>
                  <a:lnTo>
                    <a:pt x="1321" y="7667"/>
                  </a:lnTo>
                  <a:lnTo>
                    <a:pt x="1358" y="7263"/>
                  </a:lnTo>
                  <a:lnTo>
                    <a:pt x="1395" y="6860"/>
                  </a:lnTo>
                  <a:lnTo>
                    <a:pt x="1505" y="6456"/>
                  </a:lnTo>
                  <a:lnTo>
                    <a:pt x="1505" y="6383"/>
                  </a:lnTo>
                  <a:lnTo>
                    <a:pt x="1468" y="6310"/>
                  </a:lnTo>
                  <a:lnTo>
                    <a:pt x="1725" y="5796"/>
                  </a:lnTo>
                  <a:lnTo>
                    <a:pt x="1982" y="5319"/>
                  </a:lnTo>
                  <a:lnTo>
                    <a:pt x="2239" y="5356"/>
                  </a:lnTo>
                  <a:lnTo>
                    <a:pt x="2495" y="5392"/>
                  </a:lnTo>
                  <a:lnTo>
                    <a:pt x="2569" y="5356"/>
                  </a:lnTo>
                  <a:lnTo>
                    <a:pt x="2605" y="5319"/>
                  </a:lnTo>
                  <a:lnTo>
                    <a:pt x="2605" y="5282"/>
                  </a:lnTo>
                  <a:lnTo>
                    <a:pt x="2569" y="5209"/>
                  </a:lnTo>
                  <a:close/>
                  <a:moveTo>
                    <a:pt x="8805" y="13939"/>
                  </a:moveTo>
                  <a:lnTo>
                    <a:pt x="9098" y="13976"/>
                  </a:lnTo>
                  <a:lnTo>
                    <a:pt x="9391" y="14049"/>
                  </a:lnTo>
                  <a:lnTo>
                    <a:pt x="9208" y="14086"/>
                  </a:lnTo>
                  <a:lnTo>
                    <a:pt x="9171" y="14049"/>
                  </a:lnTo>
                  <a:lnTo>
                    <a:pt x="9061" y="14049"/>
                  </a:lnTo>
                  <a:lnTo>
                    <a:pt x="8988" y="13976"/>
                  </a:lnTo>
                  <a:lnTo>
                    <a:pt x="8805" y="13939"/>
                  </a:lnTo>
                  <a:close/>
                  <a:moveTo>
                    <a:pt x="5815" y="14178"/>
                  </a:moveTo>
                  <a:lnTo>
                    <a:pt x="5797" y="14196"/>
                  </a:lnTo>
                  <a:lnTo>
                    <a:pt x="5760" y="14196"/>
                  </a:lnTo>
                  <a:lnTo>
                    <a:pt x="5815" y="14178"/>
                  </a:lnTo>
                  <a:close/>
                  <a:moveTo>
                    <a:pt x="7154" y="2935"/>
                  </a:moveTo>
                  <a:lnTo>
                    <a:pt x="7594" y="3008"/>
                  </a:lnTo>
                  <a:lnTo>
                    <a:pt x="8034" y="3082"/>
                  </a:lnTo>
                  <a:lnTo>
                    <a:pt x="8438" y="3155"/>
                  </a:lnTo>
                  <a:lnTo>
                    <a:pt x="8401" y="3192"/>
                  </a:lnTo>
                  <a:lnTo>
                    <a:pt x="8401" y="3228"/>
                  </a:lnTo>
                  <a:lnTo>
                    <a:pt x="8401" y="3265"/>
                  </a:lnTo>
                  <a:lnTo>
                    <a:pt x="8438" y="3265"/>
                  </a:lnTo>
                  <a:lnTo>
                    <a:pt x="8621" y="3228"/>
                  </a:lnTo>
                  <a:lnTo>
                    <a:pt x="8768" y="3265"/>
                  </a:lnTo>
                  <a:lnTo>
                    <a:pt x="8805" y="3265"/>
                  </a:lnTo>
                  <a:lnTo>
                    <a:pt x="8768" y="3338"/>
                  </a:lnTo>
                  <a:lnTo>
                    <a:pt x="8768" y="3412"/>
                  </a:lnTo>
                  <a:lnTo>
                    <a:pt x="8768" y="3448"/>
                  </a:lnTo>
                  <a:lnTo>
                    <a:pt x="8805" y="3485"/>
                  </a:lnTo>
                  <a:lnTo>
                    <a:pt x="8841" y="3485"/>
                  </a:lnTo>
                  <a:lnTo>
                    <a:pt x="8915" y="3522"/>
                  </a:lnTo>
                  <a:lnTo>
                    <a:pt x="8988" y="3558"/>
                  </a:lnTo>
                  <a:lnTo>
                    <a:pt x="9098" y="3668"/>
                  </a:lnTo>
                  <a:lnTo>
                    <a:pt x="9208" y="3815"/>
                  </a:lnTo>
                  <a:lnTo>
                    <a:pt x="9245" y="3852"/>
                  </a:lnTo>
                  <a:lnTo>
                    <a:pt x="9281" y="3889"/>
                  </a:lnTo>
                  <a:lnTo>
                    <a:pt x="9318" y="3852"/>
                  </a:lnTo>
                  <a:lnTo>
                    <a:pt x="9391" y="3742"/>
                  </a:lnTo>
                  <a:lnTo>
                    <a:pt x="9465" y="3632"/>
                  </a:lnTo>
                  <a:lnTo>
                    <a:pt x="9538" y="3558"/>
                  </a:lnTo>
                  <a:lnTo>
                    <a:pt x="9758" y="3632"/>
                  </a:lnTo>
                  <a:lnTo>
                    <a:pt x="9612" y="3815"/>
                  </a:lnTo>
                  <a:lnTo>
                    <a:pt x="9501" y="3999"/>
                  </a:lnTo>
                  <a:lnTo>
                    <a:pt x="9465" y="4072"/>
                  </a:lnTo>
                  <a:lnTo>
                    <a:pt x="9465" y="4182"/>
                  </a:lnTo>
                  <a:lnTo>
                    <a:pt x="9575" y="4182"/>
                  </a:lnTo>
                  <a:lnTo>
                    <a:pt x="9648" y="4145"/>
                  </a:lnTo>
                  <a:lnTo>
                    <a:pt x="9795" y="4035"/>
                  </a:lnTo>
                  <a:lnTo>
                    <a:pt x="10052" y="3815"/>
                  </a:lnTo>
                  <a:lnTo>
                    <a:pt x="10308" y="3962"/>
                  </a:lnTo>
                  <a:lnTo>
                    <a:pt x="10235" y="4035"/>
                  </a:lnTo>
                  <a:lnTo>
                    <a:pt x="9978" y="4365"/>
                  </a:lnTo>
                  <a:lnTo>
                    <a:pt x="9868" y="4512"/>
                  </a:lnTo>
                  <a:lnTo>
                    <a:pt x="9795" y="4696"/>
                  </a:lnTo>
                  <a:lnTo>
                    <a:pt x="9795" y="4732"/>
                  </a:lnTo>
                  <a:lnTo>
                    <a:pt x="9832" y="4732"/>
                  </a:lnTo>
                  <a:lnTo>
                    <a:pt x="10015" y="4659"/>
                  </a:lnTo>
                  <a:lnTo>
                    <a:pt x="10198" y="4549"/>
                  </a:lnTo>
                  <a:lnTo>
                    <a:pt x="10492" y="4329"/>
                  </a:lnTo>
                  <a:lnTo>
                    <a:pt x="10639" y="4182"/>
                  </a:lnTo>
                  <a:lnTo>
                    <a:pt x="10822" y="4292"/>
                  </a:lnTo>
                  <a:lnTo>
                    <a:pt x="10565" y="4549"/>
                  </a:lnTo>
                  <a:lnTo>
                    <a:pt x="10272" y="4879"/>
                  </a:lnTo>
                  <a:lnTo>
                    <a:pt x="10052" y="5209"/>
                  </a:lnTo>
                  <a:lnTo>
                    <a:pt x="9942" y="5246"/>
                  </a:lnTo>
                  <a:lnTo>
                    <a:pt x="9648" y="5392"/>
                  </a:lnTo>
                  <a:lnTo>
                    <a:pt x="9391" y="5539"/>
                  </a:lnTo>
                  <a:lnTo>
                    <a:pt x="9281" y="5539"/>
                  </a:lnTo>
                  <a:lnTo>
                    <a:pt x="9135" y="5576"/>
                  </a:lnTo>
                  <a:lnTo>
                    <a:pt x="8805" y="5759"/>
                  </a:lnTo>
                  <a:lnTo>
                    <a:pt x="8548" y="5979"/>
                  </a:lnTo>
                  <a:lnTo>
                    <a:pt x="8364" y="6089"/>
                  </a:lnTo>
                  <a:lnTo>
                    <a:pt x="8071" y="6346"/>
                  </a:lnTo>
                  <a:lnTo>
                    <a:pt x="7924" y="6566"/>
                  </a:lnTo>
                  <a:lnTo>
                    <a:pt x="7741" y="6750"/>
                  </a:lnTo>
                  <a:lnTo>
                    <a:pt x="7631" y="6970"/>
                  </a:lnTo>
                  <a:lnTo>
                    <a:pt x="7594" y="7153"/>
                  </a:lnTo>
                  <a:lnTo>
                    <a:pt x="7631" y="7227"/>
                  </a:lnTo>
                  <a:lnTo>
                    <a:pt x="7667" y="7300"/>
                  </a:lnTo>
                  <a:lnTo>
                    <a:pt x="7741" y="7373"/>
                  </a:lnTo>
                  <a:lnTo>
                    <a:pt x="7851" y="7410"/>
                  </a:lnTo>
                  <a:lnTo>
                    <a:pt x="7998" y="7410"/>
                  </a:lnTo>
                  <a:lnTo>
                    <a:pt x="8144" y="7337"/>
                  </a:lnTo>
                  <a:lnTo>
                    <a:pt x="8401" y="7190"/>
                  </a:lnTo>
                  <a:lnTo>
                    <a:pt x="8548" y="7153"/>
                  </a:lnTo>
                  <a:lnTo>
                    <a:pt x="8731" y="7227"/>
                  </a:lnTo>
                  <a:lnTo>
                    <a:pt x="8805" y="7263"/>
                  </a:lnTo>
                  <a:lnTo>
                    <a:pt x="8878" y="7337"/>
                  </a:lnTo>
                  <a:lnTo>
                    <a:pt x="8915" y="7410"/>
                  </a:lnTo>
                  <a:lnTo>
                    <a:pt x="8915" y="7483"/>
                  </a:lnTo>
                  <a:lnTo>
                    <a:pt x="8841" y="7593"/>
                  </a:lnTo>
                  <a:lnTo>
                    <a:pt x="8731" y="7740"/>
                  </a:lnTo>
                  <a:lnTo>
                    <a:pt x="8584" y="7850"/>
                  </a:lnTo>
                  <a:lnTo>
                    <a:pt x="8401" y="7960"/>
                  </a:lnTo>
                  <a:lnTo>
                    <a:pt x="8144" y="8070"/>
                  </a:lnTo>
                  <a:lnTo>
                    <a:pt x="7961" y="8144"/>
                  </a:lnTo>
                  <a:lnTo>
                    <a:pt x="7741" y="8254"/>
                  </a:lnTo>
                  <a:lnTo>
                    <a:pt x="7557" y="8400"/>
                  </a:lnTo>
                  <a:lnTo>
                    <a:pt x="7521" y="8474"/>
                  </a:lnTo>
                  <a:lnTo>
                    <a:pt x="7484" y="8584"/>
                  </a:lnTo>
                  <a:lnTo>
                    <a:pt x="7447" y="8767"/>
                  </a:lnTo>
                  <a:lnTo>
                    <a:pt x="7521" y="8914"/>
                  </a:lnTo>
                  <a:lnTo>
                    <a:pt x="7631" y="9061"/>
                  </a:lnTo>
                  <a:lnTo>
                    <a:pt x="7777" y="9134"/>
                  </a:lnTo>
                  <a:lnTo>
                    <a:pt x="7887" y="9171"/>
                  </a:lnTo>
                  <a:lnTo>
                    <a:pt x="8034" y="9207"/>
                  </a:lnTo>
                  <a:lnTo>
                    <a:pt x="8254" y="9134"/>
                  </a:lnTo>
                  <a:lnTo>
                    <a:pt x="8694" y="8951"/>
                  </a:lnTo>
                  <a:lnTo>
                    <a:pt x="9208" y="8951"/>
                  </a:lnTo>
                  <a:lnTo>
                    <a:pt x="9391" y="8877"/>
                  </a:lnTo>
                  <a:lnTo>
                    <a:pt x="9575" y="8767"/>
                  </a:lnTo>
                  <a:lnTo>
                    <a:pt x="9685" y="8657"/>
                  </a:lnTo>
                  <a:lnTo>
                    <a:pt x="9795" y="8547"/>
                  </a:lnTo>
                  <a:lnTo>
                    <a:pt x="9905" y="8547"/>
                  </a:lnTo>
                  <a:lnTo>
                    <a:pt x="10052" y="8584"/>
                  </a:lnTo>
                  <a:lnTo>
                    <a:pt x="10088" y="8620"/>
                  </a:lnTo>
                  <a:lnTo>
                    <a:pt x="10125" y="8620"/>
                  </a:lnTo>
                  <a:lnTo>
                    <a:pt x="10198" y="8657"/>
                  </a:lnTo>
                  <a:lnTo>
                    <a:pt x="10382" y="8804"/>
                  </a:lnTo>
                  <a:lnTo>
                    <a:pt x="10565" y="8987"/>
                  </a:lnTo>
                  <a:lnTo>
                    <a:pt x="11115" y="9648"/>
                  </a:lnTo>
                  <a:lnTo>
                    <a:pt x="10382" y="9391"/>
                  </a:lnTo>
                  <a:lnTo>
                    <a:pt x="10015" y="9281"/>
                  </a:lnTo>
                  <a:lnTo>
                    <a:pt x="9648" y="9171"/>
                  </a:lnTo>
                  <a:lnTo>
                    <a:pt x="9612" y="9207"/>
                  </a:lnTo>
                  <a:lnTo>
                    <a:pt x="9281" y="9171"/>
                  </a:lnTo>
                  <a:lnTo>
                    <a:pt x="8951" y="9207"/>
                  </a:lnTo>
                  <a:lnTo>
                    <a:pt x="8621" y="9281"/>
                  </a:lnTo>
                  <a:lnTo>
                    <a:pt x="8328" y="9391"/>
                  </a:lnTo>
                  <a:lnTo>
                    <a:pt x="8291" y="9427"/>
                  </a:lnTo>
                  <a:lnTo>
                    <a:pt x="8144" y="9427"/>
                  </a:lnTo>
                  <a:lnTo>
                    <a:pt x="7631" y="9537"/>
                  </a:lnTo>
                  <a:lnTo>
                    <a:pt x="7117" y="9648"/>
                  </a:lnTo>
                  <a:lnTo>
                    <a:pt x="6934" y="9684"/>
                  </a:lnTo>
                  <a:lnTo>
                    <a:pt x="6787" y="9794"/>
                  </a:lnTo>
                  <a:lnTo>
                    <a:pt x="6677" y="9904"/>
                  </a:lnTo>
                  <a:lnTo>
                    <a:pt x="6567" y="10088"/>
                  </a:lnTo>
                  <a:lnTo>
                    <a:pt x="6494" y="10271"/>
                  </a:lnTo>
                  <a:lnTo>
                    <a:pt x="6494" y="10455"/>
                  </a:lnTo>
                  <a:lnTo>
                    <a:pt x="6494" y="10601"/>
                  </a:lnTo>
                  <a:lnTo>
                    <a:pt x="6530" y="10785"/>
                  </a:lnTo>
                  <a:lnTo>
                    <a:pt x="6604" y="10968"/>
                  </a:lnTo>
                  <a:lnTo>
                    <a:pt x="6714" y="11115"/>
                  </a:lnTo>
                  <a:lnTo>
                    <a:pt x="6824" y="11225"/>
                  </a:lnTo>
                  <a:lnTo>
                    <a:pt x="6970" y="11335"/>
                  </a:lnTo>
                  <a:lnTo>
                    <a:pt x="7117" y="11408"/>
                  </a:lnTo>
                  <a:lnTo>
                    <a:pt x="7301" y="11445"/>
                  </a:lnTo>
                  <a:lnTo>
                    <a:pt x="7484" y="11482"/>
                  </a:lnTo>
                  <a:lnTo>
                    <a:pt x="7777" y="11482"/>
                  </a:lnTo>
                  <a:lnTo>
                    <a:pt x="7851" y="11555"/>
                  </a:lnTo>
                  <a:lnTo>
                    <a:pt x="7924" y="11665"/>
                  </a:lnTo>
                  <a:lnTo>
                    <a:pt x="7961" y="11812"/>
                  </a:lnTo>
                  <a:lnTo>
                    <a:pt x="8034" y="12105"/>
                  </a:lnTo>
                  <a:lnTo>
                    <a:pt x="8071" y="12362"/>
                  </a:lnTo>
                  <a:lnTo>
                    <a:pt x="8108" y="12509"/>
                  </a:lnTo>
                  <a:lnTo>
                    <a:pt x="7851" y="12435"/>
                  </a:lnTo>
                  <a:lnTo>
                    <a:pt x="7631" y="12399"/>
                  </a:lnTo>
                  <a:lnTo>
                    <a:pt x="7557" y="12362"/>
                  </a:lnTo>
                  <a:lnTo>
                    <a:pt x="7521" y="12215"/>
                  </a:lnTo>
                  <a:lnTo>
                    <a:pt x="7521" y="12179"/>
                  </a:lnTo>
                  <a:lnTo>
                    <a:pt x="7447" y="12179"/>
                  </a:lnTo>
                  <a:lnTo>
                    <a:pt x="7447" y="12215"/>
                  </a:lnTo>
                  <a:lnTo>
                    <a:pt x="7411" y="12472"/>
                  </a:lnTo>
                  <a:lnTo>
                    <a:pt x="7411" y="12509"/>
                  </a:lnTo>
                  <a:lnTo>
                    <a:pt x="7447" y="12545"/>
                  </a:lnTo>
                  <a:lnTo>
                    <a:pt x="7851" y="12729"/>
                  </a:lnTo>
                  <a:lnTo>
                    <a:pt x="8254" y="12949"/>
                  </a:lnTo>
                  <a:lnTo>
                    <a:pt x="8438" y="13316"/>
                  </a:lnTo>
                  <a:lnTo>
                    <a:pt x="8474" y="13389"/>
                  </a:lnTo>
                  <a:lnTo>
                    <a:pt x="8548" y="13426"/>
                  </a:lnTo>
                  <a:lnTo>
                    <a:pt x="8621" y="13426"/>
                  </a:lnTo>
                  <a:lnTo>
                    <a:pt x="8694" y="13389"/>
                  </a:lnTo>
                  <a:lnTo>
                    <a:pt x="8841" y="13279"/>
                  </a:lnTo>
                  <a:lnTo>
                    <a:pt x="9428" y="13609"/>
                  </a:lnTo>
                  <a:lnTo>
                    <a:pt x="9281" y="13609"/>
                  </a:lnTo>
                  <a:lnTo>
                    <a:pt x="8548" y="13536"/>
                  </a:lnTo>
                  <a:lnTo>
                    <a:pt x="7851" y="13536"/>
                  </a:lnTo>
                  <a:lnTo>
                    <a:pt x="7374" y="13206"/>
                  </a:lnTo>
                  <a:lnTo>
                    <a:pt x="6860" y="12912"/>
                  </a:lnTo>
                  <a:lnTo>
                    <a:pt x="6824" y="12876"/>
                  </a:lnTo>
                  <a:lnTo>
                    <a:pt x="6750" y="12912"/>
                  </a:lnTo>
                  <a:lnTo>
                    <a:pt x="6750" y="12949"/>
                  </a:lnTo>
                  <a:lnTo>
                    <a:pt x="6750" y="13022"/>
                  </a:lnTo>
                  <a:lnTo>
                    <a:pt x="6970" y="13316"/>
                  </a:lnTo>
                  <a:lnTo>
                    <a:pt x="7227" y="13572"/>
                  </a:lnTo>
                  <a:lnTo>
                    <a:pt x="6897" y="13609"/>
                  </a:lnTo>
                  <a:lnTo>
                    <a:pt x="6567" y="13646"/>
                  </a:lnTo>
                  <a:lnTo>
                    <a:pt x="6310" y="13426"/>
                  </a:lnTo>
                  <a:lnTo>
                    <a:pt x="6090" y="13169"/>
                  </a:lnTo>
                  <a:lnTo>
                    <a:pt x="6017" y="13169"/>
                  </a:lnTo>
                  <a:lnTo>
                    <a:pt x="5943" y="13242"/>
                  </a:lnTo>
                  <a:lnTo>
                    <a:pt x="5907" y="13389"/>
                  </a:lnTo>
                  <a:lnTo>
                    <a:pt x="5943" y="13499"/>
                  </a:lnTo>
                  <a:lnTo>
                    <a:pt x="5980" y="13646"/>
                  </a:lnTo>
                  <a:lnTo>
                    <a:pt x="6090" y="13756"/>
                  </a:lnTo>
                  <a:lnTo>
                    <a:pt x="5760" y="13829"/>
                  </a:lnTo>
                  <a:lnTo>
                    <a:pt x="5430" y="13939"/>
                  </a:lnTo>
                  <a:lnTo>
                    <a:pt x="5393" y="13903"/>
                  </a:lnTo>
                  <a:lnTo>
                    <a:pt x="5173" y="13682"/>
                  </a:lnTo>
                  <a:lnTo>
                    <a:pt x="5026" y="13609"/>
                  </a:lnTo>
                  <a:lnTo>
                    <a:pt x="4916" y="13572"/>
                  </a:lnTo>
                  <a:lnTo>
                    <a:pt x="4880" y="13572"/>
                  </a:lnTo>
                  <a:lnTo>
                    <a:pt x="4880" y="13609"/>
                  </a:lnTo>
                  <a:lnTo>
                    <a:pt x="4880" y="13682"/>
                  </a:lnTo>
                  <a:lnTo>
                    <a:pt x="4916" y="13793"/>
                  </a:lnTo>
                  <a:lnTo>
                    <a:pt x="4990" y="13939"/>
                  </a:lnTo>
                  <a:lnTo>
                    <a:pt x="5100" y="14086"/>
                  </a:lnTo>
                  <a:lnTo>
                    <a:pt x="5136" y="14086"/>
                  </a:lnTo>
                  <a:lnTo>
                    <a:pt x="4843" y="14306"/>
                  </a:lnTo>
                  <a:lnTo>
                    <a:pt x="4623" y="14269"/>
                  </a:lnTo>
                  <a:lnTo>
                    <a:pt x="4109" y="14196"/>
                  </a:lnTo>
                  <a:lnTo>
                    <a:pt x="3853" y="14159"/>
                  </a:lnTo>
                  <a:lnTo>
                    <a:pt x="3596" y="14086"/>
                  </a:lnTo>
                  <a:lnTo>
                    <a:pt x="3669" y="14013"/>
                  </a:lnTo>
                  <a:lnTo>
                    <a:pt x="3706" y="13903"/>
                  </a:lnTo>
                  <a:lnTo>
                    <a:pt x="3706" y="13829"/>
                  </a:lnTo>
                  <a:lnTo>
                    <a:pt x="3669" y="13719"/>
                  </a:lnTo>
                  <a:lnTo>
                    <a:pt x="3632" y="13646"/>
                  </a:lnTo>
                  <a:lnTo>
                    <a:pt x="3559" y="13609"/>
                  </a:lnTo>
                  <a:lnTo>
                    <a:pt x="3632" y="13242"/>
                  </a:lnTo>
                  <a:lnTo>
                    <a:pt x="3742" y="12876"/>
                  </a:lnTo>
                  <a:lnTo>
                    <a:pt x="3889" y="12509"/>
                  </a:lnTo>
                  <a:lnTo>
                    <a:pt x="4073" y="12179"/>
                  </a:lnTo>
                  <a:lnTo>
                    <a:pt x="4293" y="11848"/>
                  </a:lnTo>
                  <a:lnTo>
                    <a:pt x="4549" y="11555"/>
                  </a:lnTo>
                  <a:lnTo>
                    <a:pt x="4843" y="11298"/>
                  </a:lnTo>
                  <a:lnTo>
                    <a:pt x="5173" y="11115"/>
                  </a:lnTo>
                  <a:lnTo>
                    <a:pt x="5246" y="11041"/>
                  </a:lnTo>
                  <a:lnTo>
                    <a:pt x="5283" y="10931"/>
                  </a:lnTo>
                  <a:lnTo>
                    <a:pt x="5283" y="10858"/>
                  </a:lnTo>
                  <a:lnTo>
                    <a:pt x="5210" y="10785"/>
                  </a:lnTo>
                  <a:lnTo>
                    <a:pt x="4770" y="10234"/>
                  </a:lnTo>
                  <a:lnTo>
                    <a:pt x="4549" y="9978"/>
                  </a:lnTo>
                  <a:lnTo>
                    <a:pt x="4293" y="9758"/>
                  </a:lnTo>
                  <a:lnTo>
                    <a:pt x="3999" y="9574"/>
                  </a:lnTo>
                  <a:lnTo>
                    <a:pt x="3706" y="9427"/>
                  </a:lnTo>
                  <a:lnTo>
                    <a:pt x="3376" y="9317"/>
                  </a:lnTo>
                  <a:lnTo>
                    <a:pt x="3046" y="9281"/>
                  </a:lnTo>
                  <a:lnTo>
                    <a:pt x="3046" y="8877"/>
                  </a:lnTo>
                  <a:lnTo>
                    <a:pt x="3119" y="8510"/>
                  </a:lnTo>
                  <a:lnTo>
                    <a:pt x="3266" y="8180"/>
                  </a:lnTo>
                  <a:lnTo>
                    <a:pt x="3486" y="7887"/>
                  </a:lnTo>
                  <a:lnTo>
                    <a:pt x="3632" y="7740"/>
                  </a:lnTo>
                  <a:lnTo>
                    <a:pt x="3816" y="7593"/>
                  </a:lnTo>
                  <a:lnTo>
                    <a:pt x="3889" y="7557"/>
                  </a:lnTo>
                  <a:lnTo>
                    <a:pt x="3963" y="7557"/>
                  </a:lnTo>
                  <a:lnTo>
                    <a:pt x="4036" y="7593"/>
                  </a:lnTo>
                  <a:lnTo>
                    <a:pt x="4109" y="7630"/>
                  </a:lnTo>
                  <a:lnTo>
                    <a:pt x="4219" y="7740"/>
                  </a:lnTo>
                  <a:lnTo>
                    <a:pt x="4329" y="7887"/>
                  </a:lnTo>
                  <a:lnTo>
                    <a:pt x="4916" y="8657"/>
                  </a:lnTo>
                  <a:lnTo>
                    <a:pt x="5026" y="8730"/>
                  </a:lnTo>
                  <a:lnTo>
                    <a:pt x="5136" y="8767"/>
                  </a:lnTo>
                  <a:lnTo>
                    <a:pt x="5210" y="8730"/>
                  </a:lnTo>
                  <a:lnTo>
                    <a:pt x="5246" y="8694"/>
                  </a:lnTo>
                  <a:lnTo>
                    <a:pt x="5283" y="8620"/>
                  </a:lnTo>
                  <a:lnTo>
                    <a:pt x="5283" y="8547"/>
                  </a:lnTo>
                  <a:lnTo>
                    <a:pt x="5136" y="7006"/>
                  </a:lnTo>
                  <a:lnTo>
                    <a:pt x="5100" y="6823"/>
                  </a:lnTo>
                  <a:lnTo>
                    <a:pt x="4990" y="6640"/>
                  </a:lnTo>
                  <a:lnTo>
                    <a:pt x="4880" y="6493"/>
                  </a:lnTo>
                  <a:lnTo>
                    <a:pt x="4660" y="6456"/>
                  </a:lnTo>
                  <a:lnTo>
                    <a:pt x="4733" y="6420"/>
                  </a:lnTo>
                  <a:lnTo>
                    <a:pt x="4843" y="6346"/>
                  </a:lnTo>
                  <a:lnTo>
                    <a:pt x="5026" y="6199"/>
                  </a:lnTo>
                  <a:lnTo>
                    <a:pt x="5430" y="6016"/>
                  </a:lnTo>
                  <a:lnTo>
                    <a:pt x="5613" y="5943"/>
                  </a:lnTo>
                  <a:lnTo>
                    <a:pt x="5760" y="5796"/>
                  </a:lnTo>
                  <a:lnTo>
                    <a:pt x="5870" y="5649"/>
                  </a:lnTo>
                  <a:lnTo>
                    <a:pt x="5980" y="5466"/>
                  </a:lnTo>
                  <a:lnTo>
                    <a:pt x="5980" y="5392"/>
                  </a:lnTo>
                  <a:lnTo>
                    <a:pt x="5943" y="5319"/>
                  </a:lnTo>
                  <a:lnTo>
                    <a:pt x="5907" y="5246"/>
                  </a:lnTo>
                  <a:lnTo>
                    <a:pt x="5833" y="5209"/>
                  </a:lnTo>
                  <a:lnTo>
                    <a:pt x="4990" y="5099"/>
                  </a:lnTo>
                  <a:lnTo>
                    <a:pt x="4109" y="4989"/>
                  </a:lnTo>
                  <a:lnTo>
                    <a:pt x="3742" y="4989"/>
                  </a:lnTo>
                  <a:lnTo>
                    <a:pt x="3302" y="4952"/>
                  </a:lnTo>
                  <a:lnTo>
                    <a:pt x="2899" y="4989"/>
                  </a:lnTo>
                  <a:lnTo>
                    <a:pt x="2715" y="5026"/>
                  </a:lnTo>
                  <a:lnTo>
                    <a:pt x="2532" y="5099"/>
                  </a:lnTo>
                  <a:lnTo>
                    <a:pt x="2495" y="5136"/>
                  </a:lnTo>
                  <a:lnTo>
                    <a:pt x="2532" y="5209"/>
                  </a:lnTo>
                  <a:lnTo>
                    <a:pt x="2165" y="5062"/>
                  </a:lnTo>
                  <a:lnTo>
                    <a:pt x="2459" y="4732"/>
                  </a:lnTo>
                  <a:lnTo>
                    <a:pt x="2752" y="4402"/>
                  </a:lnTo>
                  <a:lnTo>
                    <a:pt x="3082" y="4145"/>
                  </a:lnTo>
                  <a:lnTo>
                    <a:pt x="3449" y="3889"/>
                  </a:lnTo>
                  <a:lnTo>
                    <a:pt x="3816" y="3668"/>
                  </a:lnTo>
                  <a:lnTo>
                    <a:pt x="4219" y="3448"/>
                  </a:lnTo>
                  <a:lnTo>
                    <a:pt x="4623" y="3302"/>
                  </a:lnTo>
                  <a:lnTo>
                    <a:pt x="5026" y="3155"/>
                  </a:lnTo>
                  <a:lnTo>
                    <a:pt x="5467" y="3045"/>
                  </a:lnTo>
                  <a:lnTo>
                    <a:pt x="5907" y="2972"/>
                  </a:lnTo>
                  <a:lnTo>
                    <a:pt x="6310" y="2935"/>
                  </a:lnTo>
                  <a:close/>
                  <a:moveTo>
                    <a:pt x="5393" y="14343"/>
                  </a:moveTo>
                  <a:lnTo>
                    <a:pt x="5430" y="14379"/>
                  </a:lnTo>
                  <a:lnTo>
                    <a:pt x="5356" y="14379"/>
                  </a:lnTo>
                  <a:lnTo>
                    <a:pt x="5393" y="14343"/>
                  </a:lnTo>
                  <a:close/>
                  <a:moveTo>
                    <a:pt x="7704" y="13903"/>
                  </a:moveTo>
                  <a:lnTo>
                    <a:pt x="7961" y="14049"/>
                  </a:lnTo>
                  <a:lnTo>
                    <a:pt x="8291" y="14196"/>
                  </a:lnTo>
                  <a:lnTo>
                    <a:pt x="8584" y="14306"/>
                  </a:lnTo>
                  <a:lnTo>
                    <a:pt x="8181" y="14379"/>
                  </a:lnTo>
                  <a:lnTo>
                    <a:pt x="7741" y="14416"/>
                  </a:lnTo>
                  <a:lnTo>
                    <a:pt x="7704" y="14306"/>
                  </a:lnTo>
                  <a:lnTo>
                    <a:pt x="7631" y="14233"/>
                  </a:lnTo>
                  <a:lnTo>
                    <a:pt x="7264" y="14123"/>
                  </a:lnTo>
                  <a:lnTo>
                    <a:pt x="6970" y="13939"/>
                  </a:lnTo>
                  <a:lnTo>
                    <a:pt x="7521" y="13903"/>
                  </a:lnTo>
                  <a:close/>
                  <a:moveTo>
                    <a:pt x="6420" y="14013"/>
                  </a:moveTo>
                  <a:lnTo>
                    <a:pt x="6567" y="14123"/>
                  </a:lnTo>
                  <a:lnTo>
                    <a:pt x="6787" y="14306"/>
                  </a:lnTo>
                  <a:lnTo>
                    <a:pt x="7007" y="14453"/>
                  </a:lnTo>
                  <a:lnTo>
                    <a:pt x="6053" y="14416"/>
                  </a:lnTo>
                  <a:lnTo>
                    <a:pt x="6053" y="14343"/>
                  </a:lnTo>
                  <a:lnTo>
                    <a:pt x="6053" y="14269"/>
                  </a:lnTo>
                  <a:lnTo>
                    <a:pt x="5980" y="14196"/>
                  </a:lnTo>
                  <a:lnTo>
                    <a:pt x="5907" y="14159"/>
                  </a:lnTo>
                  <a:lnTo>
                    <a:pt x="5870" y="14159"/>
                  </a:lnTo>
                  <a:lnTo>
                    <a:pt x="5980" y="14123"/>
                  </a:lnTo>
                  <a:lnTo>
                    <a:pt x="6420" y="14013"/>
                  </a:lnTo>
                  <a:close/>
                  <a:moveTo>
                    <a:pt x="6824" y="2385"/>
                  </a:moveTo>
                  <a:lnTo>
                    <a:pt x="6750" y="2421"/>
                  </a:lnTo>
                  <a:lnTo>
                    <a:pt x="6677" y="2495"/>
                  </a:lnTo>
                  <a:lnTo>
                    <a:pt x="6127" y="2531"/>
                  </a:lnTo>
                  <a:lnTo>
                    <a:pt x="5540" y="2605"/>
                  </a:lnTo>
                  <a:lnTo>
                    <a:pt x="5026" y="2715"/>
                  </a:lnTo>
                  <a:lnTo>
                    <a:pt x="4476" y="2861"/>
                  </a:lnTo>
                  <a:lnTo>
                    <a:pt x="3926" y="3082"/>
                  </a:lnTo>
                  <a:lnTo>
                    <a:pt x="3376" y="3375"/>
                  </a:lnTo>
                  <a:lnTo>
                    <a:pt x="2899" y="3705"/>
                  </a:lnTo>
                  <a:lnTo>
                    <a:pt x="2459" y="4109"/>
                  </a:lnTo>
                  <a:lnTo>
                    <a:pt x="2018" y="4512"/>
                  </a:lnTo>
                  <a:lnTo>
                    <a:pt x="1652" y="4989"/>
                  </a:lnTo>
                  <a:lnTo>
                    <a:pt x="1321" y="5466"/>
                  </a:lnTo>
                  <a:lnTo>
                    <a:pt x="1065" y="6016"/>
                  </a:lnTo>
                  <a:lnTo>
                    <a:pt x="735" y="6713"/>
                  </a:lnTo>
                  <a:lnTo>
                    <a:pt x="478" y="7447"/>
                  </a:lnTo>
                  <a:lnTo>
                    <a:pt x="221" y="8180"/>
                  </a:lnTo>
                  <a:lnTo>
                    <a:pt x="74" y="8914"/>
                  </a:lnTo>
                  <a:lnTo>
                    <a:pt x="38" y="9244"/>
                  </a:lnTo>
                  <a:lnTo>
                    <a:pt x="1" y="9611"/>
                  </a:lnTo>
                  <a:lnTo>
                    <a:pt x="38" y="9941"/>
                  </a:lnTo>
                  <a:lnTo>
                    <a:pt x="74" y="10271"/>
                  </a:lnTo>
                  <a:lnTo>
                    <a:pt x="148" y="10601"/>
                  </a:lnTo>
                  <a:lnTo>
                    <a:pt x="258" y="10931"/>
                  </a:lnTo>
                  <a:lnTo>
                    <a:pt x="368" y="11262"/>
                  </a:lnTo>
                  <a:lnTo>
                    <a:pt x="514" y="11555"/>
                  </a:lnTo>
                  <a:lnTo>
                    <a:pt x="881" y="12142"/>
                  </a:lnTo>
                  <a:lnTo>
                    <a:pt x="1285" y="12692"/>
                  </a:lnTo>
                  <a:lnTo>
                    <a:pt x="1725" y="13206"/>
                  </a:lnTo>
                  <a:lnTo>
                    <a:pt x="2202" y="13719"/>
                  </a:lnTo>
                  <a:lnTo>
                    <a:pt x="2459" y="13976"/>
                  </a:lnTo>
                  <a:lnTo>
                    <a:pt x="2752" y="14233"/>
                  </a:lnTo>
                  <a:lnTo>
                    <a:pt x="2825" y="14343"/>
                  </a:lnTo>
                  <a:lnTo>
                    <a:pt x="2899" y="14416"/>
                  </a:lnTo>
                  <a:lnTo>
                    <a:pt x="3009" y="14453"/>
                  </a:lnTo>
                  <a:lnTo>
                    <a:pt x="3119" y="14453"/>
                  </a:lnTo>
                  <a:lnTo>
                    <a:pt x="3192" y="14526"/>
                  </a:lnTo>
                  <a:lnTo>
                    <a:pt x="3559" y="14636"/>
                  </a:lnTo>
                  <a:lnTo>
                    <a:pt x="3889" y="14746"/>
                  </a:lnTo>
                  <a:lnTo>
                    <a:pt x="4623" y="14820"/>
                  </a:lnTo>
                  <a:lnTo>
                    <a:pt x="6017" y="14966"/>
                  </a:lnTo>
                  <a:lnTo>
                    <a:pt x="6714" y="15003"/>
                  </a:lnTo>
                  <a:lnTo>
                    <a:pt x="7411" y="15003"/>
                  </a:lnTo>
                  <a:lnTo>
                    <a:pt x="8108" y="14930"/>
                  </a:lnTo>
                  <a:lnTo>
                    <a:pt x="8768" y="14783"/>
                  </a:lnTo>
                  <a:lnTo>
                    <a:pt x="9465" y="14600"/>
                  </a:lnTo>
                  <a:lnTo>
                    <a:pt x="9758" y="14453"/>
                  </a:lnTo>
                  <a:lnTo>
                    <a:pt x="10088" y="14306"/>
                  </a:lnTo>
                  <a:lnTo>
                    <a:pt x="10382" y="14159"/>
                  </a:lnTo>
                  <a:lnTo>
                    <a:pt x="10675" y="13976"/>
                  </a:lnTo>
                  <a:lnTo>
                    <a:pt x="11152" y="13536"/>
                  </a:lnTo>
                  <a:lnTo>
                    <a:pt x="11629" y="13059"/>
                  </a:lnTo>
                  <a:lnTo>
                    <a:pt x="12033" y="12509"/>
                  </a:lnTo>
                  <a:lnTo>
                    <a:pt x="12399" y="11958"/>
                  </a:lnTo>
                  <a:lnTo>
                    <a:pt x="12729" y="11372"/>
                  </a:lnTo>
                  <a:lnTo>
                    <a:pt x="12986" y="10748"/>
                  </a:lnTo>
                  <a:lnTo>
                    <a:pt x="13243" y="10161"/>
                  </a:lnTo>
                  <a:lnTo>
                    <a:pt x="13426" y="9464"/>
                  </a:lnTo>
                  <a:lnTo>
                    <a:pt x="13500" y="9097"/>
                  </a:lnTo>
                  <a:lnTo>
                    <a:pt x="13573" y="8730"/>
                  </a:lnTo>
                  <a:lnTo>
                    <a:pt x="13573" y="8400"/>
                  </a:lnTo>
                  <a:lnTo>
                    <a:pt x="13573" y="8034"/>
                  </a:lnTo>
                  <a:lnTo>
                    <a:pt x="13573" y="7667"/>
                  </a:lnTo>
                  <a:lnTo>
                    <a:pt x="13500" y="7300"/>
                  </a:lnTo>
                  <a:lnTo>
                    <a:pt x="13426" y="6970"/>
                  </a:lnTo>
                  <a:lnTo>
                    <a:pt x="13353" y="6640"/>
                  </a:lnTo>
                  <a:lnTo>
                    <a:pt x="13206" y="6346"/>
                  </a:lnTo>
                  <a:lnTo>
                    <a:pt x="13060" y="6053"/>
                  </a:lnTo>
                  <a:lnTo>
                    <a:pt x="12693" y="5466"/>
                  </a:lnTo>
                  <a:lnTo>
                    <a:pt x="12289" y="4916"/>
                  </a:lnTo>
                  <a:lnTo>
                    <a:pt x="11849" y="4475"/>
                  </a:lnTo>
                  <a:lnTo>
                    <a:pt x="11372" y="4035"/>
                  </a:lnTo>
                  <a:lnTo>
                    <a:pt x="10895" y="3668"/>
                  </a:lnTo>
                  <a:lnTo>
                    <a:pt x="10345" y="3338"/>
                  </a:lnTo>
                  <a:lnTo>
                    <a:pt x="9795" y="3045"/>
                  </a:lnTo>
                  <a:lnTo>
                    <a:pt x="9208" y="2788"/>
                  </a:lnTo>
                  <a:lnTo>
                    <a:pt x="8584" y="2605"/>
                  </a:lnTo>
                  <a:lnTo>
                    <a:pt x="7998" y="2458"/>
                  </a:lnTo>
                  <a:lnTo>
                    <a:pt x="7447" y="2385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1" name="Google Shape;299;p5">
              <a:extLst>
                <a:ext uri="{FF2B5EF4-FFF2-40B4-BE49-F238E27FC236}">
                  <a16:creationId xmlns:a16="http://schemas.microsoft.com/office/drawing/2014/main" id="{7ADB864B-8853-4443-BC5D-2AEEF163C773}"/>
                </a:ext>
              </a:extLst>
            </p:cNvPr>
            <p:cNvSpPr/>
            <p:nvPr/>
          </p:nvSpPr>
          <p:spPr>
            <a:xfrm>
              <a:off x="6902250" y="3951050"/>
              <a:ext cx="436525" cy="299875"/>
            </a:xfrm>
            <a:custGeom>
              <a:avLst/>
              <a:gdLst/>
              <a:ahLst/>
              <a:cxnLst/>
              <a:rect l="l" t="t" r="r" b="b"/>
              <a:pathLst>
                <a:path w="17461" h="11995" extrusionOk="0">
                  <a:moveTo>
                    <a:pt x="9758" y="2238"/>
                  </a:moveTo>
                  <a:lnTo>
                    <a:pt x="9721" y="2274"/>
                  </a:lnTo>
                  <a:lnTo>
                    <a:pt x="9648" y="2311"/>
                  </a:lnTo>
                  <a:lnTo>
                    <a:pt x="9611" y="2458"/>
                  </a:lnTo>
                  <a:lnTo>
                    <a:pt x="9648" y="2568"/>
                  </a:lnTo>
                  <a:lnTo>
                    <a:pt x="9721" y="2605"/>
                  </a:lnTo>
                  <a:lnTo>
                    <a:pt x="9758" y="2641"/>
                  </a:lnTo>
                  <a:lnTo>
                    <a:pt x="9941" y="2641"/>
                  </a:lnTo>
                  <a:lnTo>
                    <a:pt x="9978" y="2605"/>
                  </a:lnTo>
                  <a:lnTo>
                    <a:pt x="10051" y="2531"/>
                  </a:lnTo>
                  <a:lnTo>
                    <a:pt x="10051" y="2458"/>
                  </a:lnTo>
                  <a:lnTo>
                    <a:pt x="10051" y="2348"/>
                  </a:lnTo>
                  <a:lnTo>
                    <a:pt x="9978" y="2274"/>
                  </a:lnTo>
                  <a:lnTo>
                    <a:pt x="9941" y="2238"/>
                  </a:lnTo>
                  <a:close/>
                  <a:moveTo>
                    <a:pt x="9795" y="3191"/>
                  </a:moveTo>
                  <a:lnTo>
                    <a:pt x="9721" y="3265"/>
                  </a:lnTo>
                  <a:lnTo>
                    <a:pt x="9684" y="3301"/>
                  </a:lnTo>
                  <a:lnTo>
                    <a:pt x="9684" y="3375"/>
                  </a:lnTo>
                  <a:lnTo>
                    <a:pt x="9684" y="3485"/>
                  </a:lnTo>
                  <a:lnTo>
                    <a:pt x="9758" y="3522"/>
                  </a:lnTo>
                  <a:lnTo>
                    <a:pt x="9795" y="3558"/>
                  </a:lnTo>
                  <a:lnTo>
                    <a:pt x="9941" y="3558"/>
                  </a:lnTo>
                  <a:lnTo>
                    <a:pt x="9978" y="3522"/>
                  </a:lnTo>
                  <a:lnTo>
                    <a:pt x="10015" y="3485"/>
                  </a:lnTo>
                  <a:lnTo>
                    <a:pt x="10051" y="3375"/>
                  </a:lnTo>
                  <a:lnTo>
                    <a:pt x="10015" y="3301"/>
                  </a:lnTo>
                  <a:lnTo>
                    <a:pt x="9978" y="3228"/>
                  </a:lnTo>
                  <a:lnTo>
                    <a:pt x="9941" y="3191"/>
                  </a:lnTo>
                  <a:close/>
                  <a:moveTo>
                    <a:pt x="11519" y="3045"/>
                  </a:moveTo>
                  <a:lnTo>
                    <a:pt x="11409" y="3081"/>
                  </a:lnTo>
                  <a:lnTo>
                    <a:pt x="11335" y="3118"/>
                  </a:lnTo>
                  <a:lnTo>
                    <a:pt x="11298" y="3191"/>
                  </a:lnTo>
                  <a:lnTo>
                    <a:pt x="11262" y="3265"/>
                  </a:lnTo>
                  <a:lnTo>
                    <a:pt x="11262" y="3338"/>
                  </a:lnTo>
                  <a:lnTo>
                    <a:pt x="11262" y="3412"/>
                  </a:lnTo>
                  <a:lnTo>
                    <a:pt x="11298" y="3485"/>
                  </a:lnTo>
                  <a:lnTo>
                    <a:pt x="11372" y="3522"/>
                  </a:lnTo>
                  <a:lnTo>
                    <a:pt x="11445" y="3595"/>
                  </a:lnTo>
                  <a:lnTo>
                    <a:pt x="11592" y="3595"/>
                  </a:lnTo>
                  <a:lnTo>
                    <a:pt x="11665" y="3522"/>
                  </a:lnTo>
                  <a:lnTo>
                    <a:pt x="11702" y="3485"/>
                  </a:lnTo>
                  <a:lnTo>
                    <a:pt x="11739" y="3412"/>
                  </a:lnTo>
                  <a:lnTo>
                    <a:pt x="11702" y="3265"/>
                  </a:lnTo>
                  <a:lnTo>
                    <a:pt x="11702" y="3155"/>
                  </a:lnTo>
                  <a:lnTo>
                    <a:pt x="11629" y="3081"/>
                  </a:lnTo>
                  <a:lnTo>
                    <a:pt x="11519" y="3045"/>
                  </a:lnTo>
                  <a:close/>
                  <a:moveTo>
                    <a:pt x="15554" y="1541"/>
                  </a:moveTo>
                  <a:lnTo>
                    <a:pt x="15407" y="1871"/>
                  </a:lnTo>
                  <a:lnTo>
                    <a:pt x="15187" y="2164"/>
                  </a:lnTo>
                  <a:lnTo>
                    <a:pt x="14967" y="2458"/>
                  </a:lnTo>
                  <a:lnTo>
                    <a:pt x="14710" y="2715"/>
                  </a:lnTo>
                  <a:lnTo>
                    <a:pt x="14416" y="2935"/>
                  </a:lnTo>
                  <a:lnTo>
                    <a:pt x="14123" y="3155"/>
                  </a:lnTo>
                  <a:lnTo>
                    <a:pt x="13536" y="3595"/>
                  </a:lnTo>
                  <a:lnTo>
                    <a:pt x="13279" y="3265"/>
                  </a:lnTo>
                  <a:lnTo>
                    <a:pt x="12986" y="2971"/>
                  </a:lnTo>
                  <a:lnTo>
                    <a:pt x="13096" y="2935"/>
                  </a:lnTo>
                  <a:lnTo>
                    <a:pt x="13683" y="2531"/>
                  </a:lnTo>
                  <a:lnTo>
                    <a:pt x="14306" y="2164"/>
                  </a:lnTo>
                  <a:lnTo>
                    <a:pt x="14930" y="1834"/>
                  </a:lnTo>
                  <a:lnTo>
                    <a:pt x="15554" y="1541"/>
                  </a:lnTo>
                  <a:close/>
                  <a:moveTo>
                    <a:pt x="8914" y="3228"/>
                  </a:moveTo>
                  <a:lnTo>
                    <a:pt x="8841" y="3301"/>
                  </a:lnTo>
                  <a:lnTo>
                    <a:pt x="8804" y="3375"/>
                  </a:lnTo>
                  <a:lnTo>
                    <a:pt x="8804" y="3485"/>
                  </a:lnTo>
                  <a:lnTo>
                    <a:pt x="8804" y="3558"/>
                  </a:lnTo>
                  <a:lnTo>
                    <a:pt x="8877" y="3632"/>
                  </a:lnTo>
                  <a:lnTo>
                    <a:pt x="8951" y="3668"/>
                  </a:lnTo>
                  <a:lnTo>
                    <a:pt x="9098" y="3668"/>
                  </a:lnTo>
                  <a:lnTo>
                    <a:pt x="9134" y="3632"/>
                  </a:lnTo>
                  <a:lnTo>
                    <a:pt x="9208" y="3558"/>
                  </a:lnTo>
                  <a:lnTo>
                    <a:pt x="9208" y="3485"/>
                  </a:lnTo>
                  <a:lnTo>
                    <a:pt x="9208" y="3375"/>
                  </a:lnTo>
                  <a:lnTo>
                    <a:pt x="9171" y="3338"/>
                  </a:lnTo>
                  <a:lnTo>
                    <a:pt x="9134" y="3265"/>
                  </a:lnTo>
                  <a:lnTo>
                    <a:pt x="9061" y="3228"/>
                  </a:lnTo>
                  <a:close/>
                  <a:moveTo>
                    <a:pt x="16324" y="1101"/>
                  </a:moveTo>
                  <a:lnTo>
                    <a:pt x="16140" y="1541"/>
                  </a:lnTo>
                  <a:lnTo>
                    <a:pt x="15884" y="1944"/>
                  </a:lnTo>
                  <a:lnTo>
                    <a:pt x="15590" y="2348"/>
                  </a:lnTo>
                  <a:lnTo>
                    <a:pt x="15297" y="2751"/>
                  </a:lnTo>
                  <a:lnTo>
                    <a:pt x="14967" y="3081"/>
                  </a:lnTo>
                  <a:lnTo>
                    <a:pt x="14600" y="3412"/>
                  </a:lnTo>
                  <a:lnTo>
                    <a:pt x="13829" y="4072"/>
                  </a:lnTo>
                  <a:lnTo>
                    <a:pt x="13756" y="3925"/>
                  </a:lnTo>
                  <a:lnTo>
                    <a:pt x="13976" y="3778"/>
                  </a:lnTo>
                  <a:lnTo>
                    <a:pt x="14343" y="3558"/>
                  </a:lnTo>
                  <a:lnTo>
                    <a:pt x="14673" y="3301"/>
                  </a:lnTo>
                  <a:lnTo>
                    <a:pt x="15003" y="3008"/>
                  </a:lnTo>
                  <a:lnTo>
                    <a:pt x="15297" y="2715"/>
                  </a:lnTo>
                  <a:lnTo>
                    <a:pt x="15554" y="2384"/>
                  </a:lnTo>
                  <a:lnTo>
                    <a:pt x="15774" y="2018"/>
                  </a:lnTo>
                  <a:lnTo>
                    <a:pt x="15957" y="1651"/>
                  </a:lnTo>
                  <a:lnTo>
                    <a:pt x="16104" y="1211"/>
                  </a:lnTo>
                  <a:lnTo>
                    <a:pt x="16104" y="1137"/>
                  </a:lnTo>
                  <a:lnTo>
                    <a:pt x="16324" y="1101"/>
                  </a:lnTo>
                  <a:close/>
                  <a:moveTo>
                    <a:pt x="10528" y="3962"/>
                  </a:moveTo>
                  <a:lnTo>
                    <a:pt x="10455" y="3998"/>
                  </a:lnTo>
                  <a:lnTo>
                    <a:pt x="10381" y="4072"/>
                  </a:lnTo>
                  <a:lnTo>
                    <a:pt x="10381" y="4108"/>
                  </a:lnTo>
                  <a:lnTo>
                    <a:pt x="10345" y="4219"/>
                  </a:lnTo>
                  <a:lnTo>
                    <a:pt x="10381" y="4329"/>
                  </a:lnTo>
                  <a:lnTo>
                    <a:pt x="10455" y="4402"/>
                  </a:lnTo>
                  <a:lnTo>
                    <a:pt x="10491" y="4439"/>
                  </a:lnTo>
                  <a:lnTo>
                    <a:pt x="10638" y="4439"/>
                  </a:lnTo>
                  <a:lnTo>
                    <a:pt x="10748" y="4365"/>
                  </a:lnTo>
                  <a:lnTo>
                    <a:pt x="10785" y="4292"/>
                  </a:lnTo>
                  <a:lnTo>
                    <a:pt x="10822" y="4219"/>
                  </a:lnTo>
                  <a:lnTo>
                    <a:pt x="10785" y="4108"/>
                  </a:lnTo>
                  <a:lnTo>
                    <a:pt x="10748" y="4072"/>
                  </a:lnTo>
                  <a:lnTo>
                    <a:pt x="10712" y="3998"/>
                  </a:lnTo>
                  <a:lnTo>
                    <a:pt x="10675" y="3962"/>
                  </a:lnTo>
                  <a:close/>
                  <a:moveTo>
                    <a:pt x="16434" y="477"/>
                  </a:moveTo>
                  <a:lnTo>
                    <a:pt x="16617" y="514"/>
                  </a:lnTo>
                  <a:lnTo>
                    <a:pt x="16764" y="587"/>
                  </a:lnTo>
                  <a:lnTo>
                    <a:pt x="16837" y="734"/>
                  </a:lnTo>
                  <a:lnTo>
                    <a:pt x="16911" y="880"/>
                  </a:lnTo>
                  <a:lnTo>
                    <a:pt x="16947" y="1064"/>
                  </a:lnTo>
                  <a:lnTo>
                    <a:pt x="16947" y="1247"/>
                  </a:lnTo>
                  <a:lnTo>
                    <a:pt x="16911" y="1541"/>
                  </a:lnTo>
                  <a:lnTo>
                    <a:pt x="16764" y="1871"/>
                  </a:lnTo>
                  <a:lnTo>
                    <a:pt x="16544" y="2128"/>
                  </a:lnTo>
                  <a:lnTo>
                    <a:pt x="16104" y="2641"/>
                  </a:lnTo>
                  <a:lnTo>
                    <a:pt x="15077" y="3668"/>
                  </a:lnTo>
                  <a:lnTo>
                    <a:pt x="14086" y="4549"/>
                  </a:lnTo>
                  <a:lnTo>
                    <a:pt x="14013" y="4402"/>
                  </a:lnTo>
                  <a:lnTo>
                    <a:pt x="14123" y="4329"/>
                  </a:lnTo>
                  <a:lnTo>
                    <a:pt x="14967" y="3632"/>
                  </a:lnTo>
                  <a:lnTo>
                    <a:pt x="15370" y="3228"/>
                  </a:lnTo>
                  <a:lnTo>
                    <a:pt x="15737" y="2825"/>
                  </a:lnTo>
                  <a:lnTo>
                    <a:pt x="16067" y="2384"/>
                  </a:lnTo>
                  <a:lnTo>
                    <a:pt x="16361" y="1908"/>
                  </a:lnTo>
                  <a:lnTo>
                    <a:pt x="16617" y="1431"/>
                  </a:lnTo>
                  <a:lnTo>
                    <a:pt x="16764" y="880"/>
                  </a:lnTo>
                  <a:lnTo>
                    <a:pt x="16764" y="770"/>
                  </a:lnTo>
                  <a:lnTo>
                    <a:pt x="16727" y="697"/>
                  </a:lnTo>
                  <a:lnTo>
                    <a:pt x="16654" y="660"/>
                  </a:lnTo>
                  <a:lnTo>
                    <a:pt x="16544" y="660"/>
                  </a:lnTo>
                  <a:lnTo>
                    <a:pt x="15920" y="770"/>
                  </a:lnTo>
                  <a:lnTo>
                    <a:pt x="15333" y="954"/>
                  </a:lnTo>
                  <a:lnTo>
                    <a:pt x="15333" y="954"/>
                  </a:lnTo>
                  <a:lnTo>
                    <a:pt x="15590" y="807"/>
                  </a:lnTo>
                  <a:lnTo>
                    <a:pt x="15884" y="660"/>
                  </a:lnTo>
                  <a:lnTo>
                    <a:pt x="16177" y="550"/>
                  </a:lnTo>
                  <a:lnTo>
                    <a:pt x="16434" y="477"/>
                  </a:lnTo>
                  <a:close/>
                  <a:moveTo>
                    <a:pt x="9354" y="4182"/>
                  </a:moveTo>
                  <a:lnTo>
                    <a:pt x="9208" y="4255"/>
                  </a:lnTo>
                  <a:lnTo>
                    <a:pt x="9134" y="4365"/>
                  </a:lnTo>
                  <a:lnTo>
                    <a:pt x="9134" y="4439"/>
                  </a:lnTo>
                  <a:lnTo>
                    <a:pt x="9171" y="4512"/>
                  </a:lnTo>
                  <a:lnTo>
                    <a:pt x="9208" y="4585"/>
                  </a:lnTo>
                  <a:lnTo>
                    <a:pt x="9281" y="4622"/>
                  </a:lnTo>
                  <a:lnTo>
                    <a:pt x="9428" y="4622"/>
                  </a:lnTo>
                  <a:lnTo>
                    <a:pt x="9538" y="4585"/>
                  </a:lnTo>
                  <a:lnTo>
                    <a:pt x="9611" y="4475"/>
                  </a:lnTo>
                  <a:lnTo>
                    <a:pt x="9648" y="4402"/>
                  </a:lnTo>
                  <a:lnTo>
                    <a:pt x="9648" y="4292"/>
                  </a:lnTo>
                  <a:lnTo>
                    <a:pt x="9611" y="4255"/>
                  </a:lnTo>
                  <a:lnTo>
                    <a:pt x="9538" y="4182"/>
                  </a:lnTo>
                  <a:close/>
                  <a:moveTo>
                    <a:pt x="13243" y="6566"/>
                  </a:moveTo>
                  <a:lnTo>
                    <a:pt x="13169" y="6639"/>
                  </a:lnTo>
                  <a:lnTo>
                    <a:pt x="13133" y="6713"/>
                  </a:lnTo>
                  <a:lnTo>
                    <a:pt x="13133" y="6860"/>
                  </a:lnTo>
                  <a:lnTo>
                    <a:pt x="13133" y="6933"/>
                  </a:lnTo>
                  <a:lnTo>
                    <a:pt x="13206" y="6970"/>
                  </a:lnTo>
                  <a:lnTo>
                    <a:pt x="13316" y="7006"/>
                  </a:lnTo>
                  <a:lnTo>
                    <a:pt x="13463" y="6970"/>
                  </a:lnTo>
                  <a:lnTo>
                    <a:pt x="13536" y="6933"/>
                  </a:lnTo>
                  <a:lnTo>
                    <a:pt x="13536" y="6860"/>
                  </a:lnTo>
                  <a:lnTo>
                    <a:pt x="13573" y="6750"/>
                  </a:lnTo>
                  <a:lnTo>
                    <a:pt x="13536" y="6676"/>
                  </a:lnTo>
                  <a:lnTo>
                    <a:pt x="13463" y="6603"/>
                  </a:lnTo>
                  <a:lnTo>
                    <a:pt x="13316" y="6566"/>
                  </a:lnTo>
                  <a:close/>
                  <a:moveTo>
                    <a:pt x="12216" y="7300"/>
                  </a:moveTo>
                  <a:lnTo>
                    <a:pt x="12105" y="7336"/>
                  </a:lnTo>
                  <a:lnTo>
                    <a:pt x="12032" y="7410"/>
                  </a:lnTo>
                  <a:lnTo>
                    <a:pt x="11995" y="7520"/>
                  </a:lnTo>
                  <a:lnTo>
                    <a:pt x="11995" y="7630"/>
                  </a:lnTo>
                  <a:lnTo>
                    <a:pt x="12032" y="7703"/>
                  </a:lnTo>
                  <a:lnTo>
                    <a:pt x="12105" y="7777"/>
                  </a:lnTo>
                  <a:lnTo>
                    <a:pt x="12216" y="7777"/>
                  </a:lnTo>
                  <a:lnTo>
                    <a:pt x="12289" y="7740"/>
                  </a:lnTo>
                  <a:lnTo>
                    <a:pt x="12362" y="7703"/>
                  </a:lnTo>
                  <a:lnTo>
                    <a:pt x="12436" y="7630"/>
                  </a:lnTo>
                  <a:lnTo>
                    <a:pt x="12436" y="7520"/>
                  </a:lnTo>
                  <a:lnTo>
                    <a:pt x="12436" y="7410"/>
                  </a:lnTo>
                  <a:lnTo>
                    <a:pt x="12326" y="7336"/>
                  </a:lnTo>
                  <a:lnTo>
                    <a:pt x="12216" y="7300"/>
                  </a:lnTo>
                  <a:close/>
                  <a:moveTo>
                    <a:pt x="12729" y="8033"/>
                  </a:moveTo>
                  <a:lnTo>
                    <a:pt x="12656" y="8107"/>
                  </a:lnTo>
                  <a:lnTo>
                    <a:pt x="12656" y="8143"/>
                  </a:lnTo>
                  <a:lnTo>
                    <a:pt x="12619" y="8253"/>
                  </a:lnTo>
                  <a:lnTo>
                    <a:pt x="12619" y="8400"/>
                  </a:lnTo>
                  <a:lnTo>
                    <a:pt x="12656" y="8437"/>
                  </a:lnTo>
                  <a:lnTo>
                    <a:pt x="12692" y="8474"/>
                  </a:lnTo>
                  <a:lnTo>
                    <a:pt x="12729" y="8474"/>
                  </a:lnTo>
                  <a:lnTo>
                    <a:pt x="12802" y="8510"/>
                  </a:lnTo>
                  <a:lnTo>
                    <a:pt x="12912" y="8474"/>
                  </a:lnTo>
                  <a:lnTo>
                    <a:pt x="12986" y="8437"/>
                  </a:lnTo>
                  <a:lnTo>
                    <a:pt x="13022" y="8400"/>
                  </a:lnTo>
                  <a:lnTo>
                    <a:pt x="13022" y="8253"/>
                  </a:lnTo>
                  <a:lnTo>
                    <a:pt x="13022" y="8180"/>
                  </a:lnTo>
                  <a:lnTo>
                    <a:pt x="12949" y="8107"/>
                  </a:lnTo>
                  <a:lnTo>
                    <a:pt x="12912" y="8033"/>
                  </a:lnTo>
                  <a:close/>
                  <a:moveTo>
                    <a:pt x="10051" y="2128"/>
                  </a:moveTo>
                  <a:lnTo>
                    <a:pt x="10455" y="2164"/>
                  </a:lnTo>
                  <a:lnTo>
                    <a:pt x="10858" y="2238"/>
                  </a:lnTo>
                  <a:lnTo>
                    <a:pt x="11262" y="2348"/>
                  </a:lnTo>
                  <a:lnTo>
                    <a:pt x="11225" y="2458"/>
                  </a:lnTo>
                  <a:lnTo>
                    <a:pt x="11262" y="2568"/>
                  </a:lnTo>
                  <a:lnTo>
                    <a:pt x="11335" y="2641"/>
                  </a:lnTo>
                  <a:lnTo>
                    <a:pt x="11445" y="2715"/>
                  </a:lnTo>
                  <a:lnTo>
                    <a:pt x="11629" y="2715"/>
                  </a:lnTo>
                  <a:lnTo>
                    <a:pt x="11775" y="2788"/>
                  </a:lnTo>
                  <a:lnTo>
                    <a:pt x="12105" y="2935"/>
                  </a:lnTo>
                  <a:lnTo>
                    <a:pt x="12179" y="2971"/>
                  </a:lnTo>
                  <a:lnTo>
                    <a:pt x="12252" y="3008"/>
                  </a:lnTo>
                  <a:lnTo>
                    <a:pt x="12472" y="3191"/>
                  </a:lnTo>
                  <a:lnTo>
                    <a:pt x="12692" y="3412"/>
                  </a:lnTo>
                  <a:lnTo>
                    <a:pt x="13096" y="3852"/>
                  </a:lnTo>
                  <a:lnTo>
                    <a:pt x="11482" y="4842"/>
                  </a:lnTo>
                  <a:lnTo>
                    <a:pt x="9868" y="5796"/>
                  </a:lnTo>
                  <a:lnTo>
                    <a:pt x="6090" y="8070"/>
                  </a:lnTo>
                  <a:lnTo>
                    <a:pt x="5209" y="8620"/>
                  </a:lnTo>
                  <a:lnTo>
                    <a:pt x="5356" y="8327"/>
                  </a:lnTo>
                  <a:lnTo>
                    <a:pt x="5649" y="7960"/>
                  </a:lnTo>
                  <a:lnTo>
                    <a:pt x="5943" y="7557"/>
                  </a:lnTo>
                  <a:lnTo>
                    <a:pt x="5906" y="7483"/>
                  </a:lnTo>
                  <a:lnTo>
                    <a:pt x="5870" y="7483"/>
                  </a:lnTo>
                  <a:lnTo>
                    <a:pt x="5686" y="7593"/>
                  </a:lnTo>
                  <a:lnTo>
                    <a:pt x="5539" y="7740"/>
                  </a:lnTo>
                  <a:lnTo>
                    <a:pt x="5209" y="8070"/>
                  </a:lnTo>
                  <a:lnTo>
                    <a:pt x="4989" y="8437"/>
                  </a:lnTo>
                  <a:lnTo>
                    <a:pt x="4769" y="8840"/>
                  </a:lnTo>
                  <a:lnTo>
                    <a:pt x="4732" y="8877"/>
                  </a:lnTo>
                  <a:lnTo>
                    <a:pt x="4622" y="8584"/>
                  </a:lnTo>
                  <a:lnTo>
                    <a:pt x="4916" y="8107"/>
                  </a:lnTo>
                  <a:lnTo>
                    <a:pt x="5283" y="7630"/>
                  </a:lnTo>
                  <a:lnTo>
                    <a:pt x="5649" y="7190"/>
                  </a:lnTo>
                  <a:lnTo>
                    <a:pt x="6016" y="6786"/>
                  </a:lnTo>
                  <a:lnTo>
                    <a:pt x="6016" y="6750"/>
                  </a:lnTo>
                  <a:lnTo>
                    <a:pt x="6016" y="6713"/>
                  </a:lnTo>
                  <a:lnTo>
                    <a:pt x="5943" y="6713"/>
                  </a:lnTo>
                  <a:lnTo>
                    <a:pt x="5539" y="7043"/>
                  </a:lnTo>
                  <a:lnTo>
                    <a:pt x="5173" y="7410"/>
                  </a:lnTo>
                  <a:lnTo>
                    <a:pt x="4842" y="7777"/>
                  </a:lnTo>
                  <a:lnTo>
                    <a:pt x="4512" y="8180"/>
                  </a:lnTo>
                  <a:lnTo>
                    <a:pt x="4476" y="7923"/>
                  </a:lnTo>
                  <a:lnTo>
                    <a:pt x="4439" y="7667"/>
                  </a:lnTo>
                  <a:lnTo>
                    <a:pt x="4659" y="7336"/>
                  </a:lnTo>
                  <a:lnTo>
                    <a:pt x="4879" y="7080"/>
                  </a:lnTo>
                  <a:lnTo>
                    <a:pt x="5686" y="6016"/>
                  </a:lnTo>
                  <a:lnTo>
                    <a:pt x="5723" y="5943"/>
                  </a:lnTo>
                  <a:lnTo>
                    <a:pt x="5686" y="5906"/>
                  </a:lnTo>
                  <a:lnTo>
                    <a:pt x="5576" y="5906"/>
                  </a:lnTo>
                  <a:lnTo>
                    <a:pt x="5283" y="6199"/>
                  </a:lnTo>
                  <a:lnTo>
                    <a:pt x="4953" y="6529"/>
                  </a:lnTo>
                  <a:lnTo>
                    <a:pt x="4402" y="7153"/>
                  </a:lnTo>
                  <a:lnTo>
                    <a:pt x="4402" y="6529"/>
                  </a:lnTo>
                  <a:lnTo>
                    <a:pt x="4622" y="6199"/>
                  </a:lnTo>
                  <a:lnTo>
                    <a:pt x="4953" y="5759"/>
                  </a:lnTo>
                  <a:lnTo>
                    <a:pt x="5136" y="5502"/>
                  </a:lnTo>
                  <a:lnTo>
                    <a:pt x="5246" y="5392"/>
                  </a:lnTo>
                  <a:lnTo>
                    <a:pt x="5393" y="5319"/>
                  </a:lnTo>
                  <a:lnTo>
                    <a:pt x="5429" y="5319"/>
                  </a:lnTo>
                  <a:lnTo>
                    <a:pt x="5429" y="5282"/>
                  </a:lnTo>
                  <a:lnTo>
                    <a:pt x="5393" y="5246"/>
                  </a:lnTo>
                  <a:lnTo>
                    <a:pt x="5393" y="5209"/>
                  </a:lnTo>
                  <a:lnTo>
                    <a:pt x="5173" y="5209"/>
                  </a:lnTo>
                  <a:lnTo>
                    <a:pt x="5063" y="5282"/>
                  </a:lnTo>
                  <a:lnTo>
                    <a:pt x="4953" y="5356"/>
                  </a:lnTo>
                  <a:lnTo>
                    <a:pt x="4769" y="5539"/>
                  </a:lnTo>
                  <a:lnTo>
                    <a:pt x="4622" y="5722"/>
                  </a:lnTo>
                  <a:lnTo>
                    <a:pt x="4476" y="5869"/>
                  </a:lnTo>
                  <a:lnTo>
                    <a:pt x="4586" y="5466"/>
                  </a:lnTo>
                  <a:lnTo>
                    <a:pt x="4732" y="5062"/>
                  </a:lnTo>
                  <a:lnTo>
                    <a:pt x="4879" y="4842"/>
                  </a:lnTo>
                  <a:lnTo>
                    <a:pt x="5026" y="4622"/>
                  </a:lnTo>
                  <a:lnTo>
                    <a:pt x="5209" y="4402"/>
                  </a:lnTo>
                  <a:lnTo>
                    <a:pt x="5393" y="4219"/>
                  </a:lnTo>
                  <a:lnTo>
                    <a:pt x="5796" y="3852"/>
                  </a:lnTo>
                  <a:lnTo>
                    <a:pt x="6236" y="3522"/>
                  </a:lnTo>
                  <a:lnTo>
                    <a:pt x="6677" y="3228"/>
                  </a:lnTo>
                  <a:lnTo>
                    <a:pt x="7117" y="2935"/>
                  </a:lnTo>
                  <a:lnTo>
                    <a:pt x="7594" y="2715"/>
                  </a:lnTo>
                  <a:lnTo>
                    <a:pt x="8070" y="2494"/>
                  </a:lnTo>
                  <a:lnTo>
                    <a:pt x="8474" y="2348"/>
                  </a:lnTo>
                  <a:lnTo>
                    <a:pt x="8841" y="2238"/>
                  </a:lnTo>
                  <a:lnTo>
                    <a:pt x="9244" y="2164"/>
                  </a:lnTo>
                  <a:lnTo>
                    <a:pt x="9648" y="2128"/>
                  </a:lnTo>
                  <a:close/>
                  <a:moveTo>
                    <a:pt x="13316" y="4219"/>
                  </a:moveTo>
                  <a:lnTo>
                    <a:pt x="13426" y="4365"/>
                  </a:lnTo>
                  <a:lnTo>
                    <a:pt x="12582" y="5026"/>
                  </a:lnTo>
                  <a:lnTo>
                    <a:pt x="11702" y="5649"/>
                  </a:lnTo>
                  <a:lnTo>
                    <a:pt x="10785" y="6273"/>
                  </a:lnTo>
                  <a:lnTo>
                    <a:pt x="9868" y="6860"/>
                  </a:lnTo>
                  <a:lnTo>
                    <a:pt x="8877" y="7446"/>
                  </a:lnTo>
                  <a:lnTo>
                    <a:pt x="7887" y="8033"/>
                  </a:lnTo>
                  <a:lnTo>
                    <a:pt x="6860" y="8584"/>
                  </a:lnTo>
                  <a:lnTo>
                    <a:pt x="5796" y="9097"/>
                  </a:lnTo>
                  <a:lnTo>
                    <a:pt x="4989" y="9464"/>
                  </a:lnTo>
                  <a:lnTo>
                    <a:pt x="4916" y="9317"/>
                  </a:lnTo>
                  <a:lnTo>
                    <a:pt x="4953" y="9207"/>
                  </a:lnTo>
                  <a:lnTo>
                    <a:pt x="6053" y="8584"/>
                  </a:lnTo>
                  <a:lnTo>
                    <a:pt x="10198" y="6089"/>
                  </a:lnTo>
                  <a:lnTo>
                    <a:pt x="11775" y="5136"/>
                  </a:lnTo>
                  <a:lnTo>
                    <a:pt x="13316" y="4219"/>
                  </a:lnTo>
                  <a:close/>
                  <a:moveTo>
                    <a:pt x="3962" y="7960"/>
                  </a:moveTo>
                  <a:lnTo>
                    <a:pt x="3999" y="8070"/>
                  </a:lnTo>
                  <a:lnTo>
                    <a:pt x="3999" y="8107"/>
                  </a:lnTo>
                  <a:lnTo>
                    <a:pt x="4146" y="8694"/>
                  </a:lnTo>
                  <a:lnTo>
                    <a:pt x="3962" y="9024"/>
                  </a:lnTo>
                  <a:lnTo>
                    <a:pt x="3925" y="9097"/>
                  </a:lnTo>
                  <a:lnTo>
                    <a:pt x="3925" y="9134"/>
                  </a:lnTo>
                  <a:lnTo>
                    <a:pt x="3999" y="9244"/>
                  </a:lnTo>
                  <a:lnTo>
                    <a:pt x="3339" y="9501"/>
                  </a:lnTo>
                  <a:lnTo>
                    <a:pt x="3008" y="9611"/>
                  </a:lnTo>
                  <a:lnTo>
                    <a:pt x="2642" y="9684"/>
                  </a:lnTo>
                  <a:lnTo>
                    <a:pt x="2898" y="9171"/>
                  </a:lnTo>
                  <a:lnTo>
                    <a:pt x="3229" y="8694"/>
                  </a:lnTo>
                  <a:lnTo>
                    <a:pt x="3559" y="8327"/>
                  </a:lnTo>
                  <a:lnTo>
                    <a:pt x="3962" y="7960"/>
                  </a:lnTo>
                  <a:close/>
                  <a:moveTo>
                    <a:pt x="13609" y="4732"/>
                  </a:moveTo>
                  <a:lnTo>
                    <a:pt x="13683" y="4915"/>
                  </a:lnTo>
                  <a:lnTo>
                    <a:pt x="12986" y="5502"/>
                  </a:lnTo>
                  <a:lnTo>
                    <a:pt x="12105" y="6199"/>
                  </a:lnTo>
                  <a:lnTo>
                    <a:pt x="11225" y="6823"/>
                  </a:lnTo>
                  <a:lnTo>
                    <a:pt x="10308" y="7446"/>
                  </a:lnTo>
                  <a:lnTo>
                    <a:pt x="9354" y="8033"/>
                  </a:lnTo>
                  <a:lnTo>
                    <a:pt x="8401" y="8584"/>
                  </a:lnTo>
                  <a:lnTo>
                    <a:pt x="7447" y="9097"/>
                  </a:lnTo>
                  <a:lnTo>
                    <a:pt x="6456" y="9574"/>
                  </a:lnTo>
                  <a:lnTo>
                    <a:pt x="5429" y="10014"/>
                  </a:lnTo>
                  <a:lnTo>
                    <a:pt x="5246" y="9794"/>
                  </a:lnTo>
                  <a:lnTo>
                    <a:pt x="5466" y="9684"/>
                  </a:lnTo>
                  <a:lnTo>
                    <a:pt x="6603" y="9134"/>
                  </a:lnTo>
                  <a:lnTo>
                    <a:pt x="7740" y="8547"/>
                  </a:lnTo>
                  <a:lnTo>
                    <a:pt x="8877" y="7923"/>
                  </a:lnTo>
                  <a:lnTo>
                    <a:pt x="9978" y="7263"/>
                  </a:lnTo>
                  <a:lnTo>
                    <a:pt x="10895" y="6676"/>
                  </a:lnTo>
                  <a:lnTo>
                    <a:pt x="11812" y="6053"/>
                  </a:lnTo>
                  <a:lnTo>
                    <a:pt x="12729" y="5392"/>
                  </a:lnTo>
                  <a:lnTo>
                    <a:pt x="13609" y="4732"/>
                  </a:lnTo>
                  <a:close/>
                  <a:moveTo>
                    <a:pt x="11995" y="9721"/>
                  </a:moveTo>
                  <a:lnTo>
                    <a:pt x="12472" y="9831"/>
                  </a:lnTo>
                  <a:lnTo>
                    <a:pt x="12436" y="9867"/>
                  </a:lnTo>
                  <a:lnTo>
                    <a:pt x="12032" y="10271"/>
                  </a:lnTo>
                  <a:lnTo>
                    <a:pt x="12032" y="10198"/>
                  </a:lnTo>
                  <a:lnTo>
                    <a:pt x="11995" y="9721"/>
                  </a:lnTo>
                  <a:close/>
                  <a:moveTo>
                    <a:pt x="2715" y="8804"/>
                  </a:moveTo>
                  <a:lnTo>
                    <a:pt x="2422" y="9317"/>
                  </a:lnTo>
                  <a:lnTo>
                    <a:pt x="2165" y="9867"/>
                  </a:lnTo>
                  <a:lnTo>
                    <a:pt x="2165" y="9941"/>
                  </a:lnTo>
                  <a:lnTo>
                    <a:pt x="2201" y="10051"/>
                  </a:lnTo>
                  <a:lnTo>
                    <a:pt x="2275" y="10088"/>
                  </a:lnTo>
                  <a:lnTo>
                    <a:pt x="2348" y="10124"/>
                  </a:lnTo>
                  <a:lnTo>
                    <a:pt x="2898" y="10014"/>
                  </a:lnTo>
                  <a:lnTo>
                    <a:pt x="3449" y="9867"/>
                  </a:lnTo>
                  <a:lnTo>
                    <a:pt x="3925" y="9684"/>
                  </a:lnTo>
                  <a:lnTo>
                    <a:pt x="4439" y="9464"/>
                  </a:lnTo>
                  <a:lnTo>
                    <a:pt x="4549" y="9684"/>
                  </a:lnTo>
                  <a:lnTo>
                    <a:pt x="3559" y="10124"/>
                  </a:lnTo>
                  <a:lnTo>
                    <a:pt x="3082" y="10308"/>
                  </a:lnTo>
                  <a:lnTo>
                    <a:pt x="2568" y="10528"/>
                  </a:lnTo>
                  <a:lnTo>
                    <a:pt x="2275" y="10638"/>
                  </a:lnTo>
                  <a:lnTo>
                    <a:pt x="2018" y="10674"/>
                  </a:lnTo>
                  <a:lnTo>
                    <a:pt x="1761" y="10711"/>
                  </a:lnTo>
                  <a:lnTo>
                    <a:pt x="1468" y="10711"/>
                  </a:lnTo>
                  <a:lnTo>
                    <a:pt x="2091" y="9794"/>
                  </a:lnTo>
                  <a:lnTo>
                    <a:pt x="2348" y="9317"/>
                  </a:lnTo>
                  <a:lnTo>
                    <a:pt x="2642" y="8877"/>
                  </a:lnTo>
                  <a:lnTo>
                    <a:pt x="2715" y="8804"/>
                  </a:lnTo>
                  <a:close/>
                  <a:moveTo>
                    <a:pt x="13829" y="5429"/>
                  </a:moveTo>
                  <a:lnTo>
                    <a:pt x="13940" y="5943"/>
                  </a:lnTo>
                  <a:lnTo>
                    <a:pt x="13940" y="6456"/>
                  </a:lnTo>
                  <a:lnTo>
                    <a:pt x="13940" y="6896"/>
                  </a:lnTo>
                  <a:lnTo>
                    <a:pt x="13866" y="7336"/>
                  </a:lnTo>
                  <a:lnTo>
                    <a:pt x="13756" y="7740"/>
                  </a:lnTo>
                  <a:lnTo>
                    <a:pt x="13609" y="8143"/>
                  </a:lnTo>
                  <a:lnTo>
                    <a:pt x="13426" y="8547"/>
                  </a:lnTo>
                  <a:lnTo>
                    <a:pt x="13206" y="8914"/>
                  </a:lnTo>
                  <a:lnTo>
                    <a:pt x="12949" y="9281"/>
                  </a:lnTo>
                  <a:lnTo>
                    <a:pt x="12656" y="9647"/>
                  </a:lnTo>
                  <a:lnTo>
                    <a:pt x="12289" y="9611"/>
                  </a:lnTo>
                  <a:lnTo>
                    <a:pt x="11922" y="9537"/>
                  </a:lnTo>
                  <a:lnTo>
                    <a:pt x="11849" y="9574"/>
                  </a:lnTo>
                  <a:lnTo>
                    <a:pt x="11812" y="9574"/>
                  </a:lnTo>
                  <a:lnTo>
                    <a:pt x="11775" y="9647"/>
                  </a:lnTo>
                  <a:lnTo>
                    <a:pt x="11702" y="10418"/>
                  </a:lnTo>
                  <a:lnTo>
                    <a:pt x="11702" y="10491"/>
                  </a:lnTo>
                  <a:lnTo>
                    <a:pt x="11409" y="10711"/>
                  </a:lnTo>
                  <a:lnTo>
                    <a:pt x="11188" y="10821"/>
                  </a:lnTo>
                  <a:lnTo>
                    <a:pt x="11152" y="10858"/>
                  </a:lnTo>
                  <a:lnTo>
                    <a:pt x="11042" y="10931"/>
                  </a:lnTo>
                  <a:lnTo>
                    <a:pt x="11042" y="10564"/>
                  </a:lnTo>
                  <a:lnTo>
                    <a:pt x="11115" y="10198"/>
                  </a:lnTo>
                  <a:lnTo>
                    <a:pt x="11188" y="9867"/>
                  </a:lnTo>
                  <a:lnTo>
                    <a:pt x="11298" y="9501"/>
                  </a:lnTo>
                  <a:lnTo>
                    <a:pt x="11298" y="9464"/>
                  </a:lnTo>
                  <a:lnTo>
                    <a:pt x="11262" y="9427"/>
                  </a:lnTo>
                  <a:lnTo>
                    <a:pt x="11225" y="9427"/>
                  </a:lnTo>
                  <a:lnTo>
                    <a:pt x="11188" y="9464"/>
                  </a:lnTo>
                  <a:lnTo>
                    <a:pt x="11078" y="9647"/>
                  </a:lnTo>
                  <a:lnTo>
                    <a:pt x="10968" y="9831"/>
                  </a:lnTo>
                  <a:lnTo>
                    <a:pt x="10785" y="10234"/>
                  </a:lnTo>
                  <a:lnTo>
                    <a:pt x="10712" y="10638"/>
                  </a:lnTo>
                  <a:lnTo>
                    <a:pt x="10712" y="11078"/>
                  </a:lnTo>
                  <a:lnTo>
                    <a:pt x="10271" y="11261"/>
                  </a:lnTo>
                  <a:lnTo>
                    <a:pt x="9831" y="11371"/>
                  </a:lnTo>
                  <a:lnTo>
                    <a:pt x="9868" y="11005"/>
                  </a:lnTo>
                  <a:lnTo>
                    <a:pt x="9978" y="10638"/>
                  </a:lnTo>
                  <a:lnTo>
                    <a:pt x="10051" y="10344"/>
                  </a:lnTo>
                  <a:lnTo>
                    <a:pt x="10161" y="10088"/>
                  </a:lnTo>
                  <a:lnTo>
                    <a:pt x="10418" y="9574"/>
                  </a:lnTo>
                  <a:lnTo>
                    <a:pt x="10418" y="9537"/>
                  </a:lnTo>
                  <a:lnTo>
                    <a:pt x="10381" y="9501"/>
                  </a:lnTo>
                  <a:lnTo>
                    <a:pt x="10345" y="9501"/>
                  </a:lnTo>
                  <a:lnTo>
                    <a:pt x="10345" y="9537"/>
                  </a:lnTo>
                  <a:lnTo>
                    <a:pt x="10015" y="9941"/>
                  </a:lnTo>
                  <a:lnTo>
                    <a:pt x="9758" y="10418"/>
                  </a:lnTo>
                  <a:lnTo>
                    <a:pt x="9538" y="10895"/>
                  </a:lnTo>
                  <a:lnTo>
                    <a:pt x="9501" y="11151"/>
                  </a:lnTo>
                  <a:lnTo>
                    <a:pt x="9428" y="11408"/>
                  </a:lnTo>
                  <a:lnTo>
                    <a:pt x="8951" y="11408"/>
                  </a:lnTo>
                  <a:lnTo>
                    <a:pt x="8951" y="11261"/>
                  </a:lnTo>
                  <a:lnTo>
                    <a:pt x="8914" y="11225"/>
                  </a:lnTo>
                  <a:lnTo>
                    <a:pt x="8877" y="11188"/>
                  </a:lnTo>
                  <a:lnTo>
                    <a:pt x="8841" y="11188"/>
                  </a:lnTo>
                  <a:lnTo>
                    <a:pt x="8804" y="11225"/>
                  </a:lnTo>
                  <a:lnTo>
                    <a:pt x="8731" y="11298"/>
                  </a:lnTo>
                  <a:lnTo>
                    <a:pt x="9171" y="10454"/>
                  </a:lnTo>
                  <a:lnTo>
                    <a:pt x="9391" y="10051"/>
                  </a:lnTo>
                  <a:lnTo>
                    <a:pt x="9684" y="9647"/>
                  </a:lnTo>
                  <a:lnTo>
                    <a:pt x="9684" y="9611"/>
                  </a:lnTo>
                  <a:lnTo>
                    <a:pt x="9648" y="9611"/>
                  </a:lnTo>
                  <a:lnTo>
                    <a:pt x="9648" y="9574"/>
                  </a:lnTo>
                  <a:lnTo>
                    <a:pt x="9611" y="9611"/>
                  </a:lnTo>
                  <a:lnTo>
                    <a:pt x="9244" y="10014"/>
                  </a:lnTo>
                  <a:lnTo>
                    <a:pt x="8914" y="10418"/>
                  </a:lnTo>
                  <a:lnTo>
                    <a:pt x="8621" y="10858"/>
                  </a:lnTo>
                  <a:lnTo>
                    <a:pt x="8327" y="11335"/>
                  </a:lnTo>
                  <a:lnTo>
                    <a:pt x="7960" y="11225"/>
                  </a:lnTo>
                  <a:lnTo>
                    <a:pt x="7997" y="11188"/>
                  </a:lnTo>
                  <a:lnTo>
                    <a:pt x="7997" y="11151"/>
                  </a:lnTo>
                  <a:lnTo>
                    <a:pt x="7960" y="11115"/>
                  </a:lnTo>
                  <a:lnTo>
                    <a:pt x="7960" y="11078"/>
                  </a:lnTo>
                  <a:lnTo>
                    <a:pt x="7924" y="10968"/>
                  </a:lnTo>
                  <a:lnTo>
                    <a:pt x="7960" y="10858"/>
                  </a:lnTo>
                  <a:lnTo>
                    <a:pt x="8034" y="10601"/>
                  </a:lnTo>
                  <a:lnTo>
                    <a:pt x="8181" y="10308"/>
                  </a:lnTo>
                  <a:lnTo>
                    <a:pt x="8474" y="9831"/>
                  </a:lnTo>
                  <a:lnTo>
                    <a:pt x="8767" y="9427"/>
                  </a:lnTo>
                  <a:lnTo>
                    <a:pt x="8804" y="9391"/>
                  </a:lnTo>
                  <a:lnTo>
                    <a:pt x="8767" y="9317"/>
                  </a:lnTo>
                  <a:lnTo>
                    <a:pt x="8694" y="9317"/>
                  </a:lnTo>
                  <a:lnTo>
                    <a:pt x="8364" y="9537"/>
                  </a:lnTo>
                  <a:lnTo>
                    <a:pt x="8107" y="9831"/>
                  </a:lnTo>
                  <a:lnTo>
                    <a:pt x="7887" y="10124"/>
                  </a:lnTo>
                  <a:lnTo>
                    <a:pt x="7704" y="10454"/>
                  </a:lnTo>
                  <a:lnTo>
                    <a:pt x="7594" y="10784"/>
                  </a:lnTo>
                  <a:lnTo>
                    <a:pt x="7557" y="10968"/>
                  </a:lnTo>
                  <a:lnTo>
                    <a:pt x="7594" y="11115"/>
                  </a:lnTo>
                  <a:lnTo>
                    <a:pt x="7153" y="10968"/>
                  </a:lnTo>
                  <a:lnTo>
                    <a:pt x="6713" y="10784"/>
                  </a:lnTo>
                  <a:lnTo>
                    <a:pt x="6933" y="10564"/>
                  </a:lnTo>
                  <a:lnTo>
                    <a:pt x="7080" y="10344"/>
                  </a:lnTo>
                  <a:lnTo>
                    <a:pt x="7153" y="10234"/>
                  </a:lnTo>
                  <a:lnTo>
                    <a:pt x="7190" y="10124"/>
                  </a:lnTo>
                  <a:lnTo>
                    <a:pt x="7190" y="10088"/>
                  </a:lnTo>
                  <a:lnTo>
                    <a:pt x="7153" y="10088"/>
                  </a:lnTo>
                  <a:lnTo>
                    <a:pt x="7080" y="10124"/>
                  </a:lnTo>
                  <a:lnTo>
                    <a:pt x="7007" y="10161"/>
                  </a:lnTo>
                  <a:lnTo>
                    <a:pt x="6823" y="10308"/>
                  </a:lnTo>
                  <a:lnTo>
                    <a:pt x="6493" y="10564"/>
                  </a:lnTo>
                  <a:lnTo>
                    <a:pt x="6420" y="10638"/>
                  </a:lnTo>
                  <a:lnTo>
                    <a:pt x="5906" y="10344"/>
                  </a:lnTo>
                  <a:lnTo>
                    <a:pt x="6897" y="9904"/>
                  </a:lnTo>
                  <a:lnTo>
                    <a:pt x="7887" y="9391"/>
                  </a:lnTo>
                  <a:lnTo>
                    <a:pt x="8877" y="8877"/>
                  </a:lnTo>
                  <a:lnTo>
                    <a:pt x="9795" y="8327"/>
                  </a:lnTo>
                  <a:lnTo>
                    <a:pt x="10748" y="7740"/>
                  </a:lnTo>
                  <a:lnTo>
                    <a:pt x="11665" y="7116"/>
                  </a:lnTo>
                  <a:lnTo>
                    <a:pt x="12546" y="6456"/>
                  </a:lnTo>
                  <a:lnTo>
                    <a:pt x="13426" y="5796"/>
                  </a:lnTo>
                  <a:lnTo>
                    <a:pt x="13829" y="5429"/>
                  </a:lnTo>
                  <a:close/>
                  <a:moveTo>
                    <a:pt x="1651" y="9757"/>
                  </a:moveTo>
                  <a:lnTo>
                    <a:pt x="1028" y="10711"/>
                  </a:lnTo>
                  <a:lnTo>
                    <a:pt x="991" y="10784"/>
                  </a:lnTo>
                  <a:lnTo>
                    <a:pt x="1028" y="10858"/>
                  </a:lnTo>
                  <a:lnTo>
                    <a:pt x="1028" y="10931"/>
                  </a:lnTo>
                  <a:lnTo>
                    <a:pt x="1101" y="10968"/>
                  </a:lnTo>
                  <a:lnTo>
                    <a:pt x="1358" y="11041"/>
                  </a:lnTo>
                  <a:lnTo>
                    <a:pt x="1651" y="11078"/>
                  </a:lnTo>
                  <a:lnTo>
                    <a:pt x="1908" y="11078"/>
                  </a:lnTo>
                  <a:lnTo>
                    <a:pt x="2165" y="11041"/>
                  </a:lnTo>
                  <a:lnTo>
                    <a:pt x="2715" y="10858"/>
                  </a:lnTo>
                  <a:lnTo>
                    <a:pt x="3229" y="10638"/>
                  </a:lnTo>
                  <a:lnTo>
                    <a:pt x="4769" y="10014"/>
                  </a:lnTo>
                  <a:lnTo>
                    <a:pt x="4953" y="10198"/>
                  </a:lnTo>
                  <a:lnTo>
                    <a:pt x="4072" y="10564"/>
                  </a:lnTo>
                  <a:lnTo>
                    <a:pt x="3192" y="10895"/>
                  </a:lnTo>
                  <a:lnTo>
                    <a:pt x="2238" y="11188"/>
                  </a:lnTo>
                  <a:lnTo>
                    <a:pt x="1248" y="11445"/>
                  </a:lnTo>
                  <a:lnTo>
                    <a:pt x="1101" y="11518"/>
                  </a:lnTo>
                  <a:lnTo>
                    <a:pt x="844" y="11555"/>
                  </a:lnTo>
                  <a:lnTo>
                    <a:pt x="624" y="11555"/>
                  </a:lnTo>
                  <a:lnTo>
                    <a:pt x="551" y="11518"/>
                  </a:lnTo>
                  <a:lnTo>
                    <a:pt x="477" y="11481"/>
                  </a:lnTo>
                  <a:lnTo>
                    <a:pt x="477" y="11408"/>
                  </a:lnTo>
                  <a:lnTo>
                    <a:pt x="514" y="11298"/>
                  </a:lnTo>
                  <a:lnTo>
                    <a:pt x="661" y="11005"/>
                  </a:lnTo>
                  <a:lnTo>
                    <a:pt x="991" y="10601"/>
                  </a:lnTo>
                  <a:lnTo>
                    <a:pt x="1321" y="10161"/>
                  </a:lnTo>
                  <a:lnTo>
                    <a:pt x="1651" y="9757"/>
                  </a:lnTo>
                  <a:close/>
                  <a:moveTo>
                    <a:pt x="16324" y="0"/>
                  </a:moveTo>
                  <a:lnTo>
                    <a:pt x="16140" y="37"/>
                  </a:lnTo>
                  <a:lnTo>
                    <a:pt x="15774" y="147"/>
                  </a:lnTo>
                  <a:lnTo>
                    <a:pt x="15480" y="330"/>
                  </a:lnTo>
                  <a:lnTo>
                    <a:pt x="14636" y="807"/>
                  </a:lnTo>
                  <a:lnTo>
                    <a:pt x="13866" y="1357"/>
                  </a:lnTo>
                  <a:lnTo>
                    <a:pt x="13059" y="1908"/>
                  </a:lnTo>
                  <a:lnTo>
                    <a:pt x="12289" y="2458"/>
                  </a:lnTo>
                  <a:lnTo>
                    <a:pt x="12032" y="2311"/>
                  </a:lnTo>
                  <a:lnTo>
                    <a:pt x="11812" y="2238"/>
                  </a:lnTo>
                  <a:lnTo>
                    <a:pt x="11629" y="2238"/>
                  </a:lnTo>
                  <a:lnTo>
                    <a:pt x="11372" y="2091"/>
                  </a:lnTo>
                  <a:lnTo>
                    <a:pt x="11115" y="1981"/>
                  </a:lnTo>
                  <a:lnTo>
                    <a:pt x="10858" y="1908"/>
                  </a:lnTo>
                  <a:lnTo>
                    <a:pt x="10565" y="1834"/>
                  </a:lnTo>
                  <a:lnTo>
                    <a:pt x="10015" y="1761"/>
                  </a:lnTo>
                  <a:lnTo>
                    <a:pt x="9464" y="1761"/>
                  </a:lnTo>
                  <a:lnTo>
                    <a:pt x="8914" y="1834"/>
                  </a:lnTo>
                  <a:lnTo>
                    <a:pt x="8364" y="1981"/>
                  </a:lnTo>
                  <a:lnTo>
                    <a:pt x="7814" y="2164"/>
                  </a:lnTo>
                  <a:lnTo>
                    <a:pt x="7300" y="2384"/>
                  </a:lnTo>
                  <a:lnTo>
                    <a:pt x="6677" y="2715"/>
                  </a:lnTo>
                  <a:lnTo>
                    <a:pt x="6090" y="3081"/>
                  </a:lnTo>
                  <a:lnTo>
                    <a:pt x="5503" y="3522"/>
                  </a:lnTo>
                  <a:lnTo>
                    <a:pt x="4989" y="3962"/>
                  </a:lnTo>
                  <a:lnTo>
                    <a:pt x="4769" y="4219"/>
                  </a:lnTo>
                  <a:lnTo>
                    <a:pt x="4549" y="4475"/>
                  </a:lnTo>
                  <a:lnTo>
                    <a:pt x="4402" y="4769"/>
                  </a:lnTo>
                  <a:lnTo>
                    <a:pt x="4256" y="5062"/>
                  </a:lnTo>
                  <a:lnTo>
                    <a:pt x="4146" y="5356"/>
                  </a:lnTo>
                  <a:lnTo>
                    <a:pt x="4035" y="5686"/>
                  </a:lnTo>
                  <a:lnTo>
                    <a:pt x="3999" y="6016"/>
                  </a:lnTo>
                  <a:lnTo>
                    <a:pt x="3925" y="6346"/>
                  </a:lnTo>
                  <a:lnTo>
                    <a:pt x="3889" y="6970"/>
                  </a:lnTo>
                  <a:lnTo>
                    <a:pt x="3925" y="7630"/>
                  </a:lnTo>
                  <a:lnTo>
                    <a:pt x="3339" y="7960"/>
                  </a:lnTo>
                  <a:lnTo>
                    <a:pt x="2752" y="8290"/>
                  </a:lnTo>
                  <a:lnTo>
                    <a:pt x="2238" y="8657"/>
                  </a:lnTo>
                  <a:lnTo>
                    <a:pt x="1725" y="9097"/>
                  </a:lnTo>
                  <a:lnTo>
                    <a:pt x="1248" y="9574"/>
                  </a:lnTo>
                  <a:lnTo>
                    <a:pt x="808" y="10051"/>
                  </a:lnTo>
                  <a:lnTo>
                    <a:pt x="404" y="10601"/>
                  </a:lnTo>
                  <a:lnTo>
                    <a:pt x="221" y="10858"/>
                  </a:lnTo>
                  <a:lnTo>
                    <a:pt x="74" y="11151"/>
                  </a:lnTo>
                  <a:lnTo>
                    <a:pt x="1" y="11371"/>
                  </a:lnTo>
                  <a:lnTo>
                    <a:pt x="37" y="11555"/>
                  </a:lnTo>
                  <a:lnTo>
                    <a:pt x="111" y="11738"/>
                  </a:lnTo>
                  <a:lnTo>
                    <a:pt x="184" y="11812"/>
                  </a:lnTo>
                  <a:lnTo>
                    <a:pt x="257" y="11885"/>
                  </a:lnTo>
                  <a:lnTo>
                    <a:pt x="477" y="11958"/>
                  </a:lnTo>
                  <a:lnTo>
                    <a:pt x="697" y="11995"/>
                  </a:lnTo>
                  <a:lnTo>
                    <a:pt x="918" y="11995"/>
                  </a:lnTo>
                  <a:lnTo>
                    <a:pt x="1174" y="11958"/>
                  </a:lnTo>
                  <a:lnTo>
                    <a:pt x="1835" y="11812"/>
                  </a:lnTo>
                  <a:lnTo>
                    <a:pt x="2495" y="11591"/>
                  </a:lnTo>
                  <a:lnTo>
                    <a:pt x="3815" y="11151"/>
                  </a:lnTo>
                  <a:lnTo>
                    <a:pt x="4586" y="10858"/>
                  </a:lnTo>
                  <a:lnTo>
                    <a:pt x="5356" y="10564"/>
                  </a:lnTo>
                  <a:lnTo>
                    <a:pt x="5760" y="10858"/>
                  </a:lnTo>
                  <a:lnTo>
                    <a:pt x="6200" y="11078"/>
                  </a:lnTo>
                  <a:lnTo>
                    <a:pt x="6236" y="11261"/>
                  </a:lnTo>
                  <a:lnTo>
                    <a:pt x="6273" y="11335"/>
                  </a:lnTo>
                  <a:lnTo>
                    <a:pt x="6346" y="11371"/>
                  </a:lnTo>
                  <a:lnTo>
                    <a:pt x="6493" y="11371"/>
                  </a:lnTo>
                  <a:lnTo>
                    <a:pt x="6603" y="11261"/>
                  </a:lnTo>
                  <a:lnTo>
                    <a:pt x="7410" y="11591"/>
                  </a:lnTo>
                  <a:lnTo>
                    <a:pt x="7814" y="11702"/>
                  </a:lnTo>
                  <a:lnTo>
                    <a:pt x="8217" y="11812"/>
                  </a:lnTo>
                  <a:lnTo>
                    <a:pt x="8291" y="11848"/>
                  </a:lnTo>
                  <a:lnTo>
                    <a:pt x="8364" y="11885"/>
                  </a:lnTo>
                  <a:lnTo>
                    <a:pt x="8474" y="11848"/>
                  </a:lnTo>
                  <a:lnTo>
                    <a:pt x="8547" y="11885"/>
                  </a:lnTo>
                  <a:lnTo>
                    <a:pt x="8877" y="11922"/>
                  </a:lnTo>
                  <a:lnTo>
                    <a:pt x="9574" y="11922"/>
                  </a:lnTo>
                  <a:lnTo>
                    <a:pt x="9905" y="11885"/>
                  </a:lnTo>
                  <a:lnTo>
                    <a:pt x="10235" y="11812"/>
                  </a:lnTo>
                  <a:lnTo>
                    <a:pt x="10565" y="11702"/>
                  </a:lnTo>
                  <a:lnTo>
                    <a:pt x="10895" y="11555"/>
                  </a:lnTo>
                  <a:lnTo>
                    <a:pt x="11225" y="11408"/>
                  </a:lnTo>
                  <a:lnTo>
                    <a:pt x="11555" y="11225"/>
                  </a:lnTo>
                  <a:lnTo>
                    <a:pt x="11885" y="11041"/>
                  </a:lnTo>
                  <a:lnTo>
                    <a:pt x="12179" y="10784"/>
                  </a:lnTo>
                  <a:lnTo>
                    <a:pt x="12472" y="10564"/>
                  </a:lnTo>
                  <a:lnTo>
                    <a:pt x="12766" y="10308"/>
                  </a:lnTo>
                  <a:lnTo>
                    <a:pt x="13022" y="10014"/>
                  </a:lnTo>
                  <a:lnTo>
                    <a:pt x="13279" y="9721"/>
                  </a:lnTo>
                  <a:lnTo>
                    <a:pt x="13499" y="9391"/>
                  </a:lnTo>
                  <a:lnTo>
                    <a:pt x="13719" y="9097"/>
                  </a:lnTo>
                  <a:lnTo>
                    <a:pt x="13903" y="8730"/>
                  </a:lnTo>
                  <a:lnTo>
                    <a:pt x="14050" y="8400"/>
                  </a:lnTo>
                  <a:lnTo>
                    <a:pt x="14196" y="8033"/>
                  </a:lnTo>
                  <a:lnTo>
                    <a:pt x="14306" y="7667"/>
                  </a:lnTo>
                  <a:lnTo>
                    <a:pt x="14380" y="7300"/>
                  </a:lnTo>
                  <a:lnTo>
                    <a:pt x="14453" y="6933"/>
                  </a:lnTo>
                  <a:lnTo>
                    <a:pt x="14490" y="6529"/>
                  </a:lnTo>
                  <a:lnTo>
                    <a:pt x="14490" y="6163"/>
                  </a:lnTo>
                  <a:lnTo>
                    <a:pt x="14453" y="5796"/>
                  </a:lnTo>
                  <a:lnTo>
                    <a:pt x="14380" y="5429"/>
                  </a:lnTo>
                  <a:lnTo>
                    <a:pt x="14270" y="5062"/>
                  </a:lnTo>
                  <a:lnTo>
                    <a:pt x="15113" y="4329"/>
                  </a:lnTo>
                  <a:lnTo>
                    <a:pt x="15920" y="3558"/>
                  </a:lnTo>
                  <a:lnTo>
                    <a:pt x="16434" y="3045"/>
                  </a:lnTo>
                  <a:lnTo>
                    <a:pt x="16691" y="2751"/>
                  </a:lnTo>
                  <a:lnTo>
                    <a:pt x="16947" y="2458"/>
                  </a:lnTo>
                  <a:lnTo>
                    <a:pt x="17168" y="2128"/>
                  </a:lnTo>
                  <a:lnTo>
                    <a:pt x="17351" y="1798"/>
                  </a:lnTo>
                  <a:lnTo>
                    <a:pt x="17461" y="1431"/>
                  </a:lnTo>
                  <a:lnTo>
                    <a:pt x="17461" y="1247"/>
                  </a:lnTo>
                  <a:lnTo>
                    <a:pt x="17461" y="1064"/>
                  </a:lnTo>
                  <a:lnTo>
                    <a:pt x="17388" y="770"/>
                  </a:lnTo>
                  <a:lnTo>
                    <a:pt x="17278" y="514"/>
                  </a:lnTo>
                  <a:lnTo>
                    <a:pt x="17094" y="257"/>
                  </a:lnTo>
                  <a:lnTo>
                    <a:pt x="16837" y="74"/>
                  </a:lnTo>
                  <a:lnTo>
                    <a:pt x="16691" y="37"/>
                  </a:lnTo>
                  <a:lnTo>
                    <a:pt x="16507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2" name="Google Shape;300;p5">
              <a:extLst>
                <a:ext uri="{FF2B5EF4-FFF2-40B4-BE49-F238E27FC236}">
                  <a16:creationId xmlns:a16="http://schemas.microsoft.com/office/drawing/2014/main" id="{D2226863-6E80-4BE1-AF1C-DEAF4EACFB96}"/>
                </a:ext>
              </a:extLst>
            </p:cNvPr>
            <p:cNvSpPr/>
            <p:nvPr/>
          </p:nvSpPr>
          <p:spPr>
            <a:xfrm>
              <a:off x="6405225" y="2154575"/>
              <a:ext cx="328325" cy="339325"/>
            </a:xfrm>
            <a:custGeom>
              <a:avLst/>
              <a:gdLst/>
              <a:ahLst/>
              <a:cxnLst/>
              <a:rect l="l" t="t" r="r" b="b"/>
              <a:pathLst>
                <a:path w="13133" h="13573" extrusionOk="0">
                  <a:moveTo>
                    <a:pt x="2714" y="1798"/>
                  </a:moveTo>
                  <a:lnTo>
                    <a:pt x="2971" y="1908"/>
                  </a:lnTo>
                  <a:lnTo>
                    <a:pt x="3118" y="2018"/>
                  </a:lnTo>
                  <a:lnTo>
                    <a:pt x="3265" y="2128"/>
                  </a:lnTo>
                  <a:lnTo>
                    <a:pt x="3411" y="2311"/>
                  </a:lnTo>
                  <a:lnTo>
                    <a:pt x="3485" y="2458"/>
                  </a:lnTo>
                  <a:lnTo>
                    <a:pt x="3375" y="2458"/>
                  </a:lnTo>
                  <a:lnTo>
                    <a:pt x="3301" y="2495"/>
                  </a:lnTo>
                  <a:lnTo>
                    <a:pt x="3265" y="2568"/>
                  </a:lnTo>
                  <a:lnTo>
                    <a:pt x="3228" y="2605"/>
                  </a:lnTo>
                  <a:lnTo>
                    <a:pt x="3155" y="2568"/>
                  </a:lnTo>
                  <a:lnTo>
                    <a:pt x="3008" y="2348"/>
                  </a:lnTo>
                  <a:lnTo>
                    <a:pt x="2825" y="1981"/>
                  </a:lnTo>
                  <a:lnTo>
                    <a:pt x="2714" y="1798"/>
                  </a:lnTo>
                  <a:close/>
                  <a:moveTo>
                    <a:pt x="1908" y="2825"/>
                  </a:moveTo>
                  <a:lnTo>
                    <a:pt x="1797" y="2861"/>
                  </a:lnTo>
                  <a:lnTo>
                    <a:pt x="1761" y="2898"/>
                  </a:lnTo>
                  <a:lnTo>
                    <a:pt x="1687" y="2971"/>
                  </a:lnTo>
                  <a:lnTo>
                    <a:pt x="1687" y="3045"/>
                  </a:lnTo>
                  <a:lnTo>
                    <a:pt x="1687" y="3118"/>
                  </a:lnTo>
                  <a:lnTo>
                    <a:pt x="1724" y="3191"/>
                  </a:lnTo>
                  <a:lnTo>
                    <a:pt x="1797" y="3228"/>
                  </a:lnTo>
                  <a:lnTo>
                    <a:pt x="1944" y="3301"/>
                  </a:lnTo>
                  <a:lnTo>
                    <a:pt x="2054" y="3412"/>
                  </a:lnTo>
                  <a:lnTo>
                    <a:pt x="2164" y="3522"/>
                  </a:lnTo>
                  <a:lnTo>
                    <a:pt x="2201" y="3595"/>
                  </a:lnTo>
                  <a:lnTo>
                    <a:pt x="2274" y="3632"/>
                  </a:lnTo>
                  <a:lnTo>
                    <a:pt x="2384" y="3632"/>
                  </a:lnTo>
                  <a:lnTo>
                    <a:pt x="2458" y="3558"/>
                  </a:lnTo>
                  <a:lnTo>
                    <a:pt x="2494" y="3448"/>
                  </a:lnTo>
                  <a:lnTo>
                    <a:pt x="2494" y="3338"/>
                  </a:lnTo>
                  <a:lnTo>
                    <a:pt x="2421" y="3228"/>
                  </a:lnTo>
                  <a:lnTo>
                    <a:pt x="2348" y="3155"/>
                  </a:lnTo>
                  <a:lnTo>
                    <a:pt x="2164" y="2971"/>
                  </a:lnTo>
                  <a:lnTo>
                    <a:pt x="1981" y="2861"/>
                  </a:lnTo>
                  <a:lnTo>
                    <a:pt x="1908" y="2825"/>
                  </a:lnTo>
                  <a:close/>
                  <a:moveTo>
                    <a:pt x="1137" y="2311"/>
                  </a:moveTo>
                  <a:lnTo>
                    <a:pt x="1614" y="2458"/>
                  </a:lnTo>
                  <a:lnTo>
                    <a:pt x="2054" y="2678"/>
                  </a:lnTo>
                  <a:lnTo>
                    <a:pt x="2201" y="2751"/>
                  </a:lnTo>
                  <a:lnTo>
                    <a:pt x="2348" y="2898"/>
                  </a:lnTo>
                  <a:lnTo>
                    <a:pt x="2458" y="3008"/>
                  </a:lnTo>
                  <a:lnTo>
                    <a:pt x="2531" y="3191"/>
                  </a:lnTo>
                  <a:lnTo>
                    <a:pt x="2568" y="3265"/>
                  </a:lnTo>
                  <a:lnTo>
                    <a:pt x="2568" y="3338"/>
                  </a:lnTo>
                  <a:lnTo>
                    <a:pt x="2531" y="3485"/>
                  </a:lnTo>
                  <a:lnTo>
                    <a:pt x="2384" y="3742"/>
                  </a:lnTo>
                  <a:lnTo>
                    <a:pt x="2274" y="3852"/>
                  </a:lnTo>
                  <a:lnTo>
                    <a:pt x="2164" y="3962"/>
                  </a:lnTo>
                  <a:lnTo>
                    <a:pt x="1834" y="3632"/>
                  </a:lnTo>
                  <a:lnTo>
                    <a:pt x="1541" y="3228"/>
                  </a:lnTo>
                  <a:lnTo>
                    <a:pt x="1321" y="2788"/>
                  </a:lnTo>
                  <a:lnTo>
                    <a:pt x="1137" y="2311"/>
                  </a:lnTo>
                  <a:close/>
                  <a:moveTo>
                    <a:pt x="8804" y="514"/>
                  </a:moveTo>
                  <a:lnTo>
                    <a:pt x="8694" y="2531"/>
                  </a:lnTo>
                  <a:lnTo>
                    <a:pt x="8657" y="3632"/>
                  </a:lnTo>
                  <a:lnTo>
                    <a:pt x="8657" y="4549"/>
                  </a:lnTo>
                  <a:lnTo>
                    <a:pt x="7556" y="3778"/>
                  </a:lnTo>
                  <a:lnTo>
                    <a:pt x="7043" y="3375"/>
                  </a:lnTo>
                  <a:lnTo>
                    <a:pt x="6529" y="2971"/>
                  </a:lnTo>
                  <a:lnTo>
                    <a:pt x="6639" y="2788"/>
                  </a:lnTo>
                  <a:lnTo>
                    <a:pt x="6713" y="2678"/>
                  </a:lnTo>
                  <a:lnTo>
                    <a:pt x="7556" y="1798"/>
                  </a:lnTo>
                  <a:lnTo>
                    <a:pt x="8290" y="991"/>
                  </a:lnTo>
                  <a:lnTo>
                    <a:pt x="8510" y="734"/>
                  </a:lnTo>
                  <a:lnTo>
                    <a:pt x="8657" y="624"/>
                  </a:lnTo>
                  <a:lnTo>
                    <a:pt x="8804" y="514"/>
                  </a:lnTo>
                  <a:close/>
                  <a:moveTo>
                    <a:pt x="660" y="4145"/>
                  </a:moveTo>
                  <a:lnTo>
                    <a:pt x="880" y="4219"/>
                  </a:lnTo>
                  <a:lnTo>
                    <a:pt x="1064" y="4255"/>
                  </a:lnTo>
                  <a:lnTo>
                    <a:pt x="1247" y="4329"/>
                  </a:lnTo>
                  <a:lnTo>
                    <a:pt x="1357" y="4439"/>
                  </a:lnTo>
                  <a:lnTo>
                    <a:pt x="1431" y="4585"/>
                  </a:lnTo>
                  <a:lnTo>
                    <a:pt x="1467" y="4659"/>
                  </a:lnTo>
                  <a:lnTo>
                    <a:pt x="1467" y="4732"/>
                  </a:lnTo>
                  <a:lnTo>
                    <a:pt x="1467" y="4805"/>
                  </a:lnTo>
                  <a:lnTo>
                    <a:pt x="1394" y="4842"/>
                  </a:lnTo>
                  <a:lnTo>
                    <a:pt x="1284" y="4805"/>
                  </a:lnTo>
                  <a:lnTo>
                    <a:pt x="1211" y="4769"/>
                  </a:lnTo>
                  <a:lnTo>
                    <a:pt x="990" y="4585"/>
                  </a:lnTo>
                  <a:lnTo>
                    <a:pt x="844" y="4402"/>
                  </a:lnTo>
                  <a:lnTo>
                    <a:pt x="660" y="4145"/>
                  </a:lnTo>
                  <a:close/>
                  <a:moveTo>
                    <a:pt x="3962" y="2935"/>
                  </a:moveTo>
                  <a:lnTo>
                    <a:pt x="4218" y="3155"/>
                  </a:lnTo>
                  <a:lnTo>
                    <a:pt x="4035" y="3338"/>
                  </a:lnTo>
                  <a:lnTo>
                    <a:pt x="2641" y="4659"/>
                  </a:lnTo>
                  <a:lnTo>
                    <a:pt x="2311" y="5026"/>
                  </a:lnTo>
                  <a:lnTo>
                    <a:pt x="2054" y="5392"/>
                  </a:lnTo>
                  <a:lnTo>
                    <a:pt x="1797" y="5172"/>
                  </a:lnTo>
                  <a:lnTo>
                    <a:pt x="2971" y="4072"/>
                  </a:lnTo>
                  <a:lnTo>
                    <a:pt x="3485" y="3522"/>
                  </a:lnTo>
                  <a:lnTo>
                    <a:pt x="3742" y="3265"/>
                  </a:lnTo>
                  <a:lnTo>
                    <a:pt x="3962" y="2935"/>
                  </a:lnTo>
                  <a:close/>
                  <a:moveTo>
                    <a:pt x="4989" y="5209"/>
                  </a:moveTo>
                  <a:lnTo>
                    <a:pt x="5356" y="5686"/>
                  </a:lnTo>
                  <a:lnTo>
                    <a:pt x="5686" y="6199"/>
                  </a:lnTo>
                  <a:lnTo>
                    <a:pt x="6199" y="7080"/>
                  </a:lnTo>
                  <a:lnTo>
                    <a:pt x="6199" y="7080"/>
                  </a:lnTo>
                  <a:lnTo>
                    <a:pt x="5282" y="6640"/>
                  </a:lnTo>
                  <a:lnTo>
                    <a:pt x="4365" y="6199"/>
                  </a:lnTo>
                  <a:lnTo>
                    <a:pt x="4512" y="5943"/>
                  </a:lnTo>
                  <a:lnTo>
                    <a:pt x="4989" y="5209"/>
                  </a:lnTo>
                  <a:close/>
                  <a:moveTo>
                    <a:pt x="4879" y="4695"/>
                  </a:moveTo>
                  <a:lnTo>
                    <a:pt x="4805" y="4805"/>
                  </a:lnTo>
                  <a:lnTo>
                    <a:pt x="4218" y="5649"/>
                  </a:lnTo>
                  <a:lnTo>
                    <a:pt x="3962" y="6053"/>
                  </a:lnTo>
                  <a:lnTo>
                    <a:pt x="3852" y="6053"/>
                  </a:lnTo>
                  <a:lnTo>
                    <a:pt x="3778" y="6126"/>
                  </a:lnTo>
                  <a:lnTo>
                    <a:pt x="3742" y="6199"/>
                  </a:lnTo>
                  <a:lnTo>
                    <a:pt x="3705" y="6273"/>
                  </a:lnTo>
                  <a:lnTo>
                    <a:pt x="3742" y="6346"/>
                  </a:lnTo>
                  <a:lnTo>
                    <a:pt x="3778" y="6493"/>
                  </a:lnTo>
                  <a:lnTo>
                    <a:pt x="3852" y="6529"/>
                  </a:lnTo>
                  <a:lnTo>
                    <a:pt x="3925" y="6566"/>
                  </a:lnTo>
                  <a:lnTo>
                    <a:pt x="3998" y="6566"/>
                  </a:lnTo>
                  <a:lnTo>
                    <a:pt x="5172" y="7080"/>
                  </a:lnTo>
                  <a:lnTo>
                    <a:pt x="5722" y="7336"/>
                  </a:lnTo>
                  <a:lnTo>
                    <a:pt x="6053" y="7447"/>
                  </a:lnTo>
                  <a:lnTo>
                    <a:pt x="6346" y="7483"/>
                  </a:lnTo>
                  <a:lnTo>
                    <a:pt x="6419" y="7483"/>
                  </a:lnTo>
                  <a:lnTo>
                    <a:pt x="6493" y="7447"/>
                  </a:lnTo>
                  <a:lnTo>
                    <a:pt x="6529" y="7483"/>
                  </a:lnTo>
                  <a:lnTo>
                    <a:pt x="6603" y="7483"/>
                  </a:lnTo>
                  <a:lnTo>
                    <a:pt x="6639" y="7447"/>
                  </a:lnTo>
                  <a:lnTo>
                    <a:pt x="6639" y="7410"/>
                  </a:lnTo>
                  <a:lnTo>
                    <a:pt x="6566" y="7080"/>
                  </a:lnTo>
                  <a:lnTo>
                    <a:pt x="6456" y="6750"/>
                  </a:lnTo>
                  <a:lnTo>
                    <a:pt x="6273" y="6419"/>
                  </a:lnTo>
                  <a:lnTo>
                    <a:pt x="6089" y="6089"/>
                  </a:lnTo>
                  <a:lnTo>
                    <a:pt x="5649" y="5429"/>
                  </a:lnTo>
                  <a:lnTo>
                    <a:pt x="5135" y="4769"/>
                  </a:lnTo>
                  <a:lnTo>
                    <a:pt x="5062" y="4695"/>
                  </a:lnTo>
                  <a:close/>
                  <a:moveTo>
                    <a:pt x="9757" y="9537"/>
                  </a:moveTo>
                  <a:lnTo>
                    <a:pt x="9794" y="9647"/>
                  </a:lnTo>
                  <a:lnTo>
                    <a:pt x="9831" y="9757"/>
                  </a:lnTo>
                  <a:lnTo>
                    <a:pt x="9867" y="9867"/>
                  </a:lnTo>
                  <a:lnTo>
                    <a:pt x="9867" y="9978"/>
                  </a:lnTo>
                  <a:lnTo>
                    <a:pt x="9831" y="10088"/>
                  </a:lnTo>
                  <a:lnTo>
                    <a:pt x="9794" y="9757"/>
                  </a:lnTo>
                  <a:lnTo>
                    <a:pt x="9757" y="9537"/>
                  </a:lnTo>
                  <a:close/>
                  <a:moveTo>
                    <a:pt x="8950" y="8877"/>
                  </a:moveTo>
                  <a:lnTo>
                    <a:pt x="9207" y="9024"/>
                  </a:lnTo>
                  <a:lnTo>
                    <a:pt x="9207" y="9207"/>
                  </a:lnTo>
                  <a:lnTo>
                    <a:pt x="9281" y="9391"/>
                  </a:lnTo>
                  <a:lnTo>
                    <a:pt x="9391" y="9757"/>
                  </a:lnTo>
                  <a:lnTo>
                    <a:pt x="9574" y="10418"/>
                  </a:lnTo>
                  <a:lnTo>
                    <a:pt x="9464" y="10491"/>
                  </a:lnTo>
                  <a:lnTo>
                    <a:pt x="9391" y="10271"/>
                  </a:lnTo>
                  <a:lnTo>
                    <a:pt x="9281" y="10088"/>
                  </a:lnTo>
                  <a:lnTo>
                    <a:pt x="8914" y="9281"/>
                  </a:lnTo>
                  <a:lnTo>
                    <a:pt x="8840" y="9134"/>
                  </a:lnTo>
                  <a:lnTo>
                    <a:pt x="8767" y="9024"/>
                  </a:lnTo>
                  <a:lnTo>
                    <a:pt x="8950" y="8877"/>
                  </a:lnTo>
                  <a:close/>
                  <a:moveTo>
                    <a:pt x="8547" y="9244"/>
                  </a:moveTo>
                  <a:lnTo>
                    <a:pt x="8547" y="9281"/>
                  </a:lnTo>
                  <a:lnTo>
                    <a:pt x="8657" y="9281"/>
                  </a:lnTo>
                  <a:lnTo>
                    <a:pt x="8694" y="9244"/>
                  </a:lnTo>
                  <a:lnTo>
                    <a:pt x="8657" y="9354"/>
                  </a:lnTo>
                  <a:lnTo>
                    <a:pt x="8657" y="9464"/>
                  </a:lnTo>
                  <a:lnTo>
                    <a:pt x="8767" y="9721"/>
                  </a:lnTo>
                  <a:lnTo>
                    <a:pt x="9024" y="10198"/>
                  </a:lnTo>
                  <a:lnTo>
                    <a:pt x="9170" y="10528"/>
                  </a:lnTo>
                  <a:lnTo>
                    <a:pt x="8804" y="10234"/>
                  </a:lnTo>
                  <a:lnTo>
                    <a:pt x="8804" y="10198"/>
                  </a:lnTo>
                  <a:lnTo>
                    <a:pt x="8767" y="9904"/>
                  </a:lnTo>
                  <a:lnTo>
                    <a:pt x="8657" y="9611"/>
                  </a:lnTo>
                  <a:lnTo>
                    <a:pt x="8584" y="9464"/>
                  </a:lnTo>
                  <a:lnTo>
                    <a:pt x="8474" y="9317"/>
                  </a:lnTo>
                  <a:lnTo>
                    <a:pt x="8547" y="9244"/>
                  </a:lnTo>
                  <a:close/>
                  <a:moveTo>
                    <a:pt x="9464" y="10601"/>
                  </a:moveTo>
                  <a:lnTo>
                    <a:pt x="9574" y="10638"/>
                  </a:lnTo>
                  <a:lnTo>
                    <a:pt x="9464" y="10638"/>
                  </a:lnTo>
                  <a:lnTo>
                    <a:pt x="9464" y="10601"/>
                  </a:lnTo>
                  <a:close/>
                  <a:moveTo>
                    <a:pt x="8877" y="8510"/>
                  </a:moveTo>
                  <a:lnTo>
                    <a:pt x="8584" y="8730"/>
                  </a:lnTo>
                  <a:lnTo>
                    <a:pt x="8327" y="8914"/>
                  </a:lnTo>
                  <a:lnTo>
                    <a:pt x="8143" y="9171"/>
                  </a:lnTo>
                  <a:lnTo>
                    <a:pt x="8070" y="9354"/>
                  </a:lnTo>
                  <a:lnTo>
                    <a:pt x="7997" y="9501"/>
                  </a:lnTo>
                  <a:lnTo>
                    <a:pt x="7997" y="9647"/>
                  </a:lnTo>
                  <a:lnTo>
                    <a:pt x="8033" y="9831"/>
                  </a:lnTo>
                  <a:lnTo>
                    <a:pt x="8070" y="9978"/>
                  </a:lnTo>
                  <a:lnTo>
                    <a:pt x="8143" y="10088"/>
                  </a:lnTo>
                  <a:lnTo>
                    <a:pt x="8363" y="10344"/>
                  </a:lnTo>
                  <a:lnTo>
                    <a:pt x="8584" y="10564"/>
                  </a:lnTo>
                  <a:lnTo>
                    <a:pt x="8914" y="10785"/>
                  </a:lnTo>
                  <a:lnTo>
                    <a:pt x="9244" y="10968"/>
                  </a:lnTo>
                  <a:lnTo>
                    <a:pt x="9391" y="11041"/>
                  </a:lnTo>
                  <a:lnTo>
                    <a:pt x="9537" y="11078"/>
                  </a:lnTo>
                  <a:lnTo>
                    <a:pt x="9684" y="11041"/>
                  </a:lnTo>
                  <a:lnTo>
                    <a:pt x="9867" y="10968"/>
                  </a:lnTo>
                  <a:lnTo>
                    <a:pt x="10051" y="10821"/>
                  </a:lnTo>
                  <a:lnTo>
                    <a:pt x="10234" y="10601"/>
                  </a:lnTo>
                  <a:lnTo>
                    <a:pt x="10271" y="10491"/>
                  </a:lnTo>
                  <a:lnTo>
                    <a:pt x="10271" y="10381"/>
                  </a:lnTo>
                  <a:lnTo>
                    <a:pt x="10271" y="10271"/>
                  </a:lnTo>
                  <a:lnTo>
                    <a:pt x="10198" y="10161"/>
                  </a:lnTo>
                  <a:lnTo>
                    <a:pt x="10198" y="9904"/>
                  </a:lnTo>
                  <a:lnTo>
                    <a:pt x="10161" y="9684"/>
                  </a:lnTo>
                  <a:lnTo>
                    <a:pt x="10088" y="9464"/>
                  </a:lnTo>
                  <a:lnTo>
                    <a:pt x="9977" y="9244"/>
                  </a:lnTo>
                  <a:lnTo>
                    <a:pt x="9831" y="9060"/>
                  </a:lnTo>
                  <a:lnTo>
                    <a:pt x="9647" y="8914"/>
                  </a:lnTo>
                  <a:lnTo>
                    <a:pt x="9464" y="8767"/>
                  </a:lnTo>
                  <a:lnTo>
                    <a:pt x="9060" y="8510"/>
                  </a:lnTo>
                  <a:close/>
                  <a:moveTo>
                    <a:pt x="2604" y="8510"/>
                  </a:moveTo>
                  <a:lnTo>
                    <a:pt x="3815" y="9757"/>
                  </a:lnTo>
                  <a:lnTo>
                    <a:pt x="4292" y="10271"/>
                  </a:lnTo>
                  <a:lnTo>
                    <a:pt x="3852" y="10344"/>
                  </a:lnTo>
                  <a:lnTo>
                    <a:pt x="2678" y="10674"/>
                  </a:lnTo>
                  <a:lnTo>
                    <a:pt x="1577" y="10968"/>
                  </a:lnTo>
                  <a:lnTo>
                    <a:pt x="1064" y="11115"/>
                  </a:lnTo>
                  <a:lnTo>
                    <a:pt x="697" y="11188"/>
                  </a:lnTo>
                  <a:lnTo>
                    <a:pt x="587" y="11188"/>
                  </a:lnTo>
                  <a:lnTo>
                    <a:pt x="477" y="11151"/>
                  </a:lnTo>
                  <a:lnTo>
                    <a:pt x="1577" y="9721"/>
                  </a:lnTo>
                  <a:lnTo>
                    <a:pt x="1908" y="9317"/>
                  </a:lnTo>
                  <a:lnTo>
                    <a:pt x="2201" y="8914"/>
                  </a:lnTo>
                  <a:lnTo>
                    <a:pt x="2421" y="8730"/>
                  </a:lnTo>
                  <a:lnTo>
                    <a:pt x="2604" y="8510"/>
                  </a:lnTo>
                  <a:close/>
                  <a:moveTo>
                    <a:pt x="8914" y="8180"/>
                  </a:moveTo>
                  <a:lnTo>
                    <a:pt x="9097" y="8217"/>
                  </a:lnTo>
                  <a:lnTo>
                    <a:pt x="9244" y="8253"/>
                  </a:lnTo>
                  <a:lnTo>
                    <a:pt x="9574" y="8400"/>
                  </a:lnTo>
                  <a:lnTo>
                    <a:pt x="9867" y="8584"/>
                  </a:lnTo>
                  <a:lnTo>
                    <a:pt x="10124" y="8840"/>
                  </a:lnTo>
                  <a:lnTo>
                    <a:pt x="10308" y="9171"/>
                  </a:lnTo>
                  <a:lnTo>
                    <a:pt x="10454" y="9464"/>
                  </a:lnTo>
                  <a:lnTo>
                    <a:pt x="10564" y="9794"/>
                  </a:lnTo>
                  <a:lnTo>
                    <a:pt x="10601" y="10161"/>
                  </a:lnTo>
                  <a:lnTo>
                    <a:pt x="10601" y="10528"/>
                  </a:lnTo>
                  <a:lnTo>
                    <a:pt x="10491" y="10858"/>
                  </a:lnTo>
                  <a:lnTo>
                    <a:pt x="10491" y="10895"/>
                  </a:lnTo>
                  <a:lnTo>
                    <a:pt x="10454" y="10858"/>
                  </a:lnTo>
                  <a:lnTo>
                    <a:pt x="10344" y="10785"/>
                  </a:lnTo>
                  <a:lnTo>
                    <a:pt x="10271" y="10785"/>
                  </a:lnTo>
                  <a:lnTo>
                    <a:pt x="10161" y="10821"/>
                  </a:lnTo>
                  <a:lnTo>
                    <a:pt x="10124" y="10931"/>
                  </a:lnTo>
                  <a:lnTo>
                    <a:pt x="10088" y="11078"/>
                  </a:lnTo>
                  <a:lnTo>
                    <a:pt x="10051" y="11188"/>
                  </a:lnTo>
                  <a:lnTo>
                    <a:pt x="9867" y="11298"/>
                  </a:lnTo>
                  <a:lnTo>
                    <a:pt x="9794" y="11371"/>
                  </a:lnTo>
                  <a:lnTo>
                    <a:pt x="9757" y="11445"/>
                  </a:lnTo>
                  <a:lnTo>
                    <a:pt x="9611" y="11481"/>
                  </a:lnTo>
                  <a:lnTo>
                    <a:pt x="9464" y="11481"/>
                  </a:lnTo>
                  <a:lnTo>
                    <a:pt x="9354" y="11445"/>
                  </a:lnTo>
                  <a:lnTo>
                    <a:pt x="9207" y="11408"/>
                  </a:lnTo>
                  <a:lnTo>
                    <a:pt x="8620" y="11078"/>
                  </a:lnTo>
                  <a:lnTo>
                    <a:pt x="8327" y="10895"/>
                  </a:lnTo>
                  <a:lnTo>
                    <a:pt x="8070" y="10674"/>
                  </a:lnTo>
                  <a:lnTo>
                    <a:pt x="7850" y="10418"/>
                  </a:lnTo>
                  <a:lnTo>
                    <a:pt x="7703" y="10124"/>
                  </a:lnTo>
                  <a:lnTo>
                    <a:pt x="7593" y="9794"/>
                  </a:lnTo>
                  <a:lnTo>
                    <a:pt x="7593" y="9501"/>
                  </a:lnTo>
                  <a:lnTo>
                    <a:pt x="7630" y="9171"/>
                  </a:lnTo>
                  <a:lnTo>
                    <a:pt x="7777" y="8877"/>
                  </a:lnTo>
                  <a:lnTo>
                    <a:pt x="7960" y="8620"/>
                  </a:lnTo>
                  <a:lnTo>
                    <a:pt x="8217" y="8400"/>
                  </a:lnTo>
                  <a:lnTo>
                    <a:pt x="8400" y="8290"/>
                  </a:lnTo>
                  <a:lnTo>
                    <a:pt x="8584" y="8217"/>
                  </a:lnTo>
                  <a:lnTo>
                    <a:pt x="8730" y="8180"/>
                  </a:lnTo>
                  <a:close/>
                  <a:moveTo>
                    <a:pt x="8767" y="7777"/>
                  </a:moveTo>
                  <a:lnTo>
                    <a:pt x="8547" y="7813"/>
                  </a:lnTo>
                  <a:lnTo>
                    <a:pt x="8363" y="7850"/>
                  </a:lnTo>
                  <a:lnTo>
                    <a:pt x="8143" y="7960"/>
                  </a:lnTo>
                  <a:lnTo>
                    <a:pt x="7960" y="8033"/>
                  </a:lnTo>
                  <a:lnTo>
                    <a:pt x="7777" y="8180"/>
                  </a:lnTo>
                  <a:lnTo>
                    <a:pt x="7593" y="8364"/>
                  </a:lnTo>
                  <a:lnTo>
                    <a:pt x="7446" y="8510"/>
                  </a:lnTo>
                  <a:lnTo>
                    <a:pt x="7336" y="8657"/>
                  </a:lnTo>
                  <a:lnTo>
                    <a:pt x="7190" y="9024"/>
                  </a:lnTo>
                  <a:lnTo>
                    <a:pt x="7116" y="9427"/>
                  </a:lnTo>
                  <a:lnTo>
                    <a:pt x="7116" y="9831"/>
                  </a:lnTo>
                  <a:lnTo>
                    <a:pt x="7153" y="10051"/>
                  </a:lnTo>
                  <a:lnTo>
                    <a:pt x="7226" y="10271"/>
                  </a:lnTo>
                  <a:lnTo>
                    <a:pt x="7336" y="10454"/>
                  </a:lnTo>
                  <a:lnTo>
                    <a:pt x="7446" y="10638"/>
                  </a:lnTo>
                  <a:lnTo>
                    <a:pt x="7740" y="11005"/>
                  </a:lnTo>
                  <a:lnTo>
                    <a:pt x="8107" y="11298"/>
                  </a:lnTo>
                  <a:lnTo>
                    <a:pt x="8510" y="11555"/>
                  </a:lnTo>
                  <a:lnTo>
                    <a:pt x="8914" y="11775"/>
                  </a:lnTo>
                  <a:lnTo>
                    <a:pt x="9134" y="11885"/>
                  </a:lnTo>
                  <a:lnTo>
                    <a:pt x="9354" y="11958"/>
                  </a:lnTo>
                  <a:lnTo>
                    <a:pt x="9574" y="11958"/>
                  </a:lnTo>
                  <a:lnTo>
                    <a:pt x="9757" y="11922"/>
                  </a:lnTo>
                  <a:lnTo>
                    <a:pt x="9977" y="11848"/>
                  </a:lnTo>
                  <a:lnTo>
                    <a:pt x="10198" y="11702"/>
                  </a:lnTo>
                  <a:lnTo>
                    <a:pt x="10381" y="11555"/>
                  </a:lnTo>
                  <a:lnTo>
                    <a:pt x="10491" y="11371"/>
                  </a:lnTo>
                  <a:lnTo>
                    <a:pt x="10674" y="11298"/>
                  </a:lnTo>
                  <a:lnTo>
                    <a:pt x="10784" y="11151"/>
                  </a:lnTo>
                  <a:lnTo>
                    <a:pt x="10895" y="10968"/>
                  </a:lnTo>
                  <a:lnTo>
                    <a:pt x="10968" y="10785"/>
                  </a:lnTo>
                  <a:lnTo>
                    <a:pt x="11005" y="10601"/>
                  </a:lnTo>
                  <a:lnTo>
                    <a:pt x="11005" y="10381"/>
                  </a:lnTo>
                  <a:lnTo>
                    <a:pt x="11005" y="10124"/>
                  </a:lnTo>
                  <a:lnTo>
                    <a:pt x="10968" y="9684"/>
                  </a:lnTo>
                  <a:lnTo>
                    <a:pt x="10821" y="9207"/>
                  </a:lnTo>
                  <a:lnTo>
                    <a:pt x="10638" y="8804"/>
                  </a:lnTo>
                  <a:lnTo>
                    <a:pt x="10491" y="8620"/>
                  </a:lnTo>
                  <a:lnTo>
                    <a:pt x="10344" y="8437"/>
                  </a:lnTo>
                  <a:lnTo>
                    <a:pt x="10198" y="8290"/>
                  </a:lnTo>
                  <a:lnTo>
                    <a:pt x="10014" y="8143"/>
                  </a:lnTo>
                  <a:lnTo>
                    <a:pt x="9831" y="8033"/>
                  </a:lnTo>
                  <a:lnTo>
                    <a:pt x="9611" y="7923"/>
                  </a:lnTo>
                  <a:lnTo>
                    <a:pt x="9427" y="7850"/>
                  </a:lnTo>
                  <a:lnTo>
                    <a:pt x="9207" y="7813"/>
                  </a:lnTo>
                  <a:lnTo>
                    <a:pt x="8987" y="7777"/>
                  </a:lnTo>
                  <a:close/>
                  <a:moveTo>
                    <a:pt x="9024" y="0"/>
                  </a:moveTo>
                  <a:lnTo>
                    <a:pt x="8767" y="37"/>
                  </a:lnTo>
                  <a:lnTo>
                    <a:pt x="8547" y="110"/>
                  </a:lnTo>
                  <a:lnTo>
                    <a:pt x="8363" y="257"/>
                  </a:lnTo>
                  <a:lnTo>
                    <a:pt x="8180" y="440"/>
                  </a:lnTo>
                  <a:lnTo>
                    <a:pt x="7593" y="1027"/>
                  </a:lnTo>
                  <a:lnTo>
                    <a:pt x="7006" y="1651"/>
                  </a:lnTo>
                  <a:lnTo>
                    <a:pt x="6639" y="2054"/>
                  </a:lnTo>
                  <a:lnTo>
                    <a:pt x="6383" y="2311"/>
                  </a:lnTo>
                  <a:lnTo>
                    <a:pt x="6199" y="2605"/>
                  </a:lnTo>
                  <a:lnTo>
                    <a:pt x="5796" y="2201"/>
                  </a:lnTo>
                  <a:lnTo>
                    <a:pt x="5722" y="2128"/>
                  </a:lnTo>
                  <a:lnTo>
                    <a:pt x="5502" y="2128"/>
                  </a:lnTo>
                  <a:lnTo>
                    <a:pt x="5392" y="2201"/>
                  </a:lnTo>
                  <a:lnTo>
                    <a:pt x="5356" y="2238"/>
                  </a:lnTo>
                  <a:lnTo>
                    <a:pt x="4915" y="2531"/>
                  </a:lnTo>
                  <a:lnTo>
                    <a:pt x="4512" y="2898"/>
                  </a:lnTo>
                  <a:lnTo>
                    <a:pt x="4292" y="2715"/>
                  </a:lnTo>
                  <a:lnTo>
                    <a:pt x="4072" y="2495"/>
                  </a:lnTo>
                  <a:lnTo>
                    <a:pt x="3998" y="2458"/>
                  </a:lnTo>
                  <a:lnTo>
                    <a:pt x="3888" y="2458"/>
                  </a:lnTo>
                  <a:lnTo>
                    <a:pt x="3815" y="2495"/>
                  </a:lnTo>
                  <a:lnTo>
                    <a:pt x="3778" y="2568"/>
                  </a:lnTo>
                  <a:lnTo>
                    <a:pt x="3778" y="2421"/>
                  </a:lnTo>
                  <a:lnTo>
                    <a:pt x="3778" y="2311"/>
                  </a:lnTo>
                  <a:lnTo>
                    <a:pt x="3668" y="2128"/>
                  </a:lnTo>
                  <a:lnTo>
                    <a:pt x="3521" y="1908"/>
                  </a:lnTo>
                  <a:lnTo>
                    <a:pt x="3338" y="1761"/>
                  </a:lnTo>
                  <a:lnTo>
                    <a:pt x="3118" y="1614"/>
                  </a:lnTo>
                  <a:lnTo>
                    <a:pt x="2861" y="1504"/>
                  </a:lnTo>
                  <a:lnTo>
                    <a:pt x="2458" y="1321"/>
                  </a:lnTo>
                  <a:lnTo>
                    <a:pt x="2348" y="1321"/>
                  </a:lnTo>
                  <a:lnTo>
                    <a:pt x="2238" y="1357"/>
                  </a:lnTo>
                  <a:lnTo>
                    <a:pt x="2201" y="1431"/>
                  </a:lnTo>
                  <a:lnTo>
                    <a:pt x="2201" y="1504"/>
                  </a:lnTo>
                  <a:lnTo>
                    <a:pt x="2531" y="2238"/>
                  </a:lnTo>
                  <a:lnTo>
                    <a:pt x="2678" y="2531"/>
                  </a:lnTo>
                  <a:lnTo>
                    <a:pt x="2751" y="2678"/>
                  </a:lnTo>
                  <a:lnTo>
                    <a:pt x="2861" y="2825"/>
                  </a:lnTo>
                  <a:lnTo>
                    <a:pt x="3008" y="2898"/>
                  </a:lnTo>
                  <a:lnTo>
                    <a:pt x="3191" y="2935"/>
                  </a:lnTo>
                  <a:lnTo>
                    <a:pt x="3338" y="2935"/>
                  </a:lnTo>
                  <a:lnTo>
                    <a:pt x="3485" y="2861"/>
                  </a:lnTo>
                  <a:lnTo>
                    <a:pt x="3632" y="2788"/>
                  </a:lnTo>
                  <a:lnTo>
                    <a:pt x="3301" y="3155"/>
                  </a:lnTo>
                  <a:lnTo>
                    <a:pt x="2971" y="3485"/>
                  </a:lnTo>
                  <a:lnTo>
                    <a:pt x="2935" y="3412"/>
                  </a:lnTo>
                  <a:lnTo>
                    <a:pt x="2935" y="3265"/>
                  </a:lnTo>
                  <a:lnTo>
                    <a:pt x="2898" y="3081"/>
                  </a:lnTo>
                  <a:lnTo>
                    <a:pt x="2825" y="2825"/>
                  </a:lnTo>
                  <a:lnTo>
                    <a:pt x="2678" y="2605"/>
                  </a:lnTo>
                  <a:lnTo>
                    <a:pt x="2458" y="2384"/>
                  </a:lnTo>
                  <a:lnTo>
                    <a:pt x="2238" y="2238"/>
                  </a:lnTo>
                  <a:lnTo>
                    <a:pt x="1981" y="2091"/>
                  </a:lnTo>
                  <a:lnTo>
                    <a:pt x="1687" y="1981"/>
                  </a:lnTo>
                  <a:lnTo>
                    <a:pt x="1431" y="1908"/>
                  </a:lnTo>
                  <a:lnTo>
                    <a:pt x="880" y="1834"/>
                  </a:lnTo>
                  <a:lnTo>
                    <a:pt x="770" y="1834"/>
                  </a:lnTo>
                  <a:lnTo>
                    <a:pt x="697" y="1871"/>
                  </a:lnTo>
                  <a:lnTo>
                    <a:pt x="624" y="1944"/>
                  </a:lnTo>
                  <a:lnTo>
                    <a:pt x="624" y="2054"/>
                  </a:lnTo>
                  <a:lnTo>
                    <a:pt x="697" y="2384"/>
                  </a:lnTo>
                  <a:lnTo>
                    <a:pt x="807" y="2751"/>
                  </a:lnTo>
                  <a:lnTo>
                    <a:pt x="917" y="3045"/>
                  </a:lnTo>
                  <a:lnTo>
                    <a:pt x="1101" y="3375"/>
                  </a:lnTo>
                  <a:lnTo>
                    <a:pt x="1284" y="3668"/>
                  </a:lnTo>
                  <a:lnTo>
                    <a:pt x="1504" y="3925"/>
                  </a:lnTo>
                  <a:lnTo>
                    <a:pt x="1724" y="4182"/>
                  </a:lnTo>
                  <a:lnTo>
                    <a:pt x="1981" y="4439"/>
                  </a:lnTo>
                  <a:lnTo>
                    <a:pt x="2018" y="4439"/>
                  </a:lnTo>
                  <a:lnTo>
                    <a:pt x="1761" y="4695"/>
                  </a:lnTo>
                  <a:lnTo>
                    <a:pt x="1761" y="4549"/>
                  </a:lnTo>
                  <a:lnTo>
                    <a:pt x="1724" y="4402"/>
                  </a:lnTo>
                  <a:lnTo>
                    <a:pt x="1614" y="4255"/>
                  </a:lnTo>
                  <a:lnTo>
                    <a:pt x="1467" y="4108"/>
                  </a:lnTo>
                  <a:lnTo>
                    <a:pt x="1321" y="3998"/>
                  </a:lnTo>
                  <a:lnTo>
                    <a:pt x="1101" y="3925"/>
                  </a:lnTo>
                  <a:lnTo>
                    <a:pt x="697" y="3815"/>
                  </a:lnTo>
                  <a:lnTo>
                    <a:pt x="330" y="3742"/>
                  </a:lnTo>
                  <a:lnTo>
                    <a:pt x="220" y="3742"/>
                  </a:lnTo>
                  <a:lnTo>
                    <a:pt x="147" y="3815"/>
                  </a:lnTo>
                  <a:lnTo>
                    <a:pt x="110" y="3925"/>
                  </a:lnTo>
                  <a:lnTo>
                    <a:pt x="147" y="3998"/>
                  </a:lnTo>
                  <a:lnTo>
                    <a:pt x="367" y="4329"/>
                  </a:lnTo>
                  <a:lnTo>
                    <a:pt x="624" y="4732"/>
                  </a:lnTo>
                  <a:lnTo>
                    <a:pt x="807" y="4915"/>
                  </a:lnTo>
                  <a:lnTo>
                    <a:pt x="954" y="5062"/>
                  </a:lnTo>
                  <a:lnTo>
                    <a:pt x="1137" y="5172"/>
                  </a:lnTo>
                  <a:lnTo>
                    <a:pt x="1321" y="5246"/>
                  </a:lnTo>
                  <a:lnTo>
                    <a:pt x="1321" y="5282"/>
                  </a:lnTo>
                  <a:lnTo>
                    <a:pt x="1394" y="5356"/>
                  </a:lnTo>
                  <a:lnTo>
                    <a:pt x="1834" y="5759"/>
                  </a:lnTo>
                  <a:lnTo>
                    <a:pt x="1651" y="6126"/>
                  </a:lnTo>
                  <a:lnTo>
                    <a:pt x="1504" y="6493"/>
                  </a:lnTo>
                  <a:lnTo>
                    <a:pt x="1394" y="6896"/>
                  </a:lnTo>
                  <a:lnTo>
                    <a:pt x="1321" y="6933"/>
                  </a:lnTo>
                  <a:lnTo>
                    <a:pt x="1321" y="7043"/>
                  </a:lnTo>
                  <a:lnTo>
                    <a:pt x="1321" y="7153"/>
                  </a:lnTo>
                  <a:lnTo>
                    <a:pt x="1357" y="7263"/>
                  </a:lnTo>
                  <a:lnTo>
                    <a:pt x="1431" y="7373"/>
                  </a:lnTo>
                  <a:lnTo>
                    <a:pt x="1467" y="7410"/>
                  </a:lnTo>
                  <a:lnTo>
                    <a:pt x="1541" y="7447"/>
                  </a:lnTo>
                  <a:lnTo>
                    <a:pt x="1651" y="7593"/>
                  </a:lnTo>
                  <a:lnTo>
                    <a:pt x="2311" y="8217"/>
                  </a:lnTo>
                  <a:lnTo>
                    <a:pt x="2164" y="8327"/>
                  </a:lnTo>
                  <a:lnTo>
                    <a:pt x="2018" y="8437"/>
                  </a:lnTo>
                  <a:lnTo>
                    <a:pt x="1761" y="8694"/>
                  </a:lnTo>
                  <a:lnTo>
                    <a:pt x="1394" y="9207"/>
                  </a:lnTo>
                  <a:lnTo>
                    <a:pt x="990" y="9721"/>
                  </a:lnTo>
                  <a:lnTo>
                    <a:pt x="220" y="10748"/>
                  </a:lnTo>
                  <a:lnTo>
                    <a:pt x="73" y="10968"/>
                  </a:lnTo>
                  <a:lnTo>
                    <a:pt x="0" y="11151"/>
                  </a:lnTo>
                  <a:lnTo>
                    <a:pt x="0" y="11225"/>
                  </a:lnTo>
                  <a:lnTo>
                    <a:pt x="37" y="11335"/>
                  </a:lnTo>
                  <a:lnTo>
                    <a:pt x="183" y="11518"/>
                  </a:lnTo>
                  <a:lnTo>
                    <a:pt x="257" y="11592"/>
                  </a:lnTo>
                  <a:lnTo>
                    <a:pt x="367" y="11628"/>
                  </a:lnTo>
                  <a:lnTo>
                    <a:pt x="550" y="11665"/>
                  </a:lnTo>
                  <a:lnTo>
                    <a:pt x="770" y="11628"/>
                  </a:lnTo>
                  <a:lnTo>
                    <a:pt x="990" y="11592"/>
                  </a:lnTo>
                  <a:lnTo>
                    <a:pt x="2348" y="11188"/>
                  </a:lnTo>
                  <a:lnTo>
                    <a:pt x="3595" y="10821"/>
                  </a:lnTo>
                  <a:lnTo>
                    <a:pt x="4072" y="10711"/>
                  </a:lnTo>
                  <a:lnTo>
                    <a:pt x="4292" y="10638"/>
                  </a:lnTo>
                  <a:lnTo>
                    <a:pt x="4512" y="10491"/>
                  </a:lnTo>
                  <a:lnTo>
                    <a:pt x="5025" y="11005"/>
                  </a:lnTo>
                  <a:lnTo>
                    <a:pt x="5539" y="11518"/>
                  </a:lnTo>
                  <a:lnTo>
                    <a:pt x="6089" y="11995"/>
                  </a:lnTo>
                  <a:lnTo>
                    <a:pt x="6676" y="12398"/>
                  </a:lnTo>
                  <a:lnTo>
                    <a:pt x="7006" y="12619"/>
                  </a:lnTo>
                  <a:lnTo>
                    <a:pt x="7373" y="12802"/>
                  </a:lnTo>
                  <a:lnTo>
                    <a:pt x="7740" y="12985"/>
                  </a:lnTo>
                  <a:lnTo>
                    <a:pt x="8070" y="13132"/>
                  </a:lnTo>
                  <a:lnTo>
                    <a:pt x="8474" y="13242"/>
                  </a:lnTo>
                  <a:lnTo>
                    <a:pt x="8840" y="13352"/>
                  </a:lnTo>
                  <a:lnTo>
                    <a:pt x="9207" y="13426"/>
                  </a:lnTo>
                  <a:lnTo>
                    <a:pt x="9611" y="13499"/>
                  </a:lnTo>
                  <a:lnTo>
                    <a:pt x="9977" y="13536"/>
                  </a:lnTo>
                  <a:lnTo>
                    <a:pt x="10381" y="13572"/>
                  </a:lnTo>
                  <a:lnTo>
                    <a:pt x="11115" y="13536"/>
                  </a:lnTo>
                  <a:lnTo>
                    <a:pt x="11812" y="13426"/>
                  </a:lnTo>
                  <a:lnTo>
                    <a:pt x="12215" y="13316"/>
                  </a:lnTo>
                  <a:lnTo>
                    <a:pt x="12362" y="13279"/>
                  </a:lnTo>
                  <a:lnTo>
                    <a:pt x="12435" y="13279"/>
                  </a:lnTo>
                  <a:lnTo>
                    <a:pt x="12435" y="13316"/>
                  </a:lnTo>
                  <a:lnTo>
                    <a:pt x="12509" y="13352"/>
                  </a:lnTo>
                  <a:lnTo>
                    <a:pt x="12545" y="13352"/>
                  </a:lnTo>
                  <a:lnTo>
                    <a:pt x="12582" y="13316"/>
                  </a:lnTo>
                  <a:lnTo>
                    <a:pt x="12619" y="13279"/>
                  </a:lnTo>
                  <a:lnTo>
                    <a:pt x="12655" y="13169"/>
                  </a:lnTo>
                  <a:lnTo>
                    <a:pt x="12655" y="13022"/>
                  </a:lnTo>
                  <a:lnTo>
                    <a:pt x="12545" y="12949"/>
                  </a:lnTo>
                  <a:lnTo>
                    <a:pt x="12435" y="12912"/>
                  </a:lnTo>
                  <a:lnTo>
                    <a:pt x="12178" y="12912"/>
                  </a:lnTo>
                  <a:lnTo>
                    <a:pt x="11702" y="13022"/>
                  </a:lnTo>
                  <a:lnTo>
                    <a:pt x="11188" y="13095"/>
                  </a:lnTo>
                  <a:lnTo>
                    <a:pt x="10748" y="13132"/>
                  </a:lnTo>
                  <a:lnTo>
                    <a:pt x="10308" y="13095"/>
                  </a:lnTo>
                  <a:lnTo>
                    <a:pt x="9867" y="13095"/>
                  </a:lnTo>
                  <a:lnTo>
                    <a:pt x="9464" y="13022"/>
                  </a:lnTo>
                  <a:lnTo>
                    <a:pt x="9024" y="12949"/>
                  </a:lnTo>
                  <a:lnTo>
                    <a:pt x="8584" y="12802"/>
                  </a:lnTo>
                  <a:lnTo>
                    <a:pt x="8180" y="12655"/>
                  </a:lnTo>
                  <a:lnTo>
                    <a:pt x="7777" y="12509"/>
                  </a:lnTo>
                  <a:lnTo>
                    <a:pt x="7300" y="12252"/>
                  </a:lnTo>
                  <a:lnTo>
                    <a:pt x="6860" y="11958"/>
                  </a:lnTo>
                  <a:lnTo>
                    <a:pt x="6419" y="11628"/>
                  </a:lnTo>
                  <a:lnTo>
                    <a:pt x="6016" y="11298"/>
                  </a:lnTo>
                  <a:lnTo>
                    <a:pt x="5246" y="10564"/>
                  </a:lnTo>
                  <a:lnTo>
                    <a:pt x="4512" y="9794"/>
                  </a:lnTo>
                  <a:lnTo>
                    <a:pt x="3008" y="8290"/>
                  </a:lnTo>
                  <a:lnTo>
                    <a:pt x="2274" y="7520"/>
                  </a:lnTo>
                  <a:lnTo>
                    <a:pt x="2091" y="7300"/>
                  </a:lnTo>
                  <a:lnTo>
                    <a:pt x="1871" y="7080"/>
                  </a:lnTo>
                  <a:lnTo>
                    <a:pt x="1944" y="6713"/>
                  </a:lnTo>
                  <a:lnTo>
                    <a:pt x="2054" y="6383"/>
                  </a:lnTo>
                  <a:lnTo>
                    <a:pt x="2238" y="6053"/>
                  </a:lnTo>
                  <a:lnTo>
                    <a:pt x="2421" y="5722"/>
                  </a:lnTo>
                  <a:lnTo>
                    <a:pt x="2641" y="5429"/>
                  </a:lnTo>
                  <a:lnTo>
                    <a:pt x="2898" y="5172"/>
                  </a:lnTo>
                  <a:lnTo>
                    <a:pt x="3411" y="4622"/>
                  </a:lnTo>
                  <a:lnTo>
                    <a:pt x="4475" y="3558"/>
                  </a:lnTo>
                  <a:lnTo>
                    <a:pt x="5025" y="3045"/>
                  </a:lnTo>
                  <a:lnTo>
                    <a:pt x="5246" y="2825"/>
                  </a:lnTo>
                  <a:lnTo>
                    <a:pt x="5392" y="2678"/>
                  </a:lnTo>
                  <a:lnTo>
                    <a:pt x="5502" y="2605"/>
                  </a:lnTo>
                  <a:lnTo>
                    <a:pt x="5612" y="2715"/>
                  </a:lnTo>
                  <a:lnTo>
                    <a:pt x="5392" y="2825"/>
                  </a:lnTo>
                  <a:lnTo>
                    <a:pt x="5246" y="2971"/>
                  </a:lnTo>
                  <a:lnTo>
                    <a:pt x="4952" y="3301"/>
                  </a:lnTo>
                  <a:lnTo>
                    <a:pt x="4805" y="3485"/>
                  </a:lnTo>
                  <a:lnTo>
                    <a:pt x="4695" y="3668"/>
                  </a:lnTo>
                  <a:lnTo>
                    <a:pt x="4585" y="3888"/>
                  </a:lnTo>
                  <a:lnTo>
                    <a:pt x="4585" y="3962"/>
                  </a:lnTo>
                  <a:lnTo>
                    <a:pt x="4622" y="4072"/>
                  </a:lnTo>
                  <a:lnTo>
                    <a:pt x="4659" y="4145"/>
                  </a:lnTo>
                  <a:lnTo>
                    <a:pt x="4732" y="4145"/>
                  </a:lnTo>
                  <a:lnTo>
                    <a:pt x="4915" y="4035"/>
                  </a:lnTo>
                  <a:lnTo>
                    <a:pt x="5025" y="3888"/>
                  </a:lnTo>
                  <a:lnTo>
                    <a:pt x="5209" y="3558"/>
                  </a:lnTo>
                  <a:lnTo>
                    <a:pt x="5502" y="3228"/>
                  </a:lnTo>
                  <a:lnTo>
                    <a:pt x="5759" y="2898"/>
                  </a:lnTo>
                  <a:lnTo>
                    <a:pt x="6016" y="3118"/>
                  </a:lnTo>
                  <a:lnTo>
                    <a:pt x="5832" y="3301"/>
                  </a:lnTo>
                  <a:lnTo>
                    <a:pt x="5612" y="3522"/>
                  </a:lnTo>
                  <a:lnTo>
                    <a:pt x="5466" y="3742"/>
                  </a:lnTo>
                  <a:lnTo>
                    <a:pt x="5356" y="3962"/>
                  </a:lnTo>
                  <a:lnTo>
                    <a:pt x="5319" y="4072"/>
                  </a:lnTo>
                  <a:lnTo>
                    <a:pt x="5392" y="4182"/>
                  </a:lnTo>
                  <a:lnTo>
                    <a:pt x="5502" y="4219"/>
                  </a:lnTo>
                  <a:lnTo>
                    <a:pt x="5539" y="4219"/>
                  </a:lnTo>
                  <a:lnTo>
                    <a:pt x="5612" y="4182"/>
                  </a:lnTo>
                  <a:lnTo>
                    <a:pt x="5796" y="3998"/>
                  </a:lnTo>
                  <a:lnTo>
                    <a:pt x="5942" y="3778"/>
                  </a:lnTo>
                  <a:lnTo>
                    <a:pt x="6089" y="3558"/>
                  </a:lnTo>
                  <a:lnTo>
                    <a:pt x="6199" y="3301"/>
                  </a:lnTo>
                  <a:lnTo>
                    <a:pt x="6309" y="3375"/>
                  </a:lnTo>
                  <a:lnTo>
                    <a:pt x="6456" y="3485"/>
                  </a:lnTo>
                  <a:lnTo>
                    <a:pt x="6346" y="3595"/>
                  </a:lnTo>
                  <a:lnTo>
                    <a:pt x="6236" y="3705"/>
                  </a:lnTo>
                  <a:lnTo>
                    <a:pt x="6089" y="3962"/>
                  </a:lnTo>
                  <a:lnTo>
                    <a:pt x="5869" y="4255"/>
                  </a:lnTo>
                  <a:lnTo>
                    <a:pt x="5796" y="4402"/>
                  </a:lnTo>
                  <a:lnTo>
                    <a:pt x="5722" y="4585"/>
                  </a:lnTo>
                  <a:lnTo>
                    <a:pt x="5722" y="4622"/>
                  </a:lnTo>
                  <a:lnTo>
                    <a:pt x="5722" y="4695"/>
                  </a:lnTo>
                  <a:lnTo>
                    <a:pt x="5796" y="4732"/>
                  </a:lnTo>
                  <a:lnTo>
                    <a:pt x="5906" y="4769"/>
                  </a:lnTo>
                  <a:lnTo>
                    <a:pt x="6016" y="4695"/>
                  </a:lnTo>
                  <a:lnTo>
                    <a:pt x="6126" y="4585"/>
                  </a:lnTo>
                  <a:lnTo>
                    <a:pt x="6199" y="4439"/>
                  </a:lnTo>
                  <a:lnTo>
                    <a:pt x="6383" y="4145"/>
                  </a:lnTo>
                  <a:lnTo>
                    <a:pt x="6456" y="3962"/>
                  </a:lnTo>
                  <a:lnTo>
                    <a:pt x="6603" y="3632"/>
                  </a:lnTo>
                  <a:lnTo>
                    <a:pt x="7300" y="4145"/>
                  </a:lnTo>
                  <a:lnTo>
                    <a:pt x="7116" y="4292"/>
                  </a:lnTo>
                  <a:lnTo>
                    <a:pt x="6933" y="4439"/>
                  </a:lnTo>
                  <a:lnTo>
                    <a:pt x="6713" y="4695"/>
                  </a:lnTo>
                  <a:lnTo>
                    <a:pt x="6529" y="5026"/>
                  </a:lnTo>
                  <a:lnTo>
                    <a:pt x="6529" y="5099"/>
                  </a:lnTo>
                  <a:lnTo>
                    <a:pt x="6529" y="5172"/>
                  </a:lnTo>
                  <a:lnTo>
                    <a:pt x="6566" y="5209"/>
                  </a:lnTo>
                  <a:lnTo>
                    <a:pt x="6639" y="5246"/>
                  </a:lnTo>
                  <a:lnTo>
                    <a:pt x="6676" y="5282"/>
                  </a:lnTo>
                  <a:lnTo>
                    <a:pt x="6749" y="5282"/>
                  </a:lnTo>
                  <a:lnTo>
                    <a:pt x="6823" y="5246"/>
                  </a:lnTo>
                  <a:lnTo>
                    <a:pt x="6860" y="5172"/>
                  </a:lnTo>
                  <a:lnTo>
                    <a:pt x="7153" y="4695"/>
                  </a:lnTo>
                  <a:lnTo>
                    <a:pt x="7410" y="4255"/>
                  </a:lnTo>
                  <a:lnTo>
                    <a:pt x="7740" y="4475"/>
                  </a:lnTo>
                  <a:lnTo>
                    <a:pt x="7483" y="4732"/>
                  </a:lnTo>
                  <a:lnTo>
                    <a:pt x="7116" y="5136"/>
                  </a:lnTo>
                  <a:lnTo>
                    <a:pt x="7080" y="5209"/>
                  </a:lnTo>
                  <a:lnTo>
                    <a:pt x="7043" y="5246"/>
                  </a:lnTo>
                  <a:lnTo>
                    <a:pt x="7080" y="5319"/>
                  </a:lnTo>
                  <a:lnTo>
                    <a:pt x="7116" y="5356"/>
                  </a:lnTo>
                  <a:lnTo>
                    <a:pt x="7190" y="5392"/>
                  </a:lnTo>
                  <a:lnTo>
                    <a:pt x="7263" y="5429"/>
                  </a:lnTo>
                  <a:lnTo>
                    <a:pt x="7336" y="5429"/>
                  </a:lnTo>
                  <a:lnTo>
                    <a:pt x="7373" y="5356"/>
                  </a:lnTo>
                  <a:lnTo>
                    <a:pt x="7556" y="5172"/>
                  </a:lnTo>
                  <a:lnTo>
                    <a:pt x="7740" y="4989"/>
                  </a:lnTo>
                  <a:lnTo>
                    <a:pt x="7813" y="4805"/>
                  </a:lnTo>
                  <a:lnTo>
                    <a:pt x="7850" y="4695"/>
                  </a:lnTo>
                  <a:lnTo>
                    <a:pt x="7887" y="4585"/>
                  </a:lnTo>
                  <a:lnTo>
                    <a:pt x="8474" y="4989"/>
                  </a:lnTo>
                  <a:lnTo>
                    <a:pt x="8107" y="5319"/>
                  </a:lnTo>
                  <a:lnTo>
                    <a:pt x="7813" y="5722"/>
                  </a:lnTo>
                  <a:lnTo>
                    <a:pt x="7777" y="5796"/>
                  </a:lnTo>
                  <a:lnTo>
                    <a:pt x="7777" y="5833"/>
                  </a:lnTo>
                  <a:lnTo>
                    <a:pt x="7813" y="5943"/>
                  </a:lnTo>
                  <a:lnTo>
                    <a:pt x="7887" y="5979"/>
                  </a:lnTo>
                  <a:lnTo>
                    <a:pt x="7997" y="5979"/>
                  </a:lnTo>
                  <a:lnTo>
                    <a:pt x="8033" y="5943"/>
                  </a:lnTo>
                  <a:lnTo>
                    <a:pt x="8327" y="5502"/>
                  </a:lnTo>
                  <a:lnTo>
                    <a:pt x="8584" y="5062"/>
                  </a:lnTo>
                  <a:lnTo>
                    <a:pt x="9024" y="5356"/>
                  </a:lnTo>
                  <a:lnTo>
                    <a:pt x="8767" y="5612"/>
                  </a:lnTo>
                  <a:lnTo>
                    <a:pt x="8584" y="5796"/>
                  </a:lnTo>
                  <a:lnTo>
                    <a:pt x="8510" y="5906"/>
                  </a:lnTo>
                  <a:lnTo>
                    <a:pt x="8474" y="6053"/>
                  </a:lnTo>
                  <a:lnTo>
                    <a:pt x="8253" y="6383"/>
                  </a:lnTo>
                  <a:lnTo>
                    <a:pt x="8217" y="6456"/>
                  </a:lnTo>
                  <a:lnTo>
                    <a:pt x="8253" y="6566"/>
                  </a:lnTo>
                  <a:lnTo>
                    <a:pt x="8290" y="6603"/>
                  </a:lnTo>
                  <a:lnTo>
                    <a:pt x="8363" y="6640"/>
                  </a:lnTo>
                  <a:lnTo>
                    <a:pt x="8474" y="6640"/>
                  </a:lnTo>
                  <a:lnTo>
                    <a:pt x="8547" y="6566"/>
                  </a:lnTo>
                  <a:lnTo>
                    <a:pt x="8804" y="6199"/>
                  </a:lnTo>
                  <a:lnTo>
                    <a:pt x="8877" y="6126"/>
                  </a:lnTo>
                  <a:lnTo>
                    <a:pt x="8950" y="6016"/>
                  </a:lnTo>
                  <a:lnTo>
                    <a:pt x="9097" y="5796"/>
                  </a:lnTo>
                  <a:lnTo>
                    <a:pt x="9244" y="5539"/>
                  </a:lnTo>
                  <a:lnTo>
                    <a:pt x="9537" y="5722"/>
                  </a:lnTo>
                  <a:lnTo>
                    <a:pt x="9354" y="5906"/>
                  </a:lnTo>
                  <a:lnTo>
                    <a:pt x="9207" y="6126"/>
                  </a:lnTo>
                  <a:lnTo>
                    <a:pt x="8950" y="6419"/>
                  </a:lnTo>
                  <a:lnTo>
                    <a:pt x="8877" y="6566"/>
                  </a:lnTo>
                  <a:lnTo>
                    <a:pt x="8840" y="6750"/>
                  </a:lnTo>
                  <a:lnTo>
                    <a:pt x="8914" y="6823"/>
                  </a:lnTo>
                  <a:lnTo>
                    <a:pt x="8950" y="6860"/>
                  </a:lnTo>
                  <a:lnTo>
                    <a:pt x="8987" y="6860"/>
                  </a:lnTo>
                  <a:lnTo>
                    <a:pt x="9134" y="6786"/>
                  </a:lnTo>
                  <a:lnTo>
                    <a:pt x="9244" y="6640"/>
                  </a:lnTo>
                  <a:lnTo>
                    <a:pt x="9391" y="6383"/>
                  </a:lnTo>
                  <a:lnTo>
                    <a:pt x="9537" y="6126"/>
                  </a:lnTo>
                  <a:lnTo>
                    <a:pt x="9721" y="5869"/>
                  </a:lnTo>
                  <a:lnTo>
                    <a:pt x="10198" y="6236"/>
                  </a:lnTo>
                  <a:lnTo>
                    <a:pt x="10051" y="6419"/>
                  </a:lnTo>
                  <a:lnTo>
                    <a:pt x="9867" y="6640"/>
                  </a:lnTo>
                  <a:lnTo>
                    <a:pt x="9684" y="6860"/>
                  </a:lnTo>
                  <a:lnTo>
                    <a:pt x="9611" y="7006"/>
                  </a:lnTo>
                  <a:lnTo>
                    <a:pt x="9574" y="7116"/>
                  </a:lnTo>
                  <a:lnTo>
                    <a:pt x="9574" y="7190"/>
                  </a:lnTo>
                  <a:lnTo>
                    <a:pt x="9611" y="7263"/>
                  </a:lnTo>
                  <a:lnTo>
                    <a:pt x="9757" y="7263"/>
                  </a:lnTo>
                  <a:lnTo>
                    <a:pt x="9867" y="7190"/>
                  </a:lnTo>
                  <a:lnTo>
                    <a:pt x="9941" y="7080"/>
                  </a:lnTo>
                  <a:lnTo>
                    <a:pt x="10124" y="6823"/>
                  </a:lnTo>
                  <a:lnTo>
                    <a:pt x="10271" y="6603"/>
                  </a:lnTo>
                  <a:lnTo>
                    <a:pt x="10381" y="6383"/>
                  </a:lnTo>
                  <a:lnTo>
                    <a:pt x="10895" y="6823"/>
                  </a:lnTo>
                  <a:lnTo>
                    <a:pt x="10931" y="6860"/>
                  </a:lnTo>
                  <a:lnTo>
                    <a:pt x="10638" y="7226"/>
                  </a:lnTo>
                  <a:lnTo>
                    <a:pt x="10381" y="7593"/>
                  </a:lnTo>
                  <a:lnTo>
                    <a:pt x="10271" y="7703"/>
                  </a:lnTo>
                  <a:lnTo>
                    <a:pt x="10271" y="7777"/>
                  </a:lnTo>
                  <a:lnTo>
                    <a:pt x="10271" y="7813"/>
                  </a:lnTo>
                  <a:lnTo>
                    <a:pt x="10344" y="7923"/>
                  </a:lnTo>
                  <a:lnTo>
                    <a:pt x="10418" y="7960"/>
                  </a:lnTo>
                  <a:lnTo>
                    <a:pt x="10491" y="7923"/>
                  </a:lnTo>
                  <a:lnTo>
                    <a:pt x="10528" y="7887"/>
                  </a:lnTo>
                  <a:lnTo>
                    <a:pt x="10821" y="7483"/>
                  </a:lnTo>
                  <a:lnTo>
                    <a:pt x="11115" y="7043"/>
                  </a:lnTo>
                  <a:lnTo>
                    <a:pt x="11445" y="7447"/>
                  </a:lnTo>
                  <a:lnTo>
                    <a:pt x="11298" y="7703"/>
                  </a:lnTo>
                  <a:lnTo>
                    <a:pt x="11151" y="7960"/>
                  </a:lnTo>
                  <a:lnTo>
                    <a:pt x="10968" y="8253"/>
                  </a:lnTo>
                  <a:lnTo>
                    <a:pt x="10931" y="8437"/>
                  </a:lnTo>
                  <a:lnTo>
                    <a:pt x="10931" y="8510"/>
                  </a:lnTo>
                  <a:lnTo>
                    <a:pt x="10931" y="8584"/>
                  </a:lnTo>
                  <a:lnTo>
                    <a:pt x="10968" y="8657"/>
                  </a:lnTo>
                  <a:lnTo>
                    <a:pt x="11041" y="8657"/>
                  </a:lnTo>
                  <a:lnTo>
                    <a:pt x="11188" y="8584"/>
                  </a:lnTo>
                  <a:lnTo>
                    <a:pt x="11261" y="8474"/>
                  </a:lnTo>
                  <a:lnTo>
                    <a:pt x="11408" y="8180"/>
                  </a:lnTo>
                  <a:lnTo>
                    <a:pt x="11628" y="7703"/>
                  </a:lnTo>
                  <a:lnTo>
                    <a:pt x="11812" y="7997"/>
                  </a:lnTo>
                  <a:lnTo>
                    <a:pt x="11995" y="8290"/>
                  </a:lnTo>
                  <a:lnTo>
                    <a:pt x="11812" y="8694"/>
                  </a:lnTo>
                  <a:lnTo>
                    <a:pt x="11628" y="9097"/>
                  </a:lnTo>
                  <a:lnTo>
                    <a:pt x="11518" y="9097"/>
                  </a:lnTo>
                  <a:lnTo>
                    <a:pt x="11408" y="9317"/>
                  </a:lnTo>
                  <a:lnTo>
                    <a:pt x="11335" y="9501"/>
                  </a:lnTo>
                  <a:lnTo>
                    <a:pt x="11335" y="9574"/>
                  </a:lnTo>
                  <a:lnTo>
                    <a:pt x="11335" y="9647"/>
                  </a:lnTo>
                  <a:lnTo>
                    <a:pt x="11408" y="9721"/>
                  </a:lnTo>
                  <a:lnTo>
                    <a:pt x="11591" y="9721"/>
                  </a:lnTo>
                  <a:lnTo>
                    <a:pt x="11628" y="9684"/>
                  </a:lnTo>
                  <a:lnTo>
                    <a:pt x="11812" y="9427"/>
                  </a:lnTo>
                  <a:lnTo>
                    <a:pt x="11958" y="9171"/>
                  </a:lnTo>
                  <a:lnTo>
                    <a:pt x="12105" y="8914"/>
                  </a:lnTo>
                  <a:lnTo>
                    <a:pt x="12178" y="8657"/>
                  </a:lnTo>
                  <a:lnTo>
                    <a:pt x="12325" y="9024"/>
                  </a:lnTo>
                  <a:lnTo>
                    <a:pt x="12472" y="9427"/>
                  </a:lnTo>
                  <a:lnTo>
                    <a:pt x="12068" y="10088"/>
                  </a:lnTo>
                  <a:lnTo>
                    <a:pt x="11995" y="10088"/>
                  </a:lnTo>
                  <a:lnTo>
                    <a:pt x="11922" y="10271"/>
                  </a:lnTo>
                  <a:lnTo>
                    <a:pt x="11848" y="10418"/>
                  </a:lnTo>
                  <a:lnTo>
                    <a:pt x="11848" y="10491"/>
                  </a:lnTo>
                  <a:lnTo>
                    <a:pt x="11848" y="10528"/>
                  </a:lnTo>
                  <a:lnTo>
                    <a:pt x="11922" y="10601"/>
                  </a:lnTo>
                  <a:lnTo>
                    <a:pt x="12068" y="10601"/>
                  </a:lnTo>
                  <a:lnTo>
                    <a:pt x="12142" y="10564"/>
                  </a:lnTo>
                  <a:lnTo>
                    <a:pt x="12362" y="10198"/>
                  </a:lnTo>
                  <a:lnTo>
                    <a:pt x="12582" y="9831"/>
                  </a:lnTo>
                  <a:lnTo>
                    <a:pt x="12692" y="10454"/>
                  </a:lnTo>
                  <a:lnTo>
                    <a:pt x="12509" y="10638"/>
                  </a:lnTo>
                  <a:lnTo>
                    <a:pt x="12362" y="10858"/>
                  </a:lnTo>
                  <a:lnTo>
                    <a:pt x="12215" y="11078"/>
                  </a:lnTo>
                  <a:lnTo>
                    <a:pt x="12178" y="11225"/>
                  </a:lnTo>
                  <a:lnTo>
                    <a:pt x="12178" y="11371"/>
                  </a:lnTo>
                  <a:lnTo>
                    <a:pt x="12215" y="11408"/>
                  </a:lnTo>
                  <a:lnTo>
                    <a:pt x="12252" y="11408"/>
                  </a:lnTo>
                  <a:lnTo>
                    <a:pt x="12362" y="11371"/>
                  </a:lnTo>
                  <a:lnTo>
                    <a:pt x="12472" y="11298"/>
                  </a:lnTo>
                  <a:lnTo>
                    <a:pt x="12582" y="11078"/>
                  </a:lnTo>
                  <a:lnTo>
                    <a:pt x="12692" y="10858"/>
                  </a:lnTo>
                  <a:lnTo>
                    <a:pt x="12729" y="11188"/>
                  </a:lnTo>
                  <a:lnTo>
                    <a:pt x="12655" y="11775"/>
                  </a:lnTo>
                  <a:lnTo>
                    <a:pt x="12509" y="11922"/>
                  </a:lnTo>
                  <a:lnTo>
                    <a:pt x="12362" y="12068"/>
                  </a:lnTo>
                  <a:lnTo>
                    <a:pt x="12325" y="12215"/>
                  </a:lnTo>
                  <a:lnTo>
                    <a:pt x="12325" y="12288"/>
                  </a:lnTo>
                  <a:lnTo>
                    <a:pt x="12362" y="12362"/>
                  </a:lnTo>
                  <a:lnTo>
                    <a:pt x="12435" y="12398"/>
                  </a:lnTo>
                  <a:lnTo>
                    <a:pt x="12472" y="12398"/>
                  </a:lnTo>
                  <a:lnTo>
                    <a:pt x="12619" y="12288"/>
                  </a:lnTo>
                  <a:lnTo>
                    <a:pt x="12655" y="12655"/>
                  </a:lnTo>
                  <a:lnTo>
                    <a:pt x="12692" y="12692"/>
                  </a:lnTo>
                  <a:lnTo>
                    <a:pt x="12729" y="12655"/>
                  </a:lnTo>
                  <a:lnTo>
                    <a:pt x="12802" y="12545"/>
                  </a:lnTo>
                  <a:lnTo>
                    <a:pt x="12912" y="12398"/>
                  </a:lnTo>
                  <a:lnTo>
                    <a:pt x="13022" y="12068"/>
                  </a:lnTo>
                  <a:lnTo>
                    <a:pt x="13095" y="11738"/>
                  </a:lnTo>
                  <a:lnTo>
                    <a:pt x="13132" y="11408"/>
                  </a:lnTo>
                  <a:lnTo>
                    <a:pt x="13132" y="11005"/>
                  </a:lnTo>
                  <a:lnTo>
                    <a:pt x="13132" y="10638"/>
                  </a:lnTo>
                  <a:lnTo>
                    <a:pt x="13095" y="10234"/>
                  </a:lnTo>
                  <a:lnTo>
                    <a:pt x="13022" y="9867"/>
                  </a:lnTo>
                  <a:lnTo>
                    <a:pt x="12949" y="9464"/>
                  </a:lnTo>
                  <a:lnTo>
                    <a:pt x="12839" y="9060"/>
                  </a:lnTo>
                  <a:lnTo>
                    <a:pt x="12692" y="8694"/>
                  </a:lnTo>
                  <a:lnTo>
                    <a:pt x="12545" y="8327"/>
                  </a:lnTo>
                  <a:lnTo>
                    <a:pt x="12325" y="7960"/>
                  </a:lnTo>
                  <a:lnTo>
                    <a:pt x="12142" y="7630"/>
                  </a:lnTo>
                  <a:lnTo>
                    <a:pt x="11885" y="7300"/>
                  </a:lnTo>
                  <a:lnTo>
                    <a:pt x="11628" y="6970"/>
                  </a:lnTo>
                  <a:lnTo>
                    <a:pt x="11335" y="6640"/>
                  </a:lnTo>
                  <a:lnTo>
                    <a:pt x="11041" y="6346"/>
                  </a:lnTo>
                  <a:lnTo>
                    <a:pt x="10344" y="5759"/>
                  </a:lnTo>
                  <a:lnTo>
                    <a:pt x="9647" y="5246"/>
                  </a:lnTo>
                  <a:lnTo>
                    <a:pt x="8914" y="4732"/>
                  </a:lnTo>
                  <a:lnTo>
                    <a:pt x="8987" y="4439"/>
                  </a:lnTo>
                  <a:lnTo>
                    <a:pt x="9024" y="4182"/>
                  </a:lnTo>
                  <a:lnTo>
                    <a:pt x="9060" y="3558"/>
                  </a:lnTo>
                  <a:lnTo>
                    <a:pt x="9097" y="2898"/>
                  </a:lnTo>
                  <a:lnTo>
                    <a:pt x="9281" y="220"/>
                  </a:lnTo>
                  <a:lnTo>
                    <a:pt x="9244" y="110"/>
                  </a:lnTo>
                  <a:lnTo>
                    <a:pt x="9207" y="37"/>
                  </a:lnTo>
                  <a:lnTo>
                    <a:pt x="9097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3" name="Google Shape;301;p5">
              <a:extLst>
                <a:ext uri="{FF2B5EF4-FFF2-40B4-BE49-F238E27FC236}">
                  <a16:creationId xmlns:a16="http://schemas.microsoft.com/office/drawing/2014/main" id="{A97B9F76-D900-4500-9B8F-D47666816C63}"/>
                </a:ext>
              </a:extLst>
            </p:cNvPr>
            <p:cNvSpPr/>
            <p:nvPr/>
          </p:nvSpPr>
          <p:spPr>
            <a:xfrm>
              <a:off x="6537275" y="2750650"/>
              <a:ext cx="459450" cy="475050"/>
            </a:xfrm>
            <a:custGeom>
              <a:avLst/>
              <a:gdLst/>
              <a:ahLst/>
              <a:cxnLst/>
              <a:rect l="l" t="t" r="r" b="b"/>
              <a:pathLst>
                <a:path w="18378" h="19002" extrusionOk="0">
                  <a:moveTo>
                    <a:pt x="13793" y="5429"/>
                  </a:moveTo>
                  <a:lnTo>
                    <a:pt x="13682" y="5466"/>
                  </a:lnTo>
                  <a:lnTo>
                    <a:pt x="13572" y="5502"/>
                  </a:lnTo>
                  <a:lnTo>
                    <a:pt x="13499" y="5576"/>
                  </a:lnTo>
                  <a:lnTo>
                    <a:pt x="13352" y="5759"/>
                  </a:lnTo>
                  <a:lnTo>
                    <a:pt x="13352" y="5869"/>
                  </a:lnTo>
                  <a:lnTo>
                    <a:pt x="13352" y="5979"/>
                  </a:lnTo>
                  <a:lnTo>
                    <a:pt x="13389" y="6016"/>
                  </a:lnTo>
                  <a:lnTo>
                    <a:pt x="13426" y="6053"/>
                  </a:lnTo>
                  <a:lnTo>
                    <a:pt x="13499" y="6053"/>
                  </a:lnTo>
                  <a:lnTo>
                    <a:pt x="13572" y="5979"/>
                  </a:lnTo>
                  <a:lnTo>
                    <a:pt x="13646" y="5943"/>
                  </a:lnTo>
                  <a:lnTo>
                    <a:pt x="13719" y="5796"/>
                  </a:lnTo>
                  <a:lnTo>
                    <a:pt x="13829" y="5649"/>
                  </a:lnTo>
                  <a:lnTo>
                    <a:pt x="13903" y="5502"/>
                  </a:lnTo>
                  <a:lnTo>
                    <a:pt x="13903" y="5466"/>
                  </a:lnTo>
                  <a:lnTo>
                    <a:pt x="13903" y="5429"/>
                  </a:lnTo>
                  <a:close/>
                  <a:moveTo>
                    <a:pt x="13242" y="6089"/>
                  </a:moveTo>
                  <a:lnTo>
                    <a:pt x="13169" y="6126"/>
                  </a:lnTo>
                  <a:lnTo>
                    <a:pt x="13022" y="6309"/>
                  </a:lnTo>
                  <a:lnTo>
                    <a:pt x="12912" y="6493"/>
                  </a:lnTo>
                  <a:lnTo>
                    <a:pt x="12875" y="6529"/>
                  </a:lnTo>
                  <a:lnTo>
                    <a:pt x="12875" y="6603"/>
                  </a:lnTo>
                  <a:lnTo>
                    <a:pt x="12949" y="6676"/>
                  </a:lnTo>
                  <a:lnTo>
                    <a:pt x="13022" y="6713"/>
                  </a:lnTo>
                  <a:lnTo>
                    <a:pt x="13096" y="6676"/>
                  </a:lnTo>
                  <a:lnTo>
                    <a:pt x="13132" y="6639"/>
                  </a:lnTo>
                  <a:lnTo>
                    <a:pt x="13242" y="6456"/>
                  </a:lnTo>
                  <a:lnTo>
                    <a:pt x="13352" y="6273"/>
                  </a:lnTo>
                  <a:lnTo>
                    <a:pt x="13389" y="6199"/>
                  </a:lnTo>
                  <a:lnTo>
                    <a:pt x="13316" y="6126"/>
                  </a:lnTo>
                  <a:lnTo>
                    <a:pt x="13242" y="6089"/>
                  </a:lnTo>
                  <a:close/>
                  <a:moveTo>
                    <a:pt x="17241" y="6419"/>
                  </a:moveTo>
                  <a:lnTo>
                    <a:pt x="17534" y="6713"/>
                  </a:lnTo>
                  <a:lnTo>
                    <a:pt x="17497" y="6713"/>
                  </a:lnTo>
                  <a:lnTo>
                    <a:pt x="17387" y="6823"/>
                  </a:lnTo>
                  <a:lnTo>
                    <a:pt x="17351" y="6676"/>
                  </a:lnTo>
                  <a:lnTo>
                    <a:pt x="17241" y="6419"/>
                  </a:lnTo>
                  <a:close/>
                  <a:moveTo>
                    <a:pt x="12692" y="6786"/>
                  </a:moveTo>
                  <a:lnTo>
                    <a:pt x="12582" y="6860"/>
                  </a:lnTo>
                  <a:lnTo>
                    <a:pt x="12435" y="6970"/>
                  </a:lnTo>
                  <a:lnTo>
                    <a:pt x="12399" y="7116"/>
                  </a:lnTo>
                  <a:lnTo>
                    <a:pt x="12362" y="7190"/>
                  </a:lnTo>
                  <a:lnTo>
                    <a:pt x="12399" y="7226"/>
                  </a:lnTo>
                  <a:lnTo>
                    <a:pt x="12472" y="7300"/>
                  </a:lnTo>
                  <a:lnTo>
                    <a:pt x="12582" y="7300"/>
                  </a:lnTo>
                  <a:lnTo>
                    <a:pt x="12619" y="7263"/>
                  </a:lnTo>
                  <a:lnTo>
                    <a:pt x="12655" y="7190"/>
                  </a:lnTo>
                  <a:lnTo>
                    <a:pt x="12729" y="7043"/>
                  </a:lnTo>
                  <a:lnTo>
                    <a:pt x="12802" y="7006"/>
                  </a:lnTo>
                  <a:lnTo>
                    <a:pt x="12839" y="6933"/>
                  </a:lnTo>
                  <a:lnTo>
                    <a:pt x="12875" y="6860"/>
                  </a:lnTo>
                  <a:lnTo>
                    <a:pt x="12875" y="6823"/>
                  </a:lnTo>
                  <a:lnTo>
                    <a:pt x="12839" y="6823"/>
                  </a:lnTo>
                  <a:lnTo>
                    <a:pt x="12765" y="6786"/>
                  </a:lnTo>
                  <a:close/>
                  <a:moveTo>
                    <a:pt x="17571" y="6750"/>
                  </a:moveTo>
                  <a:lnTo>
                    <a:pt x="17828" y="7043"/>
                  </a:lnTo>
                  <a:lnTo>
                    <a:pt x="18048" y="7373"/>
                  </a:lnTo>
                  <a:lnTo>
                    <a:pt x="17828" y="7593"/>
                  </a:lnTo>
                  <a:lnTo>
                    <a:pt x="17828" y="7520"/>
                  </a:lnTo>
                  <a:lnTo>
                    <a:pt x="17864" y="7336"/>
                  </a:lnTo>
                  <a:lnTo>
                    <a:pt x="17828" y="7116"/>
                  </a:lnTo>
                  <a:lnTo>
                    <a:pt x="17828" y="7080"/>
                  </a:lnTo>
                  <a:lnTo>
                    <a:pt x="17754" y="7006"/>
                  </a:lnTo>
                  <a:lnTo>
                    <a:pt x="17681" y="7006"/>
                  </a:lnTo>
                  <a:lnTo>
                    <a:pt x="17644" y="7043"/>
                  </a:lnTo>
                  <a:lnTo>
                    <a:pt x="17681" y="7080"/>
                  </a:lnTo>
                  <a:lnTo>
                    <a:pt x="17644" y="7226"/>
                  </a:lnTo>
                  <a:lnTo>
                    <a:pt x="17607" y="7446"/>
                  </a:lnTo>
                  <a:lnTo>
                    <a:pt x="17534" y="7667"/>
                  </a:lnTo>
                  <a:lnTo>
                    <a:pt x="17534" y="7887"/>
                  </a:lnTo>
                  <a:lnTo>
                    <a:pt x="17534" y="7960"/>
                  </a:lnTo>
                  <a:lnTo>
                    <a:pt x="17131" y="8584"/>
                  </a:lnTo>
                  <a:lnTo>
                    <a:pt x="17167" y="8217"/>
                  </a:lnTo>
                  <a:lnTo>
                    <a:pt x="17241" y="7850"/>
                  </a:lnTo>
                  <a:lnTo>
                    <a:pt x="17387" y="7630"/>
                  </a:lnTo>
                  <a:lnTo>
                    <a:pt x="17387" y="7593"/>
                  </a:lnTo>
                  <a:lnTo>
                    <a:pt x="17387" y="7520"/>
                  </a:lnTo>
                  <a:lnTo>
                    <a:pt x="17461" y="7483"/>
                  </a:lnTo>
                  <a:lnTo>
                    <a:pt x="17497" y="7446"/>
                  </a:lnTo>
                  <a:lnTo>
                    <a:pt x="17534" y="7373"/>
                  </a:lnTo>
                  <a:lnTo>
                    <a:pt x="17534" y="7263"/>
                  </a:lnTo>
                  <a:lnTo>
                    <a:pt x="17497" y="7080"/>
                  </a:lnTo>
                  <a:lnTo>
                    <a:pt x="17571" y="6750"/>
                  </a:lnTo>
                  <a:close/>
                  <a:moveTo>
                    <a:pt x="16874" y="8840"/>
                  </a:moveTo>
                  <a:lnTo>
                    <a:pt x="16947" y="8877"/>
                  </a:lnTo>
                  <a:lnTo>
                    <a:pt x="16874" y="8950"/>
                  </a:lnTo>
                  <a:lnTo>
                    <a:pt x="16874" y="8877"/>
                  </a:lnTo>
                  <a:lnTo>
                    <a:pt x="16874" y="8840"/>
                  </a:lnTo>
                  <a:close/>
                  <a:moveTo>
                    <a:pt x="11445" y="8584"/>
                  </a:moveTo>
                  <a:lnTo>
                    <a:pt x="11408" y="8620"/>
                  </a:lnTo>
                  <a:lnTo>
                    <a:pt x="11298" y="8657"/>
                  </a:lnTo>
                  <a:lnTo>
                    <a:pt x="11188" y="8804"/>
                  </a:lnTo>
                  <a:lnTo>
                    <a:pt x="11188" y="8840"/>
                  </a:lnTo>
                  <a:lnTo>
                    <a:pt x="11188" y="8914"/>
                  </a:lnTo>
                  <a:lnTo>
                    <a:pt x="11188" y="8987"/>
                  </a:lnTo>
                  <a:lnTo>
                    <a:pt x="11225" y="9024"/>
                  </a:lnTo>
                  <a:lnTo>
                    <a:pt x="11408" y="9024"/>
                  </a:lnTo>
                  <a:lnTo>
                    <a:pt x="11445" y="8987"/>
                  </a:lnTo>
                  <a:lnTo>
                    <a:pt x="11555" y="8804"/>
                  </a:lnTo>
                  <a:lnTo>
                    <a:pt x="11555" y="8730"/>
                  </a:lnTo>
                  <a:lnTo>
                    <a:pt x="11555" y="8657"/>
                  </a:lnTo>
                  <a:lnTo>
                    <a:pt x="11518" y="8620"/>
                  </a:lnTo>
                  <a:lnTo>
                    <a:pt x="11445" y="8584"/>
                  </a:lnTo>
                  <a:close/>
                  <a:moveTo>
                    <a:pt x="16580" y="8804"/>
                  </a:moveTo>
                  <a:lnTo>
                    <a:pt x="16580" y="8877"/>
                  </a:lnTo>
                  <a:lnTo>
                    <a:pt x="16580" y="9060"/>
                  </a:lnTo>
                  <a:lnTo>
                    <a:pt x="16617" y="9170"/>
                  </a:lnTo>
                  <a:lnTo>
                    <a:pt x="16654" y="9244"/>
                  </a:lnTo>
                  <a:lnTo>
                    <a:pt x="16397" y="9611"/>
                  </a:lnTo>
                  <a:lnTo>
                    <a:pt x="16360" y="9391"/>
                  </a:lnTo>
                  <a:lnTo>
                    <a:pt x="16324" y="9170"/>
                  </a:lnTo>
                  <a:lnTo>
                    <a:pt x="16324" y="9097"/>
                  </a:lnTo>
                  <a:lnTo>
                    <a:pt x="16580" y="8804"/>
                  </a:lnTo>
                  <a:close/>
                  <a:moveTo>
                    <a:pt x="16067" y="9391"/>
                  </a:moveTo>
                  <a:lnTo>
                    <a:pt x="16067" y="9684"/>
                  </a:lnTo>
                  <a:lnTo>
                    <a:pt x="16103" y="9794"/>
                  </a:lnTo>
                  <a:lnTo>
                    <a:pt x="16177" y="9941"/>
                  </a:lnTo>
                  <a:lnTo>
                    <a:pt x="15993" y="10161"/>
                  </a:lnTo>
                  <a:lnTo>
                    <a:pt x="15920" y="10308"/>
                  </a:lnTo>
                  <a:lnTo>
                    <a:pt x="15957" y="9867"/>
                  </a:lnTo>
                  <a:lnTo>
                    <a:pt x="15920" y="9794"/>
                  </a:lnTo>
                  <a:lnTo>
                    <a:pt x="15847" y="9757"/>
                  </a:lnTo>
                  <a:lnTo>
                    <a:pt x="15810" y="9721"/>
                  </a:lnTo>
                  <a:lnTo>
                    <a:pt x="16067" y="9391"/>
                  </a:lnTo>
                  <a:close/>
                  <a:moveTo>
                    <a:pt x="9611" y="2348"/>
                  </a:moveTo>
                  <a:lnTo>
                    <a:pt x="9574" y="2421"/>
                  </a:lnTo>
                  <a:lnTo>
                    <a:pt x="9134" y="2861"/>
                  </a:lnTo>
                  <a:lnTo>
                    <a:pt x="8767" y="3375"/>
                  </a:lnTo>
                  <a:lnTo>
                    <a:pt x="7997" y="4365"/>
                  </a:lnTo>
                  <a:lnTo>
                    <a:pt x="7630" y="4879"/>
                  </a:lnTo>
                  <a:lnTo>
                    <a:pt x="7227" y="5356"/>
                  </a:lnTo>
                  <a:lnTo>
                    <a:pt x="6823" y="5832"/>
                  </a:lnTo>
                  <a:lnTo>
                    <a:pt x="6346" y="6273"/>
                  </a:lnTo>
                  <a:lnTo>
                    <a:pt x="6273" y="6346"/>
                  </a:lnTo>
                  <a:lnTo>
                    <a:pt x="6273" y="6456"/>
                  </a:lnTo>
                  <a:lnTo>
                    <a:pt x="6236" y="6456"/>
                  </a:lnTo>
                  <a:lnTo>
                    <a:pt x="6163" y="6493"/>
                  </a:lnTo>
                  <a:lnTo>
                    <a:pt x="6163" y="6566"/>
                  </a:lnTo>
                  <a:lnTo>
                    <a:pt x="6199" y="6603"/>
                  </a:lnTo>
                  <a:lnTo>
                    <a:pt x="6309" y="6786"/>
                  </a:lnTo>
                  <a:lnTo>
                    <a:pt x="6493" y="6970"/>
                  </a:lnTo>
                  <a:lnTo>
                    <a:pt x="6823" y="7263"/>
                  </a:lnTo>
                  <a:lnTo>
                    <a:pt x="7593" y="7813"/>
                  </a:lnTo>
                  <a:lnTo>
                    <a:pt x="8437" y="8363"/>
                  </a:lnTo>
                  <a:lnTo>
                    <a:pt x="8620" y="8510"/>
                  </a:lnTo>
                  <a:lnTo>
                    <a:pt x="8767" y="8694"/>
                  </a:lnTo>
                  <a:lnTo>
                    <a:pt x="9061" y="9060"/>
                  </a:lnTo>
                  <a:lnTo>
                    <a:pt x="9207" y="9207"/>
                  </a:lnTo>
                  <a:lnTo>
                    <a:pt x="9391" y="9354"/>
                  </a:lnTo>
                  <a:lnTo>
                    <a:pt x="9758" y="9574"/>
                  </a:lnTo>
                  <a:lnTo>
                    <a:pt x="10638" y="10161"/>
                  </a:lnTo>
                  <a:lnTo>
                    <a:pt x="11482" y="10784"/>
                  </a:lnTo>
                  <a:lnTo>
                    <a:pt x="12289" y="11408"/>
                  </a:lnTo>
                  <a:lnTo>
                    <a:pt x="12362" y="11445"/>
                  </a:lnTo>
                  <a:lnTo>
                    <a:pt x="12472" y="11445"/>
                  </a:lnTo>
                  <a:lnTo>
                    <a:pt x="12545" y="11408"/>
                  </a:lnTo>
                  <a:lnTo>
                    <a:pt x="12582" y="11371"/>
                  </a:lnTo>
                  <a:lnTo>
                    <a:pt x="12619" y="11298"/>
                  </a:lnTo>
                  <a:lnTo>
                    <a:pt x="12655" y="11188"/>
                  </a:lnTo>
                  <a:lnTo>
                    <a:pt x="12619" y="11115"/>
                  </a:lnTo>
                  <a:lnTo>
                    <a:pt x="12545" y="11041"/>
                  </a:lnTo>
                  <a:lnTo>
                    <a:pt x="11775" y="10418"/>
                  </a:lnTo>
                  <a:lnTo>
                    <a:pt x="11812" y="10381"/>
                  </a:lnTo>
                  <a:lnTo>
                    <a:pt x="11922" y="10198"/>
                  </a:lnTo>
                  <a:lnTo>
                    <a:pt x="11995" y="10014"/>
                  </a:lnTo>
                  <a:lnTo>
                    <a:pt x="11995" y="9941"/>
                  </a:lnTo>
                  <a:lnTo>
                    <a:pt x="11958" y="9904"/>
                  </a:lnTo>
                  <a:lnTo>
                    <a:pt x="11885" y="9904"/>
                  </a:lnTo>
                  <a:lnTo>
                    <a:pt x="11738" y="10051"/>
                  </a:lnTo>
                  <a:lnTo>
                    <a:pt x="11592" y="10234"/>
                  </a:lnTo>
                  <a:lnTo>
                    <a:pt x="11555" y="10271"/>
                  </a:lnTo>
                  <a:lnTo>
                    <a:pt x="11005" y="9867"/>
                  </a:lnTo>
                  <a:lnTo>
                    <a:pt x="10821" y="9757"/>
                  </a:lnTo>
                  <a:lnTo>
                    <a:pt x="10858" y="9684"/>
                  </a:lnTo>
                  <a:lnTo>
                    <a:pt x="10895" y="9611"/>
                  </a:lnTo>
                  <a:lnTo>
                    <a:pt x="11041" y="9464"/>
                  </a:lnTo>
                  <a:lnTo>
                    <a:pt x="11078" y="9427"/>
                  </a:lnTo>
                  <a:lnTo>
                    <a:pt x="11078" y="9354"/>
                  </a:lnTo>
                  <a:lnTo>
                    <a:pt x="11078" y="9317"/>
                  </a:lnTo>
                  <a:lnTo>
                    <a:pt x="11005" y="9281"/>
                  </a:lnTo>
                  <a:lnTo>
                    <a:pt x="10968" y="9317"/>
                  </a:lnTo>
                  <a:lnTo>
                    <a:pt x="10895" y="9281"/>
                  </a:lnTo>
                  <a:lnTo>
                    <a:pt x="10821" y="9317"/>
                  </a:lnTo>
                  <a:lnTo>
                    <a:pt x="10711" y="9427"/>
                  </a:lnTo>
                  <a:lnTo>
                    <a:pt x="10601" y="9574"/>
                  </a:lnTo>
                  <a:lnTo>
                    <a:pt x="10124" y="9281"/>
                  </a:lnTo>
                  <a:lnTo>
                    <a:pt x="10051" y="9207"/>
                  </a:lnTo>
                  <a:lnTo>
                    <a:pt x="10234" y="8914"/>
                  </a:lnTo>
                  <a:lnTo>
                    <a:pt x="10234" y="8840"/>
                  </a:lnTo>
                  <a:lnTo>
                    <a:pt x="10234" y="8804"/>
                  </a:lnTo>
                  <a:lnTo>
                    <a:pt x="10198" y="8730"/>
                  </a:lnTo>
                  <a:lnTo>
                    <a:pt x="10088" y="8694"/>
                  </a:lnTo>
                  <a:lnTo>
                    <a:pt x="10051" y="8730"/>
                  </a:lnTo>
                  <a:lnTo>
                    <a:pt x="10014" y="8767"/>
                  </a:lnTo>
                  <a:lnTo>
                    <a:pt x="9758" y="9060"/>
                  </a:lnTo>
                  <a:lnTo>
                    <a:pt x="9537" y="8877"/>
                  </a:lnTo>
                  <a:lnTo>
                    <a:pt x="9354" y="8694"/>
                  </a:lnTo>
                  <a:lnTo>
                    <a:pt x="9134" y="8437"/>
                  </a:lnTo>
                  <a:lnTo>
                    <a:pt x="9207" y="8327"/>
                  </a:lnTo>
                  <a:lnTo>
                    <a:pt x="9281" y="8217"/>
                  </a:lnTo>
                  <a:lnTo>
                    <a:pt x="9354" y="7960"/>
                  </a:lnTo>
                  <a:lnTo>
                    <a:pt x="9354" y="7887"/>
                  </a:lnTo>
                  <a:lnTo>
                    <a:pt x="9317" y="7850"/>
                  </a:lnTo>
                  <a:lnTo>
                    <a:pt x="9244" y="7850"/>
                  </a:lnTo>
                  <a:lnTo>
                    <a:pt x="9171" y="7887"/>
                  </a:lnTo>
                  <a:lnTo>
                    <a:pt x="8987" y="8107"/>
                  </a:lnTo>
                  <a:lnTo>
                    <a:pt x="8951" y="8180"/>
                  </a:lnTo>
                  <a:lnTo>
                    <a:pt x="8767" y="8033"/>
                  </a:lnTo>
                  <a:lnTo>
                    <a:pt x="8327" y="7740"/>
                  </a:lnTo>
                  <a:lnTo>
                    <a:pt x="8364" y="7446"/>
                  </a:lnTo>
                  <a:lnTo>
                    <a:pt x="8364" y="7410"/>
                  </a:lnTo>
                  <a:lnTo>
                    <a:pt x="8327" y="7336"/>
                  </a:lnTo>
                  <a:lnTo>
                    <a:pt x="8290" y="7300"/>
                  </a:lnTo>
                  <a:lnTo>
                    <a:pt x="8180" y="7300"/>
                  </a:lnTo>
                  <a:lnTo>
                    <a:pt x="8107" y="7336"/>
                  </a:lnTo>
                  <a:lnTo>
                    <a:pt x="8070" y="7446"/>
                  </a:lnTo>
                  <a:lnTo>
                    <a:pt x="8034" y="7556"/>
                  </a:lnTo>
                  <a:lnTo>
                    <a:pt x="7960" y="7520"/>
                  </a:lnTo>
                  <a:lnTo>
                    <a:pt x="7410" y="7116"/>
                  </a:lnTo>
                  <a:lnTo>
                    <a:pt x="7447" y="7080"/>
                  </a:lnTo>
                  <a:lnTo>
                    <a:pt x="7520" y="6970"/>
                  </a:lnTo>
                  <a:lnTo>
                    <a:pt x="7520" y="6896"/>
                  </a:lnTo>
                  <a:lnTo>
                    <a:pt x="7520" y="6860"/>
                  </a:lnTo>
                  <a:lnTo>
                    <a:pt x="7557" y="6750"/>
                  </a:lnTo>
                  <a:lnTo>
                    <a:pt x="7520" y="6713"/>
                  </a:lnTo>
                  <a:lnTo>
                    <a:pt x="7483" y="6713"/>
                  </a:lnTo>
                  <a:lnTo>
                    <a:pt x="7410" y="6750"/>
                  </a:lnTo>
                  <a:lnTo>
                    <a:pt x="7337" y="6750"/>
                  </a:lnTo>
                  <a:lnTo>
                    <a:pt x="7227" y="6823"/>
                  </a:lnTo>
                  <a:lnTo>
                    <a:pt x="7116" y="6896"/>
                  </a:lnTo>
                  <a:lnTo>
                    <a:pt x="6640" y="6639"/>
                  </a:lnTo>
                  <a:lnTo>
                    <a:pt x="6640" y="6603"/>
                  </a:lnTo>
                  <a:lnTo>
                    <a:pt x="7116" y="6163"/>
                  </a:lnTo>
                  <a:lnTo>
                    <a:pt x="7557" y="5649"/>
                  </a:lnTo>
                  <a:lnTo>
                    <a:pt x="7593" y="5722"/>
                  </a:lnTo>
                  <a:lnTo>
                    <a:pt x="7630" y="5759"/>
                  </a:lnTo>
                  <a:lnTo>
                    <a:pt x="7740" y="5759"/>
                  </a:lnTo>
                  <a:lnTo>
                    <a:pt x="8034" y="5576"/>
                  </a:lnTo>
                  <a:lnTo>
                    <a:pt x="8327" y="5392"/>
                  </a:lnTo>
                  <a:lnTo>
                    <a:pt x="8620" y="5209"/>
                  </a:lnTo>
                  <a:lnTo>
                    <a:pt x="8914" y="5025"/>
                  </a:lnTo>
                  <a:lnTo>
                    <a:pt x="9244" y="4879"/>
                  </a:lnTo>
                  <a:lnTo>
                    <a:pt x="9574" y="4732"/>
                  </a:lnTo>
                  <a:lnTo>
                    <a:pt x="9941" y="4659"/>
                  </a:lnTo>
                  <a:lnTo>
                    <a:pt x="10308" y="4622"/>
                  </a:lnTo>
                  <a:lnTo>
                    <a:pt x="10491" y="4622"/>
                  </a:lnTo>
                  <a:lnTo>
                    <a:pt x="10675" y="4659"/>
                  </a:lnTo>
                  <a:lnTo>
                    <a:pt x="10821" y="4732"/>
                  </a:lnTo>
                  <a:lnTo>
                    <a:pt x="10931" y="4842"/>
                  </a:lnTo>
                  <a:lnTo>
                    <a:pt x="11041" y="4989"/>
                  </a:lnTo>
                  <a:lnTo>
                    <a:pt x="11078" y="5136"/>
                  </a:lnTo>
                  <a:lnTo>
                    <a:pt x="11151" y="5502"/>
                  </a:lnTo>
                  <a:lnTo>
                    <a:pt x="11151" y="5906"/>
                  </a:lnTo>
                  <a:lnTo>
                    <a:pt x="11151" y="6309"/>
                  </a:lnTo>
                  <a:lnTo>
                    <a:pt x="11151" y="6676"/>
                  </a:lnTo>
                  <a:lnTo>
                    <a:pt x="11188" y="7006"/>
                  </a:lnTo>
                  <a:lnTo>
                    <a:pt x="11261" y="7373"/>
                  </a:lnTo>
                  <a:lnTo>
                    <a:pt x="11445" y="7703"/>
                  </a:lnTo>
                  <a:lnTo>
                    <a:pt x="11408" y="7813"/>
                  </a:lnTo>
                  <a:lnTo>
                    <a:pt x="11372" y="7923"/>
                  </a:lnTo>
                  <a:lnTo>
                    <a:pt x="11372" y="8033"/>
                  </a:lnTo>
                  <a:lnTo>
                    <a:pt x="11372" y="8143"/>
                  </a:lnTo>
                  <a:lnTo>
                    <a:pt x="11445" y="8253"/>
                  </a:lnTo>
                  <a:lnTo>
                    <a:pt x="11482" y="8327"/>
                  </a:lnTo>
                  <a:lnTo>
                    <a:pt x="11592" y="8400"/>
                  </a:lnTo>
                  <a:lnTo>
                    <a:pt x="11665" y="8474"/>
                  </a:lnTo>
                  <a:lnTo>
                    <a:pt x="11775" y="8510"/>
                  </a:lnTo>
                  <a:lnTo>
                    <a:pt x="12105" y="8510"/>
                  </a:lnTo>
                  <a:lnTo>
                    <a:pt x="12435" y="8694"/>
                  </a:lnTo>
                  <a:lnTo>
                    <a:pt x="12765" y="8840"/>
                  </a:lnTo>
                  <a:lnTo>
                    <a:pt x="13022" y="8877"/>
                  </a:lnTo>
                  <a:lnTo>
                    <a:pt x="13316" y="8877"/>
                  </a:lnTo>
                  <a:lnTo>
                    <a:pt x="13646" y="8804"/>
                  </a:lnTo>
                  <a:lnTo>
                    <a:pt x="13939" y="8694"/>
                  </a:lnTo>
                  <a:lnTo>
                    <a:pt x="14233" y="8584"/>
                  </a:lnTo>
                  <a:lnTo>
                    <a:pt x="14489" y="8400"/>
                  </a:lnTo>
                  <a:lnTo>
                    <a:pt x="14746" y="8217"/>
                  </a:lnTo>
                  <a:lnTo>
                    <a:pt x="14930" y="8033"/>
                  </a:lnTo>
                  <a:lnTo>
                    <a:pt x="14966" y="7997"/>
                  </a:lnTo>
                  <a:lnTo>
                    <a:pt x="14966" y="7923"/>
                  </a:lnTo>
                  <a:lnTo>
                    <a:pt x="14930" y="7813"/>
                  </a:lnTo>
                  <a:lnTo>
                    <a:pt x="14820" y="7777"/>
                  </a:lnTo>
                  <a:lnTo>
                    <a:pt x="14710" y="7777"/>
                  </a:lnTo>
                  <a:lnTo>
                    <a:pt x="14123" y="8143"/>
                  </a:lnTo>
                  <a:lnTo>
                    <a:pt x="13829" y="8290"/>
                  </a:lnTo>
                  <a:lnTo>
                    <a:pt x="13462" y="8400"/>
                  </a:lnTo>
                  <a:lnTo>
                    <a:pt x="13206" y="8474"/>
                  </a:lnTo>
                  <a:lnTo>
                    <a:pt x="12912" y="8437"/>
                  </a:lnTo>
                  <a:lnTo>
                    <a:pt x="12692" y="8363"/>
                  </a:lnTo>
                  <a:lnTo>
                    <a:pt x="12472" y="8217"/>
                  </a:lnTo>
                  <a:lnTo>
                    <a:pt x="12545" y="8107"/>
                  </a:lnTo>
                  <a:lnTo>
                    <a:pt x="12582" y="7960"/>
                  </a:lnTo>
                  <a:lnTo>
                    <a:pt x="12582" y="7850"/>
                  </a:lnTo>
                  <a:lnTo>
                    <a:pt x="12545" y="7777"/>
                  </a:lnTo>
                  <a:lnTo>
                    <a:pt x="12509" y="7740"/>
                  </a:lnTo>
                  <a:lnTo>
                    <a:pt x="12325" y="7630"/>
                  </a:lnTo>
                  <a:lnTo>
                    <a:pt x="12142" y="7520"/>
                  </a:lnTo>
                  <a:lnTo>
                    <a:pt x="11812" y="7520"/>
                  </a:lnTo>
                  <a:lnTo>
                    <a:pt x="11628" y="7116"/>
                  </a:lnTo>
                  <a:lnTo>
                    <a:pt x="11518" y="6713"/>
                  </a:lnTo>
                  <a:lnTo>
                    <a:pt x="11518" y="6346"/>
                  </a:lnTo>
                  <a:lnTo>
                    <a:pt x="11518" y="6016"/>
                  </a:lnTo>
                  <a:lnTo>
                    <a:pt x="11555" y="5649"/>
                  </a:lnTo>
                  <a:lnTo>
                    <a:pt x="11518" y="5282"/>
                  </a:lnTo>
                  <a:lnTo>
                    <a:pt x="11445" y="4989"/>
                  </a:lnTo>
                  <a:lnTo>
                    <a:pt x="11335" y="4732"/>
                  </a:lnTo>
                  <a:lnTo>
                    <a:pt x="11188" y="4549"/>
                  </a:lnTo>
                  <a:lnTo>
                    <a:pt x="11005" y="4402"/>
                  </a:lnTo>
                  <a:lnTo>
                    <a:pt x="10785" y="4329"/>
                  </a:lnTo>
                  <a:lnTo>
                    <a:pt x="10565" y="4255"/>
                  </a:lnTo>
                  <a:lnTo>
                    <a:pt x="10051" y="4255"/>
                  </a:lnTo>
                  <a:lnTo>
                    <a:pt x="9758" y="4292"/>
                  </a:lnTo>
                  <a:lnTo>
                    <a:pt x="9464" y="4365"/>
                  </a:lnTo>
                  <a:lnTo>
                    <a:pt x="8914" y="4585"/>
                  </a:lnTo>
                  <a:lnTo>
                    <a:pt x="8400" y="4879"/>
                  </a:lnTo>
                  <a:lnTo>
                    <a:pt x="7960" y="5209"/>
                  </a:lnTo>
                  <a:lnTo>
                    <a:pt x="8290" y="4769"/>
                  </a:lnTo>
                  <a:lnTo>
                    <a:pt x="9061" y="3742"/>
                  </a:lnTo>
                  <a:lnTo>
                    <a:pt x="9464" y="3191"/>
                  </a:lnTo>
                  <a:lnTo>
                    <a:pt x="9831" y="2641"/>
                  </a:lnTo>
                  <a:lnTo>
                    <a:pt x="9868" y="2568"/>
                  </a:lnTo>
                  <a:lnTo>
                    <a:pt x="9868" y="2531"/>
                  </a:lnTo>
                  <a:lnTo>
                    <a:pt x="9794" y="2421"/>
                  </a:lnTo>
                  <a:lnTo>
                    <a:pt x="9721" y="2384"/>
                  </a:lnTo>
                  <a:lnTo>
                    <a:pt x="9684" y="2348"/>
                  </a:lnTo>
                  <a:close/>
                  <a:moveTo>
                    <a:pt x="15663" y="9867"/>
                  </a:moveTo>
                  <a:lnTo>
                    <a:pt x="15700" y="9904"/>
                  </a:lnTo>
                  <a:lnTo>
                    <a:pt x="15627" y="10381"/>
                  </a:lnTo>
                  <a:lnTo>
                    <a:pt x="15663" y="10418"/>
                  </a:lnTo>
                  <a:lnTo>
                    <a:pt x="15663" y="10454"/>
                  </a:lnTo>
                  <a:lnTo>
                    <a:pt x="15773" y="10491"/>
                  </a:lnTo>
                  <a:lnTo>
                    <a:pt x="15443" y="10895"/>
                  </a:lnTo>
                  <a:lnTo>
                    <a:pt x="15443" y="10821"/>
                  </a:lnTo>
                  <a:lnTo>
                    <a:pt x="15333" y="10491"/>
                  </a:lnTo>
                  <a:lnTo>
                    <a:pt x="15296" y="10454"/>
                  </a:lnTo>
                  <a:lnTo>
                    <a:pt x="15260" y="10454"/>
                  </a:lnTo>
                  <a:lnTo>
                    <a:pt x="15223" y="10491"/>
                  </a:lnTo>
                  <a:lnTo>
                    <a:pt x="15223" y="10528"/>
                  </a:lnTo>
                  <a:lnTo>
                    <a:pt x="15186" y="10821"/>
                  </a:lnTo>
                  <a:lnTo>
                    <a:pt x="15186" y="11188"/>
                  </a:lnTo>
                  <a:lnTo>
                    <a:pt x="15223" y="11225"/>
                  </a:lnTo>
                  <a:lnTo>
                    <a:pt x="14746" y="11848"/>
                  </a:lnTo>
                  <a:lnTo>
                    <a:pt x="14746" y="11591"/>
                  </a:lnTo>
                  <a:lnTo>
                    <a:pt x="14746" y="11371"/>
                  </a:lnTo>
                  <a:lnTo>
                    <a:pt x="14746" y="11115"/>
                  </a:lnTo>
                  <a:lnTo>
                    <a:pt x="14710" y="11078"/>
                  </a:lnTo>
                  <a:lnTo>
                    <a:pt x="15333" y="10308"/>
                  </a:lnTo>
                  <a:lnTo>
                    <a:pt x="15663" y="9867"/>
                  </a:lnTo>
                  <a:close/>
                  <a:moveTo>
                    <a:pt x="14526" y="11298"/>
                  </a:moveTo>
                  <a:lnTo>
                    <a:pt x="14453" y="11555"/>
                  </a:lnTo>
                  <a:lnTo>
                    <a:pt x="14416" y="11775"/>
                  </a:lnTo>
                  <a:lnTo>
                    <a:pt x="14453" y="11885"/>
                  </a:lnTo>
                  <a:lnTo>
                    <a:pt x="14489" y="11958"/>
                  </a:lnTo>
                  <a:lnTo>
                    <a:pt x="14563" y="11995"/>
                  </a:lnTo>
                  <a:lnTo>
                    <a:pt x="14600" y="11995"/>
                  </a:lnTo>
                  <a:lnTo>
                    <a:pt x="14123" y="12619"/>
                  </a:lnTo>
                  <a:lnTo>
                    <a:pt x="14049" y="12655"/>
                  </a:lnTo>
                  <a:lnTo>
                    <a:pt x="14049" y="12362"/>
                  </a:lnTo>
                  <a:lnTo>
                    <a:pt x="14049" y="12142"/>
                  </a:lnTo>
                  <a:lnTo>
                    <a:pt x="14049" y="12032"/>
                  </a:lnTo>
                  <a:lnTo>
                    <a:pt x="14013" y="11922"/>
                  </a:lnTo>
                  <a:lnTo>
                    <a:pt x="14526" y="11298"/>
                  </a:lnTo>
                  <a:close/>
                  <a:moveTo>
                    <a:pt x="4806" y="7997"/>
                  </a:moveTo>
                  <a:lnTo>
                    <a:pt x="4769" y="8033"/>
                  </a:lnTo>
                  <a:lnTo>
                    <a:pt x="4769" y="8070"/>
                  </a:lnTo>
                  <a:lnTo>
                    <a:pt x="4952" y="8217"/>
                  </a:lnTo>
                  <a:lnTo>
                    <a:pt x="5099" y="8327"/>
                  </a:lnTo>
                  <a:lnTo>
                    <a:pt x="5576" y="8584"/>
                  </a:lnTo>
                  <a:lnTo>
                    <a:pt x="6126" y="8840"/>
                  </a:lnTo>
                  <a:lnTo>
                    <a:pt x="6640" y="9134"/>
                  </a:lnTo>
                  <a:lnTo>
                    <a:pt x="7116" y="9501"/>
                  </a:lnTo>
                  <a:lnTo>
                    <a:pt x="7557" y="9831"/>
                  </a:lnTo>
                  <a:lnTo>
                    <a:pt x="8437" y="10638"/>
                  </a:lnTo>
                  <a:lnTo>
                    <a:pt x="9244" y="11371"/>
                  </a:lnTo>
                  <a:lnTo>
                    <a:pt x="10088" y="12105"/>
                  </a:lnTo>
                  <a:lnTo>
                    <a:pt x="10344" y="12325"/>
                  </a:lnTo>
                  <a:lnTo>
                    <a:pt x="10748" y="12655"/>
                  </a:lnTo>
                  <a:lnTo>
                    <a:pt x="10931" y="12765"/>
                  </a:lnTo>
                  <a:lnTo>
                    <a:pt x="11115" y="12839"/>
                  </a:lnTo>
                  <a:lnTo>
                    <a:pt x="11225" y="12839"/>
                  </a:lnTo>
                  <a:lnTo>
                    <a:pt x="11298" y="12802"/>
                  </a:lnTo>
                  <a:lnTo>
                    <a:pt x="11335" y="12765"/>
                  </a:lnTo>
                  <a:lnTo>
                    <a:pt x="11372" y="12692"/>
                  </a:lnTo>
                  <a:lnTo>
                    <a:pt x="11372" y="12582"/>
                  </a:lnTo>
                  <a:lnTo>
                    <a:pt x="11335" y="12472"/>
                  </a:lnTo>
                  <a:lnTo>
                    <a:pt x="11151" y="12325"/>
                  </a:lnTo>
                  <a:lnTo>
                    <a:pt x="10711" y="11995"/>
                  </a:lnTo>
                  <a:lnTo>
                    <a:pt x="10271" y="11628"/>
                  </a:lnTo>
                  <a:lnTo>
                    <a:pt x="9391" y="10858"/>
                  </a:lnTo>
                  <a:lnTo>
                    <a:pt x="8547" y="10051"/>
                  </a:lnTo>
                  <a:lnTo>
                    <a:pt x="8107" y="9684"/>
                  </a:lnTo>
                  <a:lnTo>
                    <a:pt x="7703" y="9354"/>
                  </a:lnTo>
                  <a:lnTo>
                    <a:pt x="7227" y="9024"/>
                  </a:lnTo>
                  <a:lnTo>
                    <a:pt x="6786" y="8694"/>
                  </a:lnTo>
                  <a:lnTo>
                    <a:pt x="6309" y="8437"/>
                  </a:lnTo>
                  <a:lnTo>
                    <a:pt x="5833" y="8217"/>
                  </a:lnTo>
                  <a:lnTo>
                    <a:pt x="5356" y="8033"/>
                  </a:lnTo>
                  <a:lnTo>
                    <a:pt x="5209" y="7997"/>
                  </a:lnTo>
                  <a:close/>
                  <a:moveTo>
                    <a:pt x="954" y="12582"/>
                  </a:moveTo>
                  <a:lnTo>
                    <a:pt x="1101" y="12692"/>
                  </a:lnTo>
                  <a:lnTo>
                    <a:pt x="1064" y="12765"/>
                  </a:lnTo>
                  <a:lnTo>
                    <a:pt x="1064" y="12839"/>
                  </a:lnTo>
                  <a:lnTo>
                    <a:pt x="1064" y="12875"/>
                  </a:lnTo>
                  <a:lnTo>
                    <a:pt x="1101" y="12839"/>
                  </a:lnTo>
                  <a:lnTo>
                    <a:pt x="1211" y="12912"/>
                  </a:lnTo>
                  <a:lnTo>
                    <a:pt x="1247" y="12985"/>
                  </a:lnTo>
                  <a:lnTo>
                    <a:pt x="1247" y="13059"/>
                  </a:lnTo>
                  <a:lnTo>
                    <a:pt x="1284" y="13242"/>
                  </a:lnTo>
                  <a:lnTo>
                    <a:pt x="991" y="13095"/>
                  </a:lnTo>
                  <a:lnTo>
                    <a:pt x="844" y="13059"/>
                  </a:lnTo>
                  <a:lnTo>
                    <a:pt x="697" y="13022"/>
                  </a:lnTo>
                  <a:lnTo>
                    <a:pt x="844" y="12765"/>
                  </a:lnTo>
                  <a:lnTo>
                    <a:pt x="954" y="12582"/>
                  </a:lnTo>
                  <a:close/>
                  <a:moveTo>
                    <a:pt x="2715" y="10858"/>
                  </a:moveTo>
                  <a:lnTo>
                    <a:pt x="2641" y="10931"/>
                  </a:lnTo>
                  <a:lnTo>
                    <a:pt x="2641" y="10968"/>
                  </a:lnTo>
                  <a:lnTo>
                    <a:pt x="2788" y="11151"/>
                  </a:lnTo>
                  <a:lnTo>
                    <a:pt x="2935" y="11261"/>
                  </a:lnTo>
                  <a:lnTo>
                    <a:pt x="3302" y="11445"/>
                  </a:lnTo>
                  <a:lnTo>
                    <a:pt x="3778" y="11775"/>
                  </a:lnTo>
                  <a:lnTo>
                    <a:pt x="4255" y="12105"/>
                  </a:lnTo>
                  <a:lnTo>
                    <a:pt x="5099" y="12765"/>
                  </a:lnTo>
                  <a:lnTo>
                    <a:pt x="5539" y="13095"/>
                  </a:lnTo>
                  <a:lnTo>
                    <a:pt x="5759" y="13242"/>
                  </a:lnTo>
                  <a:lnTo>
                    <a:pt x="5869" y="13279"/>
                  </a:lnTo>
                  <a:lnTo>
                    <a:pt x="6053" y="13279"/>
                  </a:lnTo>
                  <a:lnTo>
                    <a:pt x="6126" y="13242"/>
                  </a:lnTo>
                  <a:lnTo>
                    <a:pt x="6163" y="13169"/>
                  </a:lnTo>
                  <a:lnTo>
                    <a:pt x="6126" y="13059"/>
                  </a:lnTo>
                  <a:lnTo>
                    <a:pt x="6089" y="12985"/>
                  </a:lnTo>
                  <a:lnTo>
                    <a:pt x="6016" y="12875"/>
                  </a:lnTo>
                  <a:lnTo>
                    <a:pt x="5869" y="12729"/>
                  </a:lnTo>
                  <a:lnTo>
                    <a:pt x="5502" y="12472"/>
                  </a:lnTo>
                  <a:lnTo>
                    <a:pt x="4512" y="11738"/>
                  </a:lnTo>
                  <a:lnTo>
                    <a:pt x="4035" y="11408"/>
                  </a:lnTo>
                  <a:lnTo>
                    <a:pt x="3522" y="11078"/>
                  </a:lnTo>
                  <a:lnTo>
                    <a:pt x="3338" y="11005"/>
                  </a:lnTo>
                  <a:lnTo>
                    <a:pt x="3118" y="10895"/>
                  </a:lnTo>
                  <a:lnTo>
                    <a:pt x="2935" y="10858"/>
                  </a:lnTo>
                  <a:close/>
                  <a:moveTo>
                    <a:pt x="13756" y="12252"/>
                  </a:moveTo>
                  <a:lnTo>
                    <a:pt x="13719" y="12362"/>
                  </a:lnTo>
                  <a:lnTo>
                    <a:pt x="13719" y="12619"/>
                  </a:lnTo>
                  <a:lnTo>
                    <a:pt x="13719" y="12912"/>
                  </a:lnTo>
                  <a:lnTo>
                    <a:pt x="13756" y="12985"/>
                  </a:lnTo>
                  <a:lnTo>
                    <a:pt x="13793" y="13022"/>
                  </a:lnTo>
                  <a:lnTo>
                    <a:pt x="13719" y="13095"/>
                  </a:lnTo>
                  <a:lnTo>
                    <a:pt x="13389" y="13536"/>
                  </a:lnTo>
                  <a:lnTo>
                    <a:pt x="13426" y="13132"/>
                  </a:lnTo>
                  <a:lnTo>
                    <a:pt x="13462" y="12912"/>
                  </a:lnTo>
                  <a:lnTo>
                    <a:pt x="13462" y="12765"/>
                  </a:lnTo>
                  <a:lnTo>
                    <a:pt x="13426" y="12655"/>
                  </a:lnTo>
                  <a:lnTo>
                    <a:pt x="13756" y="12252"/>
                  </a:lnTo>
                  <a:close/>
                  <a:moveTo>
                    <a:pt x="4402" y="8694"/>
                  </a:moveTo>
                  <a:lnTo>
                    <a:pt x="4329" y="8730"/>
                  </a:lnTo>
                  <a:lnTo>
                    <a:pt x="4255" y="8804"/>
                  </a:lnTo>
                  <a:lnTo>
                    <a:pt x="4255" y="8877"/>
                  </a:lnTo>
                  <a:lnTo>
                    <a:pt x="4255" y="8987"/>
                  </a:lnTo>
                  <a:lnTo>
                    <a:pt x="4292" y="9060"/>
                  </a:lnTo>
                  <a:lnTo>
                    <a:pt x="4365" y="9134"/>
                  </a:lnTo>
                  <a:lnTo>
                    <a:pt x="4512" y="9207"/>
                  </a:lnTo>
                  <a:lnTo>
                    <a:pt x="4842" y="9354"/>
                  </a:lnTo>
                  <a:lnTo>
                    <a:pt x="5136" y="9501"/>
                  </a:lnTo>
                  <a:lnTo>
                    <a:pt x="5392" y="9647"/>
                  </a:lnTo>
                  <a:lnTo>
                    <a:pt x="5869" y="10014"/>
                  </a:lnTo>
                  <a:lnTo>
                    <a:pt x="6346" y="10418"/>
                  </a:lnTo>
                  <a:lnTo>
                    <a:pt x="6786" y="10858"/>
                  </a:lnTo>
                  <a:lnTo>
                    <a:pt x="8584" y="12398"/>
                  </a:lnTo>
                  <a:lnTo>
                    <a:pt x="9501" y="13169"/>
                  </a:lnTo>
                  <a:lnTo>
                    <a:pt x="9721" y="13315"/>
                  </a:lnTo>
                  <a:lnTo>
                    <a:pt x="9941" y="13462"/>
                  </a:lnTo>
                  <a:lnTo>
                    <a:pt x="10161" y="13572"/>
                  </a:lnTo>
                  <a:lnTo>
                    <a:pt x="10271" y="13609"/>
                  </a:lnTo>
                  <a:lnTo>
                    <a:pt x="10381" y="13609"/>
                  </a:lnTo>
                  <a:lnTo>
                    <a:pt x="10454" y="13572"/>
                  </a:lnTo>
                  <a:lnTo>
                    <a:pt x="10491" y="13536"/>
                  </a:lnTo>
                  <a:lnTo>
                    <a:pt x="10528" y="13462"/>
                  </a:lnTo>
                  <a:lnTo>
                    <a:pt x="10491" y="13389"/>
                  </a:lnTo>
                  <a:lnTo>
                    <a:pt x="10418" y="13242"/>
                  </a:lnTo>
                  <a:lnTo>
                    <a:pt x="10271" y="13132"/>
                  </a:lnTo>
                  <a:lnTo>
                    <a:pt x="9978" y="12949"/>
                  </a:lnTo>
                  <a:lnTo>
                    <a:pt x="9537" y="12619"/>
                  </a:lnTo>
                  <a:lnTo>
                    <a:pt x="9134" y="12288"/>
                  </a:lnTo>
                  <a:lnTo>
                    <a:pt x="7557" y="10931"/>
                  </a:lnTo>
                  <a:lnTo>
                    <a:pt x="6823" y="10271"/>
                  </a:lnTo>
                  <a:lnTo>
                    <a:pt x="6089" y="9647"/>
                  </a:lnTo>
                  <a:lnTo>
                    <a:pt x="5686" y="9354"/>
                  </a:lnTo>
                  <a:lnTo>
                    <a:pt x="5246" y="9097"/>
                  </a:lnTo>
                  <a:lnTo>
                    <a:pt x="4769" y="8950"/>
                  </a:lnTo>
                  <a:lnTo>
                    <a:pt x="4549" y="8840"/>
                  </a:lnTo>
                  <a:lnTo>
                    <a:pt x="4475" y="8767"/>
                  </a:lnTo>
                  <a:lnTo>
                    <a:pt x="4439" y="8694"/>
                  </a:lnTo>
                  <a:close/>
                  <a:moveTo>
                    <a:pt x="1541" y="13022"/>
                  </a:moveTo>
                  <a:lnTo>
                    <a:pt x="2091" y="13389"/>
                  </a:lnTo>
                  <a:lnTo>
                    <a:pt x="2091" y="13572"/>
                  </a:lnTo>
                  <a:lnTo>
                    <a:pt x="2126" y="13749"/>
                  </a:lnTo>
                  <a:lnTo>
                    <a:pt x="1504" y="13389"/>
                  </a:lnTo>
                  <a:lnTo>
                    <a:pt x="1578" y="13352"/>
                  </a:lnTo>
                  <a:lnTo>
                    <a:pt x="1614" y="13315"/>
                  </a:lnTo>
                  <a:lnTo>
                    <a:pt x="1614" y="13279"/>
                  </a:lnTo>
                  <a:lnTo>
                    <a:pt x="1614" y="13205"/>
                  </a:lnTo>
                  <a:lnTo>
                    <a:pt x="1541" y="13095"/>
                  </a:lnTo>
                  <a:lnTo>
                    <a:pt x="1541" y="13022"/>
                  </a:lnTo>
                  <a:close/>
                  <a:moveTo>
                    <a:pt x="13206" y="12949"/>
                  </a:moveTo>
                  <a:lnTo>
                    <a:pt x="13169" y="13022"/>
                  </a:lnTo>
                  <a:lnTo>
                    <a:pt x="13059" y="13756"/>
                  </a:lnTo>
                  <a:lnTo>
                    <a:pt x="13059" y="13829"/>
                  </a:lnTo>
                  <a:lnTo>
                    <a:pt x="13096" y="13866"/>
                  </a:lnTo>
                  <a:lnTo>
                    <a:pt x="12912" y="14086"/>
                  </a:lnTo>
                  <a:lnTo>
                    <a:pt x="12912" y="13719"/>
                  </a:lnTo>
                  <a:lnTo>
                    <a:pt x="12875" y="13352"/>
                  </a:lnTo>
                  <a:lnTo>
                    <a:pt x="13206" y="12949"/>
                  </a:lnTo>
                  <a:close/>
                  <a:moveTo>
                    <a:pt x="2458" y="13646"/>
                  </a:moveTo>
                  <a:lnTo>
                    <a:pt x="2641" y="13792"/>
                  </a:lnTo>
                  <a:lnTo>
                    <a:pt x="2788" y="13902"/>
                  </a:lnTo>
                  <a:lnTo>
                    <a:pt x="2788" y="14086"/>
                  </a:lnTo>
                  <a:lnTo>
                    <a:pt x="2825" y="14233"/>
                  </a:lnTo>
                  <a:lnTo>
                    <a:pt x="2605" y="14086"/>
                  </a:lnTo>
                  <a:lnTo>
                    <a:pt x="2385" y="13939"/>
                  </a:lnTo>
                  <a:lnTo>
                    <a:pt x="2495" y="13939"/>
                  </a:lnTo>
                  <a:lnTo>
                    <a:pt x="2568" y="13866"/>
                  </a:lnTo>
                  <a:lnTo>
                    <a:pt x="2568" y="13829"/>
                  </a:lnTo>
                  <a:lnTo>
                    <a:pt x="2568" y="13756"/>
                  </a:lnTo>
                  <a:lnTo>
                    <a:pt x="2458" y="13646"/>
                  </a:lnTo>
                  <a:close/>
                  <a:moveTo>
                    <a:pt x="3595" y="9794"/>
                  </a:moveTo>
                  <a:lnTo>
                    <a:pt x="3558" y="9831"/>
                  </a:lnTo>
                  <a:lnTo>
                    <a:pt x="3522" y="9867"/>
                  </a:lnTo>
                  <a:lnTo>
                    <a:pt x="3558" y="9977"/>
                  </a:lnTo>
                  <a:lnTo>
                    <a:pt x="3595" y="10088"/>
                  </a:lnTo>
                  <a:lnTo>
                    <a:pt x="3815" y="10234"/>
                  </a:lnTo>
                  <a:lnTo>
                    <a:pt x="4659" y="10821"/>
                  </a:lnTo>
                  <a:lnTo>
                    <a:pt x="5466" y="11518"/>
                  </a:lnTo>
                  <a:lnTo>
                    <a:pt x="6236" y="12178"/>
                  </a:lnTo>
                  <a:lnTo>
                    <a:pt x="7080" y="12839"/>
                  </a:lnTo>
                  <a:lnTo>
                    <a:pt x="7923" y="13462"/>
                  </a:lnTo>
                  <a:lnTo>
                    <a:pt x="8730" y="14049"/>
                  </a:lnTo>
                  <a:lnTo>
                    <a:pt x="9134" y="14343"/>
                  </a:lnTo>
                  <a:lnTo>
                    <a:pt x="9574" y="14563"/>
                  </a:lnTo>
                  <a:lnTo>
                    <a:pt x="9684" y="14563"/>
                  </a:lnTo>
                  <a:lnTo>
                    <a:pt x="9794" y="14526"/>
                  </a:lnTo>
                  <a:lnTo>
                    <a:pt x="9868" y="14453"/>
                  </a:lnTo>
                  <a:lnTo>
                    <a:pt x="9904" y="14416"/>
                  </a:lnTo>
                  <a:lnTo>
                    <a:pt x="9904" y="14379"/>
                  </a:lnTo>
                  <a:lnTo>
                    <a:pt x="9904" y="14306"/>
                  </a:lnTo>
                  <a:lnTo>
                    <a:pt x="9868" y="14269"/>
                  </a:lnTo>
                  <a:lnTo>
                    <a:pt x="9794" y="14196"/>
                  </a:lnTo>
                  <a:lnTo>
                    <a:pt x="9721" y="14159"/>
                  </a:lnTo>
                  <a:lnTo>
                    <a:pt x="9501" y="14012"/>
                  </a:lnTo>
                  <a:lnTo>
                    <a:pt x="9281" y="13866"/>
                  </a:lnTo>
                  <a:lnTo>
                    <a:pt x="8290" y="13205"/>
                  </a:lnTo>
                  <a:lnTo>
                    <a:pt x="7373" y="12508"/>
                  </a:lnTo>
                  <a:lnTo>
                    <a:pt x="6493" y="11812"/>
                  </a:lnTo>
                  <a:lnTo>
                    <a:pt x="5649" y="11115"/>
                  </a:lnTo>
                  <a:lnTo>
                    <a:pt x="4769" y="10418"/>
                  </a:lnTo>
                  <a:lnTo>
                    <a:pt x="4549" y="10234"/>
                  </a:lnTo>
                  <a:lnTo>
                    <a:pt x="4145" y="9977"/>
                  </a:lnTo>
                  <a:lnTo>
                    <a:pt x="3925" y="9867"/>
                  </a:lnTo>
                  <a:lnTo>
                    <a:pt x="3742" y="9794"/>
                  </a:lnTo>
                  <a:close/>
                  <a:moveTo>
                    <a:pt x="3155" y="14122"/>
                  </a:moveTo>
                  <a:lnTo>
                    <a:pt x="3778" y="14563"/>
                  </a:lnTo>
                  <a:lnTo>
                    <a:pt x="3742" y="14746"/>
                  </a:lnTo>
                  <a:lnTo>
                    <a:pt x="3742" y="14856"/>
                  </a:lnTo>
                  <a:lnTo>
                    <a:pt x="3338" y="14563"/>
                  </a:lnTo>
                  <a:lnTo>
                    <a:pt x="3338" y="14489"/>
                  </a:lnTo>
                  <a:lnTo>
                    <a:pt x="3302" y="14416"/>
                  </a:lnTo>
                  <a:lnTo>
                    <a:pt x="3192" y="14269"/>
                  </a:lnTo>
                  <a:lnTo>
                    <a:pt x="3155" y="14122"/>
                  </a:lnTo>
                  <a:close/>
                  <a:moveTo>
                    <a:pt x="12692" y="13536"/>
                  </a:moveTo>
                  <a:lnTo>
                    <a:pt x="12619" y="13976"/>
                  </a:lnTo>
                  <a:lnTo>
                    <a:pt x="12582" y="14416"/>
                  </a:lnTo>
                  <a:lnTo>
                    <a:pt x="12582" y="14489"/>
                  </a:lnTo>
                  <a:lnTo>
                    <a:pt x="12142" y="15040"/>
                  </a:lnTo>
                  <a:lnTo>
                    <a:pt x="12142" y="14893"/>
                  </a:lnTo>
                  <a:lnTo>
                    <a:pt x="12142" y="14563"/>
                  </a:lnTo>
                  <a:lnTo>
                    <a:pt x="12105" y="14269"/>
                  </a:lnTo>
                  <a:lnTo>
                    <a:pt x="12692" y="13536"/>
                  </a:lnTo>
                  <a:close/>
                  <a:moveTo>
                    <a:pt x="4035" y="14746"/>
                  </a:moveTo>
                  <a:lnTo>
                    <a:pt x="4402" y="15003"/>
                  </a:lnTo>
                  <a:lnTo>
                    <a:pt x="4402" y="15040"/>
                  </a:lnTo>
                  <a:lnTo>
                    <a:pt x="4402" y="15150"/>
                  </a:lnTo>
                  <a:lnTo>
                    <a:pt x="4439" y="15223"/>
                  </a:lnTo>
                  <a:lnTo>
                    <a:pt x="4549" y="15370"/>
                  </a:lnTo>
                  <a:lnTo>
                    <a:pt x="4659" y="15553"/>
                  </a:lnTo>
                  <a:lnTo>
                    <a:pt x="4255" y="15223"/>
                  </a:lnTo>
                  <a:lnTo>
                    <a:pt x="4255" y="15150"/>
                  </a:lnTo>
                  <a:lnTo>
                    <a:pt x="4219" y="15076"/>
                  </a:lnTo>
                  <a:lnTo>
                    <a:pt x="4109" y="14966"/>
                  </a:lnTo>
                  <a:lnTo>
                    <a:pt x="4035" y="14856"/>
                  </a:lnTo>
                  <a:lnTo>
                    <a:pt x="4035" y="14746"/>
                  </a:lnTo>
                  <a:close/>
                  <a:moveTo>
                    <a:pt x="11922" y="14489"/>
                  </a:moveTo>
                  <a:lnTo>
                    <a:pt x="11885" y="14856"/>
                  </a:lnTo>
                  <a:lnTo>
                    <a:pt x="11848" y="15113"/>
                  </a:lnTo>
                  <a:lnTo>
                    <a:pt x="11848" y="15260"/>
                  </a:lnTo>
                  <a:lnTo>
                    <a:pt x="11848" y="15370"/>
                  </a:lnTo>
                  <a:lnTo>
                    <a:pt x="11555" y="15700"/>
                  </a:lnTo>
                  <a:lnTo>
                    <a:pt x="11592" y="15480"/>
                  </a:lnTo>
                  <a:lnTo>
                    <a:pt x="11555" y="15223"/>
                  </a:lnTo>
                  <a:lnTo>
                    <a:pt x="11555" y="15150"/>
                  </a:lnTo>
                  <a:lnTo>
                    <a:pt x="11482" y="15113"/>
                  </a:lnTo>
                  <a:lnTo>
                    <a:pt x="11445" y="15113"/>
                  </a:lnTo>
                  <a:lnTo>
                    <a:pt x="11922" y="14489"/>
                  </a:lnTo>
                  <a:close/>
                  <a:moveTo>
                    <a:pt x="4769" y="15223"/>
                  </a:moveTo>
                  <a:lnTo>
                    <a:pt x="5026" y="15406"/>
                  </a:lnTo>
                  <a:lnTo>
                    <a:pt x="5576" y="15810"/>
                  </a:lnTo>
                  <a:lnTo>
                    <a:pt x="5576" y="15883"/>
                  </a:lnTo>
                  <a:lnTo>
                    <a:pt x="5576" y="16177"/>
                  </a:lnTo>
                  <a:lnTo>
                    <a:pt x="5576" y="16287"/>
                  </a:lnTo>
                  <a:lnTo>
                    <a:pt x="4916" y="15773"/>
                  </a:lnTo>
                  <a:lnTo>
                    <a:pt x="4952" y="15663"/>
                  </a:lnTo>
                  <a:lnTo>
                    <a:pt x="4952" y="15553"/>
                  </a:lnTo>
                  <a:lnTo>
                    <a:pt x="4916" y="15480"/>
                  </a:lnTo>
                  <a:lnTo>
                    <a:pt x="4879" y="15370"/>
                  </a:lnTo>
                  <a:lnTo>
                    <a:pt x="4769" y="15223"/>
                  </a:lnTo>
                  <a:close/>
                  <a:moveTo>
                    <a:pt x="5833" y="15993"/>
                  </a:moveTo>
                  <a:lnTo>
                    <a:pt x="6456" y="16507"/>
                  </a:lnTo>
                  <a:lnTo>
                    <a:pt x="6420" y="16580"/>
                  </a:lnTo>
                  <a:lnTo>
                    <a:pt x="6383" y="16690"/>
                  </a:lnTo>
                  <a:lnTo>
                    <a:pt x="6346" y="16874"/>
                  </a:lnTo>
                  <a:lnTo>
                    <a:pt x="5869" y="16507"/>
                  </a:lnTo>
                  <a:lnTo>
                    <a:pt x="5869" y="16323"/>
                  </a:lnTo>
                  <a:lnTo>
                    <a:pt x="5869" y="16140"/>
                  </a:lnTo>
                  <a:lnTo>
                    <a:pt x="5833" y="15993"/>
                  </a:lnTo>
                  <a:close/>
                  <a:moveTo>
                    <a:pt x="11298" y="15260"/>
                  </a:moveTo>
                  <a:lnTo>
                    <a:pt x="11298" y="15443"/>
                  </a:lnTo>
                  <a:lnTo>
                    <a:pt x="11225" y="15957"/>
                  </a:lnTo>
                  <a:lnTo>
                    <a:pt x="11225" y="16030"/>
                  </a:lnTo>
                  <a:lnTo>
                    <a:pt x="11261" y="16067"/>
                  </a:lnTo>
                  <a:lnTo>
                    <a:pt x="10088" y="17387"/>
                  </a:lnTo>
                  <a:lnTo>
                    <a:pt x="10088" y="17130"/>
                  </a:lnTo>
                  <a:lnTo>
                    <a:pt x="10088" y="16984"/>
                  </a:lnTo>
                  <a:lnTo>
                    <a:pt x="10308" y="16653"/>
                  </a:lnTo>
                  <a:lnTo>
                    <a:pt x="10821" y="15920"/>
                  </a:lnTo>
                  <a:lnTo>
                    <a:pt x="10785" y="16067"/>
                  </a:lnTo>
                  <a:lnTo>
                    <a:pt x="10711" y="16287"/>
                  </a:lnTo>
                  <a:lnTo>
                    <a:pt x="10711" y="16397"/>
                  </a:lnTo>
                  <a:lnTo>
                    <a:pt x="10711" y="16507"/>
                  </a:lnTo>
                  <a:lnTo>
                    <a:pt x="10748" y="16543"/>
                  </a:lnTo>
                  <a:lnTo>
                    <a:pt x="10785" y="16543"/>
                  </a:lnTo>
                  <a:lnTo>
                    <a:pt x="10895" y="16470"/>
                  </a:lnTo>
                  <a:lnTo>
                    <a:pt x="10968" y="16360"/>
                  </a:lnTo>
                  <a:lnTo>
                    <a:pt x="11005" y="16103"/>
                  </a:lnTo>
                  <a:lnTo>
                    <a:pt x="11005" y="15663"/>
                  </a:lnTo>
                  <a:lnTo>
                    <a:pt x="11225" y="15370"/>
                  </a:lnTo>
                  <a:lnTo>
                    <a:pt x="11298" y="15260"/>
                  </a:lnTo>
                  <a:close/>
                  <a:moveTo>
                    <a:pt x="6566" y="16580"/>
                  </a:moveTo>
                  <a:lnTo>
                    <a:pt x="7006" y="17020"/>
                  </a:lnTo>
                  <a:lnTo>
                    <a:pt x="7006" y="17240"/>
                  </a:lnTo>
                  <a:lnTo>
                    <a:pt x="7006" y="17460"/>
                  </a:lnTo>
                  <a:lnTo>
                    <a:pt x="6896" y="17350"/>
                  </a:lnTo>
                  <a:lnTo>
                    <a:pt x="6640" y="17130"/>
                  </a:lnTo>
                  <a:lnTo>
                    <a:pt x="6640" y="17020"/>
                  </a:lnTo>
                  <a:lnTo>
                    <a:pt x="6603" y="16800"/>
                  </a:lnTo>
                  <a:lnTo>
                    <a:pt x="6566" y="16580"/>
                  </a:lnTo>
                  <a:close/>
                  <a:moveTo>
                    <a:pt x="9464" y="404"/>
                  </a:moveTo>
                  <a:lnTo>
                    <a:pt x="9684" y="440"/>
                  </a:lnTo>
                  <a:lnTo>
                    <a:pt x="9868" y="477"/>
                  </a:lnTo>
                  <a:lnTo>
                    <a:pt x="10051" y="587"/>
                  </a:lnTo>
                  <a:lnTo>
                    <a:pt x="10418" y="844"/>
                  </a:lnTo>
                  <a:lnTo>
                    <a:pt x="10711" y="1064"/>
                  </a:lnTo>
                  <a:lnTo>
                    <a:pt x="12582" y="2421"/>
                  </a:lnTo>
                  <a:lnTo>
                    <a:pt x="14489" y="3815"/>
                  </a:lnTo>
                  <a:lnTo>
                    <a:pt x="15443" y="4512"/>
                  </a:lnTo>
                  <a:lnTo>
                    <a:pt x="15700" y="4732"/>
                  </a:lnTo>
                  <a:lnTo>
                    <a:pt x="15847" y="4805"/>
                  </a:lnTo>
                  <a:lnTo>
                    <a:pt x="15993" y="4879"/>
                  </a:lnTo>
                  <a:lnTo>
                    <a:pt x="15590" y="5356"/>
                  </a:lnTo>
                  <a:lnTo>
                    <a:pt x="15223" y="5869"/>
                  </a:lnTo>
                  <a:lnTo>
                    <a:pt x="15040" y="6089"/>
                  </a:lnTo>
                  <a:lnTo>
                    <a:pt x="14856" y="6383"/>
                  </a:lnTo>
                  <a:lnTo>
                    <a:pt x="14783" y="6529"/>
                  </a:lnTo>
                  <a:lnTo>
                    <a:pt x="14746" y="6639"/>
                  </a:lnTo>
                  <a:lnTo>
                    <a:pt x="14746" y="6786"/>
                  </a:lnTo>
                  <a:lnTo>
                    <a:pt x="14856" y="6896"/>
                  </a:lnTo>
                  <a:lnTo>
                    <a:pt x="14966" y="7006"/>
                  </a:lnTo>
                  <a:lnTo>
                    <a:pt x="15076" y="7080"/>
                  </a:lnTo>
                  <a:lnTo>
                    <a:pt x="15370" y="7190"/>
                  </a:lnTo>
                  <a:lnTo>
                    <a:pt x="15957" y="7300"/>
                  </a:lnTo>
                  <a:lnTo>
                    <a:pt x="16727" y="7446"/>
                  </a:lnTo>
                  <a:lnTo>
                    <a:pt x="17021" y="7520"/>
                  </a:lnTo>
                  <a:lnTo>
                    <a:pt x="16984" y="7593"/>
                  </a:lnTo>
                  <a:lnTo>
                    <a:pt x="16470" y="8143"/>
                  </a:lnTo>
                  <a:lnTo>
                    <a:pt x="15993" y="8730"/>
                  </a:lnTo>
                  <a:lnTo>
                    <a:pt x="15040" y="9904"/>
                  </a:lnTo>
                  <a:lnTo>
                    <a:pt x="12912" y="12508"/>
                  </a:lnTo>
                  <a:lnTo>
                    <a:pt x="11848" y="13792"/>
                  </a:lnTo>
                  <a:lnTo>
                    <a:pt x="10821" y="15113"/>
                  </a:lnTo>
                  <a:lnTo>
                    <a:pt x="10344" y="15736"/>
                  </a:lnTo>
                  <a:lnTo>
                    <a:pt x="9904" y="16397"/>
                  </a:lnTo>
                  <a:lnTo>
                    <a:pt x="9464" y="17057"/>
                  </a:lnTo>
                  <a:lnTo>
                    <a:pt x="9317" y="17277"/>
                  </a:lnTo>
                  <a:lnTo>
                    <a:pt x="9207" y="17497"/>
                  </a:lnTo>
                  <a:lnTo>
                    <a:pt x="8987" y="17387"/>
                  </a:lnTo>
                  <a:lnTo>
                    <a:pt x="8767" y="17350"/>
                  </a:lnTo>
                  <a:lnTo>
                    <a:pt x="8290" y="17204"/>
                  </a:lnTo>
                  <a:lnTo>
                    <a:pt x="7997" y="17094"/>
                  </a:lnTo>
                  <a:lnTo>
                    <a:pt x="7740" y="16910"/>
                  </a:lnTo>
                  <a:lnTo>
                    <a:pt x="7483" y="16727"/>
                  </a:lnTo>
                  <a:lnTo>
                    <a:pt x="7227" y="16507"/>
                  </a:lnTo>
                  <a:lnTo>
                    <a:pt x="6750" y="16067"/>
                  </a:lnTo>
                  <a:lnTo>
                    <a:pt x="6273" y="15663"/>
                  </a:lnTo>
                  <a:lnTo>
                    <a:pt x="5723" y="15296"/>
                  </a:lnTo>
                  <a:lnTo>
                    <a:pt x="5209" y="14929"/>
                  </a:lnTo>
                  <a:lnTo>
                    <a:pt x="3045" y="13462"/>
                  </a:lnTo>
                  <a:lnTo>
                    <a:pt x="1908" y="12619"/>
                  </a:lnTo>
                  <a:lnTo>
                    <a:pt x="1321" y="12215"/>
                  </a:lnTo>
                  <a:lnTo>
                    <a:pt x="697" y="11848"/>
                  </a:lnTo>
                  <a:lnTo>
                    <a:pt x="624" y="11812"/>
                  </a:lnTo>
                  <a:lnTo>
                    <a:pt x="1614" y="10381"/>
                  </a:lnTo>
                  <a:lnTo>
                    <a:pt x="2641" y="8950"/>
                  </a:lnTo>
                  <a:lnTo>
                    <a:pt x="3668" y="7556"/>
                  </a:lnTo>
                  <a:lnTo>
                    <a:pt x="4732" y="6163"/>
                  </a:lnTo>
                  <a:lnTo>
                    <a:pt x="6970" y="3338"/>
                  </a:lnTo>
                  <a:lnTo>
                    <a:pt x="8144" y="1944"/>
                  </a:lnTo>
                  <a:lnTo>
                    <a:pt x="8730" y="1284"/>
                  </a:lnTo>
                  <a:lnTo>
                    <a:pt x="9244" y="550"/>
                  </a:lnTo>
                  <a:lnTo>
                    <a:pt x="9281" y="477"/>
                  </a:lnTo>
                  <a:lnTo>
                    <a:pt x="9281" y="404"/>
                  </a:lnTo>
                  <a:close/>
                  <a:moveTo>
                    <a:pt x="7227" y="17204"/>
                  </a:moveTo>
                  <a:lnTo>
                    <a:pt x="7667" y="17460"/>
                  </a:lnTo>
                  <a:lnTo>
                    <a:pt x="8107" y="17681"/>
                  </a:lnTo>
                  <a:lnTo>
                    <a:pt x="8070" y="17937"/>
                  </a:lnTo>
                  <a:lnTo>
                    <a:pt x="8107" y="18194"/>
                  </a:lnTo>
                  <a:lnTo>
                    <a:pt x="7850" y="18084"/>
                  </a:lnTo>
                  <a:lnTo>
                    <a:pt x="7447" y="17791"/>
                  </a:lnTo>
                  <a:lnTo>
                    <a:pt x="7410" y="17644"/>
                  </a:lnTo>
                  <a:lnTo>
                    <a:pt x="7337" y="17497"/>
                  </a:lnTo>
                  <a:lnTo>
                    <a:pt x="7227" y="17204"/>
                  </a:lnTo>
                  <a:close/>
                  <a:moveTo>
                    <a:pt x="9831" y="17460"/>
                  </a:moveTo>
                  <a:lnTo>
                    <a:pt x="9868" y="17534"/>
                  </a:lnTo>
                  <a:lnTo>
                    <a:pt x="9904" y="17571"/>
                  </a:lnTo>
                  <a:lnTo>
                    <a:pt x="9464" y="18084"/>
                  </a:lnTo>
                  <a:lnTo>
                    <a:pt x="9207" y="18341"/>
                  </a:lnTo>
                  <a:lnTo>
                    <a:pt x="9171" y="18231"/>
                  </a:lnTo>
                  <a:lnTo>
                    <a:pt x="9134" y="18121"/>
                  </a:lnTo>
                  <a:lnTo>
                    <a:pt x="9134" y="17974"/>
                  </a:lnTo>
                  <a:lnTo>
                    <a:pt x="9317" y="17974"/>
                  </a:lnTo>
                  <a:lnTo>
                    <a:pt x="9317" y="17937"/>
                  </a:lnTo>
                  <a:lnTo>
                    <a:pt x="9391" y="17937"/>
                  </a:lnTo>
                  <a:lnTo>
                    <a:pt x="9464" y="17901"/>
                  </a:lnTo>
                  <a:lnTo>
                    <a:pt x="9574" y="17827"/>
                  </a:lnTo>
                  <a:lnTo>
                    <a:pt x="9647" y="17681"/>
                  </a:lnTo>
                  <a:lnTo>
                    <a:pt x="9794" y="17460"/>
                  </a:lnTo>
                  <a:close/>
                  <a:moveTo>
                    <a:pt x="9464" y="0"/>
                  </a:moveTo>
                  <a:lnTo>
                    <a:pt x="9281" y="37"/>
                  </a:lnTo>
                  <a:lnTo>
                    <a:pt x="9134" y="110"/>
                  </a:lnTo>
                  <a:lnTo>
                    <a:pt x="9024" y="147"/>
                  </a:lnTo>
                  <a:lnTo>
                    <a:pt x="8951" y="257"/>
                  </a:lnTo>
                  <a:lnTo>
                    <a:pt x="8914" y="294"/>
                  </a:lnTo>
                  <a:lnTo>
                    <a:pt x="8914" y="330"/>
                  </a:lnTo>
                  <a:lnTo>
                    <a:pt x="8327" y="954"/>
                  </a:lnTo>
                  <a:lnTo>
                    <a:pt x="7740" y="1614"/>
                  </a:lnTo>
                  <a:lnTo>
                    <a:pt x="6640" y="2971"/>
                  </a:lnTo>
                  <a:lnTo>
                    <a:pt x="5502" y="4365"/>
                  </a:lnTo>
                  <a:lnTo>
                    <a:pt x="4402" y="5759"/>
                  </a:lnTo>
                  <a:lnTo>
                    <a:pt x="2421" y="8400"/>
                  </a:lnTo>
                  <a:lnTo>
                    <a:pt x="477" y="11041"/>
                  </a:lnTo>
                  <a:lnTo>
                    <a:pt x="330" y="11261"/>
                  </a:lnTo>
                  <a:lnTo>
                    <a:pt x="37" y="11701"/>
                  </a:lnTo>
                  <a:lnTo>
                    <a:pt x="0" y="11775"/>
                  </a:lnTo>
                  <a:lnTo>
                    <a:pt x="0" y="11885"/>
                  </a:lnTo>
                  <a:lnTo>
                    <a:pt x="37" y="11958"/>
                  </a:lnTo>
                  <a:lnTo>
                    <a:pt x="74" y="12032"/>
                  </a:lnTo>
                  <a:lnTo>
                    <a:pt x="147" y="12068"/>
                  </a:lnTo>
                  <a:lnTo>
                    <a:pt x="220" y="12105"/>
                  </a:lnTo>
                  <a:lnTo>
                    <a:pt x="294" y="12105"/>
                  </a:lnTo>
                  <a:lnTo>
                    <a:pt x="404" y="12068"/>
                  </a:lnTo>
                  <a:lnTo>
                    <a:pt x="440" y="12142"/>
                  </a:lnTo>
                  <a:lnTo>
                    <a:pt x="697" y="12398"/>
                  </a:lnTo>
                  <a:lnTo>
                    <a:pt x="587" y="12508"/>
                  </a:lnTo>
                  <a:lnTo>
                    <a:pt x="514" y="12655"/>
                  </a:lnTo>
                  <a:lnTo>
                    <a:pt x="440" y="12802"/>
                  </a:lnTo>
                  <a:lnTo>
                    <a:pt x="404" y="12949"/>
                  </a:lnTo>
                  <a:lnTo>
                    <a:pt x="404" y="13022"/>
                  </a:lnTo>
                  <a:lnTo>
                    <a:pt x="440" y="13059"/>
                  </a:lnTo>
                  <a:lnTo>
                    <a:pt x="514" y="13095"/>
                  </a:lnTo>
                  <a:lnTo>
                    <a:pt x="550" y="13095"/>
                  </a:lnTo>
                  <a:lnTo>
                    <a:pt x="624" y="13205"/>
                  </a:lnTo>
                  <a:lnTo>
                    <a:pt x="697" y="13315"/>
                  </a:lnTo>
                  <a:lnTo>
                    <a:pt x="881" y="13462"/>
                  </a:lnTo>
                  <a:lnTo>
                    <a:pt x="1284" y="13719"/>
                  </a:lnTo>
                  <a:lnTo>
                    <a:pt x="2385" y="14416"/>
                  </a:lnTo>
                  <a:lnTo>
                    <a:pt x="3558" y="15223"/>
                  </a:lnTo>
                  <a:lnTo>
                    <a:pt x="4659" y="16103"/>
                  </a:lnTo>
                  <a:lnTo>
                    <a:pt x="6420" y="17534"/>
                  </a:lnTo>
                  <a:lnTo>
                    <a:pt x="6420" y="17571"/>
                  </a:lnTo>
                  <a:lnTo>
                    <a:pt x="6493" y="17644"/>
                  </a:lnTo>
                  <a:lnTo>
                    <a:pt x="6566" y="17644"/>
                  </a:lnTo>
                  <a:lnTo>
                    <a:pt x="6823" y="17864"/>
                  </a:lnTo>
                  <a:lnTo>
                    <a:pt x="7300" y="18231"/>
                  </a:lnTo>
                  <a:lnTo>
                    <a:pt x="7777" y="18561"/>
                  </a:lnTo>
                  <a:lnTo>
                    <a:pt x="8034" y="18671"/>
                  </a:lnTo>
                  <a:lnTo>
                    <a:pt x="8254" y="18781"/>
                  </a:lnTo>
                  <a:lnTo>
                    <a:pt x="8510" y="18854"/>
                  </a:lnTo>
                  <a:lnTo>
                    <a:pt x="8620" y="18854"/>
                  </a:lnTo>
                  <a:lnTo>
                    <a:pt x="8767" y="18818"/>
                  </a:lnTo>
                  <a:lnTo>
                    <a:pt x="8804" y="18744"/>
                  </a:lnTo>
                  <a:lnTo>
                    <a:pt x="8840" y="18708"/>
                  </a:lnTo>
                  <a:lnTo>
                    <a:pt x="8840" y="18634"/>
                  </a:lnTo>
                  <a:lnTo>
                    <a:pt x="8804" y="18561"/>
                  </a:lnTo>
                  <a:lnTo>
                    <a:pt x="8730" y="18488"/>
                  </a:lnTo>
                  <a:lnTo>
                    <a:pt x="8620" y="18414"/>
                  </a:lnTo>
                  <a:lnTo>
                    <a:pt x="8437" y="18341"/>
                  </a:lnTo>
                  <a:lnTo>
                    <a:pt x="8400" y="18341"/>
                  </a:lnTo>
                  <a:lnTo>
                    <a:pt x="8400" y="18157"/>
                  </a:lnTo>
                  <a:lnTo>
                    <a:pt x="8400" y="17974"/>
                  </a:lnTo>
                  <a:lnTo>
                    <a:pt x="8364" y="17791"/>
                  </a:lnTo>
                  <a:lnTo>
                    <a:pt x="8620" y="17864"/>
                  </a:lnTo>
                  <a:lnTo>
                    <a:pt x="8951" y="17937"/>
                  </a:lnTo>
                  <a:lnTo>
                    <a:pt x="8877" y="18121"/>
                  </a:lnTo>
                  <a:lnTo>
                    <a:pt x="8877" y="18267"/>
                  </a:lnTo>
                  <a:lnTo>
                    <a:pt x="8914" y="18451"/>
                  </a:lnTo>
                  <a:lnTo>
                    <a:pt x="8987" y="18598"/>
                  </a:lnTo>
                  <a:lnTo>
                    <a:pt x="8877" y="18781"/>
                  </a:lnTo>
                  <a:lnTo>
                    <a:pt x="8877" y="18854"/>
                  </a:lnTo>
                  <a:lnTo>
                    <a:pt x="8914" y="18964"/>
                  </a:lnTo>
                  <a:lnTo>
                    <a:pt x="9024" y="19001"/>
                  </a:lnTo>
                  <a:lnTo>
                    <a:pt x="9097" y="18964"/>
                  </a:lnTo>
                  <a:lnTo>
                    <a:pt x="9281" y="18854"/>
                  </a:lnTo>
                  <a:lnTo>
                    <a:pt x="9427" y="18708"/>
                  </a:lnTo>
                  <a:lnTo>
                    <a:pt x="9721" y="18414"/>
                  </a:lnTo>
                  <a:lnTo>
                    <a:pt x="10344" y="17717"/>
                  </a:lnTo>
                  <a:lnTo>
                    <a:pt x="11555" y="16397"/>
                  </a:lnTo>
                  <a:lnTo>
                    <a:pt x="12802" y="14929"/>
                  </a:lnTo>
                  <a:lnTo>
                    <a:pt x="14013" y="13462"/>
                  </a:lnTo>
                  <a:lnTo>
                    <a:pt x="15150" y="11958"/>
                  </a:lnTo>
                  <a:lnTo>
                    <a:pt x="16214" y="10454"/>
                  </a:lnTo>
                  <a:lnTo>
                    <a:pt x="17314" y="8950"/>
                  </a:lnTo>
                  <a:lnTo>
                    <a:pt x="17791" y="8253"/>
                  </a:lnTo>
                  <a:lnTo>
                    <a:pt x="18011" y="7887"/>
                  </a:lnTo>
                  <a:lnTo>
                    <a:pt x="18231" y="7483"/>
                  </a:lnTo>
                  <a:lnTo>
                    <a:pt x="18304" y="7483"/>
                  </a:lnTo>
                  <a:lnTo>
                    <a:pt x="18341" y="7446"/>
                  </a:lnTo>
                  <a:lnTo>
                    <a:pt x="18378" y="7373"/>
                  </a:lnTo>
                  <a:lnTo>
                    <a:pt x="18378" y="7300"/>
                  </a:lnTo>
                  <a:lnTo>
                    <a:pt x="18268" y="7080"/>
                  </a:lnTo>
                  <a:lnTo>
                    <a:pt x="18158" y="6860"/>
                  </a:lnTo>
                  <a:lnTo>
                    <a:pt x="17828" y="6493"/>
                  </a:lnTo>
                  <a:lnTo>
                    <a:pt x="17644" y="6346"/>
                  </a:lnTo>
                  <a:lnTo>
                    <a:pt x="17424" y="6199"/>
                  </a:lnTo>
                  <a:lnTo>
                    <a:pt x="17277" y="6126"/>
                  </a:lnTo>
                  <a:lnTo>
                    <a:pt x="17131" y="6089"/>
                  </a:lnTo>
                  <a:lnTo>
                    <a:pt x="16910" y="5576"/>
                  </a:lnTo>
                  <a:lnTo>
                    <a:pt x="16837" y="5319"/>
                  </a:lnTo>
                  <a:lnTo>
                    <a:pt x="16800" y="5062"/>
                  </a:lnTo>
                  <a:lnTo>
                    <a:pt x="16800" y="4915"/>
                  </a:lnTo>
                  <a:lnTo>
                    <a:pt x="16727" y="4769"/>
                  </a:lnTo>
                  <a:lnTo>
                    <a:pt x="16654" y="4695"/>
                  </a:lnTo>
                  <a:lnTo>
                    <a:pt x="16470" y="4695"/>
                  </a:lnTo>
                  <a:lnTo>
                    <a:pt x="16397" y="4732"/>
                  </a:lnTo>
                  <a:lnTo>
                    <a:pt x="16360" y="4769"/>
                  </a:lnTo>
                  <a:lnTo>
                    <a:pt x="16397" y="4842"/>
                  </a:lnTo>
                  <a:lnTo>
                    <a:pt x="16434" y="4879"/>
                  </a:lnTo>
                  <a:lnTo>
                    <a:pt x="16434" y="4915"/>
                  </a:lnTo>
                  <a:lnTo>
                    <a:pt x="16434" y="5099"/>
                  </a:lnTo>
                  <a:lnTo>
                    <a:pt x="16434" y="5356"/>
                  </a:lnTo>
                  <a:lnTo>
                    <a:pt x="16470" y="5539"/>
                  </a:lnTo>
                  <a:lnTo>
                    <a:pt x="16544" y="5759"/>
                  </a:lnTo>
                  <a:lnTo>
                    <a:pt x="16690" y="6126"/>
                  </a:lnTo>
                  <a:lnTo>
                    <a:pt x="16984" y="7006"/>
                  </a:lnTo>
                  <a:lnTo>
                    <a:pt x="17021" y="7080"/>
                  </a:lnTo>
                  <a:lnTo>
                    <a:pt x="16544" y="6970"/>
                  </a:lnTo>
                  <a:lnTo>
                    <a:pt x="15920" y="6860"/>
                  </a:lnTo>
                  <a:lnTo>
                    <a:pt x="15296" y="6713"/>
                  </a:lnTo>
                  <a:lnTo>
                    <a:pt x="15186" y="6639"/>
                  </a:lnTo>
                  <a:lnTo>
                    <a:pt x="15223" y="6603"/>
                  </a:lnTo>
                  <a:lnTo>
                    <a:pt x="15333" y="6419"/>
                  </a:lnTo>
                  <a:lnTo>
                    <a:pt x="15700" y="5906"/>
                  </a:lnTo>
                  <a:lnTo>
                    <a:pt x="16030" y="5392"/>
                  </a:lnTo>
                  <a:lnTo>
                    <a:pt x="16287" y="4915"/>
                  </a:lnTo>
                  <a:lnTo>
                    <a:pt x="16360" y="4842"/>
                  </a:lnTo>
                  <a:lnTo>
                    <a:pt x="16360" y="4732"/>
                  </a:lnTo>
                  <a:lnTo>
                    <a:pt x="16324" y="4622"/>
                  </a:lnTo>
                  <a:lnTo>
                    <a:pt x="16250" y="4512"/>
                  </a:lnTo>
                  <a:lnTo>
                    <a:pt x="16067" y="4329"/>
                  </a:lnTo>
                  <a:lnTo>
                    <a:pt x="15590" y="4035"/>
                  </a:lnTo>
                  <a:lnTo>
                    <a:pt x="14526" y="3265"/>
                  </a:lnTo>
                  <a:lnTo>
                    <a:pt x="12435" y="1724"/>
                  </a:lnTo>
                  <a:lnTo>
                    <a:pt x="11445" y="1027"/>
                  </a:lnTo>
                  <a:lnTo>
                    <a:pt x="10454" y="330"/>
                  </a:lnTo>
                  <a:lnTo>
                    <a:pt x="10124" y="147"/>
                  </a:lnTo>
                  <a:lnTo>
                    <a:pt x="9794" y="37"/>
                  </a:lnTo>
                  <a:lnTo>
                    <a:pt x="9611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4" name="Google Shape;302;p5">
              <a:extLst>
                <a:ext uri="{FF2B5EF4-FFF2-40B4-BE49-F238E27FC236}">
                  <a16:creationId xmlns:a16="http://schemas.microsoft.com/office/drawing/2014/main" id="{77C8C908-782A-4E0C-865E-6F7ADE9C1510}"/>
                </a:ext>
              </a:extLst>
            </p:cNvPr>
            <p:cNvSpPr/>
            <p:nvPr/>
          </p:nvSpPr>
          <p:spPr>
            <a:xfrm>
              <a:off x="6855475" y="1544725"/>
              <a:ext cx="444800" cy="353100"/>
            </a:xfrm>
            <a:custGeom>
              <a:avLst/>
              <a:gdLst/>
              <a:ahLst/>
              <a:cxnLst/>
              <a:rect l="l" t="t" r="r" b="b"/>
              <a:pathLst>
                <a:path w="17792" h="14124" extrusionOk="0">
                  <a:moveTo>
                    <a:pt x="10565" y="2275"/>
                  </a:moveTo>
                  <a:lnTo>
                    <a:pt x="10785" y="2312"/>
                  </a:lnTo>
                  <a:lnTo>
                    <a:pt x="11189" y="2422"/>
                  </a:lnTo>
                  <a:lnTo>
                    <a:pt x="11555" y="2605"/>
                  </a:lnTo>
                  <a:lnTo>
                    <a:pt x="11445" y="2605"/>
                  </a:lnTo>
                  <a:lnTo>
                    <a:pt x="10638" y="2899"/>
                  </a:lnTo>
                  <a:lnTo>
                    <a:pt x="9868" y="3192"/>
                  </a:lnTo>
                  <a:lnTo>
                    <a:pt x="9245" y="3449"/>
                  </a:lnTo>
                  <a:lnTo>
                    <a:pt x="8584" y="3706"/>
                  </a:lnTo>
                  <a:lnTo>
                    <a:pt x="7961" y="4036"/>
                  </a:lnTo>
                  <a:lnTo>
                    <a:pt x="7667" y="4219"/>
                  </a:lnTo>
                  <a:lnTo>
                    <a:pt x="7410" y="4439"/>
                  </a:lnTo>
                  <a:lnTo>
                    <a:pt x="7631" y="4073"/>
                  </a:lnTo>
                  <a:lnTo>
                    <a:pt x="7887" y="3743"/>
                  </a:lnTo>
                  <a:lnTo>
                    <a:pt x="8144" y="3412"/>
                  </a:lnTo>
                  <a:lnTo>
                    <a:pt x="8438" y="3156"/>
                  </a:lnTo>
                  <a:lnTo>
                    <a:pt x="8768" y="2899"/>
                  </a:lnTo>
                  <a:lnTo>
                    <a:pt x="9098" y="2679"/>
                  </a:lnTo>
                  <a:lnTo>
                    <a:pt x="9501" y="2495"/>
                  </a:lnTo>
                  <a:lnTo>
                    <a:pt x="9905" y="2349"/>
                  </a:lnTo>
                  <a:lnTo>
                    <a:pt x="10125" y="2312"/>
                  </a:lnTo>
                  <a:lnTo>
                    <a:pt x="10345" y="2275"/>
                  </a:lnTo>
                  <a:close/>
                  <a:moveTo>
                    <a:pt x="1285" y="2129"/>
                  </a:moveTo>
                  <a:lnTo>
                    <a:pt x="1248" y="2165"/>
                  </a:lnTo>
                  <a:lnTo>
                    <a:pt x="1101" y="2275"/>
                  </a:lnTo>
                  <a:lnTo>
                    <a:pt x="991" y="2422"/>
                  </a:lnTo>
                  <a:lnTo>
                    <a:pt x="808" y="2715"/>
                  </a:lnTo>
                  <a:lnTo>
                    <a:pt x="588" y="2605"/>
                  </a:lnTo>
                  <a:lnTo>
                    <a:pt x="441" y="2422"/>
                  </a:lnTo>
                  <a:lnTo>
                    <a:pt x="258" y="2239"/>
                  </a:lnTo>
                  <a:lnTo>
                    <a:pt x="184" y="2202"/>
                  </a:lnTo>
                  <a:lnTo>
                    <a:pt x="111" y="2202"/>
                  </a:lnTo>
                  <a:lnTo>
                    <a:pt x="37" y="2239"/>
                  </a:lnTo>
                  <a:lnTo>
                    <a:pt x="1" y="2312"/>
                  </a:lnTo>
                  <a:lnTo>
                    <a:pt x="1" y="2495"/>
                  </a:lnTo>
                  <a:lnTo>
                    <a:pt x="74" y="2642"/>
                  </a:lnTo>
                  <a:lnTo>
                    <a:pt x="147" y="2789"/>
                  </a:lnTo>
                  <a:lnTo>
                    <a:pt x="258" y="2936"/>
                  </a:lnTo>
                  <a:lnTo>
                    <a:pt x="404" y="3046"/>
                  </a:lnTo>
                  <a:lnTo>
                    <a:pt x="588" y="3119"/>
                  </a:lnTo>
                  <a:lnTo>
                    <a:pt x="294" y="3706"/>
                  </a:lnTo>
                  <a:lnTo>
                    <a:pt x="74" y="4293"/>
                  </a:lnTo>
                  <a:lnTo>
                    <a:pt x="74" y="4403"/>
                  </a:lnTo>
                  <a:lnTo>
                    <a:pt x="74" y="4476"/>
                  </a:lnTo>
                  <a:lnTo>
                    <a:pt x="147" y="4549"/>
                  </a:lnTo>
                  <a:lnTo>
                    <a:pt x="221" y="4586"/>
                  </a:lnTo>
                  <a:lnTo>
                    <a:pt x="294" y="4623"/>
                  </a:lnTo>
                  <a:lnTo>
                    <a:pt x="368" y="4586"/>
                  </a:lnTo>
                  <a:lnTo>
                    <a:pt x="441" y="4549"/>
                  </a:lnTo>
                  <a:lnTo>
                    <a:pt x="514" y="4476"/>
                  </a:lnTo>
                  <a:lnTo>
                    <a:pt x="991" y="3339"/>
                  </a:lnTo>
                  <a:lnTo>
                    <a:pt x="1248" y="2789"/>
                  </a:lnTo>
                  <a:lnTo>
                    <a:pt x="1321" y="2495"/>
                  </a:lnTo>
                  <a:lnTo>
                    <a:pt x="1395" y="2202"/>
                  </a:lnTo>
                  <a:lnTo>
                    <a:pt x="1358" y="2165"/>
                  </a:lnTo>
                  <a:lnTo>
                    <a:pt x="1321" y="2129"/>
                  </a:lnTo>
                  <a:close/>
                  <a:moveTo>
                    <a:pt x="11702" y="2715"/>
                  </a:moveTo>
                  <a:lnTo>
                    <a:pt x="11959" y="2936"/>
                  </a:lnTo>
                  <a:lnTo>
                    <a:pt x="12142" y="3156"/>
                  </a:lnTo>
                  <a:lnTo>
                    <a:pt x="12216" y="3266"/>
                  </a:lnTo>
                  <a:lnTo>
                    <a:pt x="11812" y="3412"/>
                  </a:lnTo>
                  <a:lnTo>
                    <a:pt x="11445" y="3559"/>
                  </a:lnTo>
                  <a:lnTo>
                    <a:pt x="9758" y="4183"/>
                  </a:lnTo>
                  <a:lnTo>
                    <a:pt x="8254" y="4770"/>
                  </a:lnTo>
                  <a:lnTo>
                    <a:pt x="7484" y="5100"/>
                  </a:lnTo>
                  <a:lnTo>
                    <a:pt x="7117" y="5283"/>
                  </a:lnTo>
                  <a:lnTo>
                    <a:pt x="6787" y="5503"/>
                  </a:lnTo>
                  <a:lnTo>
                    <a:pt x="7337" y="4549"/>
                  </a:lnTo>
                  <a:lnTo>
                    <a:pt x="7374" y="4549"/>
                  </a:lnTo>
                  <a:lnTo>
                    <a:pt x="8364" y="4073"/>
                  </a:lnTo>
                  <a:lnTo>
                    <a:pt x="9355" y="3632"/>
                  </a:lnTo>
                  <a:lnTo>
                    <a:pt x="11409" y="2862"/>
                  </a:lnTo>
                  <a:lnTo>
                    <a:pt x="11445" y="2936"/>
                  </a:lnTo>
                  <a:lnTo>
                    <a:pt x="11519" y="2972"/>
                  </a:lnTo>
                  <a:lnTo>
                    <a:pt x="11592" y="3009"/>
                  </a:lnTo>
                  <a:lnTo>
                    <a:pt x="11666" y="2972"/>
                  </a:lnTo>
                  <a:lnTo>
                    <a:pt x="11739" y="2899"/>
                  </a:lnTo>
                  <a:lnTo>
                    <a:pt x="11739" y="2789"/>
                  </a:lnTo>
                  <a:lnTo>
                    <a:pt x="11702" y="2715"/>
                  </a:lnTo>
                  <a:close/>
                  <a:moveTo>
                    <a:pt x="12326" y="3522"/>
                  </a:moveTo>
                  <a:lnTo>
                    <a:pt x="12399" y="3596"/>
                  </a:lnTo>
                  <a:lnTo>
                    <a:pt x="12436" y="3596"/>
                  </a:lnTo>
                  <a:lnTo>
                    <a:pt x="12583" y="3926"/>
                  </a:lnTo>
                  <a:lnTo>
                    <a:pt x="12546" y="3926"/>
                  </a:lnTo>
                  <a:lnTo>
                    <a:pt x="12473" y="3963"/>
                  </a:lnTo>
                  <a:lnTo>
                    <a:pt x="12289" y="4109"/>
                  </a:lnTo>
                  <a:lnTo>
                    <a:pt x="12106" y="4219"/>
                  </a:lnTo>
                  <a:lnTo>
                    <a:pt x="11702" y="4403"/>
                  </a:lnTo>
                  <a:lnTo>
                    <a:pt x="11262" y="4586"/>
                  </a:lnTo>
                  <a:lnTo>
                    <a:pt x="10822" y="4733"/>
                  </a:lnTo>
                  <a:lnTo>
                    <a:pt x="9941" y="5026"/>
                  </a:lnTo>
                  <a:lnTo>
                    <a:pt x="9061" y="5393"/>
                  </a:lnTo>
                  <a:lnTo>
                    <a:pt x="8217" y="5723"/>
                  </a:lnTo>
                  <a:lnTo>
                    <a:pt x="7374" y="6127"/>
                  </a:lnTo>
                  <a:lnTo>
                    <a:pt x="6750" y="6384"/>
                  </a:lnTo>
                  <a:lnTo>
                    <a:pt x="6420" y="6567"/>
                  </a:lnTo>
                  <a:lnTo>
                    <a:pt x="6090" y="6750"/>
                  </a:lnTo>
                  <a:lnTo>
                    <a:pt x="6310" y="6384"/>
                  </a:lnTo>
                  <a:lnTo>
                    <a:pt x="6677" y="5650"/>
                  </a:lnTo>
                  <a:lnTo>
                    <a:pt x="7410" y="5467"/>
                  </a:lnTo>
                  <a:lnTo>
                    <a:pt x="8107" y="5173"/>
                  </a:lnTo>
                  <a:lnTo>
                    <a:pt x="9465" y="4623"/>
                  </a:lnTo>
                  <a:lnTo>
                    <a:pt x="10932" y="4073"/>
                  </a:lnTo>
                  <a:lnTo>
                    <a:pt x="11629" y="3816"/>
                  </a:lnTo>
                  <a:lnTo>
                    <a:pt x="12326" y="3522"/>
                  </a:lnTo>
                  <a:close/>
                  <a:moveTo>
                    <a:pt x="5100" y="8401"/>
                  </a:moveTo>
                  <a:lnTo>
                    <a:pt x="4989" y="8438"/>
                  </a:lnTo>
                  <a:lnTo>
                    <a:pt x="4953" y="8474"/>
                  </a:lnTo>
                  <a:lnTo>
                    <a:pt x="4953" y="8511"/>
                  </a:lnTo>
                  <a:lnTo>
                    <a:pt x="4916" y="8768"/>
                  </a:lnTo>
                  <a:lnTo>
                    <a:pt x="4879" y="8988"/>
                  </a:lnTo>
                  <a:lnTo>
                    <a:pt x="4879" y="9245"/>
                  </a:lnTo>
                  <a:lnTo>
                    <a:pt x="4916" y="9355"/>
                  </a:lnTo>
                  <a:lnTo>
                    <a:pt x="4989" y="9465"/>
                  </a:lnTo>
                  <a:lnTo>
                    <a:pt x="5026" y="9501"/>
                  </a:lnTo>
                  <a:lnTo>
                    <a:pt x="5173" y="9501"/>
                  </a:lnTo>
                  <a:lnTo>
                    <a:pt x="5210" y="9465"/>
                  </a:lnTo>
                  <a:lnTo>
                    <a:pt x="5283" y="9391"/>
                  </a:lnTo>
                  <a:lnTo>
                    <a:pt x="5320" y="9281"/>
                  </a:lnTo>
                  <a:lnTo>
                    <a:pt x="5320" y="9061"/>
                  </a:lnTo>
                  <a:lnTo>
                    <a:pt x="5320" y="8768"/>
                  </a:lnTo>
                  <a:lnTo>
                    <a:pt x="5283" y="8511"/>
                  </a:lnTo>
                  <a:lnTo>
                    <a:pt x="5246" y="8474"/>
                  </a:lnTo>
                  <a:lnTo>
                    <a:pt x="5210" y="8438"/>
                  </a:lnTo>
                  <a:lnTo>
                    <a:pt x="5100" y="8401"/>
                  </a:lnTo>
                  <a:close/>
                  <a:moveTo>
                    <a:pt x="5210" y="9685"/>
                  </a:moveTo>
                  <a:lnTo>
                    <a:pt x="5136" y="9722"/>
                  </a:lnTo>
                  <a:lnTo>
                    <a:pt x="5063" y="9758"/>
                  </a:lnTo>
                  <a:lnTo>
                    <a:pt x="5026" y="9795"/>
                  </a:lnTo>
                  <a:lnTo>
                    <a:pt x="4989" y="9905"/>
                  </a:lnTo>
                  <a:lnTo>
                    <a:pt x="4989" y="9978"/>
                  </a:lnTo>
                  <a:lnTo>
                    <a:pt x="4916" y="10308"/>
                  </a:lnTo>
                  <a:lnTo>
                    <a:pt x="4916" y="10639"/>
                  </a:lnTo>
                  <a:lnTo>
                    <a:pt x="4953" y="10749"/>
                  </a:lnTo>
                  <a:lnTo>
                    <a:pt x="4989" y="10785"/>
                  </a:lnTo>
                  <a:lnTo>
                    <a:pt x="5063" y="10822"/>
                  </a:lnTo>
                  <a:lnTo>
                    <a:pt x="5173" y="10822"/>
                  </a:lnTo>
                  <a:lnTo>
                    <a:pt x="5246" y="10785"/>
                  </a:lnTo>
                  <a:lnTo>
                    <a:pt x="5283" y="10749"/>
                  </a:lnTo>
                  <a:lnTo>
                    <a:pt x="5283" y="10639"/>
                  </a:lnTo>
                  <a:lnTo>
                    <a:pt x="5283" y="10272"/>
                  </a:lnTo>
                  <a:lnTo>
                    <a:pt x="5356" y="9905"/>
                  </a:lnTo>
                  <a:lnTo>
                    <a:pt x="5356" y="9832"/>
                  </a:lnTo>
                  <a:lnTo>
                    <a:pt x="5320" y="9758"/>
                  </a:lnTo>
                  <a:lnTo>
                    <a:pt x="5283" y="9722"/>
                  </a:lnTo>
                  <a:lnTo>
                    <a:pt x="5210" y="9685"/>
                  </a:lnTo>
                  <a:close/>
                  <a:moveTo>
                    <a:pt x="14600" y="9501"/>
                  </a:moveTo>
                  <a:lnTo>
                    <a:pt x="14563" y="9575"/>
                  </a:lnTo>
                  <a:lnTo>
                    <a:pt x="14490" y="9868"/>
                  </a:lnTo>
                  <a:lnTo>
                    <a:pt x="14417" y="10125"/>
                  </a:lnTo>
                  <a:lnTo>
                    <a:pt x="14380" y="10712"/>
                  </a:lnTo>
                  <a:lnTo>
                    <a:pt x="14417" y="10785"/>
                  </a:lnTo>
                  <a:lnTo>
                    <a:pt x="14453" y="10859"/>
                  </a:lnTo>
                  <a:lnTo>
                    <a:pt x="14527" y="10895"/>
                  </a:lnTo>
                  <a:lnTo>
                    <a:pt x="14600" y="10932"/>
                  </a:lnTo>
                  <a:lnTo>
                    <a:pt x="14673" y="10932"/>
                  </a:lnTo>
                  <a:lnTo>
                    <a:pt x="14747" y="10895"/>
                  </a:lnTo>
                  <a:lnTo>
                    <a:pt x="14783" y="10859"/>
                  </a:lnTo>
                  <a:lnTo>
                    <a:pt x="14820" y="10785"/>
                  </a:lnTo>
                  <a:lnTo>
                    <a:pt x="14820" y="10639"/>
                  </a:lnTo>
                  <a:lnTo>
                    <a:pt x="14820" y="10088"/>
                  </a:lnTo>
                  <a:lnTo>
                    <a:pt x="14820" y="9832"/>
                  </a:lnTo>
                  <a:lnTo>
                    <a:pt x="14747" y="9575"/>
                  </a:lnTo>
                  <a:lnTo>
                    <a:pt x="14710" y="9501"/>
                  </a:lnTo>
                  <a:close/>
                  <a:moveTo>
                    <a:pt x="12729" y="4183"/>
                  </a:moveTo>
                  <a:lnTo>
                    <a:pt x="12986" y="4880"/>
                  </a:lnTo>
                  <a:lnTo>
                    <a:pt x="12766" y="4990"/>
                  </a:lnTo>
                  <a:lnTo>
                    <a:pt x="12509" y="5100"/>
                  </a:lnTo>
                  <a:lnTo>
                    <a:pt x="12032" y="5320"/>
                  </a:lnTo>
                  <a:lnTo>
                    <a:pt x="10969" y="5833"/>
                  </a:lnTo>
                  <a:lnTo>
                    <a:pt x="9978" y="6310"/>
                  </a:lnTo>
                  <a:lnTo>
                    <a:pt x="8988" y="6714"/>
                  </a:lnTo>
                  <a:lnTo>
                    <a:pt x="8071" y="7007"/>
                  </a:lnTo>
                  <a:lnTo>
                    <a:pt x="7117" y="7301"/>
                  </a:lnTo>
                  <a:lnTo>
                    <a:pt x="6677" y="7484"/>
                  </a:lnTo>
                  <a:lnTo>
                    <a:pt x="6237" y="7704"/>
                  </a:lnTo>
                  <a:lnTo>
                    <a:pt x="5796" y="7924"/>
                  </a:lnTo>
                  <a:lnTo>
                    <a:pt x="5430" y="8218"/>
                  </a:lnTo>
                  <a:lnTo>
                    <a:pt x="5393" y="8254"/>
                  </a:lnTo>
                  <a:lnTo>
                    <a:pt x="5393" y="8291"/>
                  </a:lnTo>
                  <a:lnTo>
                    <a:pt x="5430" y="8328"/>
                  </a:lnTo>
                  <a:lnTo>
                    <a:pt x="5466" y="8328"/>
                  </a:lnTo>
                  <a:lnTo>
                    <a:pt x="6420" y="7961"/>
                  </a:lnTo>
                  <a:lnTo>
                    <a:pt x="7337" y="7594"/>
                  </a:lnTo>
                  <a:lnTo>
                    <a:pt x="8364" y="7264"/>
                  </a:lnTo>
                  <a:lnTo>
                    <a:pt x="9391" y="6897"/>
                  </a:lnTo>
                  <a:lnTo>
                    <a:pt x="10345" y="6530"/>
                  </a:lnTo>
                  <a:lnTo>
                    <a:pt x="11262" y="6090"/>
                  </a:lnTo>
                  <a:lnTo>
                    <a:pt x="12326" y="5577"/>
                  </a:lnTo>
                  <a:lnTo>
                    <a:pt x="12729" y="5393"/>
                  </a:lnTo>
                  <a:lnTo>
                    <a:pt x="12913" y="5283"/>
                  </a:lnTo>
                  <a:lnTo>
                    <a:pt x="13133" y="5210"/>
                  </a:lnTo>
                  <a:lnTo>
                    <a:pt x="13169" y="5356"/>
                  </a:lnTo>
                  <a:lnTo>
                    <a:pt x="13426" y="5870"/>
                  </a:lnTo>
                  <a:lnTo>
                    <a:pt x="13390" y="5870"/>
                  </a:lnTo>
                  <a:lnTo>
                    <a:pt x="13353" y="5797"/>
                  </a:lnTo>
                  <a:lnTo>
                    <a:pt x="13280" y="5760"/>
                  </a:lnTo>
                  <a:lnTo>
                    <a:pt x="13206" y="5723"/>
                  </a:lnTo>
                  <a:lnTo>
                    <a:pt x="13133" y="5760"/>
                  </a:lnTo>
                  <a:lnTo>
                    <a:pt x="12216" y="6237"/>
                  </a:lnTo>
                  <a:lnTo>
                    <a:pt x="11299" y="6677"/>
                  </a:lnTo>
                  <a:lnTo>
                    <a:pt x="10345" y="7081"/>
                  </a:lnTo>
                  <a:lnTo>
                    <a:pt x="9428" y="7484"/>
                  </a:lnTo>
                  <a:lnTo>
                    <a:pt x="8474" y="7851"/>
                  </a:lnTo>
                  <a:lnTo>
                    <a:pt x="7520" y="8181"/>
                  </a:lnTo>
                  <a:lnTo>
                    <a:pt x="6640" y="8474"/>
                  </a:lnTo>
                  <a:lnTo>
                    <a:pt x="6163" y="8658"/>
                  </a:lnTo>
                  <a:lnTo>
                    <a:pt x="5980" y="8768"/>
                  </a:lnTo>
                  <a:lnTo>
                    <a:pt x="5760" y="8878"/>
                  </a:lnTo>
                  <a:lnTo>
                    <a:pt x="5760" y="8915"/>
                  </a:lnTo>
                  <a:lnTo>
                    <a:pt x="5760" y="8951"/>
                  </a:lnTo>
                  <a:lnTo>
                    <a:pt x="6273" y="8951"/>
                  </a:lnTo>
                  <a:lnTo>
                    <a:pt x="6713" y="8805"/>
                  </a:lnTo>
                  <a:lnTo>
                    <a:pt x="7631" y="8511"/>
                  </a:lnTo>
                  <a:lnTo>
                    <a:pt x="8621" y="8144"/>
                  </a:lnTo>
                  <a:lnTo>
                    <a:pt x="9611" y="7777"/>
                  </a:lnTo>
                  <a:lnTo>
                    <a:pt x="10528" y="7411"/>
                  </a:lnTo>
                  <a:lnTo>
                    <a:pt x="11409" y="7007"/>
                  </a:lnTo>
                  <a:lnTo>
                    <a:pt x="12289" y="6604"/>
                  </a:lnTo>
                  <a:lnTo>
                    <a:pt x="13133" y="6163"/>
                  </a:lnTo>
                  <a:lnTo>
                    <a:pt x="13206" y="6200"/>
                  </a:lnTo>
                  <a:lnTo>
                    <a:pt x="13316" y="6200"/>
                  </a:lnTo>
                  <a:lnTo>
                    <a:pt x="13390" y="6163"/>
                  </a:lnTo>
                  <a:lnTo>
                    <a:pt x="13463" y="6090"/>
                  </a:lnTo>
                  <a:lnTo>
                    <a:pt x="13500" y="6053"/>
                  </a:lnTo>
                  <a:lnTo>
                    <a:pt x="13866" y="6714"/>
                  </a:lnTo>
                  <a:lnTo>
                    <a:pt x="13646" y="6787"/>
                  </a:lnTo>
                  <a:lnTo>
                    <a:pt x="13463" y="6860"/>
                  </a:lnTo>
                  <a:lnTo>
                    <a:pt x="12913" y="7081"/>
                  </a:lnTo>
                  <a:lnTo>
                    <a:pt x="12399" y="7337"/>
                  </a:lnTo>
                  <a:lnTo>
                    <a:pt x="11225" y="7961"/>
                  </a:lnTo>
                  <a:lnTo>
                    <a:pt x="10675" y="8254"/>
                  </a:lnTo>
                  <a:lnTo>
                    <a:pt x="10052" y="8548"/>
                  </a:lnTo>
                  <a:lnTo>
                    <a:pt x="9428" y="8768"/>
                  </a:lnTo>
                  <a:lnTo>
                    <a:pt x="8804" y="8951"/>
                  </a:lnTo>
                  <a:lnTo>
                    <a:pt x="7520" y="9318"/>
                  </a:lnTo>
                  <a:lnTo>
                    <a:pt x="6200" y="9722"/>
                  </a:lnTo>
                  <a:lnTo>
                    <a:pt x="5796" y="9868"/>
                  </a:lnTo>
                  <a:lnTo>
                    <a:pt x="5650" y="10015"/>
                  </a:lnTo>
                  <a:lnTo>
                    <a:pt x="5576" y="10052"/>
                  </a:lnTo>
                  <a:lnTo>
                    <a:pt x="5576" y="10015"/>
                  </a:lnTo>
                  <a:lnTo>
                    <a:pt x="5540" y="9978"/>
                  </a:lnTo>
                  <a:lnTo>
                    <a:pt x="5540" y="10015"/>
                  </a:lnTo>
                  <a:lnTo>
                    <a:pt x="5503" y="10088"/>
                  </a:lnTo>
                  <a:lnTo>
                    <a:pt x="5503" y="10198"/>
                  </a:lnTo>
                  <a:lnTo>
                    <a:pt x="5540" y="10235"/>
                  </a:lnTo>
                  <a:lnTo>
                    <a:pt x="5576" y="10235"/>
                  </a:lnTo>
                  <a:lnTo>
                    <a:pt x="5796" y="10125"/>
                  </a:lnTo>
                  <a:lnTo>
                    <a:pt x="6017" y="10052"/>
                  </a:lnTo>
                  <a:lnTo>
                    <a:pt x="6530" y="9942"/>
                  </a:lnTo>
                  <a:lnTo>
                    <a:pt x="7704" y="9575"/>
                  </a:lnTo>
                  <a:lnTo>
                    <a:pt x="8878" y="9281"/>
                  </a:lnTo>
                  <a:lnTo>
                    <a:pt x="9465" y="9098"/>
                  </a:lnTo>
                  <a:lnTo>
                    <a:pt x="10015" y="8878"/>
                  </a:lnTo>
                  <a:lnTo>
                    <a:pt x="10528" y="8695"/>
                  </a:lnTo>
                  <a:lnTo>
                    <a:pt x="11005" y="8438"/>
                  </a:lnTo>
                  <a:lnTo>
                    <a:pt x="11959" y="7924"/>
                  </a:lnTo>
                  <a:lnTo>
                    <a:pt x="12473" y="7667"/>
                  </a:lnTo>
                  <a:lnTo>
                    <a:pt x="12986" y="7411"/>
                  </a:lnTo>
                  <a:lnTo>
                    <a:pt x="13573" y="7191"/>
                  </a:lnTo>
                  <a:lnTo>
                    <a:pt x="13756" y="7117"/>
                  </a:lnTo>
                  <a:lnTo>
                    <a:pt x="14013" y="7044"/>
                  </a:lnTo>
                  <a:lnTo>
                    <a:pt x="14050" y="7081"/>
                  </a:lnTo>
                  <a:lnTo>
                    <a:pt x="14160" y="7081"/>
                  </a:lnTo>
                  <a:lnTo>
                    <a:pt x="14197" y="7191"/>
                  </a:lnTo>
                  <a:lnTo>
                    <a:pt x="13830" y="7374"/>
                  </a:lnTo>
                  <a:lnTo>
                    <a:pt x="13500" y="7594"/>
                  </a:lnTo>
                  <a:lnTo>
                    <a:pt x="12436" y="8218"/>
                  </a:lnTo>
                  <a:lnTo>
                    <a:pt x="11335" y="8768"/>
                  </a:lnTo>
                  <a:lnTo>
                    <a:pt x="10198" y="9245"/>
                  </a:lnTo>
                  <a:lnTo>
                    <a:pt x="9061" y="9685"/>
                  </a:lnTo>
                  <a:lnTo>
                    <a:pt x="7887" y="10088"/>
                  </a:lnTo>
                  <a:lnTo>
                    <a:pt x="6750" y="10455"/>
                  </a:lnTo>
                  <a:lnTo>
                    <a:pt x="6200" y="10639"/>
                  </a:lnTo>
                  <a:lnTo>
                    <a:pt x="5906" y="10749"/>
                  </a:lnTo>
                  <a:lnTo>
                    <a:pt x="5650" y="10895"/>
                  </a:lnTo>
                  <a:lnTo>
                    <a:pt x="5613" y="10932"/>
                  </a:lnTo>
                  <a:lnTo>
                    <a:pt x="5613" y="10969"/>
                  </a:lnTo>
                  <a:lnTo>
                    <a:pt x="5613" y="11005"/>
                  </a:lnTo>
                  <a:lnTo>
                    <a:pt x="5686" y="11042"/>
                  </a:lnTo>
                  <a:lnTo>
                    <a:pt x="5943" y="11005"/>
                  </a:lnTo>
                  <a:lnTo>
                    <a:pt x="6200" y="10969"/>
                  </a:lnTo>
                  <a:lnTo>
                    <a:pt x="6713" y="10822"/>
                  </a:lnTo>
                  <a:lnTo>
                    <a:pt x="7337" y="10602"/>
                  </a:lnTo>
                  <a:lnTo>
                    <a:pt x="7961" y="10419"/>
                  </a:lnTo>
                  <a:lnTo>
                    <a:pt x="9208" y="10015"/>
                  </a:lnTo>
                  <a:lnTo>
                    <a:pt x="10418" y="9538"/>
                  </a:lnTo>
                  <a:lnTo>
                    <a:pt x="11445" y="9061"/>
                  </a:lnTo>
                  <a:lnTo>
                    <a:pt x="12473" y="8584"/>
                  </a:lnTo>
                  <a:lnTo>
                    <a:pt x="13573" y="7961"/>
                  </a:lnTo>
                  <a:lnTo>
                    <a:pt x="14013" y="7741"/>
                  </a:lnTo>
                  <a:lnTo>
                    <a:pt x="14233" y="7594"/>
                  </a:lnTo>
                  <a:lnTo>
                    <a:pt x="14417" y="7447"/>
                  </a:lnTo>
                  <a:lnTo>
                    <a:pt x="14527" y="7594"/>
                  </a:lnTo>
                  <a:lnTo>
                    <a:pt x="14527" y="7631"/>
                  </a:lnTo>
                  <a:lnTo>
                    <a:pt x="14417" y="7961"/>
                  </a:lnTo>
                  <a:lnTo>
                    <a:pt x="14417" y="8328"/>
                  </a:lnTo>
                  <a:lnTo>
                    <a:pt x="14343" y="8254"/>
                  </a:lnTo>
                  <a:lnTo>
                    <a:pt x="14233" y="8254"/>
                  </a:lnTo>
                  <a:lnTo>
                    <a:pt x="13830" y="8438"/>
                  </a:lnTo>
                  <a:lnTo>
                    <a:pt x="13426" y="8658"/>
                  </a:lnTo>
                  <a:lnTo>
                    <a:pt x="12693" y="9135"/>
                  </a:lnTo>
                  <a:lnTo>
                    <a:pt x="12252" y="9428"/>
                  </a:lnTo>
                  <a:lnTo>
                    <a:pt x="11776" y="9685"/>
                  </a:lnTo>
                  <a:lnTo>
                    <a:pt x="11299" y="9942"/>
                  </a:lnTo>
                  <a:lnTo>
                    <a:pt x="10822" y="10125"/>
                  </a:lnTo>
                  <a:lnTo>
                    <a:pt x="8658" y="10822"/>
                  </a:lnTo>
                  <a:lnTo>
                    <a:pt x="7741" y="11115"/>
                  </a:lnTo>
                  <a:lnTo>
                    <a:pt x="7300" y="11262"/>
                  </a:lnTo>
                  <a:lnTo>
                    <a:pt x="6860" y="11446"/>
                  </a:lnTo>
                  <a:lnTo>
                    <a:pt x="5283" y="11409"/>
                  </a:lnTo>
                  <a:lnTo>
                    <a:pt x="5246" y="11189"/>
                  </a:lnTo>
                  <a:lnTo>
                    <a:pt x="5173" y="11115"/>
                  </a:lnTo>
                  <a:lnTo>
                    <a:pt x="5026" y="11115"/>
                  </a:lnTo>
                  <a:lnTo>
                    <a:pt x="4989" y="11189"/>
                  </a:lnTo>
                  <a:lnTo>
                    <a:pt x="4953" y="11409"/>
                  </a:lnTo>
                  <a:lnTo>
                    <a:pt x="4182" y="11336"/>
                  </a:lnTo>
                  <a:lnTo>
                    <a:pt x="3816" y="11336"/>
                  </a:lnTo>
                  <a:lnTo>
                    <a:pt x="3412" y="11372"/>
                  </a:lnTo>
                  <a:lnTo>
                    <a:pt x="3119" y="11409"/>
                  </a:lnTo>
                  <a:lnTo>
                    <a:pt x="2862" y="11556"/>
                  </a:lnTo>
                  <a:lnTo>
                    <a:pt x="2825" y="11005"/>
                  </a:lnTo>
                  <a:lnTo>
                    <a:pt x="2715" y="9428"/>
                  </a:lnTo>
                  <a:lnTo>
                    <a:pt x="2715" y="9171"/>
                  </a:lnTo>
                  <a:lnTo>
                    <a:pt x="2972" y="9171"/>
                  </a:lnTo>
                  <a:lnTo>
                    <a:pt x="3265" y="9135"/>
                  </a:lnTo>
                  <a:lnTo>
                    <a:pt x="3522" y="9061"/>
                  </a:lnTo>
                  <a:lnTo>
                    <a:pt x="3779" y="8988"/>
                  </a:lnTo>
                  <a:lnTo>
                    <a:pt x="4036" y="8841"/>
                  </a:lnTo>
                  <a:lnTo>
                    <a:pt x="4293" y="8695"/>
                  </a:lnTo>
                  <a:lnTo>
                    <a:pt x="4733" y="8401"/>
                  </a:lnTo>
                  <a:lnTo>
                    <a:pt x="5063" y="8108"/>
                  </a:lnTo>
                  <a:lnTo>
                    <a:pt x="5356" y="7777"/>
                  </a:lnTo>
                  <a:lnTo>
                    <a:pt x="5613" y="7447"/>
                  </a:lnTo>
                  <a:lnTo>
                    <a:pt x="5870" y="7117"/>
                  </a:lnTo>
                  <a:lnTo>
                    <a:pt x="6273" y="7007"/>
                  </a:lnTo>
                  <a:lnTo>
                    <a:pt x="6640" y="6824"/>
                  </a:lnTo>
                  <a:lnTo>
                    <a:pt x="7410" y="6420"/>
                  </a:lnTo>
                  <a:lnTo>
                    <a:pt x="8401" y="5980"/>
                  </a:lnTo>
                  <a:lnTo>
                    <a:pt x="9355" y="5577"/>
                  </a:lnTo>
                  <a:lnTo>
                    <a:pt x="10308" y="5246"/>
                  </a:lnTo>
                  <a:lnTo>
                    <a:pt x="11262" y="4880"/>
                  </a:lnTo>
                  <a:lnTo>
                    <a:pt x="12032" y="4623"/>
                  </a:lnTo>
                  <a:lnTo>
                    <a:pt x="12436" y="4403"/>
                  </a:lnTo>
                  <a:lnTo>
                    <a:pt x="12619" y="4219"/>
                  </a:lnTo>
                  <a:lnTo>
                    <a:pt x="12729" y="4183"/>
                  </a:lnTo>
                  <a:close/>
                  <a:moveTo>
                    <a:pt x="2385" y="1"/>
                  </a:moveTo>
                  <a:lnTo>
                    <a:pt x="2238" y="38"/>
                  </a:lnTo>
                  <a:lnTo>
                    <a:pt x="2202" y="74"/>
                  </a:lnTo>
                  <a:lnTo>
                    <a:pt x="2165" y="111"/>
                  </a:lnTo>
                  <a:lnTo>
                    <a:pt x="2055" y="368"/>
                  </a:lnTo>
                  <a:lnTo>
                    <a:pt x="1982" y="515"/>
                  </a:lnTo>
                  <a:lnTo>
                    <a:pt x="1578" y="1432"/>
                  </a:lnTo>
                  <a:lnTo>
                    <a:pt x="1541" y="1542"/>
                  </a:lnTo>
                  <a:lnTo>
                    <a:pt x="1578" y="1615"/>
                  </a:lnTo>
                  <a:lnTo>
                    <a:pt x="1615" y="1688"/>
                  </a:lnTo>
                  <a:lnTo>
                    <a:pt x="1688" y="1762"/>
                  </a:lnTo>
                  <a:lnTo>
                    <a:pt x="1761" y="1798"/>
                  </a:lnTo>
                  <a:lnTo>
                    <a:pt x="1835" y="1798"/>
                  </a:lnTo>
                  <a:lnTo>
                    <a:pt x="1908" y="1762"/>
                  </a:lnTo>
                  <a:lnTo>
                    <a:pt x="1982" y="1652"/>
                  </a:lnTo>
                  <a:lnTo>
                    <a:pt x="2128" y="1358"/>
                  </a:lnTo>
                  <a:lnTo>
                    <a:pt x="2092" y="2165"/>
                  </a:lnTo>
                  <a:lnTo>
                    <a:pt x="2092" y="2972"/>
                  </a:lnTo>
                  <a:lnTo>
                    <a:pt x="2055" y="4073"/>
                  </a:lnTo>
                  <a:lnTo>
                    <a:pt x="1982" y="4109"/>
                  </a:lnTo>
                  <a:lnTo>
                    <a:pt x="1835" y="4073"/>
                  </a:lnTo>
                  <a:lnTo>
                    <a:pt x="1725" y="3999"/>
                  </a:lnTo>
                  <a:lnTo>
                    <a:pt x="1615" y="3999"/>
                  </a:lnTo>
                  <a:lnTo>
                    <a:pt x="1541" y="4036"/>
                  </a:lnTo>
                  <a:lnTo>
                    <a:pt x="1505" y="4109"/>
                  </a:lnTo>
                  <a:lnTo>
                    <a:pt x="1541" y="4219"/>
                  </a:lnTo>
                  <a:lnTo>
                    <a:pt x="1651" y="4293"/>
                  </a:lnTo>
                  <a:lnTo>
                    <a:pt x="1761" y="4366"/>
                  </a:lnTo>
                  <a:lnTo>
                    <a:pt x="1908" y="4403"/>
                  </a:lnTo>
                  <a:lnTo>
                    <a:pt x="2055" y="4439"/>
                  </a:lnTo>
                  <a:lnTo>
                    <a:pt x="2055" y="5540"/>
                  </a:lnTo>
                  <a:lnTo>
                    <a:pt x="1908" y="5577"/>
                  </a:lnTo>
                  <a:lnTo>
                    <a:pt x="1651" y="5613"/>
                  </a:lnTo>
                  <a:lnTo>
                    <a:pt x="1615" y="5687"/>
                  </a:lnTo>
                  <a:lnTo>
                    <a:pt x="1541" y="5723"/>
                  </a:lnTo>
                  <a:lnTo>
                    <a:pt x="1541" y="5760"/>
                  </a:lnTo>
                  <a:lnTo>
                    <a:pt x="1505" y="5797"/>
                  </a:lnTo>
                  <a:lnTo>
                    <a:pt x="1541" y="5833"/>
                  </a:lnTo>
                  <a:lnTo>
                    <a:pt x="1578" y="5833"/>
                  </a:lnTo>
                  <a:lnTo>
                    <a:pt x="1651" y="5907"/>
                  </a:lnTo>
                  <a:lnTo>
                    <a:pt x="2055" y="5907"/>
                  </a:lnTo>
                  <a:lnTo>
                    <a:pt x="2092" y="6200"/>
                  </a:lnTo>
                  <a:lnTo>
                    <a:pt x="2092" y="7154"/>
                  </a:lnTo>
                  <a:lnTo>
                    <a:pt x="1835" y="7227"/>
                  </a:lnTo>
                  <a:lnTo>
                    <a:pt x="1541" y="7374"/>
                  </a:lnTo>
                  <a:lnTo>
                    <a:pt x="1505" y="7411"/>
                  </a:lnTo>
                  <a:lnTo>
                    <a:pt x="1505" y="7447"/>
                  </a:lnTo>
                  <a:lnTo>
                    <a:pt x="1541" y="7484"/>
                  </a:lnTo>
                  <a:lnTo>
                    <a:pt x="1578" y="7521"/>
                  </a:lnTo>
                  <a:lnTo>
                    <a:pt x="2092" y="7521"/>
                  </a:lnTo>
                  <a:lnTo>
                    <a:pt x="2165" y="8951"/>
                  </a:lnTo>
                  <a:lnTo>
                    <a:pt x="2165" y="8988"/>
                  </a:lnTo>
                  <a:lnTo>
                    <a:pt x="1982" y="8951"/>
                  </a:lnTo>
                  <a:lnTo>
                    <a:pt x="1578" y="8951"/>
                  </a:lnTo>
                  <a:lnTo>
                    <a:pt x="1505" y="8988"/>
                  </a:lnTo>
                  <a:lnTo>
                    <a:pt x="1468" y="9061"/>
                  </a:lnTo>
                  <a:lnTo>
                    <a:pt x="1468" y="9135"/>
                  </a:lnTo>
                  <a:lnTo>
                    <a:pt x="1541" y="9208"/>
                  </a:lnTo>
                  <a:lnTo>
                    <a:pt x="1688" y="9245"/>
                  </a:lnTo>
                  <a:lnTo>
                    <a:pt x="1835" y="9318"/>
                  </a:lnTo>
                  <a:lnTo>
                    <a:pt x="2202" y="9391"/>
                  </a:lnTo>
                  <a:lnTo>
                    <a:pt x="2238" y="10419"/>
                  </a:lnTo>
                  <a:lnTo>
                    <a:pt x="2018" y="10419"/>
                  </a:lnTo>
                  <a:lnTo>
                    <a:pt x="1798" y="10455"/>
                  </a:lnTo>
                  <a:lnTo>
                    <a:pt x="1725" y="10529"/>
                  </a:lnTo>
                  <a:lnTo>
                    <a:pt x="1651" y="10602"/>
                  </a:lnTo>
                  <a:lnTo>
                    <a:pt x="1578" y="10675"/>
                  </a:lnTo>
                  <a:lnTo>
                    <a:pt x="1615" y="10749"/>
                  </a:lnTo>
                  <a:lnTo>
                    <a:pt x="1688" y="10822"/>
                  </a:lnTo>
                  <a:lnTo>
                    <a:pt x="2128" y="10822"/>
                  </a:lnTo>
                  <a:lnTo>
                    <a:pt x="2275" y="10859"/>
                  </a:lnTo>
                  <a:lnTo>
                    <a:pt x="2275" y="10895"/>
                  </a:lnTo>
                  <a:lnTo>
                    <a:pt x="2312" y="11702"/>
                  </a:lnTo>
                  <a:lnTo>
                    <a:pt x="2348" y="11959"/>
                  </a:lnTo>
                  <a:lnTo>
                    <a:pt x="2385" y="12106"/>
                  </a:lnTo>
                  <a:lnTo>
                    <a:pt x="2495" y="12216"/>
                  </a:lnTo>
                  <a:lnTo>
                    <a:pt x="2568" y="12253"/>
                  </a:lnTo>
                  <a:lnTo>
                    <a:pt x="2679" y="12253"/>
                  </a:lnTo>
                  <a:lnTo>
                    <a:pt x="2752" y="12216"/>
                  </a:lnTo>
                  <a:lnTo>
                    <a:pt x="2789" y="12143"/>
                  </a:lnTo>
                  <a:lnTo>
                    <a:pt x="2825" y="12106"/>
                  </a:lnTo>
                  <a:lnTo>
                    <a:pt x="3009" y="11959"/>
                  </a:lnTo>
                  <a:lnTo>
                    <a:pt x="3265" y="11886"/>
                  </a:lnTo>
                  <a:lnTo>
                    <a:pt x="3486" y="11849"/>
                  </a:lnTo>
                  <a:lnTo>
                    <a:pt x="3742" y="11849"/>
                  </a:lnTo>
                  <a:lnTo>
                    <a:pt x="3742" y="12033"/>
                  </a:lnTo>
                  <a:lnTo>
                    <a:pt x="3742" y="12216"/>
                  </a:lnTo>
                  <a:lnTo>
                    <a:pt x="3816" y="12363"/>
                  </a:lnTo>
                  <a:lnTo>
                    <a:pt x="3889" y="12509"/>
                  </a:lnTo>
                  <a:lnTo>
                    <a:pt x="3962" y="12583"/>
                  </a:lnTo>
                  <a:lnTo>
                    <a:pt x="4036" y="12546"/>
                  </a:lnTo>
                  <a:lnTo>
                    <a:pt x="4109" y="12509"/>
                  </a:lnTo>
                  <a:lnTo>
                    <a:pt x="4146" y="12436"/>
                  </a:lnTo>
                  <a:lnTo>
                    <a:pt x="4072" y="12216"/>
                  </a:lnTo>
                  <a:lnTo>
                    <a:pt x="4036" y="12069"/>
                  </a:lnTo>
                  <a:lnTo>
                    <a:pt x="4036" y="11886"/>
                  </a:lnTo>
                  <a:lnTo>
                    <a:pt x="5063" y="11922"/>
                  </a:lnTo>
                  <a:lnTo>
                    <a:pt x="5063" y="12143"/>
                  </a:lnTo>
                  <a:lnTo>
                    <a:pt x="5100" y="12619"/>
                  </a:lnTo>
                  <a:lnTo>
                    <a:pt x="5136" y="12693"/>
                  </a:lnTo>
                  <a:lnTo>
                    <a:pt x="5173" y="12766"/>
                  </a:lnTo>
                  <a:lnTo>
                    <a:pt x="5320" y="12766"/>
                  </a:lnTo>
                  <a:lnTo>
                    <a:pt x="5466" y="12729"/>
                  </a:lnTo>
                  <a:lnTo>
                    <a:pt x="5503" y="12619"/>
                  </a:lnTo>
                  <a:lnTo>
                    <a:pt x="5540" y="12473"/>
                  </a:lnTo>
                  <a:lnTo>
                    <a:pt x="5466" y="12363"/>
                  </a:lnTo>
                  <a:lnTo>
                    <a:pt x="5393" y="12326"/>
                  </a:lnTo>
                  <a:lnTo>
                    <a:pt x="5356" y="12106"/>
                  </a:lnTo>
                  <a:lnTo>
                    <a:pt x="5283" y="11922"/>
                  </a:lnTo>
                  <a:lnTo>
                    <a:pt x="5906" y="11959"/>
                  </a:lnTo>
                  <a:lnTo>
                    <a:pt x="6493" y="11959"/>
                  </a:lnTo>
                  <a:lnTo>
                    <a:pt x="6493" y="11996"/>
                  </a:lnTo>
                  <a:lnTo>
                    <a:pt x="6457" y="12179"/>
                  </a:lnTo>
                  <a:lnTo>
                    <a:pt x="6420" y="12399"/>
                  </a:lnTo>
                  <a:lnTo>
                    <a:pt x="6457" y="12583"/>
                  </a:lnTo>
                  <a:lnTo>
                    <a:pt x="6567" y="12766"/>
                  </a:lnTo>
                  <a:lnTo>
                    <a:pt x="6603" y="12840"/>
                  </a:lnTo>
                  <a:lnTo>
                    <a:pt x="6677" y="12876"/>
                  </a:lnTo>
                  <a:lnTo>
                    <a:pt x="6750" y="12876"/>
                  </a:lnTo>
                  <a:lnTo>
                    <a:pt x="6824" y="12840"/>
                  </a:lnTo>
                  <a:lnTo>
                    <a:pt x="6897" y="12766"/>
                  </a:lnTo>
                  <a:lnTo>
                    <a:pt x="6897" y="12729"/>
                  </a:lnTo>
                  <a:lnTo>
                    <a:pt x="6897" y="12656"/>
                  </a:lnTo>
                  <a:lnTo>
                    <a:pt x="6824" y="12619"/>
                  </a:lnTo>
                  <a:lnTo>
                    <a:pt x="6787" y="12583"/>
                  </a:lnTo>
                  <a:lnTo>
                    <a:pt x="6713" y="12399"/>
                  </a:lnTo>
                  <a:lnTo>
                    <a:pt x="6677" y="12216"/>
                  </a:lnTo>
                  <a:lnTo>
                    <a:pt x="6640" y="11996"/>
                  </a:lnTo>
                  <a:lnTo>
                    <a:pt x="6640" y="11959"/>
                  </a:lnTo>
                  <a:lnTo>
                    <a:pt x="7924" y="11996"/>
                  </a:lnTo>
                  <a:lnTo>
                    <a:pt x="7851" y="12033"/>
                  </a:lnTo>
                  <a:lnTo>
                    <a:pt x="7814" y="12106"/>
                  </a:lnTo>
                  <a:lnTo>
                    <a:pt x="7777" y="12253"/>
                  </a:lnTo>
                  <a:lnTo>
                    <a:pt x="7777" y="12399"/>
                  </a:lnTo>
                  <a:lnTo>
                    <a:pt x="7777" y="12509"/>
                  </a:lnTo>
                  <a:lnTo>
                    <a:pt x="7814" y="12619"/>
                  </a:lnTo>
                  <a:lnTo>
                    <a:pt x="7887" y="12729"/>
                  </a:lnTo>
                  <a:lnTo>
                    <a:pt x="7961" y="12766"/>
                  </a:lnTo>
                  <a:lnTo>
                    <a:pt x="8034" y="12729"/>
                  </a:lnTo>
                  <a:lnTo>
                    <a:pt x="8107" y="12693"/>
                  </a:lnTo>
                  <a:lnTo>
                    <a:pt x="8144" y="12619"/>
                  </a:lnTo>
                  <a:lnTo>
                    <a:pt x="8107" y="12473"/>
                  </a:lnTo>
                  <a:lnTo>
                    <a:pt x="8071" y="12289"/>
                  </a:lnTo>
                  <a:lnTo>
                    <a:pt x="8071" y="12179"/>
                  </a:lnTo>
                  <a:lnTo>
                    <a:pt x="8034" y="12106"/>
                  </a:lnTo>
                  <a:lnTo>
                    <a:pt x="8034" y="12033"/>
                  </a:lnTo>
                  <a:lnTo>
                    <a:pt x="8034" y="11996"/>
                  </a:lnTo>
                  <a:lnTo>
                    <a:pt x="9391" y="11996"/>
                  </a:lnTo>
                  <a:lnTo>
                    <a:pt x="9318" y="12216"/>
                  </a:lnTo>
                  <a:lnTo>
                    <a:pt x="9318" y="12473"/>
                  </a:lnTo>
                  <a:lnTo>
                    <a:pt x="9355" y="12546"/>
                  </a:lnTo>
                  <a:lnTo>
                    <a:pt x="9428" y="12583"/>
                  </a:lnTo>
                  <a:lnTo>
                    <a:pt x="9611" y="12583"/>
                  </a:lnTo>
                  <a:lnTo>
                    <a:pt x="9685" y="12546"/>
                  </a:lnTo>
                  <a:lnTo>
                    <a:pt x="9721" y="12473"/>
                  </a:lnTo>
                  <a:lnTo>
                    <a:pt x="9721" y="12436"/>
                  </a:lnTo>
                  <a:lnTo>
                    <a:pt x="9721" y="12363"/>
                  </a:lnTo>
                  <a:lnTo>
                    <a:pt x="9611" y="12326"/>
                  </a:lnTo>
                  <a:lnTo>
                    <a:pt x="9611" y="11996"/>
                  </a:lnTo>
                  <a:lnTo>
                    <a:pt x="10638" y="11996"/>
                  </a:lnTo>
                  <a:lnTo>
                    <a:pt x="10675" y="12253"/>
                  </a:lnTo>
                  <a:lnTo>
                    <a:pt x="10748" y="12509"/>
                  </a:lnTo>
                  <a:lnTo>
                    <a:pt x="10822" y="12583"/>
                  </a:lnTo>
                  <a:lnTo>
                    <a:pt x="10969" y="12583"/>
                  </a:lnTo>
                  <a:lnTo>
                    <a:pt x="11005" y="12509"/>
                  </a:lnTo>
                  <a:lnTo>
                    <a:pt x="11042" y="12399"/>
                  </a:lnTo>
                  <a:lnTo>
                    <a:pt x="10969" y="12179"/>
                  </a:lnTo>
                  <a:lnTo>
                    <a:pt x="10895" y="11996"/>
                  </a:lnTo>
                  <a:lnTo>
                    <a:pt x="12106" y="11996"/>
                  </a:lnTo>
                  <a:lnTo>
                    <a:pt x="12069" y="12069"/>
                  </a:lnTo>
                  <a:lnTo>
                    <a:pt x="12032" y="12143"/>
                  </a:lnTo>
                  <a:lnTo>
                    <a:pt x="11996" y="12363"/>
                  </a:lnTo>
                  <a:lnTo>
                    <a:pt x="12032" y="12473"/>
                  </a:lnTo>
                  <a:lnTo>
                    <a:pt x="12069" y="12619"/>
                  </a:lnTo>
                  <a:lnTo>
                    <a:pt x="12142" y="12729"/>
                  </a:lnTo>
                  <a:lnTo>
                    <a:pt x="12216" y="12803"/>
                  </a:lnTo>
                  <a:lnTo>
                    <a:pt x="12289" y="12840"/>
                  </a:lnTo>
                  <a:lnTo>
                    <a:pt x="12362" y="12803"/>
                  </a:lnTo>
                  <a:lnTo>
                    <a:pt x="12399" y="12766"/>
                  </a:lnTo>
                  <a:lnTo>
                    <a:pt x="12399" y="12693"/>
                  </a:lnTo>
                  <a:lnTo>
                    <a:pt x="12362" y="12546"/>
                  </a:lnTo>
                  <a:lnTo>
                    <a:pt x="12289" y="12363"/>
                  </a:lnTo>
                  <a:lnTo>
                    <a:pt x="12252" y="12179"/>
                  </a:lnTo>
                  <a:lnTo>
                    <a:pt x="12252" y="11959"/>
                  </a:lnTo>
                  <a:lnTo>
                    <a:pt x="13353" y="11959"/>
                  </a:lnTo>
                  <a:lnTo>
                    <a:pt x="13280" y="12106"/>
                  </a:lnTo>
                  <a:lnTo>
                    <a:pt x="13243" y="12253"/>
                  </a:lnTo>
                  <a:lnTo>
                    <a:pt x="13243" y="12436"/>
                  </a:lnTo>
                  <a:lnTo>
                    <a:pt x="13316" y="12583"/>
                  </a:lnTo>
                  <a:lnTo>
                    <a:pt x="13353" y="12619"/>
                  </a:lnTo>
                  <a:lnTo>
                    <a:pt x="13426" y="12656"/>
                  </a:lnTo>
                  <a:lnTo>
                    <a:pt x="13500" y="12656"/>
                  </a:lnTo>
                  <a:lnTo>
                    <a:pt x="13573" y="12583"/>
                  </a:lnTo>
                  <a:lnTo>
                    <a:pt x="13610" y="12436"/>
                  </a:lnTo>
                  <a:lnTo>
                    <a:pt x="13536" y="12216"/>
                  </a:lnTo>
                  <a:lnTo>
                    <a:pt x="13536" y="12069"/>
                  </a:lnTo>
                  <a:lnTo>
                    <a:pt x="13573" y="11922"/>
                  </a:lnTo>
                  <a:lnTo>
                    <a:pt x="14563" y="11886"/>
                  </a:lnTo>
                  <a:lnTo>
                    <a:pt x="14563" y="11886"/>
                  </a:lnTo>
                  <a:lnTo>
                    <a:pt x="14527" y="12363"/>
                  </a:lnTo>
                  <a:lnTo>
                    <a:pt x="14563" y="12436"/>
                  </a:lnTo>
                  <a:lnTo>
                    <a:pt x="14637" y="12509"/>
                  </a:lnTo>
                  <a:lnTo>
                    <a:pt x="14747" y="12509"/>
                  </a:lnTo>
                  <a:lnTo>
                    <a:pt x="14820" y="12473"/>
                  </a:lnTo>
                  <a:lnTo>
                    <a:pt x="14893" y="12399"/>
                  </a:lnTo>
                  <a:lnTo>
                    <a:pt x="14967" y="12289"/>
                  </a:lnTo>
                  <a:lnTo>
                    <a:pt x="14967" y="12179"/>
                  </a:lnTo>
                  <a:lnTo>
                    <a:pt x="14967" y="12069"/>
                  </a:lnTo>
                  <a:lnTo>
                    <a:pt x="14930" y="11996"/>
                  </a:lnTo>
                  <a:lnTo>
                    <a:pt x="14857" y="11959"/>
                  </a:lnTo>
                  <a:lnTo>
                    <a:pt x="14857" y="11886"/>
                  </a:lnTo>
                  <a:lnTo>
                    <a:pt x="16618" y="11776"/>
                  </a:lnTo>
                  <a:lnTo>
                    <a:pt x="16654" y="11812"/>
                  </a:lnTo>
                  <a:lnTo>
                    <a:pt x="16544" y="11996"/>
                  </a:lnTo>
                  <a:lnTo>
                    <a:pt x="16361" y="12179"/>
                  </a:lnTo>
                  <a:lnTo>
                    <a:pt x="16287" y="12289"/>
                  </a:lnTo>
                  <a:lnTo>
                    <a:pt x="16251" y="12363"/>
                  </a:lnTo>
                  <a:lnTo>
                    <a:pt x="16287" y="12436"/>
                  </a:lnTo>
                  <a:lnTo>
                    <a:pt x="16324" y="12509"/>
                  </a:lnTo>
                  <a:lnTo>
                    <a:pt x="16397" y="12546"/>
                  </a:lnTo>
                  <a:lnTo>
                    <a:pt x="16471" y="12583"/>
                  </a:lnTo>
                  <a:lnTo>
                    <a:pt x="16544" y="12583"/>
                  </a:lnTo>
                  <a:lnTo>
                    <a:pt x="16581" y="12546"/>
                  </a:lnTo>
                  <a:lnTo>
                    <a:pt x="16728" y="12473"/>
                  </a:lnTo>
                  <a:lnTo>
                    <a:pt x="16801" y="12363"/>
                  </a:lnTo>
                  <a:lnTo>
                    <a:pt x="16984" y="12106"/>
                  </a:lnTo>
                  <a:lnTo>
                    <a:pt x="17461" y="11482"/>
                  </a:lnTo>
                  <a:lnTo>
                    <a:pt x="17461" y="11409"/>
                  </a:lnTo>
                  <a:lnTo>
                    <a:pt x="17461" y="11336"/>
                  </a:lnTo>
                  <a:lnTo>
                    <a:pt x="17461" y="11262"/>
                  </a:lnTo>
                  <a:lnTo>
                    <a:pt x="17425" y="11189"/>
                  </a:lnTo>
                  <a:lnTo>
                    <a:pt x="17058" y="10895"/>
                  </a:lnTo>
                  <a:lnTo>
                    <a:pt x="16728" y="10639"/>
                  </a:lnTo>
                  <a:lnTo>
                    <a:pt x="16654" y="10602"/>
                  </a:lnTo>
                  <a:lnTo>
                    <a:pt x="16581" y="10602"/>
                  </a:lnTo>
                  <a:lnTo>
                    <a:pt x="16544" y="10639"/>
                  </a:lnTo>
                  <a:lnTo>
                    <a:pt x="16471" y="10675"/>
                  </a:lnTo>
                  <a:lnTo>
                    <a:pt x="16434" y="10785"/>
                  </a:lnTo>
                  <a:lnTo>
                    <a:pt x="16434" y="10859"/>
                  </a:lnTo>
                  <a:lnTo>
                    <a:pt x="16471" y="10932"/>
                  </a:lnTo>
                  <a:lnTo>
                    <a:pt x="16801" y="11226"/>
                  </a:lnTo>
                  <a:lnTo>
                    <a:pt x="13940" y="11372"/>
                  </a:lnTo>
                  <a:lnTo>
                    <a:pt x="14050" y="11336"/>
                  </a:lnTo>
                  <a:lnTo>
                    <a:pt x="14270" y="11189"/>
                  </a:lnTo>
                  <a:lnTo>
                    <a:pt x="14343" y="11115"/>
                  </a:lnTo>
                  <a:lnTo>
                    <a:pt x="14417" y="11005"/>
                  </a:lnTo>
                  <a:lnTo>
                    <a:pt x="14417" y="10932"/>
                  </a:lnTo>
                  <a:lnTo>
                    <a:pt x="14380" y="10895"/>
                  </a:lnTo>
                  <a:lnTo>
                    <a:pt x="14233" y="10895"/>
                  </a:lnTo>
                  <a:lnTo>
                    <a:pt x="14123" y="10932"/>
                  </a:lnTo>
                  <a:lnTo>
                    <a:pt x="13903" y="11079"/>
                  </a:lnTo>
                  <a:lnTo>
                    <a:pt x="13720" y="11226"/>
                  </a:lnTo>
                  <a:lnTo>
                    <a:pt x="13573" y="11409"/>
                  </a:lnTo>
                  <a:lnTo>
                    <a:pt x="12289" y="11446"/>
                  </a:lnTo>
                  <a:lnTo>
                    <a:pt x="12546" y="11336"/>
                  </a:lnTo>
                  <a:lnTo>
                    <a:pt x="12839" y="11226"/>
                  </a:lnTo>
                  <a:lnTo>
                    <a:pt x="13169" y="11079"/>
                  </a:lnTo>
                  <a:lnTo>
                    <a:pt x="13500" y="10895"/>
                  </a:lnTo>
                  <a:lnTo>
                    <a:pt x="13793" y="10675"/>
                  </a:lnTo>
                  <a:lnTo>
                    <a:pt x="14050" y="10419"/>
                  </a:lnTo>
                  <a:lnTo>
                    <a:pt x="14087" y="10308"/>
                  </a:lnTo>
                  <a:lnTo>
                    <a:pt x="14050" y="10235"/>
                  </a:lnTo>
                  <a:lnTo>
                    <a:pt x="13976" y="10198"/>
                  </a:lnTo>
                  <a:lnTo>
                    <a:pt x="13903" y="10235"/>
                  </a:lnTo>
                  <a:lnTo>
                    <a:pt x="13646" y="10382"/>
                  </a:lnTo>
                  <a:lnTo>
                    <a:pt x="13390" y="10565"/>
                  </a:lnTo>
                  <a:lnTo>
                    <a:pt x="13133" y="10749"/>
                  </a:lnTo>
                  <a:lnTo>
                    <a:pt x="12876" y="10895"/>
                  </a:lnTo>
                  <a:lnTo>
                    <a:pt x="12583" y="11042"/>
                  </a:lnTo>
                  <a:lnTo>
                    <a:pt x="12289" y="11152"/>
                  </a:lnTo>
                  <a:lnTo>
                    <a:pt x="11996" y="11299"/>
                  </a:lnTo>
                  <a:lnTo>
                    <a:pt x="11702" y="11446"/>
                  </a:lnTo>
                  <a:lnTo>
                    <a:pt x="10162" y="11482"/>
                  </a:lnTo>
                  <a:lnTo>
                    <a:pt x="10602" y="11299"/>
                  </a:lnTo>
                  <a:lnTo>
                    <a:pt x="12216" y="10639"/>
                  </a:lnTo>
                  <a:lnTo>
                    <a:pt x="12766" y="10455"/>
                  </a:lnTo>
                  <a:lnTo>
                    <a:pt x="13316" y="10162"/>
                  </a:lnTo>
                  <a:lnTo>
                    <a:pt x="13573" y="10015"/>
                  </a:lnTo>
                  <a:lnTo>
                    <a:pt x="13793" y="9832"/>
                  </a:lnTo>
                  <a:lnTo>
                    <a:pt x="13976" y="9612"/>
                  </a:lnTo>
                  <a:lnTo>
                    <a:pt x="14087" y="9355"/>
                  </a:lnTo>
                  <a:lnTo>
                    <a:pt x="14087" y="9245"/>
                  </a:lnTo>
                  <a:lnTo>
                    <a:pt x="14050" y="9208"/>
                  </a:lnTo>
                  <a:lnTo>
                    <a:pt x="13940" y="9171"/>
                  </a:lnTo>
                  <a:lnTo>
                    <a:pt x="13866" y="9208"/>
                  </a:lnTo>
                  <a:lnTo>
                    <a:pt x="13463" y="9612"/>
                  </a:lnTo>
                  <a:lnTo>
                    <a:pt x="13243" y="9795"/>
                  </a:lnTo>
                  <a:lnTo>
                    <a:pt x="12986" y="9978"/>
                  </a:lnTo>
                  <a:lnTo>
                    <a:pt x="12693" y="10125"/>
                  </a:lnTo>
                  <a:lnTo>
                    <a:pt x="12399" y="10235"/>
                  </a:lnTo>
                  <a:lnTo>
                    <a:pt x="11776" y="10492"/>
                  </a:lnTo>
                  <a:lnTo>
                    <a:pt x="10418" y="11042"/>
                  </a:lnTo>
                  <a:lnTo>
                    <a:pt x="9905" y="11262"/>
                  </a:lnTo>
                  <a:lnTo>
                    <a:pt x="9428" y="11482"/>
                  </a:lnTo>
                  <a:lnTo>
                    <a:pt x="7667" y="11482"/>
                  </a:lnTo>
                  <a:lnTo>
                    <a:pt x="8621" y="11152"/>
                  </a:lnTo>
                  <a:lnTo>
                    <a:pt x="10895" y="10419"/>
                  </a:lnTo>
                  <a:lnTo>
                    <a:pt x="11335" y="10235"/>
                  </a:lnTo>
                  <a:lnTo>
                    <a:pt x="11776" y="10052"/>
                  </a:lnTo>
                  <a:lnTo>
                    <a:pt x="12179" y="9832"/>
                  </a:lnTo>
                  <a:lnTo>
                    <a:pt x="12583" y="9575"/>
                  </a:lnTo>
                  <a:lnTo>
                    <a:pt x="13426" y="9025"/>
                  </a:lnTo>
                  <a:lnTo>
                    <a:pt x="13866" y="8768"/>
                  </a:lnTo>
                  <a:lnTo>
                    <a:pt x="14307" y="8548"/>
                  </a:lnTo>
                  <a:lnTo>
                    <a:pt x="14380" y="8511"/>
                  </a:lnTo>
                  <a:lnTo>
                    <a:pt x="14417" y="8474"/>
                  </a:lnTo>
                  <a:lnTo>
                    <a:pt x="14417" y="8841"/>
                  </a:lnTo>
                  <a:lnTo>
                    <a:pt x="14453" y="8915"/>
                  </a:lnTo>
                  <a:lnTo>
                    <a:pt x="14490" y="8951"/>
                  </a:lnTo>
                  <a:lnTo>
                    <a:pt x="14527" y="8988"/>
                  </a:lnTo>
                  <a:lnTo>
                    <a:pt x="14600" y="9025"/>
                  </a:lnTo>
                  <a:lnTo>
                    <a:pt x="14673" y="8988"/>
                  </a:lnTo>
                  <a:lnTo>
                    <a:pt x="14747" y="8951"/>
                  </a:lnTo>
                  <a:lnTo>
                    <a:pt x="14783" y="8915"/>
                  </a:lnTo>
                  <a:lnTo>
                    <a:pt x="14783" y="8841"/>
                  </a:lnTo>
                  <a:lnTo>
                    <a:pt x="14783" y="8291"/>
                  </a:lnTo>
                  <a:lnTo>
                    <a:pt x="14747" y="8034"/>
                  </a:lnTo>
                  <a:lnTo>
                    <a:pt x="14673" y="7777"/>
                  </a:lnTo>
                  <a:lnTo>
                    <a:pt x="15077" y="8181"/>
                  </a:lnTo>
                  <a:lnTo>
                    <a:pt x="15517" y="8584"/>
                  </a:lnTo>
                  <a:lnTo>
                    <a:pt x="15737" y="8768"/>
                  </a:lnTo>
                  <a:lnTo>
                    <a:pt x="15847" y="8841"/>
                  </a:lnTo>
                  <a:lnTo>
                    <a:pt x="15994" y="8878"/>
                  </a:lnTo>
                  <a:lnTo>
                    <a:pt x="16361" y="8915"/>
                  </a:lnTo>
                  <a:lnTo>
                    <a:pt x="16764" y="8915"/>
                  </a:lnTo>
                  <a:lnTo>
                    <a:pt x="17204" y="8878"/>
                  </a:lnTo>
                  <a:lnTo>
                    <a:pt x="17608" y="8731"/>
                  </a:lnTo>
                  <a:lnTo>
                    <a:pt x="17681" y="8695"/>
                  </a:lnTo>
                  <a:lnTo>
                    <a:pt x="17755" y="8584"/>
                  </a:lnTo>
                  <a:lnTo>
                    <a:pt x="17791" y="8511"/>
                  </a:lnTo>
                  <a:lnTo>
                    <a:pt x="17755" y="8438"/>
                  </a:lnTo>
                  <a:lnTo>
                    <a:pt x="17718" y="8328"/>
                  </a:lnTo>
                  <a:lnTo>
                    <a:pt x="17681" y="8291"/>
                  </a:lnTo>
                  <a:lnTo>
                    <a:pt x="17571" y="8254"/>
                  </a:lnTo>
                  <a:lnTo>
                    <a:pt x="17461" y="8254"/>
                  </a:lnTo>
                  <a:lnTo>
                    <a:pt x="17131" y="8364"/>
                  </a:lnTo>
                  <a:lnTo>
                    <a:pt x="16764" y="8401"/>
                  </a:lnTo>
                  <a:lnTo>
                    <a:pt x="16397" y="8438"/>
                  </a:lnTo>
                  <a:lnTo>
                    <a:pt x="16177" y="8401"/>
                  </a:lnTo>
                  <a:lnTo>
                    <a:pt x="16031" y="8364"/>
                  </a:lnTo>
                  <a:lnTo>
                    <a:pt x="15480" y="7888"/>
                  </a:lnTo>
                  <a:lnTo>
                    <a:pt x="15004" y="7374"/>
                  </a:lnTo>
                  <a:lnTo>
                    <a:pt x="14563" y="6824"/>
                  </a:lnTo>
                  <a:lnTo>
                    <a:pt x="14160" y="6237"/>
                  </a:lnTo>
                  <a:lnTo>
                    <a:pt x="13830" y="5613"/>
                  </a:lnTo>
                  <a:lnTo>
                    <a:pt x="13536" y="4990"/>
                  </a:lnTo>
                  <a:lnTo>
                    <a:pt x="13096" y="3926"/>
                  </a:lnTo>
                  <a:lnTo>
                    <a:pt x="12803" y="3412"/>
                  </a:lnTo>
                  <a:lnTo>
                    <a:pt x="12509" y="2936"/>
                  </a:lnTo>
                  <a:lnTo>
                    <a:pt x="12326" y="2752"/>
                  </a:lnTo>
                  <a:lnTo>
                    <a:pt x="12142" y="2532"/>
                  </a:lnTo>
                  <a:lnTo>
                    <a:pt x="11959" y="2349"/>
                  </a:lnTo>
                  <a:lnTo>
                    <a:pt x="11739" y="2202"/>
                  </a:lnTo>
                  <a:lnTo>
                    <a:pt x="11482" y="2092"/>
                  </a:lnTo>
                  <a:lnTo>
                    <a:pt x="11225" y="1982"/>
                  </a:lnTo>
                  <a:lnTo>
                    <a:pt x="10932" y="1908"/>
                  </a:lnTo>
                  <a:lnTo>
                    <a:pt x="10602" y="1872"/>
                  </a:lnTo>
                  <a:lnTo>
                    <a:pt x="10308" y="1872"/>
                  </a:lnTo>
                  <a:lnTo>
                    <a:pt x="9978" y="1908"/>
                  </a:lnTo>
                  <a:lnTo>
                    <a:pt x="9685" y="1982"/>
                  </a:lnTo>
                  <a:lnTo>
                    <a:pt x="9391" y="2055"/>
                  </a:lnTo>
                  <a:lnTo>
                    <a:pt x="9098" y="2202"/>
                  </a:lnTo>
                  <a:lnTo>
                    <a:pt x="8841" y="2349"/>
                  </a:lnTo>
                  <a:lnTo>
                    <a:pt x="8584" y="2495"/>
                  </a:lnTo>
                  <a:lnTo>
                    <a:pt x="8327" y="2715"/>
                  </a:lnTo>
                  <a:lnTo>
                    <a:pt x="7887" y="3119"/>
                  </a:lnTo>
                  <a:lnTo>
                    <a:pt x="7484" y="3632"/>
                  </a:lnTo>
                  <a:lnTo>
                    <a:pt x="7117" y="4146"/>
                  </a:lnTo>
                  <a:lnTo>
                    <a:pt x="6787" y="4660"/>
                  </a:lnTo>
                  <a:lnTo>
                    <a:pt x="6127" y="5833"/>
                  </a:lnTo>
                  <a:lnTo>
                    <a:pt x="5796" y="6457"/>
                  </a:lnTo>
                  <a:lnTo>
                    <a:pt x="5430" y="7044"/>
                  </a:lnTo>
                  <a:lnTo>
                    <a:pt x="4989" y="7594"/>
                  </a:lnTo>
                  <a:lnTo>
                    <a:pt x="4769" y="7851"/>
                  </a:lnTo>
                  <a:lnTo>
                    <a:pt x="4513" y="8071"/>
                  </a:lnTo>
                  <a:lnTo>
                    <a:pt x="4256" y="8291"/>
                  </a:lnTo>
                  <a:lnTo>
                    <a:pt x="3962" y="8474"/>
                  </a:lnTo>
                  <a:lnTo>
                    <a:pt x="3669" y="8621"/>
                  </a:lnTo>
                  <a:lnTo>
                    <a:pt x="3339" y="8731"/>
                  </a:lnTo>
                  <a:lnTo>
                    <a:pt x="3009" y="8841"/>
                  </a:lnTo>
                  <a:lnTo>
                    <a:pt x="2715" y="8915"/>
                  </a:lnTo>
                  <a:lnTo>
                    <a:pt x="2605" y="6200"/>
                  </a:lnTo>
                  <a:lnTo>
                    <a:pt x="2568" y="3119"/>
                  </a:lnTo>
                  <a:lnTo>
                    <a:pt x="2605" y="1505"/>
                  </a:lnTo>
                  <a:lnTo>
                    <a:pt x="2568" y="1138"/>
                  </a:lnTo>
                  <a:lnTo>
                    <a:pt x="2715" y="1395"/>
                  </a:lnTo>
                  <a:lnTo>
                    <a:pt x="2862" y="1652"/>
                  </a:lnTo>
                  <a:lnTo>
                    <a:pt x="2899" y="1725"/>
                  </a:lnTo>
                  <a:lnTo>
                    <a:pt x="2972" y="1762"/>
                  </a:lnTo>
                  <a:lnTo>
                    <a:pt x="3119" y="1762"/>
                  </a:lnTo>
                  <a:lnTo>
                    <a:pt x="3192" y="1688"/>
                  </a:lnTo>
                  <a:lnTo>
                    <a:pt x="3229" y="1652"/>
                  </a:lnTo>
                  <a:lnTo>
                    <a:pt x="3265" y="1578"/>
                  </a:lnTo>
                  <a:lnTo>
                    <a:pt x="3265" y="1505"/>
                  </a:lnTo>
                  <a:lnTo>
                    <a:pt x="3155" y="1138"/>
                  </a:lnTo>
                  <a:lnTo>
                    <a:pt x="2972" y="771"/>
                  </a:lnTo>
                  <a:lnTo>
                    <a:pt x="2568" y="111"/>
                  </a:lnTo>
                  <a:lnTo>
                    <a:pt x="2495" y="38"/>
                  </a:lnTo>
                  <a:lnTo>
                    <a:pt x="2385" y="1"/>
                  </a:lnTo>
                  <a:close/>
                  <a:moveTo>
                    <a:pt x="15554" y="12546"/>
                  </a:moveTo>
                  <a:lnTo>
                    <a:pt x="15480" y="12583"/>
                  </a:lnTo>
                  <a:lnTo>
                    <a:pt x="15370" y="12619"/>
                  </a:lnTo>
                  <a:lnTo>
                    <a:pt x="15224" y="12766"/>
                  </a:lnTo>
                  <a:lnTo>
                    <a:pt x="15077" y="12913"/>
                  </a:lnTo>
                  <a:lnTo>
                    <a:pt x="15077" y="12950"/>
                  </a:lnTo>
                  <a:lnTo>
                    <a:pt x="14820" y="12803"/>
                  </a:lnTo>
                  <a:lnTo>
                    <a:pt x="14527" y="12693"/>
                  </a:lnTo>
                  <a:lnTo>
                    <a:pt x="14453" y="12693"/>
                  </a:lnTo>
                  <a:lnTo>
                    <a:pt x="14417" y="12729"/>
                  </a:lnTo>
                  <a:lnTo>
                    <a:pt x="14380" y="12803"/>
                  </a:lnTo>
                  <a:lnTo>
                    <a:pt x="14380" y="12876"/>
                  </a:lnTo>
                  <a:lnTo>
                    <a:pt x="14563" y="13096"/>
                  </a:lnTo>
                  <a:lnTo>
                    <a:pt x="14783" y="13316"/>
                  </a:lnTo>
                  <a:lnTo>
                    <a:pt x="14673" y="13463"/>
                  </a:lnTo>
                  <a:lnTo>
                    <a:pt x="14490" y="13720"/>
                  </a:lnTo>
                  <a:lnTo>
                    <a:pt x="14417" y="13867"/>
                  </a:lnTo>
                  <a:lnTo>
                    <a:pt x="14417" y="14013"/>
                  </a:lnTo>
                  <a:lnTo>
                    <a:pt x="14453" y="14087"/>
                  </a:lnTo>
                  <a:lnTo>
                    <a:pt x="14490" y="14123"/>
                  </a:lnTo>
                  <a:lnTo>
                    <a:pt x="14600" y="14123"/>
                  </a:lnTo>
                  <a:lnTo>
                    <a:pt x="14673" y="14087"/>
                  </a:lnTo>
                  <a:lnTo>
                    <a:pt x="14783" y="14050"/>
                  </a:lnTo>
                  <a:lnTo>
                    <a:pt x="14893" y="13903"/>
                  </a:lnTo>
                  <a:lnTo>
                    <a:pt x="15150" y="13573"/>
                  </a:lnTo>
                  <a:lnTo>
                    <a:pt x="15590" y="13903"/>
                  </a:lnTo>
                  <a:lnTo>
                    <a:pt x="15700" y="13940"/>
                  </a:lnTo>
                  <a:lnTo>
                    <a:pt x="15774" y="13940"/>
                  </a:lnTo>
                  <a:lnTo>
                    <a:pt x="15847" y="13903"/>
                  </a:lnTo>
                  <a:lnTo>
                    <a:pt x="15884" y="13830"/>
                  </a:lnTo>
                  <a:lnTo>
                    <a:pt x="15921" y="13757"/>
                  </a:lnTo>
                  <a:lnTo>
                    <a:pt x="15921" y="13647"/>
                  </a:lnTo>
                  <a:lnTo>
                    <a:pt x="15921" y="13573"/>
                  </a:lnTo>
                  <a:lnTo>
                    <a:pt x="15847" y="13500"/>
                  </a:lnTo>
                  <a:lnTo>
                    <a:pt x="15407" y="13170"/>
                  </a:lnTo>
                  <a:lnTo>
                    <a:pt x="15480" y="13096"/>
                  </a:lnTo>
                  <a:lnTo>
                    <a:pt x="15590" y="12876"/>
                  </a:lnTo>
                  <a:lnTo>
                    <a:pt x="15664" y="12803"/>
                  </a:lnTo>
                  <a:lnTo>
                    <a:pt x="15737" y="12766"/>
                  </a:lnTo>
                  <a:lnTo>
                    <a:pt x="15774" y="12729"/>
                  </a:lnTo>
                  <a:lnTo>
                    <a:pt x="15811" y="12693"/>
                  </a:lnTo>
                  <a:lnTo>
                    <a:pt x="15811" y="12656"/>
                  </a:lnTo>
                  <a:lnTo>
                    <a:pt x="15774" y="12656"/>
                  </a:lnTo>
                  <a:lnTo>
                    <a:pt x="15664" y="12583"/>
                  </a:lnTo>
                  <a:lnTo>
                    <a:pt x="15554" y="12546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5" name="Google Shape;303;p5">
              <a:extLst>
                <a:ext uri="{FF2B5EF4-FFF2-40B4-BE49-F238E27FC236}">
                  <a16:creationId xmlns:a16="http://schemas.microsoft.com/office/drawing/2014/main" id="{429DEB95-140B-47B1-BD37-9BB904885EE8}"/>
                </a:ext>
              </a:extLst>
            </p:cNvPr>
            <p:cNvSpPr/>
            <p:nvPr/>
          </p:nvSpPr>
          <p:spPr>
            <a:xfrm>
              <a:off x="6844475" y="1037625"/>
              <a:ext cx="414525" cy="389750"/>
            </a:xfrm>
            <a:custGeom>
              <a:avLst/>
              <a:gdLst/>
              <a:ahLst/>
              <a:cxnLst/>
              <a:rect l="l" t="t" r="r" b="b"/>
              <a:pathLst>
                <a:path w="16581" h="15590" extrusionOk="0">
                  <a:moveTo>
                    <a:pt x="13793" y="2568"/>
                  </a:moveTo>
                  <a:lnTo>
                    <a:pt x="14123" y="2641"/>
                  </a:lnTo>
                  <a:lnTo>
                    <a:pt x="14123" y="2678"/>
                  </a:lnTo>
                  <a:lnTo>
                    <a:pt x="14086" y="2825"/>
                  </a:lnTo>
                  <a:lnTo>
                    <a:pt x="14013" y="2935"/>
                  </a:lnTo>
                  <a:lnTo>
                    <a:pt x="13866" y="3045"/>
                  </a:lnTo>
                  <a:lnTo>
                    <a:pt x="13756" y="3081"/>
                  </a:lnTo>
                  <a:lnTo>
                    <a:pt x="13573" y="2971"/>
                  </a:lnTo>
                  <a:lnTo>
                    <a:pt x="13609" y="2788"/>
                  </a:lnTo>
                  <a:lnTo>
                    <a:pt x="13683" y="2678"/>
                  </a:lnTo>
                  <a:lnTo>
                    <a:pt x="13720" y="2605"/>
                  </a:lnTo>
                  <a:lnTo>
                    <a:pt x="13793" y="2568"/>
                  </a:lnTo>
                  <a:close/>
                  <a:moveTo>
                    <a:pt x="9428" y="3705"/>
                  </a:moveTo>
                  <a:lnTo>
                    <a:pt x="9831" y="4475"/>
                  </a:lnTo>
                  <a:lnTo>
                    <a:pt x="10161" y="5246"/>
                  </a:lnTo>
                  <a:lnTo>
                    <a:pt x="8327" y="4402"/>
                  </a:lnTo>
                  <a:lnTo>
                    <a:pt x="8878" y="4035"/>
                  </a:lnTo>
                  <a:lnTo>
                    <a:pt x="9428" y="3705"/>
                  </a:lnTo>
                  <a:close/>
                  <a:moveTo>
                    <a:pt x="5283" y="3668"/>
                  </a:moveTo>
                  <a:lnTo>
                    <a:pt x="6383" y="4072"/>
                  </a:lnTo>
                  <a:lnTo>
                    <a:pt x="7410" y="4512"/>
                  </a:lnTo>
                  <a:lnTo>
                    <a:pt x="6383" y="5319"/>
                  </a:lnTo>
                  <a:lnTo>
                    <a:pt x="5393" y="6163"/>
                  </a:lnTo>
                  <a:lnTo>
                    <a:pt x="5319" y="5282"/>
                  </a:lnTo>
                  <a:lnTo>
                    <a:pt x="5283" y="4365"/>
                  </a:lnTo>
                  <a:lnTo>
                    <a:pt x="5283" y="3668"/>
                  </a:lnTo>
                  <a:close/>
                  <a:moveTo>
                    <a:pt x="13096" y="2494"/>
                  </a:moveTo>
                  <a:lnTo>
                    <a:pt x="13023" y="2641"/>
                  </a:lnTo>
                  <a:lnTo>
                    <a:pt x="12986" y="2825"/>
                  </a:lnTo>
                  <a:lnTo>
                    <a:pt x="12949" y="3008"/>
                  </a:lnTo>
                  <a:lnTo>
                    <a:pt x="12986" y="3191"/>
                  </a:lnTo>
                  <a:lnTo>
                    <a:pt x="13096" y="3412"/>
                  </a:lnTo>
                  <a:lnTo>
                    <a:pt x="13243" y="3595"/>
                  </a:lnTo>
                  <a:lnTo>
                    <a:pt x="13426" y="3705"/>
                  </a:lnTo>
                  <a:lnTo>
                    <a:pt x="13646" y="3778"/>
                  </a:lnTo>
                  <a:lnTo>
                    <a:pt x="13793" y="3815"/>
                  </a:lnTo>
                  <a:lnTo>
                    <a:pt x="13536" y="4512"/>
                  </a:lnTo>
                  <a:lnTo>
                    <a:pt x="13243" y="5209"/>
                  </a:lnTo>
                  <a:lnTo>
                    <a:pt x="12913" y="5869"/>
                  </a:lnTo>
                  <a:lnTo>
                    <a:pt x="12546" y="6529"/>
                  </a:lnTo>
                  <a:lnTo>
                    <a:pt x="11665" y="6016"/>
                  </a:lnTo>
                  <a:lnTo>
                    <a:pt x="10785" y="5576"/>
                  </a:lnTo>
                  <a:lnTo>
                    <a:pt x="10602" y="5026"/>
                  </a:lnTo>
                  <a:lnTo>
                    <a:pt x="10345" y="4475"/>
                  </a:lnTo>
                  <a:lnTo>
                    <a:pt x="10125" y="3962"/>
                  </a:lnTo>
                  <a:lnTo>
                    <a:pt x="9831" y="3448"/>
                  </a:lnTo>
                  <a:lnTo>
                    <a:pt x="10602" y="3045"/>
                  </a:lnTo>
                  <a:lnTo>
                    <a:pt x="11005" y="2898"/>
                  </a:lnTo>
                  <a:lnTo>
                    <a:pt x="11409" y="2751"/>
                  </a:lnTo>
                  <a:lnTo>
                    <a:pt x="11849" y="2641"/>
                  </a:lnTo>
                  <a:lnTo>
                    <a:pt x="12252" y="2568"/>
                  </a:lnTo>
                  <a:lnTo>
                    <a:pt x="12692" y="2494"/>
                  </a:lnTo>
                  <a:close/>
                  <a:moveTo>
                    <a:pt x="2605" y="6713"/>
                  </a:moveTo>
                  <a:lnTo>
                    <a:pt x="2678" y="6750"/>
                  </a:lnTo>
                  <a:lnTo>
                    <a:pt x="2752" y="6823"/>
                  </a:lnTo>
                  <a:lnTo>
                    <a:pt x="2788" y="6970"/>
                  </a:lnTo>
                  <a:lnTo>
                    <a:pt x="2752" y="7116"/>
                  </a:lnTo>
                  <a:lnTo>
                    <a:pt x="2715" y="7153"/>
                  </a:lnTo>
                  <a:lnTo>
                    <a:pt x="2605" y="7226"/>
                  </a:lnTo>
                  <a:lnTo>
                    <a:pt x="2458" y="7336"/>
                  </a:lnTo>
                  <a:lnTo>
                    <a:pt x="2165" y="7116"/>
                  </a:lnTo>
                  <a:lnTo>
                    <a:pt x="2275" y="6970"/>
                  </a:lnTo>
                  <a:lnTo>
                    <a:pt x="2275" y="6896"/>
                  </a:lnTo>
                  <a:lnTo>
                    <a:pt x="2458" y="6860"/>
                  </a:lnTo>
                  <a:lnTo>
                    <a:pt x="2715" y="6860"/>
                  </a:lnTo>
                  <a:lnTo>
                    <a:pt x="2715" y="6823"/>
                  </a:lnTo>
                  <a:lnTo>
                    <a:pt x="2678" y="6786"/>
                  </a:lnTo>
                  <a:lnTo>
                    <a:pt x="2605" y="6713"/>
                  </a:lnTo>
                  <a:close/>
                  <a:moveTo>
                    <a:pt x="8364" y="6529"/>
                  </a:moveTo>
                  <a:lnTo>
                    <a:pt x="8547" y="6566"/>
                  </a:lnTo>
                  <a:lnTo>
                    <a:pt x="8657" y="6603"/>
                  </a:lnTo>
                  <a:lnTo>
                    <a:pt x="8657" y="6713"/>
                  </a:lnTo>
                  <a:lnTo>
                    <a:pt x="8694" y="6860"/>
                  </a:lnTo>
                  <a:lnTo>
                    <a:pt x="8694" y="6970"/>
                  </a:lnTo>
                  <a:lnTo>
                    <a:pt x="8694" y="7116"/>
                  </a:lnTo>
                  <a:lnTo>
                    <a:pt x="8657" y="7226"/>
                  </a:lnTo>
                  <a:lnTo>
                    <a:pt x="8621" y="7336"/>
                  </a:lnTo>
                  <a:lnTo>
                    <a:pt x="8547" y="7446"/>
                  </a:lnTo>
                  <a:lnTo>
                    <a:pt x="8364" y="7446"/>
                  </a:lnTo>
                  <a:lnTo>
                    <a:pt x="8107" y="7520"/>
                  </a:lnTo>
                  <a:lnTo>
                    <a:pt x="7850" y="7593"/>
                  </a:lnTo>
                  <a:lnTo>
                    <a:pt x="7704" y="7483"/>
                  </a:lnTo>
                  <a:lnTo>
                    <a:pt x="7630" y="7336"/>
                  </a:lnTo>
                  <a:lnTo>
                    <a:pt x="7557" y="7190"/>
                  </a:lnTo>
                  <a:lnTo>
                    <a:pt x="7594" y="7006"/>
                  </a:lnTo>
                  <a:lnTo>
                    <a:pt x="7667" y="6750"/>
                  </a:lnTo>
                  <a:lnTo>
                    <a:pt x="7777" y="6750"/>
                  </a:lnTo>
                  <a:lnTo>
                    <a:pt x="7850" y="6786"/>
                  </a:lnTo>
                  <a:lnTo>
                    <a:pt x="7924" y="6750"/>
                  </a:lnTo>
                  <a:lnTo>
                    <a:pt x="7960" y="6713"/>
                  </a:lnTo>
                  <a:lnTo>
                    <a:pt x="8071" y="6566"/>
                  </a:lnTo>
                  <a:lnTo>
                    <a:pt x="8364" y="6529"/>
                  </a:lnTo>
                  <a:close/>
                  <a:moveTo>
                    <a:pt x="3155" y="3191"/>
                  </a:moveTo>
                  <a:lnTo>
                    <a:pt x="3595" y="3228"/>
                  </a:lnTo>
                  <a:lnTo>
                    <a:pt x="4036" y="3301"/>
                  </a:lnTo>
                  <a:lnTo>
                    <a:pt x="4439" y="3412"/>
                  </a:lnTo>
                  <a:lnTo>
                    <a:pt x="4879" y="3522"/>
                  </a:lnTo>
                  <a:lnTo>
                    <a:pt x="4843" y="4072"/>
                  </a:lnTo>
                  <a:lnTo>
                    <a:pt x="4843" y="4659"/>
                  </a:lnTo>
                  <a:lnTo>
                    <a:pt x="4879" y="5282"/>
                  </a:lnTo>
                  <a:lnTo>
                    <a:pt x="4989" y="6529"/>
                  </a:lnTo>
                  <a:lnTo>
                    <a:pt x="4182" y="7263"/>
                  </a:lnTo>
                  <a:lnTo>
                    <a:pt x="3779" y="7630"/>
                  </a:lnTo>
                  <a:lnTo>
                    <a:pt x="3375" y="8033"/>
                  </a:lnTo>
                  <a:lnTo>
                    <a:pt x="3265" y="7960"/>
                  </a:lnTo>
                  <a:lnTo>
                    <a:pt x="2898" y="7667"/>
                  </a:lnTo>
                  <a:lnTo>
                    <a:pt x="3008" y="7520"/>
                  </a:lnTo>
                  <a:lnTo>
                    <a:pt x="3119" y="7410"/>
                  </a:lnTo>
                  <a:lnTo>
                    <a:pt x="3155" y="7336"/>
                  </a:lnTo>
                  <a:lnTo>
                    <a:pt x="3192" y="7300"/>
                  </a:lnTo>
                  <a:lnTo>
                    <a:pt x="3192" y="7153"/>
                  </a:lnTo>
                  <a:lnTo>
                    <a:pt x="3229" y="6933"/>
                  </a:lnTo>
                  <a:lnTo>
                    <a:pt x="3192" y="6823"/>
                  </a:lnTo>
                  <a:lnTo>
                    <a:pt x="3155" y="6676"/>
                  </a:lnTo>
                  <a:lnTo>
                    <a:pt x="3119" y="6566"/>
                  </a:lnTo>
                  <a:lnTo>
                    <a:pt x="3045" y="6456"/>
                  </a:lnTo>
                  <a:lnTo>
                    <a:pt x="2972" y="6383"/>
                  </a:lnTo>
                  <a:lnTo>
                    <a:pt x="2862" y="6309"/>
                  </a:lnTo>
                  <a:lnTo>
                    <a:pt x="2752" y="6273"/>
                  </a:lnTo>
                  <a:lnTo>
                    <a:pt x="2605" y="6236"/>
                  </a:lnTo>
                  <a:lnTo>
                    <a:pt x="2495" y="6236"/>
                  </a:lnTo>
                  <a:lnTo>
                    <a:pt x="2348" y="6273"/>
                  </a:lnTo>
                  <a:lnTo>
                    <a:pt x="2128" y="6383"/>
                  </a:lnTo>
                  <a:lnTo>
                    <a:pt x="1908" y="6529"/>
                  </a:lnTo>
                  <a:lnTo>
                    <a:pt x="1761" y="6713"/>
                  </a:lnTo>
                  <a:lnTo>
                    <a:pt x="1321" y="6309"/>
                  </a:lnTo>
                  <a:lnTo>
                    <a:pt x="954" y="5833"/>
                  </a:lnTo>
                  <a:lnTo>
                    <a:pt x="734" y="5502"/>
                  </a:lnTo>
                  <a:lnTo>
                    <a:pt x="624" y="5172"/>
                  </a:lnTo>
                  <a:lnTo>
                    <a:pt x="551" y="4805"/>
                  </a:lnTo>
                  <a:lnTo>
                    <a:pt x="514" y="4439"/>
                  </a:lnTo>
                  <a:lnTo>
                    <a:pt x="551" y="4255"/>
                  </a:lnTo>
                  <a:lnTo>
                    <a:pt x="624" y="4072"/>
                  </a:lnTo>
                  <a:lnTo>
                    <a:pt x="734" y="3925"/>
                  </a:lnTo>
                  <a:lnTo>
                    <a:pt x="844" y="3778"/>
                  </a:lnTo>
                  <a:lnTo>
                    <a:pt x="991" y="3668"/>
                  </a:lnTo>
                  <a:lnTo>
                    <a:pt x="1174" y="3558"/>
                  </a:lnTo>
                  <a:lnTo>
                    <a:pt x="1541" y="3412"/>
                  </a:lnTo>
                  <a:lnTo>
                    <a:pt x="1908" y="3265"/>
                  </a:lnTo>
                  <a:lnTo>
                    <a:pt x="2312" y="3191"/>
                  </a:lnTo>
                  <a:close/>
                  <a:moveTo>
                    <a:pt x="11005" y="6199"/>
                  </a:moveTo>
                  <a:lnTo>
                    <a:pt x="12289" y="6896"/>
                  </a:lnTo>
                  <a:lnTo>
                    <a:pt x="11885" y="7483"/>
                  </a:lnTo>
                  <a:lnTo>
                    <a:pt x="11482" y="8033"/>
                  </a:lnTo>
                  <a:lnTo>
                    <a:pt x="11335" y="7410"/>
                  </a:lnTo>
                  <a:lnTo>
                    <a:pt x="11188" y="6750"/>
                  </a:lnTo>
                  <a:lnTo>
                    <a:pt x="11005" y="6199"/>
                  </a:lnTo>
                  <a:close/>
                  <a:moveTo>
                    <a:pt x="7264" y="8180"/>
                  </a:moveTo>
                  <a:lnTo>
                    <a:pt x="7410" y="8253"/>
                  </a:lnTo>
                  <a:lnTo>
                    <a:pt x="7594" y="8290"/>
                  </a:lnTo>
                  <a:lnTo>
                    <a:pt x="7960" y="8290"/>
                  </a:lnTo>
                  <a:lnTo>
                    <a:pt x="7704" y="8327"/>
                  </a:lnTo>
                  <a:lnTo>
                    <a:pt x="7557" y="8327"/>
                  </a:lnTo>
                  <a:lnTo>
                    <a:pt x="7447" y="8290"/>
                  </a:lnTo>
                  <a:lnTo>
                    <a:pt x="7337" y="8253"/>
                  </a:lnTo>
                  <a:lnTo>
                    <a:pt x="7264" y="8180"/>
                  </a:lnTo>
                  <a:close/>
                  <a:moveTo>
                    <a:pt x="8181" y="5979"/>
                  </a:moveTo>
                  <a:lnTo>
                    <a:pt x="7997" y="6016"/>
                  </a:lnTo>
                  <a:lnTo>
                    <a:pt x="7814" y="6089"/>
                  </a:lnTo>
                  <a:lnTo>
                    <a:pt x="7667" y="6236"/>
                  </a:lnTo>
                  <a:lnTo>
                    <a:pt x="7410" y="6346"/>
                  </a:lnTo>
                  <a:lnTo>
                    <a:pt x="7190" y="6529"/>
                  </a:lnTo>
                  <a:lnTo>
                    <a:pt x="6970" y="6713"/>
                  </a:lnTo>
                  <a:lnTo>
                    <a:pt x="6787" y="6933"/>
                  </a:lnTo>
                  <a:lnTo>
                    <a:pt x="6677" y="7080"/>
                  </a:lnTo>
                  <a:lnTo>
                    <a:pt x="6640" y="7263"/>
                  </a:lnTo>
                  <a:lnTo>
                    <a:pt x="6567" y="7410"/>
                  </a:lnTo>
                  <a:lnTo>
                    <a:pt x="6567" y="7593"/>
                  </a:lnTo>
                  <a:lnTo>
                    <a:pt x="6567" y="7923"/>
                  </a:lnTo>
                  <a:lnTo>
                    <a:pt x="6677" y="8253"/>
                  </a:lnTo>
                  <a:lnTo>
                    <a:pt x="6787" y="8437"/>
                  </a:lnTo>
                  <a:lnTo>
                    <a:pt x="6897" y="8584"/>
                  </a:lnTo>
                  <a:lnTo>
                    <a:pt x="7043" y="8694"/>
                  </a:lnTo>
                  <a:lnTo>
                    <a:pt x="7190" y="8767"/>
                  </a:lnTo>
                  <a:lnTo>
                    <a:pt x="7374" y="8804"/>
                  </a:lnTo>
                  <a:lnTo>
                    <a:pt x="7557" y="8840"/>
                  </a:lnTo>
                  <a:lnTo>
                    <a:pt x="7924" y="8840"/>
                  </a:lnTo>
                  <a:lnTo>
                    <a:pt x="8254" y="8767"/>
                  </a:lnTo>
                  <a:lnTo>
                    <a:pt x="8584" y="8620"/>
                  </a:lnTo>
                  <a:lnTo>
                    <a:pt x="8914" y="8364"/>
                  </a:lnTo>
                  <a:lnTo>
                    <a:pt x="9208" y="8070"/>
                  </a:lnTo>
                  <a:lnTo>
                    <a:pt x="9464" y="7740"/>
                  </a:lnTo>
                  <a:lnTo>
                    <a:pt x="9538" y="7593"/>
                  </a:lnTo>
                  <a:lnTo>
                    <a:pt x="9611" y="7410"/>
                  </a:lnTo>
                  <a:lnTo>
                    <a:pt x="9648" y="7226"/>
                  </a:lnTo>
                  <a:lnTo>
                    <a:pt x="9648" y="7043"/>
                  </a:lnTo>
                  <a:lnTo>
                    <a:pt x="9648" y="6860"/>
                  </a:lnTo>
                  <a:lnTo>
                    <a:pt x="9574" y="6713"/>
                  </a:lnTo>
                  <a:lnTo>
                    <a:pt x="9464" y="6529"/>
                  </a:lnTo>
                  <a:lnTo>
                    <a:pt x="9354" y="6419"/>
                  </a:lnTo>
                  <a:lnTo>
                    <a:pt x="9208" y="6273"/>
                  </a:lnTo>
                  <a:lnTo>
                    <a:pt x="9061" y="6199"/>
                  </a:lnTo>
                  <a:lnTo>
                    <a:pt x="8731" y="6053"/>
                  </a:lnTo>
                  <a:lnTo>
                    <a:pt x="8364" y="5979"/>
                  </a:lnTo>
                  <a:close/>
                  <a:moveTo>
                    <a:pt x="5063" y="7080"/>
                  </a:moveTo>
                  <a:lnTo>
                    <a:pt x="5246" y="8180"/>
                  </a:lnTo>
                  <a:lnTo>
                    <a:pt x="5466" y="9281"/>
                  </a:lnTo>
                  <a:lnTo>
                    <a:pt x="4622" y="8804"/>
                  </a:lnTo>
                  <a:lnTo>
                    <a:pt x="3779" y="8290"/>
                  </a:lnTo>
                  <a:lnTo>
                    <a:pt x="4439" y="7667"/>
                  </a:lnTo>
                  <a:lnTo>
                    <a:pt x="5063" y="7080"/>
                  </a:lnTo>
                  <a:close/>
                  <a:moveTo>
                    <a:pt x="7887" y="4732"/>
                  </a:moveTo>
                  <a:lnTo>
                    <a:pt x="9171" y="5282"/>
                  </a:lnTo>
                  <a:lnTo>
                    <a:pt x="10381" y="5869"/>
                  </a:lnTo>
                  <a:lnTo>
                    <a:pt x="10602" y="6529"/>
                  </a:lnTo>
                  <a:lnTo>
                    <a:pt x="10785" y="7190"/>
                  </a:lnTo>
                  <a:lnTo>
                    <a:pt x="10932" y="7850"/>
                  </a:lnTo>
                  <a:lnTo>
                    <a:pt x="11078" y="8547"/>
                  </a:lnTo>
                  <a:lnTo>
                    <a:pt x="10565" y="9097"/>
                  </a:lnTo>
                  <a:lnTo>
                    <a:pt x="10015" y="9647"/>
                  </a:lnTo>
                  <a:lnTo>
                    <a:pt x="9428" y="10161"/>
                  </a:lnTo>
                  <a:lnTo>
                    <a:pt x="8841" y="10674"/>
                  </a:lnTo>
                  <a:lnTo>
                    <a:pt x="8107" y="10418"/>
                  </a:lnTo>
                  <a:lnTo>
                    <a:pt x="7374" y="10161"/>
                  </a:lnTo>
                  <a:lnTo>
                    <a:pt x="6677" y="9867"/>
                  </a:lnTo>
                  <a:lnTo>
                    <a:pt x="5980" y="9537"/>
                  </a:lnTo>
                  <a:lnTo>
                    <a:pt x="5723" y="8143"/>
                  </a:lnTo>
                  <a:lnTo>
                    <a:pt x="5466" y="6713"/>
                  </a:lnTo>
                  <a:lnTo>
                    <a:pt x="6677" y="5722"/>
                  </a:lnTo>
                  <a:lnTo>
                    <a:pt x="7887" y="4732"/>
                  </a:lnTo>
                  <a:close/>
                  <a:moveTo>
                    <a:pt x="11152" y="9171"/>
                  </a:moveTo>
                  <a:lnTo>
                    <a:pt x="11225" y="10161"/>
                  </a:lnTo>
                  <a:lnTo>
                    <a:pt x="11225" y="11188"/>
                  </a:lnTo>
                  <a:lnTo>
                    <a:pt x="11225" y="11225"/>
                  </a:lnTo>
                  <a:lnTo>
                    <a:pt x="10308" y="11041"/>
                  </a:lnTo>
                  <a:lnTo>
                    <a:pt x="9391" y="10821"/>
                  </a:lnTo>
                  <a:lnTo>
                    <a:pt x="10015" y="10308"/>
                  </a:lnTo>
                  <a:lnTo>
                    <a:pt x="10565" y="9794"/>
                  </a:lnTo>
                  <a:lnTo>
                    <a:pt x="11152" y="9171"/>
                  </a:lnTo>
                  <a:close/>
                  <a:moveTo>
                    <a:pt x="12729" y="7153"/>
                  </a:moveTo>
                  <a:lnTo>
                    <a:pt x="13243" y="7483"/>
                  </a:lnTo>
                  <a:lnTo>
                    <a:pt x="13756" y="7813"/>
                  </a:lnTo>
                  <a:lnTo>
                    <a:pt x="14233" y="8180"/>
                  </a:lnTo>
                  <a:lnTo>
                    <a:pt x="14673" y="8584"/>
                  </a:lnTo>
                  <a:lnTo>
                    <a:pt x="15113" y="9024"/>
                  </a:lnTo>
                  <a:lnTo>
                    <a:pt x="15480" y="9464"/>
                  </a:lnTo>
                  <a:lnTo>
                    <a:pt x="15810" y="9941"/>
                  </a:lnTo>
                  <a:lnTo>
                    <a:pt x="16067" y="10454"/>
                  </a:lnTo>
                  <a:lnTo>
                    <a:pt x="16251" y="11005"/>
                  </a:lnTo>
                  <a:lnTo>
                    <a:pt x="16177" y="11041"/>
                  </a:lnTo>
                  <a:lnTo>
                    <a:pt x="15957" y="11188"/>
                  </a:lnTo>
                  <a:lnTo>
                    <a:pt x="15700" y="11298"/>
                  </a:lnTo>
                  <a:lnTo>
                    <a:pt x="15444" y="11371"/>
                  </a:lnTo>
                  <a:lnTo>
                    <a:pt x="15187" y="11445"/>
                  </a:lnTo>
                  <a:lnTo>
                    <a:pt x="15113" y="11371"/>
                  </a:lnTo>
                  <a:lnTo>
                    <a:pt x="15077" y="11408"/>
                  </a:lnTo>
                  <a:lnTo>
                    <a:pt x="14233" y="11445"/>
                  </a:lnTo>
                  <a:lnTo>
                    <a:pt x="13389" y="11408"/>
                  </a:lnTo>
                  <a:lnTo>
                    <a:pt x="12582" y="11371"/>
                  </a:lnTo>
                  <a:lnTo>
                    <a:pt x="11739" y="11298"/>
                  </a:lnTo>
                  <a:lnTo>
                    <a:pt x="11702" y="10198"/>
                  </a:lnTo>
                  <a:lnTo>
                    <a:pt x="11665" y="9464"/>
                  </a:lnTo>
                  <a:lnTo>
                    <a:pt x="11592" y="8694"/>
                  </a:lnTo>
                  <a:lnTo>
                    <a:pt x="12179" y="7923"/>
                  </a:lnTo>
                  <a:lnTo>
                    <a:pt x="12729" y="7153"/>
                  </a:lnTo>
                  <a:close/>
                  <a:moveTo>
                    <a:pt x="6126" y="10161"/>
                  </a:moveTo>
                  <a:lnTo>
                    <a:pt x="6787" y="10454"/>
                  </a:lnTo>
                  <a:lnTo>
                    <a:pt x="7447" y="10711"/>
                  </a:lnTo>
                  <a:lnTo>
                    <a:pt x="8327" y="11005"/>
                  </a:lnTo>
                  <a:lnTo>
                    <a:pt x="7557" y="11555"/>
                  </a:lnTo>
                  <a:lnTo>
                    <a:pt x="6713" y="11995"/>
                  </a:lnTo>
                  <a:lnTo>
                    <a:pt x="6603" y="12068"/>
                  </a:lnTo>
                  <a:lnTo>
                    <a:pt x="6346" y="11078"/>
                  </a:lnTo>
                  <a:lnTo>
                    <a:pt x="6126" y="10161"/>
                  </a:lnTo>
                  <a:close/>
                  <a:moveTo>
                    <a:pt x="3449" y="8657"/>
                  </a:moveTo>
                  <a:lnTo>
                    <a:pt x="3889" y="8950"/>
                  </a:lnTo>
                  <a:lnTo>
                    <a:pt x="4733" y="9427"/>
                  </a:lnTo>
                  <a:lnTo>
                    <a:pt x="5613" y="9904"/>
                  </a:lnTo>
                  <a:lnTo>
                    <a:pt x="5870" y="11078"/>
                  </a:lnTo>
                  <a:lnTo>
                    <a:pt x="6016" y="11665"/>
                  </a:lnTo>
                  <a:lnTo>
                    <a:pt x="6200" y="12288"/>
                  </a:lnTo>
                  <a:lnTo>
                    <a:pt x="5686" y="12509"/>
                  </a:lnTo>
                  <a:lnTo>
                    <a:pt x="5136" y="12729"/>
                  </a:lnTo>
                  <a:lnTo>
                    <a:pt x="4622" y="12875"/>
                  </a:lnTo>
                  <a:lnTo>
                    <a:pt x="4072" y="12985"/>
                  </a:lnTo>
                  <a:lnTo>
                    <a:pt x="3705" y="12985"/>
                  </a:lnTo>
                  <a:lnTo>
                    <a:pt x="3375" y="12949"/>
                  </a:lnTo>
                  <a:lnTo>
                    <a:pt x="3045" y="12875"/>
                  </a:lnTo>
                  <a:lnTo>
                    <a:pt x="2715" y="12692"/>
                  </a:lnTo>
                  <a:lnTo>
                    <a:pt x="2568" y="12582"/>
                  </a:lnTo>
                  <a:lnTo>
                    <a:pt x="2458" y="12435"/>
                  </a:lnTo>
                  <a:lnTo>
                    <a:pt x="2348" y="12288"/>
                  </a:lnTo>
                  <a:lnTo>
                    <a:pt x="2275" y="12105"/>
                  </a:lnTo>
                  <a:lnTo>
                    <a:pt x="2165" y="11775"/>
                  </a:lnTo>
                  <a:lnTo>
                    <a:pt x="2165" y="11371"/>
                  </a:lnTo>
                  <a:lnTo>
                    <a:pt x="2201" y="11005"/>
                  </a:lnTo>
                  <a:lnTo>
                    <a:pt x="2275" y="10638"/>
                  </a:lnTo>
                  <a:lnTo>
                    <a:pt x="2385" y="10271"/>
                  </a:lnTo>
                  <a:lnTo>
                    <a:pt x="2532" y="9941"/>
                  </a:lnTo>
                  <a:lnTo>
                    <a:pt x="2715" y="9574"/>
                  </a:lnTo>
                  <a:lnTo>
                    <a:pt x="2935" y="9281"/>
                  </a:lnTo>
                  <a:lnTo>
                    <a:pt x="3192" y="8950"/>
                  </a:lnTo>
                  <a:lnTo>
                    <a:pt x="3449" y="8657"/>
                  </a:lnTo>
                  <a:close/>
                  <a:moveTo>
                    <a:pt x="8291" y="14049"/>
                  </a:moveTo>
                  <a:lnTo>
                    <a:pt x="8401" y="14086"/>
                  </a:lnTo>
                  <a:lnTo>
                    <a:pt x="8401" y="14196"/>
                  </a:lnTo>
                  <a:lnTo>
                    <a:pt x="8401" y="14343"/>
                  </a:lnTo>
                  <a:lnTo>
                    <a:pt x="8364" y="14489"/>
                  </a:lnTo>
                  <a:lnTo>
                    <a:pt x="8291" y="14599"/>
                  </a:lnTo>
                  <a:lnTo>
                    <a:pt x="8181" y="14673"/>
                  </a:lnTo>
                  <a:lnTo>
                    <a:pt x="7960" y="14489"/>
                  </a:lnTo>
                  <a:lnTo>
                    <a:pt x="7777" y="14306"/>
                  </a:lnTo>
                  <a:lnTo>
                    <a:pt x="7850" y="14159"/>
                  </a:lnTo>
                  <a:lnTo>
                    <a:pt x="7997" y="14086"/>
                  </a:lnTo>
                  <a:lnTo>
                    <a:pt x="8144" y="14049"/>
                  </a:lnTo>
                  <a:close/>
                  <a:moveTo>
                    <a:pt x="8914" y="11188"/>
                  </a:moveTo>
                  <a:lnTo>
                    <a:pt x="10051" y="11481"/>
                  </a:lnTo>
                  <a:lnTo>
                    <a:pt x="11225" y="11702"/>
                  </a:lnTo>
                  <a:lnTo>
                    <a:pt x="11188" y="12288"/>
                  </a:lnTo>
                  <a:lnTo>
                    <a:pt x="11115" y="12839"/>
                  </a:lnTo>
                  <a:lnTo>
                    <a:pt x="10968" y="13426"/>
                  </a:lnTo>
                  <a:lnTo>
                    <a:pt x="10822" y="13976"/>
                  </a:lnTo>
                  <a:lnTo>
                    <a:pt x="10638" y="14269"/>
                  </a:lnTo>
                  <a:lnTo>
                    <a:pt x="10455" y="14563"/>
                  </a:lnTo>
                  <a:lnTo>
                    <a:pt x="10198" y="14819"/>
                  </a:lnTo>
                  <a:lnTo>
                    <a:pt x="9905" y="15003"/>
                  </a:lnTo>
                  <a:lnTo>
                    <a:pt x="9648" y="15113"/>
                  </a:lnTo>
                  <a:lnTo>
                    <a:pt x="9391" y="15150"/>
                  </a:lnTo>
                  <a:lnTo>
                    <a:pt x="9098" y="15113"/>
                  </a:lnTo>
                  <a:lnTo>
                    <a:pt x="8841" y="15040"/>
                  </a:lnTo>
                  <a:lnTo>
                    <a:pt x="8951" y="14856"/>
                  </a:lnTo>
                  <a:lnTo>
                    <a:pt x="8988" y="14673"/>
                  </a:lnTo>
                  <a:lnTo>
                    <a:pt x="9061" y="14453"/>
                  </a:lnTo>
                  <a:lnTo>
                    <a:pt x="9061" y="14269"/>
                  </a:lnTo>
                  <a:lnTo>
                    <a:pt x="9024" y="14086"/>
                  </a:lnTo>
                  <a:lnTo>
                    <a:pt x="8951" y="13976"/>
                  </a:lnTo>
                  <a:lnTo>
                    <a:pt x="8841" y="13829"/>
                  </a:lnTo>
                  <a:lnTo>
                    <a:pt x="8731" y="13756"/>
                  </a:lnTo>
                  <a:lnTo>
                    <a:pt x="8547" y="13646"/>
                  </a:lnTo>
                  <a:lnTo>
                    <a:pt x="8401" y="13609"/>
                  </a:lnTo>
                  <a:lnTo>
                    <a:pt x="8254" y="13572"/>
                  </a:lnTo>
                  <a:lnTo>
                    <a:pt x="8071" y="13572"/>
                  </a:lnTo>
                  <a:lnTo>
                    <a:pt x="7887" y="13609"/>
                  </a:lnTo>
                  <a:lnTo>
                    <a:pt x="7740" y="13682"/>
                  </a:lnTo>
                  <a:lnTo>
                    <a:pt x="7594" y="13792"/>
                  </a:lnTo>
                  <a:lnTo>
                    <a:pt x="7447" y="13902"/>
                  </a:lnTo>
                  <a:lnTo>
                    <a:pt x="7264" y="13609"/>
                  </a:lnTo>
                  <a:lnTo>
                    <a:pt x="7080" y="13242"/>
                  </a:lnTo>
                  <a:lnTo>
                    <a:pt x="6897" y="12912"/>
                  </a:lnTo>
                  <a:lnTo>
                    <a:pt x="6750" y="12545"/>
                  </a:lnTo>
                  <a:lnTo>
                    <a:pt x="7814" y="11958"/>
                  </a:lnTo>
                  <a:lnTo>
                    <a:pt x="8364" y="11591"/>
                  </a:lnTo>
                  <a:lnTo>
                    <a:pt x="8914" y="11188"/>
                  </a:lnTo>
                  <a:close/>
                  <a:moveTo>
                    <a:pt x="6493" y="0"/>
                  </a:moveTo>
                  <a:lnTo>
                    <a:pt x="6163" y="294"/>
                  </a:lnTo>
                  <a:lnTo>
                    <a:pt x="5870" y="624"/>
                  </a:lnTo>
                  <a:lnTo>
                    <a:pt x="5613" y="991"/>
                  </a:lnTo>
                  <a:lnTo>
                    <a:pt x="5429" y="1394"/>
                  </a:lnTo>
                  <a:lnTo>
                    <a:pt x="5246" y="1798"/>
                  </a:lnTo>
                  <a:lnTo>
                    <a:pt x="5099" y="2201"/>
                  </a:lnTo>
                  <a:lnTo>
                    <a:pt x="5026" y="2641"/>
                  </a:lnTo>
                  <a:lnTo>
                    <a:pt x="4953" y="3081"/>
                  </a:lnTo>
                  <a:lnTo>
                    <a:pt x="4219" y="2898"/>
                  </a:lnTo>
                  <a:lnTo>
                    <a:pt x="3485" y="2788"/>
                  </a:lnTo>
                  <a:lnTo>
                    <a:pt x="2752" y="2715"/>
                  </a:lnTo>
                  <a:lnTo>
                    <a:pt x="2385" y="2751"/>
                  </a:lnTo>
                  <a:lnTo>
                    <a:pt x="2055" y="2788"/>
                  </a:lnTo>
                  <a:lnTo>
                    <a:pt x="1725" y="2825"/>
                  </a:lnTo>
                  <a:lnTo>
                    <a:pt x="1394" y="2898"/>
                  </a:lnTo>
                  <a:lnTo>
                    <a:pt x="1101" y="3045"/>
                  </a:lnTo>
                  <a:lnTo>
                    <a:pt x="808" y="3191"/>
                  </a:lnTo>
                  <a:lnTo>
                    <a:pt x="551" y="3338"/>
                  </a:lnTo>
                  <a:lnTo>
                    <a:pt x="367" y="3558"/>
                  </a:lnTo>
                  <a:lnTo>
                    <a:pt x="184" y="3815"/>
                  </a:lnTo>
                  <a:lnTo>
                    <a:pt x="74" y="4108"/>
                  </a:lnTo>
                  <a:lnTo>
                    <a:pt x="1" y="4402"/>
                  </a:lnTo>
                  <a:lnTo>
                    <a:pt x="1" y="4732"/>
                  </a:lnTo>
                  <a:lnTo>
                    <a:pt x="37" y="5026"/>
                  </a:lnTo>
                  <a:lnTo>
                    <a:pt x="147" y="5356"/>
                  </a:lnTo>
                  <a:lnTo>
                    <a:pt x="257" y="5649"/>
                  </a:lnTo>
                  <a:lnTo>
                    <a:pt x="441" y="5943"/>
                  </a:lnTo>
                  <a:lnTo>
                    <a:pt x="624" y="6236"/>
                  </a:lnTo>
                  <a:lnTo>
                    <a:pt x="844" y="6493"/>
                  </a:lnTo>
                  <a:lnTo>
                    <a:pt x="1211" y="6860"/>
                  </a:lnTo>
                  <a:lnTo>
                    <a:pt x="1615" y="7263"/>
                  </a:lnTo>
                  <a:lnTo>
                    <a:pt x="1615" y="7300"/>
                  </a:lnTo>
                  <a:lnTo>
                    <a:pt x="1615" y="7520"/>
                  </a:lnTo>
                  <a:lnTo>
                    <a:pt x="1688" y="7777"/>
                  </a:lnTo>
                  <a:lnTo>
                    <a:pt x="1725" y="7887"/>
                  </a:lnTo>
                  <a:lnTo>
                    <a:pt x="1835" y="7960"/>
                  </a:lnTo>
                  <a:lnTo>
                    <a:pt x="1908" y="8033"/>
                  </a:lnTo>
                  <a:lnTo>
                    <a:pt x="2055" y="8070"/>
                  </a:lnTo>
                  <a:lnTo>
                    <a:pt x="2165" y="8107"/>
                  </a:lnTo>
                  <a:lnTo>
                    <a:pt x="2275" y="8070"/>
                  </a:lnTo>
                  <a:lnTo>
                    <a:pt x="2532" y="7997"/>
                  </a:lnTo>
                  <a:lnTo>
                    <a:pt x="3045" y="8400"/>
                  </a:lnTo>
                  <a:lnTo>
                    <a:pt x="2642" y="8914"/>
                  </a:lnTo>
                  <a:lnTo>
                    <a:pt x="2312" y="9464"/>
                  </a:lnTo>
                  <a:lnTo>
                    <a:pt x="2018" y="10051"/>
                  </a:lnTo>
                  <a:lnTo>
                    <a:pt x="1871" y="10344"/>
                  </a:lnTo>
                  <a:lnTo>
                    <a:pt x="1798" y="10674"/>
                  </a:lnTo>
                  <a:lnTo>
                    <a:pt x="1725" y="10968"/>
                  </a:lnTo>
                  <a:lnTo>
                    <a:pt x="1688" y="11261"/>
                  </a:lnTo>
                  <a:lnTo>
                    <a:pt x="1688" y="11555"/>
                  </a:lnTo>
                  <a:lnTo>
                    <a:pt x="1725" y="11885"/>
                  </a:lnTo>
                  <a:lnTo>
                    <a:pt x="1798" y="12142"/>
                  </a:lnTo>
                  <a:lnTo>
                    <a:pt x="1908" y="12435"/>
                  </a:lnTo>
                  <a:lnTo>
                    <a:pt x="2055" y="12692"/>
                  </a:lnTo>
                  <a:lnTo>
                    <a:pt x="2238" y="12912"/>
                  </a:lnTo>
                  <a:lnTo>
                    <a:pt x="2495" y="13132"/>
                  </a:lnTo>
                  <a:lnTo>
                    <a:pt x="2788" y="13279"/>
                  </a:lnTo>
                  <a:lnTo>
                    <a:pt x="3045" y="13389"/>
                  </a:lnTo>
                  <a:lnTo>
                    <a:pt x="3375" y="13426"/>
                  </a:lnTo>
                  <a:lnTo>
                    <a:pt x="3669" y="13462"/>
                  </a:lnTo>
                  <a:lnTo>
                    <a:pt x="3999" y="13462"/>
                  </a:lnTo>
                  <a:lnTo>
                    <a:pt x="4292" y="13426"/>
                  </a:lnTo>
                  <a:lnTo>
                    <a:pt x="4586" y="13389"/>
                  </a:lnTo>
                  <a:lnTo>
                    <a:pt x="5026" y="13242"/>
                  </a:lnTo>
                  <a:lnTo>
                    <a:pt x="5503" y="13095"/>
                  </a:lnTo>
                  <a:lnTo>
                    <a:pt x="5906" y="12949"/>
                  </a:lnTo>
                  <a:lnTo>
                    <a:pt x="6346" y="12729"/>
                  </a:lnTo>
                  <a:lnTo>
                    <a:pt x="6530" y="13169"/>
                  </a:lnTo>
                  <a:lnTo>
                    <a:pt x="6713" y="13572"/>
                  </a:lnTo>
                  <a:lnTo>
                    <a:pt x="6970" y="13976"/>
                  </a:lnTo>
                  <a:lnTo>
                    <a:pt x="7227" y="14343"/>
                  </a:lnTo>
                  <a:lnTo>
                    <a:pt x="7153" y="14526"/>
                  </a:lnTo>
                  <a:lnTo>
                    <a:pt x="7117" y="14709"/>
                  </a:lnTo>
                  <a:lnTo>
                    <a:pt x="7153" y="14893"/>
                  </a:lnTo>
                  <a:lnTo>
                    <a:pt x="7227" y="15076"/>
                  </a:lnTo>
                  <a:lnTo>
                    <a:pt x="7337" y="15223"/>
                  </a:lnTo>
                  <a:lnTo>
                    <a:pt x="7484" y="15333"/>
                  </a:lnTo>
                  <a:lnTo>
                    <a:pt x="7630" y="15406"/>
                  </a:lnTo>
                  <a:lnTo>
                    <a:pt x="7777" y="15480"/>
                  </a:lnTo>
                  <a:lnTo>
                    <a:pt x="7924" y="15516"/>
                  </a:lnTo>
                  <a:lnTo>
                    <a:pt x="8107" y="15516"/>
                  </a:lnTo>
                  <a:lnTo>
                    <a:pt x="8254" y="15480"/>
                  </a:lnTo>
                  <a:lnTo>
                    <a:pt x="8437" y="15406"/>
                  </a:lnTo>
                  <a:lnTo>
                    <a:pt x="8474" y="15406"/>
                  </a:lnTo>
                  <a:lnTo>
                    <a:pt x="8804" y="15516"/>
                  </a:lnTo>
                  <a:lnTo>
                    <a:pt x="9171" y="15590"/>
                  </a:lnTo>
                  <a:lnTo>
                    <a:pt x="9501" y="15590"/>
                  </a:lnTo>
                  <a:lnTo>
                    <a:pt x="9868" y="15516"/>
                  </a:lnTo>
                  <a:lnTo>
                    <a:pt x="10161" y="15406"/>
                  </a:lnTo>
                  <a:lnTo>
                    <a:pt x="10418" y="15260"/>
                  </a:lnTo>
                  <a:lnTo>
                    <a:pt x="10675" y="15040"/>
                  </a:lnTo>
                  <a:lnTo>
                    <a:pt x="10858" y="14819"/>
                  </a:lnTo>
                  <a:lnTo>
                    <a:pt x="11042" y="14563"/>
                  </a:lnTo>
                  <a:lnTo>
                    <a:pt x="11188" y="14269"/>
                  </a:lnTo>
                  <a:lnTo>
                    <a:pt x="11299" y="13976"/>
                  </a:lnTo>
                  <a:lnTo>
                    <a:pt x="11409" y="13682"/>
                  </a:lnTo>
                  <a:lnTo>
                    <a:pt x="11519" y="13242"/>
                  </a:lnTo>
                  <a:lnTo>
                    <a:pt x="11629" y="12765"/>
                  </a:lnTo>
                  <a:lnTo>
                    <a:pt x="11665" y="12252"/>
                  </a:lnTo>
                  <a:lnTo>
                    <a:pt x="11702" y="11775"/>
                  </a:lnTo>
                  <a:lnTo>
                    <a:pt x="12619" y="11848"/>
                  </a:lnTo>
                  <a:lnTo>
                    <a:pt x="13499" y="11922"/>
                  </a:lnTo>
                  <a:lnTo>
                    <a:pt x="14416" y="11922"/>
                  </a:lnTo>
                  <a:lnTo>
                    <a:pt x="15297" y="11885"/>
                  </a:lnTo>
                  <a:lnTo>
                    <a:pt x="15333" y="11848"/>
                  </a:lnTo>
                  <a:lnTo>
                    <a:pt x="15333" y="11775"/>
                  </a:lnTo>
                  <a:lnTo>
                    <a:pt x="15590" y="11702"/>
                  </a:lnTo>
                  <a:lnTo>
                    <a:pt x="15884" y="11628"/>
                  </a:lnTo>
                  <a:lnTo>
                    <a:pt x="16140" y="11481"/>
                  </a:lnTo>
                  <a:lnTo>
                    <a:pt x="16397" y="11335"/>
                  </a:lnTo>
                  <a:lnTo>
                    <a:pt x="16507" y="11335"/>
                  </a:lnTo>
                  <a:lnTo>
                    <a:pt x="16544" y="11298"/>
                  </a:lnTo>
                  <a:lnTo>
                    <a:pt x="16581" y="11225"/>
                  </a:lnTo>
                  <a:lnTo>
                    <a:pt x="16544" y="10931"/>
                  </a:lnTo>
                  <a:lnTo>
                    <a:pt x="16471" y="10638"/>
                  </a:lnTo>
                  <a:lnTo>
                    <a:pt x="16397" y="10344"/>
                  </a:lnTo>
                  <a:lnTo>
                    <a:pt x="16287" y="10088"/>
                  </a:lnTo>
                  <a:lnTo>
                    <a:pt x="15994" y="9537"/>
                  </a:lnTo>
                  <a:lnTo>
                    <a:pt x="15627" y="9060"/>
                  </a:lnTo>
                  <a:lnTo>
                    <a:pt x="15223" y="8584"/>
                  </a:lnTo>
                  <a:lnTo>
                    <a:pt x="14783" y="8143"/>
                  </a:lnTo>
                  <a:lnTo>
                    <a:pt x="14306" y="7740"/>
                  </a:lnTo>
                  <a:lnTo>
                    <a:pt x="13793" y="7336"/>
                  </a:lnTo>
                  <a:lnTo>
                    <a:pt x="12949" y="6786"/>
                  </a:lnTo>
                  <a:lnTo>
                    <a:pt x="13353" y="6053"/>
                  </a:lnTo>
                  <a:lnTo>
                    <a:pt x="13720" y="5319"/>
                  </a:lnTo>
                  <a:lnTo>
                    <a:pt x="14050" y="4549"/>
                  </a:lnTo>
                  <a:lnTo>
                    <a:pt x="14306" y="3778"/>
                  </a:lnTo>
                  <a:lnTo>
                    <a:pt x="14306" y="3632"/>
                  </a:lnTo>
                  <a:lnTo>
                    <a:pt x="14453" y="3522"/>
                  </a:lnTo>
                  <a:lnTo>
                    <a:pt x="14600" y="3375"/>
                  </a:lnTo>
                  <a:lnTo>
                    <a:pt x="14747" y="3155"/>
                  </a:lnTo>
                  <a:lnTo>
                    <a:pt x="14820" y="2935"/>
                  </a:lnTo>
                  <a:lnTo>
                    <a:pt x="14820" y="2678"/>
                  </a:lnTo>
                  <a:lnTo>
                    <a:pt x="14747" y="2421"/>
                  </a:lnTo>
                  <a:lnTo>
                    <a:pt x="14637" y="2238"/>
                  </a:lnTo>
                  <a:lnTo>
                    <a:pt x="14490" y="2054"/>
                  </a:lnTo>
                  <a:lnTo>
                    <a:pt x="14270" y="1944"/>
                  </a:lnTo>
                  <a:lnTo>
                    <a:pt x="14160" y="1908"/>
                  </a:lnTo>
                  <a:lnTo>
                    <a:pt x="14013" y="1908"/>
                  </a:lnTo>
                  <a:lnTo>
                    <a:pt x="13830" y="1944"/>
                  </a:lnTo>
                  <a:lnTo>
                    <a:pt x="13683" y="2018"/>
                  </a:lnTo>
                  <a:lnTo>
                    <a:pt x="13536" y="2091"/>
                  </a:lnTo>
                  <a:lnTo>
                    <a:pt x="13389" y="2201"/>
                  </a:lnTo>
                  <a:lnTo>
                    <a:pt x="12949" y="2128"/>
                  </a:lnTo>
                  <a:lnTo>
                    <a:pt x="12472" y="2164"/>
                  </a:lnTo>
                  <a:lnTo>
                    <a:pt x="12032" y="2201"/>
                  </a:lnTo>
                  <a:lnTo>
                    <a:pt x="11592" y="2274"/>
                  </a:lnTo>
                  <a:lnTo>
                    <a:pt x="11115" y="2421"/>
                  </a:lnTo>
                  <a:lnTo>
                    <a:pt x="10675" y="2568"/>
                  </a:lnTo>
                  <a:lnTo>
                    <a:pt x="10271" y="2751"/>
                  </a:lnTo>
                  <a:lnTo>
                    <a:pt x="9831" y="2971"/>
                  </a:lnTo>
                  <a:lnTo>
                    <a:pt x="9611" y="3081"/>
                  </a:lnTo>
                  <a:lnTo>
                    <a:pt x="9208" y="2421"/>
                  </a:lnTo>
                  <a:lnTo>
                    <a:pt x="8767" y="1761"/>
                  </a:lnTo>
                  <a:lnTo>
                    <a:pt x="8254" y="1137"/>
                  </a:lnTo>
                  <a:lnTo>
                    <a:pt x="7740" y="550"/>
                  </a:lnTo>
                  <a:lnTo>
                    <a:pt x="7630" y="477"/>
                  </a:lnTo>
                  <a:lnTo>
                    <a:pt x="7520" y="477"/>
                  </a:lnTo>
                  <a:lnTo>
                    <a:pt x="7117" y="624"/>
                  </a:lnTo>
                  <a:lnTo>
                    <a:pt x="6713" y="807"/>
                  </a:lnTo>
                  <a:lnTo>
                    <a:pt x="6640" y="844"/>
                  </a:lnTo>
                  <a:lnTo>
                    <a:pt x="6603" y="881"/>
                  </a:lnTo>
                  <a:lnTo>
                    <a:pt x="6640" y="991"/>
                  </a:lnTo>
                  <a:lnTo>
                    <a:pt x="6677" y="1064"/>
                  </a:lnTo>
                  <a:lnTo>
                    <a:pt x="6787" y="1064"/>
                  </a:lnTo>
                  <a:lnTo>
                    <a:pt x="7153" y="1027"/>
                  </a:lnTo>
                  <a:lnTo>
                    <a:pt x="7484" y="991"/>
                  </a:lnTo>
                  <a:lnTo>
                    <a:pt x="7960" y="1541"/>
                  </a:lnTo>
                  <a:lnTo>
                    <a:pt x="8401" y="2091"/>
                  </a:lnTo>
                  <a:lnTo>
                    <a:pt x="8841" y="2715"/>
                  </a:lnTo>
                  <a:lnTo>
                    <a:pt x="9208" y="3301"/>
                  </a:lnTo>
                  <a:lnTo>
                    <a:pt x="8511" y="3742"/>
                  </a:lnTo>
                  <a:lnTo>
                    <a:pt x="7850" y="4219"/>
                  </a:lnTo>
                  <a:lnTo>
                    <a:pt x="6603" y="3668"/>
                  </a:lnTo>
                  <a:lnTo>
                    <a:pt x="5980" y="3412"/>
                  </a:lnTo>
                  <a:lnTo>
                    <a:pt x="5319" y="3191"/>
                  </a:lnTo>
                  <a:lnTo>
                    <a:pt x="5393" y="2788"/>
                  </a:lnTo>
                  <a:lnTo>
                    <a:pt x="5466" y="2384"/>
                  </a:lnTo>
                  <a:lnTo>
                    <a:pt x="5576" y="1981"/>
                  </a:lnTo>
                  <a:lnTo>
                    <a:pt x="5723" y="1577"/>
                  </a:lnTo>
                  <a:lnTo>
                    <a:pt x="5906" y="1211"/>
                  </a:lnTo>
                  <a:lnTo>
                    <a:pt x="6126" y="844"/>
                  </a:lnTo>
                  <a:lnTo>
                    <a:pt x="6383" y="514"/>
                  </a:lnTo>
                  <a:lnTo>
                    <a:pt x="6640" y="184"/>
                  </a:lnTo>
                  <a:lnTo>
                    <a:pt x="6677" y="110"/>
                  </a:lnTo>
                  <a:lnTo>
                    <a:pt x="6677" y="37"/>
                  </a:lnTo>
                  <a:lnTo>
                    <a:pt x="6603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6" name="Google Shape;304;p5">
              <a:extLst>
                <a:ext uri="{FF2B5EF4-FFF2-40B4-BE49-F238E27FC236}">
                  <a16:creationId xmlns:a16="http://schemas.microsoft.com/office/drawing/2014/main" id="{49AFB081-BE68-48E0-9E72-761B1D4A675C}"/>
                </a:ext>
              </a:extLst>
            </p:cNvPr>
            <p:cNvSpPr/>
            <p:nvPr/>
          </p:nvSpPr>
          <p:spPr>
            <a:xfrm>
              <a:off x="6553775" y="1840025"/>
              <a:ext cx="234775" cy="276975"/>
            </a:xfrm>
            <a:custGeom>
              <a:avLst/>
              <a:gdLst/>
              <a:ahLst/>
              <a:cxnLst/>
              <a:rect l="l" t="t" r="r" b="b"/>
              <a:pathLst>
                <a:path w="9391" h="11079" extrusionOk="0">
                  <a:moveTo>
                    <a:pt x="4916" y="441"/>
                  </a:moveTo>
                  <a:lnTo>
                    <a:pt x="5026" y="477"/>
                  </a:lnTo>
                  <a:lnTo>
                    <a:pt x="5099" y="551"/>
                  </a:lnTo>
                  <a:lnTo>
                    <a:pt x="5099" y="771"/>
                  </a:lnTo>
                  <a:lnTo>
                    <a:pt x="5026" y="954"/>
                  </a:lnTo>
                  <a:lnTo>
                    <a:pt x="4953" y="1064"/>
                  </a:lnTo>
                  <a:lnTo>
                    <a:pt x="4842" y="1138"/>
                  </a:lnTo>
                  <a:lnTo>
                    <a:pt x="4732" y="1174"/>
                  </a:lnTo>
                  <a:lnTo>
                    <a:pt x="4622" y="1138"/>
                  </a:lnTo>
                  <a:lnTo>
                    <a:pt x="4366" y="1028"/>
                  </a:lnTo>
                  <a:lnTo>
                    <a:pt x="4439" y="917"/>
                  </a:lnTo>
                  <a:lnTo>
                    <a:pt x="4439" y="771"/>
                  </a:lnTo>
                  <a:lnTo>
                    <a:pt x="4402" y="697"/>
                  </a:lnTo>
                  <a:lnTo>
                    <a:pt x="4366" y="661"/>
                  </a:lnTo>
                  <a:lnTo>
                    <a:pt x="4476" y="551"/>
                  </a:lnTo>
                  <a:lnTo>
                    <a:pt x="4622" y="477"/>
                  </a:lnTo>
                  <a:lnTo>
                    <a:pt x="4769" y="441"/>
                  </a:lnTo>
                  <a:close/>
                  <a:moveTo>
                    <a:pt x="3375" y="6493"/>
                  </a:moveTo>
                  <a:lnTo>
                    <a:pt x="3375" y="6530"/>
                  </a:lnTo>
                  <a:lnTo>
                    <a:pt x="3339" y="6530"/>
                  </a:lnTo>
                  <a:lnTo>
                    <a:pt x="3375" y="6493"/>
                  </a:lnTo>
                  <a:close/>
                  <a:moveTo>
                    <a:pt x="4292" y="6933"/>
                  </a:moveTo>
                  <a:lnTo>
                    <a:pt x="4256" y="7007"/>
                  </a:lnTo>
                  <a:lnTo>
                    <a:pt x="4219" y="6970"/>
                  </a:lnTo>
                  <a:lnTo>
                    <a:pt x="4292" y="6933"/>
                  </a:lnTo>
                  <a:close/>
                  <a:moveTo>
                    <a:pt x="5209" y="4219"/>
                  </a:moveTo>
                  <a:lnTo>
                    <a:pt x="5429" y="4329"/>
                  </a:lnTo>
                  <a:lnTo>
                    <a:pt x="5649" y="4439"/>
                  </a:lnTo>
                  <a:lnTo>
                    <a:pt x="5686" y="4549"/>
                  </a:lnTo>
                  <a:lnTo>
                    <a:pt x="5723" y="4586"/>
                  </a:lnTo>
                  <a:lnTo>
                    <a:pt x="5796" y="4586"/>
                  </a:lnTo>
                  <a:lnTo>
                    <a:pt x="6016" y="4879"/>
                  </a:lnTo>
                  <a:lnTo>
                    <a:pt x="6163" y="5173"/>
                  </a:lnTo>
                  <a:lnTo>
                    <a:pt x="6200" y="5503"/>
                  </a:lnTo>
                  <a:lnTo>
                    <a:pt x="6200" y="5833"/>
                  </a:lnTo>
                  <a:lnTo>
                    <a:pt x="6090" y="6126"/>
                  </a:lnTo>
                  <a:lnTo>
                    <a:pt x="5943" y="6420"/>
                  </a:lnTo>
                  <a:lnTo>
                    <a:pt x="5796" y="6603"/>
                  </a:lnTo>
                  <a:lnTo>
                    <a:pt x="5649" y="6750"/>
                  </a:lnTo>
                  <a:lnTo>
                    <a:pt x="5649" y="6713"/>
                  </a:lnTo>
                  <a:lnTo>
                    <a:pt x="5649" y="6566"/>
                  </a:lnTo>
                  <a:lnTo>
                    <a:pt x="5649" y="6383"/>
                  </a:lnTo>
                  <a:lnTo>
                    <a:pt x="5613" y="6346"/>
                  </a:lnTo>
                  <a:lnTo>
                    <a:pt x="5576" y="6310"/>
                  </a:lnTo>
                  <a:lnTo>
                    <a:pt x="5539" y="6310"/>
                  </a:lnTo>
                  <a:lnTo>
                    <a:pt x="5503" y="6346"/>
                  </a:lnTo>
                  <a:lnTo>
                    <a:pt x="5393" y="6493"/>
                  </a:lnTo>
                  <a:lnTo>
                    <a:pt x="5356" y="6676"/>
                  </a:lnTo>
                  <a:lnTo>
                    <a:pt x="5319" y="6933"/>
                  </a:lnTo>
                  <a:lnTo>
                    <a:pt x="5099" y="7007"/>
                  </a:lnTo>
                  <a:lnTo>
                    <a:pt x="5099" y="6860"/>
                  </a:lnTo>
                  <a:lnTo>
                    <a:pt x="5099" y="6713"/>
                  </a:lnTo>
                  <a:lnTo>
                    <a:pt x="5136" y="6566"/>
                  </a:lnTo>
                  <a:lnTo>
                    <a:pt x="5209" y="6456"/>
                  </a:lnTo>
                  <a:lnTo>
                    <a:pt x="5246" y="6420"/>
                  </a:lnTo>
                  <a:lnTo>
                    <a:pt x="5209" y="6383"/>
                  </a:lnTo>
                  <a:lnTo>
                    <a:pt x="5173" y="6346"/>
                  </a:lnTo>
                  <a:lnTo>
                    <a:pt x="5136" y="6346"/>
                  </a:lnTo>
                  <a:lnTo>
                    <a:pt x="4953" y="6456"/>
                  </a:lnTo>
                  <a:lnTo>
                    <a:pt x="4842" y="6640"/>
                  </a:lnTo>
                  <a:lnTo>
                    <a:pt x="4769" y="6823"/>
                  </a:lnTo>
                  <a:lnTo>
                    <a:pt x="4769" y="7043"/>
                  </a:lnTo>
                  <a:lnTo>
                    <a:pt x="4696" y="7043"/>
                  </a:lnTo>
                  <a:lnTo>
                    <a:pt x="4659" y="7007"/>
                  </a:lnTo>
                  <a:lnTo>
                    <a:pt x="4622" y="6970"/>
                  </a:lnTo>
                  <a:lnTo>
                    <a:pt x="4586" y="6970"/>
                  </a:lnTo>
                  <a:lnTo>
                    <a:pt x="5026" y="6016"/>
                  </a:lnTo>
                  <a:lnTo>
                    <a:pt x="5026" y="5943"/>
                  </a:lnTo>
                  <a:lnTo>
                    <a:pt x="4989" y="5906"/>
                  </a:lnTo>
                  <a:lnTo>
                    <a:pt x="4953" y="5906"/>
                  </a:lnTo>
                  <a:lnTo>
                    <a:pt x="4916" y="5943"/>
                  </a:lnTo>
                  <a:lnTo>
                    <a:pt x="4402" y="6750"/>
                  </a:lnTo>
                  <a:lnTo>
                    <a:pt x="4366" y="6676"/>
                  </a:lnTo>
                  <a:lnTo>
                    <a:pt x="4329" y="6640"/>
                  </a:lnTo>
                  <a:lnTo>
                    <a:pt x="4256" y="6640"/>
                  </a:lnTo>
                  <a:lnTo>
                    <a:pt x="4439" y="6236"/>
                  </a:lnTo>
                  <a:lnTo>
                    <a:pt x="4659" y="5796"/>
                  </a:lnTo>
                  <a:lnTo>
                    <a:pt x="4696" y="5759"/>
                  </a:lnTo>
                  <a:lnTo>
                    <a:pt x="4659" y="5723"/>
                  </a:lnTo>
                  <a:lnTo>
                    <a:pt x="4586" y="5723"/>
                  </a:lnTo>
                  <a:lnTo>
                    <a:pt x="4182" y="6273"/>
                  </a:lnTo>
                  <a:lnTo>
                    <a:pt x="3999" y="6566"/>
                  </a:lnTo>
                  <a:lnTo>
                    <a:pt x="3852" y="6860"/>
                  </a:lnTo>
                  <a:lnTo>
                    <a:pt x="3669" y="6786"/>
                  </a:lnTo>
                  <a:lnTo>
                    <a:pt x="3779" y="6750"/>
                  </a:lnTo>
                  <a:lnTo>
                    <a:pt x="3852" y="6640"/>
                  </a:lnTo>
                  <a:lnTo>
                    <a:pt x="3889" y="6566"/>
                  </a:lnTo>
                  <a:lnTo>
                    <a:pt x="3889" y="6420"/>
                  </a:lnTo>
                  <a:lnTo>
                    <a:pt x="3889" y="6383"/>
                  </a:lnTo>
                  <a:lnTo>
                    <a:pt x="3815" y="6383"/>
                  </a:lnTo>
                  <a:lnTo>
                    <a:pt x="3999" y="6163"/>
                  </a:lnTo>
                  <a:lnTo>
                    <a:pt x="4512" y="5539"/>
                  </a:lnTo>
                  <a:lnTo>
                    <a:pt x="4512" y="5466"/>
                  </a:lnTo>
                  <a:lnTo>
                    <a:pt x="4476" y="5429"/>
                  </a:lnTo>
                  <a:lnTo>
                    <a:pt x="4402" y="5429"/>
                  </a:lnTo>
                  <a:lnTo>
                    <a:pt x="3779" y="6016"/>
                  </a:lnTo>
                  <a:lnTo>
                    <a:pt x="3632" y="6126"/>
                  </a:lnTo>
                  <a:lnTo>
                    <a:pt x="3595" y="6090"/>
                  </a:lnTo>
                  <a:lnTo>
                    <a:pt x="3559" y="6090"/>
                  </a:lnTo>
                  <a:lnTo>
                    <a:pt x="3485" y="6126"/>
                  </a:lnTo>
                  <a:lnTo>
                    <a:pt x="3669" y="5869"/>
                  </a:lnTo>
                  <a:lnTo>
                    <a:pt x="3889" y="5649"/>
                  </a:lnTo>
                  <a:lnTo>
                    <a:pt x="4146" y="5466"/>
                  </a:lnTo>
                  <a:lnTo>
                    <a:pt x="4402" y="5283"/>
                  </a:lnTo>
                  <a:lnTo>
                    <a:pt x="4439" y="5246"/>
                  </a:lnTo>
                  <a:lnTo>
                    <a:pt x="4402" y="5209"/>
                  </a:lnTo>
                  <a:lnTo>
                    <a:pt x="4402" y="5173"/>
                  </a:lnTo>
                  <a:lnTo>
                    <a:pt x="4329" y="5136"/>
                  </a:lnTo>
                  <a:lnTo>
                    <a:pt x="3962" y="5319"/>
                  </a:lnTo>
                  <a:lnTo>
                    <a:pt x="3632" y="5539"/>
                  </a:lnTo>
                  <a:lnTo>
                    <a:pt x="3339" y="5796"/>
                  </a:lnTo>
                  <a:lnTo>
                    <a:pt x="3082" y="6126"/>
                  </a:lnTo>
                  <a:lnTo>
                    <a:pt x="3045" y="6016"/>
                  </a:lnTo>
                  <a:lnTo>
                    <a:pt x="3082" y="5980"/>
                  </a:lnTo>
                  <a:lnTo>
                    <a:pt x="3339" y="5613"/>
                  </a:lnTo>
                  <a:lnTo>
                    <a:pt x="3632" y="5283"/>
                  </a:lnTo>
                  <a:lnTo>
                    <a:pt x="3962" y="4952"/>
                  </a:lnTo>
                  <a:lnTo>
                    <a:pt x="4292" y="4659"/>
                  </a:lnTo>
                  <a:lnTo>
                    <a:pt x="4292" y="4622"/>
                  </a:lnTo>
                  <a:lnTo>
                    <a:pt x="4256" y="4586"/>
                  </a:lnTo>
                  <a:lnTo>
                    <a:pt x="4219" y="4586"/>
                  </a:lnTo>
                  <a:lnTo>
                    <a:pt x="3925" y="4732"/>
                  </a:lnTo>
                  <a:lnTo>
                    <a:pt x="3632" y="4879"/>
                  </a:lnTo>
                  <a:lnTo>
                    <a:pt x="3375" y="5099"/>
                  </a:lnTo>
                  <a:lnTo>
                    <a:pt x="3155" y="5356"/>
                  </a:lnTo>
                  <a:lnTo>
                    <a:pt x="3228" y="5209"/>
                  </a:lnTo>
                  <a:lnTo>
                    <a:pt x="3339" y="5062"/>
                  </a:lnTo>
                  <a:lnTo>
                    <a:pt x="3559" y="4842"/>
                  </a:lnTo>
                  <a:lnTo>
                    <a:pt x="3852" y="4622"/>
                  </a:lnTo>
                  <a:lnTo>
                    <a:pt x="4146" y="4476"/>
                  </a:lnTo>
                  <a:lnTo>
                    <a:pt x="4402" y="4366"/>
                  </a:lnTo>
                  <a:lnTo>
                    <a:pt x="4659" y="4292"/>
                  </a:lnTo>
                  <a:lnTo>
                    <a:pt x="4953" y="4219"/>
                  </a:lnTo>
                  <a:close/>
                  <a:moveTo>
                    <a:pt x="807" y="8767"/>
                  </a:moveTo>
                  <a:lnTo>
                    <a:pt x="807" y="8841"/>
                  </a:lnTo>
                  <a:lnTo>
                    <a:pt x="844" y="8914"/>
                  </a:lnTo>
                  <a:lnTo>
                    <a:pt x="918" y="8951"/>
                  </a:lnTo>
                  <a:lnTo>
                    <a:pt x="1138" y="8951"/>
                  </a:lnTo>
                  <a:lnTo>
                    <a:pt x="1211" y="8987"/>
                  </a:lnTo>
                  <a:lnTo>
                    <a:pt x="1321" y="8987"/>
                  </a:lnTo>
                  <a:lnTo>
                    <a:pt x="1321" y="9061"/>
                  </a:lnTo>
                  <a:lnTo>
                    <a:pt x="1321" y="9097"/>
                  </a:lnTo>
                  <a:lnTo>
                    <a:pt x="1248" y="9171"/>
                  </a:lnTo>
                  <a:lnTo>
                    <a:pt x="1174" y="9207"/>
                  </a:lnTo>
                  <a:lnTo>
                    <a:pt x="954" y="9244"/>
                  </a:lnTo>
                  <a:lnTo>
                    <a:pt x="844" y="9207"/>
                  </a:lnTo>
                  <a:lnTo>
                    <a:pt x="697" y="9134"/>
                  </a:lnTo>
                  <a:lnTo>
                    <a:pt x="587" y="9061"/>
                  </a:lnTo>
                  <a:lnTo>
                    <a:pt x="551" y="8951"/>
                  </a:lnTo>
                  <a:lnTo>
                    <a:pt x="661" y="8841"/>
                  </a:lnTo>
                  <a:lnTo>
                    <a:pt x="807" y="8767"/>
                  </a:lnTo>
                  <a:close/>
                  <a:moveTo>
                    <a:pt x="8511" y="8657"/>
                  </a:moveTo>
                  <a:lnTo>
                    <a:pt x="8621" y="8694"/>
                  </a:lnTo>
                  <a:lnTo>
                    <a:pt x="8731" y="8731"/>
                  </a:lnTo>
                  <a:lnTo>
                    <a:pt x="8841" y="8804"/>
                  </a:lnTo>
                  <a:lnTo>
                    <a:pt x="8951" y="8877"/>
                  </a:lnTo>
                  <a:lnTo>
                    <a:pt x="8987" y="8987"/>
                  </a:lnTo>
                  <a:lnTo>
                    <a:pt x="9024" y="9097"/>
                  </a:lnTo>
                  <a:lnTo>
                    <a:pt x="9024" y="9134"/>
                  </a:lnTo>
                  <a:lnTo>
                    <a:pt x="8987" y="9134"/>
                  </a:lnTo>
                  <a:lnTo>
                    <a:pt x="8877" y="9097"/>
                  </a:lnTo>
                  <a:lnTo>
                    <a:pt x="8804" y="9134"/>
                  </a:lnTo>
                  <a:lnTo>
                    <a:pt x="8731" y="9171"/>
                  </a:lnTo>
                  <a:lnTo>
                    <a:pt x="8621" y="9281"/>
                  </a:lnTo>
                  <a:lnTo>
                    <a:pt x="8474" y="9354"/>
                  </a:lnTo>
                  <a:lnTo>
                    <a:pt x="8327" y="9318"/>
                  </a:lnTo>
                  <a:lnTo>
                    <a:pt x="8254" y="9244"/>
                  </a:lnTo>
                  <a:lnTo>
                    <a:pt x="8217" y="9171"/>
                  </a:lnTo>
                  <a:lnTo>
                    <a:pt x="8217" y="9024"/>
                  </a:lnTo>
                  <a:lnTo>
                    <a:pt x="8254" y="8841"/>
                  </a:lnTo>
                  <a:lnTo>
                    <a:pt x="8254" y="8694"/>
                  </a:lnTo>
                  <a:lnTo>
                    <a:pt x="8511" y="8657"/>
                  </a:lnTo>
                  <a:close/>
                  <a:moveTo>
                    <a:pt x="5026" y="9501"/>
                  </a:moveTo>
                  <a:lnTo>
                    <a:pt x="5063" y="9574"/>
                  </a:lnTo>
                  <a:lnTo>
                    <a:pt x="4989" y="9538"/>
                  </a:lnTo>
                  <a:lnTo>
                    <a:pt x="5026" y="9501"/>
                  </a:lnTo>
                  <a:close/>
                  <a:moveTo>
                    <a:pt x="4696" y="9868"/>
                  </a:moveTo>
                  <a:lnTo>
                    <a:pt x="4953" y="9941"/>
                  </a:lnTo>
                  <a:lnTo>
                    <a:pt x="4916" y="10014"/>
                  </a:lnTo>
                  <a:lnTo>
                    <a:pt x="4879" y="10271"/>
                  </a:lnTo>
                  <a:lnTo>
                    <a:pt x="4842" y="10308"/>
                  </a:lnTo>
                  <a:lnTo>
                    <a:pt x="4549" y="10308"/>
                  </a:lnTo>
                  <a:lnTo>
                    <a:pt x="4439" y="10235"/>
                  </a:lnTo>
                  <a:lnTo>
                    <a:pt x="4329" y="10125"/>
                  </a:lnTo>
                  <a:lnTo>
                    <a:pt x="4292" y="10051"/>
                  </a:lnTo>
                  <a:lnTo>
                    <a:pt x="4256" y="9941"/>
                  </a:lnTo>
                  <a:lnTo>
                    <a:pt x="4329" y="9904"/>
                  </a:lnTo>
                  <a:lnTo>
                    <a:pt x="4439" y="9868"/>
                  </a:lnTo>
                  <a:close/>
                  <a:moveTo>
                    <a:pt x="4806" y="0"/>
                  </a:moveTo>
                  <a:lnTo>
                    <a:pt x="4622" y="37"/>
                  </a:lnTo>
                  <a:lnTo>
                    <a:pt x="4476" y="110"/>
                  </a:lnTo>
                  <a:lnTo>
                    <a:pt x="4292" y="147"/>
                  </a:lnTo>
                  <a:lnTo>
                    <a:pt x="4146" y="257"/>
                  </a:lnTo>
                  <a:lnTo>
                    <a:pt x="3999" y="367"/>
                  </a:lnTo>
                  <a:lnTo>
                    <a:pt x="3889" y="477"/>
                  </a:lnTo>
                  <a:lnTo>
                    <a:pt x="3779" y="624"/>
                  </a:lnTo>
                  <a:lnTo>
                    <a:pt x="3705" y="807"/>
                  </a:lnTo>
                  <a:lnTo>
                    <a:pt x="3669" y="954"/>
                  </a:lnTo>
                  <a:lnTo>
                    <a:pt x="3669" y="1138"/>
                  </a:lnTo>
                  <a:lnTo>
                    <a:pt x="3705" y="1321"/>
                  </a:lnTo>
                  <a:lnTo>
                    <a:pt x="3815" y="1578"/>
                  </a:lnTo>
                  <a:lnTo>
                    <a:pt x="3999" y="1761"/>
                  </a:lnTo>
                  <a:lnTo>
                    <a:pt x="4182" y="1871"/>
                  </a:lnTo>
                  <a:lnTo>
                    <a:pt x="4402" y="1945"/>
                  </a:lnTo>
                  <a:lnTo>
                    <a:pt x="4366" y="2055"/>
                  </a:lnTo>
                  <a:lnTo>
                    <a:pt x="4329" y="2165"/>
                  </a:lnTo>
                  <a:lnTo>
                    <a:pt x="4329" y="2531"/>
                  </a:lnTo>
                  <a:lnTo>
                    <a:pt x="4329" y="2898"/>
                  </a:lnTo>
                  <a:lnTo>
                    <a:pt x="4329" y="3522"/>
                  </a:lnTo>
                  <a:lnTo>
                    <a:pt x="4329" y="3669"/>
                  </a:lnTo>
                  <a:lnTo>
                    <a:pt x="4366" y="3779"/>
                  </a:lnTo>
                  <a:lnTo>
                    <a:pt x="4072" y="3925"/>
                  </a:lnTo>
                  <a:lnTo>
                    <a:pt x="3815" y="4109"/>
                  </a:lnTo>
                  <a:lnTo>
                    <a:pt x="3742" y="4182"/>
                  </a:lnTo>
                  <a:lnTo>
                    <a:pt x="3742" y="4255"/>
                  </a:lnTo>
                  <a:lnTo>
                    <a:pt x="3522" y="4402"/>
                  </a:lnTo>
                  <a:lnTo>
                    <a:pt x="3339" y="4549"/>
                  </a:lnTo>
                  <a:lnTo>
                    <a:pt x="3155" y="4696"/>
                  </a:lnTo>
                  <a:lnTo>
                    <a:pt x="3008" y="4879"/>
                  </a:lnTo>
                  <a:lnTo>
                    <a:pt x="2862" y="5062"/>
                  </a:lnTo>
                  <a:lnTo>
                    <a:pt x="2752" y="5283"/>
                  </a:lnTo>
                  <a:lnTo>
                    <a:pt x="2678" y="5503"/>
                  </a:lnTo>
                  <a:lnTo>
                    <a:pt x="2642" y="5686"/>
                  </a:lnTo>
                  <a:lnTo>
                    <a:pt x="2642" y="5906"/>
                  </a:lnTo>
                  <a:lnTo>
                    <a:pt x="2678" y="6126"/>
                  </a:lnTo>
                  <a:lnTo>
                    <a:pt x="2752" y="6346"/>
                  </a:lnTo>
                  <a:lnTo>
                    <a:pt x="2825" y="6566"/>
                  </a:lnTo>
                  <a:lnTo>
                    <a:pt x="2898" y="6676"/>
                  </a:lnTo>
                  <a:lnTo>
                    <a:pt x="2421" y="7080"/>
                  </a:lnTo>
                  <a:lnTo>
                    <a:pt x="1908" y="7447"/>
                  </a:lnTo>
                  <a:lnTo>
                    <a:pt x="1431" y="7850"/>
                  </a:lnTo>
                  <a:lnTo>
                    <a:pt x="1211" y="8070"/>
                  </a:lnTo>
                  <a:lnTo>
                    <a:pt x="991" y="8327"/>
                  </a:lnTo>
                  <a:lnTo>
                    <a:pt x="771" y="8364"/>
                  </a:lnTo>
                  <a:lnTo>
                    <a:pt x="624" y="8327"/>
                  </a:lnTo>
                  <a:lnTo>
                    <a:pt x="477" y="8327"/>
                  </a:lnTo>
                  <a:lnTo>
                    <a:pt x="367" y="8364"/>
                  </a:lnTo>
                  <a:lnTo>
                    <a:pt x="257" y="8437"/>
                  </a:lnTo>
                  <a:lnTo>
                    <a:pt x="184" y="8511"/>
                  </a:lnTo>
                  <a:lnTo>
                    <a:pt x="111" y="8584"/>
                  </a:lnTo>
                  <a:lnTo>
                    <a:pt x="37" y="8804"/>
                  </a:lnTo>
                  <a:lnTo>
                    <a:pt x="0" y="9061"/>
                  </a:lnTo>
                  <a:lnTo>
                    <a:pt x="0" y="9318"/>
                  </a:lnTo>
                  <a:lnTo>
                    <a:pt x="74" y="9538"/>
                  </a:lnTo>
                  <a:lnTo>
                    <a:pt x="257" y="9684"/>
                  </a:lnTo>
                  <a:lnTo>
                    <a:pt x="477" y="9831"/>
                  </a:lnTo>
                  <a:lnTo>
                    <a:pt x="697" y="9904"/>
                  </a:lnTo>
                  <a:lnTo>
                    <a:pt x="954" y="9941"/>
                  </a:lnTo>
                  <a:lnTo>
                    <a:pt x="1174" y="9904"/>
                  </a:lnTo>
                  <a:lnTo>
                    <a:pt x="1431" y="9868"/>
                  </a:lnTo>
                  <a:lnTo>
                    <a:pt x="1651" y="9794"/>
                  </a:lnTo>
                  <a:lnTo>
                    <a:pt x="1798" y="9648"/>
                  </a:lnTo>
                  <a:lnTo>
                    <a:pt x="1908" y="9574"/>
                  </a:lnTo>
                  <a:lnTo>
                    <a:pt x="1945" y="9464"/>
                  </a:lnTo>
                  <a:lnTo>
                    <a:pt x="1981" y="9354"/>
                  </a:lnTo>
                  <a:lnTo>
                    <a:pt x="1981" y="9207"/>
                  </a:lnTo>
                  <a:lnTo>
                    <a:pt x="1908" y="8987"/>
                  </a:lnTo>
                  <a:lnTo>
                    <a:pt x="1798" y="8767"/>
                  </a:lnTo>
                  <a:lnTo>
                    <a:pt x="1651" y="8584"/>
                  </a:lnTo>
                  <a:lnTo>
                    <a:pt x="1431" y="8437"/>
                  </a:lnTo>
                  <a:lnTo>
                    <a:pt x="1394" y="8437"/>
                  </a:lnTo>
                  <a:lnTo>
                    <a:pt x="1578" y="8254"/>
                  </a:lnTo>
                  <a:lnTo>
                    <a:pt x="1761" y="8070"/>
                  </a:lnTo>
                  <a:lnTo>
                    <a:pt x="2165" y="7777"/>
                  </a:lnTo>
                  <a:lnTo>
                    <a:pt x="2421" y="7557"/>
                  </a:lnTo>
                  <a:lnTo>
                    <a:pt x="2642" y="7337"/>
                  </a:lnTo>
                  <a:lnTo>
                    <a:pt x="2862" y="7080"/>
                  </a:lnTo>
                  <a:lnTo>
                    <a:pt x="3008" y="6786"/>
                  </a:lnTo>
                  <a:lnTo>
                    <a:pt x="3118" y="6897"/>
                  </a:lnTo>
                  <a:lnTo>
                    <a:pt x="3302" y="7043"/>
                  </a:lnTo>
                  <a:lnTo>
                    <a:pt x="3632" y="7227"/>
                  </a:lnTo>
                  <a:lnTo>
                    <a:pt x="3999" y="7337"/>
                  </a:lnTo>
                  <a:lnTo>
                    <a:pt x="4366" y="7410"/>
                  </a:lnTo>
                  <a:lnTo>
                    <a:pt x="4439" y="7410"/>
                  </a:lnTo>
                  <a:lnTo>
                    <a:pt x="4402" y="7887"/>
                  </a:lnTo>
                  <a:lnTo>
                    <a:pt x="4402" y="8364"/>
                  </a:lnTo>
                  <a:lnTo>
                    <a:pt x="4439" y="9318"/>
                  </a:lnTo>
                  <a:lnTo>
                    <a:pt x="4256" y="9391"/>
                  </a:lnTo>
                  <a:lnTo>
                    <a:pt x="4109" y="9464"/>
                  </a:lnTo>
                  <a:lnTo>
                    <a:pt x="3999" y="9574"/>
                  </a:lnTo>
                  <a:lnTo>
                    <a:pt x="3925" y="9684"/>
                  </a:lnTo>
                  <a:lnTo>
                    <a:pt x="3889" y="9794"/>
                  </a:lnTo>
                  <a:lnTo>
                    <a:pt x="3852" y="9941"/>
                  </a:lnTo>
                  <a:lnTo>
                    <a:pt x="3815" y="10125"/>
                  </a:lnTo>
                  <a:lnTo>
                    <a:pt x="3852" y="10271"/>
                  </a:lnTo>
                  <a:lnTo>
                    <a:pt x="3925" y="10565"/>
                  </a:lnTo>
                  <a:lnTo>
                    <a:pt x="4072" y="10821"/>
                  </a:lnTo>
                  <a:lnTo>
                    <a:pt x="4182" y="10895"/>
                  </a:lnTo>
                  <a:lnTo>
                    <a:pt x="4329" y="10968"/>
                  </a:lnTo>
                  <a:lnTo>
                    <a:pt x="4439" y="11042"/>
                  </a:lnTo>
                  <a:lnTo>
                    <a:pt x="4586" y="11078"/>
                  </a:lnTo>
                  <a:lnTo>
                    <a:pt x="4879" y="11078"/>
                  </a:lnTo>
                  <a:lnTo>
                    <a:pt x="5173" y="11005"/>
                  </a:lnTo>
                  <a:lnTo>
                    <a:pt x="5283" y="10932"/>
                  </a:lnTo>
                  <a:lnTo>
                    <a:pt x="5393" y="10821"/>
                  </a:lnTo>
                  <a:lnTo>
                    <a:pt x="5466" y="10711"/>
                  </a:lnTo>
                  <a:lnTo>
                    <a:pt x="5503" y="10601"/>
                  </a:lnTo>
                  <a:lnTo>
                    <a:pt x="5576" y="10308"/>
                  </a:lnTo>
                  <a:lnTo>
                    <a:pt x="5539" y="10051"/>
                  </a:lnTo>
                  <a:lnTo>
                    <a:pt x="5503" y="9904"/>
                  </a:lnTo>
                  <a:lnTo>
                    <a:pt x="5393" y="9794"/>
                  </a:lnTo>
                  <a:lnTo>
                    <a:pt x="5319" y="9684"/>
                  </a:lnTo>
                  <a:lnTo>
                    <a:pt x="5173" y="9611"/>
                  </a:lnTo>
                  <a:lnTo>
                    <a:pt x="5136" y="9428"/>
                  </a:lnTo>
                  <a:lnTo>
                    <a:pt x="5099" y="9354"/>
                  </a:lnTo>
                  <a:lnTo>
                    <a:pt x="4842" y="9354"/>
                  </a:lnTo>
                  <a:lnTo>
                    <a:pt x="4806" y="8474"/>
                  </a:lnTo>
                  <a:lnTo>
                    <a:pt x="4806" y="7960"/>
                  </a:lnTo>
                  <a:lnTo>
                    <a:pt x="4769" y="7447"/>
                  </a:lnTo>
                  <a:lnTo>
                    <a:pt x="5136" y="7410"/>
                  </a:lnTo>
                  <a:lnTo>
                    <a:pt x="5503" y="7300"/>
                  </a:lnTo>
                  <a:lnTo>
                    <a:pt x="5833" y="7117"/>
                  </a:lnTo>
                  <a:lnTo>
                    <a:pt x="6126" y="6860"/>
                  </a:lnTo>
                  <a:lnTo>
                    <a:pt x="6200" y="6786"/>
                  </a:lnTo>
                  <a:lnTo>
                    <a:pt x="6310" y="6933"/>
                  </a:lnTo>
                  <a:lnTo>
                    <a:pt x="6493" y="7080"/>
                  </a:lnTo>
                  <a:lnTo>
                    <a:pt x="6677" y="7190"/>
                  </a:lnTo>
                  <a:lnTo>
                    <a:pt x="6860" y="7300"/>
                  </a:lnTo>
                  <a:lnTo>
                    <a:pt x="7043" y="7630"/>
                  </a:lnTo>
                  <a:lnTo>
                    <a:pt x="7263" y="7997"/>
                  </a:lnTo>
                  <a:lnTo>
                    <a:pt x="7557" y="8437"/>
                  </a:lnTo>
                  <a:lnTo>
                    <a:pt x="7667" y="8584"/>
                  </a:lnTo>
                  <a:lnTo>
                    <a:pt x="7557" y="8767"/>
                  </a:lnTo>
                  <a:lnTo>
                    <a:pt x="7484" y="8951"/>
                  </a:lnTo>
                  <a:lnTo>
                    <a:pt x="7447" y="9097"/>
                  </a:lnTo>
                  <a:lnTo>
                    <a:pt x="7447" y="9281"/>
                  </a:lnTo>
                  <a:lnTo>
                    <a:pt x="7484" y="9428"/>
                  </a:lnTo>
                  <a:lnTo>
                    <a:pt x="7520" y="9611"/>
                  </a:lnTo>
                  <a:lnTo>
                    <a:pt x="7594" y="9758"/>
                  </a:lnTo>
                  <a:lnTo>
                    <a:pt x="7704" y="9904"/>
                  </a:lnTo>
                  <a:lnTo>
                    <a:pt x="7850" y="10014"/>
                  </a:lnTo>
                  <a:lnTo>
                    <a:pt x="7960" y="10125"/>
                  </a:lnTo>
                  <a:lnTo>
                    <a:pt x="8107" y="10161"/>
                  </a:lnTo>
                  <a:lnTo>
                    <a:pt x="8254" y="10198"/>
                  </a:lnTo>
                  <a:lnTo>
                    <a:pt x="8547" y="10198"/>
                  </a:lnTo>
                  <a:lnTo>
                    <a:pt x="8694" y="10125"/>
                  </a:lnTo>
                  <a:lnTo>
                    <a:pt x="8877" y="10051"/>
                  </a:lnTo>
                  <a:lnTo>
                    <a:pt x="9098" y="9831"/>
                  </a:lnTo>
                  <a:lnTo>
                    <a:pt x="9281" y="9538"/>
                  </a:lnTo>
                  <a:lnTo>
                    <a:pt x="9354" y="9391"/>
                  </a:lnTo>
                  <a:lnTo>
                    <a:pt x="9391" y="9244"/>
                  </a:lnTo>
                  <a:lnTo>
                    <a:pt x="9391" y="9061"/>
                  </a:lnTo>
                  <a:lnTo>
                    <a:pt x="9391" y="8914"/>
                  </a:lnTo>
                  <a:lnTo>
                    <a:pt x="9318" y="8767"/>
                  </a:lnTo>
                  <a:lnTo>
                    <a:pt x="9244" y="8621"/>
                  </a:lnTo>
                  <a:lnTo>
                    <a:pt x="9134" y="8511"/>
                  </a:lnTo>
                  <a:lnTo>
                    <a:pt x="8987" y="8437"/>
                  </a:lnTo>
                  <a:lnTo>
                    <a:pt x="8841" y="8364"/>
                  </a:lnTo>
                  <a:lnTo>
                    <a:pt x="8694" y="8327"/>
                  </a:lnTo>
                  <a:lnTo>
                    <a:pt x="8364" y="8290"/>
                  </a:lnTo>
                  <a:lnTo>
                    <a:pt x="8180" y="8290"/>
                  </a:lnTo>
                  <a:lnTo>
                    <a:pt x="7997" y="8364"/>
                  </a:lnTo>
                  <a:lnTo>
                    <a:pt x="7924" y="8217"/>
                  </a:lnTo>
                  <a:lnTo>
                    <a:pt x="7814" y="8070"/>
                  </a:lnTo>
                  <a:lnTo>
                    <a:pt x="7557" y="7667"/>
                  </a:lnTo>
                  <a:lnTo>
                    <a:pt x="7300" y="7300"/>
                  </a:lnTo>
                  <a:lnTo>
                    <a:pt x="7227" y="7153"/>
                  </a:lnTo>
                  <a:lnTo>
                    <a:pt x="7153" y="7007"/>
                  </a:lnTo>
                  <a:lnTo>
                    <a:pt x="7043" y="6933"/>
                  </a:lnTo>
                  <a:lnTo>
                    <a:pt x="6897" y="6897"/>
                  </a:lnTo>
                  <a:lnTo>
                    <a:pt x="6640" y="6750"/>
                  </a:lnTo>
                  <a:lnTo>
                    <a:pt x="6346" y="6530"/>
                  </a:lnTo>
                  <a:lnTo>
                    <a:pt x="6530" y="6236"/>
                  </a:lnTo>
                  <a:lnTo>
                    <a:pt x="6603" y="5869"/>
                  </a:lnTo>
                  <a:lnTo>
                    <a:pt x="6603" y="5503"/>
                  </a:lnTo>
                  <a:lnTo>
                    <a:pt x="6567" y="5173"/>
                  </a:lnTo>
                  <a:lnTo>
                    <a:pt x="6456" y="4842"/>
                  </a:lnTo>
                  <a:lnTo>
                    <a:pt x="6310" y="4586"/>
                  </a:lnTo>
                  <a:lnTo>
                    <a:pt x="6126" y="4329"/>
                  </a:lnTo>
                  <a:lnTo>
                    <a:pt x="5870" y="4109"/>
                  </a:lnTo>
                  <a:lnTo>
                    <a:pt x="5613" y="3962"/>
                  </a:lnTo>
                  <a:lnTo>
                    <a:pt x="5356" y="3815"/>
                  </a:lnTo>
                  <a:lnTo>
                    <a:pt x="5026" y="3742"/>
                  </a:lnTo>
                  <a:lnTo>
                    <a:pt x="4732" y="3742"/>
                  </a:lnTo>
                  <a:lnTo>
                    <a:pt x="4732" y="3522"/>
                  </a:lnTo>
                  <a:lnTo>
                    <a:pt x="4696" y="2678"/>
                  </a:lnTo>
                  <a:lnTo>
                    <a:pt x="4732" y="2385"/>
                  </a:lnTo>
                  <a:lnTo>
                    <a:pt x="4696" y="2165"/>
                  </a:lnTo>
                  <a:lnTo>
                    <a:pt x="4659" y="1981"/>
                  </a:lnTo>
                  <a:lnTo>
                    <a:pt x="4842" y="1945"/>
                  </a:lnTo>
                  <a:lnTo>
                    <a:pt x="5063" y="1871"/>
                  </a:lnTo>
                  <a:lnTo>
                    <a:pt x="5246" y="1761"/>
                  </a:lnTo>
                  <a:lnTo>
                    <a:pt x="5393" y="1651"/>
                  </a:lnTo>
                  <a:lnTo>
                    <a:pt x="5539" y="1468"/>
                  </a:lnTo>
                  <a:lnTo>
                    <a:pt x="5613" y="1284"/>
                  </a:lnTo>
                  <a:lnTo>
                    <a:pt x="5686" y="1101"/>
                  </a:lnTo>
                  <a:lnTo>
                    <a:pt x="5686" y="844"/>
                  </a:lnTo>
                  <a:lnTo>
                    <a:pt x="5613" y="624"/>
                  </a:lnTo>
                  <a:lnTo>
                    <a:pt x="5503" y="404"/>
                  </a:lnTo>
                  <a:lnTo>
                    <a:pt x="5466" y="257"/>
                  </a:lnTo>
                  <a:lnTo>
                    <a:pt x="5429" y="184"/>
                  </a:lnTo>
                  <a:lnTo>
                    <a:pt x="5356" y="147"/>
                  </a:lnTo>
                  <a:lnTo>
                    <a:pt x="5209" y="147"/>
                  </a:lnTo>
                  <a:lnTo>
                    <a:pt x="5063" y="110"/>
                  </a:lnTo>
                  <a:lnTo>
                    <a:pt x="4989" y="37"/>
                  </a:lnTo>
                  <a:lnTo>
                    <a:pt x="4806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7" name="Google Shape;305;p5">
              <a:extLst>
                <a:ext uri="{FF2B5EF4-FFF2-40B4-BE49-F238E27FC236}">
                  <a16:creationId xmlns:a16="http://schemas.microsoft.com/office/drawing/2014/main" id="{8C456FFF-E54D-420E-AD2E-AEF0BFC602CA}"/>
                </a:ext>
              </a:extLst>
            </p:cNvPr>
            <p:cNvSpPr/>
            <p:nvPr/>
          </p:nvSpPr>
          <p:spPr>
            <a:xfrm>
              <a:off x="6618875" y="2550725"/>
              <a:ext cx="408125" cy="156850"/>
            </a:xfrm>
            <a:custGeom>
              <a:avLst/>
              <a:gdLst/>
              <a:ahLst/>
              <a:cxnLst/>
              <a:rect l="l" t="t" r="r" b="b"/>
              <a:pathLst>
                <a:path w="16325" h="6274" extrusionOk="0">
                  <a:moveTo>
                    <a:pt x="14710" y="1"/>
                  </a:moveTo>
                  <a:lnTo>
                    <a:pt x="14527" y="74"/>
                  </a:lnTo>
                  <a:lnTo>
                    <a:pt x="14380" y="147"/>
                  </a:lnTo>
                  <a:lnTo>
                    <a:pt x="14270" y="221"/>
                  </a:lnTo>
                  <a:lnTo>
                    <a:pt x="14270" y="257"/>
                  </a:lnTo>
                  <a:lnTo>
                    <a:pt x="14197" y="221"/>
                  </a:lnTo>
                  <a:lnTo>
                    <a:pt x="14087" y="221"/>
                  </a:lnTo>
                  <a:lnTo>
                    <a:pt x="14013" y="294"/>
                  </a:lnTo>
                  <a:lnTo>
                    <a:pt x="13977" y="331"/>
                  </a:lnTo>
                  <a:lnTo>
                    <a:pt x="13977" y="441"/>
                  </a:lnTo>
                  <a:lnTo>
                    <a:pt x="14013" y="551"/>
                  </a:lnTo>
                  <a:lnTo>
                    <a:pt x="14050" y="587"/>
                  </a:lnTo>
                  <a:lnTo>
                    <a:pt x="14123" y="624"/>
                  </a:lnTo>
                  <a:lnTo>
                    <a:pt x="14343" y="624"/>
                  </a:lnTo>
                  <a:lnTo>
                    <a:pt x="14527" y="551"/>
                  </a:lnTo>
                  <a:lnTo>
                    <a:pt x="14710" y="477"/>
                  </a:lnTo>
                  <a:lnTo>
                    <a:pt x="14894" y="441"/>
                  </a:lnTo>
                  <a:lnTo>
                    <a:pt x="14967" y="477"/>
                  </a:lnTo>
                  <a:lnTo>
                    <a:pt x="15004" y="514"/>
                  </a:lnTo>
                  <a:lnTo>
                    <a:pt x="14967" y="587"/>
                  </a:lnTo>
                  <a:lnTo>
                    <a:pt x="14930" y="661"/>
                  </a:lnTo>
                  <a:lnTo>
                    <a:pt x="14747" y="881"/>
                  </a:lnTo>
                  <a:lnTo>
                    <a:pt x="14123" y="1725"/>
                  </a:lnTo>
                  <a:lnTo>
                    <a:pt x="14123" y="1798"/>
                  </a:lnTo>
                  <a:lnTo>
                    <a:pt x="14087" y="1871"/>
                  </a:lnTo>
                  <a:lnTo>
                    <a:pt x="14123" y="1981"/>
                  </a:lnTo>
                  <a:lnTo>
                    <a:pt x="14233" y="2055"/>
                  </a:lnTo>
                  <a:lnTo>
                    <a:pt x="14343" y="2091"/>
                  </a:lnTo>
                  <a:lnTo>
                    <a:pt x="14820" y="2091"/>
                  </a:lnTo>
                  <a:lnTo>
                    <a:pt x="15260" y="2055"/>
                  </a:lnTo>
                  <a:lnTo>
                    <a:pt x="15774" y="1945"/>
                  </a:lnTo>
                  <a:lnTo>
                    <a:pt x="16031" y="1871"/>
                  </a:lnTo>
                  <a:lnTo>
                    <a:pt x="16251" y="1761"/>
                  </a:lnTo>
                  <a:lnTo>
                    <a:pt x="16324" y="1651"/>
                  </a:lnTo>
                  <a:lnTo>
                    <a:pt x="16324" y="1541"/>
                  </a:lnTo>
                  <a:lnTo>
                    <a:pt x="16288" y="1468"/>
                  </a:lnTo>
                  <a:lnTo>
                    <a:pt x="16214" y="1431"/>
                  </a:lnTo>
                  <a:lnTo>
                    <a:pt x="16141" y="1394"/>
                  </a:lnTo>
                  <a:lnTo>
                    <a:pt x="15957" y="1431"/>
                  </a:lnTo>
                  <a:lnTo>
                    <a:pt x="15774" y="1468"/>
                  </a:lnTo>
                  <a:lnTo>
                    <a:pt x="15370" y="1541"/>
                  </a:lnTo>
                  <a:lnTo>
                    <a:pt x="14820" y="1615"/>
                  </a:lnTo>
                  <a:lnTo>
                    <a:pt x="14820" y="1615"/>
                  </a:lnTo>
                  <a:lnTo>
                    <a:pt x="15260" y="1028"/>
                  </a:lnTo>
                  <a:lnTo>
                    <a:pt x="15370" y="844"/>
                  </a:lnTo>
                  <a:lnTo>
                    <a:pt x="15481" y="698"/>
                  </a:lnTo>
                  <a:lnTo>
                    <a:pt x="15517" y="477"/>
                  </a:lnTo>
                  <a:lnTo>
                    <a:pt x="15517" y="404"/>
                  </a:lnTo>
                  <a:lnTo>
                    <a:pt x="15481" y="294"/>
                  </a:lnTo>
                  <a:lnTo>
                    <a:pt x="15370" y="184"/>
                  </a:lnTo>
                  <a:lnTo>
                    <a:pt x="15224" y="74"/>
                  </a:lnTo>
                  <a:lnTo>
                    <a:pt x="15077" y="37"/>
                  </a:lnTo>
                  <a:lnTo>
                    <a:pt x="14894" y="1"/>
                  </a:lnTo>
                  <a:close/>
                  <a:moveTo>
                    <a:pt x="6604" y="2788"/>
                  </a:moveTo>
                  <a:lnTo>
                    <a:pt x="6163" y="2898"/>
                  </a:lnTo>
                  <a:lnTo>
                    <a:pt x="5576" y="2972"/>
                  </a:lnTo>
                  <a:lnTo>
                    <a:pt x="5283" y="3045"/>
                  </a:lnTo>
                  <a:lnTo>
                    <a:pt x="4990" y="3118"/>
                  </a:lnTo>
                  <a:lnTo>
                    <a:pt x="4953" y="3155"/>
                  </a:lnTo>
                  <a:lnTo>
                    <a:pt x="4880" y="3229"/>
                  </a:lnTo>
                  <a:lnTo>
                    <a:pt x="4880" y="3302"/>
                  </a:lnTo>
                  <a:lnTo>
                    <a:pt x="4880" y="3339"/>
                  </a:lnTo>
                  <a:lnTo>
                    <a:pt x="4880" y="3412"/>
                  </a:lnTo>
                  <a:lnTo>
                    <a:pt x="4916" y="3485"/>
                  </a:lnTo>
                  <a:lnTo>
                    <a:pt x="4990" y="3522"/>
                  </a:lnTo>
                  <a:lnTo>
                    <a:pt x="5063" y="3522"/>
                  </a:lnTo>
                  <a:lnTo>
                    <a:pt x="5613" y="3485"/>
                  </a:lnTo>
                  <a:lnTo>
                    <a:pt x="6163" y="3412"/>
                  </a:lnTo>
                  <a:lnTo>
                    <a:pt x="6640" y="3339"/>
                  </a:lnTo>
                  <a:lnTo>
                    <a:pt x="6860" y="3265"/>
                  </a:lnTo>
                  <a:lnTo>
                    <a:pt x="6970" y="3192"/>
                  </a:lnTo>
                  <a:lnTo>
                    <a:pt x="7044" y="3118"/>
                  </a:lnTo>
                  <a:lnTo>
                    <a:pt x="7044" y="3008"/>
                  </a:lnTo>
                  <a:lnTo>
                    <a:pt x="7044" y="2972"/>
                  </a:lnTo>
                  <a:lnTo>
                    <a:pt x="7007" y="2898"/>
                  </a:lnTo>
                  <a:lnTo>
                    <a:pt x="6897" y="2862"/>
                  </a:lnTo>
                  <a:lnTo>
                    <a:pt x="6824" y="2825"/>
                  </a:lnTo>
                  <a:lnTo>
                    <a:pt x="6604" y="2788"/>
                  </a:lnTo>
                  <a:close/>
                  <a:moveTo>
                    <a:pt x="13500" y="1945"/>
                  </a:moveTo>
                  <a:lnTo>
                    <a:pt x="13280" y="1981"/>
                  </a:lnTo>
                  <a:lnTo>
                    <a:pt x="13060" y="2018"/>
                  </a:lnTo>
                  <a:lnTo>
                    <a:pt x="12876" y="2055"/>
                  </a:lnTo>
                  <a:lnTo>
                    <a:pt x="12693" y="2201"/>
                  </a:lnTo>
                  <a:lnTo>
                    <a:pt x="12546" y="2275"/>
                  </a:lnTo>
                  <a:lnTo>
                    <a:pt x="12436" y="2422"/>
                  </a:lnTo>
                  <a:lnTo>
                    <a:pt x="12289" y="2678"/>
                  </a:lnTo>
                  <a:lnTo>
                    <a:pt x="12179" y="3008"/>
                  </a:lnTo>
                  <a:lnTo>
                    <a:pt x="12179" y="3339"/>
                  </a:lnTo>
                  <a:lnTo>
                    <a:pt x="12179" y="3522"/>
                  </a:lnTo>
                  <a:lnTo>
                    <a:pt x="12216" y="3669"/>
                  </a:lnTo>
                  <a:lnTo>
                    <a:pt x="12289" y="3815"/>
                  </a:lnTo>
                  <a:lnTo>
                    <a:pt x="12363" y="3962"/>
                  </a:lnTo>
                  <a:lnTo>
                    <a:pt x="12473" y="4109"/>
                  </a:lnTo>
                  <a:lnTo>
                    <a:pt x="12583" y="4219"/>
                  </a:lnTo>
                  <a:lnTo>
                    <a:pt x="12729" y="4292"/>
                  </a:lnTo>
                  <a:lnTo>
                    <a:pt x="12876" y="4366"/>
                  </a:lnTo>
                  <a:lnTo>
                    <a:pt x="12986" y="4402"/>
                  </a:lnTo>
                  <a:lnTo>
                    <a:pt x="13096" y="4402"/>
                  </a:lnTo>
                  <a:lnTo>
                    <a:pt x="13353" y="4329"/>
                  </a:lnTo>
                  <a:lnTo>
                    <a:pt x="13757" y="4146"/>
                  </a:lnTo>
                  <a:lnTo>
                    <a:pt x="14197" y="3999"/>
                  </a:lnTo>
                  <a:lnTo>
                    <a:pt x="14417" y="3852"/>
                  </a:lnTo>
                  <a:lnTo>
                    <a:pt x="14564" y="3705"/>
                  </a:lnTo>
                  <a:lnTo>
                    <a:pt x="14600" y="3632"/>
                  </a:lnTo>
                  <a:lnTo>
                    <a:pt x="14564" y="3559"/>
                  </a:lnTo>
                  <a:lnTo>
                    <a:pt x="14527" y="3485"/>
                  </a:lnTo>
                  <a:lnTo>
                    <a:pt x="14453" y="3449"/>
                  </a:lnTo>
                  <a:lnTo>
                    <a:pt x="14343" y="3412"/>
                  </a:lnTo>
                  <a:lnTo>
                    <a:pt x="14197" y="3449"/>
                  </a:lnTo>
                  <a:lnTo>
                    <a:pt x="13940" y="3522"/>
                  </a:lnTo>
                  <a:lnTo>
                    <a:pt x="13426" y="3742"/>
                  </a:lnTo>
                  <a:lnTo>
                    <a:pt x="13280" y="3815"/>
                  </a:lnTo>
                  <a:lnTo>
                    <a:pt x="13133" y="3852"/>
                  </a:lnTo>
                  <a:lnTo>
                    <a:pt x="12986" y="3852"/>
                  </a:lnTo>
                  <a:lnTo>
                    <a:pt x="12839" y="3779"/>
                  </a:lnTo>
                  <a:lnTo>
                    <a:pt x="12766" y="3669"/>
                  </a:lnTo>
                  <a:lnTo>
                    <a:pt x="12729" y="3559"/>
                  </a:lnTo>
                  <a:lnTo>
                    <a:pt x="12656" y="3339"/>
                  </a:lnTo>
                  <a:lnTo>
                    <a:pt x="12656" y="3118"/>
                  </a:lnTo>
                  <a:lnTo>
                    <a:pt x="12729" y="2898"/>
                  </a:lnTo>
                  <a:lnTo>
                    <a:pt x="12839" y="2715"/>
                  </a:lnTo>
                  <a:lnTo>
                    <a:pt x="12986" y="2532"/>
                  </a:lnTo>
                  <a:lnTo>
                    <a:pt x="13133" y="2458"/>
                  </a:lnTo>
                  <a:lnTo>
                    <a:pt x="13280" y="2422"/>
                  </a:lnTo>
                  <a:lnTo>
                    <a:pt x="13610" y="2385"/>
                  </a:lnTo>
                  <a:lnTo>
                    <a:pt x="13940" y="2348"/>
                  </a:lnTo>
                  <a:lnTo>
                    <a:pt x="14307" y="2348"/>
                  </a:lnTo>
                  <a:lnTo>
                    <a:pt x="14307" y="2311"/>
                  </a:lnTo>
                  <a:lnTo>
                    <a:pt x="14307" y="2275"/>
                  </a:lnTo>
                  <a:lnTo>
                    <a:pt x="14307" y="2238"/>
                  </a:lnTo>
                  <a:lnTo>
                    <a:pt x="14123" y="2128"/>
                  </a:lnTo>
                  <a:lnTo>
                    <a:pt x="13903" y="2055"/>
                  </a:lnTo>
                  <a:lnTo>
                    <a:pt x="13720" y="1981"/>
                  </a:lnTo>
                  <a:lnTo>
                    <a:pt x="13500" y="1945"/>
                  </a:lnTo>
                  <a:close/>
                  <a:moveTo>
                    <a:pt x="6787" y="4182"/>
                  </a:moveTo>
                  <a:lnTo>
                    <a:pt x="6347" y="4292"/>
                  </a:lnTo>
                  <a:lnTo>
                    <a:pt x="5907" y="4366"/>
                  </a:lnTo>
                  <a:lnTo>
                    <a:pt x="5466" y="4439"/>
                  </a:lnTo>
                  <a:lnTo>
                    <a:pt x="5063" y="4549"/>
                  </a:lnTo>
                  <a:lnTo>
                    <a:pt x="4990" y="4622"/>
                  </a:lnTo>
                  <a:lnTo>
                    <a:pt x="4953" y="4696"/>
                  </a:lnTo>
                  <a:lnTo>
                    <a:pt x="4953" y="4806"/>
                  </a:lnTo>
                  <a:lnTo>
                    <a:pt x="5063" y="4843"/>
                  </a:lnTo>
                  <a:lnTo>
                    <a:pt x="5283" y="4879"/>
                  </a:lnTo>
                  <a:lnTo>
                    <a:pt x="5980" y="4879"/>
                  </a:lnTo>
                  <a:lnTo>
                    <a:pt x="6457" y="4769"/>
                  </a:lnTo>
                  <a:lnTo>
                    <a:pt x="6897" y="4659"/>
                  </a:lnTo>
                  <a:lnTo>
                    <a:pt x="6970" y="4622"/>
                  </a:lnTo>
                  <a:lnTo>
                    <a:pt x="7044" y="4586"/>
                  </a:lnTo>
                  <a:lnTo>
                    <a:pt x="7080" y="4512"/>
                  </a:lnTo>
                  <a:lnTo>
                    <a:pt x="7117" y="4439"/>
                  </a:lnTo>
                  <a:lnTo>
                    <a:pt x="7080" y="4292"/>
                  </a:lnTo>
                  <a:lnTo>
                    <a:pt x="7007" y="4219"/>
                  </a:lnTo>
                  <a:lnTo>
                    <a:pt x="6934" y="4182"/>
                  </a:lnTo>
                  <a:close/>
                  <a:moveTo>
                    <a:pt x="11079" y="2055"/>
                  </a:moveTo>
                  <a:lnTo>
                    <a:pt x="10785" y="2091"/>
                  </a:lnTo>
                  <a:lnTo>
                    <a:pt x="10565" y="2165"/>
                  </a:lnTo>
                  <a:lnTo>
                    <a:pt x="10382" y="2311"/>
                  </a:lnTo>
                  <a:lnTo>
                    <a:pt x="10235" y="2495"/>
                  </a:lnTo>
                  <a:lnTo>
                    <a:pt x="10198" y="2385"/>
                  </a:lnTo>
                  <a:lnTo>
                    <a:pt x="10088" y="2348"/>
                  </a:lnTo>
                  <a:lnTo>
                    <a:pt x="9942" y="2311"/>
                  </a:lnTo>
                  <a:lnTo>
                    <a:pt x="9611" y="2311"/>
                  </a:lnTo>
                  <a:lnTo>
                    <a:pt x="9501" y="2348"/>
                  </a:lnTo>
                  <a:lnTo>
                    <a:pt x="9208" y="2495"/>
                  </a:lnTo>
                  <a:lnTo>
                    <a:pt x="8988" y="2678"/>
                  </a:lnTo>
                  <a:lnTo>
                    <a:pt x="8951" y="2568"/>
                  </a:lnTo>
                  <a:lnTo>
                    <a:pt x="8915" y="2532"/>
                  </a:lnTo>
                  <a:lnTo>
                    <a:pt x="8878" y="2532"/>
                  </a:lnTo>
                  <a:lnTo>
                    <a:pt x="8804" y="2568"/>
                  </a:lnTo>
                  <a:lnTo>
                    <a:pt x="8731" y="2752"/>
                  </a:lnTo>
                  <a:lnTo>
                    <a:pt x="8658" y="2935"/>
                  </a:lnTo>
                  <a:lnTo>
                    <a:pt x="8621" y="3339"/>
                  </a:lnTo>
                  <a:lnTo>
                    <a:pt x="8584" y="3705"/>
                  </a:lnTo>
                  <a:lnTo>
                    <a:pt x="8621" y="4072"/>
                  </a:lnTo>
                  <a:lnTo>
                    <a:pt x="8694" y="4439"/>
                  </a:lnTo>
                  <a:lnTo>
                    <a:pt x="8768" y="4806"/>
                  </a:lnTo>
                  <a:lnTo>
                    <a:pt x="8804" y="4879"/>
                  </a:lnTo>
                  <a:lnTo>
                    <a:pt x="8878" y="4953"/>
                  </a:lnTo>
                  <a:lnTo>
                    <a:pt x="8951" y="4989"/>
                  </a:lnTo>
                  <a:lnTo>
                    <a:pt x="9061" y="4953"/>
                  </a:lnTo>
                  <a:lnTo>
                    <a:pt x="9135" y="4916"/>
                  </a:lnTo>
                  <a:lnTo>
                    <a:pt x="9208" y="4879"/>
                  </a:lnTo>
                  <a:lnTo>
                    <a:pt x="9245" y="4769"/>
                  </a:lnTo>
                  <a:lnTo>
                    <a:pt x="9208" y="4659"/>
                  </a:lnTo>
                  <a:lnTo>
                    <a:pt x="9135" y="4182"/>
                  </a:lnTo>
                  <a:lnTo>
                    <a:pt x="9098" y="3669"/>
                  </a:lnTo>
                  <a:lnTo>
                    <a:pt x="9135" y="3339"/>
                  </a:lnTo>
                  <a:lnTo>
                    <a:pt x="9208" y="3118"/>
                  </a:lnTo>
                  <a:lnTo>
                    <a:pt x="9391" y="2972"/>
                  </a:lnTo>
                  <a:lnTo>
                    <a:pt x="9575" y="2825"/>
                  </a:lnTo>
                  <a:lnTo>
                    <a:pt x="9795" y="2788"/>
                  </a:lnTo>
                  <a:lnTo>
                    <a:pt x="9868" y="4072"/>
                  </a:lnTo>
                  <a:lnTo>
                    <a:pt x="9905" y="4146"/>
                  </a:lnTo>
                  <a:lnTo>
                    <a:pt x="9942" y="4219"/>
                  </a:lnTo>
                  <a:lnTo>
                    <a:pt x="10015" y="4292"/>
                  </a:lnTo>
                  <a:lnTo>
                    <a:pt x="10125" y="4292"/>
                  </a:lnTo>
                  <a:lnTo>
                    <a:pt x="10198" y="4329"/>
                  </a:lnTo>
                  <a:lnTo>
                    <a:pt x="10272" y="4292"/>
                  </a:lnTo>
                  <a:lnTo>
                    <a:pt x="10308" y="4219"/>
                  </a:lnTo>
                  <a:lnTo>
                    <a:pt x="10345" y="4146"/>
                  </a:lnTo>
                  <a:lnTo>
                    <a:pt x="10455" y="3559"/>
                  </a:lnTo>
                  <a:lnTo>
                    <a:pt x="10565" y="3008"/>
                  </a:lnTo>
                  <a:lnTo>
                    <a:pt x="10602" y="2862"/>
                  </a:lnTo>
                  <a:lnTo>
                    <a:pt x="10675" y="2752"/>
                  </a:lnTo>
                  <a:lnTo>
                    <a:pt x="10785" y="2642"/>
                  </a:lnTo>
                  <a:lnTo>
                    <a:pt x="10895" y="2568"/>
                  </a:lnTo>
                  <a:lnTo>
                    <a:pt x="11079" y="2568"/>
                  </a:lnTo>
                  <a:lnTo>
                    <a:pt x="11115" y="2642"/>
                  </a:lnTo>
                  <a:lnTo>
                    <a:pt x="11115" y="2752"/>
                  </a:lnTo>
                  <a:lnTo>
                    <a:pt x="11115" y="2862"/>
                  </a:lnTo>
                  <a:lnTo>
                    <a:pt x="11189" y="3449"/>
                  </a:lnTo>
                  <a:lnTo>
                    <a:pt x="11299" y="4036"/>
                  </a:lnTo>
                  <a:lnTo>
                    <a:pt x="11372" y="4256"/>
                  </a:lnTo>
                  <a:lnTo>
                    <a:pt x="11446" y="4512"/>
                  </a:lnTo>
                  <a:lnTo>
                    <a:pt x="11556" y="4732"/>
                  </a:lnTo>
                  <a:lnTo>
                    <a:pt x="11629" y="4806"/>
                  </a:lnTo>
                  <a:lnTo>
                    <a:pt x="11739" y="4843"/>
                  </a:lnTo>
                  <a:lnTo>
                    <a:pt x="11849" y="4843"/>
                  </a:lnTo>
                  <a:lnTo>
                    <a:pt x="11922" y="4806"/>
                  </a:lnTo>
                  <a:lnTo>
                    <a:pt x="11996" y="4769"/>
                  </a:lnTo>
                  <a:lnTo>
                    <a:pt x="12032" y="4696"/>
                  </a:lnTo>
                  <a:lnTo>
                    <a:pt x="12069" y="4586"/>
                  </a:lnTo>
                  <a:lnTo>
                    <a:pt x="11996" y="4476"/>
                  </a:lnTo>
                  <a:lnTo>
                    <a:pt x="11922" y="4402"/>
                  </a:lnTo>
                  <a:lnTo>
                    <a:pt x="11886" y="4256"/>
                  </a:lnTo>
                  <a:lnTo>
                    <a:pt x="11812" y="4072"/>
                  </a:lnTo>
                  <a:lnTo>
                    <a:pt x="11776" y="3779"/>
                  </a:lnTo>
                  <a:lnTo>
                    <a:pt x="11666" y="3339"/>
                  </a:lnTo>
                  <a:lnTo>
                    <a:pt x="11629" y="2862"/>
                  </a:lnTo>
                  <a:lnTo>
                    <a:pt x="11629" y="2532"/>
                  </a:lnTo>
                  <a:lnTo>
                    <a:pt x="11592" y="2385"/>
                  </a:lnTo>
                  <a:lnTo>
                    <a:pt x="11482" y="2275"/>
                  </a:lnTo>
                  <a:lnTo>
                    <a:pt x="11299" y="2128"/>
                  </a:lnTo>
                  <a:lnTo>
                    <a:pt x="11189" y="2091"/>
                  </a:lnTo>
                  <a:lnTo>
                    <a:pt x="11079" y="2055"/>
                  </a:lnTo>
                  <a:close/>
                  <a:moveTo>
                    <a:pt x="2715" y="1138"/>
                  </a:moveTo>
                  <a:lnTo>
                    <a:pt x="2569" y="1174"/>
                  </a:lnTo>
                  <a:lnTo>
                    <a:pt x="2422" y="1284"/>
                  </a:lnTo>
                  <a:lnTo>
                    <a:pt x="2385" y="1358"/>
                  </a:lnTo>
                  <a:lnTo>
                    <a:pt x="2165" y="1284"/>
                  </a:lnTo>
                  <a:lnTo>
                    <a:pt x="1762" y="1284"/>
                  </a:lnTo>
                  <a:lnTo>
                    <a:pt x="1542" y="1358"/>
                  </a:lnTo>
                  <a:lnTo>
                    <a:pt x="771" y="1504"/>
                  </a:lnTo>
                  <a:lnTo>
                    <a:pt x="368" y="1651"/>
                  </a:lnTo>
                  <a:lnTo>
                    <a:pt x="184" y="1725"/>
                  </a:lnTo>
                  <a:lnTo>
                    <a:pt x="38" y="1835"/>
                  </a:lnTo>
                  <a:lnTo>
                    <a:pt x="1" y="1908"/>
                  </a:lnTo>
                  <a:lnTo>
                    <a:pt x="1" y="1981"/>
                  </a:lnTo>
                  <a:lnTo>
                    <a:pt x="38" y="2018"/>
                  </a:lnTo>
                  <a:lnTo>
                    <a:pt x="111" y="2055"/>
                  </a:lnTo>
                  <a:lnTo>
                    <a:pt x="74" y="2348"/>
                  </a:lnTo>
                  <a:lnTo>
                    <a:pt x="74" y="2642"/>
                  </a:lnTo>
                  <a:lnTo>
                    <a:pt x="74" y="3705"/>
                  </a:lnTo>
                  <a:lnTo>
                    <a:pt x="111" y="4843"/>
                  </a:lnTo>
                  <a:lnTo>
                    <a:pt x="148" y="5980"/>
                  </a:lnTo>
                  <a:lnTo>
                    <a:pt x="184" y="6090"/>
                  </a:lnTo>
                  <a:lnTo>
                    <a:pt x="294" y="6200"/>
                  </a:lnTo>
                  <a:lnTo>
                    <a:pt x="404" y="6236"/>
                  </a:lnTo>
                  <a:lnTo>
                    <a:pt x="514" y="6200"/>
                  </a:lnTo>
                  <a:lnTo>
                    <a:pt x="624" y="6236"/>
                  </a:lnTo>
                  <a:lnTo>
                    <a:pt x="845" y="6273"/>
                  </a:lnTo>
                  <a:lnTo>
                    <a:pt x="1028" y="6236"/>
                  </a:lnTo>
                  <a:lnTo>
                    <a:pt x="1395" y="6163"/>
                  </a:lnTo>
                  <a:lnTo>
                    <a:pt x="2385" y="5980"/>
                  </a:lnTo>
                  <a:lnTo>
                    <a:pt x="2605" y="5943"/>
                  </a:lnTo>
                  <a:lnTo>
                    <a:pt x="2752" y="5906"/>
                  </a:lnTo>
                  <a:lnTo>
                    <a:pt x="2899" y="5833"/>
                  </a:lnTo>
                  <a:lnTo>
                    <a:pt x="2972" y="5686"/>
                  </a:lnTo>
                  <a:lnTo>
                    <a:pt x="2972" y="5576"/>
                  </a:lnTo>
                  <a:lnTo>
                    <a:pt x="2935" y="5503"/>
                  </a:lnTo>
                  <a:lnTo>
                    <a:pt x="2825" y="5429"/>
                  </a:lnTo>
                  <a:lnTo>
                    <a:pt x="2679" y="5393"/>
                  </a:lnTo>
                  <a:lnTo>
                    <a:pt x="2532" y="5393"/>
                  </a:lnTo>
                  <a:lnTo>
                    <a:pt x="2385" y="5429"/>
                  </a:lnTo>
                  <a:lnTo>
                    <a:pt x="2055" y="5503"/>
                  </a:lnTo>
                  <a:lnTo>
                    <a:pt x="1762" y="5576"/>
                  </a:lnTo>
                  <a:lnTo>
                    <a:pt x="1028" y="5723"/>
                  </a:lnTo>
                  <a:lnTo>
                    <a:pt x="698" y="5796"/>
                  </a:lnTo>
                  <a:lnTo>
                    <a:pt x="661" y="4953"/>
                  </a:lnTo>
                  <a:lnTo>
                    <a:pt x="624" y="4109"/>
                  </a:lnTo>
                  <a:lnTo>
                    <a:pt x="845" y="4109"/>
                  </a:lnTo>
                  <a:lnTo>
                    <a:pt x="1028" y="4072"/>
                  </a:lnTo>
                  <a:lnTo>
                    <a:pt x="1431" y="3962"/>
                  </a:lnTo>
                  <a:lnTo>
                    <a:pt x="2459" y="3742"/>
                  </a:lnTo>
                  <a:lnTo>
                    <a:pt x="2495" y="3779"/>
                  </a:lnTo>
                  <a:lnTo>
                    <a:pt x="2605" y="3779"/>
                  </a:lnTo>
                  <a:lnTo>
                    <a:pt x="2679" y="3742"/>
                  </a:lnTo>
                  <a:lnTo>
                    <a:pt x="2752" y="3705"/>
                  </a:lnTo>
                  <a:lnTo>
                    <a:pt x="2789" y="3669"/>
                  </a:lnTo>
                  <a:lnTo>
                    <a:pt x="2862" y="3559"/>
                  </a:lnTo>
                  <a:lnTo>
                    <a:pt x="2899" y="3485"/>
                  </a:lnTo>
                  <a:lnTo>
                    <a:pt x="2899" y="3412"/>
                  </a:lnTo>
                  <a:lnTo>
                    <a:pt x="2862" y="3339"/>
                  </a:lnTo>
                  <a:lnTo>
                    <a:pt x="2825" y="3265"/>
                  </a:lnTo>
                  <a:lnTo>
                    <a:pt x="2715" y="3155"/>
                  </a:lnTo>
                  <a:lnTo>
                    <a:pt x="2532" y="3155"/>
                  </a:lnTo>
                  <a:lnTo>
                    <a:pt x="1431" y="3449"/>
                  </a:lnTo>
                  <a:lnTo>
                    <a:pt x="1028" y="3522"/>
                  </a:lnTo>
                  <a:lnTo>
                    <a:pt x="808" y="3595"/>
                  </a:lnTo>
                  <a:lnTo>
                    <a:pt x="624" y="3632"/>
                  </a:lnTo>
                  <a:lnTo>
                    <a:pt x="588" y="2788"/>
                  </a:lnTo>
                  <a:lnTo>
                    <a:pt x="588" y="2458"/>
                  </a:lnTo>
                  <a:lnTo>
                    <a:pt x="551" y="2091"/>
                  </a:lnTo>
                  <a:lnTo>
                    <a:pt x="1065" y="1981"/>
                  </a:lnTo>
                  <a:lnTo>
                    <a:pt x="1615" y="1835"/>
                  </a:lnTo>
                  <a:lnTo>
                    <a:pt x="1798" y="1798"/>
                  </a:lnTo>
                  <a:lnTo>
                    <a:pt x="2055" y="1798"/>
                  </a:lnTo>
                  <a:lnTo>
                    <a:pt x="2165" y="1871"/>
                  </a:lnTo>
                  <a:lnTo>
                    <a:pt x="2238" y="1908"/>
                  </a:lnTo>
                  <a:lnTo>
                    <a:pt x="2312" y="1945"/>
                  </a:lnTo>
                  <a:lnTo>
                    <a:pt x="2422" y="1945"/>
                  </a:lnTo>
                  <a:lnTo>
                    <a:pt x="2495" y="1908"/>
                  </a:lnTo>
                  <a:lnTo>
                    <a:pt x="3009" y="1651"/>
                  </a:lnTo>
                  <a:lnTo>
                    <a:pt x="3082" y="1615"/>
                  </a:lnTo>
                  <a:lnTo>
                    <a:pt x="3119" y="1578"/>
                  </a:lnTo>
                  <a:lnTo>
                    <a:pt x="3156" y="1431"/>
                  </a:lnTo>
                  <a:lnTo>
                    <a:pt x="3119" y="1284"/>
                  </a:lnTo>
                  <a:lnTo>
                    <a:pt x="3082" y="1248"/>
                  </a:lnTo>
                  <a:lnTo>
                    <a:pt x="3009" y="1174"/>
                  </a:lnTo>
                  <a:lnTo>
                    <a:pt x="2862" y="1138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8" name="Google Shape;306;p5">
              <a:extLst>
                <a:ext uri="{FF2B5EF4-FFF2-40B4-BE49-F238E27FC236}">
                  <a16:creationId xmlns:a16="http://schemas.microsoft.com/office/drawing/2014/main" id="{C9124E36-6012-4351-B98C-FAA7CB6D0811}"/>
                </a:ext>
              </a:extLst>
            </p:cNvPr>
            <p:cNvSpPr/>
            <p:nvPr/>
          </p:nvSpPr>
          <p:spPr>
            <a:xfrm>
              <a:off x="6336425" y="4507675"/>
              <a:ext cx="520000" cy="365000"/>
            </a:xfrm>
            <a:custGeom>
              <a:avLst/>
              <a:gdLst/>
              <a:ahLst/>
              <a:cxnLst/>
              <a:rect l="l" t="t" r="r" b="b"/>
              <a:pathLst>
                <a:path w="20800" h="14600" extrusionOk="0">
                  <a:moveTo>
                    <a:pt x="5466" y="441"/>
                  </a:moveTo>
                  <a:lnTo>
                    <a:pt x="5650" y="478"/>
                  </a:lnTo>
                  <a:lnTo>
                    <a:pt x="5577" y="478"/>
                  </a:lnTo>
                  <a:lnTo>
                    <a:pt x="5466" y="441"/>
                  </a:lnTo>
                  <a:close/>
                  <a:moveTo>
                    <a:pt x="4843" y="478"/>
                  </a:moveTo>
                  <a:lnTo>
                    <a:pt x="4806" y="514"/>
                  </a:lnTo>
                  <a:lnTo>
                    <a:pt x="4586" y="551"/>
                  </a:lnTo>
                  <a:lnTo>
                    <a:pt x="4843" y="478"/>
                  </a:lnTo>
                  <a:close/>
                  <a:moveTo>
                    <a:pt x="5173" y="808"/>
                  </a:moveTo>
                  <a:lnTo>
                    <a:pt x="5210" y="844"/>
                  </a:lnTo>
                  <a:lnTo>
                    <a:pt x="5246" y="918"/>
                  </a:lnTo>
                  <a:lnTo>
                    <a:pt x="5356" y="991"/>
                  </a:lnTo>
                  <a:lnTo>
                    <a:pt x="5503" y="1028"/>
                  </a:lnTo>
                  <a:lnTo>
                    <a:pt x="5760" y="1028"/>
                  </a:lnTo>
                  <a:lnTo>
                    <a:pt x="5870" y="991"/>
                  </a:lnTo>
                  <a:lnTo>
                    <a:pt x="5980" y="991"/>
                  </a:lnTo>
                  <a:lnTo>
                    <a:pt x="6017" y="1028"/>
                  </a:lnTo>
                  <a:lnTo>
                    <a:pt x="6053" y="1101"/>
                  </a:lnTo>
                  <a:lnTo>
                    <a:pt x="6163" y="1431"/>
                  </a:lnTo>
                  <a:lnTo>
                    <a:pt x="6163" y="1725"/>
                  </a:lnTo>
                  <a:lnTo>
                    <a:pt x="6127" y="2055"/>
                  </a:lnTo>
                  <a:lnTo>
                    <a:pt x="6053" y="2348"/>
                  </a:lnTo>
                  <a:lnTo>
                    <a:pt x="5980" y="2532"/>
                  </a:lnTo>
                  <a:lnTo>
                    <a:pt x="5907" y="2715"/>
                  </a:lnTo>
                  <a:lnTo>
                    <a:pt x="5650" y="3009"/>
                  </a:lnTo>
                  <a:lnTo>
                    <a:pt x="5393" y="3229"/>
                  </a:lnTo>
                  <a:lnTo>
                    <a:pt x="5063" y="3412"/>
                  </a:lnTo>
                  <a:lnTo>
                    <a:pt x="5063" y="3375"/>
                  </a:lnTo>
                  <a:lnTo>
                    <a:pt x="5063" y="3302"/>
                  </a:lnTo>
                  <a:lnTo>
                    <a:pt x="5026" y="3265"/>
                  </a:lnTo>
                  <a:lnTo>
                    <a:pt x="4953" y="3229"/>
                  </a:lnTo>
                  <a:lnTo>
                    <a:pt x="4880" y="3229"/>
                  </a:lnTo>
                  <a:lnTo>
                    <a:pt x="5063" y="2789"/>
                  </a:lnTo>
                  <a:lnTo>
                    <a:pt x="5063" y="2715"/>
                  </a:lnTo>
                  <a:lnTo>
                    <a:pt x="4990" y="2679"/>
                  </a:lnTo>
                  <a:lnTo>
                    <a:pt x="4953" y="2679"/>
                  </a:lnTo>
                  <a:lnTo>
                    <a:pt x="4880" y="2715"/>
                  </a:lnTo>
                  <a:lnTo>
                    <a:pt x="4549" y="3229"/>
                  </a:lnTo>
                  <a:lnTo>
                    <a:pt x="4329" y="3559"/>
                  </a:lnTo>
                  <a:lnTo>
                    <a:pt x="4109" y="3522"/>
                  </a:lnTo>
                  <a:lnTo>
                    <a:pt x="3853" y="3486"/>
                  </a:lnTo>
                  <a:lnTo>
                    <a:pt x="3706" y="3449"/>
                  </a:lnTo>
                  <a:lnTo>
                    <a:pt x="3999" y="3192"/>
                  </a:lnTo>
                  <a:lnTo>
                    <a:pt x="4586" y="2642"/>
                  </a:lnTo>
                  <a:lnTo>
                    <a:pt x="4586" y="2568"/>
                  </a:lnTo>
                  <a:lnTo>
                    <a:pt x="4586" y="2495"/>
                  </a:lnTo>
                  <a:lnTo>
                    <a:pt x="4513" y="2458"/>
                  </a:lnTo>
                  <a:lnTo>
                    <a:pt x="4439" y="2458"/>
                  </a:lnTo>
                  <a:lnTo>
                    <a:pt x="3486" y="3119"/>
                  </a:lnTo>
                  <a:lnTo>
                    <a:pt x="3302" y="3265"/>
                  </a:lnTo>
                  <a:lnTo>
                    <a:pt x="3229" y="3192"/>
                  </a:lnTo>
                  <a:lnTo>
                    <a:pt x="3266" y="3082"/>
                  </a:lnTo>
                  <a:lnTo>
                    <a:pt x="3302" y="3009"/>
                  </a:lnTo>
                  <a:lnTo>
                    <a:pt x="3266" y="2935"/>
                  </a:lnTo>
                  <a:lnTo>
                    <a:pt x="3229" y="2899"/>
                  </a:lnTo>
                  <a:lnTo>
                    <a:pt x="3339" y="2935"/>
                  </a:lnTo>
                  <a:lnTo>
                    <a:pt x="3669" y="2752"/>
                  </a:lnTo>
                  <a:lnTo>
                    <a:pt x="4733" y="2055"/>
                  </a:lnTo>
                  <a:lnTo>
                    <a:pt x="4770" y="1982"/>
                  </a:lnTo>
                  <a:lnTo>
                    <a:pt x="4770" y="1945"/>
                  </a:lnTo>
                  <a:lnTo>
                    <a:pt x="4733" y="1872"/>
                  </a:lnTo>
                  <a:lnTo>
                    <a:pt x="4660" y="1872"/>
                  </a:lnTo>
                  <a:lnTo>
                    <a:pt x="4329" y="1982"/>
                  </a:lnTo>
                  <a:lnTo>
                    <a:pt x="3816" y="2202"/>
                  </a:lnTo>
                  <a:lnTo>
                    <a:pt x="3302" y="2458"/>
                  </a:lnTo>
                  <a:lnTo>
                    <a:pt x="3082" y="2642"/>
                  </a:lnTo>
                  <a:lnTo>
                    <a:pt x="2935" y="2789"/>
                  </a:lnTo>
                  <a:lnTo>
                    <a:pt x="2899" y="2605"/>
                  </a:lnTo>
                  <a:lnTo>
                    <a:pt x="2899" y="2458"/>
                  </a:lnTo>
                  <a:lnTo>
                    <a:pt x="3082" y="2385"/>
                  </a:lnTo>
                  <a:lnTo>
                    <a:pt x="3266" y="2238"/>
                  </a:lnTo>
                  <a:lnTo>
                    <a:pt x="3632" y="2018"/>
                  </a:lnTo>
                  <a:lnTo>
                    <a:pt x="4109" y="1725"/>
                  </a:lnTo>
                  <a:lnTo>
                    <a:pt x="4586" y="1505"/>
                  </a:lnTo>
                  <a:lnTo>
                    <a:pt x="4660" y="1431"/>
                  </a:lnTo>
                  <a:lnTo>
                    <a:pt x="4660" y="1358"/>
                  </a:lnTo>
                  <a:lnTo>
                    <a:pt x="4586" y="1321"/>
                  </a:lnTo>
                  <a:lnTo>
                    <a:pt x="4513" y="1285"/>
                  </a:lnTo>
                  <a:lnTo>
                    <a:pt x="4256" y="1358"/>
                  </a:lnTo>
                  <a:lnTo>
                    <a:pt x="3963" y="1431"/>
                  </a:lnTo>
                  <a:lnTo>
                    <a:pt x="3706" y="1505"/>
                  </a:lnTo>
                  <a:lnTo>
                    <a:pt x="3449" y="1651"/>
                  </a:lnTo>
                  <a:lnTo>
                    <a:pt x="3156" y="1798"/>
                  </a:lnTo>
                  <a:lnTo>
                    <a:pt x="3302" y="1578"/>
                  </a:lnTo>
                  <a:lnTo>
                    <a:pt x="3486" y="1358"/>
                  </a:lnTo>
                  <a:lnTo>
                    <a:pt x="3779" y="1211"/>
                  </a:lnTo>
                  <a:lnTo>
                    <a:pt x="4109" y="1065"/>
                  </a:lnTo>
                  <a:lnTo>
                    <a:pt x="4733" y="844"/>
                  </a:lnTo>
                  <a:lnTo>
                    <a:pt x="4770" y="918"/>
                  </a:lnTo>
                  <a:lnTo>
                    <a:pt x="4843" y="991"/>
                  </a:lnTo>
                  <a:lnTo>
                    <a:pt x="4916" y="991"/>
                  </a:lnTo>
                  <a:lnTo>
                    <a:pt x="4990" y="1028"/>
                  </a:lnTo>
                  <a:lnTo>
                    <a:pt x="5063" y="991"/>
                  </a:lnTo>
                  <a:lnTo>
                    <a:pt x="5100" y="955"/>
                  </a:lnTo>
                  <a:lnTo>
                    <a:pt x="5173" y="881"/>
                  </a:lnTo>
                  <a:lnTo>
                    <a:pt x="5173" y="808"/>
                  </a:lnTo>
                  <a:close/>
                  <a:moveTo>
                    <a:pt x="9648" y="3302"/>
                  </a:moveTo>
                  <a:lnTo>
                    <a:pt x="9905" y="3375"/>
                  </a:lnTo>
                  <a:lnTo>
                    <a:pt x="9905" y="3412"/>
                  </a:lnTo>
                  <a:lnTo>
                    <a:pt x="10125" y="3632"/>
                  </a:lnTo>
                  <a:lnTo>
                    <a:pt x="10308" y="3889"/>
                  </a:lnTo>
                  <a:lnTo>
                    <a:pt x="10162" y="4036"/>
                  </a:lnTo>
                  <a:lnTo>
                    <a:pt x="9978" y="4182"/>
                  </a:lnTo>
                  <a:lnTo>
                    <a:pt x="9795" y="4293"/>
                  </a:lnTo>
                  <a:lnTo>
                    <a:pt x="9612" y="4329"/>
                  </a:lnTo>
                  <a:lnTo>
                    <a:pt x="9501" y="4293"/>
                  </a:lnTo>
                  <a:lnTo>
                    <a:pt x="9428" y="4256"/>
                  </a:lnTo>
                  <a:lnTo>
                    <a:pt x="9501" y="4146"/>
                  </a:lnTo>
                  <a:lnTo>
                    <a:pt x="9501" y="4072"/>
                  </a:lnTo>
                  <a:lnTo>
                    <a:pt x="9465" y="3999"/>
                  </a:lnTo>
                  <a:lnTo>
                    <a:pt x="9391" y="3926"/>
                  </a:lnTo>
                  <a:lnTo>
                    <a:pt x="9245" y="3926"/>
                  </a:lnTo>
                  <a:lnTo>
                    <a:pt x="9465" y="3816"/>
                  </a:lnTo>
                  <a:lnTo>
                    <a:pt x="9501" y="3779"/>
                  </a:lnTo>
                  <a:lnTo>
                    <a:pt x="9538" y="3742"/>
                  </a:lnTo>
                  <a:lnTo>
                    <a:pt x="9538" y="3632"/>
                  </a:lnTo>
                  <a:lnTo>
                    <a:pt x="9465" y="3559"/>
                  </a:lnTo>
                  <a:lnTo>
                    <a:pt x="9391" y="3522"/>
                  </a:lnTo>
                  <a:lnTo>
                    <a:pt x="9355" y="3522"/>
                  </a:lnTo>
                  <a:lnTo>
                    <a:pt x="9061" y="3632"/>
                  </a:lnTo>
                  <a:lnTo>
                    <a:pt x="9208" y="3375"/>
                  </a:lnTo>
                  <a:lnTo>
                    <a:pt x="9281" y="3412"/>
                  </a:lnTo>
                  <a:lnTo>
                    <a:pt x="9355" y="3412"/>
                  </a:lnTo>
                  <a:lnTo>
                    <a:pt x="9501" y="3375"/>
                  </a:lnTo>
                  <a:lnTo>
                    <a:pt x="9648" y="3302"/>
                  </a:lnTo>
                  <a:close/>
                  <a:moveTo>
                    <a:pt x="1505" y="4329"/>
                  </a:moveTo>
                  <a:lnTo>
                    <a:pt x="1615" y="4366"/>
                  </a:lnTo>
                  <a:lnTo>
                    <a:pt x="1725" y="4439"/>
                  </a:lnTo>
                  <a:lnTo>
                    <a:pt x="1872" y="4586"/>
                  </a:lnTo>
                  <a:lnTo>
                    <a:pt x="1908" y="4769"/>
                  </a:lnTo>
                  <a:lnTo>
                    <a:pt x="1945" y="4916"/>
                  </a:lnTo>
                  <a:lnTo>
                    <a:pt x="1908" y="5100"/>
                  </a:lnTo>
                  <a:lnTo>
                    <a:pt x="1872" y="5246"/>
                  </a:lnTo>
                  <a:lnTo>
                    <a:pt x="1762" y="5393"/>
                  </a:lnTo>
                  <a:lnTo>
                    <a:pt x="1615" y="5503"/>
                  </a:lnTo>
                  <a:lnTo>
                    <a:pt x="1468" y="5576"/>
                  </a:lnTo>
                  <a:lnTo>
                    <a:pt x="1432" y="5430"/>
                  </a:lnTo>
                  <a:lnTo>
                    <a:pt x="1432" y="5283"/>
                  </a:lnTo>
                  <a:lnTo>
                    <a:pt x="1432" y="5210"/>
                  </a:lnTo>
                  <a:lnTo>
                    <a:pt x="1395" y="5136"/>
                  </a:lnTo>
                  <a:lnTo>
                    <a:pt x="1395" y="5063"/>
                  </a:lnTo>
                  <a:lnTo>
                    <a:pt x="1321" y="4989"/>
                  </a:lnTo>
                  <a:lnTo>
                    <a:pt x="1285" y="4953"/>
                  </a:lnTo>
                  <a:lnTo>
                    <a:pt x="1175" y="4989"/>
                  </a:lnTo>
                  <a:lnTo>
                    <a:pt x="1028" y="5063"/>
                  </a:lnTo>
                  <a:lnTo>
                    <a:pt x="1138" y="4989"/>
                  </a:lnTo>
                  <a:lnTo>
                    <a:pt x="1321" y="4879"/>
                  </a:lnTo>
                  <a:lnTo>
                    <a:pt x="1468" y="4769"/>
                  </a:lnTo>
                  <a:lnTo>
                    <a:pt x="1542" y="4696"/>
                  </a:lnTo>
                  <a:lnTo>
                    <a:pt x="1505" y="4623"/>
                  </a:lnTo>
                  <a:lnTo>
                    <a:pt x="1468" y="4549"/>
                  </a:lnTo>
                  <a:lnTo>
                    <a:pt x="1395" y="4513"/>
                  </a:lnTo>
                  <a:lnTo>
                    <a:pt x="1432" y="4476"/>
                  </a:lnTo>
                  <a:lnTo>
                    <a:pt x="1468" y="4439"/>
                  </a:lnTo>
                  <a:lnTo>
                    <a:pt x="1468" y="4403"/>
                  </a:lnTo>
                  <a:lnTo>
                    <a:pt x="1432" y="4329"/>
                  </a:lnTo>
                  <a:close/>
                  <a:moveTo>
                    <a:pt x="1138" y="5576"/>
                  </a:moveTo>
                  <a:lnTo>
                    <a:pt x="1138" y="5650"/>
                  </a:lnTo>
                  <a:lnTo>
                    <a:pt x="1028" y="5613"/>
                  </a:lnTo>
                  <a:lnTo>
                    <a:pt x="1138" y="5576"/>
                  </a:lnTo>
                  <a:close/>
                  <a:moveTo>
                    <a:pt x="7887" y="5907"/>
                  </a:moveTo>
                  <a:lnTo>
                    <a:pt x="8218" y="5980"/>
                  </a:lnTo>
                  <a:lnTo>
                    <a:pt x="8291" y="6090"/>
                  </a:lnTo>
                  <a:lnTo>
                    <a:pt x="8401" y="6163"/>
                  </a:lnTo>
                  <a:lnTo>
                    <a:pt x="8511" y="6273"/>
                  </a:lnTo>
                  <a:lnTo>
                    <a:pt x="8621" y="6383"/>
                  </a:lnTo>
                  <a:lnTo>
                    <a:pt x="8694" y="6530"/>
                  </a:lnTo>
                  <a:lnTo>
                    <a:pt x="8768" y="6677"/>
                  </a:lnTo>
                  <a:lnTo>
                    <a:pt x="8805" y="6934"/>
                  </a:lnTo>
                  <a:lnTo>
                    <a:pt x="8768" y="7154"/>
                  </a:lnTo>
                  <a:lnTo>
                    <a:pt x="8658" y="7374"/>
                  </a:lnTo>
                  <a:lnTo>
                    <a:pt x="8548" y="7557"/>
                  </a:lnTo>
                  <a:lnTo>
                    <a:pt x="8438" y="7704"/>
                  </a:lnTo>
                  <a:lnTo>
                    <a:pt x="8291" y="7814"/>
                  </a:lnTo>
                  <a:lnTo>
                    <a:pt x="8144" y="7887"/>
                  </a:lnTo>
                  <a:lnTo>
                    <a:pt x="7998" y="7961"/>
                  </a:lnTo>
                  <a:lnTo>
                    <a:pt x="8071" y="7594"/>
                  </a:lnTo>
                  <a:lnTo>
                    <a:pt x="8071" y="7520"/>
                  </a:lnTo>
                  <a:lnTo>
                    <a:pt x="8034" y="7484"/>
                  </a:lnTo>
                  <a:lnTo>
                    <a:pt x="7961" y="7484"/>
                  </a:lnTo>
                  <a:lnTo>
                    <a:pt x="7924" y="7520"/>
                  </a:lnTo>
                  <a:lnTo>
                    <a:pt x="7741" y="7741"/>
                  </a:lnTo>
                  <a:lnTo>
                    <a:pt x="7557" y="7997"/>
                  </a:lnTo>
                  <a:lnTo>
                    <a:pt x="7264" y="7924"/>
                  </a:lnTo>
                  <a:lnTo>
                    <a:pt x="7484" y="7594"/>
                  </a:lnTo>
                  <a:lnTo>
                    <a:pt x="7741" y="7337"/>
                  </a:lnTo>
                  <a:lnTo>
                    <a:pt x="7741" y="7264"/>
                  </a:lnTo>
                  <a:lnTo>
                    <a:pt x="7741" y="7227"/>
                  </a:lnTo>
                  <a:lnTo>
                    <a:pt x="7631" y="7227"/>
                  </a:lnTo>
                  <a:lnTo>
                    <a:pt x="7447" y="7337"/>
                  </a:lnTo>
                  <a:lnTo>
                    <a:pt x="7264" y="7447"/>
                  </a:lnTo>
                  <a:lnTo>
                    <a:pt x="7080" y="7594"/>
                  </a:lnTo>
                  <a:lnTo>
                    <a:pt x="6934" y="7777"/>
                  </a:lnTo>
                  <a:lnTo>
                    <a:pt x="6860" y="7704"/>
                  </a:lnTo>
                  <a:lnTo>
                    <a:pt x="6714" y="7557"/>
                  </a:lnTo>
                  <a:lnTo>
                    <a:pt x="7227" y="7264"/>
                  </a:lnTo>
                  <a:lnTo>
                    <a:pt x="7741" y="6934"/>
                  </a:lnTo>
                  <a:lnTo>
                    <a:pt x="7741" y="6897"/>
                  </a:lnTo>
                  <a:lnTo>
                    <a:pt x="7704" y="6860"/>
                  </a:lnTo>
                  <a:lnTo>
                    <a:pt x="7411" y="6860"/>
                  </a:lnTo>
                  <a:lnTo>
                    <a:pt x="7080" y="6934"/>
                  </a:lnTo>
                  <a:lnTo>
                    <a:pt x="6787" y="7044"/>
                  </a:lnTo>
                  <a:lnTo>
                    <a:pt x="6530" y="7227"/>
                  </a:lnTo>
                  <a:lnTo>
                    <a:pt x="6494" y="7007"/>
                  </a:lnTo>
                  <a:lnTo>
                    <a:pt x="6494" y="6750"/>
                  </a:lnTo>
                  <a:lnTo>
                    <a:pt x="6604" y="6713"/>
                  </a:lnTo>
                  <a:lnTo>
                    <a:pt x="6970" y="6603"/>
                  </a:lnTo>
                  <a:lnTo>
                    <a:pt x="7117" y="6530"/>
                  </a:lnTo>
                  <a:lnTo>
                    <a:pt x="7301" y="6420"/>
                  </a:lnTo>
                  <a:lnTo>
                    <a:pt x="7337" y="6347"/>
                  </a:lnTo>
                  <a:lnTo>
                    <a:pt x="7337" y="6310"/>
                  </a:lnTo>
                  <a:lnTo>
                    <a:pt x="7301" y="6310"/>
                  </a:lnTo>
                  <a:lnTo>
                    <a:pt x="7007" y="6273"/>
                  </a:lnTo>
                  <a:lnTo>
                    <a:pt x="6750" y="6310"/>
                  </a:lnTo>
                  <a:lnTo>
                    <a:pt x="6750" y="6310"/>
                  </a:lnTo>
                  <a:lnTo>
                    <a:pt x="6860" y="6200"/>
                  </a:lnTo>
                  <a:lnTo>
                    <a:pt x="6970" y="6090"/>
                  </a:lnTo>
                  <a:lnTo>
                    <a:pt x="7117" y="6017"/>
                  </a:lnTo>
                  <a:lnTo>
                    <a:pt x="7264" y="5943"/>
                  </a:lnTo>
                  <a:lnTo>
                    <a:pt x="7557" y="5907"/>
                  </a:lnTo>
                  <a:close/>
                  <a:moveTo>
                    <a:pt x="4953" y="1"/>
                  </a:moveTo>
                  <a:lnTo>
                    <a:pt x="4733" y="37"/>
                  </a:lnTo>
                  <a:lnTo>
                    <a:pt x="4476" y="111"/>
                  </a:lnTo>
                  <a:lnTo>
                    <a:pt x="4256" y="184"/>
                  </a:lnTo>
                  <a:lnTo>
                    <a:pt x="4036" y="294"/>
                  </a:lnTo>
                  <a:lnTo>
                    <a:pt x="3632" y="551"/>
                  </a:lnTo>
                  <a:lnTo>
                    <a:pt x="3302" y="881"/>
                  </a:lnTo>
                  <a:lnTo>
                    <a:pt x="2972" y="1248"/>
                  </a:lnTo>
                  <a:lnTo>
                    <a:pt x="2679" y="1651"/>
                  </a:lnTo>
                  <a:lnTo>
                    <a:pt x="2569" y="1872"/>
                  </a:lnTo>
                  <a:lnTo>
                    <a:pt x="2495" y="2092"/>
                  </a:lnTo>
                  <a:lnTo>
                    <a:pt x="2422" y="2348"/>
                  </a:lnTo>
                  <a:lnTo>
                    <a:pt x="2385" y="2568"/>
                  </a:lnTo>
                  <a:lnTo>
                    <a:pt x="2422" y="2789"/>
                  </a:lnTo>
                  <a:lnTo>
                    <a:pt x="2459" y="2935"/>
                  </a:lnTo>
                  <a:lnTo>
                    <a:pt x="2532" y="3119"/>
                  </a:lnTo>
                  <a:lnTo>
                    <a:pt x="2605" y="3265"/>
                  </a:lnTo>
                  <a:lnTo>
                    <a:pt x="2495" y="3339"/>
                  </a:lnTo>
                  <a:lnTo>
                    <a:pt x="2018" y="3559"/>
                  </a:lnTo>
                  <a:lnTo>
                    <a:pt x="1798" y="3706"/>
                  </a:lnTo>
                  <a:lnTo>
                    <a:pt x="1688" y="3779"/>
                  </a:lnTo>
                  <a:lnTo>
                    <a:pt x="1578" y="3852"/>
                  </a:lnTo>
                  <a:lnTo>
                    <a:pt x="1065" y="3852"/>
                  </a:lnTo>
                  <a:lnTo>
                    <a:pt x="881" y="3926"/>
                  </a:lnTo>
                  <a:lnTo>
                    <a:pt x="735" y="3999"/>
                  </a:lnTo>
                  <a:lnTo>
                    <a:pt x="588" y="4109"/>
                  </a:lnTo>
                  <a:lnTo>
                    <a:pt x="478" y="4256"/>
                  </a:lnTo>
                  <a:lnTo>
                    <a:pt x="368" y="4403"/>
                  </a:lnTo>
                  <a:lnTo>
                    <a:pt x="184" y="4623"/>
                  </a:lnTo>
                  <a:lnTo>
                    <a:pt x="74" y="4879"/>
                  </a:lnTo>
                  <a:lnTo>
                    <a:pt x="38" y="4989"/>
                  </a:lnTo>
                  <a:lnTo>
                    <a:pt x="1" y="5136"/>
                  </a:lnTo>
                  <a:lnTo>
                    <a:pt x="38" y="5283"/>
                  </a:lnTo>
                  <a:lnTo>
                    <a:pt x="74" y="5430"/>
                  </a:lnTo>
                  <a:lnTo>
                    <a:pt x="184" y="5576"/>
                  </a:lnTo>
                  <a:lnTo>
                    <a:pt x="258" y="5723"/>
                  </a:lnTo>
                  <a:lnTo>
                    <a:pt x="404" y="5833"/>
                  </a:lnTo>
                  <a:lnTo>
                    <a:pt x="514" y="5943"/>
                  </a:lnTo>
                  <a:lnTo>
                    <a:pt x="661" y="6017"/>
                  </a:lnTo>
                  <a:lnTo>
                    <a:pt x="845" y="6053"/>
                  </a:lnTo>
                  <a:lnTo>
                    <a:pt x="1175" y="6127"/>
                  </a:lnTo>
                  <a:lnTo>
                    <a:pt x="1358" y="6127"/>
                  </a:lnTo>
                  <a:lnTo>
                    <a:pt x="1505" y="6090"/>
                  </a:lnTo>
                  <a:lnTo>
                    <a:pt x="1688" y="6053"/>
                  </a:lnTo>
                  <a:lnTo>
                    <a:pt x="1835" y="5980"/>
                  </a:lnTo>
                  <a:lnTo>
                    <a:pt x="2055" y="5760"/>
                  </a:lnTo>
                  <a:lnTo>
                    <a:pt x="2275" y="5503"/>
                  </a:lnTo>
                  <a:lnTo>
                    <a:pt x="2385" y="5210"/>
                  </a:lnTo>
                  <a:lnTo>
                    <a:pt x="2422" y="5063"/>
                  </a:lnTo>
                  <a:lnTo>
                    <a:pt x="2422" y="4879"/>
                  </a:lnTo>
                  <a:lnTo>
                    <a:pt x="2385" y="4733"/>
                  </a:lnTo>
                  <a:lnTo>
                    <a:pt x="2349" y="4586"/>
                  </a:lnTo>
                  <a:lnTo>
                    <a:pt x="2275" y="4403"/>
                  </a:lnTo>
                  <a:lnTo>
                    <a:pt x="2202" y="4256"/>
                  </a:lnTo>
                  <a:lnTo>
                    <a:pt x="2092" y="4146"/>
                  </a:lnTo>
                  <a:lnTo>
                    <a:pt x="2055" y="4109"/>
                  </a:lnTo>
                  <a:lnTo>
                    <a:pt x="2165" y="4036"/>
                  </a:lnTo>
                  <a:lnTo>
                    <a:pt x="2495" y="3816"/>
                  </a:lnTo>
                  <a:lnTo>
                    <a:pt x="2679" y="3669"/>
                  </a:lnTo>
                  <a:lnTo>
                    <a:pt x="2862" y="3522"/>
                  </a:lnTo>
                  <a:lnTo>
                    <a:pt x="3119" y="3706"/>
                  </a:lnTo>
                  <a:lnTo>
                    <a:pt x="3156" y="3779"/>
                  </a:lnTo>
                  <a:lnTo>
                    <a:pt x="3229" y="3816"/>
                  </a:lnTo>
                  <a:lnTo>
                    <a:pt x="3339" y="3816"/>
                  </a:lnTo>
                  <a:lnTo>
                    <a:pt x="3706" y="3962"/>
                  </a:lnTo>
                  <a:lnTo>
                    <a:pt x="4109" y="4036"/>
                  </a:lnTo>
                  <a:lnTo>
                    <a:pt x="4513" y="4072"/>
                  </a:lnTo>
                  <a:lnTo>
                    <a:pt x="4880" y="3999"/>
                  </a:lnTo>
                  <a:lnTo>
                    <a:pt x="5246" y="3889"/>
                  </a:lnTo>
                  <a:lnTo>
                    <a:pt x="5283" y="3962"/>
                  </a:lnTo>
                  <a:lnTo>
                    <a:pt x="5320" y="4036"/>
                  </a:lnTo>
                  <a:lnTo>
                    <a:pt x="5540" y="4219"/>
                  </a:lnTo>
                  <a:lnTo>
                    <a:pt x="5723" y="4439"/>
                  </a:lnTo>
                  <a:lnTo>
                    <a:pt x="5980" y="4916"/>
                  </a:lnTo>
                  <a:lnTo>
                    <a:pt x="6200" y="5430"/>
                  </a:lnTo>
                  <a:lnTo>
                    <a:pt x="6347" y="5650"/>
                  </a:lnTo>
                  <a:lnTo>
                    <a:pt x="6530" y="5870"/>
                  </a:lnTo>
                  <a:lnTo>
                    <a:pt x="6347" y="6017"/>
                  </a:lnTo>
                  <a:lnTo>
                    <a:pt x="6237" y="6200"/>
                  </a:lnTo>
                  <a:lnTo>
                    <a:pt x="6127" y="6383"/>
                  </a:lnTo>
                  <a:lnTo>
                    <a:pt x="6053" y="6567"/>
                  </a:lnTo>
                  <a:lnTo>
                    <a:pt x="5797" y="6713"/>
                  </a:lnTo>
                  <a:lnTo>
                    <a:pt x="5723" y="6824"/>
                  </a:lnTo>
                  <a:lnTo>
                    <a:pt x="5723" y="6934"/>
                  </a:lnTo>
                  <a:lnTo>
                    <a:pt x="5760" y="7044"/>
                  </a:lnTo>
                  <a:lnTo>
                    <a:pt x="5833" y="7080"/>
                  </a:lnTo>
                  <a:lnTo>
                    <a:pt x="6017" y="7080"/>
                  </a:lnTo>
                  <a:lnTo>
                    <a:pt x="6053" y="7300"/>
                  </a:lnTo>
                  <a:lnTo>
                    <a:pt x="6127" y="7520"/>
                  </a:lnTo>
                  <a:lnTo>
                    <a:pt x="6127" y="7631"/>
                  </a:lnTo>
                  <a:lnTo>
                    <a:pt x="6127" y="7741"/>
                  </a:lnTo>
                  <a:lnTo>
                    <a:pt x="6200" y="7814"/>
                  </a:lnTo>
                  <a:lnTo>
                    <a:pt x="6310" y="7851"/>
                  </a:lnTo>
                  <a:lnTo>
                    <a:pt x="6347" y="7851"/>
                  </a:lnTo>
                  <a:lnTo>
                    <a:pt x="6494" y="8034"/>
                  </a:lnTo>
                  <a:lnTo>
                    <a:pt x="6640" y="8144"/>
                  </a:lnTo>
                  <a:lnTo>
                    <a:pt x="6787" y="8254"/>
                  </a:lnTo>
                  <a:lnTo>
                    <a:pt x="6860" y="8291"/>
                  </a:lnTo>
                  <a:lnTo>
                    <a:pt x="6934" y="8327"/>
                  </a:lnTo>
                  <a:lnTo>
                    <a:pt x="7191" y="8438"/>
                  </a:lnTo>
                  <a:lnTo>
                    <a:pt x="7447" y="8474"/>
                  </a:lnTo>
                  <a:lnTo>
                    <a:pt x="7741" y="8474"/>
                  </a:lnTo>
                  <a:lnTo>
                    <a:pt x="7998" y="8438"/>
                  </a:lnTo>
                  <a:lnTo>
                    <a:pt x="8254" y="8364"/>
                  </a:lnTo>
                  <a:lnTo>
                    <a:pt x="8511" y="8254"/>
                  </a:lnTo>
                  <a:lnTo>
                    <a:pt x="8731" y="8071"/>
                  </a:lnTo>
                  <a:lnTo>
                    <a:pt x="8915" y="7887"/>
                  </a:lnTo>
                  <a:lnTo>
                    <a:pt x="9098" y="7631"/>
                  </a:lnTo>
                  <a:lnTo>
                    <a:pt x="9245" y="7300"/>
                  </a:lnTo>
                  <a:lnTo>
                    <a:pt x="9281" y="7007"/>
                  </a:lnTo>
                  <a:lnTo>
                    <a:pt x="9318" y="6824"/>
                  </a:lnTo>
                  <a:lnTo>
                    <a:pt x="9281" y="6677"/>
                  </a:lnTo>
                  <a:lnTo>
                    <a:pt x="9208" y="6457"/>
                  </a:lnTo>
                  <a:lnTo>
                    <a:pt x="9135" y="6200"/>
                  </a:lnTo>
                  <a:lnTo>
                    <a:pt x="8951" y="5980"/>
                  </a:lnTo>
                  <a:lnTo>
                    <a:pt x="8878" y="5907"/>
                  </a:lnTo>
                  <a:lnTo>
                    <a:pt x="8768" y="5833"/>
                  </a:lnTo>
                  <a:lnTo>
                    <a:pt x="8805" y="5686"/>
                  </a:lnTo>
                  <a:lnTo>
                    <a:pt x="9025" y="5246"/>
                  </a:lnTo>
                  <a:lnTo>
                    <a:pt x="9208" y="4769"/>
                  </a:lnTo>
                  <a:lnTo>
                    <a:pt x="9428" y="4806"/>
                  </a:lnTo>
                  <a:lnTo>
                    <a:pt x="9648" y="4806"/>
                  </a:lnTo>
                  <a:lnTo>
                    <a:pt x="9832" y="4733"/>
                  </a:lnTo>
                  <a:lnTo>
                    <a:pt x="10052" y="4659"/>
                  </a:lnTo>
                  <a:lnTo>
                    <a:pt x="10235" y="4549"/>
                  </a:lnTo>
                  <a:lnTo>
                    <a:pt x="10419" y="4403"/>
                  </a:lnTo>
                  <a:lnTo>
                    <a:pt x="10712" y="4109"/>
                  </a:lnTo>
                  <a:lnTo>
                    <a:pt x="10785" y="3962"/>
                  </a:lnTo>
                  <a:lnTo>
                    <a:pt x="10785" y="3816"/>
                  </a:lnTo>
                  <a:lnTo>
                    <a:pt x="10639" y="3559"/>
                  </a:lnTo>
                  <a:lnTo>
                    <a:pt x="10492" y="3339"/>
                  </a:lnTo>
                  <a:lnTo>
                    <a:pt x="10345" y="3155"/>
                  </a:lnTo>
                  <a:lnTo>
                    <a:pt x="10125" y="2972"/>
                  </a:lnTo>
                  <a:lnTo>
                    <a:pt x="9905" y="2825"/>
                  </a:lnTo>
                  <a:lnTo>
                    <a:pt x="9795" y="2789"/>
                  </a:lnTo>
                  <a:lnTo>
                    <a:pt x="9685" y="2752"/>
                  </a:lnTo>
                  <a:lnTo>
                    <a:pt x="9501" y="2862"/>
                  </a:lnTo>
                  <a:lnTo>
                    <a:pt x="9391" y="2825"/>
                  </a:lnTo>
                  <a:lnTo>
                    <a:pt x="9318" y="2862"/>
                  </a:lnTo>
                  <a:lnTo>
                    <a:pt x="9025" y="3009"/>
                  </a:lnTo>
                  <a:lnTo>
                    <a:pt x="8768" y="3192"/>
                  </a:lnTo>
                  <a:lnTo>
                    <a:pt x="8658" y="3302"/>
                  </a:lnTo>
                  <a:lnTo>
                    <a:pt x="8548" y="3449"/>
                  </a:lnTo>
                  <a:lnTo>
                    <a:pt x="8474" y="3559"/>
                  </a:lnTo>
                  <a:lnTo>
                    <a:pt x="8438" y="3742"/>
                  </a:lnTo>
                  <a:lnTo>
                    <a:pt x="8438" y="3852"/>
                  </a:lnTo>
                  <a:lnTo>
                    <a:pt x="8438" y="3962"/>
                  </a:lnTo>
                  <a:lnTo>
                    <a:pt x="8474" y="4182"/>
                  </a:lnTo>
                  <a:lnTo>
                    <a:pt x="8621" y="4403"/>
                  </a:lnTo>
                  <a:lnTo>
                    <a:pt x="8768" y="4549"/>
                  </a:lnTo>
                  <a:lnTo>
                    <a:pt x="8878" y="4623"/>
                  </a:lnTo>
                  <a:lnTo>
                    <a:pt x="8694" y="4879"/>
                  </a:lnTo>
                  <a:lnTo>
                    <a:pt x="8548" y="5136"/>
                  </a:lnTo>
                  <a:lnTo>
                    <a:pt x="8291" y="5613"/>
                  </a:lnTo>
                  <a:lnTo>
                    <a:pt x="8144" y="5540"/>
                  </a:lnTo>
                  <a:lnTo>
                    <a:pt x="7961" y="5503"/>
                  </a:lnTo>
                  <a:lnTo>
                    <a:pt x="7777" y="5466"/>
                  </a:lnTo>
                  <a:lnTo>
                    <a:pt x="7411" y="5466"/>
                  </a:lnTo>
                  <a:lnTo>
                    <a:pt x="7227" y="5503"/>
                  </a:lnTo>
                  <a:lnTo>
                    <a:pt x="7044" y="5540"/>
                  </a:lnTo>
                  <a:lnTo>
                    <a:pt x="6860" y="5650"/>
                  </a:lnTo>
                  <a:lnTo>
                    <a:pt x="6750" y="5320"/>
                  </a:lnTo>
                  <a:lnTo>
                    <a:pt x="6604" y="5026"/>
                  </a:lnTo>
                  <a:lnTo>
                    <a:pt x="6273" y="4476"/>
                  </a:lnTo>
                  <a:lnTo>
                    <a:pt x="6163" y="4256"/>
                  </a:lnTo>
                  <a:lnTo>
                    <a:pt x="6053" y="4072"/>
                  </a:lnTo>
                  <a:lnTo>
                    <a:pt x="5870" y="3889"/>
                  </a:lnTo>
                  <a:lnTo>
                    <a:pt x="5687" y="3779"/>
                  </a:lnTo>
                  <a:lnTo>
                    <a:pt x="5723" y="3706"/>
                  </a:lnTo>
                  <a:lnTo>
                    <a:pt x="5723" y="3632"/>
                  </a:lnTo>
                  <a:lnTo>
                    <a:pt x="5907" y="3486"/>
                  </a:lnTo>
                  <a:lnTo>
                    <a:pt x="6053" y="3339"/>
                  </a:lnTo>
                  <a:lnTo>
                    <a:pt x="6200" y="3155"/>
                  </a:lnTo>
                  <a:lnTo>
                    <a:pt x="6347" y="2972"/>
                  </a:lnTo>
                  <a:lnTo>
                    <a:pt x="6457" y="2752"/>
                  </a:lnTo>
                  <a:lnTo>
                    <a:pt x="6530" y="2532"/>
                  </a:lnTo>
                  <a:lnTo>
                    <a:pt x="6604" y="2312"/>
                  </a:lnTo>
                  <a:lnTo>
                    <a:pt x="6677" y="2055"/>
                  </a:lnTo>
                  <a:lnTo>
                    <a:pt x="6677" y="1615"/>
                  </a:lnTo>
                  <a:lnTo>
                    <a:pt x="6677" y="1358"/>
                  </a:lnTo>
                  <a:lnTo>
                    <a:pt x="6640" y="1138"/>
                  </a:lnTo>
                  <a:lnTo>
                    <a:pt x="6567" y="881"/>
                  </a:lnTo>
                  <a:lnTo>
                    <a:pt x="6457" y="698"/>
                  </a:lnTo>
                  <a:lnTo>
                    <a:pt x="6273" y="551"/>
                  </a:lnTo>
                  <a:lnTo>
                    <a:pt x="6200" y="478"/>
                  </a:lnTo>
                  <a:lnTo>
                    <a:pt x="6090" y="478"/>
                  </a:lnTo>
                  <a:lnTo>
                    <a:pt x="6017" y="331"/>
                  </a:lnTo>
                  <a:lnTo>
                    <a:pt x="5907" y="221"/>
                  </a:lnTo>
                  <a:lnTo>
                    <a:pt x="5760" y="148"/>
                  </a:lnTo>
                  <a:lnTo>
                    <a:pt x="5613" y="74"/>
                  </a:lnTo>
                  <a:lnTo>
                    <a:pt x="5283" y="1"/>
                  </a:lnTo>
                  <a:close/>
                  <a:moveTo>
                    <a:pt x="15114" y="6750"/>
                  </a:moveTo>
                  <a:lnTo>
                    <a:pt x="15187" y="6787"/>
                  </a:lnTo>
                  <a:lnTo>
                    <a:pt x="15481" y="6897"/>
                  </a:lnTo>
                  <a:lnTo>
                    <a:pt x="15591" y="6970"/>
                  </a:lnTo>
                  <a:lnTo>
                    <a:pt x="15737" y="7044"/>
                  </a:lnTo>
                  <a:lnTo>
                    <a:pt x="15847" y="7190"/>
                  </a:lnTo>
                  <a:lnTo>
                    <a:pt x="15921" y="7337"/>
                  </a:lnTo>
                  <a:lnTo>
                    <a:pt x="16068" y="7667"/>
                  </a:lnTo>
                  <a:lnTo>
                    <a:pt x="16141" y="8034"/>
                  </a:lnTo>
                  <a:lnTo>
                    <a:pt x="16178" y="8438"/>
                  </a:lnTo>
                  <a:lnTo>
                    <a:pt x="16178" y="8621"/>
                  </a:lnTo>
                  <a:lnTo>
                    <a:pt x="16141" y="8804"/>
                  </a:lnTo>
                  <a:lnTo>
                    <a:pt x="16068" y="8988"/>
                  </a:lnTo>
                  <a:lnTo>
                    <a:pt x="15957" y="9134"/>
                  </a:lnTo>
                  <a:lnTo>
                    <a:pt x="15701" y="9355"/>
                  </a:lnTo>
                  <a:lnTo>
                    <a:pt x="15407" y="9575"/>
                  </a:lnTo>
                  <a:lnTo>
                    <a:pt x="15077" y="9758"/>
                  </a:lnTo>
                  <a:lnTo>
                    <a:pt x="14710" y="9905"/>
                  </a:lnTo>
                  <a:lnTo>
                    <a:pt x="14710" y="9905"/>
                  </a:lnTo>
                  <a:lnTo>
                    <a:pt x="15187" y="9208"/>
                  </a:lnTo>
                  <a:lnTo>
                    <a:pt x="15187" y="9134"/>
                  </a:lnTo>
                  <a:lnTo>
                    <a:pt x="15150" y="9098"/>
                  </a:lnTo>
                  <a:lnTo>
                    <a:pt x="15114" y="9061"/>
                  </a:lnTo>
                  <a:lnTo>
                    <a:pt x="15040" y="9098"/>
                  </a:lnTo>
                  <a:lnTo>
                    <a:pt x="14564" y="9538"/>
                  </a:lnTo>
                  <a:lnTo>
                    <a:pt x="14123" y="9978"/>
                  </a:lnTo>
                  <a:lnTo>
                    <a:pt x="13940" y="9978"/>
                  </a:lnTo>
                  <a:lnTo>
                    <a:pt x="13757" y="9905"/>
                  </a:lnTo>
                  <a:lnTo>
                    <a:pt x="13940" y="9648"/>
                  </a:lnTo>
                  <a:lnTo>
                    <a:pt x="14160" y="9391"/>
                  </a:lnTo>
                  <a:lnTo>
                    <a:pt x="14380" y="9134"/>
                  </a:lnTo>
                  <a:lnTo>
                    <a:pt x="14637" y="8914"/>
                  </a:lnTo>
                  <a:lnTo>
                    <a:pt x="14674" y="8841"/>
                  </a:lnTo>
                  <a:lnTo>
                    <a:pt x="14674" y="8804"/>
                  </a:lnTo>
                  <a:lnTo>
                    <a:pt x="14637" y="8731"/>
                  </a:lnTo>
                  <a:lnTo>
                    <a:pt x="14564" y="8731"/>
                  </a:lnTo>
                  <a:lnTo>
                    <a:pt x="14784" y="8584"/>
                  </a:lnTo>
                  <a:lnTo>
                    <a:pt x="14820" y="8511"/>
                  </a:lnTo>
                  <a:lnTo>
                    <a:pt x="14784" y="8438"/>
                  </a:lnTo>
                  <a:lnTo>
                    <a:pt x="14710" y="8401"/>
                  </a:lnTo>
                  <a:lnTo>
                    <a:pt x="14637" y="8401"/>
                  </a:lnTo>
                  <a:lnTo>
                    <a:pt x="14233" y="8621"/>
                  </a:lnTo>
                  <a:lnTo>
                    <a:pt x="13867" y="8841"/>
                  </a:lnTo>
                  <a:lnTo>
                    <a:pt x="13500" y="9061"/>
                  </a:lnTo>
                  <a:lnTo>
                    <a:pt x="13170" y="9318"/>
                  </a:lnTo>
                  <a:lnTo>
                    <a:pt x="13060" y="9098"/>
                  </a:lnTo>
                  <a:lnTo>
                    <a:pt x="13720" y="8658"/>
                  </a:lnTo>
                  <a:lnTo>
                    <a:pt x="14417" y="8291"/>
                  </a:lnTo>
                  <a:lnTo>
                    <a:pt x="14454" y="8217"/>
                  </a:lnTo>
                  <a:lnTo>
                    <a:pt x="14454" y="8144"/>
                  </a:lnTo>
                  <a:lnTo>
                    <a:pt x="14417" y="8107"/>
                  </a:lnTo>
                  <a:lnTo>
                    <a:pt x="14343" y="8107"/>
                  </a:lnTo>
                  <a:lnTo>
                    <a:pt x="13647" y="8364"/>
                  </a:lnTo>
                  <a:lnTo>
                    <a:pt x="12986" y="8658"/>
                  </a:lnTo>
                  <a:lnTo>
                    <a:pt x="12986" y="8474"/>
                  </a:lnTo>
                  <a:lnTo>
                    <a:pt x="13133" y="8401"/>
                  </a:lnTo>
                  <a:lnTo>
                    <a:pt x="13243" y="8327"/>
                  </a:lnTo>
                  <a:lnTo>
                    <a:pt x="13500" y="8144"/>
                  </a:lnTo>
                  <a:lnTo>
                    <a:pt x="14013" y="7924"/>
                  </a:lnTo>
                  <a:lnTo>
                    <a:pt x="14307" y="7814"/>
                  </a:lnTo>
                  <a:lnTo>
                    <a:pt x="14564" y="7777"/>
                  </a:lnTo>
                  <a:lnTo>
                    <a:pt x="14600" y="7741"/>
                  </a:lnTo>
                  <a:lnTo>
                    <a:pt x="14600" y="7704"/>
                  </a:lnTo>
                  <a:lnTo>
                    <a:pt x="14564" y="7667"/>
                  </a:lnTo>
                  <a:lnTo>
                    <a:pt x="14233" y="7667"/>
                  </a:lnTo>
                  <a:lnTo>
                    <a:pt x="13903" y="7704"/>
                  </a:lnTo>
                  <a:lnTo>
                    <a:pt x="13573" y="7777"/>
                  </a:lnTo>
                  <a:lnTo>
                    <a:pt x="13280" y="7851"/>
                  </a:lnTo>
                  <a:lnTo>
                    <a:pt x="13500" y="7594"/>
                  </a:lnTo>
                  <a:lnTo>
                    <a:pt x="14087" y="7484"/>
                  </a:lnTo>
                  <a:lnTo>
                    <a:pt x="14380" y="7410"/>
                  </a:lnTo>
                  <a:lnTo>
                    <a:pt x="14674" y="7264"/>
                  </a:lnTo>
                  <a:lnTo>
                    <a:pt x="14710" y="7227"/>
                  </a:lnTo>
                  <a:lnTo>
                    <a:pt x="14710" y="7190"/>
                  </a:lnTo>
                  <a:lnTo>
                    <a:pt x="14710" y="7154"/>
                  </a:lnTo>
                  <a:lnTo>
                    <a:pt x="14637" y="7117"/>
                  </a:lnTo>
                  <a:lnTo>
                    <a:pt x="14343" y="7080"/>
                  </a:lnTo>
                  <a:lnTo>
                    <a:pt x="14013" y="7080"/>
                  </a:lnTo>
                  <a:lnTo>
                    <a:pt x="14270" y="6934"/>
                  </a:lnTo>
                  <a:lnTo>
                    <a:pt x="14527" y="6824"/>
                  </a:lnTo>
                  <a:lnTo>
                    <a:pt x="14820" y="6750"/>
                  </a:lnTo>
                  <a:close/>
                  <a:moveTo>
                    <a:pt x="5246" y="9098"/>
                  </a:moveTo>
                  <a:lnTo>
                    <a:pt x="5320" y="9208"/>
                  </a:lnTo>
                  <a:lnTo>
                    <a:pt x="5393" y="9245"/>
                  </a:lnTo>
                  <a:lnTo>
                    <a:pt x="5577" y="9245"/>
                  </a:lnTo>
                  <a:lnTo>
                    <a:pt x="5650" y="9281"/>
                  </a:lnTo>
                  <a:lnTo>
                    <a:pt x="5760" y="9318"/>
                  </a:lnTo>
                  <a:lnTo>
                    <a:pt x="5833" y="9391"/>
                  </a:lnTo>
                  <a:lnTo>
                    <a:pt x="5870" y="9465"/>
                  </a:lnTo>
                  <a:lnTo>
                    <a:pt x="5907" y="9538"/>
                  </a:lnTo>
                  <a:lnTo>
                    <a:pt x="5907" y="9648"/>
                  </a:lnTo>
                  <a:lnTo>
                    <a:pt x="5870" y="9758"/>
                  </a:lnTo>
                  <a:lnTo>
                    <a:pt x="5797" y="9831"/>
                  </a:lnTo>
                  <a:lnTo>
                    <a:pt x="5723" y="9905"/>
                  </a:lnTo>
                  <a:lnTo>
                    <a:pt x="5650" y="9978"/>
                  </a:lnTo>
                  <a:lnTo>
                    <a:pt x="5540" y="10015"/>
                  </a:lnTo>
                  <a:lnTo>
                    <a:pt x="5466" y="9868"/>
                  </a:lnTo>
                  <a:lnTo>
                    <a:pt x="5356" y="9758"/>
                  </a:lnTo>
                  <a:lnTo>
                    <a:pt x="5210" y="9685"/>
                  </a:lnTo>
                  <a:lnTo>
                    <a:pt x="5026" y="9648"/>
                  </a:lnTo>
                  <a:lnTo>
                    <a:pt x="5063" y="9648"/>
                  </a:lnTo>
                  <a:lnTo>
                    <a:pt x="5210" y="9575"/>
                  </a:lnTo>
                  <a:lnTo>
                    <a:pt x="5283" y="9538"/>
                  </a:lnTo>
                  <a:lnTo>
                    <a:pt x="5283" y="9501"/>
                  </a:lnTo>
                  <a:lnTo>
                    <a:pt x="5283" y="9355"/>
                  </a:lnTo>
                  <a:lnTo>
                    <a:pt x="5210" y="9245"/>
                  </a:lnTo>
                  <a:lnTo>
                    <a:pt x="5100" y="9245"/>
                  </a:lnTo>
                  <a:lnTo>
                    <a:pt x="4953" y="9281"/>
                  </a:lnTo>
                  <a:lnTo>
                    <a:pt x="4806" y="9355"/>
                  </a:lnTo>
                  <a:lnTo>
                    <a:pt x="4806" y="9355"/>
                  </a:lnTo>
                  <a:lnTo>
                    <a:pt x="4843" y="9281"/>
                  </a:lnTo>
                  <a:lnTo>
                    <a:pt x="4880" y="9208"/>
                  </a:lnTo>
                  <a:lnTo>
                    <a:pt x="4843" y="9171"/>
                  </a:lnTo>
                  <a:lnTo>
                    <a:pt x="5026" y="9134"/>
                  </a:lnTo>
                  <a:lnTo>
                    <a:pt x="5246" y="9098"/>
                  </a:lnTo>
                  <a:close/>
                  <a:moveTo>
                    <a:pt x="6347" y="8034"/>
                  </a:moveTo>
                  <a:lnTo>
                    <a:pt x="6347" y="8071"/>
                  </a:lnTo>
                  <a:lnTo>
                    <a:pt x="6310" y="8181"/>
                  </a:lnTo>
                  <a:lnTo>
                    <a:pt x="6127" y="8254"/>
                  </a:lnTo>
                  <a:lnTo>
                    <a:pt x="5980" y="8364"/>
                  </a:lnTo>
                  <a:lnTo>
                    <a:pt x="5687" y="8621"/>
                  </a:lnTo>
                  <a:lnTo>
                    <a:pt x="5577" y="8621"/>
                  </a:lnTo>
                  <a:lnTo>
                    <a:pt x="5466" y="8694"/>
                  </a:lnTo>
                  <a:lnTo>
                    <a:pt x="5393" y="8768"/>
                  </a:lnTo>
                  <a:lnTo>
                    <a:pt x="5246" y="8731"/>
                  </a:lnTo>
                  <a:lnTo>
                    <a:pt x="4806" y="8731"/>
                  </a:lnTo>
                  <a:lnTo>
                    <a:pt x="4549" y="8841"/>
                  </a:lnTo>
                  <a:lnTo>
                    <a:pt x="4293" y="9024"/>
                  </a:lnTo>
                  <a:lnTo>
                    <a:pt x="4183" y="9171"/>
                  </a:lnTo>
                  <a:lnTo>
                    <a:pt x="4073" y="9355"/>
                  </a:lnTo>
                  <a:lnTo>
                    <a:pt x="4073" y="9501"/>
                  </a:lnTo>
                  <a:lnTo>
                    <a:pt x="4073" y="9648"/>
                  </a:lnTo>
                  <a:lnTo>
                    <a:pt x="4073" y="9721"/>
                  </a:lnTo>
                  <a:lnTo>
                    <a:pt x="4146" y="9831"/>
                  </a:lnTo>
                  <a:lnTo>
                    <a:pt x="4256" y="9978"/>
                  </a:lnTo>
                  <a:lnTo>
                    <a:pt x="4439" y="10162"/>
                  </a:lnTo>
                  <a:lnTo>
                    <a:pt x="4623" y="10308"/>
                  </a:lnTo>
                  <a:lnTo>
                    <a:pt x="4843" y="10382"/>
                  </a:lnTo>
                  <a:lnTo>
                    <a:pt x="5026" y="10455"/>
                  </a:lnTo>
                  <a:lnTo>
                    <a:pt x="5246" y="10492"/>
                  </a:lnTo>
                  <a:lnTo>
                    <a:pt x="5466" y="10492"/>
                  </a:lnTo>
                  <a:lnTo>
                    <a:pt x="5723" y="10455"/>
                  </a:lnTo>
                  <a:lnTo>
                    <a:pt x="5907" y="10345"/>
                  </a:lnTo>
                  <a:lnTo>
                    <a:pt x="6090" y="10235"/>
                  </a:lnTo>
                  <a:lnTo>
                    <a:pt x="6237" y="10052"/>
                  </a:lnTo>
                  <a:lnTo>
                    <a:pt x="6347" y="9868"/>
                  </a:lnTo>
                  <a:lnTo>
                    <a:pt x="6384" y="9575"/>
                  </a:lnTo>
                  <a:lnTo>
                    <a:pt x="6310" y="9355"/>
                  </a:lnTo>
                  <a:lnTo>
                    <a:pt x="6200" y="9134"/>
                  </a:lnTo>
                  <a:lnTo>
                    <a:pt x="6017" y="8951"/>
                  </a:lnTo>
                  <a:lnTo>
                    <a:pt x="6310" y="8658"/>
                  </a:lnTo>
                  <a:lnTo>
                    <a:pt x="6420" y="8548"/>
                  </a:lnTo>
                  <a:lnTo>
                    <a:pt x="6567" y="8401"/>
                  </a:lnTo>
                  <a:lnTo>
                    <a:pt x="6567" y="8327"/>
                  </a:lnTo>
                  <a:lnTo>
                    <a:pt x="6567" y="8254"/>
                  </a:lnTo>
                  <a:lnTo>
                    <a:pt x="6530" y="8217"/>
                  </a:lnTo>
                  <a:lnTo>
                    <a:pt x="6494" y="8181"/>
                  </a:lnTo>
                  <a:lnTo>
                    <a:pt x="6384" y="8071"/>
                  </a:lnTo>
                  <a:lnTo>
                    <a:pt x="6347" y="8034"/>
                  </a:lnTo>
                  <a:close/>
                  <a:moveTo>
                    <a:pt x="19992" y="10418"/>
                  </a:moveTo>
                  <a:lnTo>
                    <a:pt x="20139" y="10492"/>
                  </a:lnTo>
                  <a:lnTo>
                    <a:pt x="20139" y="10602"/>
                  </a:lnTo>
                  <a:lnTo>
                    <a:pt x="20176" y="10638"/>
                  </a:lnTo>
                  <a:lnTo>
                    <a:pt x="20213" y="10638"/>
                  </a:lnTo>
                  <a:lnTo>
                    <a:pt x="20249" y="10602"/>
                  </a:lnTo>
                  <a:lnTo>
                    <a:pt x="20286" y="10785"/>
                  </a:lnTo>
                  <a:lnTo>
                    <a:pt x="20286" y="11042"/>
                  </a:lnTo>
                  <a:lnTo>
                    <a:pt x="20286" y="11189"/>
                  </a:lnTo>
                  <a:lnTo>
                    <a:pt x="20213" y="11372"/>
                  </a:lnTo>
                  <a:lnTo>
                    <a:pt x="20139" y="11519"/>
                  </a:lnTo>
                  <a:lnTo>
                    <a:pt x="20066" y="11665"/>
                  </a:lnTo>
                  <a:lnTo>
                    <a:pt x="19956" y="11812"/>
                  </a:lnTo>
                  <a:lnTo>
                    <a:pt x="19809" y="11886"/>
                  </a:lnTo>
                  <a:lnTo>
                    <a:pt x="19662" y="11959"/>
                  </a:lnTo>
                  <a:lnTo>
                    <a:pt x="19479" y="11959"/>
                  </a:lnTo>
                  <a:lnTo>
                    <a:pt x="19442" y="11886"/>
                  </a:lnTo>
                  <a:lnTo>
                    <a:pt x="19222" y="11776"/>
                  </a:lnTo>
                  <a:lnTo>
                    <a:pt x="19626" y="11702"/>
                  </a:lnTo>
                  <a:lnTo>
                    <a:pt x="19662" y="11665"/>
                  </a:lnTo>
                  <a:lnTo>
                    <a:pt x="19736" y="11629"/>
                  </a:lnTo>
                  <a:lnTo>
                    <a:pt x="19736" y="11482"/>
                  </a:lnTo>
                  <a:lnTo>
                    <a:pt x="19699" y="11372"/>
                  </a:lnTo>
                  <a:lnTo>
                    <a:pt x="19626" y="11335"/>
                  </a:lnTo>
                  <a:lnTo>
                    <a:pt x="19406" y="11335"/>
                  </a:lnTo>
                  <a:lnTo>
                    <a:pt x="19662" y="11152"/>
                  </a:lnTo>
                  <a:lnTo>
                    <a:pt x="19736" y="11115"/>
                  </a:lnTo>
                  <a:lnTo>
                    <a:pt x="19736" y="11042"/>
                  </a:lnTo>
                  <a:lnTo>
                    <a:pt x="19736" y="10969"/>
                  </a:lnTo>
                  <a:lnTo>
                    <a:pt x="19736" y="10932"/>
                  </a:lnTo>
                  <a:lnTo>
                    <a:pt x="19699" y="10858"/>
                  </a:lnTo>
                  <a:lnTo>
                    <a:pt x="19626" y="10822"/>
                  </a:lnTo>
                  <a:lnTo>
                    <a:pt x="19552" y="10822"/>
                  </a:lnTo>
                  <a:lnTo>
                    <a:pt x="19479" y="10858"/>
                  </a:lnTo>
                  <a:lnTo>
                    <a:pt x="19332" y="10895"/>
                  </a:lnTo>
                  <a:lnTo>
                    <a:pt x="19185" y="10932"/>
                  </a:lnTo>
                  <a:lnTo>
                    <a:pt x="19185" y="10932"/>
                  </a:lnTo>
                  <a:lnTo>
                    <a:pt x="19626" y="10748"/>
                  </a:lnTo>
                  <a:lnTo>
                    <a:pt x="19662" y="10712"/>
                  </a:lnTo>
                  <a:lnTo>
                    <a:pt x="19662" y="10675"/>
                  </a:lnTo>
                  <a:lnTo>
                    <a:pt x="19626" y="10638"/>
                  </a:lnTo>
                  <a:lnTo>
                    <a:pt x="19479" y="10602"/>
                  </a:lnTo>
                  <a:lnTo>
                    <a:pt x="19295" y="10602"/>
                  </a:lnTo>
                  <a:lnTo>
                    <a:pt x="19369" y="10565"/>
                  </a:lnTo>
                  <a:lnTo>
                    <a:pt x="19589" y="10455"/>
                  </a:lnTo>
                  <a:lnTo>
                    <a:pt x="19772" y="10418"/>
                  </a:lnTo>
                  <a:close/>
                  <a:moveTo>
                    <a:pt x="16691" y="13390"/>
                  </a:moveTo>
                  <a:lnTo>
                    <a:pt x="16801" y="13463"/>
                  </a:lnTo>
                  <a:lnTo>
                    <a:pt x="16874" y="13536"/>
                  </a:lnTo>
                  <a:lnTo>
                    <a:pt x="16728" y="13646"/>
                  </a:lnTo>
                  <a:lnTo>
                    <a:pt x="16581" y="13756"/>
                  </a:lnTo>
                  <a:lnTo>
                    <a:pt x="16434" y="13903"/>
                  </a:lnTo>
                  <a:lnTo>
                    <a:pt x="16361" y="14050"/>
                  </a:lnTo>
                  <a:lnTo>
                    <a:pt x="16104" y="14013"/>
                  </a:lnTo>
                  <a:lnTo>
                    <a:pt x="16068" y="13976"/>
                  </a:lnTo>
                  <a:lnTo>
                    <a:pt x="16691" y="13390"/>
                  </a:lnTo>
                  <a:close/>
                  <a:moveTo>
                    <a:pt x="16654" y="11959"/>
                  </a:moveTo>
                  <a:lnTo>
                    <a:pt x="17058" y="12326"/>
                  </a:lnTo>
                  <a:lnTo>
                    <a:pt x="17278" y="12546"/>
                  </a:lnTo>
                  <a:lnTo>
                    <a:pt x="17498" y="12803"/>
                  </a:lnTo>
                  <a:lnTo>
                    <a:pt x="17681" y="13059"/>
                  </a:lnTo>
                  <a:lnTo>
                    <a:pt x="17755" y="13169"/>
                  </a:lnTo>
                  <a:lnTo>
                    <a:pt x="17792" y="13279"/>
                  </a:lnTo>
                  <a:lnTo>
                    <a:pt x="17792" y="13426"/>
                  </a:lnTo>
                  <a:lnTo>
                    <a:pt x="17755" y="13536"/>
                  </a:lnTo>
                  <a:lnTo>
                    <a:pt x="17718" y="13646"/>
                  </a:lnTo>
                  <a:lnTo>
                    <a:pt x="17608" y="13756"/>
                  </a:lnTo>
                  <a:lnTo>
                    <a:pt x="17498" y="13866"/>
                  </a:lnTo>
                  <a:lnTo>
                    <a:pt x="17351" y="13940"/>
                  </a:lnTo>
                  <a:lnTo>
                    <a:pt x="17278" y="13866"/>
                  </a:lnTo>
                  <a:lnTo>
                    <a:pt x="17168" y="13866"/>
                  </a:lnTo>
                  <a:lnTo>
                    <a:pt x="17095" y="13903"/>
                  </a:lnTo>
                  <a:lnTo>
                    <a:pt x="17058" y="13940"/>
                  </a:lnTo>
                  <a:lnTo>
                    <a:pt x="17021" y="13940"/>
                  </a:lnTo>
                  <a:lnTo>
                    <a:pt x="16948" y="13976"/>
                  </a:lnTo>
                  <a:lnTo>
                    <a:pt x="16911" y="14050"/>
                  </a:lnTo>
                  <a:lnTo>
                    <a:pt x="16874" y="14050"/>
                  </a:lnTo>
                  <a:lnTo>
                    <a:pt x="16948" y="13940"/>
                  </a:lnTo>
                  <a:lnTo>
                    <a:pt x="17095" y="13793"/>
                  </a:lnTo>
                  <a:lnTo>
                    <a:pt x="17168" y="13683"/>
                  </a:lnTo>
                  <a:lnTo>
                    <a:pt x="17205" y="13573"/>
                  </a:lnTo>
                  <a:lnTo>
                    <a:pt x="17168" y="13500"/>
                  </a:lnTo>
                  <a:lnTo>
                    <a:pt x="17131" y="13426"/>
                  </a:lnTo>
                  <a:lnTo>
                    <a:pt x="17021" y="13316"/>
                  </a:lnTo>
                  <a:lnTo>
                    <a:pt x="16874" y="13206"/>
                  </a:lnTo>
                  <a:lnTo>
                    <a:pt x="16691" y="13169"/>
                  </a:lnTo>
                  <a:lnTo>
                    <a:pt x="16618" y="13169"/>
                  </a:lnTo>
                  <a:lnTo>
                    <a:pt x="16581" y="13206"/>
                  </a:lnTo>
                  <a:lnTo>
                    <a:pt x="15627" y="13793"/>
                  </a:lnTo>
                  <a:lnTo>
                    <a:pt x="15517" y="13756"/>
                  </a:lnTo>
                  <a:lnTo>
                    <a:pt x="15407" y="13646"/>
                  </a:lnTo>
                  <a:lnTo>
                    <a:pt x="15884" y="13353"/>
                  </a:lnTo>
                  <a:lnTo>
                    <a:pt x="16361" y="13096"/>
                  </a:lnTo>
                  <a:lnTo>
                    <a:pt x="16398" y="13023"/>
                  </a:lnTo>
                  <a:lnTo>
                    <a:pt x="16398" y="12986"/>
                  </a:lnTo>
                  <a:lnTo>
                    <a:pt x="16361" y="12913"/>
                  </a:lnTo>
                  <a:lnTo>
                    <a:pt x="16288" y="12913"/>
                  </a:lnTo>
                  <a:lnTo>
                    <a:pt x="15994" y="12949"/>
                  </a:lnTo>
                  <a:lnTo>
                    <a:pt x="15701" y="13059"/>
                  </a:lnTo>
                  <a:lnTo>
                    <a:pt x="15407" y="13169"/>
                  </a:lnTo>
                  <a:lnTo>
                    <a:pt x="15150" y="13279"/>
                  </a:lnTo>
                  <a:lnTo>
                    <a:pt x="15040" y="13023"/>
                  </a:lnTo>
                  <a:lnTo>
                    <a:pt x="15077" y="12986"/>
                  </a:lnTo>
                  <a:lnTo>
                    <a:pt x="16068" y="12399"/>
                  </a:lnTo>
                  <a:lnTo>
                    <a:pt x="16104" y="12362"/>
                  </a:lnTo>
                  <a:lnTo>
                    <a:pt x="16104" y="12326"/>
                  </a:lnTo>
                  <a:lnTo>
                    <a:pt x="16068" y="12289"/>
                  </a:lnTo>
                  <a:lnTo>
                    <a:pt x="15994" y="12252"/>
                  </a:lnTo>
                  <a:lnTo>
                    <a:pt x="15554" y="12362"/>
                  </a:lnTo>
                  <a:lnTo>
                    <a:pt x="15150" y="12472"/>
                  </a:lnTo>
                  <a:lnTo>
                    <a:pt x="15150" y="12472"/>
                  </a:lnTo>
                  <a:lnTo>
                    <a:pt x="15297" y="12326"/>
                  </a:lnTo>
                  <a:lnTo>
                    <a:pt x="15517" y="12179"/>
                  </a:lnTo>
                  <a:lnTo>
                    <a:pt x="15737" y="12069"/>
                  </a:lnTo>
                  <a:lnTo>
                    <a:pt x="15994" y="11996"/>
                  </a:lnTo>
                  <a:lnTo>
                    <a:pt x="16324" y="11959"/>
                  </a:lnTo>
                  <a:close/>
                  <a:moveTo>
                    <a:pt x="14857" y="6310"/>
                  </a:moveTo>
                  <a:lnTo>
                    <a:pt x="14600" y="6347"/>
                  </a:lnTo>
                  <a:lnTo>
                    <a:pt x="14380" y="6383"/>
                  </a:lnTo>
                  <a:lnTo>
                    <a:pt x="14197" y="6457"/>
                  </a:lnTo>
                  <a:lnTo>
                    <a:pt x="13793" y="6677"/>
                  </a:lnTo>
                  <a:lnTo>
                    <a:pt x="13426" y="6970"/>
                  </a:lnTo>
                  <a:lnTo>
                    <a:pt x="13243" y="7154"/>
                  </a:lnTo>
                  <a:lnTo>
                    <a:pt x="12950" y="7190"/>
                  </a:lnTo>
                  <a:lnTo>
                    <a:pt x="12840" y="7227"/>
                  </a:lnTo>
                  <a:lnTo>
                    <a:pt x="12803" y="7300"/>
                  </a:lnTo>
                  <a:lnTo>
                    <a:pt x="12766" y="7374"/>
                  </a:lnTo>
                  <a:lnTo>
                    <a:pt x="12766" y="7447"/>
                  </a:lnTo>
                  <a:lnTo>
                    <a:pt x="11042" y="7631"/>
                  </a:lnTo>
                  <a:lnTo>
                    <a:pt x="10052" y="7667"/>
                  </a:lnTo>
                  <a:lnTo>
                    <a:pt x="9575" y="7704"/>
                  </a:lnTo>
                  <a:lnTo>
                    <a:pt x="9098" y="7741"/>
                  </a:lnTo>
                  <a:lnTo>
                    <a:pt x="9025" y="7777"/>
                  </a:lnTo>
                  <a:lnTo>
                    <a:pt x="8988" y="7814"/>
                  </a:lnTo>
                  <a:lnTo>
                    <a:pt x="8951" y="7924"/>
                  </a:lnTo>
                  <a:lnTo>
                    <a:pt x="9025" y="8034"/>
                  </a:lnTo>
                  <a:lnTo>
                    <a:pt x="9061" y="8071"/>
                  </a:lnTo>
                  <a:lnTo>
                    <a:pt x="9135" y="8107"/>
                  </a:lnTo>
                  <a:lnTo>
                    <a:pt x="9612" y="8144"/>
                  </a:lnTo>
                  <a:lnTo>
                    <a:pt x="10125" y="8144"/>
                  </a:lnTo>
                  <a:lnTo>
                    <a:pt x="11152" y="8071"/>
                  </a:lnTo>
                  <a:lnTo>
                    <a:pt x="11922" y="8034"/>
                  </a:lnTo>
                  <a:lnTo>
                    <a:pt x="12693" y="7961"/>
                  </a:lnTo>
                  <a:lnTo>
                    <a:pt x="12546" y="8254"/>
                  </a:lnTo>
                  <a:lnTo>
                    <a:pt x="12473" y="8438"/>
                  </a:lnTo>
                  <a:lnTo>
                    <a:pt x="12473" y="8584"/>
                  </a:lnTo>
                  <a:lnTo>
                    <a:pt x="12509" y="8914"/>
                  </a:lnTo>
                  <a:lnTo>
                    <a:pt x="12363" y="9024"/>
                  </a:lnTo>
                  <a:lnTo>
                    <a:pt x="12253" y="9134"/>
                  </a:lnTo>
                  <a:lnTo>
                    <a:pt x="12253" y="9245"/>
                  </a:lnTo>
                  <a:lnTo>
                    <a:pt x="12289" y="9355"/>
                  </a:lnTo>
                  <a:lnTo>
                    <a:pt x="12399" y="9428"/>
                  </a:lnTo>
                  <a:lnTo>
                    <a:pt x="12546" y="9465"/>
                  </a:lnTo>
                  <a:lnTo>
                    <a:pt x="12693" y="9465"/>
                  </a:lnTo>
                  <a:lnTo>
                    <a:pt x="12803" y="9685"/>
                  </a:lnTo>
                  <a:lnTo>
                    <a:pt x="12950" y="9868"/>
                  </a:lnTo>
                  <a:lnTo>
                    <a:pt x="13096" y="10052"/>
                  </a:lnTo>
                  <a:lnTo>
                    <a:pt x="13243" y="10198"/>
                  </a:lnTo>
                  <a:lnTo>
                    <a:pt x="13426" y="10308"/>
                  </a:lnTo>
                  <a:lnTo>
                    <a:pt x="13647" y="10418"/>
                  </a:lnTo>
                  <a:lnTo>
                    <a:pt x="13867" y="10455"/>
                  </a:lnTo>
                  <a:lnTo>
                    <a:pt x="14087" y="10492"/>
                  </a:lnTo>
                  <a:lnTo>
                    <a:pt x="14233" y="10492"/>
                  </a:lnTo>
                  <a:lnTo>
                    <a:pt x="14600" y="10418"/>
                  </a:lnTo>
                  <a:lnTo>
                    <a:pt x="14967" y="10345"/>
                  </a:lnTo>
                  <a:lnTo>
                    <a:pt x="14930" y="10455"/>
                  </a:lnTo>
                  <a:lnTo>
                    <a:pt x="14930" y="10602"/>
                  </a:lnTo>
                  <a:lnTo>
                    <a:pt x="15004" y="10895"/>
                  </a:lnTo>
                  <a:lnTo>
                    <a:pt x="15077" y="11079"/>
                  </a:lnTo>
                  <a:lnTo>
                    <a:pt x="15150" y="11299"/>
                  </a:lnTo>
                  <a:lnTo>
                    <a:pt x="15297" y="11482"/>
                  </a:lnTo>
                  <a:lnTo>
                    <a:pt x="15481" y="11629"/>
                  </a:lnTo>
                  <a:lnTo>
                    <a:pt x="15481" y="11665"/>
                  </a:lnTo>
                  <a:lnTo>
                    <a:pt x="15261" y="11739"/>
                  </a:lnTo>
                  <a:lnTo>
                    <a:pt x="15077" y="11886"/>
                  </a:lnTo>
                  <a:lnTo>
                    <a:pt x="14894" y="11996"/>
                  </a:lnTo>
                  <a:lnTo>
                    <a:pt x="14784" y="12142"/>
                  </a:lnTo>
                  <a:lnTo>
                    <a:pt x="14674" y="12326"/>
                  </a:lnTo>
                  <a:lnTo>
                    <a:pt x="14600" y="12509"/>
                  </a:lnTo>
                  <a:lnTo>
                    <a:pt x="14564" y="12693"/>
                  </a:lnTo>
                  <a:lnTo>
                    <a:pt x="14527" y="12876"/>
                  </a:lnTo>
                  <a:lnTo>
                    <a:pt x="14527" y="12986"/>
                  </a:lnTo>
                  <a:lnTo>
                    <a:pt x="14527" y="13059"/>
                  </a:lnTo>
                  <a:lnTo>
                    <a:pt x="14600" y="13353"/>
                  </a:lnTo>
                  <a:lnTo>
                    <a:pt x="14747" y="13610"/>
                  </a:lnTo>
                  <a:lnTo>
                    <a:pt x="14747" y="13720"/>
                  </a:lnTo>
                  <a:lnTo>
                    <a:pt x="14784" y="13830"/>
                  </a:lnTo>
                  <a:lnTo>
                    <a:pt x="14930" y="13903"/>
                  </a:lnTo>
                  <a:lnTo>
                    <a:pt x="15004" y="13976"/>
                  </a:lnTo>
                  <a:lnTo>
                    <a:pt x="15297" y="14197"/>
                  </a:lnTo>
                  <a:lnTo>
                    <a:pt x="15627" y="14380"/>
                  </a:lnTo>
                  <a:lnTo>
                    <a:pt x="15994" y="14527"/>
                  </a:lnTo>
                  <a:lnTo>
                    <a:pt x="16398" y="14600"/>
                  </a:lnTo>
                  <a:lnTo>
                    <a:pt x="16801" y="14600"/>
                  </a:lnTo>
                  <a:lnTo>
                    <a:pt x="17205" y="14527"/>
                  </a:lnTo>
                  <a:lnTo>
                    <a:pt x="17571" y="14417"/>
                  </a:lnTo>
                  <a:lnTo>
                    <a:pt x="17902" y="14233"/>
                  </a:lnTo>
                  <a:lnTo>
                    <a:pt x="18122" y="14013"/>
                  </a:lnTo>
                  <a:lnTo>
                    <a:pt x="18268" y="13793"/>
                  </a:lnTo>
                  <a:lnTo>
                    <a:pt x="18305" y="13536"/>
                  </a:lnTo>
                  <a:lnTo>
                    <a:pt x="18305" y="13316"/>
                  </a:lnTo>
                  <a:lnTo>
                    <a:pt x="18232" y="13059"/>
                  </a:lnTo>
                  <a:lnTo>
                    <a:pt x="18122" y="12803"/>
                  </a:lnTo>
                  <a:lnTo>
                    <a:pt x="17975" y="12546"/>
                  </a:lnTo>
                  <a:lnTo>
                    <a:pt x="17792" y="12326"/>
                  </a:lnTo>
                  <a:lnTo>
                    <a:pt x="17902" y="12289"/>
                  </a:lnTo>
                  <a:lnTo>
                    <a:pt x="18232" y="12106"/>
                  </a:lnTo>
                  <a:lnTo>
                    <a:pt x="18599" y="11849"/>
                  </a:lnTo>
                  <a:lnTo>
                    <a:pt x="18709" y="12032"/>
                  </a:lnTo>
                  <a:lnTo>
                    <a:pt x="18855" y="12179"/>
                  </a:lnTo>
                  <a:lnTo>
                    <a:pt x="19002" y="12289"/>
                  </a:lnTo>
                  <a:lnTo>
                    <a:pt x="19149" y="12362"/>
                  </a:lnTo>
                  <a:lnTo>
                    <a:pt x="19406" y="12436"/>
                  </a:lnTo>
                  <a:lnTo>
                    <a:pt x="19662" y="12399"/>
                  </a:lnTo>
                  <a:lnTo>
                    <a:pt x="19919" y="12326"/>
                  </a:lnTo>
                  <a:lnTo>
                    <a:pt x="20139" y="12179"/>
                  </a:lnTo>
                  <a:lnTo>
                    <a:pt x="20359" y="11996"/>
                  </a:lnTo>
                  <a:lnTo>
                    <a:pt x="20543" y="11776"/>
                  </a:lnTo>
                  <a:lnTo>
                    <a:pt x="20653" y="11519"/>
                  </a:lnTo>
                  <a:lnTo>
                    <a:pt x="20726" y="11225"/>
                  </a:lnTo>
                  <a:lnTo>
                    <a:pt x="20799" y="10858"/>
                  </a:lnTo>
                  <a:lnTo>
                    <a:pt x="20763" y="10675"/>
                  </a:lnTo>
                  <a:lnTo>
                    <a:pt x="20726" y="10528"/>
                  </a:lnTo>
                  <a:lnTo>
                    <a:pt x="20689" y="10382"/>
                  </a:lnTo>
                  <a:lnTo>
                    <a:pt x="20579" y="10272"/>
                  </a:lnTo>
                  <a:lnTo>
                    <a:pt x="20359" y="10088"/>
                  </a:lnTo>
                  <a:lnTo>
                    <a:pt x="20066" y="9978"/>
                  </a:lnTo>
                  <a:lnTo>
                    <a:pt x="19919" y="9941"/>
                  </a:lnTo>
                  <a:lnTo>
                    <a:pt x="19626" y="9941"/>
                  </a:lnTo>
                  <a:lnTo>
                    <a:pt x="19516" y="10015"/>
                  </a:lnTo>
                  <a:lnTo>
                    <a:pt x="19479" y="10088"/>
                  </a:lnTo>
                  <a:lnTo>
                    <a:pt x="19185" y="10198"/>
                  </a:lnTo>
                  <a:lnTo>
                    <a:pt x="18929" y="10308"/>
                  </a:lnTo>
                  <a:lnTo>
                    <a:pt x="18819" y="10418"/>
                  </a:lnTo>
                  <a:lnTo>
                    <a:pt x="18672" y="10528"/>
                  </a:lnTo>
                  <a:lnTo>
                    <a:pt x="18599" y="10675"/>
                  </a:lnTo>
                  <a:lnTo>
                    <a:pt x="18525" y="10822"/>
                  </a:lnTo>
                  <a:lnTo>
                    <a:pt x="18452" y="11115"/>
                  </a:lnTo>
                  <a:lnTo>
                    <a:pt x="18452" y="11409"/>
                  </a:lnTo>
                  <a:lnTo>
                    <a:pt x="18048" y="11702"/>
                  </a:lnTo>
                  <a:lnTo>
                    <a:pt x="17645" y="11996"/>
                  </a:lnTo>
                  <a:lnTo>
                    <a:pt x="17608" y="12032"/>
                  </a:lnTo>
                  <a:lnTo>
                    <a:pt x="17608" y="12106"/>
                  </a:lnTo>
                  <a:lnTo>
                    <a:pt x="17241" y="11776"/>
                  </a:lnTo>
                  <a:lnTo>
                    <a:pt x="16911" y="11519"/>
                  </a:lnTo>
                  <a:lnTo>
                    <a:pt x="16838" y="11482"/>
                  </a:lnTo>
                  <a:lnTo>
                    <a:pt x="16691" y="11482"/>
                  </a:lnTo>
                  <a:lnTo>
                    <a:pt x="16654" y="11555"/>
                  </a:lnTo>
                  <a:lnTo>
                    <a:pt x="16434" y="11519"/>
                  </a:lnTo>
                  <a:lnTo>
                    <a:pt x="16214" y="11519"/>
                  </a:lnTo>
                  <a:lnTo>
                    <a:pt x="15774" y="11555"/>
                  </a:lnTo>
                  <a:lnTo>
                    <a:pt x="15811" y="11445"/>
                  </a:lnTo>
                  <a:lnTo>
                    <a:pt x="15774" y="11335"/>
                  </a:lnTo>
                  <a:lnTo>
                    <a:pt x="15664" y="11152"/>
                  </a:lnTo>
                  <a:lnTo>
                    <a:pt x="15554" y="11005"/>
                  </a:lnTo>
                  <a:lnTo>
                    <a:pt x="15444" y="10822"/>
                  </a:lnTo>
                  <a:lnTo>
                    <a:pt x="15371" y="10602"/>
                  </a:lnTo>
                  <a:lnTo>
                    <a:pt x="15334" y="10418"/>
                  </a:lnTo>
                  <a:lnTo>
                    <a:pt x="15297" y="10308"/>
                  </a:lnTo>
                  <a:lnTo>
                    <a:pt x="15224" y="10235"/>
                  </a:lnTo>
                  <a:lnTo>
                    <a:pt x="15627" y="10015"/>
                  </a:lnTo>
                  <a:lnTo>
                    <a:pt x="16031" y="9758"/>
                  </a:lnTo>
                  <a:lnTo>
                    <a:pt x="16361" y="9428"/>
                  </a:lnTo>
                  <a:lnTo>
                    <a:pt x="16471" y="9281"/>
                  </a:lnTo>
                  <a:lnTo>
                    <a:pt x="16581" y="9098"/>
                  </a:lnTo>
                  <a:lnTo>
                    <a:pt x="16654" y="8878"/>
                  </a:lnTo>
                  <a:lnTo>
                    <a:pt x="16691" y="8621"/>
                  </a:lnTo>
                  <a:lnTo>
                    <a:pt x="16691" y="8364"/>
                  </a:lnTo>
                  <a:lnTo>
                    <a:pt x="16691" y="8107"/>
                  </a:lnTo>
                  <a:lnTo>
                    <a:pt x="16581" y="7631"/>
                  </a:lnTo>
                  <a:lnTo>
                    <a:pt x="16398" y="7190"/>
                  </a:lnTo>
                  <a:lnTo>
                    <a:pt x="16251" y="6897"/>
                  </a:lnTo>
                  <a:lnTo>
                    <a:pt x="16031" y="6640"/>
                  </a:lnTo>
                  <a:lnTo>
                    <a:pt x="15884" y="6530"/>
                  </a:lnTo>
                  <a:lnTo>
                    <a:pt x="15737" y="6457"/>
                  </a:lnTo>
                  <a:lnTo>
                    <a:pt x="15591" y="6420"/>
                  </a:lnTo>
                  <a:lnTo>
                    <a:pt x="15407" y="6383"/>
                  </a:lnTo>
                  <a:lnTo>
                    <a:pt x="15077" y="631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9" name="Google Shape;307;p5">
              <a:extLst>
                <a:ext uri="{FF2B5EF4-FFF2-40B4-BE49-F238E27FC236}">
                  <a16:creationId xmlns:a16="http://schemas.microsoft.com/office/drawing/2014/main" id="{4DBF8CD3-98F8-42B5-8B96-FC0AF23993E3}"/>
                </a:ext>
              </a:extLst>
            </p:cNvPr>
            <p:cNvSpPr/>
            <p:nvPr/>
          </p:nvSpPr>
          <p:spPr>
            <a:xfrm>
              <a:off x="6425400" y="3728200"/>
              <a:ext cx="342075" cy="360425"/>
            </a:xfrm>
            <a:custGeom>
              <a:avLst/>
              <a:gdLst/>
              <a:ahLst/>
              <a:cxnLst/>
              <a:rect l="l" t="t" r="r" b="b"/>
              <a:pathLst>
                <a:path w="13683" h="14417" extrusionOk="0">
                  <a:moveTo>
                    <a:pt x="9281" y="2311"/>
                  </a:moveTo>
                  <a:lnTo>
                    <a:pt x="9170" y="2385"/>
                  </a:lnTo>
                  <a:lnTo>
                    <a:pt x="9134" y="2495"/>
                  </a:lnTo>
                  <a:lnTo>
                    <a:pt x="9097" y="2568"/>
                  </a:lnTo>
                  <a:lnTo>
                    <a:pt x="9097" y="2678"/>
                  </a:lnTo>
                  <a:lnTo>
                    <a:pt x="9134" y="2862"/>
                  </a:lnTo>
                  <a:lnTo>
                    <a:pt x="9207" y="3082"/>
                  </a:lnTo>
                  <a:lnTo>
                    <a:pt x="9464" y="3742"/>
                  </a:lnTo>
                  <a:lnTo>
                    <a:pt x="9721" y="4402"/>
                  </a:lnTo>
                  <a:lnTo>
                    <a:pt x="9647" y="4439"/>
                  </a:lnTo>
                  <a:lnTo>
                    <a:pt x="9060" y="5283"/>
                  </a:lnTo>
                  <a:lnTo>
                    <a:pt x="8804" y="5649"/>
                  </a:lnTo>
                  <a:lnTo>
                    <a:pt x="8694" y="5833"/>
                  </a:lnTo>
                  <a:lnTo>
                    <a:pt x="8657" y="5943"/>
                  </a:lnTo>
                  <a:lnTo>
                    <a:pt x="8694" y="6053"/>
                  </a:lnTo>
                  <a:lnTo>
                    <a:pt x="8804" y="6016"/>
                  </a:lnTo>
                  <a:lnTo>
                    <a:pt x="8877" y="5980"/>
                  </a:lnTo>
                  <a:lnTo>
                    <a:pt x="9024" y="5833"/>
                  </a:lnTo>
                  <a:lnTo>
                    <a:pt x="9281" y="5503"/>
                  </a:lnTo>
                  <a:lnTo>
                    <a:pt x="9941" y="4659"/>
                  </a:lnTo>
                  <a:lnTo>
                    <a:pt x="10014" y="4659"/>
                  </a:lnTo>
                  <a:lnTo>
                    <a:pt x="10124" y="4622"/>
                  </a:lnTo>
                  <a:lnTo>
                    <a:pt x="10161" y="4549"/>
                  </a:lnTo>
                  <a:lnTo>
                    <a:pt x="10161" y="4439"/>
                  </a:lnTo>
                  <a:lnTo>
                    <a:pt x="9684" y="3229"/>
                  </a:lnTo>
                  <a:lnTo>
                    <a:pt x="9427" y="2715"/>
                  </a:lnTo>
                  <a:lnTo>
                    <a:pt x="9354" y="2532"/>
                  </a:lnTo>
                  <a:lnTo>
                    <a:pt x="9317" y="2422"/>
                  </a:lnTo>
                  <a:lnTo>
                    <a:pt x="9317" y="2348"/>
                  </a:lnTo>
                  <a:lnTo>
                    <a:pt x="9317" y="2311"/>
                  </a:lnTo>
                  <a:close/>
                  <a:moveTo>
                    <a:pt x="8694" y="1615"/>
                  </a:moveTo>
                  <a:lnTo>
                    <a:pt x="8767" y="1798"/>
                  </a:lnTo>
                  <a:lnTo>
                    <a:pt x="8804" y="1908"/>
                  </a:lnTo>
                  <a:lnTo>
                    <a:pt x="8914" y="1981"/>
                  </a:lnTo>
                  <a:lnTo>
                    <a:pt x="9024" y="2055"/>
                  </a:lnTo>
                  <a:lnTo>
                    <a:pt x="9170" y="2018"/>
                  </a:lnTo>
                  <a:lnTo>
                    <a:pt x="9391" y="1908"/>
                  </a:lnTo>
                  <a:lnTo>
                    <a:pt x="9611" y="1725"/>
                  </a:lnTo>
                  <a:lnTo>
                    <a:pt x="9867" y="2275"/>
                  </a:lnTo>
                  <a:lnTo>
                    <a:pt x="10161" y="2752"/>
                  </a:lnTo>
                  <a:lnTo>
                    <a:pt x="10454" y="3265"/>
                  </a:lnTo>
                  <a:lnTo>
                    <a:pt x="10674" y="3779"/>
                  </a:lnTo>
                  <a:lnTo>
                    <a:pt x="10528" y="3925"/>
                  </a:lnTo>
                  <a:lnTo>
                    <a:pt x="10381" y="4072"/>
                  </a:lnTo>
                  <a:lnTo>
                    <a:pt x="10271" y="4256"/>
                  </a:lnTo>
                  <a:lnTo>
                    <a:pt x="10234" y="4476"/>
                  </a:lnTo>
                  <a:lnTo>
                    <a:pt x="10271" y="4586"/>
                  </a:lnTo>
                  <a:lnTo>
                    <a:pt x="10344" y="4659"/>
                  </a:lnTo>
                  <a:lnTo>
                    <a:pt x="10344" y="4806"/>
                  </a:lnTo>
                  <a:lnTo>
                    <a:pt x="10381" y="4879"/>
                  </a:lnTo>
                  <a:lnTo>
                    <a:pt x="10491" y="4916"/>
                  </a:lnTo>
                  <a:lnTo>
                    <a:pt x="10491" y="4953"/>
                  </a:lnTo>
                  <a:lnTo>
                    <a:pt x="10344" y="5173"/>
                  </a:lnTo>
                  <a:lnTo>
                    <a:pt x="9977" y="5649"/>
                  </a:lnTo>
                  <a:lnTo>
                    <a:pt x="9647" y="6163"/>
                  </a:lnTo>
                  <a:lnTo>
                    <a:pt x="9501" y="6090"/>
                  </a:lnTo>
                  <a:lnTo>
                    <a:pt x="9317" y="6053"/>
                  </a:lnTo>
                  <a:lnTo>
                    <a:pt x="9134" y="6126"/>
                  </a:lnTo>
                  <a:lnTo>
                    <a:pt x="8950" y="6200"/>
                  </a:lnTo>
                  <a:lnTo>
                    <a:pt x="8840" y="6346"/>
                  </a:lnTo>
                  <a:lnTo>
                    <a:pt x="8730" y="6493"/>
                  </a:lnTo>
                  <a:lnTo>
                    <a:pt x="8327" y="6493"/>
                  </a:lnTo>
                  <a:lnTo>
                    <a:pt x="7556" y="6530"/>
                  </a:lnTo>
                  <a:lnTo>
                    <a:pt x="7520" y="6456"/>
                  </a:lnTo>
                  <a:lnTo>
                    <a:pt x="7410" y="6383"/>
                  </a:lnTo>
                  <a:lnTo>
                    <a:pt x="7080" y="6273"/>
                  </a:lnTo>
                  <a:lnTo>
                    <a:pt x="7043" y="6273"/>
                  </a:lnTo>
                  <a:lnTo>
                    <a:pt x="6970" y="6236"/>
                  </a:lnTo>
                  <a:lnTo>
                    <a:pt x="6786" y="6236"/>
                  </a:lnTo>
                  <a:lnTo>
                    <a:pt x="6639" y="6200"/>
                  </a:lnTo>
                  <a:lnTo>
                    <a:pt x="5832" y="5429"/>
                  </a:lnTo>
                  <a:lnTo>
                    <a:pt x="5246" y="4879"/>
                  </a:lnTo>
                  <a:lnTo>
                    <a:pt x="5319" y="4696"/>
                  </a:lnTo>
                  <a:lnTo>
                    <a:pt x="5319" y="4512"/>
                  </a:lnTo>
                  <a:lnTo>
                    <a:pt x="5282" y="4439"/>
                  </a:lnTo>
                  <a:lnTo>
                    <a:pt x="5246" y="4366"/>
                  </a:lnTo>
                  <a:lnTo>
                    <a:pt x="5099" y="4256"/>
                  </a:lnTo>
                  <a:lnTo>
                    <a:pt x="5282" y="3815"/>
                  </a:lnTo>
                  <a:lnTo>
                    <a:pt x="5796" y="2715"/>
                  </a:lnTo>
                  <a:lnTo>
                    <a:pt x="6126" y="2018"/>
                  </a:lnTo>
                  <a:lnTo>
                    <a:pt x="6273" y="2018"/>
                  </a:lnTo>
                  <a:lnTo>
                    <a:pt x="6419" y="1981"/>
                  </a:lnTo>
                  <a:lnTo>
                    <a:pt x="6566" y="1908"/>
                  </a:lnTo>
                  <a:lnTo>
                    <a:pt x="6713" y="1798"/>
                  </a:lnTo>
                  <a:lnTo>
                    <a:pt x="6823" y="1688"/>
                  </a:lnTo>
                  <a:lnTo>
                    <a:pt x="7483" y="1651"/>
                  </a:lnTo>
                  <a:lnTo>
                    <a:pt x="8694" y="1615"/>
                  </a:lnTo>
                  <a:close/>
                  <a:moveTo>
                    <a:pt x="6823" y="6823"/>
                  </a:moveTo>
                  <a:lnTo>
                    <a:pt x="6933" y="6897"/>
                  </a:lnTo>
                  <a:lnTo>
                    <a:pt x="6749" y="6897"/>
                  </a:lnTo>
                  <a:lnTo>
                    <a:pt x="6713" y="6860"/>
                  </a:lnTo>
                  <a:lnTo>
                    <a:pt x="6823" y="6823"/>
                  </a:lnTo>
                  <a:close/>
                  <a:moveTo>
                    <a:pt x="2714" y="5393"/>
                  </a:moveTo>
                  <a:lnTo>
                    <a:pt x="2641" y="5429"/>
                  </a:lnTo>
                  <a:lnTo>
                    <a:pt x="2531" y="5503"/>
                  </a:lnTo>
                  <a:lnTo>
                    <a:pt x="2458" y="5576"/>
                  </a:lnTo>
                  <a:lnTo>
                    <a:pt x="2274" y="5796"/>
                  </a:lnTo>
                  <a:lnTo>
                    <a:pt x="1981" y="6310"/>
                  </a:lnTo>
                  <a:lnTo>
                    <a:pt x="1651" y="6860"/>
                  </a:lnTo>
                  <a:lnTo>
                    <a:pt x="1504" y="7080"/>
                  </a:lnTo>
                  <a:lnTo>
                    <a:pt x="1431" y="7190"/>
                  </a:lnTo>
                  <a:lnTo>
                    <a:pt x="1394" y="7263"/>
                  </a:lnTo>
                  <a:lnTo>
                    <a:pt x="1394" y="7337"/>
                  </a:lnTo>
                  <a:lnTo>
                    <a:pt x="1321" y="7374"/>
                  </a:lnTo>
                  <a:lnTo>
                    <a:pt x="1321" y="7410"/>
                  </a:lnTo>
                  <a:lnTo>
                    <a:pt x="1321" y="7520"/>
                  </a:lnTo>
                  <a:lnTo>
                    <a:pt x="1394" y="7557"/>
                  </a:lnTo>
                  <a:lnTo>
                    <a:pt x="1504" y="7594"/>
                  </a:lnTo>
                  <a:lnTo>
                    <a:pt x="1614" y="7520"/>
                  </a:lnTo>
                  <a:lnTo>
                    <a:pt x="1724" y="7447"/>
                  </a:lnTo>
                  <a:lnTo>
                    <a:pt x="1834" y="7337"/>
                  </a:lnTo>
                  <a:lnTo>
                    <a:pt x="2018" y="7043"/>
                  </a:lnTo>
                  <a:lnTo>
                    <a:pt x="2128" y="6823"/>
                  </a:lnTo>
                  <a:lnTo>
                    <a:pt x="2568" y="6200"/>
                  </a:lnTo>
                  <a:lnTo>
                    <a:pt x="2751" y="5870"/>
                  </a:lnTo>
                  <a:lnTo>
                    <a:pt x="2861" y="5723"/>
                  </a:lnTo>
                  <a:lnTo>
                    <a:pt x="2861" y="5539"/>
                  </a:lnTo>
                  <a:lnTo>
                    <a:pt x="2861" y="5466"/>
                  </a:lnTo>
                  <a:lnTo>
                    <a:pt x="2788" y="5429"/>
                  </a:lnTo>
                  <a:lnTo>
                    <a:pt x="2714" y="5393"/>
                  </a:lnTo>
                  <a:close/>
                  <a:moveTo>
                    <a:pt x="4072" y="4843"/>
                  </a:moveTo>
                  <a:lnTo>
                    <a:pt x="4182" y="5026"/>
                  </a:lnTo>
                  <a:lnTo>
                    <a:pt x="4328" y="5173"/>
                  </a:lnTo>
                  <a:lnTo>
                    <a:pt x="4475" y="5209"/>
                  </a:lnTo>
                  <a:lnTo>
                    <a:pt x="4622" y="5246"/>
                  </a:lnTo>
                  <a:lnTo>
                    <a:pt x="4769" y="5246"/>
                  </a:lnTo>
                  <a:lnTo>
                    <a:pt x="4915" y="5209"/>
                  </a:lnTo>
                  <a:lnTo>
                    <a:pt x="5319" y="5576"/>
                  </a:lnTo>
                  <a:lnTo>
                    <a:pt x="6163" y="6456"/>
                  </a:lnTo>
                  <a:lnTo>
                    <a:pt x="6126" y="6530"/>
                  </a:lnTo>
                  <a:lnTo>
                    <a:pt x="6089" y="6640"/>
                  </a:lnTo>
                  <a:lnTo>
                    <a:pt x="6126" y="6787"/>
                  </a:lnTo>
                  <a:lnTo>
                    <a:pt x="6163" y="6897"/>
                  </a:lnTo>
                  <a:lnTo>
                    <a:pt x="6236" y="7007"/>
                  </a:lnTo>
                  <a:lnTo>
                    <a:pt x="6236" y="7080"/>
                  </a:lnTo>
                  <a:lnTo>
                    <a:pt x="5942" y="7410"/>
                  </a:lnTo>
                  <a:lnTo>
                    <a:pt x="5686" y="7777"/>
                  </a:lnTo>
                  <a:lnTo>
                    <a:pt x="5172" y="8511"/>
                  </a:lnTo>
                  <a:lnTo>
                    <a:pt x="4695" y="9134"/>
                  </a:lnTo>
                  <a:lnTo>
                    <a:pt x="4585" y="9061"/>
                  </a:lnTo>
                  <a:lnTo>
                    <a:pt x="4439" y="9061"/>
                  </a:lnTo>
                  <a:lnTo>
                    <a:pt x="4255" y="9098"/>
                  </a:lnTo>
                  <a:lnTo>
                    <a:pt x="4108" y="9208"/>
                  </a:lnTo>
                  <a:lnTo>
                    <a:pt x="3998" y="9354"/>
                  </a:lnTo>
                  <a:lnTo>
                    <a:pt x="3925" y="9538"/>
                  </a:lnTo>
                  <a:lnTo>
                    <a:pt x="3595" y="9501"/>
                  </a:lnTo>
                  <a:lnTo>
                    <a:pt x="2825" y="9538"/>
                  </a:lnTo>
                  <a:lnTo>
                    <a:pt x="2788" y="9354"/>
                  </a:lnTo>
                  <a:lnTo>
                    <a:pt x="2678" y="9208"/>
                  </a:lnTo>
                  <a:lnTo>
                    <a:pt x="2531" y="9098"/>
                  </a:lnTo>
                  <a:lnTo>
                    <a:pt x="2384" y="9061"/>
                  </a:lnTo>
                  <a:lnTo>
                    <a:pt x="2238" y="9061"/>
                  </a:lnTo>
                  <a:lnTo>
                    <a:pt x="2054" y="9098"/>
                  </a:lnTo>
                  <a:lnTo>
                    <a:pt x="1577" y="8437"/>
                  </a:lnTo>
                  <a:lnTo>
                    <a:pt x="1394" y="8107"/>
                  </a:lnTo>
                  <a:lnTo>
                    <a:pt x="1137" y="7777"/>
                  </a:lnTo>
                  <a:lnTo>
                    <a:pt x="1211" y="7594"/>
                  </a:lnTo>
                  <a:lnTo>
                    <a:pt x="1247" y="7447"/>
                  </a:lnTo>
                  <a:lnTo>
                    <a:pt x="1211" y="7263"/>
                  </a:lnTo>
                  <a:lnTo>
                    <a:pt x="1174" y="7117"/>
                  </a:lnTo>
                  <a:lnTo>
                    <a:pt x="1064" y="7007"/>
                  </a:lnTo>
                  <a:lnTo>
                    <a:pt x="1101" y="6933"/>
                  </a:lnTo>
                  <a:lnTo>
                    <a:pt x="1174" y="6823"/>
                  </a:lnTo>
                  <a:lnTo>
                    <a:pt x="1247" y="6640"/>
                  </a:lnTo>
                  <a:lnTo>
                    <a:pt x="1614" y="5980"/>
                  </a:lnTo>
                  <a:lnTo>
                    <a:pt x="1944" y="5356"/>
                  </a:lnTo>
                  <a:lnTo>
                    <a:pt x="2164" y="5356"/>
                  </a:lnTo>
                  <a:lnTo>
                    <a:pt x="2384" y="5283"/>
                  </a:lnTo>
                  <a:lnTo>
                    <a:pt x="2531" y="5136"/>
                  </a:lnTo>
                  <a:lnTo>
                    <a:pt x="2604" y="5063"/>
                  </a:lnTo>
                  <a:lnTo>
                    <a:pt x="2641" y="4953"/>
                  </a:lnTo>
                  <a:lnTo>
                    <a:pt x="2678" y="4916"/>
                  </a:lnTo>
                  <a:lnTo>
                    <a:pt x="3118" y="4953"/>
                  </a:lnTo>
                  <a:lnTo>
                    <a:pt x="3705" y="4916"/>
                  </a:lnTo>
                  <a:lnTo>
                    <a:pt x="4072" y="4843"/>
                  </a:lnTo>
                  <a:close/>
                  <a:moveTo>
                    <a:pt x="8877" y="7740"/>
                  </a:moveTo>
                  <a:lnTo>
                    <a:pt x="8877" y="7777"/>
                  </a:lnTo>
                  <a:lnTo>
                    <a:pt x="8877" y="7814"/>
                  </a:lnTo>
                  <a:lnTo>
                    <a:pt x="8914" y="7997"/>
                  </a:lnTo>
                  <a:lnTo>
                    <a:pt x="8914" y="8070"/>
                  </a:lnTo>
                  <a:lnTo>
                    <a:pt x="8950" y="8181"/>
                  </a:lnTo>
                  <a:lnTo>
                    <a:pt x="9391" y="8731"/>
                  </a:lnTo>
                  <a:lnTo>
                    <a:pt x="9794" y="9281"/>
                  </a:lnTo>
                  <a:lnTo>
                    <a:pt x="9941" y="9464"/>
                  </a:lnTo>
                  <a:lnTo>
                    <a:pt x="10014" y="9538"/>
                  </a:lnTo>
                  <a:lnTo>
                    <a:pt x="10124" y="9574"/>
                  </a:lnTo>
                  <a:lnTo>
                    <a:pt x="10234" y="9574"/>
                  </a:lnTo>
                  <a:lnTo>
                    <a:pt x="10308" y="9538"/>
                  </a:lnTo>
                  <a:lnTo>
                    <a:pt x="10381" y="9501"/>
                  </a:lnTo>
                  <a:lnTo>
                    <a:pt x="10418" y="9391"/>
                  </a:lnTo>
                  <a:lnTo>
                    <a:pt x="10418" y="9354"/>
                  </a:lnTo>
                  <a:lnTo>
                    <a:pt x="10418" y="9244"/>
                  </a:lnTo>
                  <a:lnTo>
                    <a:pt x="10381" y="9171"/>
                  </a:lnTo>
                  <a:lnTo>
                    <a:pt x="10308" y="9134"/>
                  </a:lnTo>
                  <a:lnTo>
                    <a:pt x="10198" y="9098"/>
                  </a:lnTo>
                  <a:lnTo>
                    <a:pt x="10088" y="8951"/>
                  </a:lnTo>
                  <a:lnTo>
                    <a:pt x="10014" y="8841"/>
                  </a:lnTo>
                  <a:lnTo>
                    <a:pt x="9647" y="8401"/>
                  </a:lnTo>
                  <a:lnTo>
                    <a:pt x="9281" y="7924"/>
                  </a:lnTo>
                  <a:lnTo>
                    <a:pt x="9207" y="7850"/>
                  </a:lnTo>
                  <a:lnTo>
                    <a:pt x="9134" y="7814"/>
                  </a:lnTo>
                  <a:lnTo>
                    <a:pt x="8950" y="7740"/>
                  </a:lnTo>
                  <a:close/>
                  <a:moveTo>
                    <a:pt x="2128" y="9721"/>
                  </a:moveTo>
                  <a:lnTo>
                    <a:pt x="2054" y="9758"/>
                  </a:lnTo>
                  <a:lnTo>
                    <a:pt x="2054" y="9721"/>
                  </a:lnTo>
                  <a:close/>
                  <a:moveTo>
                    <a:pt x="5612" y="9281"/>
                  </a:moveTo>
                  <a:lnTo>
                    <a:pt x="5576" y="9318"/>
                  </a:lnTo>
                  <a:lnTo>
                    <a:pt x="5576" y="9354"/>
                  </a:lnTo>
                  <a:lnTo>
                    <a:pt x="5576" y="9538"/>
                  </a:lnTo>
                  <a:lnTo>
                    <a:pt x="5649" y="9684"/>
                  </a:lnTo>
                  <a:lnTo>
                    <a:pt x="5796" y="9941"/>
                  </a:lnTo>
                  <a:lnTo>
                    <a:pt x="6163" y="10455"/>
                  </a:lnTo>
                  <a:lnTo>
                    <a:pt x="6456" y="10895"/>
                  </a:lnTo>
                  <a:lnTo>
                    <a:pt x="6603" y="11115"/>
                  </a:lnTo>
                  <a:lnTo>
                    <a:pt x="6823" y="11298"/>
                  </a:lnTo>
                  <a:lnTo>
                    <a:pt x="6860" y="11372"/>
                  </a:lnTo>
                  <a:lnTo>
                    <a:pt x="6970" y="11482"/>
                  </a:lnTo>
                  <a:lnTo>
                    <a:pt x="7043" y="11519"/>
                  </a:lnTo>
                  <a:lnTo>
                    <a:pt x="7116" y="11519"/>
                  </a:lnTo>
                  <a:lnTo>
                    <a:pt x="7190" y="11482"/>
                  </a:lnTo>
                  <a:lnTo>
                    <a:pt x="7226" y="11408"/>
                  </a:lnTo>
                  <a:lnTo>
                    <a:pt x="7263" y="11188"/>
                  </a:lnTo>
                  <a:lnTo>
                    <a:pt x="7226" y="11078"/>
                  </a:lnTo>
                  <a:lnTo>
                    <a:pt x="7153" y="10968"/>
                  </a:lnTo>
                  <a:lnTo>
                    <a:pt x="7080" y="10932"/>
                  </a:lnTo>
                  <a:lnTo>
                    <a:pt x="7006" y="10895"/>
                  </a:lnTo>
                  <a:lnTo>
                    <a:pt x="6933" y="10785"/>
                  </a:lnTo>
                  <a:lnTo>
                    <a:pt x="6860" y="10675"/>
                  </a:lnTo>
                  <a:lnTo>
                    <a:pt x="6713" y="10455"/>
                  </a:lnTo>
                  <a:lnTo>
                    <a:pt x="6273" y="9831"/>
                  </a:lnTo>
                  <a:lnTo>
                    <a:pt x="6016" y="9501"/>
                  </a:lnTo>
                  <a:lnTo>
                    <a:pt x="5869" y="9391"/>
                  </a:lnTo>
                  <a:lnTo>
                    <a:pt x="5722" y="9281"/>
                  </a:lnTo>
                  <a:close/>
                  <a:moveTo>
                    <a:pt x="8730" y="6970"/>
                  </a:moveTo>
                  <a:lnTo>
                    <a:pt x="8804" y="7080"/>
                  </a:lnTo>
                  <a:lnTo>
                    <a:pt x="8914" y="7153"/>
                  </a:lnTo>
                  <a:lnTo>
                    <a:pt x="8987" y="7227"/>
                  </a:lnTo>
                  <a:lnTo>
                    <a:pt x="9097" y="7263"/>
                  </a:lnTo>
                  <a:lnTo>
                    <a:pt x="9391" y="7227"/>
                  </a:lnTo>
                  <a:lnTo>
                    <a:pt x="9501" y="7263"/>
                  </a:lnTo>
                  <a:lnTo>
                    <a:pt x="9574" y="7300"/>
                  </a:lnTo>
                  <a:lnTo>
                    <a:pt x="9721" y="7557"/>
                  </a:lnTo>
                  <a:lnTo>
                    <a:pt x="9867" y="7814"/>
                  </a:lnTo>
                  <a:lnTo>
                    <a:pt x="10234" y="8364"/>
                  </a:lnTo>
                  <a:lnTo>
                    <a:pt x="10711" y="9098"/>
                  </a:lnTo>
                  <a:lnTo>
                    <a:pt x="10638" y="9281"/>
                  </a:lnTo>
                  <a:lnTo>
                    <a:pt x="10601" y="9428"/>
                  </a:lnTo>
                  <a:lnTo>
                    <a:pt x="10564" y="9758"/>
                  </a:lnTo>
                  <a:lnTo>
                    <a:pt x="10528" y="9941"/>
                  </a:lnTo>
                  <a:lnTo>
                    <a:pt x="10528" y="10125"/>
                  </a:lnTo>
                  <a:lnTo>
                    <a:pt x="10528" y="10235"/>
                  </a:lnTo>
                  <a:lnTo>
                    <a:pt x="10564" y="10271"/>
                  </a:lnTo>
                  <a:lnTo>
                    <a:pt x="10344" y="10638"/>
                  </a:lnTo>
                  <a:lnTo>
                    <a:pt x="9794" y="11555"/>
                  </a:lnTo>
                  <a:lnTo>
                    <a:pt x="9684" y="11519"/>
                  </a:lnTo>
                  <a:lnTo>
                    <a:pt x="9537" y="11519"/>
                  </a:lnTo>
                  <a:lnTo>
                    <a:pt x="9391" y="11555"/>
                  </a:lnTo>
                  <a:lnTo>
                    <a:pt x="9281" y="11629"/>
                  </a:lnTo>
                  <a:lnTo>
                    <a:pt x="9170" y="11702"/>
                  </a:lnTo>
                  <a:lnTo>
                    <a:pt x="9097" y="11812"/>
                  </a:lnTo>
                  <a:lnTo>
                    <a:pt x="9024" y="11922"/>
                  </a:lnTo>
                  <a:lnTo>
                    <a:pt x="8987" y="12032"/>
                  </a:lnTo>
                  <a:lnTo>
                    <a:pt x="8400" y="12069"/>
                  </a:lnTo>
                  <a:lnTo>
                    <a:pt x="7483" y="12142"/>
                  </a:lnTo>
                  <a:lnTo>
                    <a:pt x="7006" y="12142"/>
                  </a:lnTo>
                  <a:lnTo>
                    <a:pt x="6970" y="11959"/>
                  </a:lnTo>
                  <a:lnTo>
                    <a:pt x="6823" y="11775"/>
                  </a:lnTo>
                  <a:lnTo>
                    <a:pt x="6749" y="11739"/>
                  </a:lnTo>
                  <a:lnTo>
                    <a:pt x="6676" y="11702"/>
                  </a:lnTo>
                  <a:lnTo>
                    <a:pt x="6493" y="11665"/>
                  </a:lnTo>
                  <a:lnTo>
                    <a:pt x="6419" y="11629"/>
                  </a:lnTo>
                  <a:lnTo>
                    <a:pt x="6346" y="11665"/>
                  </a:lnTo>
                  <a:lnTo>
                    <a:pt x="6273" y="11739"/>
                  </a:lnTo>
                  <a:lnTo>
                    <a:pt x="6199" y="11739"/>
                  </a:lnTo>
                  <a:lnTo>
                    <a:pt x="5979" y="11225"/>
                  </a:lnTo>
                  <a:lnTo>
                    <a:pt x="5722" y="10712"/>
                  </a:lnTo>
                  <a:lnTo>
                    <a:pt x="5466" y="10308"/>
                  </a:lnTo>
                  <a:lnTo>
                    <a:pt x="5172" y="9868"/>
                  </a:lnTo>
                  <a:lnTo>
                    <a:pt x="5209" y="9758"/>
                  </a:lnTo>
                  <a:lnTo>
                    <a:pt x="5246" y="9648"/>
                  </a:lnTo>
                  <a:lnTo>
                    <a:pt x="5246" y="9501"/>
                  </a:lnTo>
                  <a:lnTo>
                    <a:pt x="5209" y="9391"/>
                  </a:lnTo>
                  <a:lnTo>
                    <a:pt x="5135" y="9318"/>
                  </a:lnTo>
                  <a:lnTo>
                    <a:pt x="5099" y="9318"/>
                  </a:lnTo>
                  <a:lnTo>
                    <a:pt x="5209" y="9171"/>
                  </a:lnTo>
                  <a:lnTo>
                    <a:pt x="5759" y="8401"/>
                  </a:lnTo>
                  <a:lnTo>
                    <a:pt x="6163" y="7850"/>
                  </a:lnTo>
                  <a:lnTo>
                    <a:pt x="6383" y="7594"/>
                  </a:lnTo>
                  <a:lnTo>
                    <a:pt x="6529" y="7300"/>
                  </a:lnTo>
                  <a:lnTo>
                    <a:pt x="6676" y="7337"/>
                  </a:lnTo>
                  <a:lnTo>
                    <a:pt x="6933" y="7337"/>
                  </a:lnTo>
                  <a:lnTo>
                    <a:pt x="7080" y="7300"/>
                  </a:lnTo>
                  <a:lnTo>
                    <a:pt x="7190" y="7263"/>
                  </a:lnTo>
                  <a:lnTo>
                    <a:pt x="7300" y="7153"/>
                  </a:lnTo>
                  <a:lnTo>
                    <a:pt x="7410" y="7080"/>
                  </a:lnTo>
                  <a:lnTo>
                    <a:pt x="7483" y="6970"/>
                  </a:lnTo>
                  <a:close/>
                  <a:moveTo>
                    <a:pt x="4769" y="1"/>
                  </a:moveTo>
                  <a:lnTo>
                    <a:pt x="4769" y="37"/>
                  </a:lnTo>
                  <a:lnTo>
                    <a:pt x="4805" y="184"/>
                  </a:lnTo>
                  <a:lnTo>
                    <a:pt x="4879" y="294"/>
                  </a:lnTo>
                  <a:lnTo>
                    <a:pt x="4989" y="367"/>
                  </a:lnTo>
                  <a:lnTo>
                    <a:pt x="5099" y="404"/>
                  </a:lnTo>
                  <a:lnTo>
                    <a:pt x="5172" y="551"/>
                  </a:lnTo>
                  <a:lnTo>
                    <a:pt x="5282" y="697"/>
                  </a:lnTo>
                  <a:lnTo>
                    <a:pt x="5466" y="991"/>
                  </a:lnTo>
                  <a:lnTo>
                    <a:pt x="5539" y="1101"/>
                  </a:lnTo>
                  <a:lnTo>
                    <a:pt x="5466" y="1284"/>
                  </a:lnTo>
                  <a:lnTo>
                    <a:pt x="5466" y="1468"/>
                  </a:lnTo>
                  <a:lnTo>
                    <a:pt x="5539" y="1688"/>
                  </a:lnTo>
                  <a:lnTo>
                    <a:pt x="5649" y="1835"/>
                  </a:lnTo>
                  <a:lnTo>
                    <a:pt x="5722" y="1908"/>
                  </a:lnTo>
                  <a:lnTo>
                    <a:pt x="5356" y="2605"/>
                  </a:lnTo>
                  <a:lnTo>
                    <a:pt x="4879" y="3595"/>
                  </a:lnTo>
                  <a:lnTo>
                    <a:pt x="4769" y="3852"/>
                  </a:lnTo>
                  <a:lnTo>
                    <a:pt x="4622" y="4072"/>
                  </a:lnTo>
                  <a:lnTo>
                    <a:pt x="4402" y="4072"/>
                  </a:lnTo>
                  <a:lnTo>
                    <a:pt x="4292" y="4109"/>
                  </a:lnTo>
                  <a:lnTo>
                    <a:pt x="4182" y="4182"/>
                  </a:lnTo>
                  <a:lnTo>
                    <a:pt x="4108" y="4292"/>
                  </a:lnTo>
                  <a:lnTo>
                    <a:pt x="4072" y="4402"/>
                  </a:lnTo>
                  <a:lnTo>
                    <a:pt x="3485" y="4476"/>
                  </a:lnTo>
                  <a:lnTo>
                    <a:pt x="3045" y="4512"/>
                  </a:lnTo>
                  <a:lnTo>
                    <a:pt x="2678" y="4549"/>
                  </a:lnTo>
                  <a:lnTo>
                    <a:pt x="2568" y="4366"/>
                  </a:lnTo>
                  <a:lnTo>
                    <a:pt x="2458" y="4219"/>
                  </a:lnTo>
                  <a:lnTo>
                    <a:pt x="2274" y="4146"/>
                  </a:lnTo>
                  <a:lnTo>
                    <a:pt x="2091" y="4109"/>
                  </a:lnTo>
                  <a:lnTo>
                    <a:pt x="1907" y="4109"/>
                  </a:lnTo>
                  <a:lnTo>
                    <a:pt x="1797" y="4182"/>
                  </a:lnTo>
                  <a:lnTo>
                    <a:pt x="1651" y="4292"/>
                  </a:lnTo>
                  <a:lnTo>
                    <a:pt x="1577" y="4402"/>
                  </a:lnTo>
                  <a:lnTo>
                    <a:pt x="1504" y="4512"/>
                  </a:lnTo>
                  <a:lnTo>
                    <a:pt x="1504" y="4622"/>
                  </a:lnTo>
                  <a:lnTo>
                    <a:pt x="1431" y="4769"/>
                  </a:lnTo>
                  <a:lnTo>
                    <a:pt x="1431" y="4953"/>
                  </a:lnTo>
                  <a:lnTo>
                    <a:pt x="1467" y="5099"/>
                  </a:lnTo>
                  <a:lnTo>
                    <a:pt x="1504" y="5173"/>
                  </a:lnTo>
                  <a:lnTo>
                    <a:pt x="1504" y="5209"/>
                  </a:lnTo>
                  <a:lnTo>
                    <a:pt x="1247" y="5760"/>
                  </a:lnTo>
                  <a:lnTo>
                    <a:pt x="880" y="6420"/>
                  </a:lnTo>
                  <a:lnTo>
                    <a:pt x="770" y="6640"/>
                  </a:lnTo>
                  <a:lnTo>
                    <a:pt x="770" y="6713"/>
                  </a:lnTo>
                  <a:lnTo>
                    <a:pt x="734" y="6823"/>
                  </a:lnTo>
                  <a:lnTo>
                    <a:pt x="734" y="6787"/>
                  </a:lnTo>
                  <a:lnTo>
                    <a:pt x="624" y="6787"/>
                  </a:lnTo>
                  <a:lnTo>
                    <a:pt x="550" y="6823"/>
                  </a:lnTo>
                  <a:lnTo>
                    <a:pt x="404" y="6933"/>
                  </a:lnTo>
                  <a:lnTo>
                    <a:pt x="330" y="6970"/>
                  </a:lnTo>
                  <a:lnTo>
                    <a:pt x="257" y="7007"/>
                  </a:lnTo>
                  <a:lnTo>
                    <a:pt x="183" y="7117"/>
                  </a:lnTo>
                  <a:lnTo>
                    <a:pt x="110" y="7227"/>
                  </a:lnTo>
                  <a:lnTo>
                    <a:pt x="110" y="7447"/>
                  </a:lnTo>
                  <a:lnTo>
                    <a:pt x="0" y="7777"/>
                  </a:lnTo>
                  <a:lnTo>
                    <a:pt x="37" y="7850"/>
                  </a:lnTo>
                  <a:lnTo>
                    <a:pt x="73" y="7887"/>
                  </a:lnTo>
                  <a:lnTo>
                    <a:pt x="110" y="7960"/>
                  </a:lnTo>
                  <a:lnTo>
                    <a:pt x="183" y="7960"/>
                  </a:lnTo>
                  <a:lnTo>
                    <a:pt x="367" y="8034"/>
                  </a:lnTo>
                  <a:lnTo>
                    <a:pt x="660" y="8034"/>
                  </a:lnTo>
                  <a:lnTo>
                    <a:pt x="660" y="7997"/>
                  </a:lnTo>
                  <a:lnTo>
                    <a:pt x="770" y="7997"/>
                  </a:lnTo>
                  <a:lnTo>
                    <a:pt x="880" y="8181"/>
                  </a:lnTo>
                  <a:lnTo>
                    <a:pt x="990" y="8364"/>
                  </a:lnTo>
                  <a:lnTo>
                    <a:pt x="1211" y="8657"/>
                  </a:lnTo>
                  <a:lnTo>
                    <a:pt x="1651" y="9281"/>
                  </a:lnTo>
                  <a:lnTo>
                    <a:pt x="1687" y="9354"/>
                  </a:lnTo>
                  <a:lnTo>
                    <a:pt x="1651" y="9501"/>
                  </a:lnTo>
                  <a:lnTo>
                    <a:pt x="1614" y="9648"/>
                  </a:lnTo>
                  <a:lnTo>
                    <a:pt x="1577" y="9831"/>
                  </a:lnTo>
                  <a:lnTo>
                    <a:pt x="1577" y="9941"/>
                  </a:lnTo>
                  <a:lnTo>
                    <a:pt x="1614" y="10051"/>
                  </a:lnTo>
                  <a:lnTo>
                    <a:pt x="1541" y="10235"/>
                  </a:lnTo>
                  <a:lnTo>
                    <a:pt x="1431" y="10418"/>
                  </a:lnTo>
                  <a:lnTo>
                    <a:pt x="1357" y="10601"/>
                  </a:lnTo>
                  <a:lnTo>
                    <a:pt x="1211" y="10785"/>
                  </a:lnTo>
                  <a:lnTo>
                    <a:pt x="1137" y="10858"/>
                  </a:lnTo>
                  <a:lnTo>
                    <a:pt x="1137" y="10968"/>
                  </a:lnTo>
                  <a:lnTo>
                    <a:pt x="1174" y="11078"/>
                  </a:lnTo>
                  <a:lnTo>
                    <a:pt x="1247" y="11152"/>
                  </a:lnTo>
                  <a:lnTo>
                    <a:pt x="1357" y="11188"/>
                  </a:lnTo>
                  <a:lnTo>
                    <a:pt x="1467" y="11152"/>
                  </a:lnTo>
                  <a:lnTo>
                    <a:pt x="1541" y="11078"/>
                  </a:lnTo>
                  <a:lnTo>
                    <a:pt x="1577" y="10968"/>
                  </a:lnTo>
                  <a:lnTo>
                    <a:pt x="1614" y="10932"/>
                  </a:lnTo>
                  <a:lnTo>
                    <a:pt x="1687" y="10822"/>
                  </a:lnTo>
                  <a:lnTo>
                    <a:pt x="1761" y="10638"/>
                  </a:lnTo>
                  <a:lnTo>
                    <a:pt x="1834" y="10491"/>
                  </a:lnTo>
                  <a:lnTo>
                    <a:pt x="1907" y="10198"/>
                  </a:lnTo>
                  <a:lnTo>
                    <a:pt x="2164" y="10198"/>
                  </a:lnTo>
                  <a:lnTo>
                    <a:pt x="2348" y="10161"/>
                  </a:lnTo>
                  <a:lnTo>
                    <a:pt x="2494" y="10088"/>
                  </a:lnTo>
                  <a:lnTo>
                    <a:pt x="2641" y="10015"/>
                  </a:lnTo>
                  <a:lnTo>
                    <a:pt x="2714" y="9905"/>
                  </a:lnTo>
                  <a:lnTo>
                    <a:pt x="3338" y="9905"/>
                  </a:lnTo>
                  <a:lnTo>
                    <a:pt x="3998" y="9941"/>
                  </a:lnTo>
                  <a:lnTo>
                    <a:pt x="4035" y="10051"/>
                  </a:lnTo>
                  <a:lnTo>
                    <a:pt x="4072" y="10088"/>
                  </a:lnTo>
                  <a:lnTo>
                    <a:pt x="4145" y="10161"/>
                  </a:lnTo>
                  <a:lnTo>
                    <a:pt x="4292" y="10235"/>
                  </a:lnTo>
                  <a:lnTo>
                    <a:pt x="4439" y="10308"/>
                  </a:lnTo>
                  <a:lnTo>
                    <a:pt x="4622" y="10308"/>
                  </a:lnTo>
                  <a:lnTo>
                    <a:pt x="4805" y="10271"/>
                  </a:lnTo>
                  <a:lnTo>
                    <a:pt x="4879" y="10235"/>
                  </a:lnTo>
                  <a:lnTo>
                    <a:pt x="5282" y="10822"/>
                  </a:lnTo>
                  <a:lnTo>
                    <a:pt x="5429" y="11115"/>
                  </a:lnTo>
                  <a:lnTo>
                    <a:pt x="5576" y="11408"/>
                  </a:lnTo>
                  <a:lnTo>
                    <a:pt x="5796" y="11995"/>
                  </a:lnTo>
                  <a:lnTo>
                    <a:pt x="5759" y="12105"/>
                  </a:lnTo>
                  <a:lnTo>
                    <a:pt x="5759" y="12215"/>
                  </a:lnTo>
                  <a:lnTo>
                    <a:pt x="5759" y="12362"/>
                  </a:lnTo>
                  <a:lnTo>
                    <a:pt x="5759" y="12472"/>
                  </a:lnTo>
                  <a:lnTo>
                    <a:pt x="5759" y="12509"/>
                  </a:lnTo>
                  <a:lnTo>
                    <a:pt x="5722" y="12619"/>
                  </a:lnTo>
                  <a:lnTo>
                    <a:pt x="5722" y="12692"/>
                  </a:lnTo>
                  <a:lnTo>
                    <a:pt x="5759" y="12766"/>
                  </a:lnTo>
                  <a:lnTo>
                    <a:pt x="5979" y="12876"/>
                  </a:lnTo>
                  <a:lnTo>
                    <a:pt x="5759" y="13169"/>
                  </a:lnTo>
                  <a:lnTo>
                    <a:pt x="5612" y="13463"/>
                  </a:lnTo>
                  <a:lnTo>
                    <a:pt x="5502" y="13793"/>
                  </a:lnTo>
                  <a:lnTo>
                    <a:pt x="5429" y="14123"/>
                  </a:lnTo>
                  <a:lnTo>
                    <a:pt x="5392" y="14196"/>
                  </a:lnTo>
                  <a:lnTo>
                    <a:pt x="5429" y="14270"/>
                  </a:lnTo>
                  <a:lnTo>
                    <a:pt x="5502" y="14343"/>
                  </a:lnTo>
                  <a:lnTo>
                    <a:pt x="5576" y="14380"/>
                  </a:lnTo>
                  <a:lnTo>
                    <a:pt x="5649" y="14416"/>
                  </a:lnTo>
                  <a:lnTo>
                    <a:pt x="5722" y="14416"/>
                  </a:lnTo>
                  <a:lnTo>
                    <a:pt x="5759" y="14380"/>
                  </a:lnTo>
                  <a:lnTo>
                    <a:pt x="5832" y="14306"/>
                  </a:lnTo>
                  <a:lnTo>
                    <a:pt x="5832" y="14233"/>
                  </a:lnTo>
                  <a:lnTo>
                    <a:pt x="5869" y="14086"/>
                  </a:lnTo>
                  <a:lnTo>
                    <a:pt x="5979" y="13793"/>
                  </a:lnTo>
                  <a:lnTo>
                    <a:pt x="6089" y="13463"/>
                  </a:lnTo>
                  <a:lnTo>
                    <a:pt x="6309" y="13022"/>
                  </a:lnTo>
                  <a:lnTo>
                    <a:pt x="6566" y="13022"/>
                  </a:lnTo>
                  <a:lnTo>
                    <a:pt x="6713" y="12986"/>
                  </a:lnTo>
                  <a:lnTo>
                    <a:pt x="6786" y="12876"/>
                  </a:lnTo>
                  <a:lnTo>
                    <a:pt x="6860" y="12582"/>
                  </a:lnTo>
                  <a:lnTo>
                    <a:pt x="7593" y="12582"/>
                  </a:lnTo>
                  <a:lnTo>
                    <a:pt x="8253" y="12546"/>
                  </a:lnTo>
                  <a:lnTo>
                    <a:pt x="8914" y="12509"/>
                  </a:lnTo>
                  <a:lnTo>
                    <a:pt x="8950" y="12509"/>
                  </a:lnTo>
                  <a:lnTo>
                    <a:pt x="8950" y="12619"/>
                  </a:lnTo>
                  <a:lnTo>
                    <a:pt x="9024" y="12692"/>
                  </a:lnTo>
                  <a:lnTo>
                    <a:pt x="9170" y="12802"/>
                  </a:lnTo>
                  <a:lnTo>
                    <a:pt x="9354" y="12876"/>
                  </a:lnTo>
                  <a:lnTo>
                    <a:pt x="9537" y="12912"/>
                  </a:lnTo>
                  <a:lnTo>
                    <a:pt x="9647" y="13279"/>
                  </a:lnTo>
                  <a:lnTo>
                    <a:pt x="9794" y="13829"/>
                  </a:lnTo>
                  <a:lnTo>
                    <a:pt x="9904" y="14050"/>
                  </a:lnTo>
                  <a:lnTo>
                    <a:pt x="9977" y="14160"/>
                  </a:lnTo>
                  <a:lnTo>
                    <a:pt x="10051" y="14270"/>
                  </a:lnTo>
                  <a:lnTo>
                    <a:pt x="10198" y="14270"/>
                  </a:lnTo>
                  <a:lnTo>
                    <a:pt x="10271" y="14233"/>
                  </a:lnTo>
                  <a:lnTo>
                    <a:pt x="10308" y="14160"/>
                  </a:lnTo>
                  <a:lnTo>
                    <a:pt x="10308" y="14013"/>
                  </a:lnTo>
                  <a:lnTo>
                    <a:pt x="10308" y="13903"/>
                  </a:lnTo>
                  <a:lnTo>
                    <a:pt x="10198" y="13609"/>
                  </a:lnTo>
                  <a:lnTo>
                    <a:pt x="9977" y="12949"/>
                  </a:lnTo>
                  <a:lnTo>
                    <a:pt x="9904" y="12729"/>
                  </a:lnTo>
                  <a:lnTo>
                    <a:pt x="9977" y="12619"/>
                  </a:lnTo>
                  <a:lnTo>
                    <a:pt x="10088" y="12399"/>
                  </a:lnTo>
                  <a:lnTo>
                    <a:pt x="10124" y="12215"/>
                  </a:lnTo>
                  <a:lnTo>
                    <a:pt x="10161" y="12032"/>
                  </a:lnTo>
                  <a:lnTo>
                    <a:pt x="10161" y="11885"/>
                  </a:lnTo>
                  <a:lnTo>
                    <a:pt x="10124" y="11849"/>
                  </a:lnTo>
                  <a:lnTo>
                    <a:pt x="10601" y="11042"/>
                  </a:lnTo>
                  <a:lnTo>
                    <a:pt x="11115" y="10235"/>
                  </a:lnTo>
                  <a:lnTo>
                    <a:pt x="11371" y="10088"/>
                  </a:lnTo>
                  <a:lnTo>
                    <a:pt x="11518" y="9978"/>
                  </a:lnTo>
                  <a:lnTo>
                    <a:pt x="11628" y="9868"/>
                  </a:lnTo>
                  <a:lnTo>
                    <a:pt x="11665" y="9831"/>
                  </a:lnTo>
                  <a:lnTo>
                    <a:pt x="11738" y="9758"/>
                  </a:lnTo>
                  <a:lnTo>
                    <a:pt x="11812" y="9611"/>
                  </a:lnTo>
                  <a:lnTo>
                    <a:pt x="11885" y="9464"/>
                  </a:lnTo>
                  <a:lnTo>
                    <a:pt x="12068" y="9501"/>
                  </a:lnTo>
                  <a:lnTo>
                    <a:pt x="12288" y="9501"/>
                  </a:lnTo>
                  <a:lnTo>
                    <a:pt x="12875" y="9538"/>
                  </a:lnTo>
                  <a:lnTo>
                    <a:pt x="13426" y="9501"/>
                  </a:lnTo>
                  <a:lnTo>
                    <a:pt x="13499" y="9501"/>
                  </a:lnTo>
                  <a:lnTo>
                    <a:pt x="13572" y="9464"/>
                  </a:lnTo>
                  <a:lnTo>
                    <a:pt x="13646" y="9391"/>
                  </a:lnTo>
                  <a:lnTo>
                    <a:pt x="13646" y="9318"/>
                  </a:lnTo>
                  <a:lnTo>
                    <a:pt x="13682" y="9244"/>
                  </a:lnTo>
                  <a:lnTo>
                    <a:pt x="13646" y="9171"/>
                  </a:lnTo>
                  <a:lnTo>
                    <a:pt x="13609" y="9098"/>
                  </a:lnTo>
                  <a:lnTo>
                    <a:pt x="13536" y="9024"/>
                  </a:lnTo>
                  <a:lnTo>
                    <a:pt x="13426" y="9024"/>
                  </a:lnTo>
                  <a:lnTo>
                    <a:pt x="13059" y="8988"/>
                  </a:lnTo>
                  <a:lnTo>
                    <a:pt x="12655" y="8988"/>
                  </a:lnTo>
                  <a:lnTo>
                    <a:pt x="11885" y="9024"/>
                  </a:lnTo>
                  <a:lnTo>
                    <a:pt x="11812" y="8951"/>
                  </a:lnTo>
                  <a:lnTo>
                    <a:pt x="11738" y="8877"/>
                  </a:lnTo>
                  <a:lnTo>
                    <a:pt x="11518" y="8767"/>
                  </a:lnTo>
                  <a:lnTo>
                    <a:pt x="11445" y="8767"/>
                  </a:lnTo>
                  <a:lnTo>
                    <a:pt x="11335" y="8804"/>
                  </a:lnTo>
                  <a:lnTo>
                    <a:pt x="11225" y="8767"/>
                  </a:lnTo>
                  <a:lnTo>
                    <a:pt x="11078" y="8804"/>
                  </a:lnTo>
                  <a:lnTo>
                    <a:pt x="10638" y="8107"/>
                  </a:lnTo>
                  <a:lnTo>
                    <a:pt x="10271" y="7594"/>
                  </a:lnTo>
                  <a:lnTo>
                    <a:pt x="10088" y="7300"/>
                  </a:lnTo>
                  <a:lnTo>
                    <a:pt x="9904" y="7080"/>
                  </a:lnTo>
                  <a:lnTo>
                    <a:pt x="9977" y="6970"/>
                  </a:lnTo>
                  <a:lnTo>
                    <a:pt x="10051" y="6823"/>
                  </a:lnTo>
                  <a:lnTo>
                    <a:pt x="10088" y="6713"/>
                  </a:lnTo>
                  <a:lnTo>
                    <a:pt x="10124" y="6567"/>
                  </a:lnTo>
                  <a:lnTo>
                    <a:pt x="10088" y="6493"/>
                  </a:lnTo>
                  <a:lnTo>
                    <a:pt x="10051" y="6456"/>
                  </a:lnTo>
                  <a:lnTo>
                    <a:pt x="9941" y="6456"/>
                  </a:lnTo>
                  <a:lnTo>
                    <a:pt x="10124" y="6236"/>
                  </a:lnTo>
                  <a:lnTo>
                    <a:pt x="10308" y="5980"/>
                  </a:lnTo>
                  <a:lnTo>
                    <a:pt x="10638" y="5503"/>
                  </a:lnTo>
                  <a:lnTo>
                    <a:pt x="11005" y="4953"/>
                  </a:lnTo>
                  <a:lnTo>
                    <a:pt x="11078" y="4953"/>
                  </a:lnTo>
                  <a:lnTo>
                    <a:pt x="11151" y="4916"/>
                  </a:lnTo>
                  <a:lnTo>
                    <a:pt x="11225" y="4843"/>
                  </a:lnTo>
                  <a:lnTo>
                    <a:pt x="11298" y="4769"/>
                  </a:lnTo>
                  <a:lnTo>
                    <a:pt x="11518" y="4586"/>
                  </a:lnTo>
                  <a:lnTo>
                    <a:pt x="11591" y="4476"/>
                  </a:lnTo>
                  <a:lnTo>
                    <a:pt x="11665" y="4366"/>
                  </a:lnTo>
                  <a:lnTo>
                    <a:pt x="11702" y="4256"/>
                  </a:lnTo>
                  <a:lnTo>
                    <a:pt x="11702" y="4146"/>
                  </a:lnTo>
                  <a:lnTo>
                    <a:pt x="11665" y="3999"/>
                  </a:lnTo>
                  <a:lnTo>
                    <a:pt x="11591" y="3889"/>
                  </a:lnTo>
                  <a:lnTo>
                    <a:pt x="11518" y="3779"/>
                  </a:lnTo>
                  <a:lnTo>
                    <a:pt x="11408" y="3742"/>
                  </a:lnTo>
                  <a:lnTo>
                    <a:pt x="11298" y="3705"/>
                  </a:lnTo>
                  <a:lnTo>
                    <a:pt x="11151" y="3669"/>
                  </a:lnTo>
                  <a:lnTo>
                    <a:pt x="10931" y="3192"/>
                  </a:lnTo>
                  <a:lnTo>
                    <a:pt x="10674" y="2752"/>
                  </a:lnTo>
                  <a:lnTo>
                    <a:pt x="10344" y="2091"/>
                  </a:lnTo>
                  <a:lnTo>
                    <a:pt x="10124" y="1725"/>
                  </a:lnTo>
                  <a:lnTo>
                    <a:pt x="9904" y="1431"/>
                  </a:lnTo>
                  <a:lnTo>
                    <a:pt x="9941" y="1284"/>
                  </a:lnTo>
                  <a:lnTo>
                    <a:pt x="9941" y="1211"/>
                  </a:lnTo>
                  <a:lnTo>
                    <a:pt x="9977" y="1064"/>
                  </a:lnTo>
                  <a:lnTo>
                    <a:pt x="9941" y="954"/>
                  </a:lnTo>
                  <a:lnTo>
                    <a:pt x="9904" y="844"/>
                  </a:lnTo>
                  <a:lnTo>
                    <a:pt x="9831" y="697"/>
                  </a:lnTo>
                  <a:lnTo>
                    <a:pt x="9721" y="587"/>
                  </a:lnTo>
                  <a:lnTo>
                    <a:pt x="9574" y="514"/>
                  </a:lnTo>
                  <a:lnTo>
                    <a:pt x="9427" y="477"/>
                  </a:lnTo>
                  <a:lnTo>
                    <a:pt x="9244" y="514"/>
                  </a:lnTo>
                  <a:lnTo>
                    <a:pt x="9097" y="551"/>
                  </a:lnTo>
                  <a:lnTo>
                    <a:pt x="8987" y="661"/>
                  </a:lnTo>
                  <a:lnTo>
                    <a:pt x="8914" y="808"/>
                  </a:lnTo>
                  <a:lnTo>
                    <a:pt x="8877" y="954"/>
                  </a:lnTo>
                  <a:lnTo>
                    <a:pt x="8840" y="1028"/>
                  </a:lnTo>
                  <a:lnTo>
                    <a:pt x="7887" y="1101"/>
                  </a:lnTo>
                  <a:lnTo>
                    <a:pt x="7080" y="1174"/>
                  </a:lnTo>
                  <a:lnTo>
                    <a:pt x="6933" y="1174"/>
                  </a:lnTo>
                  <a:lnTo>
                    <a:pt x="6860" y="1064"/>
                  </a:lnTo>
                  <a:lnTo>
                    <a:pt x="6749" y="918"/>
                  </a:lnTo>
                  <a:lnTo>
                    <a:pt x="6713" y="881"/>
                  </a:lnTo>
                  <a:lnTo>
                    <a:pt x="6639" y="808"/>
                  </a:lnTo>
                  <a:lnTo>
                    <a:pt x="6529" y="771"/>
                  </a:lnTo>
                  <a:lnTo>
                    <a:pt x="6456" y="771"/>
                  </a:lnTo>
                  <a:lnTo>
                    <a:pt x="6383" y="808"/>
                  </a:lnTo>
                  <a:lnTo>
                    <a:pt x="5942" y="808"/>
                  </a:lnTo>
                  <a:lnTo>
                    <a:pt x="5686" y="477"/>
                  </a:lnTo>
                  <a:lnTo>
                    <a:pt x="5576" y="294"/>
                  </a:lnTo>
                  <a:lnTo>
                    <a:pt x="5466" y="111"/>
                  </a:lnTo>
                  <a:lnTo>
                    <a:pt x="5429" y="37"/>
                  </a:lnTo>
                  <a:lnTo>
                    <a:pt x="5356" y="1"/>
                  </a:lnTo>
                  <a:lnTo>
                    <a:pt x="5209" y="1"/>
                  </a:lnTo>
                  <a:lnTo>
                    <a:pt x="5025" y="37"/>
                  </a:lnTo>
                  <a:lnTo>
                    <a:pt x="4915" y="1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0" name="Google Shape;308;p5">
              <a:extLst>
                <a:ext uri="{FF2B5EF4-FFF2-40B4-BE49-F238E27FC236}">
                  <a16:creationId xmlns:a16="http://schemas.microsoft.com/office/drawing/2014/main" id="{F7485136-B835-4643-A818-7B99EDC22B64}"/>
                </a:ext>
              </a:extLst>
            </p:cNvPr>
            <p:cNvSpPr/>
            <p:nvPr/>
          </p:nvSpPr>
          <p:spPr>
            <a:xfrm>
              <a:off x="6789450" y="3384325"/>
              <a:ext cx="262300" cy="186175"/>
            </a:xfrm>
            <a:custGeom>
              <a:avLst/>
              <a:gdLst/>
              <a:ahLst/>
              <a:cxnLst/>
              <a:rect l="l" t="t" r="r" b="b"/>
              <a:pathLst>
                <a:path w="10492" h="7447" extrusionOk="0">
                  <a:moveTo>
                    <a:pt x="7300" y="1761"/>
                  </a:moveTo>
                  <a:lnTo>
                    <a:pt x="7117" y="1797"/>
                  </a:lnTo>
                  <a:lnTo>
                    <a:pt x="6897" y="1834"/>
                  </a:lnTo>
                  <a:lnTo>
                    <a:pt x="6713" y="1907"/>
                  </a:lnTo>
                  <a:lnTo>
                    <a:pt x="6530" y="2017"/>
                  </a:lnTo>
                  <a:lnTo>
                    <a:pt x="6383" y="2128"/>
                  </a:lnTo>
                  <a:lnTo>
                    <a:pt x="6273" y="2274"/>
                  </a:lnTo>
                  <a:lnTo>
                    <a:pt x="6200" y="2458"/>
                  </a:lnTo>
                  <a:lnTo>
                    <a:pt x="6200" y="2531"/>
                  </a:lnTo>
                  <a:lnTo>
                    <a:pt x="6237" y="2604"/>
                  </a:lnTo>
                  <a:lnTo>
                    <a:pt x="6310" y="2641"/>
                  </a:lnTo>
                  <a:lnTo>
                    <a:pt x="6383" y="2641"/>
                  </a:lnTo>
                  <a:lnTo>
                    <a:pt x="6530" y="2604"/>
                  </a:lnTo>
                  <a:lnTo>
                    <a:pt x="6640" y="2531"/>
                  </a:lnTo>
                  <a:lnTo>
                    <a:pt x="6860" y="2384"/>
                  </a:lnTo>
                  <a:lnTo>
                    <a:pt x="7007" y="2348"/>
                  </a:lnTo>
                  <a:lnTo>
                    <a:pt x="7154" y="2274"/>
                  </a:lnTo>
                  <a:lnTo>
                    <a:pt x="7484" y="2274"/>
                  </a:lnTo>
                  <a:lnTo>
                    <a:pt x="7667" y="2311"/>
                  </a:lnTo>
                  <a:lnTo>
                    <a:pt x="7851" y="2384"/>
                  </a:lnTo>
                  <a:lnTo>
                    <a:pt x="7924" y="2458"/>
                  </a:lnTo>
                  <a:lnTo>
                    <a:pt x="7961" y="2531"/>
                  </a:lnTo>
                  <a:lnTo>
                    <a:pt x="7997" y="2641"/>
                  </a:lnTo>
                  <a:lnTo>
                    <a:pt x="7997" y="2751"/>
                  </a:lnTo>
                  <a:lnTo>
                    <a:pt x="7961" y="2898"/>
                  </a:lnTo>
                  <a:lnTo>
                    <a:pt x="7887" y="3045"/>
                  </a:lnTo>
                  <a:lnTo>
                    <a:pt x="7667" y="3338"/>
                  </a:lnTo>
                  <a:lnTo>
                    <a:pt x="7190" y="3998"/>
                  </a:lnTo>
                  <a:lnTo>
                    <a:pt x="6713" y="4622"/>
                  </a:lnTo>
                  <a:lnTo>
                    <a:pt x="5686" y="5869"/>
                  </a:lnTo>
                  <a:lnTo>
                    <a:pt x="5613" y="6016"/>
                  </a:lnTo>
                  <a:lnTo>
                    <a:pt x="5650" y="6162"/>
                  </a:lnTo>
                  <a:lnTo>
                    <a:pt x="5686" y="6236"/>
                  </a:lnTo>
                  <a:lnTo>
                    <a:pt x="5723" y="6273"/>
                  </a:lnTo>
                  <a:lnTo>
                    <a:pt x="5796" y="6309"/>
                  </a:lnTo>
                  <a:lnTo>
                    <a:pt x="5870" y="6309"/>
                  </a:lnTo>
                  <a:lnTo>
                    <a:pt x="6567" y="6273"/>
                  </a:lnTo>
                  <a:lnTo>
                    <a:pt x="7264" y="6309"/>
                  </a:lnTo>
                  <a:lnTo>
                    <a:pt x="8034" y="6346"/>
                  </a:lnTo>
                  <a:lnTo>
                    <a:pt x="8401" y="6419"/>
                  </a:lnTo>
                  <a:lnTo>
                    <a:pt x="8547" y="6419"/>
                  </a:lnTo>
                  <a:lnTo>
                    <a:pt x="8731" y="6383"/>
                  </a:lnTo>
                  <a:lnTo>
                    <a:pt x="8841" y="6309"/>
                  </a:lnTo>
                  <a:lnTo>
                    <a:pt x="8878" y="6199"/>
                  </a:lnTo>
                  <a:lnTo>
                    <a:pt x="8878" y="6089"/>
                  </a:lnTo>
                  <a:lnTo>
                    <a:pt x="8768" y="6016"/>
                  </a:lnTo>
                  <a:lnTo>
                    <a:pt x="8658" y="5942"/>
                  </a:lnTo>
                  <a:lnTo>
                    <a:pt x="8474" y="5869"/>
                  </a:lnTo>
                  <a:lnTo>
                    <a:pt x="8107" y="5796"/>
                  </a:lnTo>
                  <a:lnTo>
                    <a:pt x="7410" y="5759"/>
                  </a:lnTo>
                  <a:lnTo>
                    <a:pt x="6457" y="5759"/>
                  </a:lnTo>
                  <a:lnTo>
                    <a:pt x="7557" y="4365"/>
                  </a:lnTo>
                  <a:lnTo>
                    <a:pt x="7851" y="3998"/>
                  </a:lnTo>
                  <a:lnTo>
                    <a:pt x="8144" y="3595"/>
                  </a:lnTo>
                  <a:lnTo>
                    <a:pt x="8291" y="3375"/>
                  </a:lnTo>
                  <a:lnTo>
                    <a:pt x="8401" y="3191"/>
                  </a:lnTo>
                  <a:lnTo>
                    <a:pt x="8474" y="2935"/>
                  </a:lnTo>
                  <a:lnTo>
                    <a:pt x="8511" y="2714"/>
                  </a:lnTo>
                  <a:lnTo>
                    <a:pt x="8511" y="2494"/>
                  </a:lnTo>
                  <a:lnTo>
                    <a:pt x="8437" y="2311"/>
                  </a:lnTo>
                  <a:lnTo>
                    <a:pt x="8327" y="2164"/>
                  </a:lnTo>
                  <a:lnTo>
                    <a:pt x="8217" y="2017"/>
                  </a:lnTo>
                  <a:lnTo>
                    <a:pt x="8071" y="1907"/>
                  </a:lnTo>
                  <a:lnTo>
                    <a:pt x="7887" y="1834"/>
                  </a:lnTo>
                  <a:lnTo>
                    <a:pt x="7667" y="1797"/>
                  </a:lnTo>
                  <a:lnTo>
                    <a:pt x="7484" y="1761"/>
                  </a:lnTo>
                  <a:close/>
                  <a:moveTo>
                    <a:pt x="954" y="0"/>
                  </a:moveTo>
                  <a:lnTo>
                    <a:pt x="771" y="37"/>
                  </a:lnTo>
                  <a:lnTo>
                    <a:pt x="624" y="110"/>
                  </a:lnTo>
                  <a:lnTo>
                    <a:pt x="441" y="183"/>
                  </a:lnTo>
                  <a:lnTo>
                    <a:pt x="294" y="257"/>
                  </a:lnTo>
                  <a:lnTo>
                    <a:pt x="147" y="404"/>
                  </a:lnTo>
                  <a:lnTo>
                    <a:pt x="37" y="514"/>
                  </a:lnTo>
                  <a:lnTo>
                    <a:pt x="1" y="587"/>
                  </a:lnTo>
                  <a:lnTo>
                    <a:pt x="1" y="660"/>
                  </a:lnTo>
                  <a:lnTo>
                    <a:pt x="74" y="770"/>
                  </a:lnTo>
                  <a:lnTo>
                    <a:pt x="184" y="844"/>
                  </a:lnTo>
                  <a:lnTo>
                    <a:pt x="257" y="844"/>
                  </a:lnTo>
                  <a:lnTo>
                    <a:pt x="331" y="807"/>
                  </a:lnTo>
                  <a:lnTo>
                    <a:pt x="661" y="660"/>
                  </a:lnTo>
                  <a:lnTo>
                    <a:pt x="844" y="624"/>
                  </a:lnTo>
                  <a:lnTo>
                    <a:pt x="1028" y="587"/>
                  </a:lnTo>
                  <a:lnTo>
                    <a:pt x="991" y="624"/>
                  </a:lnTo>
                  <a:lnTo>
                    <a:pt x="991" y="844"/>
                  </a:lnTo>
                  <a:lnTo>
                    <a:pt x="991" y="1064"/>
                  </a:lnTo>
                  <a:lnTo>
                    <a:pt x="1101" y="1467"/>
                  </a:lnTo>
                  <a:lnTo>
                    <a:pt x="1358" y="2641"/>
                  </a:lnTo>
                  <a:lnTo>
                    <a:pt x="2312" y="7263"/>
                  </a:lnTo>
                  <a:lnTo>
                    <a:pt x="2348" y="7336"/>
                  </a:lnTo>
                  <a:lnTo>
                    <a:pt x="2422" y="7410"/>
                  </a:lnTo>
                  <a:lnTo>
                    <a:pt x="2495" y="7446"/>
                  </a:lnTo>
                  <a:lnTo>
                    <a:pt x="2678" y="7446"/>
                  </a:lnTo>
                  <a:lnTo>
                    <a:pt x="2752" y="7410"/>
                  </a:lnTo>
                  <a:lnTo>
                    <a:pt x="2825" y="7336"/>
                  </a:lnTo>
                  <a:lnTo>
                    <a:pt x="2862" y="7263"/>
                  </a:lnTo>
                  <a:lnTo>
                    <a:pt x="4072" y="4108"/>
                  </a:lnTo>
                  <a:lnTo>
                    <a:pt x="5246" y="990"/>
                  </a:lnTo>
                  <a:lnTo>
                    <a:pt x="6457" y="917"/>
                  </a:lnTo>
                  <a:lnTo>
                    <a:pt x="7667" y="880"/>
                  </a:lnTo>
                  <a:lnTo>
                    <a:pt x="8988" y="917"/>
                  </a:lnTo>
                  <a:lnTo>
                    <a:pt x="9648" y="990"/>
                  </a:lnTo>
                  <a:lnTo>
                    <a:pt x="9978" y="990"/>
                  </a:lnTo>
                  <a:lnTo>
                    <a:pt x="10308" y="954"/>
                  </a:lnTo>
                  <a:lnTo>
                    <a:pt x="10382" y="917"/>
                  </a:lnTo>
                  <a:lnTo>
                    <a:pt x="10455" y="880"/>
                  </a:lnTo>
                  <a:lnTo>
                    <a:pt x="10492" y="807"/>
                  </a:lnTo>
                  <a:lnTo>
                    <a:pt x="10492" y="734"/>
                  </a:lnTo>
                  <a:lnTo>
                    <a:pt x="10418" y="587"/>
                  </a:lnTo>
                  <a:lnTo>
                    <a:pt x="10382" y="514"/>
                  </a:lnTo>
                  <a:lnTo>
                    <a:pt x="10308" y="477"/>
                  </a:lnTo>
                  <a:lnTo>
                    <a:pt x="10015" y="404"/>
                  </a:lnTo>
                  <a:lnTo>
                    <a:pt x="9721" y="367"/>
                  </a:lnTo>
                  <a:lnTo>
                    <a:pt x="9134" y="330"/>
                  </a:lnTo>
                  <a:lnTo>
                    <a:pt x="7814" y="293"/>
                  </a:lnTo>
                  <a:lnTo>
                    <a:pt x="6420" y="330"/>
                  </a:lnTo>
                  <a:lnTo>
                    <a:pt x="5026" y="404"/>
                  </a:lnTo>
                  <a:lnTo>
                    <a:pt x="4916" y="440"/>
                  </a:lnTo>
                  <a:lnTo>
                    <a:pt x="4843" y="477"/>
                  </a:lnTo>
                  <a:lnTo>
                    <a:pt x="4806" y="550"/>
                  </a:lnTo>
                  <a:lnTo>
                    <a:pt x="4733" y="624"/>
                  </a:lnTo>
                  <a:lnTo>
                    <a:pt x="2678" y="6162"/>
                  </a:lnTo>
                  <a:lnTo>
                    <a:pt x="2128" y="3705"/>
                  </a:lnTo>
                  <a:lnTo>
                    <a:pt x="1725" y="1981"/>
                  </a:lnTo>
                  <a:lnTo>
                    <a:pt x="1541" y="1210"/>
                  </a:lnTo>
                  <a:lnTo>
                    <a:pt x="1468" y="844"/>
                  </a:lnTo>
                  <a:lnTo>
                    <a:pt x="1431" y="660"/>
                  </a:lnTo>
                  <a:lnTo>
                    <a:pt x="1395" y="550"/>
                  </a:lnTo>
                  <a:lnTo>
                    <a:pt x="1431" y="550"/>
                  </a:lnTo>
                  <a:lnTo>
                    <a:pt x="1468" y="514"/>
                  </a:lnTo>
                  <a:lnTo>
                    <a:pt x="1468" y="477"/>
                  </a:lnTo>
                  <a:lnTo>
                    <a:pt x="1505" y="367"/>
                  </a:lnTo>
                  <a:lnTo>
                    <a:pt x="1505" y="220"/>
                  </a:lnTo>
                  <a:lnTo>
                    <a:pt x="1468" y="110"/>
                  </a:lnTo>
                  <a:lnTo>
                    <a:pt x="1395" y="73"/>
                  </a:lnTo>
                  <a:lnTo>
                    <a:pt x="1321" y="37"/>
                  </a:lnTo>
                  <a:lnTo>
                    <a:pt x="1138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1" name="Google Shape;309;p5">
              <a:extLst>
                <a:ext uri="{FF2B5EF4-FFF2-40B4-BE49-F238E27FC236}">
                  <a16:creationId xmlns:a16="http://schemas.microsoft.com/office/drawing/2014/main" id="{C5F0462F-4AE1-4110-90F5-7535A4F81771}"/>
                </a:ext>
              </a:extLst>
            </p:cNvPr>
            <p:cNvSpPr/>
            <p:nvPr/>
          </p:nvSpPr>
          <p:spPr>
            <a:xfrm>
              <a:off x="6950850" y="4617725"/>
              <a:ext cx="254050" cy="162350"/>
            </a:xfrm>
            <a:custGeom>
              <a:avLst/>
              <a:gdLst/>
              <a:ahLst/>
              <a:cxnLst/>
              <a:rect l="l" t="t" r="r" b="b"/>
              <a:pathLst>
                <a:path w="10162" h="6494" extrusionOk="0">
                  <a:moveTo>
                    <a:pt x="8291" y="587"/>
                  </a:moveTo>
                  <a:lnTo>
                    <a:pt x="8291" y="698"/>
                  </a:lnTo>
                  <a:lnTo>
                    <a:pt x="8327" y="771"/>
                  </a:lnTo>
                  <a:lnTo>
                    <a:pt x="8401" y="808"/>
                  </a:lnTo>
                  <a:lnTo>
                    <a:pt x="8474" y="808"/>
                  </a:lnTo>
                  <a:lnTo>
                    <a:pt x="8768" y="771"/>
                  </a:lnTo>
                  <a:lnTo>
                    <a:pt x="8914" y="771"/>
                  </a:lnTo>
                  <a:lnTo>
                    <a:pt x="8988" y="808"/>
                  </a:lnTo>
                  <a:lnTo>
                    <a:pt x="9024" y="844"/>
                  </a:lnTo>
                  <a:lnTo>
                    <a:pt x="9208" y="1101"/>
                  </a:lnTo>
                  <a:lnTo>
                    <a:pt x="9318" y="1321"/>
                  </a:lnTo>
                  <a:lnTo>
                    <a:pt x="9465" y="1615"/>
                  </a:lnTo>
                  <a:lnTo>
                    <a:pt x="9538" y="1871"/>
                  </a:lnTo>
                  <a:lnTo>
                    <a:pt x="9611" y="2165"/>
                  </a:lnTo>
                  <a:lnTo>
                    <a:pt x="9648" y="2458"/>
                  </a:lnTo>
                  <a:lnTo>
                    <a:pt x="9648" y="2715"/>
                  </a:lnTo>
                  <a:lnTo>
                    <a:pt x="9575" y="2972"/>
                  </a:lnTo>
                  <a:lnTo>
                    <a:pt x="9501" y="3229"/>
                  </a:lnTo>
                  <a:lnTo>
                    <a:pt x="9354" y="3485"/>
                  </a:lnTo>
                  <a:lnTo>
                    <a:pt x="9171" y="3669"/>
                  </a:lnTo>
                  <a:lnTo>
                    <a:pt x="8988" y="3852"/>
                  </a:lnTo>
                  <a:lnTo>
                    <a:pt x="8731" y="3962"/>
                  </a:lnTo>
                  <a:lnTo>
                    <a:pt x="8474" y="3999"/>
                  </a:lnTo>
                  <a:lnTo>
                    <a:pt x="8327" y="3999"/>
                  </a:lnTo>
                  <a:lnTo>
                    <a:pt x="8217" y="3925"/>
                  </a:lnTo>
                  <a:lnTo>
                    <a:pt x="8107" y="3852"/>
                  </a:lnTo>
                  <a:lnTo>
                    <a:pt x="7997" y="3742"/>
                  </a:lnTo>
                  <a:lnTo>
                    <a:pt x="7851" y="3485"/>
                  </a:lnTo>
                  <a:lnTo>
                    <a:pt x="7740" y="3229"/>
                  </a:lnTo>
                  <a:lnTo>
                    <a:pt x="7630" y="2935"/>
                  </a:lnTo>
                  <a:lnTo>
                    <a:pt x="7594" y="2605"/>
                  </a:lnTo>
                  <a:lnTo>
                    <a:pt x="7557" y="2311"/>
                  </a:lnTo>
                  <a:lnTo>
                    <a:pt x="7594" y="1981"/>
                  </a:lnTo>
                  <a:lnTo>
                    <a:pt x="7630" y="1578"/>
                  </a:lnTo>
                  <a:lnTo>
                    <a:pt x="7777" y="1211"/>
                  </a:lnTo>
                  <a:lnTo>
                    <a:pt x="7887" y="1028"/>
                  </a:lnTo>
                  <a:lnTo>
                    <a:pt x="7997" y="844"/>
                  </a:lnTo>
                  <a:lnTo>
                    <a:pt x="8107" y="698"/>
                  </a:lnTo>
                  <a:lnTo>
                    <a:pt x="8291" y="587"/>
                  </a:lnTo>
                  <a:close/>
                  <a:moveTo>
                    <a:pt x="8401" y="147"/>
                  </a:moveTo>
                  <a:lnTo>
                    <a:pt x="8181" y="221"/>
                  </a:lnTo>
                  <a:lnTo>
                    <a:pt x="7961" y="294"/>
                  </a:lnTo>
                  <a:lnTo>
                    <a:pt x="7814" y="404"/>
                  </a:lnTo>
                  <a:lnTo>
                    <a:pt x="7667" y="551"/>
                  </a:lnTo>
                  <a:lnTo>
                    <a:pt x="7520" y="698"/>
                  </a:lnTo>
                  <a:lnTo>
                    <a:pt x="7410" y="881"/>
                  </a:lnTo>
                  <a:lnTo>
                    <a:pt x="7264" y="1284"/>
                  </a:lnTo>
                  <a:lnTo>
                    <a:pt x="7154" y="1688"/>
                  </a:lnTo>
                  <a:lnTo>
                    <a:pt x="7117" y="2055"/>
                  </a:lnTo>
                  <a:lnTo>
                    <a:pt x="7080" y="2458"/>
                  </a:lnTo>
                  <a:lnTo>
                    <a:pt x="7154" y="2935"/>
                  </a:lnTo>
                  <a:lnTo>
                    <a:pt x="7264" y="3375"/>
                  </a:lnTo>
                  <a:lnTo>
                    <a:pt x="7410" y="3779"/>
                  </a:lnTo>
                  <a:lnTo>
                    <a:pt x="7520" y="3962"/>
                  </a:lnTo>
                  <a:lnTo>
                    <a:pt x="7667" y="4146"/>
                  </a:lnTo>
                  <a:lnTo>
                    <a:pt x="7814" y="4292"/>
                  </a:lnTo>
                  <a:lnTo>
                    <a:pt x="7961" y="4402"/>
                  </a:lnTo>
                  <a:lnTo>
                    <a:pt x="8144" y="4476"/>
                  </a:lnTo>
                  <a:lnTo>
                    <a:pt x="8364" y="4512"/>
                  </a:lnTo>
                  <a:lnTo>
                    <a:pt x="8584" y="4512"/>
                  </a:lnTo>
                  <a:lnTo>
                    <a:pt x="8768" y="4476"/>
                  </a:lnTo>
                  <a:lnTo>
                    <a:pt x="8988" y="4439"/>
                  </a:lnTo>
                  <a:lnTo>
                    <a:pt x="9134" y="4366"/>
                  </a:lnTo>
                  <a:lnTo>
                    <a:pt x="9318" y="4256"/>
                  </a:lnTo>
                  <a:lnTo>
                    <a:pt x="9465" y="4146"/>
                  </a:lnTo>
                  <a:lnTo>
                    <a:pt x="9721" y="3852"/>
                  </a:lnTo>
                  <a:lnTo>
                    <a:pt x="9905" y="3522"/>
                  </a:lnTo>
                  <a:lnTo>
                    <a:pt x="10051" y="3118"/>
                  </a:lnTo>
                  <a:lnTo>
                    <a:pt x="10161" y="2752"/>
                  </a:lnTo>
                  <a:lnTo>
                    <a:pt x="10161" y="2348"/>
                  </a:lnTo>
                  <a:lnTo>
                    <a:pt x="10125" y="2091"/>
                  </a:lnTo>
                  <a:lnTo>
                    <a:pt x="10051" y="1761"/>
                  </a:lnTo>
                  <a:lnTo>
                    <a:pt x="9941" y="1394"/>
                  </a:lnTo>
                  <a:lnTo>
                    <a:pt x="9758" y="1064"/>
                  </a:lnTo>
                  <a:lnTo>
                    <a:pt x="9575" y="734"/>
                  </a:lnTo>
                  <a:lnTo>
                    <a:pt x="9354" y="441"/>
                  </a:lnTo>
                  <a:lnTo>
                    <a:pt x="9244" y="331"/>
                  </a:lnTo>
                  <a:lnTo>
                    <a:pt x="9098" y="257"/>
                  </a:lnTo>
                  <a:lnTo>
                    <a:pt x="8988" y="221"/>
                  </a:lnTo>
                  <a:lnTo>
                    <a:pt x="8841" y="184"/>
                  </a:lnTo>
                  <a:lnTo>
                    <a:pt x="8621" y="147"/>
                  </a:lnTo>
                  <a:close/>
                  <a:moveTo>
                    <a:pt x="3999" y="1"/>
                  </a:moveTo>
                  <a:lnTo>
                    <a:pt x="3926" y="37"/>
                  </a:lnTo>
                  <a:lnTo>
                    <a:pt x="3852" y="111"/>
                  </a:lnTo>
                  <a:lnTo>
                    <a:pt x="3816" y="404"/>
                  </a:lnTo>
                  <a:lnTo>
                    <a:pt x="3779" y="734"/>
                  </a:lnTo>
                  <a:lnTo>
                    <a:pt x="3705" y="1321"/>
                  </a:lnTo>
                  <a:lnTo>
                    <a:pt x="3632" y="2458"/>
                  </a:lnTo>
                  <a:lnTo>
                    <a:pt x="2898" y="2385"/>
                  </a:lnTo>
                  <a:lnTo>
                    <a:pt x="2128" y="2385"/>
                  </a:lnTo>
                  <a:lnTo>
                    <a:pt x="1395" y="2422"/>
                  </a:lnTo>
                  <a:lnTo>
                    <a:pt x="1028" y="2495"/>
                  </a:lnTo>
                  <a:lnTo>
                    <a:pt x="661" y="2568"/>
                  </a:lnTo>
                  <a:lnTo>
                    <a:pt x="661" y="2495"/>
                  </a:lnTo>
                  <a:lnTo>
                    <a:pt x="588" y="2458"/>
                  </a:lnTo>
                  <a:lnTo>
                    <a:pt x="551" y="2495"/>
                  </a:lnTo>
                  <a:lnTo>
                    <a:pt x="478" y="1651"/>
                  </a:lnTo>
                  <a:lnTo>
                    <a:pt x="441" y="918"/>
                  </a:lnTo>
                  <a:lnTo>
                    <a:pt x="404" y="551"/>
                  </a:lnTo>
                  <a:lnTo>
                    <a:pt x="367" y="184"/>
                  </a:lnTo>
                  <a:lnTo>
                    <a:pt x="331" y="111"/>
                  </a:lnTo>
                  <a:lnTo>
                    <a:pt x="147" y="111"/>
                  </a:lnTo>
                  <a:lnTo>
                    <a:pt x="111" y="184"/>
                  </a:lnTo>
                  <a:lnTo>
                    <a:pt x="37" y="514"/>
                  </a:lnTo>
                  <a:lnTo>
                    <a:pt x="1" y="881"/>
                  </a:lnTo>
                  <a:lnTo>
                    <a:pt x="1" y="1578"/>
                  </a:lnTo>
                  <a:lnTo>
                    <a:pt x="37" y="2275"/>
                  </a:lnTo>
                  <a:lnTo>
                    <a:pt x="111" y="2972"/>
                  </a:lnTo>
                  <a:lnTo>
                    <a:pt x="184" y="3632"/>
                  </a:lnTo>
                  <a:lnTo>
                    <a:pt x="294" y="4329"/>
                  </a:lnTo>
                  <a:lnTo>
                    <a:pt x="404" y="4989"/>
                  </a:lnTo>
                  <a:lnTo>
                    <a:pt x="478" y="5356"/>
                  </a:lnTo>
                  <a:lnTo>
                    <a:pt x="551" y="5503"/>
                  </a:lnTo>
                  <a:lnTo>
                    <a:pt x="588" y="5650"/>
                  </a:lnTo>
                  <a:lnTo>
                    <a:pt x="551" y="5723"/>
                  </a:lnTo>
                  <a:lnTo>
                    <a:pt x="588" y="5833"/>
                  </a:lnTo>
                  <a:lnTo>
                    <a:pt x="661" y="5906"/>
                  </a:lnTo>
                  <a:lnTo>
                    <a:pt x="734" y="5943"/>
                  </a:lnTo>
                  <a:lnTo>
                    <a:pt x="881" y="5943"/>
                  </a:lnTo>
                  <a:lnTo>
                    <a:pt x="954" y="5906"/>
                  </a:lnTo>
                  <a:lnTo>
                    <a:pt x="1028" y="5833"/>
                  </a:lnTo>
                  <a:lnTo>
                    <a:pt x="1064" y="5760"/>
                  </a:lnTo>
                  <a:lnTo>
                    <a:pt x="1064" y="5650"/>
                  </a:lnTo>
                  <a:lnTo>
                    <a:pt x="1064" y="5466"/>
                  </a:lnTo>
                  <a:lnTo>
                    <a:pt x="881" y="4696"/>
                  </a:lnTo>
                  <a:lnTo>
                    <a:pt x="734" y="3889"/>
                  </a:lnTo>
                  <a:lnTo>
                    <a:pt x="624" y="3082"/>
                  </a:lnTo>
                  <a:lnTo>
                    <a:pt x="588" y="2935"/>
                  </a:lnTo>
                  <a:lnTo>
                    <a:pt x="991" y="2972"/>
                  </a:lnTo>
                  <a:lnTo>
                    <a:pt x="1358" y="2935"/>
                  </a:lnTo>
                  <a:lnTo>
                    <a:pt x="2128" y="2898"/>
                  </a:lnTo>
                  <a:lnTo>
                    <a:pt x="2862" y="2898"/>
                  </a:lnTo>
                  <a:lnTo>
                    <a:pt x="3632" y="2972"/>
                  </a:lnTo>
                  <a:lnTo>
                    <a:pt x="3559" y="4256"/>
                  </a:lnTo>
                  <a:lnTo>
                    <a:pt x="3485" y="4843"/>
                  </a:lnTo>
                  <a:lnTo>
                    <a:pt x="3485" y="4989"/>
                  </a:lnTo>
                  <a:lnTo>
                    <a:pt x="3522" y="5173"/>
                  </a:lnTo>
                  <a:lnTo>
                    <a:pt x="3559" y="5283"/>
                  </a:lnTo>
                  <a:lnTo>
                    <a:pt x="3632" y="5393"/>
                  </a:lnTo>
                  <a:lnTo>
                    <a:pt x="3669" y="5429"/>
                  </a:lnTo>
                  <a:lnTo>
                    <a:pt x="3742" y="5466"/>
                  </a:lnTo>
                  <a:lnTo>
                    <a:pt x="3852" y="5393"/>
                  </a:lnTo>
                  <a:lnTo>
                    <a:pt x="3926" y="5319"/>
                  </a:lnTo>
                  <a:lnTo>
                    <a:pt x="3999" y="5209"/>
                  </a:lnTo>
                  <a:lnTo>
                    <a:pt x="4036" y="4916"/>
                  </a:lnTo>
                  <a:lnTo>
                    <a:pt x="4036" y="4366"/>
                  </a:lnTo>
                  <a:lnTo>
                    <a:pt x="4109" y="2935"/>
                  </a:lnTo>
                  <a:lnTo>
                    <a:pt x="4146" y="1468"/>
                  </a:lnTo>
                  <a:lnTo>
                    <a:pt x="4182" y="771"/>
                  </a:lnTo>
                  <a:lnTo>
                    <a:pt x="4182" y="441"/>
                  </a:lnTo>
                  <a:lnTo>
                    <a:pt x="4146" y="111"/>
                  </a:lnTo>
                  <a:lnTo>
                    <a:pt x="4072" y="37"/>
                  </a:lnTo>
                  <a:lnTo>
                    <a:pt x="3999" y="1"/>
                  </a:lnTo>
                  <a:close/>
                  <a:moveTo>
                    <a:pt x="5503" y="3779"/>
                  </a:moveTo>
                  <a:lnTo>
                    <a:pt x="5246" y="3815"/>
                  </a:lnTo>
                  <a:lnTo>
                    <a:pt x="5026" y="3925"/>
                  </a:lnTo>
                  <a:lnTo>
                    <a:pt x="4879" y="3999"/>
                  </a:lnTo>
                  <a:lnTo>
                    <a:pt x="4806" y="4109"/>
                  </a:lnTo>
                  <a:lnTo>
                    <a:pt x="4806" y="4146"/>
                  </a:lnTo>
                  <a:lnTo>
                    <a:pt x="4843" y="4182"/>
                  </a:lnTo>
                  <a:lnTo>
                    <a:pt x="4916" y="4256"/>
                  </a:lnTo>
                  <a:lnTo>
                    <a:pt x="5246" y="4256"/>
                  </a:lnTo>
                  <a:lnTo>
                    <a:pt x="5723" y="4219"/>
                  </a:lnTo>
                  <a:lnTo>
                    <a:pt x="5723" y="4219"/>
                  </a:lnTo>
                  <a:lnTo>
                    <a:pt x="5686" y="4329"/>
                  </a:lnTo>
                  <a:lnTo>
                    <a:pt x="5576" y="4439"/>
                  </a:lnTo>
                  <a:lnTo>
                    <a:pt x="5393" y="4622"/>
                  </a:lnTo>
                  <a:lnTo>
                    <a:pt x="5026" y="5099"/>
                  </a:lnTo>
                  <a:lnTo>
                    <a:pt x="4659" y="5613"/>
                  </a:lnTo>
                  <a:lnTo>
                    <a:pt x="4366" y="6126"/>
                  </a:lnTo>
                  <a:lnTo>
                    <a:pt x="4329" y="6273"/>
                  </a:lnTo>
                  <a:lnTo>
                    <a:pt x="4366" y="6420"/>
                  </a:lnTo>
                  <a:lnTo>
                    <a:pt x="4476" y="6493"/>
                  </a:lnTo>
                  <a:lnTo>
                    <a:pt x="4623" y="6493"/>
                  </a:lnTo>
                  <a:lnTo>
                    <a:pt x="6310" y="6126"/>
                  </a:lnTo>
                  <a:lnTo>
                    <a:pt x="6383" y="6090"/>
                  </a:lnTo>
                  <a:lnTo>
                    <a:pt x="6457" y="6016"/>
                  </a:lnTo>
                  <a:lnTo>
                    <a:pt x="6493" y="5943"/>
                  </a:lnTo>
                  <a:lnTo>
                    <a:pt x="6457" y="5833"/>
                  </a:lnTo>
                  <a:lnTo>
                    <a:pt x="6420" y="5760"/>
                  </a:lnTo>
                  <a:lnTo>
                    <a:pt x="6383" y="5686"/>
                  </a:lnTo>
                  <a:lnTo>
                    <a:pt x="6273" y="5650"/>
                  </a:lnTo>
                  <a:lnTo>
                    <a:pt x="6163" y="5650"/>
                  </a:lnTo>
                  <a:lnTo>
                    <a:pt x="5026" y="5906"/>
                  </a:lnTo>
                  <a:lnTo>
                    <a:pt x="5319" y="5466"/>
                  </a:lnTo>
                  <a:lnTo>
                    <a:pt x="5650" y="5063"/>
                  </a:lnTo>
                  <a:lnTo>
                    <a:pt x="5870" y="4806"/>
                  </a:lnTo>
                  <a:lnTo>
                    <a:pt x="6053" y="4549"/>
                  </a:lnTo>
                  <a:lnTo>
                    <a:pt x="6126" y="4402"/>
                  </a:lnTo>
                  <a:lnTo>
                    <a:pt x="6200" y="4256"/>
                  </a:lnTo>
                  <a:lnTo>
                    <a:pt x="6200" y="4109"/>
                  </a:lnTo>
                  <a:lnTo>
                    <a:pt x="6200" y="3925"/>
                  </a:lnTo>
                  <a:lnTo>
                    <a:pt x="6163" y="3889"/>
                  </a:lnTo>
                  <a:lnTo>
                    <a:pt x="6126" y="3815"/>
                  </a:lnTo>
                  <a:lnTo>
                    <a:pt x="5980" y="3779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2" name="Google Shape;310;p5">
              <a:extLst>
                <a:ext uri="{FF2B5EF4-FFF2-40B4-BE49-F238E27FC236}">
                  <a16:creationId xmlns:a16="http://schemas.microsoft.com/office/drawing/2014/main" id="{69A3D96D-6CC8-4FAB-A700-BEACB154D044}"/>
                </a:ext>
              </a:extLst>
            </p:cNvPr>
            <p:cNvSpPr/>
            <p:nvPr/>
          </p:nvSpPr>
          <p:spPr>
            <a:xfrm>
              <a:off x="6051225" y="1090800"/>
              <a:ext cx="285225" cy="283400"/>
            </a:xfrm>
            <a:custGeom>
              <a:avLst/>
              <a:gdLst/>
              <a:ahLst/>
              <a:cxnLst/>
              <a:rect l="l" t="t" r="r" b="b"/>
              <a:pathLst>
                <a:path w="11409" h="11336" extrusionOk="0">
                  <a:moveTo>
                    <a:pt x="5173" y="4219"/>
                  </a:moveTo>
                  <a:lnTo>
                    <a:pt x="5136" y="4256"/>
                  </a:lnTo>
                  <a:lnTo>
                    <a:pt x="5100" y="4292"/>
                  </a:lnTo>
                  <a:lnTo>
                    <a:pt x="4990" y="4366"/>
                  </a:lnTo>
                  <a:lnTo>
                    <a:pt x="4916" y="4476"/>
                  </a:lnTo>
                  <a:lnTo>
                    <a:pt x="4916" y="4512"/>
                  </a:lnTo>
                  <a:lnTo>
                    <a:pt x="4843" y="4659"/>
                  </a:lnTo>
                  <a:lnTo>
                    <a:pt x="4843" y="4769"/>
                  </a:lnTo>
                  <a:lnTo>
                    <a:pt x="4880" y="4843"/>
                  </a:lnTo>
                  <a:lnTo>
                    <a:pt x="4990" y="4916"/>
                  </a:lnTo>
                  <a:lnTo>
                    <a:pt x="5100" y="4989"/>
                  </a:lnTo>
                  <a:lnTo>
                    <a:pt x="5283" y="4989"/>
                  </a:lnTo>
                  <a:lnTo>
                    <a:pt x="5430" y="4916"/>
                  </a:lnTo>
                  <a:lnTo>
                    <a:pt x="5540" y="4769"/>
                  </a:lnTo>
                  <a:lnTo>
                    <a:pt x="5577" y="4696"/>
                  </a:lnTo>
                  <a:lnTo>
                    <a:pt x="5613" y="4623"/>
                  </a:lnTo>
                  <a:lnTo>
                    <a:pt x="5577" y="4549"/>
                  </a:lnTo>
                  <a:lnTo>
                    <a:pt x="5577" y="4476"/>
                  </a:lnTo>
                  <a:lnTo>
                    <a:pt x="5430" y="4402"/>
                  </a:lnTo>
                  <a:lnTo>
                    <a:pt x="5320" y="4366"/>
                  </a:lnTo>
                  <a:lnTo>
                    <a:pt x="5320" y="4292"/>
                  </a:lnTo>
                  <a:lnTo>
                    <a:pt x="5246" y="4256"/>
                  </a:lnTo>
                  <a:lnTo>
                    <a:pt x="5173" y="4219"/>
                  </a:lnTo>
                  <a:close/>
                  <a:moveTo>
                    <a:pt x="5980" y="6016"/>
                  </a:moveTo>
                  <a:lnTo>
                    <a:pt x="6017" y="6053"/>
                  </a:lnTo>
                  <a:lnTo>
                    <a:pt x="6053" y="6126"/>
                  </a:lnTo>
                  <a:lnTo>
                    <a:pt x="6053" y="6200"/>
                  </a:lnTo>
                  <a:lnTo>
                    <a:pt x="5907" y="6237"/>
                  </a:lnTo>
                  <a:lnTo>
                    <a:pt x="5943" y="6090"/>
                  </a:lnTo>
                  <a:lnTo>
                    <a:pt x="5980" y="6016"/>
                  </a:lnTo>
                  <a:close/>
                  <a:moveTo>
                    <a:pt x="5833" y="5613"/>
                  </a:moveTo>
                  <a:lnTo>
                    <a:pt x="5723" y="5650"/>
                  </a:lnTo>
                  <a:lnTo>
                    <a:pt x="5650" y="5723"/>
                  </a:lnTo>
                  <a:lnTo>
                    <a:pt x="5613" y="5796"/>
                  </a:lnTo>
                  <a:lnTo>
                    <a:pt x="5613" y="5870"/>
                  </a:lnTo>
                  <a:lnTo>
                    <a:pt x="5687" y="5943"/>
                  </a:lnTo>
                  <a:lnTo>
                    <a:pt x="5577" y="6163"/>
                  </a:lnTo>
                  <a:lnTo>
                    <a:pt x="5540" y="6420"/>
                  </a:lnTo>
                  <a:lnTo>
                    <a:pt x="5577" y="6530"/>
                  </a:lnTo>
                  <a:lnTo>
                    <a:pt x="5687" y="6567"/>
                  </a:lnTo>
                  <a:lnTo>
                    <a:pt x="5833" y="6603"/>
                  </a:lnTo>
                  <a:lnTo>
                    <a:pt x="5980" y="6603"/>
                  </a:lnTo>
                  <a:lnTo>
                    <a:pt x="6090" y="6567"/>
                  </a:lnTo>
                  <a:lnTo>
                    <a:pt x="6237" y="6530"/>
                  </a:lnTo>
                  <a:lnTo>
                    <a:pt x="6347" y="6457"/>
                  </a:lnTo>
                  <a:lnTo>
                    <a:pt x="6420" y="6347"/>
                  </a:lnTo>
                  <a:lnTo>
                    <a:pt x="6457" y="6200"/>
                  </a:lnTo>
                  <a:lnTo>
                    <a:pt x="6457" y="6053"/>
                  </a:lnTo>
                  <a:lnTo>
                    <a:pt x="6420" y="5943"/>
                  </a:lnTo>
                  <a:lnTo>
                    <a:pt x="6347" y="5833"/>
                  </a:lnTo>
                  <a:lnTo>
                    <a:pt x="6274" y="5760"/>
                  </a:lnTo>
                  <a:lnTo>
                    <a:pt x="6163" y="5686"/>
                  </a:lnTo>
                  <a:lnTo>
                    <a:pt x="6053" y="5650"/>
                  </a:lnTo>
                  <a:lnTo>
                    <a:pt x="5943" y="5613"/>
                  </a:lnTo>
                  <a:close/>
                  <a:moveTo>
                    <a:pt x="3926" y="441"/>
                  </a:moveTo>
                  <a:lnTo>
                    <a:pt x="4623" y="478"/>
                  </a:lnTo>
                  <a:lnTo>
                    <a:pt x="5356" y="478"/>
                  </a:lnTo>
                  <a:lnTo>
                    <a:pt x="6824" y="551"/>
                  </a:lnTo>
                  <a:lnTo>
                    <a:pt x="7631" y="551"/>
                  </a:lnTo>
                  <a:lnTo>
                    <a:pt x="7704" y="734"/>
                  </a:lnTo>
                  <a:lnTo>
                    <a:pt x="7777" y="1064"/>
                  </a:lnTo>
                  <a:lnTo>
                    <a:pt x="7521" y="1174"/>
                  </a:lnTo>
                  <a:lnTo>
                    <a:pt x="7191" y="1211"/>
                  </a:lnTo>
                  <a:lnTo>
                    <a:pt x="7044" y="1211"/>
                  </a:lnTo>
                  <a:lnTo>
                    <a:pt x="6860" y="1174"/>
                  </a:lnTo>
                  <a:lnTo>
                    <a:pt x="6714" y="1174"/>
                  </a:lnTo>
                  <a:lnTo>
                    <a:pt x="6530" y="1211"/>
                  </a:lnTo>
                  <a:lnTo>
                    <a:pt x="6494" y="1248"/>
                  </a:lnTo>
                  <a:lnTo>
                    <a:pt x="6457" y="1321"/>
                  </a:lnTo>
                  <a:lnTo>
                    <a:pt x="6420" y="1395"/>
                  </a:lnTo>
                  <a:lnTo>
                    <a:pt x="6457" y="1468"/>
                  </a:lnTo>
                  <a:lnTo>
                    <a:pt x="6457" y="1505"/>
                  </a:lnTo>
                  <a:lnTo>
                    <a:pt x="6494" y="1578"/>
                  </a:lnTo>
                  <a:lnTo>
                    <a:pt x="6567" y="1651"/>
                  </a:lnTo>
                  <a:lnTo>
                    <a:pt x="6567" y="1871"/>
                  </a:lnTo>
                  <a:lnTo>
                    <a:pt x="6567" y="2092"/>
                  </a:lnTo>
                  <a:lnTo>
                    <a:pt x="6640" y="2642"/>
                  </a:lnTo>
                  <a:lnTo>
                    <a:pt x="6677" y="3192"/>
                  </a:lnTo>
                  <a:lnTo>
                    <a:pt x="6714" y="3632"/>
                  </a:lnTo>
                  <a:lnTo>
                    <a:pt x="6714" y="4072"/>
                  </a:lnTo>
                  <a:lnTo>
                    <a:pt x="6677" y="4586"/>
                  </a:lnTo>
                  <a:lnTo>
                    <a:pt x="6640" y="4843"/>
                  </a:lnTo>
                  <a:lnTo>
                    <a:pt x="6640" y="5099"/>
                  </a:lnTo>
                  <a:lnTo>
                    <a:pt x="6677" y="5246"/>
                  </a:lnTo>
                  <a:lnTo>
                    <a:pt x="6640" y="5319"/>
                  </a:lnTo>
                  <a:lnTo>
                    <a:pt x="6640" y="5393"/>
                  </a:lnTo>
                  <a:lnTo>
                    <a:pt x="6640" y="5466"/>
                  </a:lnTo>
                  <a:lnTo>
                    <a:pt x="6714" y="5540"/>
                  </a:lnTo>
                  <a:lnTo>
                    <a:pt x="7117" y="5796"/>
                  </a:lnTo>
                  <a:lnTo>
                    <a:pt x="7484" y="6016"/>
                  </a:lnTo>
                  <a:lnTo>
                    <a:pt x="7851" y="6310"/>
                  </a:lnTo>
                  <a:lnTo>
                    <a:pt x="8218" y="6640"/>
                  </a:lnTo>
                  <a:lnTo>
                    <a:pt x="8915" y="7300"/>
                  </a:lnTo>
                  <a:lnTo>
                    <a:pt x="8621" y="7337"/>
                  </a:lnTo>
                  <a:lnTo>
                    <a:pt x="8328" y="7300"/>
                  </a:lnTo>
                  <a:lnTo>
                    <a:pt x="8108" y="7227"/>
                  </a:lnTo>
                  <a:lnTo>
                    <a:pt x="7887" y="7154"/>
                  </a:lnTo>
                  <a:lnTo>
                    <a:pt x="7484" y="6933"/>
                  </a:lnTo>
                  <a:lnTo>
                    <a:pt x="7117" y="6823"/>
                  </a:lnTo>
                  <a:lnTo>
                    <a:pt x="6750" y="6787"/>
                  </a:lnTo>
                  <a:lnTo>
                    <a:pt x="6384" y="6823"/>
                  </a:lnTo>
                  <a:lnTo>
                    <a:pt x="5980" y="6933"/>
                  </a:lnTo>
                  <a:lnTo>
                    <a:pt x="5577" y="7044"/>
                  </a:lnTo>
                  <a:lnTo>
                    <a:pt x="5210" y="7227"/>
                  </a:lnTo>
                  <a:lnTo>
                    <a:pt x="4843" y="7374"/>
                  </a:lnTo>
                  <a:lnTo>
                    <a:pt x="4439" y="7520"/>
                  </a:lnTo>
                  <a:lnTo>
                    <a:pt x="4109" y="7557"/>
                  </a:lnTo>
                  <a:lnTo>
                    <a:pt x="3816" y="7594"/>
                  </a:lnTo>
                  <a:lnTo>
                    <a:pt x="3889" y="7557"/>
                  </a:lnTo>
                  <a:lnTo>
                    <a:pt x="3926" y="7484"/>
                  </a:lnTo>
                  <a:lnTo>
                    <a:pt x="3926" y="7374"/>
                  </a:lnTo>
                  <a:lnTo>
                    <a:pt x="3926" y="7300"/>
                  </a:lnTo>
                  <a:lnTo>
                    <a:pt x="3889" y="7227"/>
                  </a:lnTo>
                  <a:lnTo>
                    <a:pt x="3816" y="7190"/>
                  </a:lnTo>
                  <a:lnTo>
                    <a:pt x="2789" y="7190"/>
                  </a:lnTo>
                  <a:lnTo>
                    <a:pt x="2935" y="7044"/>
                  </a:lnTo>
                  <a:lnTo>
                    <a:pt x="3266" y="6677"/>
                  </a:lnTo>
                  <a:lnTo>
                    <a:pt x="3559" y="6713"/>
                  </a:lnTo>
                  <a:lnTo>
                    <a:pt x="3853" y="6713"/>
                  </a:lnTo>
                  <a:lnTo>
                    <a:pt x="4403" y="6677"/>
                  </a:lnTo>
                  <a:lnTo>
                    <a:pt x="4549" y="6640"/>
                  </a:lnTo>
                  <a:lnTo>
                    <a:pt x="4623" y="6530"/>
                  </a:lnTo>
                  <a:lnTo>
                    <a:pt x="4623" y="6457"/>
                  </a:lnTo>
                  <a:lnTo>
                    <a:pt x="4586" y="6383"/>
                  </a:lnTo>
                  <a:lnTo>
                    <a:pt x="4513" y="6310"/>
                  </a:lnTo>
                  <a:lnTo>
                    <a:pt x="4403" y="6273"/>
                  </a:lnTo>
                  <a:lnTo>
                    <a:pt x="3669" y="6273"/>
                  </a:lnTo>
                  <a:lnTo>
                    <a:pt x="3926" y="6016"/>
                  </a:lnTo>
                  <a:lnTo>
                    <a:pt x="4183" y="5723"/>
                  </a:lnTo>
                  <a:lnTo>
                    <a:pt x="4293" y="5723"/>
                  </a:lnTo>
                  <a:lnTo>
                    <a:pt x="4366" y="5686"/>
                  </a:lnTo>
                  <a:lnTo>
                    <a:pt x="4439" y="5576"/>
                  </a:lnTo>
                  <a:lnTo>
                    <a:pt x="4476" y="5466"/>
                  </a:lnTo>
                  <a:lnTo>
                    <a:pt x="4403" y="3449"/>
                  </a:lnTo>
                  <a:lnTo>
                    <a:pt x="4366" y="2495"/>
                  </a:lnTo>
                  <a:lnTo>
                    <a:pt x="4329" y="2018"/>
                  </a:lnTo>
                  <a:lnTo>
                    <a:pt x="4293" y="1541"/>
                  </a:lnTo>
                  <a:lnTo>
                    <a:pt x="4256" y="1431"/>
                  </a:lnTo>
                  <a:lnTo>
                    <a:pt x="4549" y="1505"/>
                  </a:lnTo>
                  <a:lnTo>
                    <a:pt x="4953" y="1578"/>
                  </a:lnTo>
                  <a:lnTo>
                    <a:pt x="5173" y="1578"/>
                  </a:lnTo>
                  <a:lnTo>
                    <a:pt x="5356" y="1505"/>
                  </a:lnTo>
                  <a:lnTo>
                    <a:pt x="5393" y="1468"/>
                  </a:lnTo>
                  <a:lnTo>
                    <a:pt x="5430" y="1431"/>
                  </a:lnTo>
                  <a:lnTo>
                    <a:pt x="5430" y="1358"/>
                  </a:lnTo>
                  <a:lnTo>
                    <a:pt x="5393" y="1321"/>
                  </a:lnTo>
                  <a:lnTo>
                    <a:pt x="5246" y="1211"/>
                  </a:lnTo>
                  <a:lnTo>
                    <a:pt x="5063" y="1174"/>
                  </a:lnTo>
                  <a:lnTo>
                    <a:pt x="4733" y="1138"/>
                  </a:lnTo>
                  <a:lnTo>
                    <a:pt x="4219" y="1064"/>
                  </a:lnTo>
                  <a:lnTo>
                    <a:pt x="4183" y="1028"/>
                  </a:lnTo>
                  <a:lnTo>
                    <a:pt x="4146" y="991"/>
                  </a:lnTo>
                  <a:lnTo>
                    <a:pt x="3999" y="991"/>
                  </a:lnTo>
                  <a:lnTo>
                    <a:pt x="3853" y="1028"/>
                  </a:lnTo>
                  <a:lnTo>
                    <a:pt x="3706" y="1064"/>
                  </a:lnTo>
                  <a:lnTo>
                    <a:pt x="3596" y="1064"/>
                  </a:lnTo>
                  <a:lnTo>
                    <a:pt x="3522" y="1028"/>
                  </a:lnTo>
                  <a:lnTo>
                    <a:pt x="3486" y="991"/>
                  </a:lnTo>
                  <a:lnTo>
                    <a:pt x="3412" y="881"/>
                  </a:lnTo>
                  <a:lnTo>
                    <a:pt x="3412" y="771"/>
                  </a:lnTo>
                  <a:lnTo>
                    <a:pt x="3412" y="698"/>
                  </a:lnTo>
                  <a:lnTo>
                    <a:pt x="3486" y="624"/>
                  </a:lnTo>
                  <a:lnTo>
                    <a:pt x="3559" y="551"/>
                  </a:lnTo>
                  <a:lnTo>
                    <a:pt x="3742" y="478"/>
                  </a:lnTo>
                  <a:lnTo>
                    <a:pt x="3926" y="441"/>
                  </a:lnTo>
                  <a:close/>
                  <a:moveTo>
                    <a:pt x="6090" y="8071"/>
                  </a:moveTo>
                  <a:lnTo>
                    <a:pt x="6127" y="8144"/>
                  </a:lnTo>
                  <a:lnTo>
                    <a:pt x="6127" y="8217"/>
                  </a:lnTo>
                  <a:lnTo>
                    <a:pt x="6090" y="8291"/>
                  </a:lnTo>
                  <a:lnTo>
                    <a:pt x="6053" y="8364"/>
                  </a:lnTo>
                  <a:lnTo>
                    <a:pt x="5980" y="8401"/>
                  </a:lnTo>
                  <a:lnTo>
                    <a:pt x="5907" y="8401"/>
                  </a:lnTo>
                  <a:lnTo>
                    <a:pt x="5833" y="8364"/>
                  </a:lnTo>
                  <a:lnTo>
                    <a:pt x="5760" y="8291"/>
                  </a:lnTo>
                  <a:lnTo>
                    <a:pt x="5760" y="8181"/>
                  </a:lnTo>
                  <a:lnTo>
                    <a:pt x="5833" y="8144"/>
                  </a:lnTo>
                  <a:lnTo>
                    <a:pt x="5943" y="8071"/>
                  </a:lnTo>
                  <a:lnTo>
                    <a:pt x="6017" y="8107"/>
                  </a:lnTo>
                  <a:lnTo>
                    <a:pt x="6053" y="8107"/>
                  </a:lnTo>
                  <a:lnTo>
                    <a:pt x="6090" y="8071"/>
                  </a:lnTo>
                  <a:close/>
                  <a:moveTo>
                    <a:pt x="5907" y="7630"/>
                  </a:moveTo>
                  <a:lnTo>
                    <a:pt x="5797" y="7667"/>
                  </a:lnTo>
                  <a:lnTo>
                    <a:pt x="5687" y="7704"/>
                  </a:lnTo>
                  <a:lnTo>
                    <a:pt x="5577" y="7777"/>
                  </a:lnTo>
                  <a:lnTo>
                    <a:pt x="5467" y="7887"/>
                  </a:lnTo>
                  <a:lnTo>
                    <a:pt x="5467" y="7924"/>
                  </a:lnTo>
                  <a:lnTo>
                    <a:pt x="5430" y="7997"/>
                  </a:lnTo>
                  <a:lnTo>
                    <a:pt x="5503" y="8071"/>
                  </a:lnTo>
                  <a:lnTo>
                    <a:pt x="5430" y="8217"/>
                  </a:lnTo>
                  <a:lnTo>
                    <a:pt x="5430" y="8364"/>
                  </a:lnTo>
                  <a:lnTo>
                    <a:pt x="5467" y="8474"/>
                  </a:lnTo>
                  <a:lnTo>
                    <a:pt x="5540" y="8584"/>
                  </a:lnTo>
                  <a:lnTo>
                    <a:pt x="5650" y="8694"/>
                  </a:lnTo>
                  <a:lnTo>
                    <a:pt x="5797" y="8731"/>
                  </a:lnTo>
                  <a:lnTo>
                    <a:pt x="5907" y="8768"/>
                  </a:lnTo>
                  <a:lnTo>
                    <a:pt x="6053" y="8768"/>
                  </a:lnTo>
                  <a:lnTo>
                    <a:pt x="6200" y="8731"/>
                  </a:lnTo>
                  <a:lnTo>
                    <a:pt x="6310" y="8658"/>
                  </a:lnTo>
                  <a:lnTo>
                    <a:pt x="6384" y="8584"/>
                  </a:lnTo>
                  <a:lnTo>
                    <a:pt x="6457" y="8474"/>
                  </a:lnTo>
                  <a:lnTo>
                    <a:pt x="6494" y="8327"/>
                  </a:lnTo>
                  <a:lnTo>
                    <a:pt x="6494" y="8217"/>
                  </a:lnTo>
                  <a:lnTo>
                    <a:pt x="6494" y="8071"/>
                  </a:lnTo>
                  <a:lnTo>
                    <a:pt x="6457" y="7961"/>
                  </a:lnTo>
                  <a:lnTo>
                    <a:pt x="6384" y="7851"/>
                  </a:lnTo>
                  <a:lnTo>
                    <a:pt x="6310" y="7777"/>
                  </a:lnTo>
                  <a:lnTo>
                    <a:pt x="6200" y="7704"/>
                  </a:lnTo>
                  <a:lnTo>
                    <a:pt x="6053" y="7667"/>
                  </a:lnTo>
                  <a:lnTo>
                    <a:pt x="5907" y="7630"/>
                  </a:lnTo>
                  <a:close/>
                  <a:moveTo>
                    <a:pt x="4476" y="9134"/>
                  </a:moveTo>
                  <a:lnTo>
                    <a:pt x="4513" y="9281"/>
                  </a:lnTo>
                  <a:lnTo>
                    <a:pt x="4476" y="9391"/>
                  </a:lnTo>
                  <a:lnTo>
                    <a:pt x="4403" y="9538"/>
                  </a:lnTo>
                  <a:lnTo>
                    <a:pt x="4256" y="9648"/>
                  </a:lnTo>
                  <a:lnTo>
                    <a:pt x="4183" y="9685"/>
                  </a:lnTo>
                  <a:lnTo>
                    <a:pt x="4109" y="9685"/>
                  </a:lnTo>
                  <a:lnTo>
                    <a:pt x="4036" y="9648"/>
                  </a:lnTo>
                  <a:lnTo>
                    <a:pt x="3963" y="9575"/>
                  </a:lnTo>
                  <a:lnTo>
                    <a:pt x="3926" y="9501"/>
                  </a:lnTo>
                  <a:lnTo>
                    <a:pt x="3926" y="9428"/>
                  </a:lnTo>
                  <a:lnTo>
                    <a:pt x="3963" y="9354"/>
                  </a:lnTo>
                  <a:lnTo>
                    <a:pt x="4036" y="9281"/>
                  </a:lnTo>
                  <a:lnTo>
                    <a:pt x="4219" y="9208"/>
                  </a:lnTo>
                  <a:lnTo>
                    <a:pt x="4403" y="9171"/>
                  </a:lnTo>
                  <a:lnTo>
                    <a:pt x="4439" y="9171"/>
                  </a:lnTo>
                  <a:lnTo>
                    <a:pt x="4476" y="9134"/>
                  </a:lnTo>
                  <a:close/>
                  <a:moveTo>
                    <a:pt x="7741" y="9391"/>
                  </a:moveTo>
                  <a:lnTo>
                    <a:pt x="7814" y="9464"/>
                  </a:lnTo>
                  <a:lnTo>
                    <a:pt x="7851" y="9575"/>
                  </a:lnTo>
                  <a:lnTo>
                    <a:pt x="7851" y="9685"/>
                  </a:lnTo>
                  <a:lnTo>
                    <a:pt x="7814" y="9795"/>
                  </a:lnTo>
                  <a:lnTo>
                    <a:pt x="7704" y="9868"/>
                  </a:lnTo>
                  <a:lnTo>
                    <a:pt x="7557" y="9905"/>
                  </a:lnTo>
                  <a:lnTo>
                    <a:pt x="7447" y="9905"/>
                  </a:lnTo>
                  <a:lnTo>
                    <a:pt x="7301" y="9868"/>
                  </a:lnTo>
                  <a:lnTo>
                    <a:pt x="7227" y="9795"/>
                  </a:lnTo>
                  <a:lnTo>
                    <a:pt x="7301" y="9648"/>
                  </a:lnTo>
                  <a:lnTo>
                    <a:pt x="7374" y="9538"/>
                  </a:lnTo>
                  <a:lnTo>
                    <a:pt x="7484" y="9464"/>
                  </a:lnTo>
                  <a:lnTo>
                    <a:pt x="7631" y="9428"/>
                  </a:lnTo>
                  <a:lnTo>
                    <a:pt x="7704" y="9391"/>
                  </a:lnTo>
                  <a:close/>
                  <a:moveTo>
                    <a:pt x="4439" y="8658"/>
                  </a:moveTo>
                  <a:lnTo>
                    <a:pt x="4293" y="8694"/>
                  </a:lnTo>
                  <a:lnTo>
                    <a:pt x="4146" y="8694"/>
                  </a:lnTo>
                  <a:lnTo>
                    <a:pt x="4073" y="8731"/>
                  </a:lnTo>
                  <a:lnTo>
                    <a:pt x="3999" y="8804"/>
                  </a:lnTo>
                  <a:lnTo>
                    <a:pt x="3963" y="8951"/>
                  </a:lnTo>
                  <a:lnTo>
                    <a:pt x="3742" y="9061"/>
                  </a:lnTo>
                  <a:lnTo>
                    <a:pt x="3596" y="9244"/>
                  </a:lnTo>
                  <a:lnTo>
                    <a:pt x="3559" y="9354"/>
                  </a:lnTo>
                  <a:lnTo>
                    <a:pt x="3522" y="9501"/>
                  </a:lnTo>
                  <a:lnTo>
                    <a:pt x="3559" y="9611"/>
                  </a:lnTo>
                  <a:lnTo>
                    <a:pt x="3596" y="9758"/>
                  </a:lnTo>
                  <a:lnTo>
                    <a:pt x="3706" y="9868"/>
                  </a:lnTo>
                  <a:lnTo>
                    <a:pt x="3779" y="9978"/>
                  </a:lnTo>
                  <a:lnTo>
                    <a:pt x="3926" y="10051"/>
                  </a:lnTo>
                  <a:lnTo>
                    <a:pt x="4036" y="10088"/>
                  </a:lnTo>
                  <a:lnTo>
                    <a:pt x="4366" y="10088"/>
                  </a:lnTo>
                  <a:lnTo>
                    <a:pt x="4513" y="10015"/>
                  </a:lnTo>
                  <a:lnTo>
                    <a:pt x="4623" y="9905"/>
                  </a:lnTo>
                  <a:lnTo>
                    <a:pt x="4733" y="9795"/>
                  </a:lnTo>
                  <a:lnTo>
                    <a:pt x="4843" y="9648"/>
                  </a:lnTo>
                  <a:lnTo>
                    <a:pt x="4880" y="9501"/>
                  </a:lnTo>
                  <a:lnTo>
                    <a:pt x="4916" y="9354"/>
                  </a:lnTo>
                  <a:lnTo>
                    <a:pt x="4916" y="9171"/>
                  </a:lnTo>
                  <a:lnTo>
                    <a:pt x="4880" y="9024"/>
                  </a:lnTo>
                  <a:lnTo>
                    <a:pt x="4806" y="8878"/>
                  </a:lnTo>
                  <a:lnTo>
                    <a:pt x="4733" y="8768"/>
                  </a:lnTo>
                  <a:lnTo>
                    <a:pt x="4586" y="8694"/>
                  </a:lnTo>
                  <a:lnTo>
                    <a:pt x="4439" y="8658"/>
                  </a:lnTo>
                  <a:close/>
                  <a:moveTo>
                    <a:pt x="7447" y="8951"/>
                  </a:moveTo>
                  <a:lnTo>
                    <a:pt x="7337" y="8988"/>
                  </a:lnTo>
                  <a:lnTo>
                    <a:pt x="7264" y="9061"/>
                  </a:lnTo>
                  <a:lnTo>
                    <a:pt x="7227" y="9134"/>
                  </a:lnTo>
                  <a:lnTo>
                    <a:pt x="7227" y="9208"/>
                  </a:lnTo>
                  <a:lnTo>
                    <a:pt x="7117" y="9318"/>
                  </a:lnTo>
                  <a:lnTo>
                    <a:pt x="7007" y="9391"/>
                  </a:lnTo>
                  <a:lnTo>
                    <a:pt x="6934" y="9501"/>
                  </a:lnTo>
                  <a:lnTo>
                    <a:pt x="6897" y="9611"/>
                  </a:lnTo>
                  <a:lnTo>
                    <a:pt x="6897" y="9575"/>
                  </a:lnTo>
                  <a:lnTo>
                    <a:pt x="6860" y="9611"/>
                  </a:lnTo>
                  <a:lnTo>
                    <a:pt x="6824" y="9758"/>
                  </a:lnTo>
                  <a:lnTo>
                    <a:pt x="6824" y="9905"/>
                  </a:lnTo>
                  <a:lnTo>
                    <a:pt x="6860" y="9978"/>
                  </a:lnTo>
                  <a:lnTo>
                    <a:pt x="6897" y="10051"/>
                  </a:lnTo>
                  <a:lnTo>
                    <a:pt x="7007" y="10125"/>
                  </a:lnTo>
                  <a:lnTo>
                    <a:pt x="7044" y="10161"/>
                  </a:lnTo>
                  <a:lnTo>
                    <a:pt x="7044" y="10198"/>
                  </a:lnTo>
                  <a:lnTo>
                    <a:pt x="7227" y="10271"/>
                  </a:lnTo>
                  <a:lnTo>
                    <a:pt x="7374" y="10345"/>
                  </a:lnTo>
                  <a:lnTo>
                    <a:pt x="7704" y="10345"/>
                  </a:lnTo>
                  <a:lnTo>
                    <a:pt x="7851" y="10271"/>
                  </a:lnTo>
                  <a:lnTo>
                    <a:pt x="7998" y="10198"/>
                  </a:lnTo>
                  <a:lnTo>
                    <a:pt x="8108" y="10088"/>
                  </a:lnTo>
                  <a:lnTo>
                    <a:pt x="8181" y="9941"/>
                  </a:lnTo>
                  <a:lnTo>
                    <a:pt x="8254" y="9795"/>
                  </a:lnTo>
                  <a:lnTo>
                    <a:pt x="8291" y="9611"/>
                  </a:lnTo>
                  <a:lnTo>
                    <a:pt x="8254" y="9464"/>
                  </a:lnTo>
                  <a:lnTo>
                    <a:pt x="8218" y="9318"/>
                  </a:lnTo>
                  <a:lnTo>
                    <a:pt x="8144" y="9171"/>
                  </a:lnTo>
                  <a:lnTo>
                    <a:pt x="7998" y="9024"/>
                  </a:lnTo>
                  <a:lnTo>
                    <a:pt x="7924" y="8988"/>
                  </a:lnTo>
                  <a:lnTo>
                    <a:pt x="7851" y="8951"/>
                  </a:lnTo>
                  <a:close/>
                  <a:moveTo>
                    <a:pt x="6970" y="7227"/>
                  </a:moveTo>
                  <a:lnTo>
                    <a:pt x="7227" y="7300"/>
                  </a:lnTo>
                  <a:lnTo>
                    <a:pt x="7741" y="7520"/>
                  </a:lnTo>
                  <a:lnTo>
                    <a:pt x="8071" y="7667"/>
                  </a:lnTo>
                  <a:lnTo>
                    <a:pt x="8474" y="7740"/>
                  </a:lnTo>
                  <a:lnTo>
                    <a:pt x="8658" y="7777"/>
                  </a:lnTo>
                  <a:lnTo>
                    <a:pt x="8878" y="7777"/>
                  </a:lnTo>
                  <a:lnTo>
                    <a:pt x="9061" y="7740"/>
                  </a:lnTo>
                  <a:lnTo>
                    <a:pt x="9245" y="7667"/>
                  </a:lnTo>
                  <a:lnTo>
                    <a:pt x="9575" y="8071"/>
                  </a:lnTo>
                  <a:lnTo>
                    <a:pt x="10125" y="8841"/>
                  </a:lnTo>
                  <a:lnTo>
                    <a:pt x="10639" y="9648"/>
                  </a:lnTo>
                  <a:lnTo>
                    <a:pt x="10785" y="9868"/>
                  </a:lnTo>
                  <a:lnTo>
                    <a:pt x="10822" y="10015"/>
                  </a:lnTo>
                  <a:lnTo>
                    <a:pt x="10785" y="10161"/>
                  </a:lnTo>
                  <a:lnTo>
                    <a:pt x="10749" y="10235"/>
                  </a:lnTo>
                  <a:lnTo>
                    <a:pt x="10639" y="10345"/>
                  </a:lnTo>
                  <a:lnTo>
                    <a:pt x="10455" y="10455"/>
                  </a:lnTo>
                  <a:lnTo>
                    <a:pt x="10235" y="10602"/>
                  </a:lnTo>
                  <a:lnTo>
                    <a:pt x="9758" y="10565"/>
                  </a:lnTo>
                  <a:lnTo>
                    <a:pt x="9281" y="10492"/>
                  </a:lnTo>
                  <a:lnTo>
                    <a:pt x="8328" y="10455"/>
                  </a:lnTo>
                  <a:lnTo>
                    <a:pt x="7374" y="10492"/>
                  </a:lnTo>
                  <a:lnTo>
                    <a:pt x="6420" y="10528"/>
                  </a:lnTo>
                  <a:lnTo>
                    <a:pt x="2092" y="10675"/>
                  </a:lnTo>
                  <a:lnTo>
                    <a:pt x="1065" y="10712"/>
                  </a:lnTo>
                  <a:lnTo>
                    <a:pt x="735" y="10712"/>
                  </a:lnTo>
                  <a:lnTo>
                    <a:pt x="625" y="10638"/>
                  </a:lnTo>
                  <a:lnTo>
                    <a:pt x="588" y="10602"/>
                  </a:lnTo>
                  <a:lnTo>
                    <a:pt x="551" y="10565"/>
                  </a:lnTo>
                  <a:lnTo>
                    <a:pt x="588" y="10418"/>
                  </a:lnTo>
                  <a:lnTo>
                    <a:pt x="735" y="10198"/>
                  </a:lnTo>
                  <a:lnTo>
                    <a:pt x="1065" y="9685"/>
                  </a:lnTo>
                  <a:lnTo>
                    <a:pt x="1542" y="9575"/>
                  </a:lnTo>
                  <a:lnTo>
                    <a:pt x="1762" y="9538"/>
                  </a:lnTo>
                  <a:lnTo>
                    <a:pt x="2018" y="9501"/>
                  </a:lnTo>
                  <a:lnTo>
                    <a:pt x="2092" y="9464"/>
                  </a:lnTo>
                  <a:lnTo>
                    <a:pt x="2128" y="9428"/>
                  </a:lnTo>
                  <a:lnTo>
                    <a:pt x="2165" y="9281"/>
                  </a:lnTo>
                  <a:lnTo>
                    <a:pt x="2128" y="9171"/>
                  </a:lnTo>
                  <a:lnTo>
                    <a:pt x="2092" y="9134"/>
                  </a:lnTo>
                  <a:lnTo>
                    <a:pt x="2018" y="9098"/>
                  </a:lnTo>
                  <a:lnTo>
                    <a:pt x="1872" y="9061"/>
                  </a:lnTo>
                  <a:lnTo>
                    <a:pt x="1725" y="9061"/>
                  </a:lnTo>
                  <a:lnTo>
                    <a:pt x="1395" y="9134"/>
                  </a:lnTo>
                  <a:lnTo>
                    <a:pt x="1395" y="9134"/>
                  </a:lnTo>
                  <a:lnTo>
                    <a:pt x="1798" y="8547"/>
                  </a:lnTo>
                  <a:lnTo>
                    <a:pt x="1835" y="8511"/>
                  </a:lnTo>
                  <a:lnTo>
                    <a:pt x="1945" y="8547"/>
                  </a:lnTo>
                  <a:lnTo>
                    <a:pt x="2092" y="8584"/>
                  </a:lnTo>
                  <a:lnTo>
                    <a:pt x="2459" y="8621"/>
                  </a:lnTo>
                  <a:lnTo>
                    <a:pt x="2972" y="8621"/>
                  </a:lnTo>
                  <a:lnTo>
                    <a:pt x="3082" y="8584"/>
                  </a:lnTo>
                  <a:lnTo>
                    <a:pt x="3156" y="8511"/>
                  </a:lnTo>
                  <a:lnTo>
                    <a:pt x="3192" y="8401"/>
                  </a:lnTo>
                  <a:lnTo>
                    <a:pt x="3156" y="8291"/>
                  </a:lnTo>
                  <a:lnTo>
                    <a:pt x="3082" y="8217"/>
                  </a:lnTo>
                  <a:lnTo>
                    <a:pt x="2972" y="8181"/>
                  </a:lnTo>
                  <a:lnTo>
                    <a:pt x="2055" y="8181"/>
                  </a:lnTo>
                  <a:lnTo>
                    <a:pt x="2532" y="7520"/>
                  </a:lnTo>
                  <a:lnTo>
                    <a:pt x="2752" y="7557"/>
                  </a:lnTo>
                  <a:lnTo>
                    <a:pt x="2899" y="7704"/>
                  </a:lnTo>
                  <a:lnTo>
                    <a:pt x="3046" y="7777"/>
                  </a:lnTo>
                  <a:lnTo>
                    <a:pt x="3192" y="7851"/>
                  </a:lnTo>
                  <a:lnTo>
                    <a:pt x="3376" y="7924"/>
                  </a:lnTo>
                  <a:lnTo>
                    <a:pt x="3742" y="7961"/>
                  </a:lnTo>
                  <a:lnTo>
                    <a:pt x="4073" y="7961"/>
                  </a:lnTo>
                  <a:lnTo>
                    <a:pt x="4549" y="7887"/>
                  </a:lnTo>
                  <a:lnTo>
                    <a:pt x="4953" y="7777"/>
                  </a:lnTo>
                  <a:lnTo>
                    <a:pt x="5797" y="7410"/>
                  </a:lnTo>
                  <a:lnTo>
                    <a:pt x="6237" y="7264"/>
                  </a:lnTo>
                  <a:lnTo>
                    <a:pt x="6494" y="7227"/>
                  </a:lnTo>
                  <a:close/>
                  <a:moveTo>
                    <a:pt x="4036" y="1"/>
                  </a:moveTo>
                  <a:lnTo>
                    <a:pt x="3816" y="37"/>
                  </a:lnTo>
                  <a:lnTo>
                    <a:pt x="3596" y="74"/>
                  </a:lnTo>
                  <a:lnTo>
                    <a:pt x="3412" y="147"/>
                  </a:lnTo>
                  <a:lnTo>
                    <a:pt x="3229" y="257"/>
                  </a:lnTo>
                  <a:lnTo>
                    <a:pt x="3119" y="404"/>
                  </a:lnTo>
                  <a:lnTo>
                    <a:pt x="3009" y="551"/>
                  </a:lnTo>
                  <a:lnTo>
                    <a:pt x="2972" y="771"/>
                  </a:lnTo>
                  <a:lnTo>
                    <a:pt x="3009" y="991"/>
                  </a:lnTo>
                  <a:lnTo>
                    <a:pt x="3082" y="1174"/>
                  </a:lnTo>
                  <a:lnTo>
                    <a:pt x="3156" y="1285"/>
                  </a:lnTo>
                  <a:lnTo>
                    <a:pt x="3266" y="1358"/>
                  </a:lnTo>
                  <a:lnTo>
                    <a:pt x="3412" y="1431"/>
                  </a:lnTo>
                  <a:lnTo>
                    <a:pt x="3559" y="1468"/>
                  </a:lnTo>
                  <a:lnTo>
                    <a:pt x="3706" y="1468"/>
                  </a:lnTo>
                  <a:lnTo>
                    <a:pt x="3853" y="1431"/>
                  </a:lnTo>
                  <a:lnTo>
                    <a:pt x="3999" y="1395"/>
                  </a:lnTo>
                  <a:lnTo>
                    <a:pt x="4073" y="1395"/>
                  </a:lnTo>
                  <a:lnTo>
                    <a:pt x="3963" y="1468"/>
                  </a:lnTo>
                  <a:lnTo>
                    <a:pt x="3926" y="1578"/>
                  </a:lnTo>
                  <a:lnTo>
                    <a:pt x="3889" y="2055"/>
                  </a:lnTo>
                  <a:lnTo>
                    <a:pt x="3889" y="2532"/>
                  </a:lnTo>
                  <a:lnTo>
                    <a:pt x="3926" y="3449"/>
                  </a:lnTo>
                  <a:lnTo>
                    <a:pt x="3926" y="5099"/>
                  </a:lnTo>
                  <a:lnTo>
                    <a:pt x="3926" y="5283"/>
                  </a:lnTo>
                  <a:lnTo>
                    <a:pt x="3963" y="5466"/>
                  </a:lnTo>
                  <a:lnTo>
                    <a:pt x="3963" y="5503"/>
                  </a:lnTo>
                  <a:lnTo>
                    <a:pt x="3742" y="5613"/>
                  </a:lnTo>
                  <a:lnTo>
                    <a:pt x="3559" y="5723"/>
                  </a:lnTo>
                  <a:lnTo>
                    <a:pt x="3229" y="6016"/>
                  </a:lnTo>
                  <a:lnTo>
                    <a:pt x="2899" y="6347"/>
                  </a:lnTo>
                  <a:lnTo>
                    <a:pt x="2605" y="6677"/>
                  </a:lnTo>
                  <a:lnTo>
                    <a:pt x="2239" y="7080"/>
                  </a:lnTo>
                  <a:lnTo>
                    <a:pt x="1908" y="7484"/>
                  </a:lnTo>
                  <a:lnTo>
                    <a:pt x="1285" y="8364"/>
                  </a:lnTo>
                  <a:lnTo>
                    <a:pt x="698" y="9244"/>
                  </a:lnTo>
                  <a:lnTo>
                    <a:pt x="148" y="10125"/>
                  </a:lnTo>
                  <a:lnTo>
                    <a:pt x="38" y="10308"/>
                  </a:lnTo>
                  <a:lnTo>
                    <a:pt x="1" y="10492"/>
                  </a:lnTo>
                  <a:lnTo>
                    <a:pt x="38" y="10675"/>
                  </a:lnTo>
                  <a:lnTo>
                    <a:pt x="111" y="10858"/>
                  </a:lnTo>
                  <a:lnTo>
                    <a:pt x="221" y="11005"/>
                  </a:lnTo>
                  <a:lnTo>
                    <a:pt x="368" y="11115"/>
                  </a:lnTo>
                  <a:lnTo>
                    <a:pt x="551" y="11225"/>
                  </a:lnTo>
                  <a:lnTo>
                    <a:pt x="771" y="11262"/>
                  </a:lnTo>
                  <a:lnTo>
                    <a:pt x="1321" y="11299"/>
                  </a:lnTo>
                  <a:lnTo>
                    <a:pt x="1872" y="11262"/>
                  </a:lnTo>
                  <a:lnTo>
                    <a:pt x="3009" y="11189"/>
                  </a:lnTo>
                  <a:lnTo>
                    <a:pt x="5503" y="11115"/>
                  </a:lnTo>
                  <a:lnTo>
                    <a:pt x="7447" y="11042"/>
                  </a:lnTo>
                  <a:lnTo>
                    <a:pt x="8401" y="11005"/>
                  </a:lnTo>
                  <a:lnTo>
                    <a:pt x="9355" y="11042"/>
                  </a:lnTo>
                  <a:lnTo>
                    <a:pt x="9391" y="11152"/>
                  </a:lnTo>
                  <a:lnTo>
                    <a:pt x="9465" y="11225"/>
                  </a:lnTo>
                  <a:lnTo>
                    <a:pt x="9612" y="11299"/>
                  </a:lnTo>
                  <a:lnTo>
                    <a:pt x="9795" y="11335"/>
                  </a:lnTo>
                  <a:lnTo>
                    <a:pt x="9978" y="11335"/>
                  </a:lnTo>
                  <a:lnTo>
                    <a:pt x="10125" y="11299"/>
                  </a:lnTo>
                  <a:lnTo>
                    <a:pt x="10272" y="11299"/>
                  </a:lnTo>
                  <a:lnTo>
                    <a:pt x="10382" y="11262"/>
                  </a:lnTo>
                  <a:lnTo>
                    <a:pt x="10455" y="11189"/>
                  </a:lnTo>
                  <a:lnTo>
                    <a:pt x="10565" y="11115"/>
                  </a:lnTo>
                  <a:lnTo>
                    <a:pt x="10785" y="10968"/>
                  </a:lnTo>
                  <a:lnTo>
                    <a:pt x="10969" y="10785"/>
                  </a:lnTo>
                  <a:lnTo>
                    <a:pt x="11152" y="10602"/>
                  </a:lnTo>
                  <a:lnTo>
                    <a:pt x="11299" y="10455"/>
                  </a:lnTo>
                  <a:lnTo>
                    <a:pt x="11336" y="10308"/>
                  </a:lnTo>
                  <a:lnTo>
                    <a:pt x="11372" y="10198"/>
                  </a:lnTo>
                  <a:lnTo>
                    <a:pt x="11409" y="10051"/>
                  </a:lnTo>
                  <a:lnTo>
                    <a:pt x="11372" y="9941"/>
                  </a:lnTo>
                  <a:lnTo>
                    <a:pt x="11299" y="9685"/>
                  </a:lnTo>
                  <a:lnTo>
                    <a:pt x="11189" y="9464"/>
                  </a:lnTo>
                  <a:lnTo>
                    <a:pt x="10859" y="8914"/>
                  </a:lnTo>
                  <a:lnTo>
                    <a:pt x="10492" y="8364"/>
                  </a:lnTo>
                  <a:lnTo>
                    <a:pt x="10125" y="7887"/>
                  </a:lnTo>
                  <a:lnTo>
                    <a:pt x="9722" y="7410"/>
                  </a:lnTo>
                  <a:lnTo>
                    <a:pt x="9318" y="6933"/>
                  </a:lnTo>
                  <a:lnTo>
                    <a:pt x="8878" y="6493"/>
                  </a:lnTo>
                  <a:lnTo>
                    <a:pt x="8474" y="6126"/>
                  </a:lnTo>
                  <a:lnTo>
                    <a:pt x="8071" y="5760"/>
                  </a:lnTo>
                  <a:lnTo>
                    <a:pt x="7851" y="5576"/>
                  </a:lnTo>
                  <a:lnTo>
                    <a:pt x="7594" y="5430"/>
                  </a:lnTo>
                  <a:lnTo>
                    <a:pt x="7374" y="5319"/>
                  </a:lnTo>
                  <a:lnTo>
                    <a:pt x="7117" y="5209"/>
                  </a:lnTo>
                  <a:lnTo>
                    <a:pt x="7117" y="5173"/>
                  </a:lnTo>
                  <a:lnTo>
                    <a:pt x="7191" y="4953"/>
                  </a:lnTo>
                  <a:lnTo>
                    <a:pt x="7227" y="4696"/>
                  </a:lnTo>
                  <a:lnTo>
                    <a:pt x="7227" y="4182"/>
                  </a:lnTo>
                  <a:lnTo>
                    <a:pt x="7227" y="3669"/>
                  </a:lnTo>
                  <a:lnTo>
                    <a:pt x="7191" y="3192"/>
                  </a:lnTo>
                  <a:lnTo>
                    <a:pt x="7154" y="2825"/>
                  </a:lnTo>
                  <a:lnTo>
                    <a:pt x="7117" y="2385"/>
                  </a:lnTo>
                  <a:lnTo>
                    <a:pt x="7044" y="2165"/>
                  </a:lnTo>
                  <a:lnTo>
                    <a:pt x="7007" y="1945"/>
                  </a:lnTo>
                  <a:lnTo>
                    <a:pt x="6934" y="1761"/>
                  </a:lnTo>
                  <a:lnTo>
                    <a:pt x="6824" y="1615"/>
                  </a:lnTo>
                  <a:lnTo>
                    <a:pt x="7191" y="1651"/>
                  </a:lnTo>
                  <a:lnTo>
                    <a:pt x="7521" y="1651"/>
                  </a:lnTo>
                  <a:lnTo>
                    <a:pt x="7851" y="1541"/>
                  </a:lnTo>
                  <a:lnTo>
                    <a:pt x="7998" y="1468"/>
                  </a:lnTo>
                  <a:lnTo>
                    <a:pt x="8144" y="1358"/>
                  </a:lnTo>
                  <a:lnTo>
                    <a:pt x="8254" y="1248"/>
                  </a:lnTo>
                  <a:lnTo>
                    <a:pt x="8254" y="1174"/>
                  </a:lnTo>
                  <a:lnTo>
                    <a:pt x="8254" y="1101"/>
                  </a:lnTo>
                  <a:lnTo>
                    <a:pt x="8144" y="624"/>
                  </a:lnTo>
                  <a:lnTo>
                    <a:pt x="8071" y="404"/>
                  </a:lnTo>
                  <a:lnTo>
                    <a:pt x="7998" y="294"/>
                  </a:lnTo>
                  <a:lnTo>
                    <a:pt x="7924" y="221"/>
                  </a:lnTo>
                  <a:lnTo>
                    <a:pt x="7851" y="147"/>
                  </a:lnTo>
                  <a:lnTo>
                    <a:pt x="7777" y="147"/>
                  </a:lnTo>
                  <a:lnTo>
                    <a:pt x="7631" y="111"/>
                  </a:lnTo>
                  <a:lnTo>
                    <a:pt x="6824" y="74"/>
                  </a:lnTo>
                  <a:lnTo>
                    <a:pt x="4036" y="1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3" name="Google Shape;311;p5">
              <a:extLst>
                <a:ext uri="{FF2B5EF4-FFF2-40B4-BE49-F238E27FC236}">
                  <a16:creationId xmlns:a16="http://schemas.microsoft.com/office/drawing/2014/main" id="{A122DFBF-8FF5-4379-BFE9-3171BD622914}"/>
                </a:ext>
              </a:extLst>
            </p:cNvPr>
            <p:cNvSpPr/>
            <p:nvPr/>
          </p:nvSpPr>
          <p:spPr>
            <a:xfrm>
              <a:off x="6849975" y="3631900"/>
              <a:ext cx="270550" cy="339350"/>
            </a:xfrm>
            <a:custGeom>
              <a:avLst/>
              <a:gdLst/>
              <a:ahLst/>
              <a:cxnLst/>
              <a:rect l="l" t="t" r="r" b="b"/>
              <a:pathLst>
                <a:path w="10822" h="13574" extrusionOk="0">
                  <a:moveTo>
                    <a:pt x="10235" y="1358"/>
                  </a:moveTo>
                  <a:lnTo>
                    <a:pt x="10345" y="1652"/>
                  </a:lnTo>
                  <a:lnTo>
                    <a:pt x="10345" y="1982"/>
                  </a:lnTo>
                  <a:lnTo>
                    <a:pt x="10345" y="2312"/>
                  </a:lnTo>
                  <a:lnTo>
                    <a:pt x="10235" y="2605"/>
                  </a:lnTo>
                  <a:lnTo>
                    <a:pt x="10235" y="2569"/>
                  </a:lnTo>
                  <a:lnTo>
                    <a:pt x="10198" y="1945"/>
                  </a:lnTo>
                  <a:lnTo>
                    <a:pt x="10235" y="1358"/>
                  </a:lnTo>
                  <a:close/>
                  <a:moveTo>
                    <a:pt x="9538" y="2092"/>
                  </a:moveTo>
                  <a:lnTo>
                    <a:pt x="9538" y="2422"/>
                  </a:lnTo>
                  <a:lnTo>
                    <a:pt x="9538" y="2789"/>
                  </a:lnTo>
                  <a:lnTo>
                    <a:pt x="9465" y="2202"/>
                  </a:lnTo>
                  <a:lnTo>
                    <a:pt x="9538" y="2092"/>
                  </a:lnTo>
                  <a:close/>
                  <a:moveTo>
                    <a:pt x="9941" y="1285"/>
                  </a:moveTo>
                  <a:lnTo>
                    <a:pt x="9868" y="1835"/>
                  </a:lnTo>
                  <a:lnTo>
                    <a:pt x="9831" y="2129"/>
                  </a:lnTo>
                  <a:lnTo>
                    <a:pt x="9831" y="2459"/>
                  </a:lnTo>
                  <a:lnTo>
                    <a:pt x="9831" y="2642"/>
                  </a:lnTo>
                  <a:lnTo>
                    <a:pt x="9868" y="2789"/>
                  </a:lnTo>
                  <a:lnTo>
                    <a:pt x="9941" y="2936"/>
                  </a:lnTo>
                  <a:lnTo>
                    <a:pt x="10015" y="3046"/>
                  </a:lnTo>
                  <a:lnTo>
                    <a:pt x="10051" y="3046"/>
                  </a:lnTo>
                  <a:lnTo>
                    <a:pt x="9941" y="3229"/>
                  </a:lnTo>
                  <a:lnTo>
                    <a:pt x="9648" y="3632"/>
                  </a:lnTo>
                  <a:lnTo>
                    <a:pt x="9575" y="3046"/>
                  </a:lnTo>
                  <a:lnTo>
                    <a:pt x="9611" y="3119"/>
                  </a:lnTo>
                  <a:lnTo>
                    <a:pt x="9648" y="3156"/>
                  </a:lnTo>
                  <a:lnTo>
                    <a:pt x="9721" y="3192"/>
                  </a:lnTo>
                  <a:lnTo>
                    <a:pt x="9795" y="3156"/>
                  </a:lnTo>
                  <a:lnTo>
                    <a:pt x="9868" y="3156"/>
                  </a:lnTo>
                  <a:lnTo>
                    <a:pt x="9905" y="3082"/>
                  </a:lnTo>
                  <a:lnTo>
                    <a:pt x="9905" y="3046"/>
                  </a:lnTo>
                  <a:lnTo>
                    <a:pt x="9905" y="2972"/>
                  </a:lnTo>
                  <a:lnTo>
                    <a:pt x="9868" y="2936"/>
                  </a:lnTo>
                  <a:lnTo>
                    <a:pt x="9831" y="2899"/>
                  </a:lnTo>
                  <a:lnTo>
                    <a:pt x="9758" y="2899"/>
                  </a:lnTo>
                  <a:lnTo>
                    <a:pt x="9758" y="2642"/>
                  </a:lnTo>
                  <a:lnTo>
                    <a:pt x="9721" y="2092"/>
                  </a:lnTo>
                  <a:lnTo>
                    <a:pt x="9685" y="2018"/>
                  </a:lnTo>
                  <a:lnTo>
                    <a:pt x="9587" y="2018"/>
                  </a:lnTo>
                  <a:lnTo>
                    <a:pt x="9611" y="1982"/>
                  </a:lnTo>
                  <a:lnTo>
                    <a:pt x="9721" y="1762"/>
                  </a:lnTo>
                  <a:lnTo>
                    <a:pt x="9831" y="1542"/>
                  </a:lnTo>
                  <a:lnTo>
                    <a:pt x="9941" y="1285"/>
                  </a:lnTo>
                  <a:close/>
                  <a:moveTo>
                    <a:pt x="9318" y="2385"/>
                  </a:moveTo>
                  <a:lnTo>
                    <a:pt x="9281" y="3119"/>
                  </a:lnTo>
                  <a:lnTo>
                    <a:pt x="9318" y="3889"/>
                  </a:lnTo>
                  <a:lnTo>
                    <a:pt x="9354" y="3963"/>
                  </a:lnTo>
                  <a:lnTo>
                    <a:pt x="9098" y="4183"/>
                  </a:lnTo>
                  <a:lnTo>
                    <a:pt x="9098" y="3963"/>
                  </a:lnTo>
                  <a:lnTo>
                    <a:pt x="9098" y="3743"/>
                  </a:lnTo>
                  <a:lnTo>
                    <a:pt x="9024" y="3302"/>
                  </a:lnTo>
                  <a:lnTo>
                    <a:pt x="8988" y="2715"/>
                  </a:lnTo>
                  <a:lnTo>
                    <a:pt x="9134" y="2569"/>
                  </a:lnTo>
                  <a:lnTo>
                    <a:pt x="9318" y="2385"/>
                  </a:lnTo>
                  <a:close/>
                  <a:moveTo>
                    <a:pt x="8107" y="3596"/>
                  </a:moveTo>
                  <a:lnTo>
                    <a:pt x="7997" y="3889"/>
                  </a:lnTo>
                  <a:lnTo>
                    <a:pt x="7924" y="4219"/>
                  </a:lnTo>
                  <a:lnTo>
                    <a:pt x="7887" y="3779"/>
                  </a:lnTo>
                  <a:lnTo>
                    <a:pt x="8107" y="3596"/>
                  </a:lnTo>
                  <a:close/>
                  <a:moveTo>
                    <a:pt x="8731" y="2972"/>
                  </a:moveTo>
                  <a:lnTo>
                    <a:pt x="8731" y="3302"/>
                  </a:lnTo>
                  <a:lnTo>
                    <a:pt x="8731" y="3816"/>
                  </a:lnTo>
                  <a:lnTo>
                    <a:pt x="8768" y="4109"/>
                  </a:lnTo>
                  <a:lnTo>
                    <a:pt x="8841" y="4366"/>
                  </a:lnTo>
                  <a:lnTo>
                    <a:pt x="8841" y="4403"/>
                  </a:lnTo>
                  <a:lnTo>
                    <a:pt x="8621" y="4586"/>
                  </a:lnTo>
                  <a:lnTo>
                    <a:pt x="8621" y="4586"/>
                  </a:lnTo>
                  <a:lnTo>
                    <a:pt x="8658" y="4219"/>
                  </a:lnTo>
                  <a:lnTo>
                    <a:pt x="8694" y="3816"/>
                  </a:lnTo>
                  <a:lnTo>
                    <a:pt x="8694" y="3449"/>
                  </a:lnTo>
                  <a:lnTo>
                    <a:pt x="8658" y="3082"/>
                  </a:lnTo>
                  <a:lnTo>
                    <a:pt x="8731" y="2972"/>
                  </a:lnTo>
                  <a:close/>
                  <a:moveTo>
                    <a:pt x="8364" y="3339"/>
                  </a:moveTo>
                  <a:lnTo>
                    <a:pt x="8254" y="4733"/>
                  </a:lnTo>
                  <a:lnTo>
                    <a:pt x="8291" y="4806"/>
                  </a:lnTo>
                  <a:lnTo>
                    <a:pt x="8291" y="4843"/>
                  </a:lnTo>
                  <a:lnTo>
                    <a:pt x="8217" y="4916"/>
                  </a:lnTo>
                  <a:lnTo>
                    <a:pt x="8181" y="4880"/>
                  </a:lnTo>
                  <a:lnTo>
                    <a:pt x="8327" y="3522"/>
                  </a:lnTo>
                  <a:lnTo>
                    <a:pt x="8291" y="3486"/>
                  </a:lnTo>
                  <a:lnTo>
                    <a:pt x="8254" y="3449"/>
                  </a:lnTo>
                  <a:lnTo>
                    <a:pt x="8364" y="3339"/>
                  </a:lnTo>
                  <a:close/>
                  <a:moveTo>
                    <a:pt x="7704" y="3963"/>
                  </a:moveTo>
                  <a:lnTo>
                    <a:pt x="7667" y="4329"/>
                  </a:lnTo>
                  <a:lnTo>
                    <a:pt x="7594" y="4696"/>
                  </a:lnTo>
                  <a:lnTo>
                    <a:pt x="7520" y="5026"/>
                  </a:lnTo>
                  <a:lnTo>
                    <a:pt x="7410" y="5393"/>
                  </a:lnTo>
                  <a:lnTo>
                    <a:pt x="7410" y="5467"/>
                  </a:lnTo>
                  <a:lnTo>
                    <a:pt x="7337" y="5430"/>
                  </a:lnTo>
                  <a:lnTo>
                    <a:pt x="7300" y="5430"/>
                  </a:lnTo>
                  <a:lnTo>
                    <a:pt x="7300" y="4990"/>
                  </a:lnTo>
                  <a:lnTo>
                    <a:pt x="7264" y="4696"/>
                  </a:lnTo>
                  <a:lnTo>
                    <a:pt x="7227" y="4366"/>
                  </a:lnTo>
                  <a:lnTo>
                    <a:pt x="7704" y="3963"/>
                  </a:lnTo>
                  <a:close/>
                  <a:moveTo>
                    <a:pt x="7044" y="4513"/>
                  </a:moveTo>
                  <a:lnTo>
                    <a:pt x="6970" y="5026"/>
                  </a:lnTo>
                  <a:lnTo>
                    <a:pt x="6970" y="5320"/>
                  </a:lnTo>
                  <a:lnTo>
                    <a:pt x="6970" y="5540"/>
                  </a:lnTo>
                  <a:lnTo>
                    <a:pt x="7007" y="5650"/>
                  </a:lnTo>
                  <a:lnTo>
                    <a:pt x="7080" y="5760"/>
                  </a:lnTo>
                  <a:lnTo>
                    <a:pt x="6677" y="6053"/>
                  </a:lnTo>
                  <a:lnTo>
                    <a:pt x="6677" y="6053"/>
                  </a:lnTo>
                  <a:lnTo>
                    <a:pt x="6713" y="5797"/>
                  </a:lnTo>
                  <a:lnTo>
                    <a:pt x="6750" y="5540"/>
                  </a:lnTo>
                  <a:lnTo>
                    <a:pt x="6750" y="5173"/>
                  </a:lnTo>
                  <a:lnTo>
                    <a:pt x="6677" y="4843"/>
                  </a:lnTo>
                  <a:lnTo>
                    <a:pt x="7044" y="4513"/>
                  </a:lnTo>
                  <a:close/>
                  <a:moveTo>
                    <a:pt x="6603" y="4916"/>
                  </a:moveTo>
                  <a:lnTo>
                    <a:pt x="6567" y="5173"/>
                  </a:lnTo>
                  <a:lnTo>
                    <a:pt x="6530" y="5430"/>
                  </a:lnTo>
                  <a:lnTo>
                    <a:pt x="6457" y="5613"/>
                  </a:lnTo>
                  <a:lnTo>
                    <a:pt x="6383" y="5760"/>
                  </a:lnTo>
                  <a:lnTo>
                    <a:pt x="6310" y="5943"/>
                  </a:lnTo>
                  <a:lnTo>
                    <a:pt x="6310" y="6127"/>
                  </a:lnTo>
                  <a:lnTo>
                    <a:pt x="6310" y="6200"/>
                  </a:lnTo>
                  <a:lnTo>
                    <a:pt x="6383" y="6237"/>
                  </a:lnTo>
                  <a:lnTo>
                    <a:pt x="5980" y="6494"/>
                  </a:lnTo>
                  <a:lnTo>
                    <a:pt x="6053" y="6090"/>
                  </a:lnTo>
                  <a:lnTo>
                    <a:pt x="6053" y="5760"/>
                  </a:lnTo>
                  <a:lnTo>
                    <a:pt x="6016" y="5393"/>
                  </a:lnTo>
                  <a:lnTo>
                    <a:pt x="6603" y="4916"/>
                  </a:lnTo>
                  <a:close/>
                  <a:moveTo>
                    <a:pt x="5870" y="5540"/>
                  </a:moveTo>
                  <a:lnTo>
                    <a:pt x="5796" y="5943"/>
                  </a:lnTo>
                  <a:lnTo>
                    <a:pt x="5686" y="6347"/>
                  </a:lnTo>
                  <a:lnTo>
                    <a:pt x="5613" y="6567"/>
                  </a:lnTo>
                  <a:lnTo>
                    <a:pt x="5613" y="6677"/>
                  </a:lnTo>
                  <a:lnTo>
                    <a:pt x="5613" y="6750"/>
                  </a:lnTo>
                  <a:lnTo>
                    <a:pt x="5173" y="7081"/>
                  </a:lnTo>
                  <a:lnTo>
                    <a:pt x="5393" y="5943"/>
                  </a:lnTo>
                  <a:lnTo>
                    <a:pt x="5870" y="5540"/>
                  </a:lnTo>
                  <a:close/>
                  <a:moveTo>
                    <a:pt x="9134" y="478"/>
                  </a:moveTo>
                  <a:lnTo>
                    <a:pt x="9428" y="588"/>
                  </a:lnTo>
                  <a:lnTo>
                    <a:pt x="9318" y="735"/>
                  </a:lnTo>
                  <a:lnTo>
                    <a:pt x="9318" y="845"/>
                  </a:lnTo>
                  <a:lnTo>
                    <a:pt x="9354" y="918"/>
                  </a:lnTo>
                  <a:lnTo>
                    <a:pt x="9428" y="955"/>
                  </a:lnTo>
                  <a:lnTo>
                    <a:pt x="9538" y="955"/>
                  </a:lnTo>
                  <a:lnTo>
                    <a:pt x="9538" y="1101"/>
                  </a:lnTo>
                  <a:lnTo>
                    <a:pt x="9465" y="1285"/>
                  </a:lnTo>
                  <a:lnTo>
                    <a:pt x="9318" y="1615"/>
                  </a:lnTo>
                  <a:lnTo>
                    <a:pt x="9134" y="1908"/>
                  </a:lnTo>
                  <a:lnTo>
                    <a:pt x="8914" y="2202"/>
                  </a:lnTo>
                  <a:lnTo>
                    <a:pt x="8841" y="2165"/>
                  </a:lnTo>
                  <a:lnTo>
                    <a:pt x="8804" y="2202"/>
                  </a:lnTo>
                  <a:lnTo>
                    <a:pt x="8768" y="2202"/>
                  </a:lnTo>
                  <a:lnTo>
                    <a:pt x="8731" y="2275"/>
                  </a:lnTo>
                  <a:lnTo>
                    <a:pt x="8731" y="2349"/>
                  </a:lnTo>
                  <a:lnTo>
                    <a:pt x="8364" y="2715"/>
                  </a:lnTo>
                  <a:lnTo>
                    <a:pt x="7740" y="3339"/>
                  </a:lnTo>
                  <a:lnTo>
                    <a:pt x="7667" y="3339"/>
                  </a:lnTo>
                  <a:lnTo>
                    <a:pt x="7667" y="3412"/>
                  </a:lnTo>
                  <a:lnTo>
                    <a:pt x="6493" y="4439"/>
                  </a:lnTo>
                  <a:lnTo>
                    <a:pt x="5650" y="5173"/>
                  </a:lnTo>
                  <a:lnTo>
                    <a:pt x="4806" y="5870"/>
                  </a:lnTo>
                  <a:lnTo>
                    <a:pt x="4769" y="5870"/>
                  </a:lnTo>
                  <a:lnTo>
                    <a:pt x="4733" y="5907"/>
                  </a:lnTo>
                  <a:lnTo>
                    <a:pt x="4623" y="6017"/>
                  </a:lnTo>
                  <a:lnTo>
                    <a:pt x="3889" y="6567"/>
                  </a:lnTo>
                  <a:lnTo>
                    <a:pt x="3852" y="6567"/>
                  </a:lnTo>
                  <a:lnTo>
                    <a:pt x="3816" y="6604"/>
                  </a:lnTo>
                  <a:lnTo>
                    <a:pt x="3632" y="6714"/>
                  </a:lnTo>
                  <a:lnTo>
                    <a:pt x="3339" y="6897"/>
                  </a:lnTo>
                  <a:lnTo>
                    <a:pt x="3155" y="7007"/>
                  </a:lnTo>
                  <a:lnTo>
                    <a:pt x="3045" y="7154"/>
                  </a:lnTo>
                  <a:lnTo>
                    <a:pt x="2972" y="7117"/>
                  </a:lnTo>
                  <a:lnTo>
                    <a:pt x="2605" y="6824"/>
                  </a:lnTo>
                  <a:lnTo>
                    <a:pt x="2312" y="6457"/>
                  </a:lnTo>
                  <a:lnTo>
                    <a:pt x="2128" y="6274"/>
                  </a:lnTo>
                  <a:lnTo>
                    <a:pt x="1945" y="6090"/>
                  </a:lnTo>
                  <a:lnTo>
                    <a:pt x="2202" y="5943"/>
                  </a:lnTo>
                  <a:lnTo>
                    <a:pt x="2458" y="5723"/>
                  </a:lnTo>
                  <a:lnTo>
                    <a:pt x="2605" y="5943"/>
                  </a:lnTo>
                  <a:lnTo>
                    <a:pt x="2825" y="6127"/>
                  </a:lnTo>
                  <a:lnTo>
                    <a:pt x="2935" y="6200"/>
                  </a:lnTo>
                  <a:lnTo>
                    <a:pt x="3082" y="6237"/>
                  </a:lnTo>
                  <a:lnTo>
                    <a:pt x="3229" y="6237"/>
                  </a:lnTo>
                  <a:lnTo>
                    <a:pt x="3339" y="6127"/>
                  </a:lnTo>
                  <a:lnTo>
                    <a:pt x="3375" y="6090"/>
                  </a:lnTo>
                  <a:lnTo>
                    <a:pt x="3412" y="6017"/>
                  </a:lnTo>
                  <a:lnTo>
                    <a:pt x="3375" y="5870"/>
                  </a:lnTo>
                  <a:lnTo>
                    <a:pt x="3339" y="5797"/>
                  </a:lnTo>
                  <a:lnTo>
                    <a:pt x="3265" y="5760"/>
                  </a:lnTo>
                  <a:lnTo>
                    <a:pt x="3119" y="5760"/>
                  </a:lnTo>
                  <a:lnTo>
                    <a:pt x="3082" y="5797"/>
                  </a:lnTo>
                  <a:lnTo>
                    <a:pt x="3082" y="5760"/>
                  </a:lnTo>
                  <a:lnTo>
                    <a:pt x="2935" y="5650"/>
                  </a:lnTo>
                  <a:lnTo>
                    <a:pt x="2752" y="5503"/>
                  </a:lnTo>
                  <a:lnTo>
                    <a:pt x="2825" y="5430"/>
                  </a:lnTo>
                  <a:lnTo>
                    <a:pt x="3302" y="4990"/>
                  </a:lnTo>
                  <a:lnTo>
                    <a:pt x="3375" y="5173"/>
                  </a:lnTo>
                  <a:lnTo>
                    <a:pt x="3449" y="5283"/>
                  </a:lnTo>
                  <a:lnTo>
                    <a:pt x="3559" y="5393"/>
                  </a:lnTo>
                  <a:lnTo>
                    <a:pt x="3669" y="5503"/>
                  </a:lnTo>
                  <a:lnTo>
                    <a:pt x="3816" y="5540"/>
                  </a:lnTo>
                  <a:lnTo>
                    <a:pt x="3926" y="5540"/>
                  </a:lnTo>
                  <a:lnTo>
                    <a:pt x="3999" y="5467"/>
                  </a:lnTo>
                  <a:lnTo>
                    <a:pt x="4036" y="5393"/>
                  </a:lnTo>
                  <a:lnTo>
                    <a:pt x="4036" y="5283"/>
                  </a:lnTo>
                  <a:lnTo>
                    <a:pt x="3889" y="5136"/>
                  </a:lnTo>
                  <a:lnTo>
                    <a:pt x="3742" y="4990"/>
                  </a:lnTo>
                  <a:lnTo>
                    <a:pt x="3632" y="4843"/>
                  </a:lnTo>
                  <a:lnTo>
                    <a:pt x="3595" y="4770"/>
                  </a:lnTo>
                  <a:lnTo>
                    <a:pt x="3595" y="4733"/>
                  </a:lnTo>
                  <a:lnTo>
                    <a:pt x="3926" y="4439"/>
                  </a:lnTo>
                  <a:lnTo>
                    <a:pt x="4146" y="4256"/>
                  </a:lnTo>
                  <a:lnTo>
                    <a:pt x="4182" y="4403"/>
                  </a:lnTo>
                  <a:lnTo>
                    <a:pt x="4256" y="4513"/>
                  </a:lnTo>
                  <a:lnTo>
                    <a:pt x="4329" y="4623"/>
                  </a:lnTo>
                  <a:lnTo>
                    <a:pt x="4439" y="4770"/>
                  </a:lnTo>
                  <a:lnTo>
                    <a:pt x="4586" y="4843"/>
                  </a:lnTo>
                  <a:lnTo>
                    <a:pt x="4696" y="4880"/>
                  </a:lnTo>
                  <a:lnTo>
                    <a:pt x="4806" y="4843"/>
                  </a:lnTo>
                  <a:lnTo>
                    <a:pt x="4843" y="4770"/>
                  </a:lnTo>
                  <a:lnTo>
                    <a:pt x="4879" y="4733"/>
                  </a:lnTo>
                  <a:lnTo>
                    <a:pt x="4879" y="4623"/>
                  </a:lnTo>
                  <a:lnTo>
                    <a:pt x="4843" y="4549"/>
                  </a:lnTo>
                  <a:lnTo>
                    <a:pt x="4769" y="4476"/>
                  </a:lnTo>
                  <a:lnTo>
                    <a:pt x="4623" y="4329"/>
                  </a:lnTo>
                  <a:lnTo>
                    <a:pt x="4513" y="4219"/>
                  </a:lnTo>
                  <a:lnTo>
                    <a:pt x="4476" y="4073"/>
                  </a:lnTo>
                  <a:lnTo>
                    <a:pt x="4476" y="3999"/>
                  </a:lnTo>
                  <a:lnTo>
                    <a:pt x="4989" y="3522"/>
                  </a:lnTo>
                  <a:lnTo>
                    <a:pt x="5063" y="3632"/>
                  </a:lnTo>
                  <a:lnTo>
                    <a:pt x="5173" y="3853"/>
                  </a:lnTo>
                  <a:lnTo>
                    <a:pt x="5356" y="4036"/>
                  </a:lnTo>
                  <a:lnTo>
                    <a:pt x="5430" y="4073"/>
                  </a:lnTo>
                  <a:lnTo>
                    <a:pt x="5503" y="4109"/>
                  </a:lnTo>
                  <a:lnTo>
                    <a:pt x="5576" y="4073"/>
                  </a:lnTo>
                  <a:lnTo>
                    <a:pt x="5650" y="4036"/>
                  </a:lnTo>
                  <a:lnTo>
                    <a:pt x="5686" y="3963"/>
                  </a:lnTo>
                  <a:lnTo>
                    <a:pt x="5686" y="3926"/>
                  </a:lnTo>
                  <a:lnTo>
                    <a:pt x="5686" y="3853"/>
                  </a:lnTo>
                  <a:lnTo>
                    <a:pt x="5650" y="3779"/>
                  </a:lnTo>
                  <a:lnTo>
                    <a:pt x="5246" y="3302"/>
                  </a:lnTo>
                  <a:lnTo>
                    <a:pt x="5980" y="2642"/>
                  </a:lnTo>
                  <a:lnTo>
                    <a:pt x="6016" y="2715"/>
                  </a:lnTo>
                  <a:lnTo>
                    <a:pt x="6163" y="3082"/>
                  </a:lnTo>
                  <a:lnTo>
                    <a:pt x="6200" y="3156"/>
                  </a:lnTo>
                  <a:lnTo>
                    <a:pt x="6237" y="3192"/>
                  </a:lnTo>
                  <a:lnTo>
                    <a:pt x="6383" y="3192"/>
                  </a:lnTo>
                  <a:lnTo>
                    <a:pt x="6457" y="3156"/>
                  </a:lnTo>
                  <a:lnTo>
                    <a:pt x="6493" y="3082"/>
                  </a:lnTo>
                  <a:lnTo>
                    <a:pt x="6530" y="3009"/>
                  </a:lnTo>
                  <a:lnTo>
                    <a:pt x="6493" y="2936"/>
                  </a:lnTo>
                  <a:lnTo>
                    <a:pt x="6383" y="2605"/>
                  </a:lnTo>
                  <a:lnTo>
                    <a:pt x="6273" y="2422"/>
                  </a:lnTo>
                  <a:lnTo>
                    <a:pt x="7007" y="1725"/>
                  </a:lnTo>
                  <a:lnTo>
                    <a:pt x="7044" y="1945"/>
                  </a:lnTo>
                  <a:lnTo>
                    <a:pt x="7080" y="2129"/>
                  </a:lnTo>
                  <a:lnTo>
                    <a:pt x="7154" y="2349"/>
                  </a:lnTo>
                  <a:lnTo>
                    <a:pt x="7227" y="2532"/>
                  </a:lnTo>
                  <a:lnTo>
                    <a:pt x="7300" y="2605"/>
                  </a:lnTo>
                  <a:lnTo>
                    <a:pt x="7410" y="2642"/>
                  </a:lnTo>
                  <a:lnTo>
                    <a:pt x="7557" y="2569"/>
                  </a:lnTo>
                  <a:lnTo>
                    <a:pt x="7630" y="2495"/>
                  </a:lnTo>
                  <a:lnTo>
                    <a:pt x="7667" y="2385"/>
                  </a:lnTo>
                  <a:lnTo>
                    <a:pt x="7667" y="2312"/>
                  </a:lnTo>
                  <a:lnTo>
                    <a:pt x="7630" y="2239"/>
                  </a:lnTo>
                  <a:lnTo>
                    <a:pt x="7557" y="2165"/>
                  </a:lnTo>
                  <a:lnTo>
                    <a:pt x="7484" y="2165"/>
                  </a:lnTo>
                  <a:lnTo>
                    <a:pt x="7337" y="1835"/>
                  </a:lnTo>
                  <a:lnTo>
                    <a:pt x="7227" y="1542"/>
                  </a:lnTo>
                  <a:lnTo>
                    <a:pt x="7740" y="1101"/>
                  </a:lnTo>
                  <a:lnTo>
                    <a:pt x="8217" y="735"/>
                  </a:lnTo>
                  <a:lnTo>
                    <a:pt x="8364" y="625"/>
                  </a:lnTo>
                  <a:lnTo>
                    <a:pt x="8511" y="551"/>
                  </a:lnTo>
                  <a:lnTo>
                    <a:pt x="8841" y="478"/>
                  </a:lnTo>
                  <a:close/>
                  <a:moveTo>
                    <a:pt x="3485" y="7264"/>
                  </a:moveTo>
                  <a:lnTo>
                    <a:pt x="3449" y="7447"/>
                  </a:lnTo>
                  <a:lnTo>
                    <a:pt x="3302" y="7337"/>
                  </a:lnTo>
                  <a:lnTo>
                    <a:pt x="3485" y="7264"/>
                  </a:lnTo>
                  <a:close/>
                  <a:moveTo>
                    <a:pt x="5099" y="6163"/>
                  </a:moveTo>
                  <a:lnTo>
                    <a:pt x="4733" y="7264"/>
                  </a:lnTo>
                  <a:lnTo>
                    <a:pt x="4733" y="7337"/>
                  </a:lnTo>
                  <a:lnTo>
                    <a:pt x="4586" y="7447"/>
                  </a:lnTo>
                  <a:lnTo>
                    <a:pt x="4586" y="7337"/>
                  </a:lnTo>
                  <a:lnTo>
                    <a:pt x="4586" y="7301"/>
                  </a:lnTo>
                  <a:lnTo>
                    <a:pt x="4623" y="6860"/>
                  </a:lnTo>
                  <a:lnTo>
                    <a:pt x="4733" y="6457"/>
                  </a:lnTo>
                  <a:lnTo>
                    <a:pt x="5026" y="6237"/>
                  </a:lnTo>
                  <a:lnTo>
                    <a:pt x="5099" y="6163"/>
                  </a:lnTo>
                  <a:close/>
                  <a:moveTo>
                    <a:pt x="4292" y="6750"/>
                  </a:moveTo>
                  <a:lnTo>
                    <a:pt x="4219" y="7117"/>
                  </a:lnTo>
                  <a:lnTo>
                    <a:pt x="4219" y="7484"/>
                  </a:lnTo>
                  <a:lnTo>
                    <a:pt x="4219" y="7594"/>
                  </a:lnTo>
                  <a:lnTo>
                    <a:pt x="4292" y="7631"/>
                  </a:lnTo>
                  <a:lnTo>
                    <a:pt x="3889" y="7924"/>
                  </a:lnTo>
                  <a:lnTo>
                    <a:pt x="3816" y="7851"/>
                  </a:lnTo>
                  <a:lnTo>
                    <a:pt x="3889" y="7777"/>
                  </a:lnTo>
                  <a:lnTo>
                    <a:pt x="3926" y="7667"/>
                  </a:lnTo>
                  <a:lnTo>
                    <a:pt x="3926" y="7594"/>
                  </a:lnTo>
                  <a:lnTo>
                    <a:pt x="3889" y="7521"/>
                  </a:lnTo>
                  <a:lnTo>
                    <a:pt x="3852" y="7484"/>
                  </a:lnTo>
                  <a:lnTo>
                    <a:pt x="3816" y="7484"/>
                  </a:lnTo>
                  <a:lnTo>
                    <a:pt x="3889" y="7227"/>
                  </a:lnTo>
                  <a:lnTo>
                    <a:pt x="3926" y="7007"/>
                  </a:lnTo>
                  <a:lnTo>
                    <a:pt x="3926" y="6970"/>
                  </a:lnTo>
                  <a:lnTo>
                    <a:pt x="4292" y="6750"/>
                  </a:lnTo>
                  <a:close/>
                  <a:moveTo>
                    <a:pt x="1101" y="6127"/>
                  </a:moveTo>
                  <a:lnTo>
                    <a:pt x="1358" y="6200"/>
                  </a:lnTo>
                  <a:lnTo>
                    <a:pt x="1578" y="6310"/>
                  </a:lnTo>
                  <a:lnTo>
                    <a:pt x="1761" y="6457"/>
                  </a:lnTo>
                  <a:lnTo>
                    <a:pt x="1945" y="6677"/>
                  </a:lnTo>
                  <a:lnTo>
                    <a:pt x="2312" y="7081"/>
                  </a:lnTo>
                  <a:lnTo>
                    <a:pt x="2715" y="7447"/>
                  </a:lnTo>
                  <a:lnTo>
                    <a:pt x="3155" y="7777"/>
                  </a:lnTo>
                  <a:lnTo>
                    <a:pt x="3339" y="7961"/>
                  </a:lnTo>
                  <a:lnTo>
                    <a:pt x="3522" y="8144"/>
                  </a:lnTo>
                  <a:lnTo>
                    <a:pt x="3522" y="8181"/>
                  </a:lnTo>
                  <a:lnTo>
                    <a:pt x="3485" y="8291"/>
                  </a:lnTo>
                  <a:lnTo>
                    <a:pt x="3485" y="8401"/>
                  </a:lnTo>
                  <a:lnTo>
                    <a:pt x="3559" y="8474"/>
                  </a:lnTo>
                  <a:lnTo>
                    <a:pt x="3669" y="8511"/>
                  </a:lnTo>
                  <a:lnTo>
                    <a:pt x="3669" y="8621"/>
                  </a:lnTo>
                  <a:lnTo>
                    <a:pt x="3669" y="8658"/>
                  </a:lnTo>
                  <a:lnTo>
                    <a:pt x="3595" y="8695"/>
                  </a:lnTo>
                  <a:lnTo>
                    <a:pt x="3229" y="8731"/>
                  </a:lnTo>
                  <a:lnTo>
                    <a:pt x="3009" y="8474"/>
                  </a:lnTo>
                  <a:lnTo>
                    <a:pt x="2825" y="8254"/>
                  </a:lnTo>
                  <a:lnTo>
                    <a:pt x="2165" y="7484"/>
                  </a:lnTo>
                  <a:lnTo>
                    <a:pt x="1615" y="6897"/>
                  </a:lnTo>
                  <a:lnTo>
                    <a:pt x="1321" y="6604"/>
                  </a:lnTo>
                  <a:lnTo>
                    <a:pt x="1174" y="6494"/>
                  </a:lnTo>
                  <a:lnTo>
                    <a:pt x="991" y="6420"/>
                  </a:lnTo>
                  <a:lnTo>
                    <a:pt x="1101" y="6127"/>
                  </a:lnTo>
                  <a:close/>
                  <a:moveTo>
                    <a:pt x="8731" y="1"/>
                  </a:moveTo>
                  <a:lnTo>
                    <a:pt x="8474" y="74"/>
                  </a:lnTo>
                  <a:lnTo>
                    <a:pt x="8217" y="184"/>
                  </a:lnTo>
                  <a:lnTo>
                    <a:pt x="7997" y="331"/>
                  </a:lnTo>
                  <a:lnTo>
                    <a:pt x="7777" y="478"/>
                  </a:lnTo>
                  <a:lnTo>
                    <a:pt x="7154" y="1028"/>
                  </a:lnTo>
                  <a:lnTo>
                    <a:pt x="6530" y="1578"/>
                  </a:lnTo>
                  <a:lnTo>
                    <a:pt x="4036" y="3779"/>
                  </a:lnTo>
                  <a:lnTo>
                    <a:pt x="2825" y="4843"/>
                  </a:lnTo>
                  <a:lnTo>
                    <a:pt x="2312" y="5283"/>
                  </a:lnTo>
                  <a:lnTo>
                    <a:pt x="2092" y="5540"/>
                  </a:lnTo>
                  <a:lnTo>
                    <a:pt x="1871" y="5797"/>
                  </a:lnTo>
                  <a:lnTo>
                    <a:pt x="1761" y="5833"/>
                  </a:lnTo>
                  <a:lnTo>
                    <a:pt x="1725" y="5943"/>
                  </a:lnTo>
                  <a:lnTo>
                    <a:pt x="1541" y="5833"/>
                  </a:lnTo>
                  <a:lnTo>
                    <a:pt x="1358" y="5797"/>
                  </a:lnTo>
                  <a:lnTo>
                    <a:pt x="1174" y="5760"/>
                  </a:lnTo>
                  <a:lnTo>
                    <a:pt x="954" y="5760"/>
                  </a:lnTo>
                  <a:lnTo>
                    <a:pt x="844" y="5797"/>
                  </a:lnTo>
                  <a:lnTo>
                    <a:pt x="771" y="5907"/>
                  </a:lnTo>
                  <a:lnTo>
                    <a:pt x="624" y="6420"/>
                  </a:lnTo>
                  <a:lnTo>
                    <a:pt x="624" y="6494"/>
                  </a:lnTo>
                  <a:lnTo>
                    <a:pt x="661" y="6567"/>
                  </a:lnTo>
                  <a:lnTo>
                    <a:pt x="698" y="6604"/>
                  </a:lnTo>
                  <a:lnTo>
                    <a:pt x="771" y="6640"/>
                  </a:lnTo>
                  <a:lnTo>
                    <a:pt x="918" y="6860"/>
                  </a:lnTo>
                  <a:lnTo>
                    <a:pt x="1101" y="7081"/>
                  </a:lnTo>
                  <a:lnTo>
                    <a:pt x="1505" y="7484"/>
                  </a:lnTo>
                  <a:lnTo>
                    <a:pt x="2385" y="8511"/>
                  </a:lnTo>
                  <a:lnTo>
                    <a:pt x="2715" y="8951"/>
                  </a:lnTo>
                  <a:lnTo>
                    <a:pt x="2935" y="9171"/>
                  </a:lnTo>
                  <a:lnTo>
                    <a:pt x="3155" y="9318"/>
                  </a:lnTo>
                  <a:lnTo>
                    <a:pt x="3302" y="9355"/>
                  </a:lnTo>
                  <a:lnTo>
                    <a:pt x="3412" y="9355"/>
                  </a:lnTo>
                  <a:lnTo>
                    <a:pt x="3522" y="9281"/>
                  </a:lnTo>
                  <a:lnTo>
                    <a:pt x="3595" y="9171"/>
                  </a:lnTo>
                  <a:lnTo>
                    <a:pt x="3816" y="9135"/>
                  </a:lnTo>
                  <a:lnTo>
                    <a:pt x="3962" y="9061"/>
                  </a:lnTo>
                  <a:lnTo>
                    <a:pt x="4072" y="8951"/>
                  </a:lnTo>
                  <a:lnTo>
                    <a:pt x="4146" y="8805"/>
                  </a:lnTo>
                  <a:lnTo>
                    <a:pt x="4146" y="8548"/>
                  </a:lnTo>
                  <a:lnTo>
                    <a:pt x="4109" y="8328"/>
                  </a:lnTo>
                  <a:lnTo>
                    <a:pt x="5320" y="7557"/>
                  </a:lnTo>
                  <a:lnTo>
                    <a:pt x="6530" y="6750"/>
                  </a:lnTo>
                  <a:lnTo>
                    <a:pt x="7667" y="5907"/>
                  </a:lnTo>
                  <a:lnTo>
                    <a:pt x="8804" y="5026"/>
                  </a:lnTo>
                  <a:lnTo>
                    <a:pt x="9281" y="4660"/>
                  </a:lnTo>
                  <a:lnTo>
                    <a:pt x="9721" y="4219"/>
                  </a:lnTo>
                  <a:lnTo>
                    <a:pt x="10125" y="3743"/>
                  </a:lnTo>
                  <a:lnTo>
                    <a:pt x="10308" y="3486"/>
                  </a:lnTo>
                  <a:lnTo>
                    <a:pt x="10455" y="3229"/>
                  </a:lnTo>
                  <a:lnTo>
                    <a:pt x="10602" y="2972"/>
                  </a:lnTo>
                  <a:lnTo>
                    <a:pt x="10712" y="2679"/>
                  </a:lnTo>
                  <a:lnTo>
                    <a:pt x="10785" y="2385"/>
                  </a:lnTo>
                  <a:lnTo>
                    <a:pt x="10822" y="2129"/>
                  </a:lnTo>
                  <a:lnTo>
                    <a:pt x="10822" y="1835"/>
                  </a:lnTo>
                  <a:lnTo>
                    <a:pt x="10785" y="1542"/>
                  </a:lnTo>
                  <a:lnTo>
                    <a:pt x="10675" y="1248"/>
                  </a:lnTo>
                  <a:lnTo>
                    <a:pt x="10528" y="955"/>
                  </a:lnTo>
                  <a:lnTo>
                    <a:pt x="10382" y="735"/>
                  </a:lnTo>
                  <a:lnTo>
                    <a:pt x="10198" y="515"/>
                  </a:lnTo>
                  <a:lnTo>
                    <a:pt x="9978" y="368"/>
                  </a:lnTo>
                  <a:lnTo>
                    <a:pt x="9758" y="221"/>
                  </a:lnTo>
                  <a:lnTo>
                    <a:pt x="9501" y="111"/>
                  </a:lnTo>
                  <a:lnTo>
                    <a:pt x="9281" y="38"/>
                  </a:lnTo>
                  <a:lnTo>
                    <a:pt x="8988" y="1"/>
                  </a:lnTo>
                  <a:close/>
                  <a:moveTo>
                    <a:pt x="1981" y="12399"/>
                  </a:moveTo>
                  <a:lnTo>
                    <a:pt x="1981" y="12509"/>
                  </a:lnTo>
                  <a:lnTo>
                    <a:pt x="1981" y="12656"/>
                  </a:lnTo>
                  <a:lnTo>
                    <a:pt x="1908" y="12913"/>
                  </a:lnTo>
                  <a:lnTo>
                    <a:pt x="1798" y="12913"/>
                  </a:lnTo>
                  <a:lnTo>
                    <a:pt x="1871" y="12656"/>
                  </a:lnTo>
                  <a:lnTo>
                    <a:pt x="1981" y="12399"/>
                  </a:lnTo>
                  <a:close/>
                  <a:moveTo>
                    <a:pt x="1651" y="9391"/>
                  </a:moveTo>
                  <a:lnTo>
                    <a:pt x="1688" y="9575"/>
                  </a:lnTo>
                  <a:lnTo>
                    <a:pt x="1908" y="10198"/>
                  </a:lnTo>
                  <a:lnTo>
                    <a:pt x="2348" y="11372"/>
                  </a:lnTo>
                  <a:lnTo>
                    <a:pt x="2422" y="11739"/>
                  </a:lnTo>
                  <a:lnTo>
                    <a:pt x="2458" y="12106"/>
                  </a:lnTo>
                  <a:lnTo>
                    <a:pt x="2422" y="12436"/>
                  </a:lnTo>
                  <a:lnTo>
                    <a:pt x="2348" y="12619"/>
                  </a:lnTo>
                  <a:lnTo>
                    <a:pt x="2275" y="12766"/>
                  </a:lnTo>
                  <a:lnTo>
                    <a:pt x="2312" y="12583"/>
                  </a:lnTo>
                  <a:lnTo>
                    <a:pt x="2275" y="12436"/>
                  </a:lnTo>
                  <a:lnTo>
                    <a:pt x="2202" y="12326"/>
                  </a:lnTo>
                  <a:lnTo>
                    <a:pt x="2128" y="12216"/>
                  </a:lnTo>
                  <a:lnTo>
                    <a:pt x="2018" y="12179"/>
                  </a:lnTo>
                  <a:lnTo>
                    <a:pt x="1871" y="12179"/>
                  </a:lnTo>
                  <a:lnTo>
                    <a:pt x="1835" y="12253"/>
                  </a:lnTo>
                  <a:lnTo>
                    <a:pt x="1835" y="12326"/>
                  </a:lnTo>
                  <a:lnTo>
                    <a:pt x="1578" y="12656"/>
                  </a:lnTo>
                  <a:lnTo>
                    <a:pt x="1505" y="12840"/>
                  </a:lnTo>
                  <a:lnTo>
                    <a:pt x="1431" y="13023"/>
                  </a:lnTo>
                  <a:lnTo>
                    <a:pt x="1358" y="13023"/>
                  </a:lnTo>
                  <a:lnTo>
                    <a:pt x="1578" y="12509"/>
                  </a:lnTo>
                  <a:lnTo>
                    <a:pt x="1761" y="11996"/>
                  </a:lnTo>
                  <a:lnTo>
                    <a:pt x="1761" y="11959"/>
                  </a:lnTo>
                  <a:lnTo>
                    <a:pt x="1725" y="11922"/>
                  </a:lnTo>
                  <a:lnTo>
                    <a:pt x="1688" y="11922"/>
                  </a:lnTo>
                  <a:lnTo>
                    <a:pt x="1651" y="11959"/>
                  </a:lnTo>
                  <a:lnTo>
                    <a:pt x="1321" y="12399"/>
                  </a:lnTo>
                  <a:lnTo>
                    <a:pt x="1028" y="12913"/>
                  </a:lnTo>
                  <a:lnTo>
                    <a:pt x="881" y="12840"/>
                  </a:lnTo>
                  <a:lnTo>
                    <a:pt x="881" y="12729"/>
                  </a:lnTo>
                  <a:lnTo>
                    <a:pt x="1028" y="12436"/>
                  </a:lnTo>
                  <a:lnTo>
                    <a:pt x="1174" y="12143"/>
                  </a:lnTo>
                  <a:lnTo>
                    <a:pt x="1358" y="11849"/>
                  </a:lnTo>
                  <a:lnTo>
                    <a:pt x="1541" y="11556"/>
                  </a:lnTo>
                  <a:lnTo>
                    <a:pt x="1541" y="11519"/>
                  </a:lnTo>
                  <a:lnTo>
                    <a:pt x="1505" y="11482"/>
                  </a:lnTo>
                  <a:lnTo>
                    <a:pt x="1468" y="11519"/>
                  </a:lnTo>
                  <a:lnTo>
                    <a:pt x="1138" y="11812"/>
                  </a:lnTo>
                  <a:lnTo>
                    <a:pt x="954" y="11996"/>
                  </a:lnTo>
                  <a:lnTo>
                    <a:pt x="808" y="12179"/>
                  </a:lnTo>
                  <a:lnTo>
                    <a:pt x="698" y="12399"/>
                  </a:lnTo>
                  <a:lnTo>
                    <a:pt x="588" y="12619"/>
                  </a:lnTo>
                  <a:lnTo>
                    <a:pt x="551" y="12583"/>
                  </a:lnTo>
                  <a:lnTo>
                    <a:pt x="624" y="12473"/>
                  </a:lnTo>
                  <a:lnTo>
                    <a:pt x="661" y="12363"/>
                  </a:lnTo>
                  <a:lnTo>
                    <a:pt x="1138" y="11629"/>
                  </a:lnTo>
                  <a:lnTo>
                    <a:pt x="1321" y="11262"/>
                  </a:lnTo>
                  <a:lnTo>
                    <a:pt x="1468" y="10859"/>
                  </a:lnTo>
                  <a:lnTo>
                    <a:pt x="1431" y="10822"/>
                  </a:lnTo>
                  <a:lnTo>
                    <a:pt x="1395" y="10822"/>
                  </a:lnTo>
                  <a:lnTo>
                    <a:pt x="1064" y="11189"/>
                  </a:lnTo>
                  <a:lnTo>
                    <a:pt x="734" y="11556"/>
                  </a:lnTo>
                  <a:lnTo>
                    <a:pt x="844" y="11372"/>
                  </a:lnTo>
                  <a:lnTo>
                    <a:pt x="1248" y="10749"/>
                  </a:lnTo>
                  <a:lnTo>
                    <a:pt x="1651" y="10125"/>
                  </a:lnTo>
                  <a:lnTo>
                    <a:pt x="1651" y="10052"/>
                  </a:lnTo>
                  <a:lnTo>
                    <a:pt x="1615" y="9978"/>
                  </a:lnTo>
                  <a:lnTo>
                    <a:pt x="1505" y="9978"/>
                  </a:lnTo>
                  <a:lnTo>
                    <a:pt x="1321" y="10162"/>
                  </a:lnTo>
                  <a:lnTo>
                    <a:pt x="1505" y="9795"/>
                  </a:lnTo>
                  <a:lnTo>
                    <a:pt x="1651" y="9391"/>
                  </a:lnTo>
                  <a:close/>
                  <a:moveTo>
                    <a:pt x="1541" y="8768"/>
                  </a:moveTo>
                  <a:lnTo>
                    <a:pt x="1468" y="8805"/>
                  </a:lnTo>
                  <a:lnTo>
                    <a:pt x="1395" y="8915"/>
                  </a:lnTo>
                  <a:lnTo>
                    <a:pt x="1395" y="9025"/>
                  </a:lnTo>
                  <a:lnTo>
                    <a:pt x="1395" y="9061"/>
                  </a:lnTo>
                  <a:lnTo>
                    <a:pt x="1211" y="9355"/>
                  </a:lnTo>
                  <a:lnTo>
                    <a:pt x="1101" y="9648"/>
                  </a:lnTo>
                  <a:lnTo>
                    <a:pt x="661" y="10602"/>
                  </a:lnTo>
                  <a:lnTo>
                    <a:pt x="294" y="11409"/>
                  </a:lnTo>
                  <a:lnTo>
                    <a:pt x="147" y="11812"/>
                  </a:lnTo>
                  <a:lnTo>
                    <a:pt x="37" y="12253"/>
                  </a:lnTo>
                  <a:lnTo>
                    <a:pt x="1" y="12399"/>
                  </a:lnTo>
                  <a:lnTo>
                    <a:pt x="1" y="12509"/>
                  </a:lnTo>
                  <a:lnTo>
                    <a:pt x="74" y="12729"/>
                  </a:lnTo>
                  <a:lnTo>
                    <a:pt x="221" y="12913"/>
                  </a:lnTo>
                  <a:lnTo>
                    <a:pt x="404" y="13096"/>
                  </a:lnTo>
                  <a:lnTo>
                    <a:pt x="441" y="13170"/>
                  </a:lnTo>
                  <a:lnTo>
                    <a:pt x="514" y="13206"/>
                  </a:lnTo>
                  <a:lnTo>
                    <a:pt x="588" y="13243"/>
                  </a:lnTo>
                  <a:lnTo>
                    <a:pt x="661" y="13243"/>
                  </a:lnTo>
                  <a:lnTo>
                    <a:pt x="734" y="13280"/>
                  </a:lnTo>
                  <a:lnTo>
                    <a:pt x="881" y="13353"/>
                  </a:lnTo>
                  <a:lnTo>
                    <a:pt x="954" y="13426"/>
                  </a:lnTo>
                  <a:lnTo>
                    <a:pt x="1101" y="13426"/>
                  </a:lnTo>
                  <a:lnTo>
                    <a:pt x="1431" y="13536"/>
                  </a:lnTo>
                  <a:lnTo>
                    <a:pt x="1468" y="13573"/>
                  </a:lnTo>
                  <a:lnTo>
                    <a:pt x="1688" y="13573"/>
                  </a:lnTo>
                  <a:lnTo>
                    <a:pt x="1908" y="13536"/>
                  </a:lnTo>
                  <a:lnTo>
                    <a:pt x="2128" y="13463"/>
                  </a:lnTo>
                  <a:lnTo>
                    <a:pt x="2312" y="13390"/>
                  </a:lnTo>
                  <a:lnTo>
                    <a:pt x="2495" y="13280"/>
                  </a:lnTo>
                  <a:lnTo>
                    <a:pt x="2605" y="13133"/>
                  </a:lnTo>
                  <a:lnTo>
                    <a:pt x="2715" y="12986"/>
                  </a:lnTo>
                  <a:lnTo>
                    <a:pt x="2788" y="12840"/>
                  </a:lnTo>
                  <a:lnTo>
                    <a:pt x="2862" y="12693"/>
                  </a:lnTo>
                  <a:lnTo>
                    <a:pt x="2935" y="12326"/>
                  </a:lnTo>
                  <a:lnTo>
                    <a:pt x="2935" y="11959"/>
                  </a:lnTo>
                  <a:lnTo>
                    <a:pt x="2862" y="11592"/>
                  </a:lnTo>
                  <a:lnTo>
                    <a:pt x="2788" y="11226"/>
                  </a:lnTo>
                  <a:lnTo>
                    <a:pt x="2678" y="10895"/>
                  </a:lnTo>
                  <a:lnTo>
                    <a:pt x="2055" y="9061"/>
                  </a:lnTo>
                  <a:lnTo>
                    <a:pt x="1981" y="8951"/>
                  </a:lnTo>
                  <a:lnTo>
                    <a:pt x="1871" y="8878"/>
                  </a:lnTo>
                  <a:lnTo>
                    <a:pt x="1761" y="8805"/>
                  </a:lnTo>
                  <a:lnTo>
                    <a:pt x="1651" y="8768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4" name="Google Shape;312;p5">
              <a:extLst>
                <a:ext uri="{FF2B5EF4-FFF2-40B4-BE49-F238E27FC236}">
                  <a16:creationId xmlns:a16="http://schemas.microsoft.com/office/drawing/2014/main" id="{7EFC3596-3961-491F-82FD-4A6D7EAA0B4D}"/>
                </a:ext>
              </a:extLst>
            </p:cNvPr>
            <p:cNvSpPr/>
            <p:nvPr/>
          </p:nvSpPr>
          <p:spPr>
            <a:xfrm>
              <a:off x="6351100" y="3281600"/>
              <a:ext cx="366850" cy="361350"/>
            </a:xfrm>
            <a:custGeom>
              <a:avLst/>
              <a:gdLst/>
              <a:ahLst/>
              <a:cxnLst/>
              <a:rect l="l" t="t" r="r" b="b"/>
              <a:pathLst>
                <a:path w="14674" h="14454" extrusionOk="0">
                  <a:moveTo>
                    <a:pt x="7887" y="3779"/>
                  </a:moveTo>
                  <a:lnTo>
                    <a:pt x="7961" y="3816"/>
                  </a:lnTo>
                  <a:lnTo>
                    <a:pt x="8071" y="3889"/>
                  </a:lnTo>
                  <a:lnTo>
                    <a:pt x="8218" y="4072"/>
                  </a:lnTo>
                  <a:lnTo>
                    <a:pt x="8291" y="4292"/>
                  </a:lnTo>
                  <a:lnTo>
                    <a:pt x="8364" y="4513"/>
                  </a:lnTo>
                  <a:lnTo>
                    <a:pt x="8401" y="4696"/>
                  </a:lnTo>
                  <a:lnTo>
                    <a:pt x="8401" y="4916"/>
                  </a:lnTo>
                  <a:lnTo>
                    <a:pt x="8401" y="5099"/>
                  </a:lnTo>
                  <a:lnTo>
                    <a:pt x="8291" y="5283"/>
                  </a:lnTo>
                  <a:lnTo>
                    <a:pt x="8144" y="4659"/>
                  </a:lnTo>
                  <a:lnTo>
                    <a:pt x="8034" y="4219"/>
                  </a:lnTo>
                  <a:lnTo>
                    <a:pt x="7961" y="3999"/>
                  </a:lnTo>
                  <a:lnTo>
                    <a:pt x="7887" y="3779"/>
                  </a:lnTo>
                  <a:close/>
                  <a:moveTo>
                    <a:pt x="4329" y="5063"/>
                  </a:moveTo>
                  <a:lnTo>
                    <a:pt x="4476" y="5209"/>
                  </a:lnTo>
                  <a:lnTo>
                    <a:pt x="4586" y="5356"/>
                  </a:lnTo>
                  <a:lnTo>
                    <a:pt x="4696" y="5503"/>
                  </a:lnTo>
                  <a:lnTo>
                    <a:pt x="4769" y="5686"/>
                  </a:lnTo>
                  <a:lnTo>
                    <a:pt x="4769" y="5870"/>
                  </a:lnTo>
                  <a:lnTo>
                    <a:pt x="4769" y="6053"/>
                  </a:lnTo>
                  <a:lnTo>
                    <a:pt x="4659" y="6126"/>
                  </a:lnTo>
                  <a:lnTo>
                    <a:pt x="4549" y="6237"/>
                  </a:lnTo>
                  <a:lnTo>
                    <a:pt x="4439" y="5980"/>
                  </a:lnTo>
                  <a:lnTo>
                    <a:pt x="4329" y="5686"/>
                  </a:lnTo>
                  <a:lnTo>
                    <a:pt x="4293" y="5393"/>
                  </a:lnTo>
                  <a:lnTo>
                    <a:pt x="4293" y="5209"/>
                  </a:lnTo>
                  <a:lnTo>
                    <a:pt x="4293" y="5136"/>
                  </a:lnTo>
                  <a:lnTo>
                    <a:pt x="4329" y="5063"/>
                  </a:lnTo>
                  <a:close/>
                  <a:moveTo>
                    <a:pt x="6604" y="7594"/>
                  </a:moveTo>
                  <a:lnTo>
                    <a:pt x="6714" y="7667"/>
                  </a:lnTo>
                  <a:lnTo>
                    <a:pt x="6787" y="7814"/>
                  </a:lnTo>
                  <a:lnTo>
                    <a:pt x="6934" y="8071"/>
                  </a:lnTo>
                  <a:lnTo>
                    <a:pt x="7337" y="8694"/>
                  </a:lnTo>
                  <a:lnTo>
                    <a:pt x="7117" y="8878"/>
                  </a:lnTo>
                  <a:lnTo>
                    <a:pt x="7080" y="8768"/>
                  </a:lnTo>
                  <a:lnTo>
                    <a:pt x="6860" y="8474"/>
                  </a:lnTo>
                  <a:lnTo>
                    <a:pt x="6677" y="8144"/>
                  </a:lnTo>
                  <a:lnTo>
                    <a:pt x="6567" y="7887"/>
                  </a:lnTo>
                  <a:lnTo>
                    <a:pt x="6420" y="7667"/>
                  </a:lnTo>
                  <a:lnTo>
                    <a:pt x="6604" y="7594"/>
                  </a:lnTo>
                  <a:close/>
                  <a:moveTo>
                    <a:pt x="5283" y="8107"/>
                  </a:moveTo>
                  <a:lnTo>
                    <a:pt x="5356" y="8144"/>
                  </a:lnTo>
                  <a:lnTo>
                    <a:pt x="5833" y="9428"/>
                  </a:lnTo>
                  <a:lnTo>
                    <a:pt x="5650" y="9501"/>
                  </a:lnTo>
                  <a:lnTo>
                    <a:pt x="5686" y="9318"/>
                  </a:lnTo>
                  <a:lnTo>
                    <a:pt x="5650" y="9208"/>
                  </a:lnTo>
                  <a:lnTo>
                    <a:pt x="5613" y="9061"/>
                  </a:lnTo>
                  <a:lnTo>
                    <a:pt x="5503" y="8768"/>
                  </a:lnTo>
                  <a:lnTo>
                    <a:pt x="5246" y="8107"/>
                  </a:lnTo>
                  <a:close/>
                  <a:moveTo>
                    <a:pt x="7337" y="9905"/>
                  </a:moveTo>
                  <a:lnTo>
                    <a:pt x="7337" y="10235"/>
                  </a:lnTo>
                  <a:lnTo>
                    <a:pt x="7190" y="9978"/>
                  </a:lnTo>
                  <a:lnTo>
                    <a:pt x="7337" y="9905"/>
                  </a:lnTo>
                  <a:close/>
                  <a:moveTo>
                    <a:pt x="9721" y="9061"/>
                  </a:moveTo>
                  <a:lnTo>
                    <a:pt x="9832" y="9281"/>
                  </a:lnTo>
                  <a:lnTo>
                    <a:pt x="9942" y="9501"/>
                  </a:lnTo>
                  <a:lnTo>
                    <a:pt x="10052" y="9685"/>
                  </a:lnTo>
                  <a:lnTo>
                    <a:pt x="10162" y="9868"/>
                  </a:lnTo>
                  <a:lnTo>
                    <a:pt x="10198" y="10015"/>
                  </a:lnTo>
                  <a:lnTo>
                    <a:pt x="10198" y="10161"/>
                  </a:lnTo>
                  <a:lnTo>
                    <a:pt x="10198" y="10308"/>
                  </a:lnTo>
                  <a:lnTo>
                    <a:pt x="10125" y="10455"/>
                  </a:lnTo>
                  <a:lnTo>
                    <a:pt x="10052" y="10345"/>
                  </a:lnTo>
                  <a:lnTo>
                    <a:pt x="9978" y="10308"/>
                  </a:lnTo>
                  <a:lnTo>
                    <a:pt x="9758" y="9758"/>
                  </a:lnTo>
                  <a:lnTo>
                    <a:pt x="9685" y="9464"/>
                  </a:lnTo>
                  <a:lnTo>
                    <a:pt x="9575" y="9171"/>
                  </a:lnTo>
                  <a:lnTo>
                    <a:pt x="9648" y="9134"/>
                  </a:lnTo>
                  <a:lnTo>
                    <a:pt x="9721" y="9061"/>
                  </a:lnTo>
                  <a:close/>
                  <a:moveTo>
                    <a:pt x="7667" y="9758"/>
                  </a:moveTo>
                  <a:lnTo>
                    <a:pt x="7777" y="9795"/>
                  </a:lnTo>
                  <a:lnTo>
                    <a:pt x="7924" y="9868"/>
                  </a:lnTo>
                  <a:lnTo>
                    <a:pt x="8071" y="10015"/>
                  </a:lnTo>
                  <a:lnTo>
                    <a:pt x="8181" y="10235"/>
                  </a:lnTo>
                  <a:lnTo>
                    <a:pt x="8291" y="10638"/>
                  </a:lnTo>
                  <a:lnTo>
                    <a:pt x="8328" y="10822"/>
                  </a:lnTo>
                  <a:lnTo>
                    <a:pt x="8328" y="10968"/>
                  </a:lnTo>
                  <a:lnTo>
                    <a:pt x="8291" y="11115"/>
                  </a:lnTo>
                  <a:lnTo>
                    <a:pt x="8181" y="11189"/>
                  </a:lnTo>
                  <a:lnTo>
                    <a:pt x="8181" y="11115"/>
                  </a:lnTo>
                  <a:lnTo>
                    <a:pt x="8144" y="11005"/>
                  </a:lnTo>
                  <a:lnTo>
                    <a:pt x="8071" y="10968"/>
                  </a:lnTo>
                  <a:lnTo>
                    <a:pt x="7997" y="10895"/>
                  </a:lnTo>
                  <a:lnTo>
                    <a:pt x="7887" y="10675"/>
                  </a:lnTo>
                  <a:lnTo>
                    <a:pt x="7814" y="10382"/>
                  </a:lnTo>
                  <a:lnTo>
                    <a:pt x="7741" y="9831"/>
                  </a:lnTo>
                  <a:lnTo>
                    <a:pt x="7667" y="9758"/>
                  </a:lnTo>
                  <a:close/>
                  <a:moveTo>
                    <a:pt x="10162" y="1321"/>
                  </a:moveTo>
                  <a:lnTo>
                    <a:pt x="10198" y="1541"/>
                  </a:lnTo>
                  <a:lnTo>
                    <a:pt x="10272" y="1725"/>
                  </a:lnTo>
                  <a:lnTo>
                    <a:pt x="10455" y="2092"/>
                  </a:lnTo>
                  <a:lnTo>
                    <a:pt x="10932" y="3229"/>
                  </a:lnTo>
                  <a:lnTo>
                    <a:pt x="10969" y="3302"/>
                  </a:lnTo>
                  <a:lnTo>
                    <a:pt x="10749" y="3375"/>
                  </a:lnTo>
                  <a:lnTo>
                    <a:pt x="10528" y="3449"/>
                  </a:lnTo>
                  <a:lnTo>
                    <a:pt x="9758" y="3742"/>
                  </a:lnTo>
                  <a:lnTo>
                    <a:pt x="8988" y="4146"/>
                  </a:lnTo>
                  <a:lnTo>
                    <a:pt x="8841" y="4219"/>
                  </a:lnTo>
                  <a:lnTo>
                    <a:pt x="8731" y="4329"/>
                  </a:lnTo>
                  <a:lnTo>
                    <a:pt x="8658" y="4072"/>
                  </a:lnTo>
                  <a:lnTo>
                    <a:pt x="8511" y="3816"/>
                  </a:lnTo>
                  <a:lnTo>
                    <a:pt x="8364" y="3595"/>
                  </a:lnTo>
                  <a:lnTo>
                    <a:pt x="8254" y="3522"/>
                  </a:lnTo>
                  <a:lnTo>
                    <a:pt x="8144" y="3449"/>
                  </a:lnTo>
                  <a:lnTo>
                    <a:pt x="7997" y="3412"/>
                  </a:lnTo>
                  <a:lnTo>
                    <a:pt x="7851" y="3375"/>
                  </a:lnTo>
                  <a:lnTo>
                    <a:pt x="7777" y="3375"/>
                  </a:lnTo>
                  <a:lnTo>
                    <a:pt x="7704" y="3412"/>
                  </a:lnTo>
                  <a:lnTo>
                    <a:pt x="7667" y="3485"/>
                  </a:lnTo>
                  <a:lnTo>
                    <a:pt x="7667" y="3559"/>
                  </a:lnTo>
                  <a:lnTo>
                    <a:pt x="7484" y="3595"/>
                  </a:lnTo>
                  <a:lnTo>
                    <a:pt x="7337" y="3706"/>
                  </a:lnTo>
                  <a:lnTo>
                    <a:pt x="7190" y="3852"/>
                  </a:lnTo>
                  <a:lnTo>
                    <a:pt x="7044" y="3999"/>
                  </a:lnTo>
                  <a:lnTo>
                    <a:pt x="7007" y="4109"/>
                  </a:lnTo>
                  <a:lnTo>
                    <a:pt x="7044" y="4219"/>
                  </a:lnTo>
                  <a:lnTo>
                    <a:pt x="7264" y="4696"/>
                  </a:lnTo>
                  <a:lnTo>
                    <a:pt x="7080" y="4769"/>
                  </a:lnTo>
                  <a:lnTo>
                    <a:pt x="6310" y="5026"/>
                  </a:lnTo>
                  <a:lnTo>
                    <a:pt x="5576" y="5283"/>
                  </a:lnTo>
                  <a:lnTo>
                    <a:pt x="5320" y="5356"/>
                  </a:lnTo>
                  <a:lnTo>
                    <a:pt x="5210" y="5393"/>
                  </a:lnTo>
                  <a:lnTo>
                    <a:pt x="5136" y="5466"/>
                  </a:lnTo>
                  <a:lnTo>
                    <a:pt x="5100" y="5356"/>
                  </a:lnTo>
                  <a:lnTo>
                    <a:pt x="4916" y="5063"/>
                  </a:lnTo>
                  <a:lnTo>
                    <a:pt x="4806" y="4879"/>
                  </a:lnTo>
                  <a:lnTo>
                    <a:pt x="4659" y="4733"/>
                  </a:lnTo>
                  <a:lnTo>
                    <a:pt x="4513" y="4623"/>
                  </a:lnTo>
                  <a:lnTo>
                    <a:pt x="4329" y="4549"/>
                  </a:lnTo>
                  <a:lnTo>
                    <a:pt x="4183" y="4513"/>
                  </a:lnTo>
                  <a:lnTo>
                    <a:pt x="4036" y="4586"/>
                  </a:lnTo>
                  <a:lnTo>
                    <a:pt x="3852" y="4586"/>
                  </a:lnTo>
                  <a:lnTo>
                    <a:pt x="3779" y="4623"/>
                  </a:lnTo>
                  <a:lnTo>
                    <a:pt x="3742" y="4696"/>
                  </a:lnTo>
                  <a:lnTo>
                    <a:pt x="3706" y="4989"/>
                  </a:lnTo>
                  <a:lnTo>
                    <a:pt x="3706" y="5283"/>
                  </a:lnTo>
                  <a:lnTo>
                    <a:pt x="3742" y="5576"/>
                  </a:lnTo>
                  <a:lnTo>
                    <a:pt x="3816" y="5870"/>
                  </a:lnTo>
                  <a:lnTo>
                    <a:pt x="3596" y="5833"/>
                  </a:lnTo>
                  <a:lnTo>
                    <a:pt x="3376" y="5870"/>
                  </a:lnTo>
                  <a:lnTo>
                    <a:pt x="2972" y="6016"/>
                  </a:lnTo>
                  <a:lnTo>
                    <a:pt x="2422" y="6163"/>
                  </a:lnTo>
                  <a:lnTo>
                    <a:pt x="2165" y="6273"/>
                  </a:lnTo>
                  <a:lnTo>
                    <a:pt x="2055" y="6347"/>
                  </a:lnTo>
                  <a:lnTo>
                    <a:pt x="1945" y="6457"/>
                  </a:lnTo>
                  <a:lnTo>
                    <a:pt x="1945" y="6530"/>
                  </a:lnTo>
                  <a:lnTo>
                    <a:pt x="1982" y="6567"/>
                  </a:lnTo>
                  <a:lnTo>
                    <a:pt x="2238" y="6603"/>
                  </a:lnTo>
                  <a:lnTo>
                    <a:pt x="2459" y="6567"/>
                  </a:lnTo>
                  <a:lnTo>
                    <a:pt x="2972" y="6457"/>
                  </a:lnTo>
                  <a:lnTo>
                    <a:pt x="3449" y="6347"/>
                  </a:lnTo>
                  <a:lnTo>
                    <a:pt x="3706" y="6237"/>
                  </a:lnTo>
                  <a:lnTo>
                    <a:pt x="3816" y="6163"/>
                  </a:lnTo>
                  <a:lnTo>
                    <a:pt x="3889" y="6090"/>
                  </a:lnTo>
                  <a:lnTo>
                    <a:pt x="4073" y="6383"/>
                  </a:lnTo>
                  <a:lnTo>
                    <a:pt x="4256" y="6677"/>
                  </a:lnTo>
                  <a:lnTo>
                    <a:pt x="4293" y="6713"/>
                  </a:lnTo>
                  <a:lnTo>
                    <a:pt x="4366" y="6823"/>
                  </a:lnTo>
                  <a:lnTo>
                    <a:pt x="4549" y="6970"/>
                  </a:lnTo>
                  <a:lnTo>
                    <a:pt x="4659" y="7007"/>
                  </a:lnTo>
                  <a:lnTo>
                    <a:pt x="4733" y="7044"/>
                  </a:lnTo>
                  <a:lnTo>
                    <a:pt x="4806" y="7007"/>
                  </a:lnTo>
                  <a:lnTo>
                    <a:pt x="4879" y="6933"/>
                  </a:lnTo>
                  <a:lnTo>
                    <a:pt x="5063" y="6640"/>
                  </a:lnTo>
                  <a:lnTo>
                    <a:pt x="5173" y="6347"/>
                  </a:lnTo>
                  <a:lnTo>
                    <a:pt x="5210" y="6053"/>
                  </a:lnTo>
                  <a:lnTo>
                    <a:pt x="5210" y="5760"/>
                  </a:lnTo>
                  <a:lnTo>
                    <a:pt x="5320" y="5760"/>
                  </a:lnTo>
                  <a:lnTo>
                    <a:pt x="5430" y="5723"/>
                  </a:lnTo>
                  <a:lnTo>
                    <a:pt x="5686" y="5650"/>
                  </a:lnTo>
                  <a:lnTo>
                    <a:pt x="6457" y="5430"/>
                  </a:lnTo>
                  <a:lnTo>
                    <a:pt x="7190" y="5173"/>
                  </a:lnTo>
                  <a:lnTo>
                    <a:pt x="7447" y="5063"/>
                  </a:lnTo>
                  <a:lnTo>
                    <a:pt x="7631" y="5430"/>
                  </a:lnTo>
                  <a:lnTo>
                    <a:pt x="7704" y="5613"/>
                  </a:lnTo>
                  <a:lnTo>
                    <a:pt x="7814" y="5760"/>
                  </a:lnTo>
                  <a:lnTo>
                    <a:pt x="7924" y="5833"/>
                  </a:lnTo>
                  <a:lnTo>
                    <a:pt x="8218" y="5833"/>
                  </a:lnTo>
                  <a:lnTo>
                    <a:pt x="8328" y="5760"/>
                  </a:lnTo>
                  <a:lnTo>
                    <a:pt x="8548" y="5576"/>
                  </a:lnTo>
                  <a:lnTo>
                    <a:pt x="8731" y="5356"/>
                  </a:lnTo>
                  <a:lnTo>
                    <a:pt x="8804" y="5173"/>
                  </a:lnTo>
                  <a:lnTo>
                    <a:pt x="8841" y="4989"/>
                  </a:lnTo>
                  <a:lnTo>
                    <a:pt x="8841" y="4806"/>
                  </a:lnTo>
                  <a:lnTo>
                    <a:pt x="8804" y="4586"/>
                  </a:lnTo>
                  <a:lnTo>
                    <a:pt x="8914" y="4586"/>
                  </a:lnTo>
                  <a:lnTo>
                    <a:pt x="9061" y="4513"/>
                  </a:lnTo>
                  <a:lnTo>
                    <a:pt x="9942" y="4109"/>
                  </a:lnTo>
                  <a:lnTo>
                    <a:pt x="10639" y="3852"/>
                  </a:lnTo>
                  <a:lnTo>
                    <a:pt x="10895" y="3742"/>
                  </a:lnTo>
                  <a:lnTo>
                    <a:pt x="11115" y="3669"/>
                  </a:lnTo>
                  <a:lnTo>
                    <a:pt x="11519" y="4586"/>
                  </a:lnTo>
                  <a:lnTo>
                    <a:pt x="11849" y="5540"/>
                  </a:lnTo>
                  <a:lnTo>
                    <a:pt x="12069" y="6237"/>
                  </a:lnTo>
                  <a:lnTo>
                    <a:pt x="12032" y="6347"/>
                  </a:lnTo>
                  <a:lnTo>
                    <a:pt x="11996" y="6457"/>
                  </a:lnTo>
                  <a:lnTo>
                    <a:pt x="11959" y="6457"/>
                  </a:lnTo>
                  <a:lnTo>
                    <a:pt x="11592" y="6603"/>
                  </a:lnTo>
                  <a:lnTo>
                    <a:pt x="10969" y="6787"/>
                  </a:lnTo>
                  <a:lnTo>
                    <a:pt x="9685" y="7227"/>
                  </a:lnTo>
                  <a:lnTo>
                    <a:pt x="8438" y="7630"/>
                  </a:lnTo>
                  <a:lnTo>
                    <a:pt x="7887" y="7777"/>
                  </a:lnTo>
                  <a:lnTo>
                    <a:pt x="7631" y="7924"/>
                  </a:lnTo>
                  <a:lnTo>
                    <a:pt x="7521" y="7997"/>
                  </a:lnTo>
                  <a:lnTo>
                    <a:pt x="7447" y="8107"/>
                  </a:lnTo>
                  <a:lnTo>
                    <a:pt x="7447" y="8144"/>
                  </a:lnTo>
                  <a:lnTo>
                    <a:pt x="7631" y="8181"/>
                  </a:lnTo>
                  <a:lnTo>
                    <a:pt x="7997" y="8181"/>
                  </a:lnTo>
                  <a:lnTo>
                    <a:pt x="8181" y="8107"/>
                  </a:lnTo>
                  <a:lnTo>
                    <a:pt x="8914" y="7887"/>
                  </a:lnTo>
                  <a:lnTo>
                    <a:pt x="10565" y="7374"/>
                  </a:lnTo>
                  <a:lnTo>
                    <a:pt x="12216" y="6860"/>
                  </a:lnTo>
                  <a:lnTo>
                    <a:pt x="12289" y="6823"/>
                  </a:lnTo>
                  <a:lnTo>
                    <a:pt x="12546" y="7777"/>
                  </a:lnTo>
                  <a:lnTo>
                    <a:pt x="12766" y="8474"/>
                  </a:lnTo>
                  <a:lnTo>
                    <a:pt x="12729" y="8511"/>
                  </a:lnTo>
                  <a:lnTo>
                    <a:pt x="12693" y="8584"/>
                  </a:lnTo>
                  <a:lnTo>
                    <a:pt x="11629" y="8988"/>
                  </a:lnTo>
                  <a:lnTo>
                    <a:pt x="11042" y="9208"/>
                  </a:lnTo>
                  <a:lnTo>
                    <a:pt x="10859" y="9281"/>
                  </a:lnTo>
                  <a:lnTo>
                    <a:pt x="10749" y="9391"/>
                  </a:lnTo>
                  <a:lnTo>
                    <a:pt x="10455" y="9575"/>
                  </a:lnTo>
                  <a:lnTo>
                    <a:pt x="10455" y="9611"/>
                  </a:lnTo>
                  <a:lnTo>
                    <a:pt x="10418" y="9501"/>
                  </a:lnTo>
                  <a:lnTo>
                    <a:pt x="10198" y="9024"/>
                  </a:lnTo>
                  <a:lnTo>
                    <a:pt x="10052" y="8804"/>
                  </a:lnTo>
                  <a:lnTo>
                    <a:pt x="9942" y="8731"/>
                  </a:lnTo>
                  <a:lnTo>
                    <a:pt x="9832" y="8694"/>
                  </a:lnTo>
                  <a:lnTo>
                    <a:pt x="9758" y="8694"/>
                  </a:lnTo>
                  <a:lnTo>
                    <a:pt x="9721" y="8768"/>
                  </a:lnTo>
                  <a:lnTo>
                    <a:pt x="9685" y="8841"/>
                  </a:lnTo>
                  <a:lnTo>
                    <a:pt x="9501" y="8841"/>
                  </a:lnTo>
                  <a:lnTo>
                    <a:pt x="9355" y="8804"/>
                  </a:lnTo>
                  <a:lnTo>
                    <a:pt x="9208" y="8841"/>
                  </a:lnTo>
                  <a:lnTo>
                    <a:pt x="9061" y="8878"/>
                  </a:lnTo>
                  <a:lnTo>
                    <a:pt x="8988" y="8988"/>
                  </a:lnTo>
                  <a:lnTo>
                    <a:pt x="8914" y="9098"/>
                  </a:lnTo>
                  <a:lnTo>
                    <a:pt x="8914" y="9208"/>
                  </a:lnTo>
                  <a:lnTo>
                    <a:pt x="9025" y="9611"/>
                  </a:lnTo>
                  <a:lnTo>
                    <a:pt x="9135" y="10051"/>
                  </a:lnTo>
                  <a:lnTo>
                    <a:pt x="8694" y="10161"/>
                  </a:lnTo>
                  <a:lnTo>
                    <a:pt x="8658" y="10198"/>
                  </a:lnTo>
                  <a:lnTo>
                    <a:pt x="8621" y="10235"/>
                  </a:lnTo>
                  <a:lnTo>
                    <a:pt x="8584" y="10345"/>
                  </a:lnTo>
                  <a:lnTo>
                    <a:pt x="8511" y="10125"/>
                  </a:lnTo>
                  <a:lnTo>
                    <a:pt x="8401" y="9905"/>
                  </a:lnTo>
                  <a:lnTo>
                    <a:pt x="8254" y="9685"/>
                  </a:lnTo>
                  <a:lnTo>
                    <a:pt x="8034" y="9501"/>
                  </a:lnTo>
                  <a:lnTo>
                    <a:pt x="7777" y="9391"/>
                  </a:lnTo>
                  <a:lnTo>
                    <a:pt x="7557" y="9391"/>
                  </a:lnTo>
                  <a:lnTo>
                    <a:pt x="7411" y="9428"/>
                  </a:lnTo>
                  <a:lnTo>
                    <a:pt x="7300" y="9464"/>
                  </a:lnTo>
                  <a:lnTo>
                    <a:pt x="7190" y="9538"/>
                  </a:lnTo>
                  <a:lnTo>
                    <a:pt x="7080" y="9611"/>
                  </a:lnTo>
                  <a:lnTo>
                    <a:pt x="7044" y="9721"/>
                  </a:lnTo>
                  <a:lnTo>
                    <a:pt x="7007" y="9868"/>
                  </a:lnTo>
                  <a:lnTo>
                    <a:pt x="7044" y="9941"/>
                  </a:lnTo>
                  <a:lnTo>
                    <a:pt x="7117" y="9978"/>
                  </a:lnTo>
                  <a:lnTo>
                    <a:pt x="7044" y="10235"/>
                  </a:lnTo>
                  <a:lnTo>
                    <a:pt x="7080" y="10492"/>
                  </a:lnTo>
                  <a:lnTo>
                    <a:pt x="4806" y="11152"/>
                  </a:lnTo>
                  <a:lnTo>
                    <a:pt x="4219" y="11335"/>
                  </a:lnTo>
                  <a:lnTo>
                    <a:pt x="3632" y="11519"/>
                  </a:lnTo>
                  <a:lnTo>
                    <a:pt x="3449" y="11629"/>
                  </a:lnTo>
                  <a:lnTo>
                    <a:pt x="3192" y="10602"/>
                  </a:lnTo>
                  <a:lnTo>
                    <a:pt x="2862" y="9611"/>
                  </a:lnTo>
                  <a:lnTo>
                    <a:pt x="3339" y="9538"/>
                  </a:lnTo>
                  <a:lnTo>
                    <a:pt x="3816" y="9428"/>
                  </a:lnTo>
                  <a:lnTo>
                    <a:pt x="4769" y="9134"/>
                  </a:lnTo>
                  <a:lnTo>
                    <a:pt x="4843" y="9318"/>
                  </a:lnTo>
                  <a:lnTo>
                    <a:pt x="4953" y="9501"/>
                  </a:lnTo>
                  <a:lnTo>
                    <a:pt x="5063" y="9685"/>
                  </a:lnTo>
                  <a:lnTo>
                    <a:pt x="5246" y="9831"/>
                  </a:lnTo>
                  <a:lnTo>
                    <a:pt x="5356" y="9868"/>
                  </a:lnTo>
                  <a:lnTo>
                    <a:pt x="5466" y="9905"/>
                  </a:lnTo>
                  <a:lnTo>
                    <a:pt x="5613" y="9905"/>
                  </a:lnTo>
                  <a:lnTo>
                    <a:pt x="5723" y="9868"/>
                  </a:lnTo>
                  <a:lnTo>
                    <a:pt x="5980" y="9758"/>
                  </a:lnTo>
                  <a:lnTo>
                    <a:pt x="6163" y="9648"/>
                  </a:lnTo>
                  <a:lnTo>
                    <a:pt x="6237" y="9538"/>
                  </a:lnTo>
                  <a:lnTo>
                    <a:pt x="6273" y="9501"/>
                  </a:lnTo>
                  <a:lnTo>
                    <a:pt x="6237" y="9428"/>
                  </a:lnTo>
                  <a:lnTo>
                    <a:pt x="5980" y="8731"/>
                  </a:lnTo>
                  <a:lnTo>
                    <a:pt x="6200" y="8731"/>
                  </a:lnTo>
                  <a:lnTo>
                    <a:pt x="6383" y="8658"/>
                  </a:lnTo>
                  <a:lnTo>
                    <a:pt x="6604" y="9244"/>
                  </a:lnTo>
                  <a:lnTo>
                    <a:pt x="6677" y="9318"/>
                  </a:lnTo>
                  <a:lnTo>
                    <a:pt x="6714" y="9354"/>
                  </a:lnTo>
                  <a:lnTo>
                    <a:pt x="6787" y="9354"/>
                  </a:lnTo>
                  <a:lnTo>
                    <a:pt x="7044" y="9318"/>
                  </a:lnTo>
                  <a:lnTo>
                    <a:pt x="7300" y="9208"/>
                  </a:lnTo>
                  <a:lnTo>
                    <a:pt x="7521" y="9061"/>
                  </a:lnTo>
                  <a:lnTo>
                    <a:pt x="7704" y="8878"/>
                  </a:lnTo>
                  <a:lnTo>
                    <a:pt x="7741" y="8841"/>
                  </a:lnTo>
                  <a:lnTo>
                    <a:pt x="7777" y="8768"/>
                  </a:lnTo>
                  <a:lnTo>
                    <a:pt x="7741" y="8658"/>
                  </a:lnTo>
                  <a:lnTo>
                    <a:pt x="7264" y="7887"/>
                  </a:lnTo>
                  <a:lnTo>
                    <a:pt x="7080" y="7520"/>
                  </a:lnTo>
                  <a:lnTo>
                    <a:pt x="6970" y="7337"/>
                  </a:lnTo>
                  <a:lnTo>
                    <a:pt x="6824" y="7227"/>
                  </a:lnTo>
                  <a:lnTo>
                    <a:pt x="6640" y="7154"/>
                  </a:lnTo>
                  <a:lnTo>
                    <a:pt x="6457" y="7190"/>
                  </a:lnTo>
                  <a:lnTo>
                    <a:pt x="6383" y="7227"/>
                  </a:lnTo>
                  <a:lnTo>
                    <a:pt x="6310" y="7264"/>
                  </a:lnTo>
                  <a:lnTo>
                    <a:pt x="6237" y="7337"/>
                  </a:lnTo>
                  <a:lnTo>
                    <a:pt x="6200" y="7410"/>
                  </a:lnTo>
                  <a:lnTo>
                    <a:pt x="6017" y="7447"/>
                  </a:lnTo>
                  <a:lnTo>
                    <a:pt x="5980" y="7484"/>
                  </a:lnTo>
                  <a:lnTo>
                    <a:pt x="5943" y="7520"/>
                  </a:lnTo>
                  <a:lnTo>
                    <a:pt x="5907" y="7594"/>
                  </a:lnTo>
                  <a:lnTo>
                    <a:pt x="5907" y="7667"/>
                  </a:lnTo>
                  <a:lnTo>
                    <a:pt x="6200" y="8291"/>
                  </a:lnTo>
                  <a:lnTo>
                    <a:pt x="6163" y="8364"/>
                  </a:lnTo>
                  <a:lnTo>
                    <a:pt x="6127" y="8401"/>
                  </a:lnTo>
                  <a:lnTo>
                    <a:pt x="6090" y="8401"/>
                  </a:lnTo>
                  <a:lnTo>
                    <a:pt x="6053" y="8437"/>
                  </a:lnTo>
                  <a:lnTo>
                    <a:pt x="5943" y="8474"/>
                  </a:lnTo>
                  <a:lnTo>
                    <a:pt x="5907" y="8511"/>
                  </a:lnTo>
                  <a:lnTo>
                    <a:pt x="5613" y="7814"/>
                  </a:lnTo>
                  <a:lnTo>
                    <a:pt x="5576" y="7777"/>
                  </a:lnTo>
                  <a:lnTo>
                    <a:pt x="5540" y="7704"/>
                  </a:lnTo>
                  <a:lnTo>
                    <a:pt x="5393" y="7704"/>
                  </a:lnTo>
                  <a:lnTo>
                    <a:pt x="5356" y="7667"/>
                  </a:lnTo>
                  <a:lnTo>
                    <a:pt x="5173" y="7667"/>
                  </a:lnTo>
                  <a:lnTo>
                    <a:pt x="4990" y="7704"/>
                  </a:lnTo>
                  <a:lnTo>
                    <a:pt x="4843" y="7814"/>
                  </a:lnTo>
                  <a:lnTo>
                    <a:pt x="4733" y="7961"/>
                  </a:lnTo>
                  <a:lnTo>
                    <a:pt x="4659" y="8144"/>
                  </a:lnTo>
                  <a:lnTo>
                    <a:pt x="4623" y="8327"/>
                  </a:lnTo>
                  <a:lnTo>
                    <a:pt x="4623" y="8511"/>
                  </a:lnTo>
                  <a:lnTo>
                    <a:pt x="4623" y="8694"/>
                  </a:lnTo>
                  <a:lnTo>
                    <a:pt x="3669" y="8951"/>
                  </a:lnTo>
                  <a:lnTo>
                    <a:pt x="3229" y="9134"/>
                  </a:lnTo>
                  <a:lnTo>
                    <a:pt x="2752" y="9318"/>
                  </a:lnTo>
                  <a:lnTo>
                    <a:pt x="2348" y="7997"/>
                  </a:lnTo>
                  <a:lnTo>
                    <a:pt x="1908" y="6677"/>
                  </a:lnTo>
                  <a:lnTo>
                    <a:pt x="1541" y="5356"/>
                  </a:lnTo>
                  <a:lnTo>
                    <a:pt x="1395" y="4696"/>
                  </a:lnTo>
                  <a:lnTo>
                    <a:pt x="1285" y="3999"/>
                  </a:lnTo>
                  <a:lnTo>
                    <a:pt x="1505" y="3962"/>
                  </a:lnTo>
                  <a:lnTo>
                    <a:pt x="1725" y="3926"/>
                  </a:lnTo>
                  <a:lnTo>
                    <a:pt x="2165" y="3816"/>
                  </a:lnTo>
                  <a:lnTo>
                    <a:pt x="3302" y="3485"/>
                  </a:lnTo>
                  <a:lnTo>
                    <a:pt x="5760" y="2825"/>
                  </a:lnTo>
                  <a:lnTo>
                    <a:pt x="6934" y="2495"/>
                  </a:lnTo>
                  <a:lnTo>
                    <a:pt x="8071" y="2092"/>
                  </a:lnTo>
                  <a:lnTo>
                    <a:pt x="9135" y="1725"/>
                  </a:lnTo>
                  <a:lnTo>
                    <a:pt x="9758" y="1505"/>
                  </a:lnTo>
                  <a:lnTo>
                    <a:pt x="9978" y="1395"/>
                  </a:lnTo>
                  <a:lnTo>
                    <a:pt x="10088" y="1358"/>
                  </a:lnTo>
                  <a:lnTo>
                    <a:pt x="10162" y="1321"/>
                  </a:lnTo>
                  <a:close/>
                  <a:moveTo>
                    <a:pt x="12876" y="8988"/>
                  </a:moveTo>
                  <a:lnTo>
                    <a:pt x="13023" y="9575"/>
                  </a:lnTo>
                  <a:lnTo>
                    <a:pt x="13096" y="9905"/>
                  </a:lnTo>
                  <a:lnTo>
                    <a:pt x="13206" y="10198"/>
                  </a:lnTo>
                  <a:lnTo>
                    <a:pt x="12619" y="10271"/>
                  </a:lnTo>
                  <a:lnTo>
                    <a:pt x="12069" y="10418"/>
                  </a:lnTo>
                  <a:lnTo>
                    <a:pt x="11519" y="10565"/>
                  </a:lnTo>
                  <a:lnTo>
                    <a:pt x="10969" y="10748"/>
                  </a:lnTo>
                  <a:lnTo>
                    <a:pt x="9685" y="11225"/>
                  </a:lnTo>
                  <a:lnTo>
                    <a:pt x="8438" y="11702"/>
                  </a:lnTo>
                  <a:lnTo>
                    <a:pt x="5980" y="12619"/>
                  </a:lnTo>
                  <a:lnTo>
                    <a:pt x="4879" y="13023"/>
                  </a:lnTo>
                  <a:lnTo>
                    <a:pt x="4329" y="13243"/>
                  </a:lnTo>
                  <a:lnTo>
                    <a:pt x="3816" y="13499"/>
                  </a:lnTo>
                  <a:lnTo>
                    <a:pt x="3669" y="12692"/>
                  </a:lnTo>
                  <a:lnTo>
                    <a:pt x="3522" y="11885"/>
                  </a:lnTo>
                  <a:lnTo>
                    <a:pt x="3742" y="11885"/>
                  </a:lnTo>
                  <a:lnTo>
                    <a:pt x="3999" y="11812"/>
                  </a:lnTo>
                  <a:lnTo>
                    <a:pt x="5173" y="11482"/>
                  </a:lnTo>
                  <a:lnTo>
                    <a:pt x="7190" y="10932"/>
                  </a:lnTo>
                  <a:lnTo>
                    <a:pt x="7374" y="11335"/>
                  </a:lnTo>
                  <a:lnTo>
                    <a:pt x="7594" y="11702"/>
                  </a:lnTo>
                  <a:lnTo>
                    <a:pt x="7631" y="11775"/>
                  </a:lnTo>
                  <a:lnTo>
                    <a:pt x="7814" y="11775"/>
                  </a:lnTo>
                  <a:lnTo>
                    <a:pt x="7887" y="11702"/>
                  </a:lnTo>
                  <a:lnTo>
                    <a:pt x="7961" y="11629"/>
                  </a:lnTo>
                  <a:lnTo>
                    <a:pt x="8107" y="11592"/>
                  </a:lnTo>
                  <a:lnTo>
                    <a:pt x="8401" y="11519"/>
                  </a:lnTo>
                  <a:lnTo>
                    <a:pt x="8474" y="11445"/>
                  </a:lnTo>
                  <a:lnTo>
                    <a:pt x="8548" y="11372"/>
                  </a:lnTo>
                  <a:lnTo>
                    <a:pt x="8658" y="11189"/>
                  </a:lnTo>
                  <a:lnTo>
                    <a:pt x="8694" y="11005"/>
                  </a:lnTo>
                  <a:lnTo>
                    <a:pt x="8694" y="10785"/>
                  </a:lnTo>
                  <a:lnTo>
                    <a:pt x="8658" y="10602"/>
                  </a:lnTo>
                  <a:lnTo>
                    <a:pt x="8621" y="10418"/>
                  </a:lnTo>
                  <a:lnTo>
                    <a:pt x="8658" y="10492"/>
                  </a:lnTo>
                  <a:lnTo>
                    <a:pt x="8768" y="10528"/>
                  </a:lnTo>
                  <a:lnTo>
                    <a:pt x="9025" y="10492"/>
                  </a:lnTo>
                  <a:lnTo>
                    <a:pt x="9281" y="10418"/>
                  </a:lnTo>
                  <a:lnTo>
                    <a:pt x="9428" y="10638"/>
                  </a:lnTo>
                  <a:lnTo>
                    <a:pt x="9611" y="10822"/>
                  </a:lnTo>
                  <a:lnTo>
                    <a:pt x="9758" y="10895"/>
                  </a:lnTo>
                  <a:lnTo>
                    <a:pt x="9942" y="10932"/>
                  </a:lnTo>
                  <a:lnTo>
                    <a:pt x="10088" y="10932"/>
                  </a:lnTo>
                  <a:lnTo>
                    <a:pt x="10235" y="10858"/>
                  </a:lnTo>
                  <a:lnTo>
                    <a:pt x="10382" y="10785"/>
                  </a:lnTo>
                  <a:lnTo>
                    <a:pt x="10492" y="10638"/>
                  </a:lnTo>
                  <a:lnTo>
                    <a:pt x="10565" y="10492"/>
                  </a:lnTo>
                  <a:lnTo>
                    <a:pt x="10602" y="10345"/>
                  </a:lnTo>
                  <a:lnTo>
                    <a:pt x="10639" y="10161"/>
                  </a:lnTo>
                  <a:lnTo>
                    <a:pt x="10602" y="9978"/>
                  </a:lnTo>
                  <a:lnTo>
                    <a:pt x="10492" y="9648"/>
                  </a:lnTo>
                  <a:lnTo>
                    <a:pt x="10749" y="9648"/>
                  </a:lnTo>
                  <a:lnTo>
                    <a:pt x="11005" y="9611"/>
                  </a:lnTo>
                  <a:lnTo>
                    <a:pt x="11629" y="9428"/>
                  </a:lnTo>
                  <a:lnTo>
                    <a:pt x="12876" y="8988"/>
                  </a:lnTo>
                  <a:close/>
                  <a:moveTo>
                    <a:pt x="13206" y="10675"/>
                  </a:moveTo>
                  <a:lnTo>
                    <a:pt x="13096" y="10712"/>
                  </a:lnTo>
                  <a:lnTo>
                    <a:pt x="11592" y="11262"/>
                  </a:lnTo>
                  <a:lnTo>
                    <a:pt x="8731" y="12362"/>
                  </a:lnTo>
                  <a:lnTo>
                    <a:pt x="7300" y="12876"/>
                  </a:lnTo>
                  <a:lnTo>
                    <a:pt x="6604" y="13133"/>
                  </a:lnTo>
                  <a:lnTo>
                    <a:pt x="5870" y="13316"/>
                  </a:lnTo>
                  <a:lnTo>
                    <a:pt x="4696" y="13573"/>
                  </a:lnTo>
                  <a:lnTo>
                    <a:pt x="5393" y="13279"/>
                  </a:lnTo>
                  <a:lnTo>
                    <a:pt x="6090" y="13023"/>
                  </a:lnTo>
                  <a:lnTo>
                    <a:pt x="8438" y="12179"/>
                  </a:lnTo>
                  <a:lnTo>
                    <a:pt x="9611" y="11702"/>
                  </a:lnTo>
                  <a:lnTo>
                    <a:pt x="10822" y="11299"/>
                  </a:lnTo>
                  <a:lnTo>
                    <a:pt x="11409" y="11078"/>
                  </a:lnTo>
                  <a:lnTo>
                    <a:pt x="11996" y="10895"/>
                  </a:lnTo>
                  <a:lnTo>
                    <a:pt x="12619" y="10748"/>
                  </a:lnTo>
                  <a:lnTo>
                    <a:pt x="13206" y="10675"/>
                  </a:lnTo>
                  <a:close/>
                  <a:moveTo>
                    <a:pt x="10492" y="478"/>
                  </a:moveTo>
                  <a:lnTo>
                    <a:pt x="10712" y="1064"/>
                  </a:lnTo>
                  <a:lnTo>
                    <a:pt x="10969" y="1688"/>
                  </a:lnTo>
                  <a:lnTo>
                    <a:pt x="11482" y="2862"/>
                  </a:lnTo>
                  <a:lnTo>
                    <a:pt x="11996" y="4182"/>
                  </a:lnTo>
                  <a:lnTo>
                    <a:pt x="12473" y="5466"/>
                  </a:lnTo>
                  <a:lnTo>
                    <a:pt x="12876" y="6713"/>
                  </a:lnTo>
                  <a:lnTo>
                    <a:pt x="13280" y="7924"/>
                  </a:lnTo>
                  <a:lnTo>
                    <a:pt x="13683" y="9171"/>
                  </a:lnTo>
                  <a:lnTo>
                    <a:pt x="14013" y="10418"/>
                  </a:lnTo>
                  <a:lnTo>
                    <a:pt x="13793" y="10418"/>
                  </a:lnTo>
                  <a:lnTo>
                    <a:pt x="13573" y="10492"/>
                  </a:lnTo>
                  <a:lnTo>
                    <a:pt x="13573" y="10418"/>
                  </a:lnTo>
                  <a:lnTo>
                    <a:pt x="13573" y="10308"/>
                  </a:lnTo>
                  <a:lnTo>
                    <a:pt x="13646" y="10235"/>
                  </a:lnTo>
                  <a:lnTo>
                    <a:pt x="13646" y="10125"/>
                  </a:lnTo>
                  <a:lnTo>
                    <a:pt x="13610" y="9831"/>
                  </a:lnTo>
                  <a:lnTo>
                    <a:pt x="13610" y="9758"/>
                  </a:lnTo>
                  <a:lnTo>
                    <a:pt x="13610" y="9721"/>
                  </a:lnTo>
                  <a:lnTo>
                    <a:pt x="13426" y="9024"/>
                  </a:lnTo>
                  <a:lnTo>
                    <a:pt x="13096" y="7777"/>
                  </a:lnTo>
                  <a:lnTo>
                    <a:pt x="12693" y="6603"/>
                  </a:lnTo>
                  <a:lnTo>
                    <a:pt x="12289" y="5430"/>
                  </a:lnTo>
                  <a:lnTo>
                    <a:pt x="11849" y="4256"/>
                  </a:lnTo>
                  <a:lnTo>
                    <a:pt x="11372" y="3119"/>
                  </a:lnTo>
                  <a:lnTo>
                    <a:pt x="10859" y="1981"/>
                  </a:lnTo>
                  <a:lnTo>
                    <a:pt x="10675" y="1651"/>
                  </a:lnTo>
                  <a:lnTo>
                    <a:pt x="10492" y="1358"/>
                  </a:lnTo>
                  <a:lnTo>
                    <a:pt x="10602" y="1285"/>
                  </a:lnTo>
                  <a:lnTo>
                    <a:pt x="10639" y="1174"/>
                  </a:lnTo>
                  <a:lnTo>
                    <a:pt x="10602" y="1064"/>
                  </a:lnTo>
                  <a:lnTo>
                    <a:pt x="10565" y="991"/>
                  </a:lnTo>
                  <a:lnTo>
                    <a:pt x="10528" y="954"/>
                  </a:lnTo>
                  <a:lnTo>
                    <a:pt x="10455" y="918"/>
                  </a:lnTo>
                  <a:lnTo>
                    <a:pt x="10272" y="881"/>
                  </a:lnTo>
                  <a:lnTo>
                    <a:pt x="10088" y="918"/>
                  </a:lnTo>
                  <a:lnTo>
                    <a:pt x="9391" y="1138"/>
                  </a:lnTo>
                  <a:lnTo>
                    <a:pt x="8658" y="1431"/>
                  </a:lnTo>
                  <a:lnTo>
                    <a:pt x="7924" y="1688"/>
                  </a:lnTo>
                  <a:lnTo>
                    <a:pt x="7190" y="1945"/>
                  </a:lnTo>
                  <a:lnTo>
                    <a:pt x="5650" y="2422"/>
                  </a:lnTo>
                  <a:lnTo>
                    <a:pt x="4109" y="2862"/>
                  </a:lnTo>
                  <a:lnTo>
                    <a:pt x="2569" y="3265"/>
                  </a:lnTo>
                  <a:lnTo>
                    <a:pt x="1762" y="3485"/>
                  </a:lnTo>
                  <a:lnTo>
                    <a:pt x="1358" y="3632"/>
                  </a:lnTo>
                  <a:lnTo>
                    <a:pt x="1175" y="3706"/>
                  </a:lnTo>
                  <a:lnTo>
                    <a:pt x="1028" y="3816"/>
                  </a:lnTo>
                  <a:lnTo>
                    <a:pt x="991" y="3816"/>
                  </a:lnTo>
                  <a:lnTo>
                    <a:pt x="955" y="3889"/>
                  </a:lnTo>
                  <a:lnTo>
                    <a:pt x="918" y="3962"/>
                  </a:lnTo>
                  <a:lnTo>
                    <a:pt x="991" y="4586"/>
                  </a:lnTo>
                  <a:lnTo>
                    <a:pt x="1101" y="5209"/>
                  </a:lnTo>
                  <a:lnTo>
                    <a:pt x="1248" y="5796"/>
                  </a:lnTo>
                  <a:lnTo>
                    <a:pt x="1395" y="6420"/>
                  </a:lnTo>
                  <a:lnTo>
                    <a:pt x="1725" y="7594"/>
                  </a:lnTo>
                  <a:lnTo>
                    <a:pt x="2128" y="8768"/>
                  </a:lnTo>
                  <a:lnTo>
                    <a:pt x="2532" y="9978"/>
                  </a:lnTo>
                  <a:lnTo>
                    <a:pt x="2899" y="11152"/>
                  </a:lnTo>
                  <a:lnTo>
                    <a:pt x="3045" y="11739"/>
                  </a:lnTo>
                  <a:lnTo>
                    <a:pt x="3192" y="12362"/>
                  </a:lnTo>
                  <a:lnTo>
                    <a:pt x="3302" y="12949"/>
                  </a:lnTo>
                  <a:lnTo>
                    <a:pt x="3412" y="13573"/>
                  </a:lnTo>
                  <a:lnTo>
                    <a:pt x="3412" y="13683"/>
                  </a:lnTo>
                  <a:lnTo>
                    <a:pt x="3486" y="13720"/>
                  </a:lnTo>
                  <a:lnTo>
                    <a:pt x="3559" y="13756"/>
                  </a:lnTo>
                  <a:lnTo>
                    <a:pt x="3632" y="13793"/>
                  </a:lnTo>
                  <a:lnTo>
                    <a:pt x="3669" y="13830"/>
                  </a:lnTo>
                  <a:lnTo>
                    <a:pt x="3742" y="13830"/>
                  </a:lnTo>
                  <a:lnTo>
                    <a:pt x="4036" y="13756"/>
                  </a:lnTo>
                  <a:lnTo>
                    <a:pt x="3706" y="13903"/>
                  </a:lnTo>
                  <a:lnTo>
                    <a:pt x="3412" y="14086"/>
                  </a:lnTo>
                  <a:lnTo>
                    <a:pt x="2569" y="11115"/>
                  </a:lnTo>
                  <a:lnTo>
                    <a:pt x="2128" y="9611"/>
                  </a:lnTo>
                  <a:lnTo>
                    <a:pt x="1725" y="8144"/>
                  </a:lnTo>
                  <a:lnTo>
                    <a:pt x="955" y="5136"/>
                  </a:lnTo>
                  <a:lnTo>
                    <a:pt x="808" y="4439"/>
                  </a:lnTo>
                  <a:lnTo>
                    <a:pt x="661" y="3999"/>
                  </a:lnTo>
                  <a:lnTo>
                    <a:pt x="588" y="3779"/>
                  </a:lnTo>
                  <a:lnTo>
                    <a:pt x="478" y="3632"/>
                  </a:lnTo>
                  <a:lnTo>
                    <a:pt x="1065" y="3522"/>
                  </a:lnTo>
                  <a:lnTo>
                    <a:pt x="1652" y="3412"/>
                  </a:lnTo>
                  <a:lnTo>
                    <a:pt x="2825" y="3045"/>
                  </a:lnTo>
                  <a:lnTo>
                    <a:pt x="4183" y="2642"/>
                  </a:lnTo>
                  <a:lnTo>
                    <a:pt x="5503" y="2202"/>
                  </a:lnTo>
                  <a:lnTo>
                    <a:pt x="8034" y="1358"/>
                  </a:lnTo>
                  <a:lnTo>
                    <a:pt x="9281" y="918"/>
                  </a:lnTo>
                  <a:lnTo>
                    <a:pt x="9905" y="734"/>
                  </a:lnTo>
                  <a:lnTo>
                    <a:pt x="10198" y="624"/>
                  </a:lnTo>
                  <a:lnTo>
                    <a:pt x="10492" y="478"/>
                  </a:lnTo>
                  <a:close/>
                  <a:moveTo>
                    <a:pt x="10455" y="1"/>
                  </a:moveTo>
                  <a:lnTo>
                    <a:pt x="10162" y="37"/>
                  </a:lnTo>
                  <a:lnTo>
                    <a:pt x="9832" y="147"/>
                  </a:lnTo>
                  <a:lnTo>
                    <a:pt x="9245" y="367"/>
                  </a:lnTo>
                  <a:lnTo>
                    <a:pt x="7997" y="808"/>
                  </a:lnTo>
                  <a:lnTo>
                    <a:pt x="5503" y="1651"/>
                  </a:lnTo>
                  <a:lnTo>
                    <a:pt x="2935" y="2495"/>
                  </a:lnTo>
                  <a:lnTo>
                    <a:pt x="1615" y="2899"/>
                  </a:lnTo>
                  <a:lnTo>
                    <a:pt x="918" y="3082"/>
                  </a:lnTo>
                  <a:lnTo>
                    <a:pt x="258" y="3339"/>
                  </a:lnTo>
                  <a:lnTo>
                    <a:pt x="184" y="3412"/>
                  </a:lnTo>
                  <a:lnTo>
                    <a:pt x="148" y="3522"/>
                  </a:lnTo>
                  <a:lnTo>
                    <a:pt x="38" y="3559"/>
                  </a:lnTo>
                  <a:lnTo>
                    <a:pt x="1" y="3595"/>
                  </a:lnTo>
                  <a:lnTo>
                    <a:pt x="1" y="3632"/>
                  </a:lnTo>
                  <a:lnTo>
                    <a:pt x="38" y="3779"/>
                  </a:lnTo>
                  <a:lnTo>
                    <a:pt x="111" y="3926"/>
                  </a:lnTo>
                  <a:lnTo>
                    <a:pt x="184" y="4036"/>
                  </a:lnTo>
                  <a:lnTo>
                    <a:pt x="221" y="4146"/>
                  </a:lnTo>
                  <a:lnTo>
                    <a:pt x="294" y="4366"/>
                  </a:lnTo>
                  <a:lnTo>
                    <a:pt x="588" y="5796"/>
                  </a:lnTo>
                  <a:lnTo>
                    <a:pt x="955" y="7227"/>
                  </a:lnTo>
                  <a:lnTo>
                    <a:pt x="1285" y="8658"/>
                  </a:lnTo>
                  <a:lnTo>
                    <a:pt x="2055" y="11482"/>
                  </a:lnTo>
                  <a:lnTo>
                    <a:pt x="2459" y="12876"/>
                  </a:lnTo>
                  <a:lnTo>
                    <a:pt x="2899" y="14233"/>
                  </a:lnTo>
                  <a:lnTo>
                    <a:pt x="2935" y="14380"/>
                  </a:lnTo>
                  <a:lnTo>
                    <a:pt x="3045" y="14416"/>
                  </a:lnTo>
                  <a:lnTo>
                    <a:pt x="3155" y="14453"/>
                  </a:lnTo>
                  <a:lnTo>
                    <a:pt x="3302" y="14416"/>
                  </a:lnTo>
                  <a:lnTo>
                    <a:pt x="3596" y="14343"/>
                  </a:lnTo>
                  <a:lnTo>
                    <a:pt x="3889" y="14270"/>
                  </a:lnTo>
                  <a:lnTo>
                    <a:pt x="4513" y="14086"/>
                  </a:lnTo>
                  <a:lnTo>
                    <a:pt x="5980" y="13793"/>
                  </a:lnTo>
                  <a:lnTo>
                    <a:pt x="6714" y="13610"/>
                  </a:lnTo>
                  <a:lnTo>
                    <a:pt x="7447" y="13353"/>
                  </a:lnTo>
                  <a:lnTo>
                    <a:pt x="8878" y="12839"/>
                  </a:lnTo>
                  <a:lnTo>
                    <a:pt x="11739" y="11775"/>
                  </a:lnTo>
                  <a:lnTo>
                    <a:pt x="13133" y="11225"/>
                  </a:lnTo>
                  <a:lnTo>
                    <a:pt x="13646" y="11078"/>
                  </a:lnTo>
                  <a:lnTo>
                    <a:pt x="13903" y="10968"/>
                  </a:lnTo>
                  <a:lnTo>
                    <a:pt x="14160" y="10822"/>
                  </a:lnTo>
                  <a:lnTo>
                    <a:pt x="14197" y="10932"/>
                  </a:lnTo>
                  <a:lnTo>
                    <a:pt x="14270" y="10968"/>
                  </a:lnTo>
                  <a:lnTo>
                    <a:pt x="14380" y="11005"/>
                  </a:lnTo>
                  <a:lnTo>
                    <a:pt x="14490" y="11005"/>
                  </a:lnTo>
                  <a:lnTo>
                    <a:pt x="14563" y="10932"/>
                  </a:lnTo>
                  <a:lnTo>
                    <a:pt x="14637" y="10895"/>
                  </a:lnTo>
                  <a:lnTo>
                    <a:pt x="14674" y="10785"/>
                  </a:lnTo>
                  <a:lnTo>
                    <a:pt x="14637" y="10675"/>
                  </a:lnTo>
                  <a:lnTo>
                    <a:pt x="14270" y="9318"/>
                  </a:lnTo>
                  <a:lnTo>
                    <a:pt x="13867" y="7997"/>
                  </a:lnTo>
                  <a:lnTo>
                    <a:pt x="13426" y="6640"/>
                  </a:lnTo>
                  <a:lnTo>
                    <a:pt x="12949" y="5356"/>
                  </a:lnTo>
                  <a:lnTo>
                    <a:pt x="12473" y="4036"/>
                  </a:lnTo>
                  <a:lnTo>
                    <a:pt x="11922" y="2752"/>
                  </a:lnTo>
                  <a:lnTo>
                    <a:pt x="11409" y="1468"/>
                  </a:lnTo>
                  <a:lnTo>
                    <a:pt x="11115" y="881"/>
                  </a:lnTo>
                  <a:lnTo>
                    <a:pt x="10785" y="257"/>
                  </a:lnTo>
                  <a:lnTo>
                    <a:pt x="10749" y="221"/>
                  </a:lnTo>
                  <a:lnTo>
                    <a:pt x="10675" y="184"/>
                  </a:lnTo>
                  <a:lnTo>
                    <a:pt x="10639" y="111"/>
                  </a:lnTo>
                  <a:lnTo>
                    <a:pt x="10602" y="74"/>
                  </a:lnTo>
                  <a:lnTo>
                    <a:pt x="10528" y="37"/>
                  </a:lnTo>
                  <a:lnTo>
                    <a:pt x="10455" y="1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5" name="Google Shape;313;p5">
              <a:extLst>
                <a:ext uri="{FF2B5EF4-FFF2-40B4-BE49-F238E27FC236}">
                  <a16:creationId xmlns:a16="http://schemas.microsoft.com/office/drawing/2014/main" id="{05FDA664-3C10-4078-8ACB-FF6A4994BEF5}"/>
                </a:ext>
              </a:extLst>
            </p:cNvPr>
            <p:cNvSpPr/>
            <p:nvPr/>
          </p:nvSpPr>
          <p:spPr>
            <a:xfrm>
              <a:off x="6316250" y="3040425"/>
              <a:ext cx="137600" cy="122000"/>
            </a:xfrm>
            <a:custGeom>
              <a:avLst/>
              <a:gdLst/>
              <a:ahLst/>
              <a:cxnLst/>
              <a:rect l="l" t="t" r="r" b="b"/>
              <a:pathLst>
                <a:path w="5504" h="4880" extrusionOk="0">
                  <a:moveTo>
                    <a:pt x="5173" y="0"/>
                  </a:moveTo>
                  <a:lnTo>
                    <a:pt x="5063" y="37"/>
                  </a:lnTo>
                  <a:lnTo>
                    <a:pt x="4990" y="110"/>
                  </a:lnTo>
                  <a:lnTo>
                    <a:pt x="4770" y="404"/>
                  </a:lnTo>
                  <a:lnTo>
                    <a:pt x="4513" y="624"/>
                  </a:lnTo>
                  <a:lnTo>
                    <a:pt x="4219" y="844"/>
                  </a:lnTo>
                  <a:lnTo>
                    <a:pt x="3926" y="991"/>
                  </a:lnTo>
                  <a:lnTo>
                    <a:pt x="3742" y="1064"/>
                  </a:lnTo>
                  <a:lnTo>
                    <a:pt x="3559" y="1101"/>
                  </a:lnTo>
                  <a:lnTo>
                    <a:pt x="3229" y="1101"/>
                  </a:lnTo>
                  <a:lnTo>
                    <a:pt x="2862" y="1028"/>
                  </a:lnTo>
                  <a:lnTo>
                    <a:pt x="2532" y="917"/>
                  </a:lnTo>
                  <a:lnTo>
                    <a:pt x="2239" y="807"/>
                  </a:lnTo>
                  <a:lnTo>
                    <a:pt x="1908" y="734"/>
                  </a:lnTo>
                  <a:lnTo>
                    <a:pt x="1578" y="661"/>
                  </a:lnTo>
                  <a:lnTo>
                    <a:pt x="1248" y="624"/>
                  </a:lnTo>
                  <a:lnTo>
                    <a:pt x="918" y="661"/>
                  </a:lnTo>
                  <a:lnTo>
                    <a:pt x="625" y="771"/>
                  </a:lnTo>
                  <a:lnTo>
                    <a:pt x="478" y="844"/>
                  </a:lnTo>
                  <a:lnTo>
                    <a:pt x="368" y="954"/>
                  </a:lnTo>
                  <a:lnTo>
                    <a:pt x="258" y="1064"/>
                  </a:lnTo>
                  <a:lnTo>
                    <a:pt x="148" y="1211"/>
                  </a:lnTo>
                  <a:lnTo>
                    <a:pt x="111" y="1284"/>
                  </a:lnTo>
                  <a:lnTo>
                    <a:pt x="111" y="1321"/>
                  </a:lnTo>
                  <a:lnTo>
                    <a:pt x="148" y="1431"/>
                  </a:lnTo>
                  <a:lnTo>
                    <a:pt x="258" y="1468"/>
                  </a:lnTo>
                  <a:lnTo>
                    <a:pt x="368" y="1468"/>
                  </a:lnTo>
                  <a:lnTo>
                    <a:pt x="698" y="1284"/>
                  </a:lnTo>
                  <a:lnTo>
                    <a:pt x="1028" y="1174"/>
                  </a:lnTo>
                  <a:lnTo>
                    <a:pt x="1028" y="2531"/>
                  </a:lnTo>
                  <a:lnTo>
                    <a:pt x="955" y="3228"/>
                  </a:lnTo>
                  <a:lnTo>
                    <a:pt x="881" y="3925"/>
                  </a:lnTo>
                  <a:lnTo>
                    <a:pt x="698" y="3852"/>
                  </a:lnTo>
                  <a:lnTo>
                    <a:pt x="551" y="3742"/>
                  </a:lnTo>
                  <a:lnTo>
                    <a:pt x="368" y="3632"/>
                  </a:lnTo>
                  <a:lnTo>
                    <a:pt x="184" y="3522"/>
                  </a:lnTo>
                  <a:lnTo>
                    <a:pt x="111" y="3522"/>
                  </a:lnTo>
                  <a:lnTo>
                    <a:pt x="38" y="3595"/>
                  </a:lnTo>
                  <a:lnTo>
                    <a:pt x="1" y="3669"/>
                  </a:lnTo>
                  <a:lnTo>
                    <a:pt x="1" y="3779"/>
                  </a:lnTo>
                  <a:lnTo>
                    <a:pt x="38" y="3962"/>
                  </a:lnTo>
                  <a:lnTo>
                    <a:pt x="148" y="4145"/>
                  </a:lnTo>
                  <a:lnTo>
                    <a:pt x="294" y="4256"/>
                  </a:lnTo>
                  <a:lnTo>
                    <a:pt x="514" y="4402"/>
                  </a:lnTo>
                  <a:lnTo>
                    <a:pt x="735" y="4476"/>
                  </a:lnTo>
                  <a:lnTo>
                    <a:pt x="1175" y="4476"/>
                  </a:lnTo>
                  <a:lnTo>
                    <a:pt x="1248" y="4439"/>
                  </a:lnTo>
                  <a:lnTo>
                    <a:pt x="1321" y="4402"/>
                  </a:lnTo>
                  <a:lnTo>
                    <a:pt x="1395" y="4256"/>
                  </a:lnTo>
                  <a:lnTo>
                    <a:pt x="1505" y="3485"/>
                  </a:lnTo>
                  <a:lnTo>
                    <a:pt x="1578" y="2715"/>
                  </a:lnTo>
                  <a:lnTo>
                    <a:pt x="1578" y="1908"/>
                  </a:lnTo>
                  <a:lnTo>
                    <a:pt x="1542" y="1504"/>
                  </a:lnTo>
                  <a:lnTo>
                    <a:pt x="1505" y="1138"/>
                  </a:lnTo>
                  <a:lnTo>
                    <a:pt x="1762" y="1174"/>
                  </a:lnTo>
                  <a:lnTo>
                    <a:pt x="2128" y="1321"/>
                  </a:lnTo>
                  <a:lnTo>
                    <a:pt x="2459" y="1431"/>
                  </a:lnTo>
                  <a:lnTo>
                    <a:pt x="2825" y="1578"/>
                  </a:lnTo>
                  <a:lnTo>
                    <a:pt x="3192" y="1651"/>
                  </a:lnTo>
                  <a:lnTo>
                    <a:pt x="3486" y="1651"/>
                  </a:lnTo>
                  <a:lnTo>
                    <a:pt x="3449" y="2531"/>
                  </a:lnTo>
                  <a:lnTo>
                    <a:pt x="3412" y="3449"/>
                  </a:lnTo>
                  <a:lnTo>
                    <a:pt x="3412" y="3999"/>
                  </a:lnTo>
                  <a:lnTo>
                    <a:pt x="3412" y="4256"/>
                  </a:lnTo>
                  <a:lnTo>
                    <a:pt x="3412" y="4366"/>
                  </a:lnTo>
                  <a:lnTo>
                    <a:pt x="3412" y="4402"/>
                  </a:lnTo>
                  <a:lnTo>
                    <a:pt x="3449" y="4402"/>
                  </a:lnTo>
                  <a:lnTo>
                    <a:pt x="3412" y="4476"/>
                  </a:lnTo>
                  <a:lnTo>
                    <a:pt x="3376" y="4512"/>
                  </a:lnTo>
                  <a:lnTo>
                    <a:pt x="3376" y="4659"/>
                  </a:lnTo>
                  <a:lnTo>
                    <a:pt x="3376" y="4696"/>
                  </a:lnTo>
                  <a:lnTo>
                    <a:pt x="3412" y="4806"/>
                  </a:lnTo>
                  <a:lnTo>
                    <a:pt x="3522" y="4879"/>
                  </a:lnTo>
                  <a:lnTo>
                    <a:pt x="3632" y="4879"/>
                  </a:lnTo>
                  <a:lnTo>
                    <a:pt x="3742" y="4842"/>
                  </a:lnTo>
                  <a:lnTo>
                    <a:pt x="3853" y="4732"/>
                  </a:lnTo>
                  <a:lnTo>
                    <a:pt x="3926" y="4586"/>
                  </a:lnTo>
                  <a:lnTo>
                    <a:pt x="3926" y="4439"/>
                  </a:lnTo>
                  <a:lnTo>
                    <a:pt x="3926" y="4256"/>
                  </a:lnTo>
                  <a:lnTo>
                    <a:pt x="3963" y="3045"/>
                  </a:lnTo>
                  <a:lnTo>
                    <a:pt x="3963" y="1871"/>
                  </a:lnTo>
                  <a:lnTo>
                    <a:pt x="3963" y="1541"/>
                  </a:lnTo>
                  <a:lnTo>
                    <a:pt x="4366" y="1394"/>
                  </a:lnTo>
                  <a:lnTo>
                    <a:pt x="4733" y="1138"/>
                  </a:lnTo>
                  <a:lnTo>
                    <a:pt x="5063" y="844"/>
                  </a:lnTo>
                  <a:lnTo>
                    <a:pt x="5320" y="551"/>
                  </a:lnTo>
                  <a:lnTo>
                    <a:pt x="5467" y="367"/>
                  </a:lnTo>
                  <a:lnTo>
                    <a:pt x="5503" y="257"/>
                  </a:lnTo>
                  <a:lnTo>
                    <a:pt x="5503" y="184"/>
                  </a:lnTo>
                  <a:lnTo>
                    <a:pt x="5430" y="74"/>
                  </a:lnTo>
                  <a:lnTo>
                    <a:pt x="5356" y="37"/>
                  </a:lnTo>
                  <a:lnTo>
                    <a:pt x="5283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6" name="Google Shape;314;p5">
              <a:extLst>
                <a:ext uri="{FF2B5EF4-FFF2-40B4-BE49-F238E27FC236}">
                  <a16:creationId xmlns:a16="http://schemas.microsoft.com/office/drawing/2014/main" id="{FED9D229-16F6-445D-9343-DA37C5A16828}"/>
                </a:ext>
              </a:extLst>
            </p:cNvPr>
            <p:cNvSpPr/>
            <p:nvPr/>
          </p:nvSpPr>
          <p:spPr>
            <a:xfrm>
              <a:off x="6879325" y="4294925"/>
              <a:ext cx="344825" cy="254975"/>
            </a:xfrm>
            <a:custGeom>
              <a:avLst/>
              <a:gdLst/>
              <a:ahLst/>
              <a:cxnLst/>
              <a:rect l="l" t="t" r="r" b="b"/>
              <a:pathLst>
                <a:path w="13793" h="10199" extrusionOk="0">
                  <a:moveTo>
                    <a:pt x="5649" y="2128"/>
                  </a:moveTo>
                  <a:lnTo>
                    <a:pt x="5503" y="2165"/>
                  </a:lnTo>
                  <a:lnTo>
                    <a:pt x="5356" y="2238"/>
                  </a:lnTo>
                  <a:lnTo>
                    <a:pt x="5209" y="2312"/>
                  </a:lnTo>
                  <a:lnTo>
                    <a:pt x="5099" y="2422"/>
                  </a:lnTo>
                  <a:lnTo>
                    <a:pt x="4989" y="2532"/>
                  </a:lnTo>
                  <a:lnTo>
                    <a:pt x="4916" y="2642"/>
                  </a:lnTo>
                  <a:lnTo>
                    <a:pt x="4879" y="2788"/>
                  </a:lnTo>
                  <a:lnTo>
                    <a:pt x="4842" y="2935"/>
                  </a:lnTo>
                  <a:lnTo>
                    <a:pt x="4842" y="3119"/>
                  </a:lnTo>
                  <a:lnTo>
                    <a:pt x="4879" y="3265"/>
                  </a:lnTo>
                  <a:lnTo>
                    <a:pt x="4916" y="3375"/>
                  </a:lnTo>
                  <a:lnTo>
                    <a:pt x="5026" y="3485"/>
                  </a:lnTo>
                  <a:lnTo>
                    <a:pt x="5136" y="3522"/>
                  </a:lnTo>
                  <a:lnTo>
                    <a:pt x="5209" y="3522"/>
                  </a:lnTo>
                  <a:lnTo>
                    <a:pt x="5319" y="3449"/>
                  </a:lnTo>
                  <a:lnTo>
                    <a:pt x="5356" y="3375"/>
                  </a:lnTo>
                  <a:lnTo>
                    <a:pt x="5393" y="3119"/>
                  </a:lnTo>
                  <a:lnTo>
                    <a:pt x="5393" y="2899"/>
                  </a:lnTo>
                  <a:lnTo>
                    <a:pt x="5429" y="3045"/>
                  </a:lnTo>
                  <a:lnTo>
                    <a:pt x="5466" y="3229"/>
                  </a:lnTo>
                  <a:lnTo>
                    <a:pt x="5503" y="3632"/>
                  </a:lnTo>
                  <a:lnTo>
                    <a:pt x="5576" y="3926"/>
                  </a:lnTo>
                  <a:lnTo>
                    <a:pt x="5613" y="4072"/>
                  </a:lnTo>
                  <a:lnTo>
                    <a:pt x="5723" y="4219"/>
                  </a:lnTo>
                  <a:lnTo>
                    <a:pt x="5796" y="4256"/>
                  </a:lnTo>
                  <a:lnTo>
                    <a:pt x="5833" y="4256"/>
                  </a:lnTo>
                  <a:lnTo>
                    <a:pt x="5906" y="4219"/>
                  </a:lnTo>
                  <a:lnTo>
                    <a:pt x="5943" y="4146"/>
                  </a:lnTo>
                  <a:lnTo>
                    <a:pt x="5980" y="4036"/>
                  </a:lnTo>
                  <a:lnTo>
                    <a:pt x="5980" y="3926"/>
                  </a:lnTo>
                  <a:lnTo>
                    <a:pt x="5943" y="3669"/>
                  </a:lnTo>
                  <a:lnTo>
                    <a:pt x="5833" y="3082"/>
                  </a:lnTo>
                  <a:lnTo>
                    <a:pt x="5759" y="2825"/>
                  </a:lnTo>
                  <a:lnTo>
                    <a:pt x="5686" y="2715"/>
                  </a:lnTo>
                  <a:lnTo>
                    <a:pt x="5613" y="2642"/>
                  </a:lnTo>
                  <a:lnTo>
                    <a:pt x="5723" y="2605"/>
                  </a:lnTo>
                  <a:lnTo>
                    <a:pt x="6016" y="2605"/>
                  </a:lnTo>
                  <a:lnTo>
                    <a:pt x="6163" y="2642"/>
                  </a:lnTo>
                  <a:lnTo>
                    <a:pt x="6310" y="3045"/>
                  </a:lnTo>
                  <a:lnTo>
                    <a:pt x="6456" y="3522"/>
                  </a:lnTo>
                  <a:lnTo>
                    <a:pt x="6603" y="3999"/>
                  </a:lnTo>
                  <a:lnTo>
                    <a:pt x="6640" y="4072"/>
                  </a:lnTo>
                  <a:lnTo>
                    <a:pt x="6677" y="4109"/>
                  </a:lnTo>
                  <a:lnTo>
                    <a:pt x="6750" y="4146"/>
                  </a:lnTo>
                  <a:lnTo>
                    <a:pt x="6823" y="4109"/>
                  </a:lnTo>
                  <a:lnTo>
                    <a:pt x="6897" y="4072"/>
                  </a:lnTo>
                  <a:lnTo>
                    <a:pt x="6970" y="4036"/>
                  </a:lnTo>
                  <a:lnTo>
                    <a:pt x="7007" y="3926"/>
                  </a:lnTo>
                  <a:lnTo>
                    <a:pt x="7007" y="3852"/>
                  </a:lnTo>
                  <a:lnTo>
                    <a:pt x="6860" y="3412"/>
                  </a:lnTo>
                  <a:lnTo>
                    <a:pt x="6750" y="3009"/>
                  </a:lnTo>
                  <a:lnTo>
                    <a:pt x="6677" y="2862"/>
                  </a:lnTo>
                  <a:lnTo>
                    <a:pt x="6970" y="3045"/>
                  </a:lnTo>
                  <a:lnTo>
                    <a:pt x="7227" y="3229"/>
                  </a:lnTo>
                  <a:lnTo>
                    <a:pt x="7227" y="3449"/>
                  </a:lnTo>
                  <a:lnTo>
                    <a:pt x="7263" y="3669"/>
                  </a:lnTo>
                  <a:lnTo>
                    <a:pt x="7410" y="4072"/>
                  </a:lnTo>
                  <a:lnTo>
                    <a:pt x="7484" y="4146"/>
                  </a:lnTo>
                  <a:lnTo>
                    <a:pt x="7520" y="4182"/>
                  </a:lnTo>
                  <a:lnTo>
                    <a:pt x="7667" y="4182"/>
                  </a:lnTo>
                  <a:lnTo>
                    <a:pt x="7740" y="4146"/>
                  </a:lnTo>
                  <a:lnTo>
                    <a:pt x="7777" y="4109"/>
                  </a:lnTo>
                  <a:lnTo>
                    <a:pt x="7814" y="4036"/>
                  </a:lnTo>
                  <a:lnTo>
                    <a:pt x="7777" y="3926"/>
                  </a:lnTo>
                  <a:lnTo>
                    <a:pt x="7704" y="3669"/>
                  </a:lnTo>
                  <a:lnTo>
                    <a:pt x="8034" y="3962"/>
                  </a:lnTo>
                  <a:lnTo>
                    <a:pt x="8070" y="3999"/>
                  </a:lnTo>
                  <a:lnTo>
                    <a:pt x="8107" y="3999"/>
                  </a:lnTo>
                  <a:lnTo>
                    <a:pt x="8144" y="3962"/>
                  </a:lnTo>
                  <a:lnTo>
                    <a:pt x="8144" y="3926"/>
                  </a:lnTo>
                  <a:lnTo>
                    <a:pt x="8144" y="3742"/>
                  </a:lnTo>
                  <a:lnTo>
                    <a:pt x="8107" y="3595"/>
                  </a:lnTo>
                  <a:lnTo>
                    <a:pt x="7960" y="3302"/>
                  </a:lnTo>
                  <a:lnTo>
                    <a:pt x="7740" y="3009"/>
                  </a:lnTo>
                  <a:lnTo>
                    <a:pt x="7484" y="2788"/>
                  </a:lnTo>
                  <a:lnTo>
                    <a:pt x="7190" y="2568"/>
                  </a:lnTo>
                  <a:lnTo>
                    <a:pt x="6897" y="2422"/>
                  </a:lnTo>
                  <a:lnTo>
                    <a:pt x="6566" y="2275"/>
                  </a:lnTo>
                  <a:lnTo>
                    <a:pt x="6273" y="2165"/>
                  </a:lnTo>
                  <a:lnTo>
                    <a:pt x="5943" y="2128"/>
                  </a:lnTo>
                  <a:close/>
                  <a:moveTo>
                    <a:pt x="12215" y="3485"/>
                  </a:moveTo>
                  <a:lnTo>
                    <a:pt x="12142" y="3522"/>
                  </a:lnTo>
                  <a:lnTo>
                    <a:pt x="12142" y="3559"/>
                  </a:lnTo>
                  <a:lnTo>
                    <a:pt x="12142" y="3742"/>
                  </a:lnTo>
                  <a:lnTo>
                    <a:pt x="12142" y="3926"/>
                  </a:lnTo>
                  <a:lnTo>
                    <a:pt x="12252" y="4292"/>
                  </a:lnTo>
                  <a:lnTo>
                    <a:pt x="12436" y="4769"/>
                  </a:lnTo>
                  <a:lnTo>
                    <a:pt x="12582" y="5136"/>
                  </a:lnTo>
                  <a:lnTo>
                    <a:pt x="12546" y="5209"/>
                  </a:lnTo>
                  <a:lnTo>
                    <a:pt x="12546" y="5320"/>
                  </a:lnTo>
                  <a:lnTo>
                    <a:pt x="12582" y="5356"/>
                  </a:lnTo>
                  <a:lnTo>
                    <a:pt x="12582" y="5430"/>
                  </a:lnTo>
                  <a:lnTo>
                    <a:pt x="11885" y="5613"/>
                  </a:lnTo>
                  <a:lnTo>
                    <a:pt x="11885" y="5430"/>
                  </a:lnTo>
                  <a:lnTo>
                    <a:pt x="11849" y="5246"/>
                  </a:lnTo>
                  <a:lnTo>
                    <a:pt x="11702" y="4843"/>
                  </a:lnTo>
                  <a:lnTo>
                    <a:pt x="11629" y="4549"/>
                  </a:lnTo>
                  <a:lnTo>
                    <a:pt x="11482" y="4256"/>
                  </a:lnTo>
                  <a:lnTo>
                    <a:pt x="11335" y="3999"/>
                  </a:lnTo>
                  <a:lnTo>
                    <a:pt x="11115" y="3742"/>
                  </a:lnTo>
                  <a:lnTo>
                    <a:pt x="11005" y="3742"/>
                  </a:lnTo>
                  <a:lnTo>
                    <a:pt x="10968" y="3779"/>
                  </a:lnTo>
                  <a:lnTo>
                    <a:pt x="10932" y="3852"/>
                  </a:lnTo>
                  <a:lnTo>
                    <a:pt x="10968" y="4109"/>
                  </a:lnTo>
                  <a:lnTo>
                    <a:pt x="11078" y="4366"/>
                  </a:lnTo>
                  <a:lnTo>
                    <a:pt x="11262" y="4879"/>
                  </a:lnTo>
                  <a:lnTo>
                    <a:pt x="11372" y="5320"/>
                  </a:lnTo>
                  <a:lnTo>
                    <a:pt x="11445" y="5540"/>
                  </a:lnTo>
                  <a:lnTo>
                    <a:pt x="11555" y="5686"/>
                  </a:lnTo>
                  <a:lnTo>
                    <a:pt x="11482" y="5723"/>
                  </a:lnTo>
                  <a:lnTo>
                    <a:pt x="11372" y="5723"/>
                  </a:lnTo>
                  <a:lnTo>
                    <a:pt x="11262" y="5686"/>
                  </a:lnTo>
                  <a:lnTo>
                    <a:pt x="11152" y="5650"/>
                  </a:lnTo>
                  <a:lnTo>
                    <a:pt x="11078" y="5576"/>
                  </a:lnTo>
                  <a:lnTo>
                    <a:pt x="10895" y="5393"/>
                  </a:lnTo>
                  <a:lnTo>
                    <a:pt x="10785" y="5209"/>
                  </a:lnTo>
                  <a:lnTo>
                    <a:pt x="10712" y="5173"/>
                  </a:lnTo>
                  <a:lnTo>
                    <a:pt x="10675" y="4916"/>
                  </a:lnTo>
                  <a:lnTo>
                    <a:pt x="10601" y="4696"/>
                  </a:lnTo>
                  <a:lnTo>
                    <a:pt x="10418" y="4292"/>
                  </a:lnTo>
                  <a:lnTo>
                    <a:pt x="10381" y="4256"/>
                  </a:lnTo>
                  <a:lnTo>
                    <a:pt x="10345" y="4219"/>
                  </a:lnTo>
                  <a:lnTo>
                    <a:pt x="10198" y="4219"/>
                  </a:lnTo>
                  <a:lnTo>
                    <a:pt x="10125" y="4292"/>
                  </a:lnTo>
                  <a:lnTo>
                    <a:pt x="10088" y="4366"/>
                  </a:lnTo>
                  <a:lnTo>
                    <a:pt x="10088" y="4402"/>
                  </a:lnTo>
                  <a:lnTo>
                    <a:pt x="10125" y="4659"/>
                  </a:lnTo>
                  <a:lnTo>
                    <a:pt x="10051" y="4623"/>
                  </a:lnTo>
                  <a:lnTo>
                    <a:pt x="9941" y="4586"/>
                  </a:lnTo>
                  <a:lnTo>
                    <a:pt x="9868" y="4623"/>
                  </a:lnTo>
                  <a:lnTo>
                    <a:pt x="9794" y="4696"/>
                  </a:lnTo>
                  <a:lnTo>
                    <a:pt x="9721" y="4806"/>
                  </a:lnTo>
                  <a:lnTo>
                    <a:pt x="9684" y="4916"/>
                  </a:lnTo>
                  <a:lnTo>
                    <a:pt x="9721" y="5026"/>
                  </a:lnTo>
                  <a:lnTo>
                    <a:pt x="9758" y="5099"/>
                  </a:lnTo>
                  <a:lnTo>
                    <a:pt x="9905" y="5246"/>
                  </a:lnTo>
                  <a:lnTo>
                    <a:pt x="10125" y="5356"/>
                  </a:lnTo>
                  <a:lnTo>
                    <a:pt x="10271" y="5430"/>
                  </a:lnTo>
                  <a:lnTo>
                    <a:pt x="10345" y="5540"/>
                  </a:lnTo>
                  <a:lnTo>
                    <a:pt x="10528" y="5796"/>
                  </a:lnTo>
                  <a:lnTo>
                    <a:pt x="10712" y="5980"/>
                  </a:lnTo>
                  <a:lnTo>
                    <a:pt x="10932" y="6163"/>
                  </a:lnTo>
                  <a:lnTo>
                    <a:pt x="11078" y="6200"/>
                  </a:lnTo>
                  <a:lnTo>
                    <a:pt x="11225" y="6237"/>
                  </a:lnTo>
                  <a:lnTo>
                    <a:pt x="11519" y="6237"/>
                  </a:lnTo>
                  <a:lnTo>
                    <a:pt x="11849" y="6163"/>
                  </a:lnTo>
                  <a:lnTo>
                    <a:pt x="12142" y="6090"/>
                  </a:lnTo>
                  <a:lnTo>
                    <a:pt x="12986" y="5833"/>
                  </a:lnTo>
                  <a:lnTo>
                    <a:pt x="13353" y="5686"/>
                  </a:lnTo>
                  <a:lnTo>
                    <a:pt x="13536" y="5613"/>
                  </a:lnTo>
                  <a:lnTo>
                    <a:pt x="13719" y="5540"/>
                  </a:lnTo>
                  <a:lnTo>
                    <a:pt x="13793" y="5466"/>
                  </a:lnTo>
                  <a:lnTo>
                    <a:pt x="13793" y="5356"/>
                  </a:lnTo>
                  <a:lnTo>
                    <a:pt x="13756" y="5283"/>
                  </a:lnTo>
                  <a:lnTo>
                    <a:pt x="13646" y="5246"/>
                  </a:lnTo>
                  <a:lnTo>
                    <a:pt x="13353" y="5246"/>
                  </a:lnTo>
                  <a:lnTo>
                    <a:pt x="13059" y="5320"/>
                  </a:lnTo>
                  <a:lnTo>
                    <a:pt x="13059" y="5099"/>
                  </a:lnTo>
                  <a:lnTo>
                    <a:pt x="12986" y="4879"/>
                  </a:lnTo>
                  <a:lnTo>
                    <a:pt x="12839" y="4513"/>
                  </a:lnTo>
                  <a:lnTo>
                    <a:pt x="12619" y="3962"/>
                  </a:lnTo>
                  <a:lnTo>
                    <a:pt x="12509" y="3706"/>
                  </a:lnTo>
                  <a:lnTo>
                    <a:pt x="12326" y="3485"/>
                  </a:lnTo>
                  <a:close/>
                  <a:moveTo>
                    <a:pt x="12069" y="1"/>
                  </a:moveTo>
                  <a:lnTo>
                    <a:pt x="11702" y="37"/>
                  </a:lnTo>
                  <a:lnTo>
                    <a:pt x="11335" y="147"/>
                  </a:lnTo>
                  <a:lnTo>
                    <a:pt x="10638" y="368"/>
                  </a:lnTo>
                  <a:lnTo>
                    <a:pt x="9905" y="588"/>
                  </a:lnTo>
                  <a:lnTo>
                    <a:pt x="9538" y="698"/>
                  </a:lnTo>
                  <a:lnTo>
                    <a:pt x="9171" y="844"/>
                  </a:lnTo>
                  <a:lnTo>
                    <a:pt x="8914" y="1028"/>
                  </a:lnTo>
                  <a:lnTo>
                    <a:pt x="8694" y="1211"/>
                  </a:lnTo>
                  <a:lnTo>
                    <a:pt x="8547" y="1431"/>
                  </a:lnTo>
                  <a:lnTo>
                    <a:pt x="8437" y="1688"/>
                  </a:lnTo>
                  <a:lnTo>
                    <a:pt x="8401" y="1945"/>
                  </a:lnTo>
                  <a:lnTo>
                    <a:pt x="8401" y="2238"/>
                  </a:lnTo>
                  <a:lnTo>
                    <a:pt x="8401" y="2532"/>
                  </a:lnTo>
                  <a:lnTo>
                    <a:pt x="8474" y="2825"/>
                  </a:lnTo>
                  <a:lnTo>
                    <a:pt x="8804" y="4402"/>
                  </a:lnTo>
                  <a:lnTo>
                    <a:pt x="8951" y="5173"/>
                  </a:lnTo>
                  <a:lnTo>
                    <a:pt x="9098" y="5980"/>
                  </a:lnTo>
                  <a:lnTo>
                    <a:pt x="9134" y="6347"/>
                  </a:lnTo>
                  <a:lnTo>
                    <a:pt x="9134" y="6713"/>
                  </a:lnTo>
                  <a:lnTo>
                    <a:pt x="8914" y="6126"/>
                  </a:lnTo>
                  <a:lnTo>
                    <a:pt x="8841" y="5796"/>
                  </a:lnTo>
                  <a:lnTo>
                    <a:pt x="8731" y="5430"/>
                  </a:lnTo>
                  <a:lnTo>
                    <a:pt x="8657" y="5246"/>
                  </a:lnTo>
                  <a:lnTo>
                    <a:pt x="8547" y="5099"/>
                  </a:lnTo>
                  <a:lnTo>
                    <a:pt x="8437" y="4953"/>
                  </a:lnTo>
                  <a:lnTo>
                    <a:pt x="8327" y="4879"/>
                  </a:lnTo>
                  <a:lnTo>
                    <a:pt x="8254" y="4879"/>
                  </a:lnTo>
                  <a:lnTo>
                    <a:pt x="8217" y="4916"/>
                  </a:lnTo>
                  <a:lnTo>
                    <a:pt x="8180" y="5026"/>
                  </a:lnTo>
                  <a:lnTo>
                    <a:pt x="8180" y="5136"/>
                  </a:lnTo>
                  <a:lnTo>
                    <a:pt x="8217" y="5393"/>
                  </a:lnTo>
                  <a:lnTo>
                    <a:pt x="8364" y="5906"/>
                  </a:lnTo>
                  <a:lnTo>
                    <a:pt x="8584" y="6567"/>
                  </a:lnTo>
                  <a:lnTo>
                    <a:pt x="8767" y="7227"/>
                  </a:lnTo>
                  <a:lnTo>
                    <a:pt x="8731" y="7374"/>
                  </a:lnTo>
                  <a:lnTo>
                    <a:pt x="8731" y="7447"/>
                  </a:lnTo>
                  <a:lnTo>
                    <a:pt x="8731" y="7520"/>
                  </a:lnTo>
                  <a:lnTo>
                    <a:pt x="8804" y="7594"/>
                  </a:lnTo>
                  <a:lnTo>
                    <a:pt x="8694" y="7740"/>
                  </a:lnTo>
                  <a:lnTo>
                    <a:pt x="8547" y="7887"/>
                  </a:lnTo>
                  <a:lnTo>
                    <a:pt x="8401" y="7997"/>
                  </a:lnTo>
                  <a:lnTo>
                    <a:pt x="8180" y="8107"/>
                  </a:lnTo>
                  <a:lnTo>
                    <a:pt x="8144" y="8034"/>
                  </a:lnTo>
                  <a:lnTo>
                    <a:pt x="8144" y="7997"/>
                  </a:lnTo>
                  <a:lnTo>
                    <a:pt x="8070" y="7961"/>
                  </a:lnTo>
                  <a:lnTo>
                    <a:pt x="7630" y="6530"/>
                  </a:lnTo>
                  <a:lnTo>
                    <a:pt x="7337" y="5650"/>
                  </a:lnTo>
                  <a:lnTo>
                    <a:pt x="7153" y="5283"/>
                  </a:lnTo>
                  <a:lnTo>
                    <a:pt x="7080" y="5026"/>
                  </a:lnTo>
                  <a:lnTo>
                    <a:pt x="7080" y="4953"/>
                  </a:lnTo>
                  <a:lnTo>
                    <a:pt x="7080" y="4879"/>
                  </a:lnTo>
                  <a:lnTo>
                    <a:pt x="7117" y="4806"/>
                  </a:lnTo>
                  <a:lnTo>
                    <a:pt x="7153" y="4733"/>
                  </a:lnTo>
                  <a:lnTo>
                    <a:pt x="7117" y="4659"/>
                  </a:lnTo>
                  <a:lnTo>
                    <a:pt x="7080" y="4623"/>
                  </a:lnTo>
                  <a:lnTo>
                    <a:pt x="6860" y="4476"/>
                  </a:lnTo>
                  <a:lnTo>
                    <a:pt x="6750" y="4439"/>
                  </a:lnTo>
                  <a:lnTo>
                    <a:pt x="6640" y="4476"/>
                  </a:lnTo>
                  <a:lnTo>
                    <a:pt x="6603" y="4549"/>
                  </a:lnTo>
                  <a:lnTo>
                    <a:pt x="6603" y="4623"/>
                  </a:lnTo>
                  <a:lnTo>
                    <a:pt x="6640" y="4659"/>
                  </a:lnTo>
                  <a:lnTo>
                    <a:pt x="6677" y="4769"/>
                  </a:lnTo>
                  <a:lnTo>
                    <a:pt x="6640" y="4879"/>
                  </a:lnTo>
                  <a:lnTo>
                    <a:pt x="6640" y="5063"/>
                  </a:lnTo>
                  <a:lnTo>
                    <a:pt x="6713" y="5320"/>
                  </a:lnTo>
                  <a:lnTo>
                    <a:pt x="6787" y="5576"/>
                  </a:lnTo>
                  <a:lnTo>
                    <a:pt x="6970" y="6090"/>
                  </a:lnTo>
                  <a:lnTo>
                    <a:pt x="7667" y="8254"/>
                  </a:lnTo>
                  <a:lnTo>
                    <a:pt x="7300" y="8254"/>
                  </a:lnTo>
                  <a:lnTo>
                    <a:pt x="6970" y="8181"/>
                  </a:lnTo>
                  <a:lnTo>
                    <a:pt x="6970" y="8107"/>
                  </a:lnTo>
                  <a:lnTo>
                    <a:pt x="6970" y="8034"/>
                  </a:lnTo>
                  <a:lnTo>
                    <a:pt x="6897" y="7997"/>
                  </a:lnTo>
                  <a:lnTo>
                    <a:pt x="6530" y="6383"/>
                  </a:lnTo>
                  <a:lnTo>
                    <a:pt x="6310" y="5503"/>
                  </a:lnTo>
                  <a:lnTo>
                    <a:pt x="6200" y="5099"/>
                  </a:lnTo>
                  <a:lnTo>
                    <a:pt x="6090" y="4916"/>
                  </a:lnTo>
                  <a:lnTo>
                    <a:pt x="5980" y="4733"/>
                  </a:lnTo>
                  <a:lnTo>
                    <a:pt x="5943" y="4696"/>
                  </a:lnTo>
                  <a:lnTo>
                    <a:pt x="5906" y="4696"/>
                  </a:lnTo>
                  <a:lnTo>
                    <a:pt x="5833" y="4733"/>
                  </a:lnTo>
                  <a:lnTo>
                    <a:pt x="5833" y="4769"/>
                  </a:lnTo>
                  <a:lnTo>
                    <a:pt x="5796" y="4989"/>
                  </a:lnTo>
                  <a:lnTo>
                    <a:pt x="5796" y="5173"/>
                  </a:lnTo>
                  <a:lnTo>
                    <a:pt x="5870" y="5576"/>
                  </a:lnTo>
                  <a:lnTo>
                    <a:pt x="6053" y="6383"/>
                  </a:lnTo>
                  <a:lnTo>
                    <a:pt x="6420" y="7887"/>
                  </a:lnTo>
                  <a:lnTo>
                    <a:pt x="6420" y="7887"/>
                  </a:lnTo>
                  <a:lnTo>
                    <a:pt x="6163" y="7740"/>
                  </a:lnTo>
                  <a:lnTo>
                    <a:pt x="5980" y="7520"/>
                  </a:lnTo>
                  <a:lnTo>
                    <a:pt x="5759" y="7227"/>
                  </a:lnTo>
                  <a:lnTo>
                    <a:pt x="5576" y="6897"/>
                  </a:lnTo>
                  <a:lnTo>
                    <a:pt x="5466" y="6567"/>
                  </a:lnTo>
                  <a:lnTo>
                    <a:pt x="5393" y="6237"/>
                  </a:lnTo>
                  <a:lnTo>
                    <a:pt x="5246" y="5540"/>
                  </a:lnTo>
                  <a:lnTo>
                    <a:pt x="5173" y="5209"/>
                  </a:lnTo>
                  <a:lnTo>
                    <a:pt x="5063" y="4879"/>
                  </a:lnTo>
                  <a:lnTo>
                    <a:pt x="4916" y="4586"/>
                  </a:lnTo>
                  <a:lnTo>
                    <a:pt x="4732" y="4366"/>
                  </a:lnTo>
                  <a:lnTo>
                    <a:pt x="4512" y="4146"/>
                  </a:lnTo>
                  <a:lnTo>
                    <a:pt x="4292" y="3962"/>
                  </a:lnTo>
                  <a:lnTo>
                    <a:pt x="4035" y="3816"/>
                  </a:lnTo>
                  <a:lnTo>
                    <a:pt x="3779" y="3706"/>
                  </a:lnTo>
                  <a:lnTo>
                    <a:pt x="3485" y="3595"/>
                  </a:lnTo>
                  <a:lnTo>
                    <a:pt x="3192" y="3522"/>
                  </a:lnTo>
                  <a:lnTo>
                    <a:pt x="2862" y="3449"/>
                  </a:lnTo>
                  <a:lnTo>
                    <a:pt x="2128" y="3449"/>
                  </a:lnTo>
                  <a:lnTo>
                    <a:pt x="1798" y="3522"/>
                  </a:lnTo>
                  <a:lnTo>
                    <a:pt x="1101" y="3669"/>
                  </a:lnTo>
                  <a:lnTo>
                    <a:pt x="404" y="3889"/>
                  </a:lnTo>
                  <a:lnTo>
                    <a:pt x="184" y="3962"/>
                  </a:lnTo>
                  <a:lnTo>
                    <a:pt x="74" y="4036"/>
                  </a:lnTo>
                  <a:lnTo>
                    <a:pt x="0" y="4109"/>
                  </a:lnTo>
                  <a:lnTo>
                    <a:pt x="0" y="4182"/>
                  </a:lnTo>
                  <a:lnTo>
                    <a:pt x="0" y="4219"/>
                  </a:lnTo>
                  <a:lnTo>
                    <a:pt x="0" y="4402"/>
                  </a:lnTo>
                  <a:lnTo>
                    <a:pt x="37" y="4439"/>
                  </a:lnTo>
                  <a:lnTo>
                    <a:pt x="74" y="4513"/>
                  </a:lnTo>
                  <a:lnTo>
                    <a:pt x="257" y="4586"/>
                  </a:lnTo>
                  <a:lnTo>
                    <a:pt x="404" y="4586"/>
                  </a:lnTo>
                  <a:lnTo>
                    <a:pt x="514" y="4513"/>
                  </a:lnTo>
                  <a:lnTo>
                    <a:pt x="624" y="4439"/>
                  </a:lnTo>
                  <a:lnTo>
                    <a:pt x="881" y="4329"/>
                  </a:lnTo>
                  <a:lnTo>
                    <a:pt x="881" y="4366"/>
                  </a:lnTo>
                  <a:lnTo>
                    <a:pt x="881" y="4549"/>
                  </a:lnTo>
                  <a:lnTo>
                    <a:pt x="881" y="4696"/>
                  </a:lnTo>
                  <a:lnTo>
                    <a:pt x="954" y="5026"/>
                  </a:lnTo>
                  <a:lnTo>
                    <a:pt x="1211" y="5686"/>
                  </a:lnTo>
                  <a:lnTo>
                    <a:pt x="1468" y="6493"/>
                  </a:lnTo>
                  <a:lnTo>
                    <a:pt x="1761" y="7300"/>
                  </a:lnTo>
                  <a:lnTo>
                    <a:pt x="1798" y="7374"/>
                  </a:lnTo>
                  <a:lnTo>
                    <a:pt x="1871" y="7447"/>
                  </a:lnTo>
                  <a:lnTo>
                    <a:pt x="2055" y="7447"/>
                  </a:lnTo>
                  <a:lnTo>
                    <a:pt x="2128" y="7410"/>
                  </a:lnTo>
                  <a:lnTo>
                    <a:pt x="2165" y="7337"/>
                  </a:lnTo>
                  <a:lnTo>
                    <a:pt x="2201" y="7227"/>
                  </a:lnTo>
                  <a:lnTo>
                    <a:pt x="2201" y="7154"/>
                  </a:lnTo>
                  <a:lnTo>
                    <a:pt x="1945" y="6383"/>
                  </a:lnTo>
                  <a:lnTo>
                    <a:pt x="1688" y="5650"/>
                  </a:lnTo>
                  <a:lnTo>
                    <a:pt x="1468" y="4989"/>
                  </a:lnTo>
                  <a:lnTo>
                    <a:pt x="1321" y="4696"/>
                  </a:lnTo>
                  <a:lnTo>
                    <a:pt x="1138" y="4402"/>
                  </a:lnTo>
                  <a:lnTo>
                    <a:pt x="1211" y="4329"/>
                  </a:lnTo>
                  <a:lnTo>
                    <a:pt x="1248" y="4329"/>
                  </a:lnTo>
                  <a:lnTo>
                    <a:pt x="1248" y="4292"/>
                  </a:lnTo>
                  <a:lnTo>
                    <a:pt x="1211" y="4292"/>
                  </a:lnTo>
                  <a:lnTo>
                    <a:pt x="1174" y="4256"/>
                  </a:lnTo>
                  <a:lnTo>
                    <a:pt x="1138" y="4256"/>
                  </a:lnTo>
                  <a:lnTo>
                    <a:pt x="1504" y="4182"/>
                  </a:lnTo>
                  <a:lnTo>
                    <a:pt x="1871" y="4109"/>
                  </a:lnTo>
                  <a:lnTo>
                    <a:pt x="1945" y="4256"/>
                  </a:lnTo>
                  <a:lnTo>
                    <a:pt x="2055" y="4439"/>
                  </a:lnTo>
                  <a:lnTo>
                    <a:pt x="2238" y="4879"/>
                  </a:lnTo>
                  <a:lnTo>
                    <a:pt x="2421" y="5320"/>
                  </a:lnTo>
                  <a:lnTo>
                    <a:pt x="2495" y="5760"/>
                  </a:lnTo>
                  <a:lnTo>
                    <a:pt x="2605" y="6200"/>
                  </a:lnTo>
                  <a:lnTo>
                    <a:pt x="2715" y="6420"/>
                  </a:lnTo>
                  <a:lnTo>
                    <a:pt x="2788" y="6603"/>
                  </a:lnTo>
                  <a:lnTo>
                    <a:pt x="2935" y="6787"/>
                  </a:lnTo>
                  <a:lnTo>
                    <a:pt x="3082" y="6933"/>
                  </a:lnTo>
                  <a:lnTo>
                    <a:pt x="3228" y="6970"/>
                  </a:lnTo>
                  <a:lnTo>
                    <a:pt x="3302" y="6933"/>
                  </a:lnTo>
                  <a:lnTo>
                    <a:pt x="3375" y="6860"/>
                  </a:lnTo>
                  <a:lnTo>
                    <a:pt x="3375" y="6750"/>
                  </a:lnTo>
                  <a:lnTo>
                    <a:pt x="3302" y="6530"/>
                  </a:lnTo>
                  <a:lnTo>
                    <a:pt x="3192" y="6347"/>
                  </a:lnTo>
                  <a:lnTo>
                    <a:pt x="3082" y="6126"/>
                  </a:lnTo>
                  <a:lnTo>
                    <a:pt x="3008" y="5943"/>
                  </a:lnTo>
                  <a:lnTo>
                    <a:pt x="2898" y="5503"/>
                  </a:lnTo>
                  <a:lnTo>
                    <a:pt x="2788" y="5063"/>
                  </a:lnTo>
                  <a:lnTo>
                    <a:pt x="2605" y="4549"/>
                  </a:lnTo>
                  <a:lnTo>
                    <a:pt x="2458" y="4292"/>
                  </a:lnTo>
                  <a:lnTo>
                    <a:pt x="2311" y="4036"/>
                  </a:lnTo>
                  <a:lnTo>
                    <a:pt x="2752" y="4036"/>
                  </a:lnTo>
                  <a:lnTo>
                    <a:pt x="3192" y="4109"/>
                  </a:lnTo>
                  <a:lnTo>
                    <a:pt x="3192" y="4219"/>
                  </a:lnTo>
                  <a:lnTo>
                    <a:pt x="3228" y="4366"/>
                  </a:lnTo>
                  <a:lnTo>
                    <a:pt x="3302" y="4623"/>
                  </a:lnTo>
                  <a:lnTo>
                    <a:pt x="3522" y="5063"/>
                  </a:lnTo>
                  <a:lnTo>
                    <a:pt x="3779" y="5833"/>
                  </a:lnTo>
                  <a:lnTo>
                    <a:pt x="3852" y="5943"/>
                  </a:lnTo>
                  <a:lnTo>
                    <a:pt x="3889" y="6016"/>
                  </a:lnTo>
                  <a:lnTo>
                    <a:pt x="3962" y="6090"/>
                  </a:lnTo>
                  <a:lnTo>
                    <a:pt x="4109" y="6126"/>
                  </a:lnTo>
                  <a:lnTo>
                    <a:pt x="4146" y="6090"/>
                  </a:lnTo>
                  <a:lnTo>
                    <a:pt x="4219" y="6053"/>
                  </a:lnTo>
                  <a:lnTo>
                    <a:pt x="4292" y="5943"/>
                  </a:lnTo>
                  <a:lnTo>
                    <a:pt x="4292" y="5796"/>
                  </a:lnTo>
                  <a:lnTo>
                    <a:pt x="4256" y="5686"/>
                  </a:lnTo>
                  <a:lnTo>
                    <a:pt x="4182" y="5540"/>
                  </a:lnTo>
                  <a:lnTo>
                    <a:pt x="3852" y="4659"/>
                  </a:lnTo>
                  <a:lnTo>
                    <a:pt x="3669" y="4292"/>
                  </a:lnTo>
                  <a:lnTo>
                    <a:pt x="4035" y="4513"/>
                  </a:lnTo>
                  <a:lnTo>
                    <a:pt x="4182" y="4623"/>
                  </a:lnTo>
                  <a:lnTo>
                    <a:pt x="4329" y="4769"/>
                  </a:lnTo>
                  <a:lnTo>
                    <a:pt x="4439" y="4953"/>
                  </a:lnTo>
                  <a:lnTo>
                    <a:pt x="4512" y="5136"/>
                  </a:lnTo>
                  <a:lnTo>
                    <a:pt x="4659" y="5540"/>
                  </a:lnTo>
                  <a:lnTo>
                    <a:pt x="4806" y="6347"/>
                  </a:lnTo>
                  <a:lnTo>
                    <a:pt x="4842" y="6640"/>
                  </a:lnTo>
                  <a:lnTo>
                    <a:pt x="4952" y="6933"/>
                  </a:lnTo>
                  <a:lnTo>
                    <a:pt x="5063" y="7190"/>
                  </a:lnTo>
                  <a:lnTo>
                    <a:pt x="5209" y="7447"/>
                  </a:lnTo>
                  <a:lnTo>
                    <a:pt x="5393" y="7704"/>
                  </a:lnTo>
                  <a:lnTo>
                    <a:pt x="5576" y="7924"/>
                  </a:lnTo>
                  <a:lnTo>
                    <a:pt x="5759" y="8144"/>
                  </a:lnTo>
                  <a:lnTo>
                    <a:pt x="5980" y="8327"/>
                  </a:lnTo>
                  <a:lnTo>
                    <a:pt x="6236" y="8474"/>
                  </a:lnTo>
                  <a:lnTo>
                    <a:pt x="6493" y="8621"/>
                  </a:lnTo>
                  <a:lnTo>
                    <a:pt x="6750" y="8694"/>
                  </a:lnTo>
                  <a:lnTo>
                    <a:pt x="7043" y="8768"/>
                  </a:lnTo>
                  <a:lnTo>
                    <a:pt x="7300" y="8804"/>
                  </a:lnTo>
                  <a:lnTo>
                    <a:pt x="7924" y="8804"/>
                  </a:lnTo>
                  <a:lnTo>
                    <a:pt x="8217" y="8694"/>
                  </a:lnTo>
                  <a:lnTo>
                    <a:pt x="8511" y="8621"/>
                  </a:lnTo>
                  <a:lnTo>
                    <a:pt x="8731" y="8474"/>
                  </a:lnTo>
                  <a:lnTo>
                    <a:pt x="8951" y="8291"/>
                  </a:lnTo>
                  <a:lnTo>
                    <a:pt x="9171" y="8107"/>
                  </a:lnTo>
                  <a:lnTo>
                    <a:pt x="9354" y="7887"/>
                  </a:lnTo>
                  <a:lnTo>
                    <a:pt x="9464" y="7667"/>
                  </a:lnTo>
                  <a:lnTo>
                    <a:pt x="9611" y="7410"/>
                  </a:lnTo>
                  <a:lnTo>
                    <a:pt x="9684" y="7117"/>
                  </a:lnTo>
                  <a:lnTo>
                    <a:pt x="9721" y="6787"/>
                  </a:lnTo>
                  <a:lnTo>
                    <a:pt x="9758" y="6457"/>
                  </a:lnTo>
                  <a:lnTo>
                    <a:pt x="9721" y="6090"/>
                  </a:lnTo>
                  <a:lnTo>
                    <a:pt x="9684" y="5760"/>
                  </a:lnTo>
                  <a:lnTo>
                    <a:pt x="9538" y="5063"/>
                  </a:lnTo>
                  <a:lnTo>
                    <a:pt x="9354" y="4366"/>
                  </a:lnTo>
                  <a:lnTo>
                    <a:pt x="9024" y="2788"/>
                  </a:lnTo>
                  <a:lnTo>
                    <a:pt x="8951" y="2422"/>
                  </a:lnTo>
                  <a:lnTo>
                    <a:pt x="8951" y="2238"/>
                  </a:lnTo>
                  <a:lnTo>
                    <a:pt x="8951" y="2055"/>
                  </a:lnTo>
                  <a:lnTo>
                    <a:pt x="9024" y="2348"/>
                  </a:lnTo>
                  <a:lnTo>
                    <a:pt x="9098" y="2568"/>
                  </a:lnTo>
                  <a:lnTo>
                    <a:pt x="9244" y="2788"/>
                  </a:lnTo>
                  <a:lnTo>
                    <a:pt x="9391" y="3009"/>
                  </a:lnTo>
                  <a:lnTo>
                    <a:pt x="9501" y="3082"/>
                  </a:lnTo>
                  <a:lnTo>
                    <a:pt x="9611" y="3119"/>
                  </a:lnTo>
                  <a:lnTo>
                    <a:pt x="9684" y="3119"/>
                  </a:lnTo>
                  <a:lnTo>
                    <a:pt x="9758" y="3082"/>
                  </a:lnTo>
                  <a:lnTo>
                    <a:pt x="9794" y="3045"/>
                  </a:lnTo>
                  <a:lnTo>
                    <a:pt x="9831" y="2972"/>
                  </a:lnTo>
                  <a:lnTo>
                    <a:pt x="9758" y="2788"/>
                  </a:lnTo>
                  <a:lnTo>
                    <a:pt x="9648" y="2605"/>
                  </a:lnTo>
                  <a:lnTo>
                    <a:pt x="9464" y="2275"/>
                  </a:lnTo>
                  <a:lnTo>
                    <a:pt x="9318" y="1908"/>
                  </a:lnTo>
                  <a:lnTo>
                    <a:pt x="9244" y="1725"/>
                  </a:lnTo>
                  <a:lnTo>
                    <a:pt x="9134" y="1541"/>
                  </a:lnTo>
                  <a:lnTo>
                    <a:pt x="9171" y="1505"/>
                  </a:lnTo>
                  <a:lnTo>
                    <a:pt x="9354" y="1358"/>
                  </a:lnTo>
                  <a:lnTo>
                    <a:pt x="9538" y="1248"/>
                  </a:lnTo>
                  <a:lnTo>
                    <a:pt x="9978" y="1101"/>
                  </a:lnTo>
                  <a:lnTo>
                    <a:pt x="10051" y="1395"/>
                  </a:lnTo>
                  <a:lnTo>
                    <a:pt x="10125" y="1688"/>
                  </a:lnTo>
                  <a:lnTo>
                    <a:pt x="10345" y="2238"/>
                  </a:lnTo>
                  <a:lnTo>
                    <a:pt x="10418" y="2495"/>
                  </a:lnTo>
                  <a:lnTo>
                    <a:pt x="10491" y="2825"/>
                  </a:lnTo>
                  <a:lnTo>
                    <a:pt x="10565" y="2972"/>
                  </a:lnTo>
                  <a:lnTo>
                    <a:pt x="10638" y="3082"/>
                  </a:lnTo>
                  <a:lnTo>
                    <a:pt x="10748" y="3192"/>
                  </a:lnTo>
                  <a:lnTo>
                    <a:pt x="10858" y="3229"/>
                  </a:lnTo>
                  <a:lnTo>
                    <a:pt x="10968" y="3229"/>
                  </a:lnTo>
                  <a:lnTo>
                    <a:pt x="11042" y="3192"/>
                  </a:lnTo>
                  <a:lnTo>
                    <a:pt x="11115" y="3119"/>
                  </a:lnTo>
                  <a:lnTo>
                    <a:pt x="11115" y="3009"/>
                  </a:lnTo>
                  <a:lnTo>
                    <a:pt x="11115" y="2972"/>
                  </a:lnTo>
                  <a:lnTo>
                    <a:pt x="11078" y="2899"/>
                  </a:lnTo>
                  <a:lnTo>
                    <a:pt x="11005" y="2825"/>
                  </a:lnTo>
                  <a:lnTo>
                    <a:pt x="10932" y="2642"/>
                  </a:lnTo>
                  <a:lnTo>
                    <a:pt x="10895" y="2458"/>
                  </a:lnTo>
                  <a:lnTo>
                    <a:pt x="10675" y="1835"/>
                  </a:lnTo>
                  <a:lnTo>
                    <a:pt x="10528" y="1395"/>
                  </a:lnTo>
                  <a:lnTo>
                    <a:pt x="10418" y="1174"/>
                  </a:lnTo>
                  <a:lnTo>
                    <a:pt x="10308" y="991"/>
                  </a:lnTo>
                  <a:lnTo>
                    <a:pt x="10455" y="918"/>
                  </a:lnTo>
                  <a:lnTo>
                    <a:pt x="11005" y="734"/>
                  </a:lnTo>
                  <a:lnTo>
                    <a:pt x="11152" y="1174"/>
                  </a:lnTo>
                  <a:lnTo>
                    <a:pt x="11298" y="1615"/>
                  </a:lnTo>
                  <a:lnTo>
                    <a:pt x="11555" y="2348"/>
                  </a:lnTo>
                  <a:lnTo>
                    <a:pt x="11702" y="2678"/>
                  </a:lnTo>
                  <a:lnTo>
                    <a:pt x="11775" y="2788"/>
                  </a:lnTo>
                  <a:lnTo>
                    <a:pt x="11922" y="2899"/>
                  </a:lnTo>
                  <a:lnTo>
                    <a:pt x="11959" y="2935"/>
                  </a:lnTo>
                  <a:lnTo>
                    <a:pt x="12032" y="2899"/>
                  </a:lnTo>
                  <a:lnTo>
                    <a:pt x="12069" y="2899"/>
                  </a:lnTo>
                  <a:lnTo>
                    <a:pt x="12105" y="2825"/>
                  </a:lnTo>
                  <a:lnTo>
                    <a:pt x="12142" y="2715"/>
                  </a:lnTo>
                  <a:lnTo>
                    <a:pt x="12142" y="2568"/>
                  </a:lnTo>
                  <a:lnTo>
                    <a:pt x="12069" y="2275"/>
                  </a:lnTo>
                  <a:lnTo>
                    <a:pt x="11812" y="1688"/>
                  </a:lnTo>
                  <a:lnTo>
                    <a:pt x="11592" y="1101"/>
                  </a:lnTo>
                  <a:lnTo>
                    <a:pt x="11445" y="698"/>
                  </a:lnTo>
                  <a:lnTo>
                    <a:pt x="11372" y="588"/>
                  </a:lnTo>
                  <a:lnTo>
                    <a:pt x="11665" y="441"/>
                  </a:lnTo>
                  <a:lnTo>
                    <a:pt x="11922" y="294"/>
                  </a:lnTo>
                  <a:lnTo>
                    <a:pt x="12105" y="147"/>
                  </a:lnTo>
                  <a:lnTo>
                    <a:pt x="12142" y="111"/>
                  </a:lnTo>
                  <a:lnTo>
                    <a:pt x="12142" y="74"/>
                  </a:lnTo>
                  <a:lnTo>
                    <a:pt x="12105" y="37"/>
                  </a:lnTo>
                  <a:lnTo>
                    <a:pt x="12069" y="1"/>
                  </a:lnTo>
                  <a:close/>
                  <a:moveTo>
                    <a:pt x="4072" y="7080"/>
                  </a:moveTo>
                  <a:lnTo>
                    <a:pt x="4035" y="7117"/>
                  </a:lnTo>
                  <a:lnTo>
                    <a:pt x="3999" y="7154"/>
                  </a:lnTo>
                  <a:lnTo>
                    <a:pt x="3999" y="7337"/>
                  </a:lnTo>
                  <a:lnTo>
                    <a:pt x="3999" y="7557"/>
                  </a:lnTo>
                  <a:lnTo>
                    <a:pt x="4072" y="7961"/>
                  </a:lnTo>
                  <a:lnTo>
                    <a:pt x="4219" y="8327"/>
                  </a:lnTo>
                  <a:lnTo>
                    <a:pt x="4366" y="8731"/>
                  </a:lnTo>
                  <a:lnTo>
                    <a:pt x="4439" y="8804"/>
                  </a:lnTo>
                  <a:lnTo>
                    <a:pt x="4182" y="8988"/>
                  </a:lnTo>
                  <a:lnTo>
                    <a:pt x="3889" y="9098"/>
                  </a:lnTo>
                  <a:lnTo>
                    <a:pt x="3852" y="8951"/>
                  </a:lnTo>
                  <a:lnTo>
                    <a:pt x="3815" y="8804"/>
                  </a:lnTo>
                  <a:lnTo>
                    <a:pt x="3669" y="8511"/>
                  </a:lnTo>
                  <a:lnTo>
                    <a:pt x="3522" y="8071"/>
                  </a:lnTo>
                  <a:lnTo>
                    <a:pt x="3449" y="7887"/>
                  </a:lnTo>
                  <a:lnTo>
                    <a:pt x="3339" y="7667"/>
                  </a:lnTo>
                  <a:lnTo>
                    <a:pt x="3228" y="7630"/>
                  </a:lnTo>
                  <a:lnTo>
                    <a:pt x="3155" y="7630"/>
                  </a:lnTo>
                  <a:lnTo>
                    <a:pt x="3045" y="7704"/>
                  </a:lnTo>
                  <a:lnTo>
                    <a:pt x="3045" y="7777"/>
                  </a:lnTo>
                  <a:lnTo>
                    <a:pt x="3082" y="7997"/>
                  </a:lnTo>
                  <a:lnTo>
                    <a:pt x="3118" y="8217"/>
                  </a:lnTo>
                  <a:lnTo>
                    <a:pt x="3265" y="8658"/>
                  </a:lnTo>
                  <a:lnTo>
                    <a:pt x="3339" y="8951"/>
                  </a:lnTo>
                  <a:lnTo>
                    <a:pt x="3412" y="9098"/>
                  </a:lnTo>
                  <a:lnTo>
                    <a:pt x="3485" y="9244"/>
                  </a:lnTo>
                  <a:lnTo>
                    <a:pt x="2825" y="9428"/>
                  </a:lnTo>
                  <a:lnTo>
                    <a:pt x="2788" y="9281"/>
                  </a:lnTo>
                  <a:lnTo>
                    <a:pt x="2642" y="8768"/>
                  </a:lnTo>
                  <a:lnTo>
                    <a:pt x="2532" y="8547"/>
                  </a:lnTo>
                  <a:lnTo>
                    <a:pt x="2385" y="8327"/>
                  </a:lnTo>
                  <a:lnTo>
                    <a:pt x="2385" y="8254"/>
                  </a:lnTo>
                  <a:lnTo>
                    <a:pt x="2385" y="8217"/>
                  </a:lnTo>
                  <a:lnTo>
                    <a:pt x="2421" y="8181"/>
                  </a:lnTo>
                  <a:lnTo>
                    <a:pt x="2421" y="8144"/>
                  </a:lnTo>
                  <a:lnTo>
                    <a:pt x="2421" y="8107"/>
                  </a:lnTo>
                  <a:lnTo>
                    <a:pt x="2385" y="8107"/>
                  </a:lnTo>
                  <a:lnTo>
                    <a:pt x="2275" y="8144"/>
                  </a:lnTo>
                  <a:lnTo>
                    <a:pt x="2128" y="8144"/>
                  </a:lnTo>
                  <a:lnTo>
                    <a:pt x="2055" y="8181"/>
                  </a:lnTo>
                  <a:lnTo>
                    <a:pt x="2018" y="8254"/>
                  </a:lnTo>
                  <a:lnTo>
                    <a:pt x="1981" y="8327"/>
                  </a:lnTo>
                  <a:lnTo>
                    <a:pt x="1981" y="8401"/>
                  </a:lnTo>
                  <a:lnTo>
                    <a:pt x="2165" y="8841"/>
                  </a:lnTo>
                  <a:lnTo>
                    <a:pt x="2348" y="9318"/>
                  </a:lnTo>
                  <a:lnTo>
                    <a:pt x="2385" y="9575"/>
                  </a:lnTo>
                  <a:lnTo>
                    <a:pt x="1945" y="9685"/>
                  </a:lnTo>
                  <a:lnTo>
                    <a:pt x="1871" y="9721"/>
                  </a:lnTo>
                  <a:lnTo>
                    <a:pt x="1798" y="9795"/>
                  </a:lnTo>
                  <a:lnTo>
                    <a:pt x="1798" y="9868"/>
                  </a:lnTo>
                  <a:lnTo>
                    <a:pt x="1761" y="9941"/>
                  </a:lnTo>
                  <a:lnTo>
                    <a:pt x="1798" y="10015"/>
                  </a:lnTo>
                  <a:lnTo>
                    <a:pt x="1835" y="10088"/>
                  </a:lnTo>
                  <a:lnTo>
                    <a:pt x="1908" y="10161"/>
                  </a:lnTo>
                  <a:lnTo>
                    <a:pt x="1981" y="10198"/>
                  </a:lnTo>
                  <a:lnTo>
                    <a:pt x="2275" y="10198"/>
                  </a:lnTo>
                  <a:lnTo>
                    <a:pt x="2385" y="10125"/>
                  </a:lnTo>
                  <a:lnTo>
                    <a:pt x="2495" y="10088"/>
                  </a:lnTo>
                  <a:lnTo>
                    <a:pt x="2532" y="10051"/>
                  </a:lnTo>
                  <a:lnTo>
                    <a:pt x="2568" y="10088"/>
                  </a:lnTo>
                  <a:lnTo>
                    <a:pt x="2605" y="10125"/>
                  </a:lnTo>
                  <a:lnTo>
                    <a:pt x="2678" y="10125"/>
                  </a:lnTo>
                  <a:lnTo>
                    <a:pt x="2788" y="10088"/>
                  </a:lnTo>
                  <a:lnTo>
                    <a:pt x="2825" y="9978"/>
                  </a:lnTo>
                  <a:lnTo>
                    <a:pt x="3265" y="9868"/>
                  </a:lnTo>
                  <a:lnTo>
                    <a:pt x="3742" y="9721"/>
                  </a:lnTo>
                  <a:lnTo>
                    <a:pt x="4146" y="9575"/>
                  </a:lnTo>
                  <a:lnTo>
                    <a:pt x="4549" y="9354"/>
                  </a:lnTo>
                  <a:lnTo>
                    <a:pt x="4732" y="9208"/>
                  </a:lnTo>
                  <a:lnTo>
                    <a:pt x="4879" y="9061"/>
                  </a:lnTo>
                  <a:lnTo>
                    <a:pt x="5026" y="8841"/>
                  </a:lnTo>
                  <a:lnTo>
                    <a:pt x="5136" y="8621"/>
                  </a:lnTo>
                  <a:lnTo>
                    <a:pt x="5209" y="8401"/>
                  </a:lnTo>
                  <a:lnTo>
                    <a:pt x="5173" y="8181"/>
                  </a:lnTo>
                  <a:lnTo>
                    <a:pt x="5099" y="7997"/>
                  </a:lnTo>
                  <a:lnTo>
                    <a:pt x="5026" y="7887"/>
                  </a:lnTo>
                  <a:lnTo>
                    <a:pt x="4952" y="7814"/>
                  </a:lnTo>
                  <a:lnTo>
                    <a:pt x="4842" y="7814"/>
                  </a:lnTo>
                  <a:lnTo>
                    <a:pt x="4806" y="7851"/>
                  </a:lnTo>
                  <a:lnTo>
                    <a:pt x="4806" y="7887"/>
                  </a:lnTo>
                  <a:lnTo>
                    <a:pt x="4732" y="8327"/>
                  </a:lnTo>
                  <a:lnTo>
                    <a:pt x="4512" y="7667"/>
                  </a:lnTo>
                  <a:lnTo>
                    <a:pt x="4366" y="7374"/>
                  </a:lnTo>
                  <a:lnTo>
                    <a:pt x="4182" y="7117"/>
                  </a:lnTo>
                  <a:lnTo>
                    <a:pt x="4146" y="708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7" name="Google Shape;315;p5">
              <a:extLst>
                <a:ext uri="{FF2B5EF4-FFF2-40B4-BE49-F238E27FC236}">
                  <a16:creationId xmlns:a16="http://schemas.microsoft.com/office/drawing/2014/main" id="{07A615B7-0FB9-472E-A127-E0455ADE9B5C}"/>
                </a:ext>
              </a:extLst>
            </p:cNvPr>
            <p:cNvSpPr/>
            <p:nvPr/>
          </p:nvSpPr>
          <p:spPr>
            <a:xfrm>
              <a:off x="6114500" y="2324225"/>
              <a:ext cx="158675" cy="329225"/>
            </a:xfrm>
            <a:custGeom>
              <a:avLst/>
              <a:gdLst/>
              <a:ahLst/>
              <a:cxnLst/>
              <a:rect l="l" t="t" r="r" b="b"/>
              <a:pathLst>
                <a:path w="6347" h="13169" extrusionOk="0">
                  <a:moveTo>
                    <a:pt x="588" y="330"/>
                  </a:moveTo>
                  <a:lnTo>
                    <a:pt x="808" y="367"/>
                  </a:lnTo>
                  <a:lnTo>
                    <a:pt x="1028" y="440"/>
                  </a:lnTo>
                  <a:lnTo>
                    <a:pt x="1211" y="550"/>
                  </a:lnTo>
                  <a:lnTo>
                    <a:pt x="1395" y="734"/>
                  </a:lnTo>
                  <a:lnTo>
                    <a:pt x="1578" y="917"/>
                  </a:lnTo>
                  <a:lnTo>
                    <a:pt x="1688" y="1101"/>
                  </a:lnTo>
                  <a:lnTo>
                    <a:pt x="1798" y="1321"/>
                  </a:lnTo>
                  <a:lnTo>
                    <a:pt x="1908" y="1541"/>
                  </a:lnTo>
                  <a:lnTo>
                    <a:pt x="1982" y="1761"/>
                  </a:lnTo>
                  <a:lnTo>
                    <a:pt x="2018" y="2018"/>
                  </a:lnTo>
                  <a:lnTo>
                    <a:pt x="2018" y="2458"/>
                  </a:lnTo>
                  <a:lnTo>
                    <a:pt x="2018" y="2495"/>
                  </a:lnTo>
                  <a:lnTo>
                    <a:pt x="1982" y="2421"/>
                  </a:lnTo>
                  <a:lnTo>
                    <a:pt x="1762" y="1944"/>
                  </a:lnTo>
                  <a:lnTo>
                    <a:pt x="1615" y="1724"/>
                  </a:lnTo>
                  <a:lnTo>
                    <a:pt x="1432" y="1504"/>
                  </a:lnTo>
                  <a:lnTo>
                    <a:pt x="1395" y="1467"/>
                  </a:lnTo>
                  <a:lnTo>
                    <a:pt x="1322" y="1467"/>
                  </a:lnTo>
                  <a:lnTo>
                    <a:pt x="1285" y="1504"/>
                  </a:lnTo>
                  <a:lnTo>
                    <a:pt x="1285" y="1578"/>
                  </a:lnTo>
                  <a:lnTo>
                    <a:pt x="1322" y="1834"/>
                  </a:lnTo>
                  <a:lnTo>
                    <a:pt x="1395" y="2128"/>
                  </a:lnTo>
                  <a:lnTo>
                    <a:pt x="1615" y="2641"/>
                  </a:lnTo>
                  <a:lnTo>
                    <a:pt x="1725" y="2935"/>
                  </a:lnTo>
                  <a:lnTo>
                    <a:pt x="1615" y="2861"/>
                  </a:lnTo>
                  <a:lnTo>
                    <a:pt x="1468" y="2715"/>
                  </a:lnTo>
                  <a:lnTo>
                    <a:pt x="1248" y="2348"/>
                  </a:lnTo>
                  <a:lnTo>
                    <a:pt x="1065" y="1981"/>
                  </a:lnTo>
                  <a:lnTo>
                    <a:pt x="955" y="1724"/>
                  </a:lnTo>
                  <a:lnTo>
                    <a:pt x="845" y="1394"/>
                  </a:lnTo>
                  <a:lnTo>
                    <a:pt x="735" y="1027"/>
                  </a:lnTo>
                  <a:lnTo>
                    <a:pt x="661" y="697"/>
                  </a:lnTo>
                  <a:lnTo>
                    <a:pt x="588" y="330"/>
                  </a:lnTo>
                  <a:close/>
                  <a:moveTo>
                    <a:pt x="3706" y="2825"/>
                  </a:moveTo>
                  <a:lnTo>
                    <a:pt x="3926" y="2861"/>
                  </a:lnTo>
                  <a:lnTo>
                    <a:pt x="4109" y="2935"/>
                  </a:lnTo>
                  <a:lnTo>
                    <a:pt x="4733" y="3118"/>
                  </a:lnTo>
                  <a:lnTo>
                    <a:pt x="4990" y="3228"/>
                  </a:lnTo>
                  <a:lnTo>
                    <a:pt x="5283" y="3375"/>
                  </a:lnTo>
                  <a:lnTo>
                    <a:pt x="5503" y="3522"/>
                  </a:lnTo>
                  <a:lnTo>
                    <a:pt x="5687" y="3668"/>
                  </a:lnTo>
                  <a:lnTo>
                    <a:pt x="5687" y="3668"/>
                  </a:lnTo>
                  <a:lnTo>
                    <a:pt x="5540" y="3632"/>
                  </a:lnTo>
                  <a:lnTo>
                    <a:pt x="5467" y="3632"/>
                  </a:lnTo>
                  <a:lnTo>
                    <a:pt x="5393" y="3705"/>
                  </a:lnTo>
                  <a:lnTo>
                    <a:pt x="5356" y="3778"/>
                  </a:lnTo>
                  <a:lnTo>
                    <a:pt x="5393" y="3888"/>
                  </a:lnTo>
                  <a:lnTo>
                    <a:pt x="5026" y="4035"/>
                  </a:lnTo>
                  <a:lnTo>
                    <a:pt x="4660" y="4109"/>
                  </a:lnTo>
                  <a:lnTo>
                    <a:pt x="4293" y="4182"/>
                  </a:lnTo>
                  <a:lnTo>
                    <a:pt x="3889" y="4182"/>
                  </a:lnTo>
                  <a:lnTo>
                    <a:pt x="3449" y="4109"/>
                  </a:lnTo>
                  <a:lnTo>
                    <a:pt x="3046" y="3999"/>
                  </a:lnTo>
                  <a:lnTo>
                    <a:pt x="2862" y="3925"/>
                  </a:lnTo>
                  <a:lnTo>
                    <a:pt x="2642" y="3815"/>
                  </a:lnTo>
                  <a:lnTo>
                    <a:pt x="2459" y="3668"/>
                  </a:lnTo>
                  <a:lnTo>
                    <a:pt x="2349" y="3595"/>
                  </a:lnTo>
                  <a:lnTo>
                    <a:pt x="2312" y="3522"/>
                  </a:lnTo>
                  <a:lnTo>
                    <a:pt x="2532" y="3668"/>
                  </a:lnTo>
                  <a:lnTo>
                    <a:pt x="2789" y="3815"/>
                  </a:lnTo>
                  <a:lnTo>
                    <a:pt x="3046" y="3888"/>
                  </a:lnTo>
                  <a:lnTo>
                    <a:pt x="3339" y="3999"/>
                  </a:lnTo>
                  <a:lnTo>
                    <a:pt x="3596" y="4035"/>
                  </a:lnTo>
                  <a:lnTo>
                    <a:pt x="3889" y="4109"/>
                  </a:lnTo>
                  <a:lnTo>
                    <a:pt x="4073" y="4109"/>
                  </a:lnTo>
                  <a:lnTo>
                    <a:pt x="4183" y="4072"/>
                  </a:lnTo>
                  <a:lnTo>
                    <a:pt x="4329" y="4035"/>
                  </a:lnTo>
                  <a:lnTo>
                    <a:pt x="4439" y="3962"/>
                  </a:lnTo>
                  <a:lnTo>
                    <a:pt x="4476" y="3888"/>
                  </a:lnTo>
                  <a:lnTo>
                    <a:pt x="4439" y="3778"/>
                  </a:lnTo>
                  <a:lnTo>
                    <a:pt x="4329" y="3705"/>
                  </a:lnTo>
                  <a:lnTo>
                    <a:pt x="4219" y="3632"/>
                  </a:lnTo>
                  <a:lnTo>
                    <a:pt x="3963" y="3595"/>
                  </a:lnTo>
                  <a:lnTo>
                    <a:pt x="3706" y="3558"/>
                  </a:lnTo>
                  <a:lnTo>
                    <a:pt x="3449" y="3522"/>
                  </a:lnTo>
                  <a:lnTo>
                    <a:pt x="2715" y="3338"/>
                  </a:lnTo>
                  <a:lnTo>
                    <a:pt x="2862" y="3228"/>
                  </a:lnTo>
                  <a:lnTo>
                    <a:pt x="3082" y="3081"/>
                  </a:lnTo>
                  <a:lnTo>
                    <a:pt x="3302" y="2935"/>
                  </a:lnTo>
                  <a:lnTo>
                    <a:pt x="3486" y="2861"/>
                  </a:lnTo>
                  <a:lnTo>
                    <a:pt x="3706" y="2825"/>
                  </a:lnTo>
                  <a:close/>
                  <a:moveTo>
                    <a:pt x="1285" y="5686"/>
                  </a:moveTo>
                  <a:lnTo>
                    <a:pt x="1725" y="5723"/>
                  </a:lnTo>
                  <a:lnTo>
                    <a:pt x="1762" y="5723"/>
                  </a:lnTo>
                  <a:lnTo>
                    <a:pt x="1835" y="5869"/>
                  </a:lnTo>
                  <a:lnTo>
                    <a:pt x="1908" y="5943"/>
                  </a:lnTo>
                  <a:lnTo>
                    <a:pt x="2018" y="5943"/>
                  </a:lnTo>
                  <a:lnTo>
                    <a:pt x="2129" y="5869"/>
                  </a:lnTo>
                  <a:lnTo>
                    <a:pt x="2165" y="5759"/>
                  </a:lnTo>
                  <a:lnTo>
                    <a:pt x="2642" y="5796"/>
                  </a:lnTo>
                  <a:lnTo>
                    <a:pt x="3082" y="5796"/>
                  </a:lnTo>
                  <a:lnTo>
                    <a:pt x="3339" y="5833"/>
                  </a:lnTo>
                  <a:lnTo>
                    <a:pt x="3522" y="5869"/>
                  </a:lnTo>
                  <a:lnTo>
                    <a:pt x="3522" y="6016"/>
                  </a:lnTo>
                  <a:lnTo>
                    <a:pt x="3376" y="5979"/>
                  </a:lnTo>
                  <a:lnTo>
                    <a:pt x="3266" y="6016"/>
                  </a:lnTo>
                  <a:lnTo>
                    <a:pt x="3119" y="6089"/>
                  </a:lnTo>
                  <a:lnTo>
                    <a:pt x="3082" y="6163"/>
                  </a:lnTo>
                  <a:lnTo>
                    <a:pt x="3082" y="6236"/>
                  </a:lnTo>
                  <a:lnTo>
                    <a:pt x="2752" y="6236"/>
                  </a:lnTo>
                  <a:lnTo>
                    <a:pt x="1322" y="6163"/>
                  </a:lnTo>
                  <a:lnTo>
                    <a:pt x="808" y="6089"/>
                  </a:lnTo>
                  <a:lnTo>
                    <a:pt x="515" y="6053"/>
                  </a:lnTo>
                  <a:lnTo>
                    <a:pt x="258" y="6089"/>
                  </a:lnTo>
                  <a:lnTo>
                    <a:pt x="368" y="5943"/>
                  </a:lnTo>
                  <a:lnTo>
                    <a:pt x="515" y="5833"/>
                  </a:lnTo>
                  <a:lnTo>
                    <a:pt x="661" y="5723"/>
                  </a:lnTo>
                  <a:lnTo>
                    <a:pt x="808" y="5686"/>
                  </a:lnTo>
                  <a:close/>
                  <a:moveTo>
                    <a:pt x="2239" y="6676"/>
                  </a:moveTo>
                  <a:lnTo>
                    <a:pt x="3009" y="6713"/>
                  </a:lnTo>
                  <a:lnTo>
                    <a:pt x="3156" y="6750"/>
                  </a:lnTo>
                  <a:lnTo>
                    <a:pt x="3156" y="7997"/>
                  </a:lnTo>
                  <a:lnTo>
                    <a:pt x="3119" y="9244"/>
                  </a:lnTo>
                  <a:lnTo>
                    <a:pt x="2422" y="9354"/>
                  </a:lnTo>
                  <a:lnTo>
                    <a:pt x="2422" y="8951"/>
                  </a:lnTo>
                  <a:lnTo>
                    <a:pt x="2312" y="7630"/>
                  </a:lnTo>
                  <a:lnTo>
                    <a:pt x="2275" y="6933"/>
                  </a:lnTo>
                  <a:lnTo>
                    <a:pt x="2239" y="6676"/>
                  </a:lnTo>
                  <a:close/>
                  <a:moveTo>
                    <a:pt x="1065" y="6566"/>
                  </a:moveTo>
                  <a:lnTo>
                    <a:pt x="1872" y="6676"/>
                  </a:lnTo>
                  <a:lnTo>
                    <a:pt x="1835" y="6786"/>
                  </a:lnTo>
                  <a:lnTo>
                    <a:pt x="1835" y="6933"/>
                  </a:lnTo>
                  <a:lnTo>
                    <a:pt x="1872" y="7226"/>
                  </a:lnTo>
                  <a:lnTo>
                    <a:pt x="1945" y="8804"/>
                  </a:lnTo>
                  <a:lnTo>
                    <a:pt x="1982" y="9391"/>
                  </a:lnTo>
                  <a:lnTo>
                    <a:pt x="1542" y="9391"/>
                  </a:lnTo>
                  <a:lnTo>
                    <a:pt x="1101" y="9427"/>
                  </a:lnTo>
                  <a:lnTo>
                    <a:pt x="1028" y="8254"/>
                  </a:lnTo>
                  <a:lnTo>
                    <a:pt x="955" y="7410"/>
                  </a:lnTo>
                  <a:lnTo>
                    <a:pt x="918" y="6970"/>
                  </a:lnTo>
                  <a:lnTo>
                    <a:pt x="808" y="6566"/>
                  </a:lnTo>
                  <a:close/>
                  <a:moveTo>
                    <a:pt x="3082" y="9721"/>
                  </a:moveTo>
                  <a:lnTo>
                    <a:pt x="3009" y="10454"/>
                  </a:lnTo>
                  <a:lnTo>
                    <a:pt x="2972" y="10454"/>
                  </a:lnTo>
                  <a:lnTo>
                    <a:pt x="2862" y="10418"/>
                  </a:lnTo>
                  <a:lnTo>
                    <a:pt x="2752" y="10418"/>
                  </a:lnTo>
                  <a:lnTo>
                    <a:pt x="2605" y="10454"/>
                  </a:lnTo>
                  <a:lnTo>
                    <a:pt x="2495" y="10528"/>
                  </a:lnTo>
                  <a:lnTo>
                    <a:pt x="2495" y="10418"/>
                  </a:lnTo>
                  <a:lnTo>
                    <a:pt x="2459" y="9831"/>
                  </a:lnTo>
                  <a:lnTo>
                    <a:pt x="2789" y="9794"/>
                  </a:lnTo>
                  <a:lnTo>
                    <a:pt x="3082" y="9721"/>
                  </a:lnTo>
                  <a:close/>
                  <a:moveTo>
                    <a:pt x="1138" y="9758"/>
                  </a:moveTo>
                  <a:lnTo>
                    <a:pt x="1358" y="9831"/>
                  </a:lnTo>
                  <a:lnTo>
                    <a:pt x="1542" y="9831"/>
                  </a:lnTo>
                  <a:lnTo>
                    <a:pt x="1982" y="9868"/>
                  </a:lnTo>
                  <a:lnTo>
                    <a:pt x="2018" y="10088"/>
                  </a:lnTo>
                  <a:lnTo>
                    <a:pt x="1982" y="10124"/>
                  </a:lnTo>
                  <a:lnTo>
                    <a:pt x="1688" y="10088"/>
                  </a:lnTo>
                  <a:lnTo>
                    <a:pt x="1615" y="10124"/>
                  </a:lnTo>
                  <a:lnTo>
                    <a:pt x="1542" y="10161"/>
                  </a:lnTo>
                  <a:lnTo>
                    <a:pt x="1542" y="10234"/>
                  </a:lnTo>
                  <a:lnTo>
                    <a:pt x="1578" y="10308"/>
                  </a:lnTo>
                  <a:lnTo>
                    <a:pt x="1725" y="10454"/>
                  </a:lnTo>
                  <a:lnTo>
                    <a:pt x="1945" y="10491"/>
                  </a:lnTo>
                  <a:lnTo>
                    <a:pt x="2018" y="10491"/>
                  </a:lnTo>
                  <a:lnTo>
                    <a:pt x="2018" y="10748"/>
                  </a:lnTo>
                  <a:lnTo>
                    <a:pt x="1798" y="10785"/>
                  </a:lnTo>
                  <a:lnTo>
                    <a:pt x="1798" y="10748"/>
                  </a:lnTo>
                  <a:lnTo>
                    <a:pt x="1762" y="10748"/>
                  </a:lnTo>
                  <a:lnTo>
                    <a:pt x="1688" y="10785"/>
                  </a:lnTo>
                  <a:lnTo>
                    <a:pt x="1615" y="10821"/>
                  </a:lnTo>
                  <a:lnTo>
                    <a:pt x="1542" y="10895"/>
                  </a:lnTo>
                  <a:lnTo>
                    <a:pt x="1505" y="11005"/>
                  </a:lnTo>
                  <a:lnTo>
                    <a:pt x="1542" y="11078"/>
                  </a:lnTo>
                  <a:lnTo>
                    <a:pt x="1652" y="11151"/>
                  </a:lnTo>
                  <a:lnTo>
                    <a:pt x="2055" y="11151"/>
                  </a:lnTo>
                  <a:lnTo>
                    <a:pt x="2129" y="11408"/>
                  </a:lnTo>
                  <a:lnTo>
                    <a:pt x="2239" y="11592"/>
                  </a:lnTo>
                  <a:lnTo>
                    <a:pt x="2275" y="11628"/>
                  </a:lnTo>
                  <a:lnTo>
                    <a:pt x="2349" y="11628"/>
                  </a:lnTo>
                  <a:lnTo>
                    <a:pt x="2422" y="11592"/>
                  </a:lnTo>
                  <a:lnTo>
                    <a:pt x="2459" y="11555"/>
                  </a:lnTo>
                  <a:lnTo>
                    <a:pt x="2532" y="11371"/>
                  </a:lnTo>
                  <a:lnTo>
                    <a:pt x="2569" y="11188"/>
                  </a:lnTo>
                  <a:lnTo>
                    <a:pt x="2569" y="11005"/>
                  </a:lnTo>
                  <a:lnTo>
                    <a:pt x="2532" y="10785"/>
                  </a:lnTo>
                  <a:lnTo>
                    <a:pt x="2679" y="10821"/>
                  </a:lnTo>
                  <a:lnTo>
                    <a:pt x="3009" y="10821"/>
                  </a:lnTo>
                  <a:lnTo>
                    <a:pt x="2936" y="11408"/>
                  </a:lnTo>
                  <a:lnTo>
                    <a:pt x="2862" y="11812"/>
                  </a:lnTo>
                  <a:lnTo>
                    <a:pt x="2825" y="11995"/>
                  </a:lnTo>
                  <a:lnTo>
                    <a:pt x="2752" y="12178"/>
                  </a:lnTo>
                  <a:lnTo>
                    <a:pt x="2642" y="12362"/>
                  </a:lnTo>
                  <a:lnTo>
                    <a:pt x="2532" y="12472"/>
                  </a:lnTo>
                  <a:lnTo>
                    <a:pt x="2349" y="12582"/>
                  </a:lnTo>
                  <a:lnTo>
                    <a:pt x="2129" y="12619"/>
                  </a:lnTo>
                  <a:lnTo>
                    <a:pt x="1945" y="12619"/>
                  </a:lnTo>
                  <a:lnTo>
                    <a:pt x="1798" y="12582"/>
                  </a:lnTo>
                  <a:lnTo>
                    <a:pt x="1652" y="12472"/>
                  </a:lnTo>
                  <a:lnTo>
                    <a:pt x="1505" y="12362"/>
                  </a:lnTo>
                  <a:lnTo>
                    <a:pt x="1432" y="12215"/>
                  </a:lnTo>
                  <a:lnTo>
                    <a:pt x="1322" y="12068"/>
                  </a:lnTo>
                  <a:lnTo>
                    <a:pt x="1211" y="11738"/>
                  </a:lnTo>
                  <a:lnTo>
                    <a:pt x="1138" y="11335"/>
                  </a:lnTo>
                  <a:lnTo>
                    <a:pt x="1138" y="10858"/>
                  </a:lnTo>
                  <a:lnTo>
                    <a:pt x="1138" y="10014"/>
                  </a:lnTo>
                  <a:lnTo>
                    <a:pt x="1138" y="9758"/>
                  </a:lnTo>
                  <a:close/>
                  <a:moveTo>
                    <a:pt x="625" y="0"/>
                  </a:moveTo>
                  <a:lnTo>
                    <a:pt x="478" y="37"/>
                  </a:lnTo>
                  <a:lnTo>
                    <a:pt x="331" y="110"/>
                  </a:lnTo>
                  <a:lnTo>
                    <a:pt x="294" y="184"/>
                  </a:lnTo>
                  <a:lnTo>
                    <a:pt x="294" y="220"/>
                  </a:lnTo>
                  <a:lnTo>
                    <a:pt x="294" y="294"/>
                  </a:lnTo>
                  <a:lnTo>
                    <a:pt x="331" y="330"/>
                  </a:lnTo>
                  <a:lnTo>
                    <a:pt x="294" y="587"/>
                  </a:lnTo>
                  <a:lnTo>
                    <a:pt x="294" y="844"/>
                  </a:lnTo>
                  <a:lnTo>
                    <a:pt x="331" y="1101"/>
                  </a:lnTo>
                  <a:lnTo>
                    <a:pt x="368" y="1321"/>
                  </a:lnTo>
                  <a:lnTo>
                    <a:pt x="551" y="1834"/>
                  </a:lnTo>
                  <a:lnTo>
                    <a:pt x="735" y="2274"/>
                  </a:lnTo>
                  <a:lnTo>
                    <a:pt x="918" y="2641"/>
                  </a:lnTo>
                  <a:lnTo>
                    <a:pt x="1175" y="3008"/>
                  </a:lnTo>
                  <a:lnTo>
                    <a:pt x="1322" y="3155"/>
                  </a:lnTo>
                  <a:lnTo>
                    <a:pt x="1505" y="3265"/>
                  </a:lnTo>
                  <a:lnTo>
                    <a:pt x="1652" y="3375"/>
                  </a:lnTo>
                  <a:lnTo>
                    <a:pt x="1872" y="3375"/>
                  </a:lnTo>
                  <a:lnTo>
                    <a:pt x="1798" y="3815"/>
                  </a:lnTo>
                  <a:lnTo>
                    <a:pt x="1725" y="4365"/>
                  </a:lnTo>
                  <a:lnTo>
                    <a:pt x="1725" y="4659"/>
                  </a:lnTo>
                  <a:lnTo>
                    <a:pt x="1762" y="4806"/>
                  </a:lnTo>
                  <a:lnTo>
                    <a:pt x="1798" y="4916"/>
                  </a:lnTo>
                  <a:lnTo>
                    <a:pt x="1762" y="5319"/>
                  </a:lnTo>
                  <a:lnTo>
                    <a:pt x="1615" y="5319"/>
                  </a:lnTo>
                  <a:lnTo>
                    <a:pt x="1138" y="5282"/>
                  </a:lnTo>
                  <a:lnTo>
                    <a:pt x="918" y="5246"/>
                  </a:lnTo>
                  <a:lnTo>
                    <a:pt x="698" y="5282"/>
                  </a:lnTo>
                  <a:lnTo>
                    <a:pt x="404" y="5392"/>
                  </a:lnTo>
                  <a:lnTo>
                    <a:pt x="294" y="5466"/>
                  </a:lnTo>
                  <a:lnTo>
                    <a:pt x="184" y="5576"/>
                  </a:lnTo>
                  <a:lnTo>
                    <a:pt x="111" y="5686"/>
                  </a:lnTo>
                  <a:lnTo>
                    <a:pt x="74" y="5796"/>
                  </a:lnTo>
                  <a:lnTo>
                    <a:pt x="38" y="5943"/>
                  </a:lnTo>
                  <a:lnTo>
                    <a:pt x="1" y="6089"/>
                  </a:lnTo>
                  <a:lnTo>
                    <a:pt x="38" y="6163"/>
                  </a:lnTo>
                  <a:lnTo>
                    <a:pt x="111" y="6199"/>
                  </a:lnTo>
                  <a:lnTo>
                    <a:pt x="38" y="6273"/>
                  </a:lnTo>
                  <a:lnTo>
                    <a:pt x="38" y="6346"/>
                  </a:lnTo>
                  <a:lnTo>
                    <a:pt x="38" y="6456"/>
                  </a:lnTo>
                  <a:lnTo>
                    <a:pt x="111" y="6530"/>
                  </a:lnTo>
                  <a:lnTo>
                    <a:pt x="184" y="6566"/>
                  </a:lnTo>
                  <a:lnTo>
                    <a:pt x="294" y="6566"/>
                  </a:lnTo>
                  <a:lnTo>
                    <a:pt x="368" y="6493"/>
                  </a:lnTo>
                  <a:lnTo>
                    <a:pt x="441" y="6493"/>
                  </a:lnTo>
                  <a:lnTo>
                    <a:pt x="441" y="6530"/>
                  </a:lnTo>
                  <a:lnTo>
                    <a:pt x="441" y="6786"/>
                  </a:lnTo>
                  <a:lnTo>
                    <a:pt x="441" y="7080"/>
                  </a:lnTo>
                  <a:lnTo>
                    <a:pt x="515" y="7593"/>
                  </a:lnTo>
                  <a:lnTo>
                    <a:pt x="588" y="8657"/>
                  </a:lnTo>
                  <a:lnTo>
                    <a:pt x="625" y="9721"/>
                  </a:lnTo>
                  <a:lnTo>
                    <a:pt x="625" y="10785"/>
                  </a:lnTo>
                  <a:lnTo>
                    <a:pt x="661" y="11225"/>
                  </a:lnTo>
                  <a:lnTo>
                    <a:pt x="698" y="11665"/>
                  </a:lnTo>
                  <a:lnTo>
                    <a:pt x="808" y="12105"/>
                  </a:lnTo>
                  <a:lnTo>
                    <a:pt x="881" y="12289"/>
                  </a:lnTo>
                  <a:lnTo>
                    <a:pt x="991" y="12509"/>
                  </a:lnTo>
                  <a:lnTo>
                    <a:pt x="1065" y="12655"/>
                  </a:lnTo>
                  <a:lnTo>
                    <a:pt x="1175" y="12765"/>
                  </a:lnTo>
                  <a:lnTo>
                    <a:pt x="1322" y="12912"/>
                  </a:lnTo>
                  <a:lnTo>
                    <a:pt x="1468" y="12985"/>
                  </a:lnTo>
                  <a:lnTo>
                    <a:pt x="1615" y="13059"/>
                  </a:lnTo>
                  <a:lnTo>
                    <a:pt x="1798" y="13096"/>
                  </a:lnTo>
                  <a:lnTo>
                    <a:pt x="1945" y="13132"/>
                  </a:lnTo>
                  <a:lnTo>
                    <a:pt x="2129" y="13169"/>
                  </a:lnTo>
                  <a:lnTo>
                    <a:pt x="2349" y="13132"/>
                  </a:lnTo>
                  <a:lnTo>
                    <a:pt x="2569" y="13096"/>
                  </a:lnTo>
                  <a:lnTo>
                    <a:pt x="2752" y="12985"/>
                  </a:lnTo>
                  <a:lnTo>
                    <a:pt x="2899" y="12875"/>
                  </a:lnTo>
                  <a:lnTo>
                    <a:pt x="3009" y="12765"/>
                  </a:lnTo>
                  <a:lnTo>
                    <a:pt x="3119" y="12582"/>
                  </a:lnTo>
                  <a:lnTo>
                    <a:pt x="3302" y="12215"/>
                  </a:lnTo>
                  <a:lnTo>
                    <a:pt x="3412" y="11812"/>
                  </a:lnTo>
                  <a:lnTo>
                    <a:pt x="3449" y="11408"/>
                  </a:lnTo>
                  <a:lnTo>
                    <a:pt x="3522" y="10601"/>
                  </a:lnTo>
                  <a:lnTo>
                    <a:pt x="3632" y="9647"/>
                  </a:lnTo>
                  <a:lnTo>
                    <a:pt x="3669" y="8657"/>
                  </a:lnTo>
                  <a:lnTo>
                    <a:pt x="3669" y="7667"/>
                  </a:lnTo>
                  <a:lnTo>
                    <a:pt x="3669" y="6676"/>
                  </a:lnTo>
                  <a:lnTo>
                    <a:pt x="3743" y="6603"/>
                  </a:lnTo>
                  <a:lnTo>
                    <a:pt x="3779" y="6530"/>
                  </a:lnTo>
                  <a:lnTo>
                    <a:pt x="3779" y="6456"/>
                  </a:lnTo>
                  <a:lnTo>
                    <a:pt x="3889" y="6273"/>
                  </a:lnTo>
                  <a:lnTo>
                    <a:pt x="3963" y="6053"/>
                  </a:lnTo>
                  <a:lnTo>
                    <a:pt x="3999" y="5833"/>
                  </a:lnTo>
                  <a:lnTo>
                    <a:pt x="3963" y="5723"/>
                  </a:lnTo>
                  <a:lnTo>
                    <a:pt x="3926" y="5612"/>
                  </a:lnTo>
                  <a:lnTo>
                    <a:pt x="3816" y="5502"/>
                  </a:lnTo>
                  <a:lnTo>
                    <a:pt x="3669" y="5429"/>
                  </a:lnTo>
                  <a:lnTo>
                    <a:pt x="3486" y="5392"/>
                  </a:lnTo>
                  <a:lnTo>
                    <a:pt x="3266" y="5356"/>
                  </a:lnTo>
                  <a:lnTo>
                    <a:pt x="2532" y="5356"/>
                  </a:lnTo>
                  <a:lnTo>
                    <a:pt x="2165" y="5319"/>
                  </a:lnTo>
                  <a:lnTo>
                    <a:pt x="2092" y="4806"/>
                  </a:lnTo>
                  <a:lnTo>
                    <a:pt x="2165" y="4585"/>
                  </a:lnTo>
                  <a:lnTo>
                    <a:pt x="2165" y="4365"/>
                  </a:lnTo>
                  <a:lnTo>
                    <a:pt x="2202" y="3962"/>
                  </a:lnTo>
                  <a:lnTo>
                    <a:pt x="2459" y="4145"/>
                  </a:lnTo>
                  <a:lnTo>
                    <a:pt x="2715" y="4292"/>
                  </a:lnTo>
                  <a:lnTo>
                    <a:pt x="2972" y="4402"/>
                  </a:lnTo>
                  <a:lnTo>
                    <a:pt x="3266" y="4475"/>
                  </a:lnTo>
                  <a:lnTo>
                    <a:pt x="3522" y="4549"/>
                  </a:lnTo>
                  <a:lnTo>
                    <a:pt x="3816" y="4585"/>
                  </a:lnTo>
                  <a:lnTo>
                    <a:pt x="4403" y="4585"/>
                  </a:lnTo>
                  <a:lnTo>
                    <a:pt x="4660" y="4549"/>
                  </a:lnTo>
                  <a:lnTo>
                    <a:pt x="4953" y="4475"/>
                  </a:lnTo>
                  <a:lnTo>
                    <a:pt x="5210" y="4402"/>
                  </a:lnTo>
                  <a:lnTo>
                    <a:pt x="5503" y="4292"/>
                  </a:lnTo>
                  <a:lnTo>
                    <a:pt x="5760" y="4182"/>
                  </a:lnTo>
                  <a:lnTo>
                    <a:pt x="5833" y="4109"/>
                  </a:lnTo>
                  <a:lnTo>
                    <a:pt x="5833" y="3999"/>
                  </a:lnTo>
                  <a:lnTo>
                    <a:pt x="5833" y="3888"/>
                  </a:lnTo>
                  <a:lnTo>
                    <a:pt x="5797" y="3778"/>
                  </a:lnTo>
                  <a:lnTo>
                    <a:pt x="5797" y="3778"/>
                  </a:lnTo>
                  <a:lnTo>
                    <a:pt x="5833" y="3815"/>
                  </a:lnTo>
                  <a:lnTo>
                    <a:pt x="5980" y="3962"/>
                  </a:lnTo>
                  <a:lnTo>
                    <a:pt x="6053" y="3999"/>
                  </a:lnTo>
                  <a:lnTo>
                    <a:pt x="6200" y="4035"/>
                  </a:lnTo>
                  <a:lnTo>
                    <a:pt x="6237" y="4035"/>
                  </a:lnTo>
                  <a:lnTo>
                    <a:pt x="6274" y="3999"/>
                  </a:lnTo>
                  <a:lnTo>
                    <a:pt x="6347" y="3888"/>
                  </a:lnTo>
                  <a:lnTo>
                    <a:pt x="6310" y="3742"/>
                  </a:lnTo>
                  <a:lnTo>
                    <a:pt x="6274" y="3632"/>
                  </a:lnTo>
                  <a:lnTo>
                    <a:pt x="6200" y="3522"/>
                  </a:lnTo>
                  <a:lnTo>
                    <a:pt x="6090" y="3375"/>
                  </a:lnTo>
                  <a:lnTo>
                    <a:pt x="5833" y="3192"/>
                  </a:lnTo>
                  <a:lnTo>
                    <a:pt x="5613" y="3045"/>
                  </a:lnTo>
                  <a:lnTo>
                    <a:pt x="5283" y="2861"/>
                  </a:lnTo>
                  <a:lnTo>
                    <a:pt x="4953" y="2715"/>
                  </a:lnTo>
                  <a:lnTo>
                    <a:pt x="4256" y="2495"/>
                  </a:lnTo>
                  <a:lnTo>
                    <a:pt x="3926" y="2421"/>
                  </a:lnTo>
                  <a:lnTo>
                    <a:pt x="3596" y="2385"/>
                  </a:lnTo>
                  <a:lnTo>
                    <a:pt x="3302" y="2458"/>
                  </a:lnTo>
                  <a:lnTo>
                    <a:pt x="2972" y="2605"/>
                  </a:lnTo>
                  <a:lnTo>
                    <a:pt x="2679" y="2788"/>
                  </a:lnTo>
                  <a:lnTo>
                    <a:pt x="2349" y="3081"/>
                  </a:lnTo>
                  <a:lnTo>
                    <a:pt x="2349" y="3045"/>
                  </a:lnTo>
                  <a:lnTo>
                    <a:pt x="2385" y="2788"/>
                  </a:lnTo>
                  <a:lnTo>
                    <a:pt x="2459" y="2568"/>
                  </a:lnTo>
                  <a:lnTo>
                    <a:pt x="2495" y="2458"/>
                  </a:lnTo>
                  <a:lnTo>
                    <a:pt x="2495" y="2311"/>
                  </a:lnTo>
                  <a:lnTo>
                    <a:pt x="2495" y="2201"/>
                  </a:lnTo>
                  <a:lnTo>
                    <a:pt x="2422" y="2128"/>
                  </a:lnTo>
                  <a:lnTo>
                    <a:pt x="2385" y="1871"/>
                  </a:lnTo>
                  <a:lnTo>
                    <a:pt x="2312" y="1614"/>
                  </a:lnTo>
                  <a:lnTo>
                    <a:pt x="2129" y="1137"/>
                  </a:lnTo>
                  <a:lnTo>
                    <a:pt x="2018" y="917"/>
                  </a:lnTo>
                  <a:lnTo>
                    <a:pt x="1835" y="661"/>
                  </a:lnTo>
                  <a:lnTo>
                    <a:pt x="1652" y="440"/>
                  </a:lnTo>
                  <a:lnTo>
                    <a:pt x="1395" y="220"/>
                  </a:lnTo>
                  <a:lnTo>
                    <a:pt x="1138" y="74"/>
                  </a:lnTo>
                  <a:lnTo>
                    <a:pt x="881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8" name="Google Shape;316;p5">
              <a:extLst>
                <a:ext uri="{FF2B5EF4-FFF2-40B4-BE49-F238E27FC236}">
                  <a16:creationId xmlns:a16="http://schemas.microsoft.com/office/drawing/2014/main" id="{BB84BD60-2065-40EB-9827-4F6B5B066ED7}"/>
                </a:ext>
              </a:extLst>
            </p:cNvPr>
            <p:cNvSpPr/>
            <p:nvPr/>
          </p:nvSpPr>
          <p:spPr>
            <a:xfrm>
              <a:off x="6335525" y="1405350"/>
              <a:ext cx="442025" cy="375100"/>
            </a:xfrm>
            <a:custGeom>
              <a:avLst/>
              <a:gdLst/>
              <a:ahLst/>
              <a:cxnLst/>
              <a:rect l="l" t="t" r="r" b="b"/>
              <a:pathLst>
                <a:path w="17681" h="15004" extrusionOk="0">
                  <a:moveTo>
                    <a:pt x="6823" y="1981"/>
                  </a:moveTo>
                  <a:lnTo>
                    <a:pt x="6676" y="2018"/>
                  </a:lnTo>
                  <a:lnTo>
                    <a:pt x="6566" y="2055"/>
                  </a:lnTo>
                  <a:lnTo>
                    <a:pt x="6493" y="2201"/>
                  </a:lnTo>
                  <a:lnTo>
                    <a:pt x="6420" y="2385"/>
                  </a:lnTo>
                  <a:lnTo>
                    <a:pt x="6383" y="2531"/>
                  </a:lnTo>
                  <a:lnTo>
                    <a:pt x="6383" y="2641"/>
                  </a:lnTo>
                  <a:lnTo>
                    <a:pt x="6420" y="2752"/>
                  </a:lnTo>
                  <a:lnTo>
                    <a:pt x="6493" y="2825"/>
                  </a:lnTo>
                  <a:lnTo>
                    <a:pt x="6566" y="2862"/>
                  </a:lnTo>
                  <a:lnTo>
                    <a:pt x="6713" y="2862"/>
                  </a:lnTo>
                  <a:lnTo>
                    <a:pt x="6860" y="2825"/>
                  </a:lnTo>
                  <a:lnTo>
                    <a:pt x="6933" y="2752"/>
                  </a:lnTo>
                  <a:lnTo>
                    <a:pt x="7006" y="2641"/>
                  </a:lnTo>
                  <a:lnTo>
                    <a:pt x="7080" y="2531"/>
                  </a:lnTo>
                  <a:lnTo>
                    <a:pt x="7080" y="2421"/>
                  </a:lnTo>
                  <a:lnTo>
                    <a:pt x="7080" y="2275"/>
                  </a:lnTo>
                  <a:lnTo>
                    <a:pt x="7006" y="2165"/>
                  </a:lnTo>
                  <a:lnTo>
                    <a:pt x="6933" y="2055"/>
                  </a:lnTo>
                  <a:lnTo>
                    <a:pt x="6823" y="1981"/>
                  </a:lnTo>
                  <a:close/>
                  <a:moveTo>
                    <a:pt x="5282" y="2641"/>
                  </a:moveTo>
                  <a:lnTo>
                    <a:pt x="5209" y="2678"/>
                  </a:lnTo>
                  <a:lnTo>
                    <a:pt x="5136" y="2715"/>
                  </a:lnTo>
                  <a:lnTo>
                    <a:pt x="5062" y="2788"/>
                  </a:lnTo>
                  <a:lnTo>
                    <a:pt x="5062" y="2898"/>
                  </a:lnTo>
                  <a:lnTo>
                    <a:pt x="5062" y="2935"/>
                  </a:lnTo>
                  <a:lnTo>
                    <a:pt x="4989" y="2972"/>
                  </a:lnTo>
                  <a:lnTo>
                    <a:pt x="4952" y="3045"/>
                  </a:lnTo>
                  <a:lnTo>
                    <a:pt x="4952" y="3118"/>
                  </a:lnTo>
                  <a:lnTo>
                    <a:pt x="4952" y="3228"/>
                  </a:lnTo>
                  <a:lnTo>
                    <a:pt x="5026" y="3338"/>
                  </a:lnTo>
                  <a:lnTo>
                    <a:pt x="5099" y="3412"/>
                  </a:lnTo>
                  <a:lnTo>
                    <a:pt x="5319" y="3412"/>
                  </a:lnTo>
                  <a:lnTo>
                    <a:pt x="5429" y="3338"/>
                  </a:lnTo>
                  <a:lnTo>
                    <a:pt x="5502" y="3265"/>
                  </a:lnTo>
                  <a:lnTo>
                    <a:pt x="5576" y="3155"/>
                  </a:lnTo>
                  <a:lnTo>
                    <a:pt x="5613" y="3008"/>
                  </a:lnTo>
                  <a:lnTo>
                    <a:pt x="5576" y="2862"/>
                  </a:lnTo>
                  <a:lnTo>
                    <a:pt x="5502" y="2752"/>
                  </a:lnTo>
                  <a:lnTo>
                    <a:pt x="5392" y="2678"/>
                  </a:lnTo>
                  <a:lnTo>
                    <a:pt x="5282" y="2641"/>
                  </a:lnTo>
                  <a:close/>
                  <a:moveTo>
                    <a:pt x="6786" y="3559"/>
                  </a:moveTo>
                  <a:lnTo>
                    <a:pt x="6640" y="3595"/>
                  </a:lnTo>
                  <a:lnTo>
                    <a:pt x="6493" y="3705"/>
                  </a:lnTo>
                  <a:lnTo>
                    <a:pt x="6383" y="3815"/>
                  </a:lnTo>
                  <a:lnTo>
                    <a:pt x="6309" y="3962"/>
                  </a:lnTo>
                  <a:lnTo>
                    <a:pt x="6273" y="4109"/>
                  </a:lnTo>
                  <a:lnTo>
                    <a:pt x="6273" y="4255"/>
                  </a:lnTo>
                  <a:lnTo>
                    <a:pt x="6273" y="4366"/>
                  </a:lnTo>
                  <a:lnTo>
                    <a:pt x="6383" y="4439"/>
                  </a:lnTo>
                  <a:lnTo>
                    <a:pt x="6493" y="4476"/>
                  </a:lnTo>
                  <a:lnTo>
                    <a:pt x="6603" y="4439"/>
                  </a:lnTo>
                  <a:lnTo>
                    <a:pt x="6750" y="4329"/>
                  </a:lnTo>
                  <a:lnTo>
                    <a:pt x="6860" y="4329"/>
                  </a:lnTo>
                  <a:lnTo>
                    <a:pt x="6970" y="4292"/>
                  </a:lnTo>
                  <a:lnTo>
                    <a:pt x="7080" y="4182"/>
                  </a:lnTo>
                  <a:lnTo>
                    <a:pt x="7153" y="4035"/>
                  </a:lnTo>
                  <a:lnTo>
                    <a:pt x="7153" y="3852"/>
                  </a:lnTo>
                  <a:lnTo>
                    <a:pt x="7080" y="3705"/>
                  </a:lnTo>
                  <a:lnTo>
                    <a:pt x="7043" y="3632"/>
                  </a:lnTo>
                  <a:lnTo>
                    <a:pt x="6970" y="3595"/>
                  </a:lnTo>
                  <a:lnTo>
                    <a:pt x="6786" y="3559"/>
                  </a:lnTo>
                  <a:close/>
                  <a:moveTo>
                    <a:pt x="4806" y="5979"/>
                  </a:moveTo>
                  <a:lnTo>
                    <a:pt x="4622" y="6090"/>
                  </a:lnTo>
                  <a:lnTo>
                    <a:pt x="4439" y="6200"/>
                  </a:lnTo>
                  <a:lnTo>
                    <a:pt x="4402" y="6236"/>
                  </a:lnTo>
                  <a:lnTo>
                    <a:pt x="4329" y="6310"/>
                  </a:lnTo>
                  <a:lnTo>
                    <a:pt x="4255" y="6383"/>
                  </a:lnTo>
                  <a:lnTo>
                    <a:pt x="4219" y="6493"/>
                  </a:lnTo>
                  <a:lnTo>
                    <a:pt x="4219" y="6566"/>
                  </a:lnTo>
                  <a:lnTo>
                    <a:pt x="4255" y="6713"/>
                  </a:lnTo>
                  <a:lnTo>
                    <a:pt x="4329" y="6860"/>
                  </a:lnTo>
                  <a:lnTo>
                    <a:pt x="4365" y="6897"/>
                  </a:lnTo>
                  <a:lnTo>
                    <a:pt x="4475" y="6970"/>
                  </a:lnTo>
                  <a:lnTo>
                    <a:pt x="4585" y="7007"/>
                  </a:lnTo>
                  <a:lnTo>
                    <a:pt x="4696" y="7043"/>
                  </a:lnTo>
                  <a:lnTo>
                    <a:pt x="4842" y="7007"/>
                  </a:lnTo>
                  <a:lnTo>
                    <a:pt x="4952" y="6970"/>
                  </a:lnTo>
                  <a:lnTo>
                    <a:pt x="5026" y="6897"/>
                  </a:lnTo>
                  <a:lnTo>
                    <a:pt x="5209" y="6750"/>
                  </a:lnTo>
                  <a:lnTo>
                    <a:pt x="5282" y="6640"/>
                  </a:lnTo>
                  <a:lnTo>
                    <a:pt x="5319" y="6493"/>
                  </a:lnTo>
                  <a:lnTo>
                    <a:pt x="5356" y="6346"/>
                  </a:lnTo>
                  <a:lnTo>
                    <a:pt x="5356" y="6236"/>
                  </a:lnTo>
                  <a:lnTo>
                    <a:pt x="5282" y="6126"/>
                  </a:lnTo>
                  <a:lnTo>
                    <a:pt x="5209" y="6053"/>
                  </a:lnTo>
                  <a:lnTo>
                    <a:pt x="5136" y="5979"/>
                  </a:lnTo>
                  <a:close/>
                  <a:moveTo>
                    <a:pt x="4219" y="4916"/>
                  </a:moveTo>
                  <a:lnTo>
                    <a:pt x="4219" y="5062"/>
                  </a:lnTo>
                  <a:lnTo>
                    <a:pt x="4255" y="5136"/>
                  </a:lnTo>
                  <a:lnTo>
                    <a:pt x="4292" y="5173"/>
                  </a:lnTo>
                  <a:lnTo>
                    <a:pt x="4439" y="5209"/>
                  </a:lnTo>
                  <a:lnTo>
                    <a:pt x="4549" y="5173"/>
                  </a:lnTo>
                  <a:lnTo>
                    <a:pt x="4585" y="5136"/>
                  </a:lnTo>
                  <a:lnTo>
                    <a:pt x="4622" y="5062"/>
                  </a:lnTo>
                  <a:lnTo>
                    <a:pt x="4659" y="5026"/>
                  </a:lnTo>
                  <a:lnTo>
                    <a:pt x="4989" y="5136"/>
                  </a:lnTo>
                  <a:lnTo>
                    <a:pt x="5319" y="5209"/>
                  </a:lnTo>
                  <a:lnTo>
                    <a:pt x="5392" y="5319"/>
                  </a:lnTo>
                  <a:lnTo>
                    <a:pt x="5466" y="5429"/>
                  </a:lnTo>
                  <a:lnTo>
                    <a:pt x="5686" y="5613"/>
                  </a:lnTo>
                  <a:lnTo>
                    <a:pt x="5869" y="5833"/>
                  </a:lnTo>
                  <a:lnTo>
                    <a:pt x="5979" y="6053"/>
                  </a:lnTo>
                  <a:lnTo>
                    <a:pt x="6016" y="6273"/>
                  </a:lnTo>
                  <a:lnTo>
                    <a:pt x="5979" y="6530"/>
                  </a:lnTo>
                  <a:lnTo>
                    <a:pt x="5943" y="6676"/>
                  </a:lnTo>
                  <a:lnTo>
                    <a:pt x="5869" y="6823"/>
                  </a:lnTo>
                  <a:lnTo>
                    <a:pt x="5686" y="7080"/>
                  </a:lnTo>
                  <a:lnTo>
                    <a:pt x="5466" y="7227"/>
                  </a:lnTo>
                  <a:lnTo>
                    <a:pt x="5209" y="7373"/>
                  </a:lnTo>
                  <a:lnTo>
                    <a:pt x="4916" y="7447"/>
                  </a:lnTo>
                  <a:lnTo>
                    <a:pt x="4622" y="7483"/>
                  </a:lnTo>
                  <a:lnTo>
                    <a:pt x="4329" y="7520"/>
                  </a:lnTo>
                  <a:lnTo>
                    <a:pt x="4035" y="7483"/>
                  </a:lnTo>
                  <a:lnTo>
                    <a:pt x="3778" y="7447"/>
                  </a:lnTo>
                  <a:lnTo>
                    <a:pt x="3485" y="7337"/>
                  </a:lnTo>
                  <a:lnTo>
                    <a:pt x="3338" y="7227"/>
                  </a:lnTo>
                  <a:lnTo>
                    <a:pt x="3228" y="7080"/>
                  </a:lnTo>
                  <a:lnTo>
                    <a:pt x="3155" y="6897"/>
                  </a:lnTo>
                  <a:lnTo>
                    <a:pt x="3118" y="6713"/>
                  </a:lnTo>
                  <a:lnTo>
                    <a:pt x="3082" y="6383"/>
                  </a:lnTo>
                  <a:lnTo>
                    <a:pt x="3155" y="6090"/>
                  </a:lnTo>
                  <a:lnTo>
                    <a:pt x="3228" y="5796"/>
                  </a:lnTo>
                  <a:lnTo>
                    <a:pt x="3375" y="5539"/>
                  </a:lnTo>
                  <a:lnTo>
                    <a:pt x="3558" y="5319"/>
                  </a:lnTo>
                  <a:lnTo>
                    <a:pt x="3742" y="5173"/>
                  </a:lnTo>
                  <a:lnTo>
                    <a:pt x="3962" y="5026"/>
                  </a:lnTo>
                  <a:lnTo>
                    <a:pt x="4219" y="4916"/>
                  </a:lnTo>
                  <a:close/>
                  <a:moveTo>
                    <a:pt x="11628" y="7190"/>
                  </a:moveTo>
                  <a:lnTo>
                    <a:pt x="11958" y="7263"/>
                  </a:lnTo>
                  <a:lnTo>
                    <a:pt x="12252" y="7263"/>
                  </a:lnTo>
                  <a:lnTo>
                    <a:pt x="12362" y="7227"/>
                  </a:lnTo>
                  <a:lnTo>
                    <a:pt x="12435" y="7447"/>
                  </a:lnTo>
                  <a:lnTo>
                    <a:pt x="12509" y="7704"/>
                  </a:lnTo>
                  <a:lnTo>
                    <a:pt x="12509" y="7814"/>
                  </a:lnTo>
                  <a:lnTo>
                    <a:pt x="12472" y="7814"/>
                  </a:lnTo>
                  <a:lnTo>
                    <a:pt x="12399" y="7850"/>
                  </a:lnTo>
                  <a:lnTo>
                    <a:pt x="12399" y="7887"/>
                  </a:lnTo>
                  <a:lnTo>
                    <a:pt x="12252" y="7814"/>
                  </a:lnTo>
                  <a:lnTo>
                    <a:pt x="11738" y="7557"/>
                  </a:lnTo>
                  <a:lnTo>
                    <a:pt x="11702" y="7483"/>
                  </a:lnTo>
                  <a:lnTo>
                    <a:pt x="11628" y="7373"/>
                  </a:lnTo>
                  <a:lnTo>
                    <a:pt x="11628" y="7190"/>
                  </a:lnTo>
                  <a:close/>
                  <a:moveTo>
                    <a:pt x="4329" y="4402"/>
                  </a:moveTo>
                  <a:lnTo>
                    <a:pt x="4255" y="4476"/>
                  </a:lnTo>
                  <a:lnTo>
                    <a:pt x="4035" y="4512"/>
                  </a:lnTo>
                  <a:lnTo>
                    <a:pt x="3815" y="4622"/>
                  </a:lnTo>
                  <a:lnTo>
                    <a:pt x="3632" y="4732"/>
                  </a:lnTo>
                  <a:lnTo>
                    <a:pt x="3448" y="4842"/>
                  </a:lnTo>
                  <a:lnTo>
                    <a:pt x="3265" y="4989"/>
                  </a:lnTo>
                  <a:lnTo>
                    <a:pt x="3082" y="5173"/>
                  </a:lnTo>
                  <a:lnTo>
                    <a:pt x="2971" y="5356"/>
                  </a:lnTo>
                  <a:lnTo>
                    <a:pt x="2825" y="5576"/>
                  </a:lnTo>
                  <a:lnTo>
                    <a:pt x="2715" y="5906"/>
                  </a:lnTo>
                  <a:lnTo>
                    <a:pt x="2641" y="6236"/>
                  </a:lnTo>
                  <a:lnTo>
                    <a:pt x="2641" y="6603"/>
                  </a:lnTo>
                  <a:lnTo>
                    <a:pt x="2678" y="6933"/>
                  </a:lnTo>
                  <a:lnTo>
                    <a:pt x="2825" y="7263"/>
                  </a:lnTo>
                  <a:lnTo>
                    <a:pt x="3008" y="7520"/>
                  </a:lnTo>
                  <a:lnTo>
                    <a:pt x="3118" y="7667"/>
                  </a:lnTo>
                  <a:lnTo>
                    <a:pt x="3265" y="7740"/>
                  </a:lnTo>
                  <a:lnTo>
                    <a:pt x="3412" y="7850"/>
                  </a:lnTo>
                  <a:lnTo>
                    <a:pt x="3595" y="7887"/>
                  </a:lnTo>
                  <a:lnTo>
                    <a:pt x="3962" y="7997"/>
                  </a:lnTo>
                  <a:lnTo>
                    <a:pt x="4292" y="8034"/>
                  </a:lnTo>
                  <a:lnTo>
                    <a:pt x="4659" y="7997"/>
                  </a:lnTo>
                  <a:lnTo>
                    <a:pt x="5026" y="7960"/>
                  </a:lnTo>
                  <a:lnTo>
                    <a:pt x="5356" y="7850"/>
                  </a:lnTo>
                  <a:lnTo>
                    <a:pt x="5686" y="7704"/>
                  </a:lnTo>
                  <a:lnTo>
                    <a:pt x="5979" y="7483"/>
                  </a:lnTo>
                  <a:lnTo>
                    <a:pt x="6236" y="7227"/>
                  </a:lnTo>
                  <a:lnTo>
                    <a:pt x="6383" y="6933"/>
                  </a:lnTo>
                  <a:lnTo>
                    <a:pt x="6456" y="6640"/>
                  </a:lnTo>
                  <a:lnTo>
                    <a:pt x="6530" y="6346"/>
                  </a:lnTo>
                  <a:lnTo>
                    <a:pt x="6493" y="6016"/>
                  </a:lnTo>
                  <a:lnTo>
                    <a:pt x="6420" y="5759"/>
                  </a:lnTo>
                  <a:lnTo>
                    <a:pt x="6273" y="5503"/>
                  </a:lnTo>
                  <a:lnTo>
                    <a:pt x="6163" y="5393"/>
                  </a:lnTo>
                  <a:lnTo>
                    <a:pt x="5979" y="5246"/>
                  </a:lnTo>
                  <a:lnTo>
                    <a:pt x="5833" y="5099"/>
                  </a:lnTo>
                  <a:lnTo>
                    <a:pt x="5796" y="5026"/>
                  </a:lnTo>
                  <a:lnTo>
                    <a:pt x="5796" y="4952"/>
                  </a:lnTo>
                  <a:lnTo>
                    <a:pt x="5759" y="4879"/>
                  </a:lnTo>
                  <a:lnTo>
                    <a:pt x="5723" y="4806"/>
                  </a:lnTo>
                  <a:lnTo>
                    <a:pt x="5649" y="4732"/>
                  </a:lnTo>
                  <a:lnTo>
                    <a:pt x="5539" y="4696"/>
                  </a:lnTo>
                  <a:lnTo>
                    <a:pt x="5209" y="4659"/>
                  </a:lnTo>
                  <a:lnTo>
                    <a:pt x="5136" y="4586"/>
                  </a:lnTo>
                  <a:lnTo>
                    <a:pt x="5136" y="4512"/>
                  </a:lnTo>
                  <a:lnTo>
                    <a:pt x="5062" y="4439"/>
                  </a:lnTo>
                  <a:lnTo>
                    <a:pt x="4585" y="4439"/>
                  </a:lnTo>
                  <a:lnTo>
                    <a:pt x="4475" y="4402"/>
                  </a:lnTo>
                  <a:close/>
                  <a:moveTo>
                    <a:pt x="1761" y="7447"/>
                  </a:moveTo>
                  <a:lnTo>
                    <a:pt x="1908" y="7483"/>
                  </a:lnTo>
                  <a:lnTo>
                    <a:pt x="2054" y="7520"/>
                  </a:lnTo>
                  <a:lnTo>
                    <a:pt x="2164" y="7630"/>
                  </a:lnTo>
                  <a:lnTo>
                    <a:pt x="2275" y="7740"/>
                  </a:lnTo>
                  <a:lnTo>
                    <a:pt x="2348" y="7887"/>
                  </a:lnTo>
                  <a:lnTo>
                    <a:pt x="2348" y="8070"/>
                  </a:lnTo>
                  <a:lnTo>
                    <a:pt x="2348" y="8107"/>
                  </a:lnTo>
                  <a:lnTo>
                    <a:pt x="2311" y="8144"/>
                  </a:lnTo>
                  <a:lnTo>
                    <a:pt x="2238" y="8144"/>
                  </a:lnTo>
                  <a:lnTo>
                    <a:pt x="2128" y="8070"/>
                  </a:lnTo>
                  <a:lnTo>
                    <a:pt x="2018" y="7960"/>
                  </a:lnTo>
                  <a:lnTo>
                    <a:pt x="1908" y="7814"/>
                  </a:lnTo>
                  <a:lnTo>
                    <a:pt x="1724" y="7520"/>
                  </a:lnTo>
                  <a:lnTo>
                    <a:pt x="1651" y="7447"/>
                  </a:lnTo>
                  <a:close/>
                  <a:moveTo>
                    <a:pt x="14233" y="7630"/>
                  </a:moveTo>
                  <a:lnTo>
                    <a:pt x="14159" y="7667"/>
                  </a:lnTo>
                  <a:lnTo>
                    <a:pt x="14123" y="7740"/>
                  </a:lnTo>
                  <a:lnTo>
                    <a:pt x="14013" y="7960"/>
                  </a:lnTo>
                  <a:lnTo>
                    <a:pt x="14013" y="8070"/>
                  </a:lnTo>
                  <a:lnTo>
                    <a:pt x="14049" y="8180"/>
                  </a:lnTo>
                  <a:lnTo>
                    <a:pt x="14086" y="8254"/>
                  </a:lnTo>
                  <a:lnTo>
                    <a:pt x="14159" y="8290"/>
                  </a:lnTo>
                  <a:lnTo>
                    <a:pt x="14306" y="8290"/>
                  </a:lnTo>
                  <a:lnTo>
                    <a:pt x="14416" y="8254"/>
                  </a:lnTo>
                  <a:lnTo>
                    <a:pt x="14453" y="8180"/>
                  </a:lnTo>
                  <a:lnTo>
                    <a:pt x="14490" y="8107"/>
                  </a:lnTo>
                  <a:lnTo>
                    <a:pt x="14490" y="7997"/>
                  </a:lnTo>
                  <a:lnTo>
                    <a:pt x="14490" y="7924"/>
                  </a:lnTo>
                  <a:lnTo>
                    <a:pt x="14490" y="7777"/>
                  </a:lnTo>
                  <a:lnTo>
                    <a:pt x="14453" y="7704"/>
                  </a:lnTo>
                  <a:lnTo>
                    <a:pt x="14416" y="7667"/>
                  </a:lnTo>
                  <a:lnTo>
                    <a:pt x="14306" y="7630"/>
                  </a:lnTo>
                  <a:close/>
                  <a:moveTo>
                    <a:pt x="7410" y="6236"/>
                  </a:moveTo>
                  <a:lnTo>
                    <a:pt x="7300" y="6310"/>
                  </a:lnTo>
                  <a:lnTo>
                    <a:pt x="7227" y="6346"/>
                  </a:lnTo>
                  <a:lnTo>
                    <a:pt x="7190" y="6420"/>
                  </a:lnTo>
                  <a:lnTo>
                    <a:pt x="7153" y="6566"/>
                  </a:lnTo>
                  <a:lnTo>
                    <a:pt x="7153" y="6750"/>
                  </a:lnTo>
                  <a:lnTo>
                    <a:pt x="7190" y="6933"/>
                  </a:lnTo>
                  <a:lnTo>
                    <a:pt x="7227" y="7007"/>
                  </a:lnTo>
                  <a:lnTo>
                    <a:pt x="7300" y="7080"/>
                  </a:lnTo>
                  <a:lnTo>
                    <a:pt x="7667" y="7153"/>
                  </a:lnTo>
                  <a:lnTo>
                    <a:pt x="7410" y="7373"/>
                  </a:lnTo>
                  <a:lnTo>
                    <a:pt x="7263" y="7520"/>
                  </a:lnTo>
                  <a:lnTo>
                    <a:pt x="7190" y="7593"/>
                  </a:lnTo>
                  <a:lnTo>
                    <a:pt x="7153" y="7704"/>
                  </a:lnTo>
                  <a:lnTo>
                    <a:pt x="7153" y="7887"/>
                  </a:lnTo>
                  <a:lnTo>
                    <a:pt x="7227" y="8070"/>
                  </a:lnTo>
                  <a:lnTo>
                    <a:pt x="7337" y="8180"/>
                  </a:lnTo>
                  <a:lnTo>
                    <a:pt x="7483" y="8290"/>
                  </a:lnTo>
                  <a:lnTo>
                    <a:pt x="7520" y="8400"/>
                  </a:lnTo>
                  <a:lnTo>
                    <a:pt x="7557" y="8474"/>
                  </a:lnTo>
                  <a:lnTo>
                    <a:pt x="7593" y="8511"/>
                  </a:lnTo>
                  <a:lnTo>
                    <a:pt x="7740" y="8511"/>
                  </a:lnTo>
                  <a:lnTo>
                    <a:pt x="7813" y="8437"/>
                  </a:lnTo>
                  <a:lnTo>
                    <a:pt x="7850" y="8364"/>
                  </a:lnTo>
                  <a:lnTo>
                    <a:pt x="7923" y="8217"/>
                  </a:lnTo>
                  <a:lnTo>
                    <a:pt x="7923" y="8144"/>
                  </a:lnTo>
                  <a:lnTo>
                    <a:pt x="7887" y="8070"/>
                  </a:lnTo>
                  <a:lnTo>
                    <a:pt x="7850" y="7997"/>
                  </a:lnTo>
                  <a:lnTo>
                    <a:pt x="7777" y="7960"/>
                  </a:lnTo>
                  <a:lnTo>
                    <a:pt x="7667" y="7924"/>
                  </a:lnTo>
                  <a:lnTo>
                    <a:pt x="7630" y="7887"/>
                  </a:lnTo>
                  <a:lnTo>
                    <a:pt x="7630" y="7814"/>
                  </a:lnTo>
                  <a:lnTo>
                    <a:pt x="7630" y="7777"/>
                  </a:lnTo>
                  <a:lnTo>
                    <a:pt x="7703" y="7667"/>
                  </a:lnTo>
                  <a:lnTo>
                    <a:pt x="7850" y="7593"/>
                  </a:lnTo>
                  <a:lnTo>
                    <a:pt x="7997" y="7410"/>
                  </a:lnTo>
                  <a:lnTo>
                    <a:pt x="8107" y="7190"/>
                  </a:lnTo>
                  <a:lnTo>
                    <a:pt x="8107" y="7080"/>
                  </a:lnTo>
                  <a:lnTo>
                    <a:pt x="8070" y="6970"/>
                  </a:lnTo>
                  <a:lnTo>
                    <a:pt x="8034" y="6897"/>
                  </a:lnTo>
                  <a:lnTo>
                    <a:pt x="7960" y="6823"/>
                  </a:lnTo>
                  <a:lnTo>
                    <a:pt x="7740" y="6750"/>
                  </a:lnTo>
                  <a:lnTo>
                    <a:pt x="7520" y="6713"/>
                  </a:lnTo>
                  <a:lnTo>
                    <a:pt x="7557" y="6566"/>
                  </a:lnTo>
                  <a:lnTo>
                    <a:pt x="7593" y="6493"/>
                  </a:lnTo>
                  <a:lnTo>
                    <a:pt x="7667" y="6456"/>
                  </a:lnTo>
                  <a:lnTo>
                    <a:pt x="7703" y="6383"/>
                  </a:lnTo>
                  <a:lnTo>
                    <a:pt x="7667" y="6310"/>
                  </a:lnTo>
                  <a:lnTo>
                    <a:pt x="7593" y="6236"/>
                  </a:lnTo>
                  <a:close/>
                  <a:moveTo>
                    <a:pt x="1651" y="6897"/>
                  </a:moveTo>
                  <a:lnTo>
                    <a:pt x="1578" y="6933"/>
                  </a:lnTo>
                  <a:lnTo>
                    <a:pt x="1541" y="7007"/>
                  </a:lnTo>
                  <a:lnTo>
                    <a:pt x="1504" y="7080"/>
                  </a:lnTo>
                  <a:lnTo>
                    <a:pt x="1504" y="7227"/>
                  </a:lnTo>
                  <a:lnTo>
                    <a:pt x="1541" y="7300"/>
                  </a:lnTo>
                  <a:lnTo>
                    <a:pt x="1578" y="7373"/>
                  </a:lnTo>
                  <a:lnTo>
                    <a:pt x="1541" y="7410"/>
                  </a:lnTo>
                  <a:lnTo>
                    <a:pt x="1504" y="7410"/>
                  </a:lnTo>
                  <a:lnTo>
                    <a:pt x="1468" y="7483"/>
                  </a:lnTo>
                  <a:lnTo>
                    <a:pt x="1431" y="7557"/>
                  </a:lnTo>
                  <a:lnTo>
                    <a:pt x="1468" y="7814"/>
                  </a:lnTo>
                  <a:lnTo>
                    <a:pt x="1578" y="8034"/>
                  </a:lnTo>
                  <a:lnTo>
                    <a:pt x="1724" y="8254"/>
                  </a:lnTo>
                  <a:lnTo>
                    <a:pt x="1908" y="8437"/>
                  </a:lnTo>
                  <a:lnTo>
                    <a:pt x="2128" y="8547"/>
                  </a:lnTo>
                  <a:lnTo>
                    <a:pt x="2238" y="8584"/>
                  </a:lnTo>
                  <a:lnTo>
                    <a:pt x="2348" y="8621"/>
                  </a:lnTo>
                  <a:lnTo>
                    <a:pt x="2458" y="8621"/>
                  </a:lnTo>
                  <a:lnTo>
                    <a:pt x="2568" y="8547"/>
                  </a:lnTo>
                  <a:lnTo>
                    <a:pt x="2641" y="8474"/>
                  </a:lnTo>
                  <a:lnTo>
                    <a:pt x="2715" y="8364"/>
                  </a:lnTo>
                  <a:lnTo>
                    <a:pt x="2788" y="8144"/>
                  </a:lnTo>
                  <a:lnTo>
                    <a:pt x="2788" y="7960"/>
                  </a:lnTo>
                  <a:lnTo>
                    <a:pt x="2751" y="7740"/>
                  </a:lnTo>
                  <a:lnTo>
                    <a:pt x="2678" y="7557"/>
                  </a:lnTo>
                  <a:lnTo>
                    <a:pt x="2531" y="7373"/>
                  </a:lnTo>
                  <a:lnTo>
                    <a:pt x="2385" y="7227"/>
                  </a:lnTo>
                  <a:lnTo>
                    <a:pt x="2201" y="7117"/>
                  </a:lnTo>
                  <a:lnTo>
                    <a:pt x="1981" y="7043"/>
                  </a:lnTo>
                  <a:lnTo>
                    <a:pt x="1908" y="6933"/>
                  </a:lnTo>
                  <a:lnTo>
                    <a:pt x="1834" y="6897"/>
                  </a:lnTo>
                  <a:close/>
                  <a:moveTo>
                    <a:pt x="14306" y="7227"/>
                  </a:moveTo>
                  <a:lnTo>
                    <a:pt x="14453" y="7263"/>
                  </a:lnTo>
                  <a:lnTo>
                    <a:pt x="14563" y="7300"/>
                  </a:lnTo>
                  <a:lnTo>
                    <a:pt x="14636" y="7410"/>
                  </a:lnTo>
                  <a:lnTo>
                    <a:pt x="14673" y="7520"/>
                  </a:lnTo>
                  <a:lnTo>
                    <a:pt x="14673" y="7667"/>
                  </a:lnTo>
                  <a:lnTo>
                    <a:pt x="14673" y="7814"/>
                  </a:lnTo>
                  <a:lnTo>
                    <a:pt x="14600" y="8070"/>
                  </a:lnTo>
                  <a:lnTo>
                    <a:pt x="14490" y="8290"/>
                  </a:lnTo>
                  <a:lnTo>
                    <a:pt x="14343" y="8511"/>
                  </a:lnTo>
                  <a:lnTo>
                    <a:pt x="14269" y="8584"/>
                  </a:lnTo>
                  <a:lnTo>
                    <a:pt x="14196" y="8621"/>
                  </a:lnTo>
                  <a:lnTo>
                    <a:pt x="14123" y="8621"/>
                  </a:lnTo>
                  <a:lnTo>
                    <a:pt x="14049" y="8584"/>
                  </a:lnTo>
                  <a:lnTo>
                    <a:pt x="14013" y="8547"/>
                  </a:lnTo>
                  <a:lnTo>
                    <a:pt x="13976" y="8474"/>
                  </a:lnTo>
                  <a:lnTo>
                    <a:pt x="13903" y="8290"/>
                  </a:lnTo>
                  <a:lnTo>
                    <a:pt x="13939" y="8034"/>
                  </a:lnTo>
                  <a:lnTo>
                    <a:pt x="13976" y="7777"/>
                  </a:lnTo>
                  <a:lnTo>
                    <a:pt x="14086" y="7263"/>
                  </a:lnTo>
                  <a:lnTo>
                    <a:pt x="14306" y="7227"/>
                  </a:lnTo>
                  <a:close/>
                  <a:moveTo>
                    <a:pt x="14233" y="6750"/>
                  </a:moveTo>
                  <a:lnTo>
                    <a:pt x="14123" y="6786"/>
                  </a:lnTo>
                  <a:lnTo>
                    <a:pt x="13866" y="6786"/>
                  </a:lnTo>
                  <a:lnTo>
                    <a:pt x="13829" y="6823"/>
                  </a:lnTo>
                  <a:lnTo>
                    <a:pt x="13756" y="6933"/>
                  </a:lnTo>
                  <a:lnTo>
                    <a:pt x="13609" y="7373"/>
                  </a:lnTo>
                  <a:lnTo>
                    <a:pt x="13499" y="7850"/>
                  </a:lnTo>
                  <a:lnTo>
                    <a:pt x="13462" y="8107"/>
                  </a:lnTo>
                  <a:lnTo>
                    <a:pt x="13462" y="8327"/>
                  </a:lnTo>
                  <a:lnTo>
                    <a:pt x="13499" y="8584"/>
                  </a:lnTo>
                  <a:lnTo>
                    <a:pt x="13572" y="8804"/>
                  </a:lnTo>
                  <a:lnTo>
                    <a:pt x="13683" y="8914"/>
                  </a:lnTo>
                  <a:lnTo>
                    <a:pt x="13829" y="9024"/>
                  </a:lnTo>
                  <a:lnTo>
                    <a:pt x="13976" y="9097"/>
                  </a:lnTo>
                  <a:lnTo>
                    <a:pt x="14123" y="9134"/>
                  </a:lnTo>
                  <a:lnTo>
                    <a:pt x="14343" y="9097"/>
                  </a:lnTo>
                  <a:lnTo>
                    <a:pt x="14490" y="9024"/>
                  </a:lnTo>
                  <a:lnTo>
                    <a:pt x="14600" y="8877"/>
                  </a:lnTo>
                  <a:lnTo>
                    <a:pt x="14746" y="8731"/>
                  </a:lnTo>
                  <a:lnTo>
                    <a:pt x="14966" y="8400"/>
                  </a:lnTo>
                  <a:lnTo>
                    <a:pt x="15076" y="8180"/>
                  </a:lnTo>
                  <a:lnTo>
                    <a:pt x="15113" y="7997"/>
                  </a:lnTo>
                  <a:lnTo>
                    <a:pt x="15150" y="7814"/>
                  </a:lnTo>
                  <a:lnTo>
                    <a:pt x="15150" y="7593"/>
                  </a:lnTo>
                  <a:lnTo>
                    <a:pt x="15113" y="7410"/>
                  </a:lnTo>
                  <a:lnTo>
                    <a:pt x="15040" y="7190"/>
                  </a:lnTo>
                  <a:lnTo>
                    <a:pt x="15003" y="7080"/>
                  </a:lnTo>
                  <a:lnTo>
                    <a:pt x="14893" y="7007"/>
                  </a:lnTo>
                  <a:lnTo>
                    <a:pt x="14673" y="6823"/>
                  </a:lnTo>
                  <a:lnTo>
                    <a:pt x="14526" y="6786"/>
                  </a:lnTo>
                  <a:lnTo>
                    <a:pt x="14379" y="6750"/>
                  </a:lnTo>
                  <a:close/>
                  <a:moveTo>
                    <a:pt x="6273" y="7887"/>
                  </a:moveTo>
                  <a:lnTo>
                    <a:pt x="6199" y="7924"/>
                  </a:lnTo>
                  <a:lnTo>
                    <a:pt x="6126" y="7997"/>
                  </a:lnTo>
                  <a:lnTo>
                    <a:pt x="5979" y="8107"/>
                  </a:lnTo>
                  <a:lnTo>
                    <a:pt x="5869" y="8290"/>
                  </a:lnTo>
                  <a:lnTo>
                    <a:pt x="5796" y="8474"/>
                  </a:lnTo>
                  <a:lnTo>
                    <a:pt x="5796" y="8584"/>
                  </a:lnTo>
                  <a:lnTo>
                    <a:pt x="5833" y="8657"/>
                  </a:lnTo>
                  <a:lnTo>
                    <a:pt x="5906" y="8694"/>
                  </a:lnTo>
                  <a:lnTo>
                    <a:pt x="6236" y="8694"/>
                  </a:lnTo>
                  <a:lnTo>
                    <a:pt x="6420" y="8767"/>
                  </a:lnTo>
                  <a:lnTo>
                    <a:pt x="6199" y="9024"/>
                  </a:lnTo>
                  <a:lnTo>
                    <a:pt x="6199" y="9061"/>
                  </a:lnTo>
                  <a:lnTo>
                    <a:pt x="6199" y="9134"/>
                  </a:lnTo>
                  <a:lnTo>
                    <a:pt x="6236" y="9244"/>
                  </a:lnTo>
                  <a:lnTo>
                    <a:pt x="6346" y="9354"/>
                  </a:lnTo>
                  <a:lnTo>
                    <a:pt x="6456" y="9391"/>
                  </a:lnTo>
                  <a:lnTo>
                    <a:pt x="6713" y="9391"/>
                  </a:lnTo>
                  <a:lnTo>
                    <a:pt x="6786" y="9318"/>
                  </a:lnTo>
                  <a:lnTo>
                    <a:pt x="6860" y="9207"/>
                  </a:lnTo>
                  <a:lnTo>
                    <a:pt x="6823" y="9097"/>
                  </a:lnTo>
                  <a:lnTo>
                    <a:pt x="6750" y="9024"/>
                  </a:lnTo>
                  <a:lnTo>
                    <a:pt x="6860" y="8951"/>
                  </a:lnTo>
                  <a:lnTo>
                    <a:pt x="6933" y="8877"/>
                  </a:lnTo>
                  <a:lnTo>
                    <a:pt x="6933" y="8804"/>
                  </a:lnTo>
                  <a:lnTo>
                    <a:pt x="6933" y="8731"/>
                  </a:lnTo>
                  <a:lnTo>
                    <a:pt x="6896" y="8621"/>
                  </a:lnTo>
                  <a:lnTo>
                    <a:pt x="6750" y="8511"/>
                  </a:lnTo>
                  <a:lnTo>
                    <a:pt x="6603" y="8437"/>
                  </a:lnTo>
                  <a:lnTo>
                    <a:pt x="6456" y="8364"/>
                  </a:lnTo>
                  <a:lnTo>
                    <a:pt x="6273" y="8327"/>
                  </a:lnTo>
                  <a:lnTo>
                    <a:pt x="6346" y="8180"/>
                  </a:lnTo>
                  <a:lnTo>
                    <a:pt x="6420" y="8034"/>
                  </a:lnTo>
                  <a:lnTo>
                    <a:pt x="6420" y="7960"/>
                  </a:lnTo>
                  <a:lnTo>
                    <a:pt x="6383" y="7924"/>
                  </a:lnTo>
                  <a:lnTo>
                    <a:pt x="6346" y="7924"/>
                  </a:lnTo>
                  <a:lnTo>
                    <a:pt x="6273" y="7887"/>
                  </a:lnTo>
                  <a:close/>
                  <a:moveTo>
                    <a:pt x="7630" y="551"/>
                  </a:moveTo>
                  <a:lnTo>
                    <a:pt x="7777" y="587"/>
                  </a:lnTo>
                  <a:lnTo>
                    <a:pt x="7923" y="661"/>
                  </a:lnTo>
                  <a:lnTo>
                    <a:pt x="8437" y="1101"/>
                  </a:lnTo>
                  <a:lnTo>
                    <a:pt x="8657" y="1321"/>
                  </a:lnTo>
                  <a:lnTo>
                    <a:pt x="8877" y="1578"/>
                  </a:lnTo>
                  <a:lnTo>
                    <a:pt x="9061" y="1834"/>
                  </a:lnTo>
                  <a:lnTo>
                    <a:pt x="9207" y="2128"/>
                  </a:lnTo>
                  <a:lnTo>
                    <a:pt x="9281" y="2421"/>
                  </a:lnTo>
                  <a:lnTo>
                    <a:pt x="9317" y="2752"/>
                  </a:lnTo>
                  <a:lnTo>
                    <a:pt x="9281" y="3082"/>
                  </a:lnTo>
                  <a:lnTo>
                    <a:pt x="9244" y="3375"/>
                  </a:lnTo>
                  <a:lnTo>
                    <a:pt x="9024" y="3962"/>
                  </a:lnTo>
                  <a:lnTo>
                    <a:pt x="8804" y="4512"/>
                  </a:lnTo>
                  <a:lnTo>
                    <a:pt x="8584" y="5099"/>
                  </a:lnTo>
                  <a:lnTo>
                    <a:pt x="8547" y="5356"/>
                  </a:lnTo>
                  <a:lnTo>
                    <a:pt x="8510" y="5613"/>
                  </a:lnTo>
                  <a:lnTo>
                    <a:pt x="8510" y="5869"/>
                  </a:lnTo>
                  <a:lnTo>
                    <a:pt x="8547" y="6163"/>
                  </a:lnTo>
                  <a:lnTo>
                    <a:pt x="8584" y="6310"/>
                  </a:lnTo>
                  <a:lnTo>
                    <a:pt x="8657" y="6493"/>
                  </a:lnTo>
                  <a:lnTo>
                    <a:pt x="8804" y="6823"/>
                  </a:lnTo>
                  <a:lnTo>
                    <a:pt x="8987" y="7117"/>
                  </a:lnTo>
                  <a:lnTo>
                    <a:pt x="9134" y="7447"/>
                  </a:lnTo>
                  <a:lnTo>
                    <a:pt x="9207" y="7777"/>
                  </a:lnTo>
                  <a:lnTo>
                    <a:pt x="9244" y="8144"/>
                  </a:lnTo>
                  <a:lnTo>
                    <a:pt x="9207" y="8474"/>
                  </a:lnTo>
                  <a:lnTo>
                    <a:pt x="9097" y="8804"/>
                  </a:lnTo>
                  <a:lnTo>
                    <a:pt x="8951" y="9134"/>
                  </a:lnTo>
                  <a:lnTo>
                    <a:pt x="8767" y="9428"/>
                  </a:lnTo>
                  <a:lnTo>
                    <a:pt x="8510" y="9684"/>
                  </a:lnTo>
                  <a:lnTo>
                    <a:pt x="8254" y="9904"/>
                  </a:lnTo>
                  <a:lnTo>
                    <a:pt x="7960" y="10051"/>
                  </a:lnTo>
                  <a:lnTo>
                    <a:pt x="7667" y="10198"/>
                  </a:lnTo>
                  <a:lnTo>
                    <a:pt x="7373" y="10308"/>
                  </a:lnTo>
                  <a:lnTo>
                    <a:pt x="7043" y="10345"/>
                  </a:lnTo>
                  <a:lnTo>
                    <a:pt x="6676" y="10418"/>
                  </a:lnTo>
                  <a:lnTo>
                    <a:pt x="6493" y="10381"/>
                  </a:lnTo>
                  <a:lnTo>
                    <a:pt x="6309" y="10345"/>
                  </a:lnTo>
                  <a:lnTo>
                    <a:pt x="6163" y="10235"/>
                  </a:lnTo>
                  <a:lnTo>
                    <a:pt x="6016" y="10088"/>
                  </a:lnTo>
                  <a:lnTo>
                    <a:pt x="5906" y="9941"/>
                  </a:lnTo>
                  <a:lnTo>
                    <a:pt x="5759" y="9831"/>
                  </a:lnTo>
                  <a:lnTo>
                    <a:pt x="5649" y="9758"/>
                  </a:lnTo>
                  <a:lnTo>
                    <a:pt x="5502" y="9684"/>
                  </a:lnTo>
                  <a:lnTo>
                    <a:pt x="5209" y="9611"/>
                  </a:lnTo>
                  <a:lnTo>
                    <a:pt x="4916" y="9611"/>
                  </a:lnTo>
                  <a:lnTo>
                    <a:pt x="4622" y="9684"/>
                  </a:lnTo>
                  <a:lnTo>
                    <a:pt x="3999" y="9868"/>
                  </a:lnTo>
                  <a:lnTo>
                    <a:pt x="3705" y="9978"/>
                  </a:lnTo>
                  <a:lnTo>
                    <a:pt x="3412" y="10051"/>
                  </a:lnTo>
                  <a:lnTo>
                    <a:pt x="3118" y="10088"/>
                  </a:lnTo>
                  <a:lnTo>
                    <a:pt x="2825" y="10051"/>
                  </a:lnTo>
                  <a:lnTo>
                    <a:pt x="2495" y="10014"/>
                  </a:lnTo>
                  <a:lnTo>
                    <a:pt x="2201" y="9904"/>
                  </a:lnTo>
                  <a:lnTo>
                    <a:pt x="1944" y="9794"/>
                  </a:lnTo>
                  <a:lnTo>
                    <a:pt x="1651" y="9648"/>
                  </a:lnTo>
                  <a:lnTo>
                    <a:pt x="1394" y="9464"/>
                  </a:lnTo>
                  <a:lnTo>
                    <a:pt x="1174" y="9281"/>
                  </a:lnTo>
                  <a:lnTo>
                    <a:pt x="954" y="8987"/>
                  </a:lnTo>
                  <a:lnTo>
                    <a:pt x="771" y="8694"/>
                  </a:lnTo>
                  <a:lnTo>
                    <a:pt x="624" y="8364"/>
                  </a:lnTo>
                  <a:lnTo>
                    <a:pt x="550" y="8034"/>
                  </a:lnTo>
                  <a:lnTo>
                    <a:pt x="514" y="7667"/>
                  </a:lnTo>
                  <a:lnTo>
                    <a:pt x="514" y="7337"/>
                  </a:lnTo>
                  <a:lnTo>
                    <a:pt x="587" y="6970"/>
                  </a:lnTo>
                  <a:lnTo>
                    <a:pt x="661" y="6640"/>
                  </a:lnTo>
                  <a:lnTo>
                    <a:pt x="807" y="6310"/>
                  </a:lnTo>
                  <a:lnTo>
                    <a:pt x="991" y="6016"/>
                  </a:lnTo>
                  <a:lnTo>
                    <a:pt x="1211" y="5759"/>
                  </a:lnTo>
                  <a:lnTo>
                    <a:pt x="1468" y="5539"/>
                  </a:lnTo>
                  <a:lnTo>
                    <a:pt x="2018" y="5099"/>
                  </a:lnTo>
                  <a:lnTo>
                    <a:pt x="2568" y="4622"/>
                  </a:lnTo>
                  <a:lnTo>
                    <a:pt x="2788" y="4366"/>
                  </a:lnTo>
                  <a:lnTo>
                    <a:pt x="2971" y="4109"/>
                  </a:lnTo>
                  <a:lnTo>
                    <a:pt x="3082" y="3815"/>
                  </a:lnTo>
                  <a:lnTo>
                    <a:pt x="3192" y="3485"/>
                  </a:lnTo>
                  <a:lnTo>
                    <a:pt x="3265" y="3118"/>
                  </a:lnTo>
                  <a:lnTo>
                    <a:pt x="3302" y="2715"/>
                  </a:lnTo>
                  <a:lnTo>
                    <a:pt x="3375" y="2348"/>
                  </a:lnTo>
                  <a:lnTo>
                    <a:pt x="3448" y="2165"/>
                  </a:lnTo>
                  <a:lnTo>
                    <a:pt x="3558" y="1981"/>
                  </a:lnTo>
                  <a:lnTo>
                    <a:pt x="3705" y="1798"/>
                  </a:lnTo>
                  <a:lnTo>
                    <a:pt x="3852" y="1651"/>
                  </a:lnTo>
                  <a:lnTo>
                    <a:pt x="4072" y="1541"/>
                  </a:lnTo>
                  <a:lnTo>
                    <a:pt x="4292" y="1468"/>
                  </a:lnTo>
                  <a:lnTo>
                    <a:pt x="4512" y="1431"/>
                  </a:lnTo>
                  <a:lnTo>
                    <a:pt x="4769" y="1394"/>
                  </a:lnTo>
                  <a:lnTo>
                    <a:pt x="4989" y="1394"/>
                  </a:lnTo>
                  <a:lnTo>
                    <a:pt x="5209" y="1468"/>
                  </a:lnTo>
                  <a:lnTo>
                    <a:pt x="4952" y="1688"/>
                  </a:lnTo>
                  <a:lnTo>
                    <a:pt x="4916" y="1761"/>
                  </a:lnTo>
                  <a:lnTo>
                    <a:pt x="4879" y="1834"/>
                  </a:lnTo>
                  <a:lnTo>
                    <a:pt x="4916" y="1981"/>
                  </a:lnTo>
                  <a:lnTo>
                    <a:pt x="4989" y="2091"/>
                  </a:lnTo>
                  <a:lnTo>
                    <a:pt x="5062" y="2128"/>
                  </a:lnTo>
                  <a:lnTo>
                    <a:pt x="5136" y="2128"/>
                  </a:lnTo>
                  <a:lnTo>
                    <a:pt x="5319" y="2091"/>
                  </a:lnTo>
                  <a:lnTo>
                    <a:pt x="5429" y="2018"/>
                  </a:lnTo>
                  <a:lnTo>
                    <a:pt x="5539" y="1945"/>
                  </a:lnTo>
                  <a:lnTo>
                    <a:pt x="5613" y="1798"/>
                  </a:lnTo>
                  <a:lnTo>
                    <a:pt x="5759" y="1651"/>
                  </a:lnTo>
                  <a:lnTo>
                    <a:pt x="5833" y="1614"/>
                  </a:lnTo>
                  <a:lnTo>
                    <a:pt x="5869" y="1578"/>
                  </a:lnTo>
                  <a:lnTo>
                    <a:pt x="6420" y="1138"/>
                  </a:lnTo>
                  <a:lnTo>
                    <a:pt x="7006" y="771"/>
                  </a:lnTo>
                  <a:lnTo>
                    <a:pt x="7337" y="624"/>
                  </a:lnTo>
                  <a:lnTo>
                    <a:pt x="7483" y="551"/>
                  </a:lnTo>
                  <a:close/>
                  <a:moveTo>
                    <a:pt x="10821" y="9281"/>
                  </a:moveTo>
                  <a:lnTo>
                    <a:pt x="10968" y="9538"/>
                  </a:lnTo>
                  <a:lnTo>
                    <a:pt x="11115" y="9758"/>
                  </a:lnTo>
                  <a:lnTo>
                    <a:pt x="11335" y="9978"/>
                  </a:lnTo>
                  <a:lnTo>
                    <a:pt x="11592" y="10161"/>
                  </a:lnTo>
                  <a:lnTo>
                    <a:pt x="11408" y="10418"/>
                  </a:lnTo>
                  <a:lnTo>
                    <a:pt x="11188" y="10198"/>
                  </a:lnTo>
                  <a:lnTo>
                    <a:pt x="10968" y="9978"/>
                  </a:lnTo>
                  <a:lnTo>
                    <a:pt x="10711" y="9831"/>
                  </a:lnTo>
                  <a:lnTo>
                    <a:pt x="10455" y="9648"/>
                  </a:lnTo>
                  <a:lnTo>
                    <a:pt x="10601" y="9464"/>
                  </a:lnTo>
                  <a:lnTo>
                    <a:pt x="10821" y="9281"/>
                  </a:lnTo>
                  <a:close/>
                  <a:moveTo>
                    <a:pt x="13903" y="9941"/>
                  </a:moveTo>
                  <a:lnTo>
                    <a:pt x="13829" y="9978"/>
                  </a:lnTo>
                  <a:lnTo>
                    <a:pt x="13756" y="10014"/>
                  </a:lnTo>
                  <a:lnTo>
                    <a:pt x="13719" y="10014"/>
                  </a:lnTo>
                  <a:lnTo>
                    <a:pt x="13719" y="10051"/>
                  </a:lnTo>
                  <a:lnTo>
                    <a:pt x="13646" y="10161"/>
                  </a:lnTo>
                  <a:lnTo>
                    <a:pt x="13609" y="10271"/>
                  </a:lnTo>
                  <a:lnTo>
                    <a:pt x="13646" y="10418"/>
                  </a:lnTo>
                  <a:lnTo>
                    <a:pt x="13719" y="10565"/>
                  </a:lnTo>
                  <a:lnTo>
                    <a:pt x="13829" y="10638"/>
                  </a:lnTo>
                  <a:lnTo>
                    <a:pt x="13939" y="10675"/>
                  </a:lnTo>
                  <a:lnTo>
                    <a:pt x="14049" y="10638"/>
                  </a:lnTo>
                  <a:lnTo>
                    <a:pt x="14159" y="10601"/>
                  </a:lnTo>
                  <a:lnTo>
                    <a:pt x="14269" y="10491"/>
                  </a:lnTo>
                  <a:lnTo>
                    <a:pt x="14343" y="10418"/>
                  </a:lnTo>
                  <a:lnTo>
                    <a:pt x="14379" y="10308"/>
                  </a:lnTo>
                  <a:lnTo>
                    <a:pt x="14379" y="10271"/>
                  </a:lnTo>
                  <a:lnTo>
                    <a:pt x="14379" y="10198"/>
                  </a:lnTo>
                  <a:lnTo>
                    <a:pt x="14306" y="10124"/>
                  </a:lnTo>
                  <a:lnTo>
                    <a:pt x="14233" y="10051"/>
                  </a:lnTo>
                  <a:lnTo>
                    <a:pt x="14159" y="10014"/>
                  </a:lnTo>
                  <a:lnTo>
                    <a:pt x="14086" y="9978"/>
                  </a:lnTo>
                  <a:lnTo>
                    <a:pt x="13939" y="9941"/>
                  </a:lnTo>
                  <a:close/>
                  <a:moveTo>
                    <a:pt x="7593" y="0"/>
                  </a:moveTo>
                  <a:lnTo>
                    <a:pt x="7447" y="37"/>
                  </a:lnTo>
                  <a:lnTo>
                    <a:pt x="7190" y="110"/>
                  </a:lnTo>
                  <a:lnTo>
                    <a:pt x="6970" y="221"/>
                  </a:lnTo>
                  <a:lnTo>
                    <a:pt x="6566" y="441"/>
                  </a:lnTo>
                  <a:lnTo>
                    <a:pt x="6199" y="697"/>
                  </a:lnTo>
                  <a:lnTo>
                    <a:pt x="5502" y="1211"/>
                  </a:lnTo>
                  <a:lnTo>
                    <a:pt x="5209" y="1064"/>
                  </a:lnTo>
                  <a:lnTo>
                    <a:pt x="4916" y="991"/>
                  </a:lnTo>
                  <a:lnTo>
                    <a:pt x="4585" y="991"/>
                  </a:lnTo>
                  <a:lnTo>
                    <a:pt x="4255" y="1027"/>
                  </a:lnTo>
                  <a:lnTo>
                    <a:pt x="3999" y="1101"/>
                  </a:lnTo>
                  <a:lnTo>
                    <a:pt x="3778" y="1211"/>
                  </a:lnTo>
                  <a:lnTo>
                    <a:pt x="3595" y="1358"/>
                  </a:lnTo>
                  <a:lnTo>
                    <a:pt x="3412" y="1504"/>
                  </a:lnTo>
                  <a:lnTo>
                    <a:pt x="3228" y="1688"/>
                  </a:lnTo>
                  <a:lnTo>
                    <a:pt x="3118" y="1908"/>
                  </a:lnTo>
                  <a:lnTo>
                    <a:pt x="3008" y="2128"/>
                  </a:lnTo>
                  <a:lnTo>
                    <a:pt x="2935" y="2348"/>
                  </a:lnTo>
                  <a:lnTo>
                    <a:pt x="2861" y="2678"/>
                  </a:lnTo>
                  <a:lnTo>
                    <a:pt x="2788" y="3008"/>
                  </a:lnTo>
                  <a:lnTo>
                    <a:pt x="2751" y="3338"/>
                  </a:lnTo>
                  <a:lnTo>
                    <a:pt x="2641" y="3669"/>
                  </a:lnTo>
                  <a:lnTo>
                    <a:pt x="2605" y="3852"/>
                  </a:lnTo>
                  <a:lnTo>
                    <a:pt x="2495" y="3999"/>
                  </a:lnTo>
                  <a:lnTo>
                    <a:pt x="2275" y="4255"/>
                  </a:lnTo>
                  <a:lnTo>
                    <a:pt x="2018" y="4476"/>
                  </a:lnTo>
                  <a:lnTo>
                    <a:pt x="1761" y="4696"/>
                  </a:lnTo>
                  <a:lnTo>
                    <a:pt x="1284" y="5062"/>
                  </a:lnTo>
                  <a:lnTo>
                    <a:pt x="844" y="5466"/>
                  </a:lnTo>
                  <a:lnTo>
                    <a:pt x="661" y="5649"/>
                  </a:lnTo>
                  <a:lnTo>
                    <a:pt x="514" y="5906"/>
                  </a:lnTo>
                  <a:lnTo>
                    <a:pt x="367" y="6126"/>
                  </a:lnTo>
                  <a:lnTo>
                    <a:pt x="220" y="6420"/>
                  </a:lnTo>
                  <a:lnTo>
                    <a:pt x="110" y="6713"/>
                  </a:lnTo>
                  <a:lnTo>
                    <a:pt x="37" y="7007"/>
                  </a:lnTo>
                  <a:lnTo>
                    <a:pt x="0" y="7263"/>
                  </a:lnTo>
                  <a:lnTo>
                    <a:pt x="0" y="7557"/>
                  </a:lnTo>
                  <a:lnTo>
                    <a:pt x="37" y="7850"/>
                  </a:lnTo>
                  <a:lnTo>
                    <a:pt x="74" y="8144"/>
                  </a:lnTo>
                  <a:lnTo>
                    <a:pt x="147" y="8400"/>
                  </a:lnTo>
                  <a:lnTo>
                    <a:pt x="220" y="8657"/>
                  </a:lnTo>
                  <a:lnTo>
                    <a:pt x="367" y="8914"/>
                  </a:lnTo>
                  <a:lnTo>
                    <a:pt x="514" y="9171"/>
                  </a:lnTo>
                  <a:lnTo>
                    <a:pt x="661" y="9391"/>
                  </a:lnTo>
                  <a:lnTo>
                    <a:pt x="844" y="9611"/>
                  </a:lnTo>
                  <a:lnTo>
                    <a:pt x="1064" y="9831"/>
                  </a:lnTo>
                  <a:lnTo>
                    <a:pt x="1284" y="10014"/>
                  </a:lnTo>
                  <a:lnTo>
                    <a:pt x="1541" y="10161"/>
                  </a:lnTo>
                  <a:lnTo>
                    <a:pt x="1798" y="10308"/>
                  </a:lnTo>
                  <a:lnTo>
                    <a:pt x="2054" y="10381"/>
                  </a:lnTo>
                  <a:lnTo>
                    <a:pt x="2348" y="10491"/>
                  </a:lnTo>
                  <a:lnTo>
                    <a:pt x="2641" y="10528"/>
                  </a:lnTo>
                  <a:lnTo>
                    <a:pt x="2898" y="10565"/>
                  </a:lnTo>
                  <a:lnTo>
                    <a:pt x="3192" y="10565"/>
                  </a:lnTo>
                  <a:lnTo>
                    <a:pt x="3485" y="10528"/>
                  </a:lnTo>
                  <a:lnTo>
                    <a:pt x="3742" y="10491"/>
                  </a:lnTo>
                  <a:lnTo>
                    <a:pt x="4035" y="10418"/>
                  </a:lnTo>
                  <a:lnTo>
                    <a:pt x="4365" y="10271"/>
                  </a:lnTo>
                  <a:lnTo>
                    <a:pt x="4696" y="10161"/>
                  </a:lnTo>
                  <a:lnTo>
                    <a:pt x="4879" y="10124"/>
                  </a:lnTo>
                  <a:lnTo>
                    <a:pt x="5209" y="10124"/>
                  </a:lnTo>
                  <a:lnTo>
                    <a:pt x="5392" y="10161"/>
                  </a:lnTo>
                  <a:lnTo>
                    <a:pt x="5502" y="10271"/>
                  </a:lnTo>
                  <a:lnTo>
                    <a:pt x="5613" y="10381"/>
                  </a:lnTo>
                  <a:lnTo>
                    <a:pt x="5833" y="10601"/>
                  </a:lnTo>
                  <a:lnTo>
                    <a:pt x="5979" y="10711"/>
                  </a:lnTo>
                  <a:lnTo>
                    <a:pt x="6089" y="10785"/>
                  </a:lnTo>
                  <a:lnTo>
                    <a:pt x="6273" y="10858"/>
                  </a:lnTo>
                  <a:lnTo>
                    <a:pt x="6420" y="10895"/>
                  </a:lnTo>
                  <a:lnTo>
                    <a:pt x="6933" y="10895"/>
                  </a:lnTo>
                  <a:lnTo>
                    <a:pt x="7227" y="10858"/>
                  </a:lnTo>
                  <a:lnTo>
                    <a:pt x="7483" y="10821"/>
                  </a:lnTo>
                  <a:lnTo>
                    <a:pt x="7740" y="10748"/>
                  </a:lnTo>
                  <a:lnTo>
                    <a:pt x="7997" y="10638"/>
                  </a:lnTo>
                  <a:lnTo>
                    <a:pt x="8217" y="10528"/>
                  </a:lnTo>
                  <a:lnTo>
                    <a:pt x="8437" y="10381"/>
                  </a:lnTo>
                  <a:lnTo>
                    <a:pt x="8657" y="10198"/>
                  </a:lnTo>
                  <a:lnTo>
                    <a:pt x="8877" y="10014"/>
                  </a:lnTo>
                  <a:lnTo>
                    <a:pt x="9061" y="9831"/>
                  </a:lnTo>
                  <a:lnTo>
                    <a:pt x="9207" y="9611"/>
                  </a:lnTo>
                  <a:lnTo>
                    <a:pt x="9354" y="9391"/>
                  </a:lnTo>
                  <a:lnTo>
                    <a:pt x="9501" y="9171"/>
                  </a:lnTo>
                  <a:lnTo>
                    <a:pt x="9574" y="8914"/>
                  </a:lnTo>
                  <a:lnTo>
                    <a:pt x="9684" y="8694"/>
                  </a:lnTo>
                  <a:lnTo>
                    <a:pt x="9721" y="8400"/>
                  </a:lnTo>
                  <a:lnTo>
                    <a:pt x="9721" y="8144"/>
                  </a:lnTo>
                  <a:lnTo>
                    <a:pt x="9721" y="7887"/>
                  </a:lnTo>
                  <a:lnTo>
                    <a:pt x="9684" y="7630"/>
                  </a:lnTo>
                  <a:lnTo>
                    <a:pt x="9611" y="7373"/>
                  </a:lnTo>
                  <a:lnTo>
                    <a:pt x="9537" y="7117"/>
                  </a:lnTo>
                  <a:lnTo>
                    <a:pt x="9281" y="6640"/>
                  </a:lnTo>
                  <a:lnTo>
                    <a:pt x="9171" y="6383"/>
                  </a:lnTo>
                  <a:lnTo>
                    <a:pt x="9061" y="6090"/>
                  </a:lnTo>
                  <a:lnTo>
                    <a:pt x="9061" y="5833"/>
                  </a:lnTo>
                  <a:lnTo>
                    <a:pt x="9061" y="5576"/>
                  </a:lnTo>
                  <a:lnTo>
                    <a:pt x="9097" y="5319"/>
                  </a:lnTo>
                  <a:lnTo>
                    <a:pt x="9134" y="5062"/>
                  </a:lnTo>
                  <a:lnTo>
                    <a:pt x="9317" y="4512"/>
                  </a:lnTo>
                  <a:lnTo>
                    <a:pt x="9501" y="4035"/>
                  </a:lnTo>
                  <a:lnTo>
                    <a:pt x="9684" y="3559"/>
                  </a:lnTo>
                  <a:lnTo>
                    <a:pt x="9794" y="3082"/>
                  </a:lnTo>
                  <a:lnTo>
                    <a:pt x="9831" y="2825"/>
                  </a:lnTo>
                  <a:lnTo>
                    <a:pt x="9831" y="2568"/>
                  </a:lnTo>
                  <a:lnTo>
                    <a:pt x="9794" y="2311"/>
                  </a:lnTo>
                  <a:lnTo>
                    <a:pt x="9721" y="2055"/>
                  </a:lnTo>
                  <a:lnTo>
                    <a:pt x="9611" y="1834"/>
                  </a:lnTo>
                  <a:lnTo>
                    <a:pt x="9501" y="1578"/>
                  </a:lnTo>
                  <a:lnTo>
                    <a:pt x="9354" y="1358"/>
                  </a:lnTo>
                  <a:lnTo>
                    <a:pt x="9207" y="1174"/>
                  </a:lnTo>
                  <a:lnTo>
                    <a:pt x="8841" y="771"/>
                  </a:lnTo>
                  <a:lnTo>
                    <a:pt x="8400" y="404"/>
                  </a:lnTo>
                  <a:lnTo>
                    <a:pt x="7960" y="110"/>
                  </a:lnTo>
                  <a:lnTo>
                    <a:pt x="7850" y="37"/>
                  </a:lnTo>
                  <a:lnTo>
                    <a:pt x="7703" y="0"/>
                  </a:lnTo>
                  <a:close/>
                  <a:moveTo>
                    <a:pt x="12912" y="10675"/>
                  </a:moveTo>
                  <a:lnTo>
                    <a:pt x="12839" y="10711"/>
                  </a:lnTo>
                  <a:lnTo>
                    <a:pt x="12765" y="10785"/>
                  </a:lnTo>
                  <a:lnTo>
                    <a:pt x="12729" y="10858"/>
                  </a:lnTo>
                  <a:lnTo>
                    <a:pt x="12729" y="11005"/>
                  </a:lnTo>
                  <a:lnTo>
                    <a:pt x="12765" y="11115"/>
                  </a:lnTo>
                  <a:lnTo>
                    <a:pt x="12876" y="11225"/>
                  </a:lnTo>
                  <a:lnTo>
                    <a:pt x="13022" y="11262"/>
                  </a:lnTo>
                  <a:lnTo>
                    <a:pt x="13132" y="11225"/>
                  </a:lnTo>
                  <a:lnTo>
                    <a:pt x="13242" y="11115"/>
                  </a:lnTo>
                  <a:lnTo>
                    <a:pt x="13279" y="11005"/>
                  </a:lnTo>
                  <a:lnTo>
                    <a:pt x="13279" y="10858"/>
                  </a:lnTo>
                  <a:lnTo>
                    <a:pt x="13242" y="10785"/>
                  </a:lnTo>
                  <a:lnTo>
                    <a:pt x="13169" y="10711"/>
                  </a:lnTo>
                  <a:lnTo>
                    <a:pt x="13096" y="10675"/>
                  </a:lnTo>
                  <a:close/>
                  <a:moveTo>
                    <a:pt x="13572" y="11262"/>
                  </a:moveTo>
                  <a:lnTo>
                    <a:pt x="13499" y="11298"/>
                  </a:lnTo>
                  <a:lnTo>
                    <a:pt x="13462" y="11372"/>
                  </a:lnTo>
                  <a:lnTo>
                    <a:pt x="13389" y="11408"/>
                  </a:lnTo>
                  <a:lnTo>
                    <a:pt x="13316" y="11445"/>
                  </a:lnTo>
                  <a:lnTo>
                    <a:pt x="13242" y="11555"/>
                  </a:lnTo>
                  <a:lnTo>
                    <a:pt x="13242" y="11702"/>
                  </a:lnTo>
                  <a:lnTo>
                    <a:pt x="13242" y="11775"/>
                  </a:lnTo>
                  <a:lnTo>
                    <a:pt x="13279" y="11849"/>
                  </a:lnTo>
                  <a:lnTo>
                    <a:pt x="13352" y="11959"/>
                  </a:lnTo>
                  <a:lnTo>
                    <a:pt x="13609" y="11959"/>
                  </a:lnTo>
                  <a:lnTo>
                    <a:pt x="13719" y="11922"/>
                  </a:lnTo>
                  <a:lnTo>
                    <a:pt x="13829" y="11849"/>
                  </a:lnTo>
                  <a:lnTo>
                    <a:pt x="13866" y="11738"/>
                  </a:lnTo>
                  <a:lnTo>
                    <a:pt x="13939" y="11628"/>
                  </a:lnTo>
                  <a:lnTo>
                    <a:pt x="13939" y="11555"/>
                  </a:lnTo>
                  <a:lnTo>
                    <a:pt x="13939" y="11518"/>
                  </a:lnTo>
                  <a:lnTo>
                    <a:pt x="13903" y="11445"/>
                  </a:lnTo>
                  <a:lnTo>
                    <a:pt x="13866" y="11372"/>
                  </a:lnTo>
                  <a:lnTo>
                    <a:pt x="13829" y="11298"/>
                  </a:lnTo>
                  <a:lnTo>
                    <a:pt x="13719" y="11262"/>
                  </a:lnTo>
                  <a:close/>
                  <a:moveTo>
                    <a:pt x="12215" y="11555"/>
                  </a:moveTo>
                  <a:lnTo>
                    <a:pt x="12142" y="11592"/>
                  </a:lnTo>
                  <a:lnTo>
                    <a:pt x="12069" y="11702"/>
                  </a:lnTo>
                  <a:lnTo>
                    <a:pt x="12032" y="11812"/>
                  </a:lnTo>
                  <a:lnTo>
                    <a:pt x="12032" y="11959"/>
                  </a:lnTo>
                  <a:lnTo>
                    <a:pt x="12032" y="12069"/>
                  </a:lnTo>
                  <a:lnTo>
                    <a:pt x="12105" y="12362"/>
                  </a:lnTo>
                  <a:lnTo>
                    <a:pt x="12252" y="12582"/>
                  </a:lnTo>
                  <a:lnTo>
                    <a:pt x="12325" y="12619"/>
                  </a:lnTo>
                  <a:lnTo>
                    <a:pt x="12399" y="12656"/>
                  </a:lnTo>
                  <a:lnTo>
                    <a:pt x="12509" y="12656"/>
                  </a:lnTo>
                  <a:lnTo>
                    <a:pt x="12582" y="12582"/>
                  </a:lnTo>
                  <a:lnTo>
                    <a:pt x="12619" y="12545"/>
                  </a:lnTo>
                  <a:lnTo>
                    <a:pt x="12692" y="12545"/>
                  </a:lnTo>
                  <a:lnTo>
                    <a:pt x="12802" y="12619"/>
                  </a:lnTo>
                  <a:lnTo>
                    <a:pt x="12876" y="12619"/>
                  </a:lnTo>
                  <a:lnTo>
                    <a:pt x="12949" y="12582"/>
                  </a:lnTo>
                  <a:lnTo>
                    <a:pt x="12986" y="12545"/>
                  </a:lnTo>
                  <a:lnTo>
                    <a:pt x="13022" y="12435"/>
                  </a:lnTo>
                  <a:lnTo>
                    <a:pt x="12986" y="12325"/>
                  </a:lnTo>
                  <a:lnTo>
                    <a:pt x="12912" y="12215"/>
                  </a:lnTo>
                  <a:lnTo>
                    <a:pt x="12802" y="12179"/>
                  </a:lnTo>
                  <a:lnTo>
                    <a:pt x="12655" y="12142"/>
                  </a:lnTo>
                  <a:lnTo>
                    <a:pt x="12545" y="12142"/>
                  </a:lnTo>
                  <a:lnTo>
                    <a:pt x="12472" y="12179"/>
                  </a:lnTo>
                  <a:lnTo>
                    <a:pt x="12399" y="12032"/>
                  </a:lnTo>
                  <a:lnTo>
                    <a:pt x="12399" y="11849"/>
                  </a:lnTo>
                  <a:lnTo>
                    <a:pt x="12399" y="11665"/>
                  </a:lnTo>
                  <a:lnTo>
                    <a:pt x="12362" y="11592"/>
                  </a:lnTo>
                  <a:lnTo>
                    <a:pt x="12289" y="11555"/>
                  </a:lnTo>
                  <a:close/>
                  <a:moveTo>
                    <a:pt x="14049" y="5466"/>
                  </a:moveTo>
                  <a:lnTo>
                    <a:pt x="14196" y="5503"/>
                  </a:lnTo>
                  <a:lnTo>
                    <a:pt x="14490" y="5649"/>
                  </a:lnTo>
                  <a:lnTo>
                    <a:pt x="14673" y="5723"/>
                  </a:lnTo>
                  <a:lnTo>
                    <a:pt x="14930" y="5906"/>
                  </a:lnTo>
                  <a:lnTo>
                    <a:pt x="15150" y="6090"/>
                  </a:lnTo>
                  <a:lnTo>
                    <a:pt x="15370" y="6310"/>
                  </a:lnTo>
                  <a:lnTo>
                    <a:pt x="15590" y="6566"/>
                  </a:lnTo>
                  <a:lnTo>
                    <a:pt x="15773" y="6860"/>
                  </a:lnTo>
                  <a:lnTo>
                    <a:pt x="15883" y="7190"/>
                  </a:lnTo>
                  <a:lnTo>
                    <a:pt x="15993" y="7520"/>
                  </a:lnTo>
                  <a:lnTo>
                    <a:pt x="16067" y="7850"/>
                  </a:lnTo>
                  <a:lnTo>
                    <a:pt x="16104" y="8217"/>
                  </a:lnTo>
                  <a:lnTo>
                    <a:pt x="16104" y="8547"/>
                  </a:lnTo>
                  <a:lnTo>
                    <a:pt x="16067" y="9244"/>
                  </a:lnTo>
                  <a:lnTo>
                    <a:pt x="15957" y="9941"/>
                  </a:lnTo>
                  <a:lnTo>
                    <a:pt x="15773" y="10601"/>
                  </a:lnTo>
                  <a:lnTo>
                    <a:pt x="15517" y="11225"/>
                  </a:lnTo>
                  <a:lnTo>
                    <a:pt x="15370" y="11555"/>
                  </a:lnTo>
                  <a:lnTo>
                    <a:pt x="15186" y="11849"/>
                  </a:lnTo>
                  <a:lnTo>
                    <a:pt x="15003" y="12105"/>
                  </a:lnTo>
                  <a:lnTo>
                    <a:pt x="14783" y="12362"/>
                  </a:lnTo>
                  <a:lnTo>
                    <a:pt x="14526" y="12619"/>
                  </a:lnTo>
                  <a:lnTo>
                    <a:pt x="14269" y="12839"/>
                  </a:lnTo>
                  <a:lnTo>
                    <a:pt x="14013" y="13022"/>
                  </a:lnTo>
                  <a:lnTo>
                    <a:pt x="13719" y="13169"/>
                  </a:lnTo>
                  <a:lnTo>
                    <a:pt x="13389" y="13316"/>
                  </a:lnTo>
                  <a:lnTo>
                    <a:pt x="13059" y="13463"/>
                  </a:lnTo>
                  <a:lnTo>
                    <a:pt x="12802" y="13499"/>
                  </a:lnTo>
                  <a:lnTo>
                    <a:pt x="12509" y="13536"/>
                  </a:lnTo>
                  <a:lnTo>
                    <a:pt x="12325" y="13499"/>
                  </a:lnTo>
                  <a:lnTo>
                    <a:pt x="12179" y="13426"/>
                  </a:lnTo>
                  <a:lnTo>
                    <a:pt x="12032" y="13279"/>
                  </a:lnTo>
                  <a:lnTo>
                    <a:pt x="11922" y="13169"/>
                  </a:lnTo>
                  <a:lnTo>
                    <a:pt x="11482" y="12692"/>
                  </a:lnTo>
                  <a:lnTo>
                    <a:pt x="11298" y="12435"/>
                  </a:lnTo>
                  <a:lnTo>
                    <a:pt x="11225" y="12289"/>
                  </a:lnTo>
                  <a:lnTo>
                    <a:pt x="11188" y="12105"/>
                  </a:lnTo>
                  <a:lnTo>
                    <a:pt x="11188" y="11922"/>
                  </a:lnTo>
                  <a:lnTo>
                    <a:pt x="11262" y="11738"/>
                  </a:lnTo>
                  <a:lnTo>
                    <a:pt x="11445" y="11408"/>
                  </a:lnTo>
                  <a:lnTo>
                    <a:pt x="11812" y="10785"/>
                  </a:lnTo>
                  <a:lnTo>
                    <a:pt x="12142" y="10161"/>
                  </a:lnTo>
                  <a:lnTo>
                    <a:pt x="12472" y="9501"/>
                  </a:lnTo>
                  <a:lnTo>
                    <a:pt x="12765" y="8877"/>
                  </a:lnTo>
                  <a:lnTo>
                    <a:pt x="12876" y="8547"/>
                  </a:lnTo>
                  <a:lnTo>
                    <a:pt x="12949" y="8217"/>
                  </a:lnTo>
                  <a:lnTo>
                    <a:pt x="12986" y="7887"/>
                  </a:lnTo>
                  <a:lnTo>
                    <a:pt x="12949" y="7593"/>
                  </a:lnTo>
                  <a:lnTo>
                    <a:pt x="12876" y="7263"/>
                  </a:lnTo>
                  <a:lnTo>
                    <a:pt x="12765" y="6970"/>
                  </a:lnTo>
                  <a:lnTo>
                    <a:pt x="12729" y="6750"/>
                  </a:lnTo>
                  <a:lnTo>
                    <a:pt x="12692" y="6566"/>
                  </a:lnTo>
                  <a:lnTo>
                    <a:pt x="12729" y="6346"/>
                  </a:lnTo>
                  <a:lnTo>
                    <a:pt x="12802" y="6200"/>
                  </a:lnTo>
                  <a:lnTo>
                    <a:pt x="12876" y="6016"/>
                  </a:lnTo>
                  <a:lnTo>
                    <a:pt x="12986" y="5869"/>
                  </a:lnTo>
                  <a:lnTo>
                    <a:pt x="13132" y="5723"/>
                  </a:lnTo>
                  <a:lnTo>
                    <a:pt x="13279" y="5613"/>
                  </a:lnTo>
                  <a:lnTo>
                    <a:pt x="13316" y="5686"/>
                  </a:lnTo>
                  <a:lnTo>
                    <a:pt x="13389" y="5723"/>
                  </a:lnTo>
                  <a:lnTo>
                    <a:pt x="13536" y="5759"/>
                  </a:lnTo>
                  <a:lnTo>
                    <a:pt x="13646" y="5686"/>
                  </a:lnTo>
                  <a:lnTo>
                    <a:pt x="13719" y="5649"/>
                  </a:lnTo>
                  <a:lnTo>
                    <a:pt x="13756" y="5576"/>
                  </a:lnTo>
                  <a:lnTo>
                    <a:pt x="13829" y="5503"/>
                  </a:lnTo>
                  <a:lnTo>
                    <a:pt x="13939" y="5466"/>
                  </a:lnTo>
                  <a:close/>
                  <a:moveTo>
                    <a:pt x="13646" y="3852"/>
                  </a:moveTo>
                  <a:lnTo>
                    <a:pt x="13609" y="3925"/>
                  </a:lnTo>
                  <a:lnTo>
                    <a:pt x="13499" y="4182"/>
                  </a:lnTo>
                  <a:lnTo>
                    <a:pt x="13462" y="4476"/>
                  </a:lnTo>
                  <a:lnTo>
                    <a:pt x="13462" y="4732"/>
                  </a:lnTo>
                  <a:lnTo>
                    <a:pt x="13499" y="5026"/>
                  </a:lnTo>
                  <a:lnTo>
                    <a:pt x="13316" y="5099"/>
                  </a:lnTo>
                  <a:lnTo>
                    <a:pt x="13132" y="5173"/>
                  </a:lnTo>
                  <a:lnTo>
                    <a:pt x="13022" y="4769"/>
                  </a:lnTo>
                  <a:lnTo>
                    <a:pt x="12839" y="4439"/>
                  </a:lnTo>
                  <a:lnTo>
                    <a:pt x="12802" y="4402"/>
                  </a:lnTo>
                  <a:lnTo>
                    <a:pt x="12729" y="4402"/>
                  </a:lnTo>
                  <a:lnTo>
                    <a:pt x="12692" y="4439"/>
                  </a:lnTo>
                  <a:lnTo>
                    <a:pt x="12692" y="4476"/>
                  </a:lnTo>
                  <a:lnTo>
                    <a:pt x="12655" y="4732"/>
                  </a:lnTo>
                  <a:lnTo>
                    <a:pt x="12692" y="4952"/>
                  </a:lnTo>
                  <a:lnTo>
                    <a:pt x="12802" y="5429"/>
                  </a:lnTo>
                  <a:lnTo>
                    <a:pt x="12582" y="5649"/>
                  </a:lnTo>
                  <a:lnTo>
                    <a:pt x="12399" y="5466"/>
                  </a:lnTo>
                  <a:lnTo>
                    <a:pt x="12142" y="5173"/>
                  </a:lnTo>
                  <a:lnTo>
                    <a:pt x="12105" y="5136"/>
                  </a:lnTo>
                  <a:lnTo>
                    <a:pt x="12032" y="5173"/>
                  </a:lnTo>
                  <a:lnTo>
                    <a:pt x="11995" y="5209"/>
                  </a:lnTo>
                  <a:lnTo>
                    <a:pt x="11995" y="5283"/>
                  </a:lnTo>
                  <a:lnTo>
                    <a:pt x="12032" y="5466"/>
                  </a:lnTo>
                  <a:lnTo>
                    <a:pt x="12142" y="5649"/>
                  </a:lnTo>
                  <a:lnTo>
                    <a:pt x="12252" y="5796"/>
                  </a:lnTo>
                  <a:lnTo>
                    <a:pt x="12435" y="5906"/>
                  </a:lnTo>
                  <a:lnTo>
                    <a:pt x="12399" y="6016"/>
                  </a:lnTo>
                  <a:lnTo>
                    <a:pt x="12362" y="6053"/>
                  </a:lnTo>
                  <a:lnTo>
                    <a:pt x="12142" y="6016"/>
                  </a:lnTo>
                  <a:lnTo>
                    <a:pt x="11738" y="5833"/>
                  </a:lnTo>
                  <a:lnTo>
                    <a:pt x="11665" y="5686"/>
                  </a:lnTo>
                  <a:lnTo>
                    <a:pt x="11628" y="5649"/>
                  </a:lnTo>
                  <a:lnTo>
                    <a:pt x="11592" y="5686"/>
                  </a:lnTo>
                  <a:lnTo>
                    <a:pt x="11555" y="5833"/>
                  </a:lnTo>
                  <a:lnTo>
                    <a:pt x="11518" y="5906"/>
                  </a:lnTo>
                  <a:lnTo>
                    <a:pt x="11518" y="5979"/>
                  </a:lnTo>
                  <a:lnTo>
                    <a:pt x="11555" y="6053"/>
                  </a:lnTo>
                  <a:lnTo>
                    <a:pt x="11628" y="6126"/>
                  </a:lnTo>
                  <a:lnTo>
                    <a:pt x="11775" y="6236"/>
                  </a:lnTo>
                  <a:lnTo>
                    <a:pt x="11995" y="6346"/>
                  </a:lnTo>
                  <a:lnTo>
                    <a:pt x="12289" y="6456"/>
                  </a:lnTo>
                  <a:lnTo>
                    <a:pt x="12252" y="6676"/>
                  </a:lnTo>
                  <a:lnTo>
                    <a:pt x="12289" y="6897"/>
                  </a:lnTo>
                  <a:lnTo>
                    <a:pt x="11555" y="6897"/>
                  </a:lnTo>
                  <a:lnTo>
                    <a:pt x="11445" y="6933"/>
                  </a:lnTo>
                  <a:lnTo>
                    <a:pt x="11408" y="7007"/>
                  </a:lnTo>
                  <a:lnTo>
                    <a:pt x="11408" y="7153"/>
                  </a:lnTo>
                  <a:lnTo>
                    <a:pt x="11408" y="7337"/>
                  </a:lnTo>
                  <a:lnTo>
                    <a:pt x="11482" y="7483"/>
                  </a:lnTo>
                  <a:lnTo>
                    <a:pt x="11555" y="7593"/>
                  </a:lnTo>
                  <a:lnTo>
                    <a:pt x="11592" y="7630"/>
                  </a:lnTo>
                  <a:lnTo>
                    <a:pt x="11922" y="7960"/>
                  </a:lnTo>
                  <a:lnTo>
                    <a:pt x="12142" y="8107"/>
                  </a:lnTo>
                  <a:lnTo>
                    <a:pt x="12252" y="8180"/>
                  </a:lnTo>
                  <a:lnTo>
                    <a:pt x="12362" y="8217"/>
                  </a:lnTo>
                  <a:lnTo>
                    <a:pt x="12472" y="8217"/>
                  </a:lnTo>
                  <a:lnTo>
                    <a:pt x="12362" y="8547"/>
                  </a:lnTo>
                  <a:lnTo>
                    <a:pt x="12252" y="8804"/>
                  </a:lnTo>
                  <a:lnTo>
                    <a:pt x="12215" y="8841"/>
                  </a:lnTo>
                  <a:lnTo>
                    <a:pt x="12179" y="8877"/>
                  </a:lnTo>
                  <a:lnTo>
                    <a:pt x="11812" y="8731"/>
                  </a:lnTo>
                  <a:lnTo>
                    <a:pt x="11555" y="8584"/>
                  </a:lnTo>
                  <a:lnTo>
                    <a:pt x="11335" y="8364"/>
                  </a:lnTo>
                  <a:lnTo>
                    <a:pt x="11225" y="8364"/>
                  </a:lnTo>
                  <a:lnTo>
                    <a:pt x="11188" y="8437"/>
                  </a:lnTo>
                  <a:lnTo>
                    <a:pt x="11188" y="8511"/>
                  </a:lnTo>
                  <a:lnTo>
                    <a:pt x="11335" y="8731"/>
                  </a:lnTo>
                  <a:lnTo>
                    <a:pt x="11555" y="8951"/>
                  </a:lnTo>
                  <a:lnTo>
                    <a:pt x="11812" y="9134"/>
                  </a:lnTo>
                  <a:lnTo>
                    <a:pt x="12069" y="9244"/>
                  </a:lnTo>
                  <a:lnTo>
                    <a:pt x="11848" y="9648"/>
                  </a:lnTo>
                  <a:lnTo>
                    <a:pt x="11738" y="9648"/>
                  </a:lnTo>
                  <a:lnTo>
                    <a:pt x="11665" y="9721"/>
                  </a:lnTo>
                  <a:lnTo>
                    <a:pt x="11262" y="9428"/>
                  </a:lnTo>
                  <a:lnTo>
                    <a:pt x="10895" y="9134"/>
                  </a:lnTo>
                  <a:lnTo>
                    <a:pt x="10858" y="9097"/>
                  </a:lnTo>
                  <a:lnTo>
                    <a:pt x="10821" y="9134"/>
                  </a:lnTo>
                  <a:lnTo>
                    <a:pt x="10601" y="9391"/>
                  </a:lnTo>
                  <a:lnTo>
                    <a:pt x="10381" y="9648"/>
                  </a:lnTo>
                  <a:lnTo>
                    <a:pt x="10308" y="9648"/>
                  </a:lnTo>
                  <a:lnTo>
                    <a:pt x="10234" y="9684"/>
                  </a:lnTo>
                  <a:lnTo>
                    <a:pt x="10198" y="9758"/>
                  </a:lnTo>
                  <a:lnTo>
                    <a:pt x="10234" y="9831"/>
                  </a:lnTo>
                  <a:lnTo>
                    <a:pt x="10748" y="10308"/>
                  </a:lnTo>
                  <a:lnTo>
                    <a:pt x="11188" y="10821"/>
                  </a:lnTo>
                  <a:lnTo>
                    <a:pt x="10968" y="11262"/>
                  </a:lnTo>
                  <a:lnTo>
                    <a:pt x="10785" y="11152"/>
                  </a:lnTo>
                  <a:lnTo>
                    <a:pt x="10601" y="11078"/>
                  </a:lnTo>
                  <a:lnTo>
                    <a:pt x="10381" y="11042"/>
                  </a:lnTo>
                  <a:lnTo>
                    <a:pt x="10308" y="11005"/>
                  </a:lnTo>
                  <a:lnTo>
                    <a:pt x="10198" y="10968"/>
                  </a:lnTo>
                  <a:lnTo>
                    <a:pt x="10161" y="10931"/>
                  </a:lnTo>
                  <a:lnTo>
                    <a:pt x="10088" y="10931"/>
                  </a:lnTo>
                  <a:lnTo>
                    <a:pt x="9978" y="10968"/>
                  </a:lnTo>
                  <a:lnTo>
                    <a:pt x="9941" y="11078"/>
                  </a:lnTo>
                  <a:lnTo>
                    <a:pt x="9941" y="11152"/>
                  </a:lnTo>
                  <a:lnTo>
                    <a:pt x="9978" y="11188"/>
                  </a:lnTo>
                  <a:lnTo>
                    <a:pt x="10124" y="11335"/>
                  </a:lnTo>
                  <a:lnTo>
                    <a:pt x="10308" y="11445"/>
                  </a:lnTo>
                  <a:lnTo>
                    <a:pt x="10565" y="11555"/>
                  </a:lnTo>
                  <a:lnTo>
                    <a:pt x="10675" y="11592"/>
                  </a:lnTo>
                  <a:lnTo>
                    <a:pt x="10785" y="11592"/>
                  </a:lnTo>
                  <a:lnTo>
                    <a:pt x="10748" y="11775"/>
                  </a:lnTo>
                  <a:lnTo>
                    <a:pt x="10711" y="11959"/>
                  </a:lnTo>
                  <a:lnTo>
                    <a:pt x="10675" y="12179"/>
                  </a:lnTo>
                  <a:lnTo>
                    <a:pt x="10711" y="12362"/>
                  </a:lnTo>
                  <a:lnTo>
                    <a:pt x="10785" y="12582"/>
                  </a:lnTo>
                  <a:lnTo>
                    <a:pt x="10638" y="12692"/>
                  </a:lnTo>
                  <a:lnTo>
                    <a:pt x="10455" y="12876"/>
                  </a:lnTo>
                  <a:lnTo>
                    <a:pt x="10381" y="12949"/>
                  </a:lnTo>
                  <a:lnTo>
                    <a:pt x="10308" y="12949"/>
                  </a:lnTo>
                  <a:lnTo>
                    <a:pt x="10271" y="12986"/>
                  </a:lnTo>
                  <a:lnTo>
                    <a:pt x="10234" y="13059"/>
                  </a:lnTo>
                  <a:lnTo>
                    <a:pt x="10234" y="13169"/>
                  </a:lnTo>
                  <a:lnTo>
                    <a:pt x="10271" y="13206"/>
                  </a:lnTo>
                  <a:lnTo>
                    <a:pt x="10308" y="13242"/>
                  </a:lnTo>
                  <a:lnTo>
                    <a:pt x="10455" y="13242"/>
                  </a:lnTo>
                  <a:lnTo>
                    <a:pt x="10565" y="13206"/>
                  </a:lnTo>
                  <a:lnTo>
                    <a:pt x="10748" y="13059"/>
                  </a:lnTo>
                  <a:lnTo>
                    <a:pt x="11005" y="12912"/>
                  </a:lnTo>
                  <a:lnTo>
                    <a:pt x="11408" y="13352"/>
                  </a:lnTo>
                  <a:lnTo>
                    <a:pt x="11482" y="13426"/>
                  </a:lnTo>
                  <a:lnTo>
                    <a:pt x="11335" y="13609"/>
                  </a:lnTo>
                  <a:lnTo>
                    <a:pt x="11262" y="13829"/>
                  </a:lnTo>
                  <a:lnTo>
                    <a:pt x="11188" y="13829"/>
                  </a:lnTo>
                  <a:lnTo>
                    <a:pt x="11115" y="13866"/>
                  </a:lnTo>
                  <a:lnTo>
                    <a:pt x="11005" y="13939"/>
                  </a:lnTo>
                  <a:lnTo>
                    <a:pt x="10968" y="14013"/>
                  </a:lnTo>
                  <a:lnTo>
                    <a:pt x="11005" y="14123"/>
                  </a:lnTo>
                  <a:lnTo>
                    <a:pt x="11041" y="14233"/>
                  </a:lnTo>
                  <a:lnTo>
                    <a:pt x="11151" y="14306"/>
                  </a:lnTo>
                  <a:lnTo>
                    <a:pt x="11262" y="14343"/>
                  </a:lnTo>
                  <a:lnTo>
                    <a:pt x="11372" y="14343"/>
                  </a:lnTo>
                  <a:lnTo>
                    <a:pt x="11482" y="14270"/>
                  </a:lnTo>
                  <a:lnTo>
                    <a:pt x="11555" y="14196"/>
                  </a:lnTo>
                  <a:lnTo>
                    <a:pt x="11628" y="14086"/>
                  </a:lnTo>
                  <a:lnTo>
                    <a:pt x="11665" y="13976"/>
                  </a:lnTo>
                  <a:lnTo>
                    <a:pt x="11665" y="13866"/>
                  </a:lnTo>
                  <a:lnTo>
                    <a:pt x="11738" y="13719"/>
                  </a:lnTo>
                  <a:lnTo>
                    <a:pt x="11848" y="13829"/>
                  </a:lnTo>
                  <a:lnTo>
                    <a:pt x="11995" y="13903"/>
                  </a:lnTo>
                  <a:lnTo>
                    <a:pt x="12142" y="13976"/>
                  </a:lnTo>
                  <a:lnTo>
                    <a:pt x="12325" y="14013"/>
                  </a:lnTo>
                  <a:lnTo>
                    <a:pt x="12362" y="14049"/>
                  </a:lnTo>
                  <a:lnTo>
                    <a:pt x="12252" y="14270"/>
                  </a:lnTo>
                  <a:lnTo>
                    <a:pt x="12179" y="14453"/>
                  </a:lnTo>
                  <a:lnTo>
                    <a:pt x="12105" y="14563"/>
                  </a:lnTo>
                  <a:lnTo>
                    <a:pt x="11995" y="14600"/>
                  </a:lnTo>
                  <a:lnTo>
                    <a:pt x="11958" y="14600"/>
                  </a:lnTo>
                  <a:lnTo>
                    <a:pt x="11885" y="14636"/>
                  </a:lnTo>
                  <a:lnTo>
                    <a:pt x="11848" y="14746"/>
                  </a:lnTo>
                  <a:lnTo>
                    <a:pt x="11848" y="14856"/>
                  </a:lnTo>
                  <a:lnTo>
                    <a:pt x="11922" y="14930"/>
                  </a:lnTo>
                  <a:lnTo>
                    <a:pt x="11995" y="15003"/>
                  </a:lnTo>
                  <a:lnTo>
                    <a:pt x="12069" y="15003"/>
                  </a:lnTo>
                  <a:lnTo>
                    <a:pt x="12215" y="14966"/>
                  </a:lnTo>
                  <a:lnTo>
                    <a:pt x="12362" y="14856"/>
                  </a:lnTo>
                  <a:lnTo>
                    <a:pt x="12472" y="14746"/>
                  </a:lnTo>
                  <a:lnTo>
                    <a:pt x="12545" y="14563"/>
                  </a:lnTo>
                  <a:lnTo>
                    <a:pt x="12619" y="14416"/>
                  </a:lnTo>
                  <a:lnTo>
                    <a:pt x="12692" y="14049"/>
                  </a:lnTo>
                  <a:lnTo>
                    <a:pt x="13132" y="13976"/>
                  </a:lnTo>
                  <a:lnTo>
                    <a:pt x="13536" y="13829"/>
                  </a:lnTo>
                  <a:lnTo>
                    <a:pt x="13279" y="14526"/>
                  </a:lnTo>
                  <a:lnTo>
                    <a:pt x="13206" y="14710"/>
                  </a:lnTo>
                  <a:lnTo>
                    <a:pt x="13206" y="14820"/>
                  </a:lnTo>
                  <a:lnTo>
                    <a:pt x="13242" y="14856"/>
                  </a:lnTo>
                  <a:lnTo>
                    <a:pt x="13279" y="14930"/>
                  </a:lnTo>
                  <a:lnTo>
                    <a:pt x="13352" y="14966"/>
                  </a:lnTo>
                  <a:lnTo>
                    <a:pt x="13426" y="14966"/>
                  </a:lnTo>
                  <a:lnTo>
                    <a:pt x="13499" y="14930"/>
                  </a:lnTo>
                  <a:lnTo>
                    <a:pt x="13572" y="14893"/>
                  </a:lnTo>
                  <a:lnTo>
                    <a:pt x="13609" y="14820"/>
                  </a:lnTo>
                  <a:lnTo>
                    <a:pt x="13719" y="14563"/>
                  </a:lnTo>
                  <a:lnTo>
                    <a:pt x="13793" y="14270"/>
                  </a:lnTo>
                  <a:lnTo>
                    <a:pt x="13829" y="13976"/>
                  </a:lnTo>
                  <a:lnTo>
                    <a:pt x="13829" y="13719"/>
                  </a:lnTo>
                  <a:lnTo>
                    <a:pt x="14269" y="13463"/>
                  </a:lnTo>
                  <a:lnTo>
                    <a:pt x="14306" y="13939"/>
                  </a:lnTo>
                  <a:lnTo>
                    <a:pt x="14343" y="14049"/>
                  </a:lnTo>
                  <a:lnTo>
                    <a:pt x="14379" y="14123"/>
                  </a:lnTo>
                  <a:lnTo>
                    <a:pt x="14379" y="14159"/>
                  </a:lnTo>
                  <a:lnTo>
                    <a:pt x="14416" y="14270"/>
                  </a:lnTo>
                  <a:lnTo>
                    <a:pt x="14490" y="14343"/>
                  </a:lnTo>
                  <a:lnTo>
                    <a:pt x="14673" y="14343"/>
                  </a:lnTo>
                  <a:lnTo>
                    <a:pt x="14673" y="14306"/>
                  </a:lnTo>
                  <a:lnTo>
                    <a:pt x="14746" y="14233"/>
                  </a:lnTo>
                  <a:lnTo>
                    <a:pt x="14783" y="14159"/>
                  </a:lnTo>
                  <a:lnTo>
                    <a:pt x="14710" y="13903"/>
                  </a:lnTo>
                  <a:lnTo>
                    <a:pt x="14673" y="13646"/>
                  </a:lnTo>
                  <a:lnTo>
                    <a:pt x="14563" y="13279"/>
                  </a:lnTo>
                  <a:lnTo>
                    <a:pt x="15003" y="12876"/>
                  </a:lnTo>
                  <a:lnTo>
                    <a:pt x="15113" y="13022"/>
                  </a:lnTo>
                  <a:lnTo>
                    <a:pt x="15223" y="13132"/>
                  </a:lnTo>
                  <a:lnTo>
                    <a:pt x="15370" y="13352"/>
                  </a:lnTo>
                  <a:lnTo>
                    <a:pt x="15480" y="13463"/>
                  </a:lnTo>
                  <a:lnTo>
                    <a:pt x="15590" y="13536"/>
                  </a:lnTo>
                  <a:lnTo>
                    <a:pt x="15663" y="13536"/>
                  </a:lnTo>
                  <a:lnTo>
                    <a:pt x="15737" y="13463"/>
                  </a:lnTo>
                  <a:lnTo>
                    <a:pt x="15773" y="13389"/>
                  </a:lnTo>
                  <a:lnTo>
                    <a:pt x="15773" y="13316"/>
                  </a:lnTo>
                  <a:lnTo>
                    <a:pt x="15737" y="13132"/>
                  </a:lnTo>
                  <a:lnTo>
                    <a:pt x="15627" y="12986"/>
                  </a:lnTo>
                  <a:lnTo>
                    <a:pt x="15480" y="12876"/>
                  </a:lnTo>
                  <a:lnTo>
                    <a:pt x="15370" y="12729"/>
                  </a:lnTo>
                  <a:lnTo>
                    <a:pt x="15260" y="12582"/>
                  </a:lnTo>
                  <a:lnTo>
                    <a:pt x="15480" y="12289"/>
                  </a:lnTo>
                  <a:lnTo>
                    <a:pt x="15700" y="11995"/>
                  </a:lnTo>
                  <a:lnTo>
                    <a:pt x="15773" y="12069"/>
                  </a:lnTo>
                  <a:lnTo>
                    <a:pt x="15993" y="12215"/>
                  </a:lnTo>
                  <a:lnTo>
                    <a:pt x="16177" y="12399"/>
                  </a:lnTo>
                  <a:lnTo>
                    <a:pt x="16250" y="12435"/>
                  </a:lnTo>
                  <a:lnTo>
                    <a:pt x="16397" y="12435"/>
                  </a:lnTo>
                  <a:lnTo>
                    <a:pt x="16434" y="12399"/>
                  </a:lnTo>
                  <a:lnTo>
                    <a:pt x="16470" y="12325"/>
                  </a:lnTo>
                  <a:lnTo>
                    <a:pt x="16507" y="12252"/>
                  </a:lnTo>
                  <a:lnTo>
                    <a:pt x="16507" y="12179"/>
                  </a:lnTo>
                  <a:lnTo>
                    <a:pt x="16434" y="12105"/>
                  </a:lnTo>
                  <a:lnTo>
                    <a:pt x="16250" y="11922"/>
                  </a:lnTo>
                  <a:lnTo>
                    <a:pt x="16030" y="11775"/>
                  </a:lnTo>
                  <a:lnTo>
                    <a:pt x="15883" y="11702"/>
                  </a:lnTo>
                  <a:lnTo>
                    <a:pt x="16140" y="11115"/>
                  </a:lnTo>
                  <a:lnTo>
                    <a:pt x="16324" y="11225"/>
                  </a:lnTo>
                  <a:lnTo>
                    <a:pt x="16617" y="11335"/>
                  </a:lnTo>
                  <a:lnTo>
                    <a:pt x="16984" y="11408"/>
                  </a:lnTo>
                  <a:lnTo>
                    <a:pt x="17057" y="11408"/>
                  </a:lnTo>
                  <a:lnTo>
                    <a:pt x="17094" y="11372"/>
                  </a:lnTo>
                  <a:lnTo>
                    <a:pt x="17131" y="11298"/>
                  </a:lnTo>
                  <a:lnTo>
                    <a:pt x="17167" y="11225"/>
                  </a:lnTo>
                  <a:lnTo>
                    <a:pt x="17167" y="11152"/>
                  </a:lnTo>
                  <a:lnTo>
                    <a:pt x="17131" y="11078"/>
                  </a:lnTo>
                  <a:lnTo>
                    <a:pt x="17094" y="11042"/>
                  </a:lnTo>
                  <a:lnTo>
                    <a:pt x="17021" y="11005"/>
                  </a:lnTo>
                  <a:lnTo>
                    <a:pt x="16764" y="10968"/>
                  </a:lnTo>
                  <a:lnTo>
                    <a:pt x="16544" y="10895"/>
                  </a:lnTo>
                  <a:lnTo>
                    <a:pt x="16250" y="10821"/>
                  </a:lnTo>
                  <a:lnTo>
                    <a:pt x="16397" y="10345"/>
                  </a:lnTo>
                  <a:lnTo>
                    <a:pt x="16507" y="9831"/>
                  </a:lnTo>
                  <a:lnTo>
                    <a:pt x="16727" y="9941"/>
                  </a:lnTo>
                  <a:lnTo>
                    <a:pt x="16984" y="9978"/>
                  </a:lnTo>
                  <a:lnTo>
                    <a:pt x="17131" y="10014"/>
                  </a:lnTo>
                  <a:lnTo>
                    <a:pt x="17277" y="10014"/>
                  </a:lnTo>
                  <a:lnTo>
                    <a:pt x="17424" y="9978"/>
                  </a:lnTo>
                  <a:lnTo>
                    <a:pt x="17461" y="9904"/>
                  </a:lnTo>
                  <a:lnTo>
                    <a:pt x="17497" y="9831"/>
                  </a:lnTo>
                  <a:lnTo>
                    <a:pt x="17497" y="9794"/>
                  </a:lnTo>
                  <a:lnTo>
                    <a:pt x="17497" y="9721"/>
                  </a:lnTo>
                  <a:lnTo>
                    <a:pt x="17387" y="9648"/>
                  </a:lnTo>
                  <a:lnTo>
                    <a:pt x="17277" y="9611"/>
                  </a:lnTo>
                  <a:lnTo>
                    <a:pt x="17167" y="9574"/>
                  </a:lnTo>
                  <a:lnTo>
                    <a:pt x="16544" y="9501"/>
                  </a:lnTo>
                  <a:lnTo>
                    <a:pt x="16544" y="9464"/>
                  </a:lnTo>
                  <a:lnTo>
                    <a:pt x="16580" y="8987"/>
                  </a:lnTo>
                  <a:lnTo>
                    <a:pt x="16617" y="8511"/>
                  </a:lnTo>
                  <a:lnTo>
                    <a:pt x="16800" y="8584"/>
                  </a:lnTo>
                  <a:lnTo>
                    <a:pt x="17021" y="8621"/>
                  </a:lnTo>
                  <a:lnTo>
                    <a:pt x="17204" y="8657"/>
                  </a:lnTo>
                  <a:lnTo>
                    <a:pt x="17424" y="8621"/>
                  </a:lnTo>
                  <a:lnTo>
                    <a:pt x="17571" y="8584"/>
                  </a:lnTo>
                  <a:lnTo>
                    <a:pt x="17644" y="8511"/>
                  </a:lnTo>
                  <a:lnTo>
                    <a:pt x="17681" y="8437"/>
                  </a:lnTo>
                  <a:lnTo>
                    <a:pt x="17681" y="8364"/>
                  </a:lnTo>
                  <a:lnTo>
                    <a:pt x="17644" y="8290"/>
                  </a:lnTo>
                  <a:lnTo>
                    <a:pt x="17534" y="8217"/>
                  </a:lnTo>
                  <a:lnTo>
                    <a:pt x="17387" y="8217"/>
                  </a:lnTo>
                  <a:lnTo>
                    <a:pt x="17094" y="8254"/>
                  </a:lnTo>
                  <a:lnTo>
                    <a:pt x="16617" y="8217"/>
                  </a:lnTo>
                  <a:lnTo>
                    <a:pt x="16580" y="7814"/>
                  </a:lnTo>
                  <a:lnTo>
                    <a:pt x="16507" y="7410"/>
                  </a:lnTo>
                  <a:lnTo>
                    <a:pt x="16507" y="7410"/>
                  </a:lnTo>
                  <a:lnTo>
                    <a:pt x="16690" y="7447"/>
                  </a:lnTo>
                  <a:lnTo>
                    <a:pt x="16874" y="7447"/>
                  </a:lnTo>
                  <a:lnTo>
                    <a:pt x="17021" y="7410"/>
                  </a:lnTo>
                  <a:lnTo>
                    <a:pt x="17204" y="7337"/>
                  </a:lnTo>
                  <a:lnTo>
                    <a:pt x="17351" y="7263"/>
                  </a:lnTo>
                  <a:lnTo>
                    <a:pt x="17387" y="7190"/>
                  </a:lnTo>
                  <a:lnTo>
                    <a:pt x="17424" y="7117"/>
                  </a:lnTo>
                  <a:lnTo>
                    <a:pt x="17424" y="7043"/>
                  </a:lnTo>
                  <a:lnTo>
                    <a:pt x="17424" y="7007"/>
                  </a:lnTo>
                  <a:lnTo>
                    <a:pt x="17351" y="6933"/>
                  </a:lnTo>
                  <a:lnTo>
                    <a:pt x="17314" y="6897"/>
                  </a:lnTo>
                  <a:lnTo>
                    <a:pt x="17131" y="6897"/>
                  </a:lnTo>
                  <a:lnTo>
                    <a:pt x="16947" y="6970"/>
                  </a:lnTo>
                  <a:lnTo>
                    <a:pt x="16764" y="7007"/>
                  </a:lnTo>
                  <a:lnTo>
                    <a:pt x="16397" y="7080"/>
                  </a:lnTo>
                  <a:lnTo>
                    <a:pt x="16324" y="6897"/>
                  </a:lnTo>
                  <a:lnTo>
                    <a:pt x="16140" y="6493"/>
                  </a:lnTo>
                  <a:lnTo>
                    <a:pt x="16397" y="6420"/>
                  </a:lnTo>
                  <a:lnTo>
                    <a:pt x="16764" y="6273"/>
                  </a:lnTo>
                  <a:lnTo>
                    <a:pt x="16947" y="6200"/>
                  </a:lnTo>
                  <a:lnTo>
                    <a:pt x="17094" y="6090"/>
                  </a:lnTo>
                  <a:lnTo>
                    <a:pt x="17131" y="6053"/>
                  </a:lnTo>
                  <a:lnTo>
                    <a:pt x="17131" y="5979"/>
                  </a:lnTo>
                  <a:lnTo>
                    <a:pt x="17131" y="5906"/>
                  </a:lnTo>
                  <a:lnTo>
                    <a:pt x="17021" y="5833"/>
                  </a:lnTo>
                  <a:lnTo>
                    <a:pt x="16910" y="5796"/>
                  </a:lnTo>
                  <a:lnTo>
                    <a:pt x="16764" y="5833"/>
                  </a:lnTo>
                  <a:lnTo>
                    <a:pt x="16580" y="5906"/>
                  </a:lnTo>
                  <a:lnTo>
                    <a:pt x="16250" y="6090"/>
                  </a:lnTo>
                  <a:lnTo>
                    <a:pt x="16104" y="6163"/>
                  </a:lnTo>
                  <a:lnTo>
                    <a:pt x="15957" y="6236"/>
                  </a:lnTo>
                  <a:lnTo>
                    <a:pt x="15957" y="6200"/>
                  </a:lnTo>
                  <a:lnTo>
                    <a:pt x="15957" y="6163"/>
                  </a:lnTo>
                  <a:lnTo>
                    <a:pt x="15920" y="6163"/>
                  </a:lnTo>
                  <a:lnTo>
                    <a:pt x="15590" y="5796"/>
                  </a:lnTo>
                  <a:lnTo>
                    <a:pt x="15920" y="5503"/>
                  </a:lnTo>
                  <a:lnTo>
                    <a:pt x="16250" y="5173"/>
                  </a:lnTo>
                  <a:lnTo>
                    <a:pt x="16287" y="5099"/>
                  </a:lnTo>
                  <a:lnTo>
                    <a:pt x="16324" y="4989"/>
                  </a:lnTo>
                  <a:lnTo>
                    <a:pt x="16287" y="4916"/>
                  </a:lnTo>
                  <a:lnTo>
                    <a:pt x="16250" y="4879"/>
                  </a:lnTo>
                  <a:lnTo>
                    <a:pt x="16177" y="4806"/>
                  </a:lnTo>
                  <a:lnTo>
                    <a:pt x="16030" y="4806"/>
                  </a:lnTo>
                  <a:lnTo>
                    <a:pt x="15957" y="4842"/>
                  </a:lnTo>
                  <a:lnTo>
                    <a:pt x="15627" y="5209"/>
                  </a:lnTo>
                  <a:lnTo>
                    <a:pt x="15333" y="5576"/>
                  </a:lnTo>
                  <a:lnTo>
                    <a:pt x="15076" y="5393"/>
                  </a:lnTo>
                  <a:lnTo>
                    <a:pt x="14820" y="5246"/>
                  </a:lnTo>
                  <a:lnTo>
                    <a:pt x="14673" y="5173"/>
                  </a:lnTo>
                  <a:lnTo>
                    <a:pt x="14746" y="5026"/>
                  </a:lnTo>
                  <a:lnTo>
                    <a:pt x="14966" y="4659"/>
                  </a:lnTo>
                  <a:lnTo>
                    <a:pt x="15003" y="4586"/>
                  </a:lnTo>
                  <a:lnTo>
                    <a:pt x="15003" y="4512"/>
                  </a:lnTo>
                  <a:lnTo>
                    <a:pt x="14930" y="4402"/>
                  </a:lnTo>
                  <a:lnTo>
                    <a:pt x="14856" y="4366"/>
                  </a:lnTo>
                  <a:lnTo>
                    <a:pt x="14746" y="4366"/>
                  </a:lnTo>
                  <a:lnTo>
                    <a:pt x="14673" y="4439"/>
                  </a:lnTo>
                  <a:lnTo>
                    <a:pt x="14526" y="4622"/>
                  </a:lnTo>
                  <a:lnTo>
                    <a:pt x="14416" y="4842"/>
                  </a:lnTo>
                  <a:lnTo>
                    <a:pt x="14343" y="5026"/>
                  </a:lnTo>
                  <a:lnTo>
                    <a:pt x="14159" y="4989"/>
                  </a:lnTo>
                  <a:lnTo>
                    <a:pt x="13939" y="4989"/>
                  </a:lnTo>
                  <a:lnTo>
                    <a:pt x="13903" y="4732"/>
                  </a:lnTo>
                  <a:lnTo>
                    <a:pt x="13866" y="4476"/>
                  </a:lnTo>
                  <a:lnTo>
                    <a:pt x="13829" y="3962"/>
                  </a:lnTo>
                  <a:lnTo>
                    <a:pt x="13829" y="3889"/>
                  </a:lnTo>
                  <a:lnTo>
                    <a:pt x="13756" y="3852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9" name="Google Shape;317;p5">
              <a:extLst>
                <a:ext uri="{FF2B5EF4-FFF2-40B4-BE49-F238E27FC236}">
                  <a16:creationId xmlns:a16="http://schemas.microsoft.com/office/drawing/2014/main" id="{DB901F37-BC94-4775-82C8-C40A1B6E60D0}"/>
                </a:ext>
              </a:extLst>
            </p:cNvPr>
            <p:cNvSpPr/>
            <p:nvPr/>
          </p:nvSpPr>
          <p:spPr>
            <a:xfrm>
              <a:off x="6059500" y="3516375"/>
              <a:ext cx="268700" cy="232025"/>
            </a:xfrm>
            <a:custGeom>
              <a:avLst/>
              <a:gdLst/>
              <a:ahLst/>
              <a:cxnLst/>
              <a:rect l="l" t="t" r="r" b="b"/>
              <a:pathLst>
                <a:path w="10748" h="9281" extrusionOk="0">
                  <a:moveTo>
                    <a:pt x="4072" y="550"/>
                  </a:moveTo>
                  <a:lnTo>
                    <a:pt x="4329" y="587"/>
                  </a:lnTo>
                  <a:lnTo>
                    <a:pt x="4585" y="697"/>
                  </a:lnTo>
                  <a:lnTo>
                    <a:pt x="4842" y="844"/>
                  </a:lnTo>
                  <a:lnTo>
                    <a:pt x="5025" y="1064"/>
                  </a:lnTo>
                  <a:lnTo>
                    <a:pt x="5136" y="1211"/>
                  </a:lnTo>
                  <a:lnTo>
                    <a:pt x="5209" y="1394"/>
                  </a:lnTo>
                  <a:lnTo>
                    <a:pt x="5246" y="1541"/>
                  </a:lnTo>
                  <a:lnTo>
                    <a:pt x="5282" y="1724"/>
                  </a:lnTo>
                  <a:lnTo>
                    <a:pt x="5282" y="2091"/>
                  </a:lnTo>
                  <a:lnTo>
                    <a:pt x="5246" y="2458"/>
                  </a:lnTo>
                  <a:lnTo>
                    <a:pt x="5209" y="2641"/>
                  </a:lnTo>
                  <a:lnTo>
                    <a:pt x="4695" y="1761"/>
                  </a:lnTo>
                  <a:lnTo>
                    <a:pt x="4072" y="550"/>
                  </a:lnTo>
                  <a:close/>
                  <a:moveTo>
                    <a:pt x="1357" y="3008"/>
                  </a:moveTo>
                  <a:lnTo>
                    <a:pt x="1504" y="3265"/>
                  </a:lnTo>
                  <a:lnTo>
                    <a:pt x="1614" y="3558"/>
                  </a:lnTo>
                  <a:lnTo>
                    <a:pt x="1797" y="3852"/>
                  </a:lnTo>
                  <a:lnTo>
                    <a:pt x="1467" y="3778"/>
                  </a:lnTo>
                  <a:lnTo>
                    <a:pt x="1137" y="3742"/>
                  </a:lnTo>
                  <a:lnTo>
                    <a:pt x="1321" y="3118"/>
                  </a:lnTo>
                  <a:lnTo>
                    <a:pt x="1357" y="3008"/>
                  </a:lnTo>
                  <a:close/>
                  <a:moveTo>
                    <a:pt x="3815" y="550"/>
                  </a:moveTo>
                  <a:lnTo>
                    <a:pt x="4072" y="1174"/>
                  </a:lnTo>
                  <a:lnTo>
                    <a:pt x="4329" y="1798"/>
                  </a:lnTo>
                  <a:lnTo>
                    <a:pt x="4695" y="2531"/>
                  </a:lnTo>
                  <a:lnTo>
                    <a:pt x="5099" y="3265"/>
                  </a:lnTo>
                  <a:lnTo>
                    <a:pt x="4989" y="3852"/>
                  </a:lnTo>
                  <a:lnTo>
                    <a:pt x="4732" y="3191"/>
                  </a:lnTo>
                  <a:lnTo>
                    <a:pt x="4475" y="2531"/>
                  </a:lnTo>
                  <a:lnTo>
                    <a:pt x="4255" y="1981"/>
                  </a:lnTo>
                  <a:lnTo>
                    <a:pt x="4035" y="1467"/>
                  </a:lnTo>
                  <a:lnTo>
                    <a:pt x="3742" y="880"/>
                  </a:lnTo>
                  <a:lnTo>
                    <a:pt x="3558" y="587"/>
                  </a:lnTo>
                  <a:lnTo>
                    <a:pt x="3815" y="550"/>
                  </a:lnTo>
                  <a:close/>
                  <a:moveTo>
                    <a:pt x="1761" y="1724"/>
                  </a:moveTo>
                  <a:lnTo>
                    <a:pt x="1724" y="1798"/>
                  </a:lnTo>
                  <a:lnTo>
                    <a:pt x="1761" y="1944"/>
                  </a:lnTo>
                  <a:lnTo>
                    <a:pt x="1834" y="2018"/>
                  </a:lnTo>
                  <a:lnTo>
                    <a:pt x="1944" y="2054"/>
                  </a:lnTo>
                  <a:lnTo>
                    <a:pt x="2054" y="2054"/>
                  </a:lnTo>
                  <a:lnTo>
                    <a:pt x="2274" y="2531"/>
                  </a:lnTo>
                  <a:lnTo>
                    <a:pt x="2458" y="2971"/>
                  </a:lnTo>
                  <a:lnTo>
                    <a:pt x="3008" y="4182"/>
                  </a:lnTo>
                  <a:lnTo>
                    <a:pt x="3081" y="4329"/>
                  </a:lnTo>
                  <a:lnTo>
                    <a:pt x="2825" y="4255"/>
                  </a:lnTo>
                  <a:lnTo>
                    <a:pt x="2458" y="4072"/>
                  </a:lnTo>
                  <a:lnTo>
                    <a:pt x="2164" y="3742"/>
                  </a:lnTo>
                  <a:lnTo>
                    <a:pt x="1944" y="3375"/>
                  </a:lnTo>
                  <a:lnTo>
                    <a:pt x="1724" y="2935"/>
                  </a:lnTo>
                  <a:lnTo>
                    <a:pt x="1651" y="2715"/>
                  </a:lnTo>
                  <a:lnTo>
                    <a:pt x="1504" y="2494"/>
                  </a:lnTo>
                  <a:lnTo>
                    <a:pt x="1724" y="1761"/>
                  </a:lnTo>
                  <a:lnTo>
                    <a:pt x="1761" y="1724"/>
                  </a:lnTo>
                  <a:close/>
                  <a:moveTo>
                    <a:pt x="2604" y="1174"/>
                  </a:moveTo>
                  <a:lnTo>
                    <a:pt x="2715" y="1614"/>
                  </a:lnTo>
                  <a:lnTo>
                    <a:pt x="2861" y="2054"/>
                  </a:lnTo>
                  <a:lnTo>
                    <a:pt x="3228" y="2898"/>
                  </a:lnTo>
                  <a:lnTo>
                    <a:pt x="3998" y="4695"/>
                  </a:lnTo>
                  <a:lnTo>
                    <a:pt x="3632" y="4549"/>
                  </a:lnTo>
                  <a:lnTo>
                    <a:pt x="3522" y="4365"/>
                  </a:lnTo>
                  <a:lnTo>
                    <a:pt x="3301" y="3888"/>
                  </a:lnTo>
                  <a:lnTo>
                    <a:pt x="2861" y="2935"/>
                  </a:lnTo>
                  <a:lnTo>
                    <a:pt x="2274" y="1834"/>
                  </a:lnTo>
                  <a:lnTo>
                    <a:pt x="2311" y="1651"/>
                  </a:lnTo>
                  <a:lnTo>
                    <a:pt x="2421" y="1467"/>
                  </a:lnTo>
                  <a:lnTo>
                    <a:pt x="2604" y="1174"/>
                  </a:lnTo>
                  <a:close/>
                  <a:moveTo>
                    <a:pt x="3338" y="660"/>
                  </a:moveTo>
                  <a:lnTo>
                    <a:pt x="3375" y="770"/>
                  </a:lnTo>
                  <a:lnTo>
                    <a:pt x="3668" y="1467"/>
                  </a:lnTo>
                  <a:lnTo>
                    <a:pt x="3962" y="2164"/>
                  </a:lnTo>
                  <a:lnTo>
                    <a:pt x="4182" y="2788"/>
                  </a:lnTo>
                  <a:lnTo>
                    <a:pt x="4402" y="3412"/>
                  </a:lnTo>
                  <a:lnTo>
                    <a:pt x="4769" y="4659"/>
                  </a:lnTo>
                  <a:lnTo>
                    <a:pt x="4732" y="4805"/>
                  </a:lnTo>
                  <a:lnTo>
                    <a:pt x="4659" y="4805"/>
                  </a:lnTo>
                  <a:lnTo>
                    <a:pt x="4549" y="4842"/>
                  </a:lnTo>
                  <a:lnTo>
                    <a:pt x="3668" y="2971"/>
                  </a:lnTo>
                  <a:lnTo>
                    <a:pt x="3191" y="1981"/>
                  </a:lnTo>
                  <a:lnTo>
                    <a:pt x="2971" y="1504"/>
                  </a:lnTo>
                  <a:lnTo>
                    <a:pt x="2788" y="991"/>
                  </a:lnTo>
                  <a:lnTo>
                    <a:pt x="3045" y="807"/>
                  </a:lnTo>
                  <a:lnTo>
                    <a:pt x="3338" y="660"/>
                  </a:lnTo>
                  <a:close/>
                  <a:moveTo>
                    <a:pt x="7703" y="4952"/>
                  </a:moveTo>
                  <a:lnTo>
                    <a:pt x="7960" y="5246"/>
                  </a:lnTo>
                  <a:lnTo>
                    <a:pt x="7960" y="5246"/>
                  </a:lnTo>
                  <a:lnTo>
                    <a:pt x="7887" y="5209"/>
                  </a:lnTo>
                  <a:lnTo>
                    <a:pt x="7593" y="5319"/>
                  </a:lnTo>
                  <a:lnTo>
                    <a:pt x="7300" y="5466"/>
                  </a:lnTo>
                  <a:lnTo>
                    <a:pt x="7190" y="5356"/>
                  </a:lnTo>
                  <a:lnTo>
                    <a:pt x="7080" y="5246"/>
                  </a:lnTo>
                  <a:lnTo>
                    <a:pt x="7373" y="5099"/>
                  </a:lnTo>
                  <a:lnTo>
                    <a:pt x="7703" y="4952"/>
                  </a:lnTo>
                  <a:close/>
                  <a:moveTo>
                    <a:pt x="8070" y="5356"/>
                  </a:moveTo>
                  <a:lnTo>
                    <a:pt x="8180" y="5466"/>
                  </a:lnTo>
                  <a:lnTo>
                    <a:pt x="7923" y="5576"/>
                  </a:lnTo>
                  <a:lnTo>
                    <a:pt x="7923" y="5576"/>
                  </a:lnTo>
                  <a:lnTo>
                    <a:pt x="8033" y="5429"/>
                  </a:lnTo>
                  <a:lnTo>
                    <a:pt x="8070" y="5356"/>
                  </a:lnTo>
                  <a:close/>
                  <a:moveTo>
                    <a:pt x="7556" y="5612"/>
                  </a:moveTo>
                  <a:lnTo>
                    <a:pt x="7483" y="5722"/>
                  </a:lnTo>
                  <a:lnTo>
                    <a:pt x="7483" y="5686"/>
                  </a:lnTo>
                  <a:lnTo>
                    <a:pt x="7556" y="5612"/>
                  </a:lnTo>
                  <a:close/>
                  <a:moveTo>
                    <a:pt x="8327" y="5649"/>
                  </a:moveTo>
                  <a:lnTo>
                    <a:pt x="8327" y="5686"/>
                  </a:lnTo>
                  <a:lnTo>
                    <a:pt x="7850" y="6163"/>
                  </a:lnTo>
                  <a:lnTo>
                    <a:pt x="7740" y="6016"/>
                  </a:lnTo>
                  <a:lnTo>
                    <a:pt x="7997" y="5796"/>
                  </a:lnTo>
                  <a:lnTo>
                    <a:pt x="8327" y="5649"/>
                  </a:lnTo>
                  <a:close/>
                  <a:moveTo>
                    <a:pt x="8437" y="5796"/>
                  </a:moveTo>
                  <a:lnTo>
                    <a:pt x="8584" y="6053"/>
                  </a:lnTo>
                  <a:lnTo>
                    <a:pt x="8143" y="6163"/>
                  </a:lnTo>
                  <a:lnTo>
                    <a:pt x="8437" y="5796"/>
                  </a:lnTo>
                  <a:close/>
                  <a:moveTo>
                    <a:pt x="8437" y="6346"/>
                  </a:moveTo>
                  <a:lnTo>
                    <a:pt x="8180" y="6676"/>
                  </a:lnTo>
                  <a:lnTo>
                    <a:pt x="8107" y="6493"/>
                  </a:lnTo>
                  <a:lnTo>
                    <a:pt x="8437" y="6346"/>
                  </a:lnTo>
                  <a:close/>
                  <a:moveTo>
                    <a:pt x="8767" y="6309"/>
                  </a:moveTo>
                  <a:lnTo>
                    <a:pt x="8840" y="6419"/>
                  </a:lnTo>
                  <a:lnTo>
                    <a:pt x="8547" y="6676"/>
                  </a:lnTo>
                  <a:lnTo>
                    <a:pt x="8767" y="6309"/>
                  </a:lnTo>
                  <a:close/>
                  <a:moveTo>
                    <a:pt x="9024" y="4695"/>
                  </a:moveTo>
                  <a:lnTo>
                    <a:pt x="9244" y="4732"/>
                  </a:lnTo>
                  <a:lnTo>
                    <a:pt x="9464" y="4805"/>
                  </a:lnTo>
                  <a:lnTo>
                    <a:pt x="9647" y="4915"/>
                  </a:lnTo>
                  <a:lnTo>
                    <a:pt x="9831" y="5062"/>
                  </a:lnTo>
                  <a:lnTo>
                    <a:pt x="9904" y="5099"/>
                  </a:lnTo>
                  <a:lnTo>
                    <a:pt x="9941" y="5099"/>
                  </a:lnTo>
                  <a:lnTo>
                    <a:pt x="10051" y="5209"/>
                  </a:lnTo>
                  <a:lnTo>
                    <a:pt x="10161" y="5429"/>
                  </a:lnTo>
                  <a:lnTo>
                    <a:pt x="10198" y="5649"/>
                  </a:lnTo>
                  <a:lnTo>
                    <a:pt x="10234" y="5869"/>
                  </a:lnTo>
                  <a:lnTo>
                    <a:pt x="10198" y="6089"/>
                  </a:lnTo>
                  <a:lnTo>
                    <a:pt x="10161" y="6346"/>
                  </a:lnTo>
                  <a:lnTo>
                    <a:pt x="10088" y="6566"/>
                  </a:lnTo>
                  <a:lnTo>
                    <a:pt x="9941" y="7006"/>
                  </a:lnTo>
                  <a:lnTo>
                    <a:pt x="9904" y="7080"/>
                  </a:lnTo>
                  <a:lnTo>
                    <a:pt x="9647" y="6676"/>
                  </a:lnTo>
                  <a:lnTo>
                    <a:pt x="9024" y="5832"/>
                  </a:lnTo>
                  <a:lnTo>
                    <a:pt x="8620" y="5282"/>
                  </a:lnTo>
                  <a:lnTo>
                    <a:pt x="8400" y="5025"/>
                  </a:lnTo>
                  <a:lnTo>
                    <a:pt x="8143" y="4842"/>
                  </a:lnTo>
                  <a:lnTo>
                    <a:pt x="8584" y="4732"/>
                  </a:lnTo>
                  <a:lnTo>
                    <a:pt x="8804" y="4695"/>
                  </a:lnTo>
                  <a:close/>
                  <a:moveTo>
                    <a:pt x="1064" y="3962"/>
                  </a:moveTo>
                  <a:lnTo>
                    <a:pt x="1357" y="4182"/>
                  </a:lnTo>
                  <a:lnTo>
                    <a:pt x="1651" y="4329"/>
                  </a:lnTo>
                  <a:lnTo>
                    <a:pt x="2348" y="4585"/>
                  </a:lnTo>
                  <a:lnTo>
                    <a:pt x="2458" y="4659"/>
                  </a:lnTo>
                  <a:lnTo>
                    <a:pt x="2494" y="4695"/>
                  </a:lnTo>
                  <a:lnTo>
                    <a:pt x="2568" y="4732"/>
                  </a:lnTo>
                  <a:lnTo>
                    <a:pt x="2641" y="4695"/>
                  </a:lnTo>
                  <a:lnTo>
                    <a:pt x="4329" y="5319"/>
                  </a:lnTo>
                  <a:lnTo>
                    <a:pt x="4329" y="5356"/>
                  </a:lnTo>
                  <a:lnTo>
                    <a:pt x="4292" y="5319"/>
                  </a:lnTo>
                  <a:lnTo>
                    <a:pt x="3888" y="5172"/>
                  </a:lnTo>
                  <a:lnTo>
                    <a:pt x="3705" y="5136"/>
                  </a:lnTo>
                  <a:lnTo>
                    <a:pt x="3485" y="5099"/>
                  </a:lnTo>
                  <a:lnTo>
                    <a:pt x="3448" y="5136"/>
                  </a:lnTo>
                  <a:lnTo>
                    <a:pt x="3411" y="5172"/>
                  </a:lnTo>
                  <a:lnTo>
                    <a:pt x="3448" y="5246"/>
                  </a:lnTo>
                  <a:lnTo>
                    <a:pt x="3595" y="5392"/>
                  </a:lnTo>
                  <a:lnTo>
                    <a:pt x="3852" y="5539"/>
                  </a:lnTo>
                  <a:lnTo>
                    <a:pt x="4108" y="5686"/>
                  </a:lnTo>
                  <a:lnTo>
                    <a:pt x="4402" y="5759"/>
                  </a:lnTo>
                  <a:lnTo>
                    <a:pt x="4365" y="5906"/>
                  </a:lnTo>
                  <a:lnTo>
                    <a:pt x="4035" y="5906"/>
                  </a:lnTo>
                  <a:lnTo>
                    <a:pt x="3742" y="5869"/>
                  </a:lnTo>
                  <a:lnTo>
                    <a:pt x="3411" y="5759"/>
                  </a:lnTo>
                  <a:lnTo>
                    <a:pt x="3228" y="5686"/>
                  </a:lnTo>
                  <a:lnTo>
                    <a:pt x="3191" y="5612"/>
                  </a:lnTo>
                  <a:lnTo>
                    <a:pt x="3155" y="5576"/>
                  </a:lnTo>
                  <a:lnTo>
                    <a:pt x="3118" y="5539"/>
                  </a:lnTo>
                  <a:lnTo>
                    <a:pt x="3081" y="5502"/>
                  </a:lnTo>
                  <a:lnTo>
                    <a:pt x="3045" y="5502"/>
                  </a:lnTo>
                  <a:lnTo>
                    <a:pt x="3008" y="5539"/>
                  </a:lnTo>
                  <a:lnTo>
                    <a:pt x="2971" y="5649"/>
                  </a:lnTo>
                  <a:lnTo>
                    <a:pt x="2971" y="5722"/>
                  </a:lnTo>
                  <a:lnTo>
                    <a:pt x="3008" y="5796"/>
                  </a:lnTo>
                  <a:lnTo>
                    <a:pt x="3045" y="5869"/>
                  </a:lnTo>
                  <a:lnTo>
                    <a:pt x="3191" y="6016"/>
                  </a:lnTo>
                  <a:lnTo>
                    <a:pt x="3338" y="6126"/>
                  </a:lnTo>
                  <a:lnTo>
                    <a:pt x="3522" y="6199"/>
                  </a:lnTo>
                  <a:lnTo>
                    <a:pt x="3742" y="6273"/>
                  </a:lnTo>
                  <a:lnTo>
                    <a:pt x="3962" y="6309"/>
                  </a:lnTo>
                  <a:lnTo>
                    <a:pt x="4182" y="6309"/>
                  </a:lnTo>
                  <a:lnTo>
                    <a:pt x="3962" y="6676"/>
                  </a:lnTo>
                  <a:lnTo>
                    <a:pt x="3742" y="6603"/>
                  </a:lnTo>
                  <a:lnTo>
                    <a:pt x="3228" y="6456"/>
                  </a:lnTo>
                  <a:lnTo>
                    <a:pt x="2971" y="6419"/>
                  </a:lnTo>
                  <a:lnTo>
                    <a:pt x="2715" y="6383"/>
                  </a:lnTo>
                  <a:lnTo>
                    <a:pt x="2641" y="6383"/>
                  </a:lnTo>
                  <a:lnTo>
                    <a:pt x="2641" y="6456"/>
                  </a:lnTo>
                  <a:lnTo>
                    <a:pt x="2641" y="6493"/>
                  </a:lnTo>
                  <a:lnTo>
                    <a:pt x="2678" y="6529"/>
                  </a:lnTo>
                  <a:lnTo>
                    <a:pt x="2861" y="6676"/>
                  </a:lnTo>
                  <a:lnTo>
                    <a:pt x="3081" y="6786"/>
                  </a:lnTo>
                  <a:lnTo>
                    <a:pt x="3522" y="6970"/>
                  </a:lnTo>
                  <a:lnTo>
                    <a:pt x="3742" y="7080"/>
                  </a:lnTo>
                  <a:lnTo>
                    <a:pt x="3632" y="7226"/>
                  </a:lnTo>
                  <a:lnTo>
                    <a:pt x="3522" y="7336"/>
                  </a:lnTo>
                  <a:lnTo>
                    <a:pt x="2935" y="7080"/>
                  </a:lnTo>
                  <a:lnTo>
                    <a:pt x="2311" y="6823"/>
                  </a:lnTo>
                  <a:lnTo>
                    <a:pt x="2238" y="6823"/>
                  </a:lnTo>
                  <a:lnTo>
                    <a:pt x="2201" y="6860"/>
                  </a:lnTo>
                  <a:lnTo>
                    <a:pt x="2201" y="6896"/>
                  </a:lnTo>
                  <a:lnTo>
                    <a:pt x="2201" y="6970"/>
                  </a:lnTo>
                  <a:lnTo>
                    <a:pt x="2458" y="7190"/>
                  </a:lnTo>
                  <a:lnTo>
                    <a:pt x="2678" y="7410"/>
                  </a:lnTo>
                  <a:lnTo>
                    <a:pt x="2971" y="7557"/>
                  </a:lnTo>
                  <a:lnTo>
                    <a:pt x="3265" y="7703"/>
                  </a:lnTo>
                  <a:lnTo>
                    <a:pt x="2971" y="7960"/>
                  </a:lnTo>
                  <a:lnTo>
                    <a:pt x="2641" y="7960"/>
                  </a:lnTo>
                  <a:lnTo>
                    <a:pt x="2311" y="7887"/>
                  </a:lnTo>
                  <a:lnTo>
                    <a:pt x="1981" y="7777"/>
                  </a:lnTo>
                  <a:lnTo>
                    <a:pt x="1871" y="7777"/>
                  </a:lnTo>
                  <a:lnTo>
                    <a:pt x="1834" y="7813"/>
                  </a:lnTo>
                  <a:lnTo>
                    <a:pt x="1797" y="7850"/>
                  </a:lnTo>
                  <a:lnTo>
                    <a:pt x="1797" y="7923"/>
                  </a:lnTo>
                  <a:lnTo>
                    <a:pt x="1834" y="8070"/>
                  </a:lnTo>
                  <a:lnTo>
                    <a:pt x="1944" y="8143"/>
                  </a:lnTo>
                  <a:lnTo>
                    <a:pt x="2091" y="8217"/>
                  </a:lnTo>
                  <a:lnTo>
                    <a:pt x="2238" y="8290"/>
                  </a:lnTo>
                  <a:lnTo>
                    <a:pt x="2348" y="8327"/>
                  </a:lnTo>
                  <a:lnTo>
                    <a:pt x="2164" y="8364"/>
                  </a:lnTo>
                  <a:lnTo>
                    <a:pt x="1944" y="8364"/>
                  </a:lnTo>
                  <a:lnTo>
                    <a:pt x="1761" y="8327"/>
                  </a:lnTo>
                  <a:lnTo>
                    <a:pt x="1541" y="8253"/>
                  </a:lnTo>
                  <a:lnTo>
                    <a:pt x="1247" y="8070"/>
                  </a:lnTo>
                  <a:lnTo>
                    <a:pt x="1027" y="7850"/>
                  </a:lnTo>
                  <a:lnTo>
                    <a:pt x="844" y="7593"/>
                  </a:lnTo>
                  <a:lnTo>
                    <a:pt x="697" y="7300"/>
                  </a:lnTo>
                  <a:lnTo>
                    <a:pt x="624" y="6970"/>
                  </a:lnTo>
                  <a:lnTo>
                    <a:pt x="550" y="6676"/>
                  </a:lnTo>
                  <a:lnTo>
                    <a:pt x="550" y="6346"/>
                  </a:lnTo>
                  <a:lnTo>
                    <a:pt x="550" y="6016"/>
                  </a:lnTo>
                  <a:lnTo>
                    <a:pt x="624" y="5502"/>
                  </a:lnTo>
                  <a:lnTo>
                    <a:pt x="734" y="4989"/>
                  </a:lnTo>
                  <a:lnTo>
                    <a:pt x="1064" y="3962"/>
                  </a:lnTo>
                  <a:close/>
                  <a:moveTo>
                    <a:pt x="6786" y="5429"/>
                  </a:moveTo>
                  <a:lnTo>
                    <a:pt x="6860" y="5649"/>
                  </a:lnTo>
                  <a:lnTo>
                    <a:pt x="6970" y="5832"/>
                  </a:lnTo>
                  <a:lnTo>
                    <a:pt x="7006" y="5906"/>
                  </a:lnTo>
                  <a:lnTo>
                    <a:pt x="7043" y="5979"/>
                  </a:lnTo>
                  <a:lnTo>
                    <a:pt x="7116" y="6016"/>
                  </a:lnTo>
                  <a:lnTo>
                    <a:pt x="7813" y="7006"/>
                  </a:lnTo>
                  <a:lnTo>
                    <a:pt x="8143" y="7520"/>
                  </a:lnTo>
                  <a:lnTo>
                    <a:pt x="8143" y="7667"/>
                  </a:lnTo>
                  <a:lnTo>
                    <a:pt x="8143" y="7740"/>
                  </a:lnTo>
                  <a:lnTo>
                    <a:pt x="8217" y="7813"/>
                  </a:lnTo>
                  <a:lnTo>
                    <a:pt x="8290" y="7850"/>
                  </a:lnTo>
                  <a:lnTo>
                    <a:pt x="8363" y="7850"/>
                  </a:lnTo>
                  <a:lnTo>
                    <a:pt x="8400" y="7813"/>
                  </a:lnTo>
                  <a:lnTo>
                    <a:pt x="8510" y="7887"/>
                  </a:lnTo>
                  <a:lnTo>
                    <a:pt x="8584" y="7923"/>
                  </a:lnTo>
                  <a:lnTo>
                    <a:pt x="8694" y="7960"/>
                  </a:lnTo>
                  <a:lnTo>
                    <a:pt x="8767" y="7923"/>
                  </a:lnTo>
                  <a:lnTo>
                    <a:pt x="8877" y="7997"/>
                  </a:lnTo>
                  <a:lnTo>
                    <a:pt x="8987" y="7997"/>
                  </a:lnTo>
                  <a:lnTo>
                    <a:pt x="9060" y="8033"/>
                  </a:lnTo>
                  <a:lnTo>
                    <a:pt x="9134" y="7997"/>
                  </a:lnTo>
                  <a:lnTo>
                    <a:pt x="9207" y="7923"/>
                  </a:lnTo>
                  <a:lnTo>
                    <a:pt x="9207" y="7813"/>
                  </a:lnTo>
                  <a:lnTo>
                    <a:pt x="9207" y="7740"/>
                  </a:lnTo>
                  <a:lnTo>
                    <a:pt x="9134" y="7667"/>
                  </a:lnTo>
                  <a:lnTo>
                    <a:pt x="9170" y="7557"/>
                  </a:lnTo>
                  <a:lnTo>
                    <a:pt x="9207" y="7483"/>
                  </a:lnTo>
                  <a:lnTo>
                    <a:pt x="9244" y="7410"/>
                  </a:lnTo>
                  <a:lnTo>
                    <a:pt x="9244" y="7373"/>
                  </a:lnTo>
                  <a:lnTo>
                    <a:pt x="9207" y="7300"/>
                  </a:lnTo>
                  <a:lnTo>
                    <a:pt x="9170" y="7263"/>
                  </a:lnTo>
                  <a:lnTo>
                    <a:pt x="9134" y="7226"/>
                  </a:lnTo>
                  <a:lnTo>
                    <a:pt x="8987" y="7226"/>
                  </a:lnTo>
                  <a:lnTo>
                    <a:pt x="8694" y="7336"/>
                  </a:lnTo>
                  <a:lnTo>
                    <a:pt x="8694" y="7300"/>
                  </a:lnTo>
                  <a:lnTo>
                    <a:pt x="8877" y="7153"/>
                  </a:lnTo>
                  <a:lnTo>
                    <a:pt x="9060" y="6970"/>
                  </a:lnTo>
                  <a:lnTo>
                    <a:pt x="9134" y="6860"/>
                  </a:lnTo>
                  <a:lnTo>
                    <a:pt x="9244" y="7043"/>
                  </a:lnTo>
                  <a:lnTo>
                    <a:pt x="9501" y="7446"/>
                  </a:lnTo>
                  <a:lnTo>
                    <a:pt x="9537" y="7593"/>
                  </a:lnTo>
                  <a:lnTo>
                    <a:pt x="9317" y="7887"/>
                  </a:lnTo>
                  <a:lnTo>
                    <a:pt x="9024" y="8143"/>
                  </a:lnTo>
                  <a:lnTo>
                    <a:pt x="8730" y="8364"/>
                  </a:lnTo>
                  <a:lnTo>
                    <a:pt x="8400" y="8547"/>
                  </a:lnTo>
                  <a:lnTo>
                    <a:pt x="8070" y="8657"/>
                  </a:lnTo>
                  <a:lnTo>
                    <a:pt x="7703" y="8694"/>
                  </a:lnTo>
                  <a:lnTo>
                    <a:pt x="7520" y="8694"/>
                  </a:lnTo>
                  <a:lnTo>
                    <a:pt x="7373" y="8657"/>
                  </a:lnTo>
                  <a:lnTo>
                    <a:pt x="7190" y="8620"/>
                  </a:lnTo>
                  <a:lnTo>
                    <a:pt x="7006" y="8547"/>
                  </a:lnTo>
                  <a:lnTo>
                    <a:pt x="6823" y="8437"/>
                  </a:lnTo>
                  <a:lnTo>
                    <a:pt x="6676" y="8290"/>
                  </a:lnTo>
                  <a:lnTo>
                    <a:pt x="6419" y="7997"/>
                  </a:lnTo>
                  <a:lnTo>
                    <a:pt x="6199" y="7667"/>
                  </a:lnTo>
                  <a:lnTo>
                    <a:pt x="6053" y="7300"/>
                  </a:lnTo>
                  <a:lnTo>
                    <a:pt x="6016" y="6896"/>
                  </a:lnTo>
                  <a:lnTo>
                    <a:pt x="6016" y="6676"/>
                  </a:lnTo>
                  <a:lnTo>
                    <a:pt x="6053" y="6493"/>
                  </a:lnTo>
                  <a:lnTo>
                    <a:pt x="6089" y="6309"/>
                  </a:lnTo>
                  <a:lnTo>
                    <a:pt x="6163" y="6126"/>
                  </a:lnTo>
                  <a:lnTo>
                    <a:pt x="6273" y="5943"/>
                  </a:lnTo>
                  <a:lnTo>
                    <a:pt x="6383" y="5759"/>
                  </a:lnTo>
                  <a:lnTo>
                    <a:pt x="6566" y="5576"/>
                  </a:lnTo>
                  <a:lnTo>
                    <a:pt x="6786" y="5429"/>
                  </a:lnTo>
                  <a:close/>
                  <a:moveTo>
                    <a:pt x="3852" y="0"/>
                  </a:moveTo>
                  <a:lnTo>
                    <a:pt x="3522" y="37"/>
                  </a:lnTo>
                  <a:lnTo>
                    <a:pt x="3191" y="110"/>
                  </a:lnTo>
                  <a:lnTo>
                    <a:pt x="2898" y="257"/>
                  </a:lnTo>
                  <a:lnTo>
                    <a:pt x="2604" y="440"/>
                  </a:lnTo>
                  <a:lnTo>
                    <a:pt x="2348" y="660"/>
                  </a:lnTo>
                  <a:lnTo>
                    <a:pt x="2091" y="660"/>
                  </a:lnTo>
                  <a:lnTo>
                    <a:pt x="1871" y="734"/>
                  </a:lnTo>
                  <a:lnTo>
                    <a:pt x="1687" y="880"/>
                  </a:lnTo>
                  <a:lnTo>
                    <a:pt x="1541" y="1064"/>
                  </a:lnTo>
                  <a:lnTo>
                    <a:pt x="1394" y="1284"/>
                  </a:lnTo>
                  <a:lnTo>
                    <a:pt x="1321" y="1504"/>
                  </a:lnTo>
                  <a:lnTo>
                    <a:pt x="1137" y="1944"/>
                  </a:lnTo>
                  <a:lnTo>
                    <a:pt x="660" y="3522"/>
                  </a:lnTo>
                  <a:lnTo>
                    <a:pt x="404" y="4292"/>
                  </a:lnTo>
                  <a:lnTo>
                    <a:pt x="183" y="5062"/>
                  </a:lnTo>
                  <a:lnTo>
                    <a:pt x="37" y="5759"/>
                  </a:lnTo>
                  <a:lnTo>
                    <a:pt x="0" y="6126"/>
                  </a:lnTo>
                  <a:lnTo>
                    <a:pt x="0" y="6456"/>
                  </a:lnTo>
                  <a:lnTo>
                    <a:pt x="0" y="6786"/>
                  </a:lnTo>
                  <a:lnTo>
                    <a:pt x="73" y="7153"/>
                  </a:lnTo>
                  <a:lnTo>
                    <a:pt x="183" y="7483"/>
                  </a:lnTo>
                  <a:lnTo>
                    <a:pt x="330" y="7813"/>
                  </a:lnTo>
                  <a:lnTo>
                    <a:pt x="477" y="8033"/>
                  </a:lnTo>
                  <a:lnTo>
                    <a:pt x="660" y="8253"/>
                  </a:lnTo>
                  <a:lnTo>
                    <a:pt x="880" y="8474"/>
                  </a:lnTo>
                  <a:lnTo>
                    <a:pt x="1101" y="8657"/>
                  </a:lnTo>
                  <a:lnTo>
                    <a:pt x="1357" y="8767"/>
                  </a:lnTo>
                  <a:lnTo>
                    <a:pt x="1651" y="8877"/>
                  </a:lnTo>
                  <a:lnTo>
                    <a:pt x="1908" y="8914"/>
                  </a:lnTo>
                  <a:lnTo>
                    <a:pt x="2201" y="8950"/>
                  </a:lnTo>
                  <a:lnTo>
                    <a:pt x="2458" y="8914"/>
                  </a:lnTo>
                  <a:lnTo>
                    <a:pt x="2678" y="8840"/>
                  </a:lnTo>
                  <a:lnTo>
                    <a:pt x="2898" y="8730"/>
                  </a:lnTo>
                  <a:lnTo>
                    <a:pt x="3081" y="8620"/>
                  </a:lnTo>
                  <a:lnTo>
                    <a:pt x="3448" y="8290"/>
                  </a:lnTo>
                  <a:lnTo>
                    <a:pt x="3778" y="7923"/>
                  </a:lnTo>
                  <a:lnTo>
                    <a:pt x="3815" y="7960"/>
                  </a:lnTo>
                  <a:lnTo>
                    <a:pt x="3925" y="7960"/>
                  </a:lnTo>
                  <a:lnTo>
                    <a:pt x="4035" y="7887"/>
                  </a:lnTo>
                  <a:lnTo>
                    <a:pt x="4108" y="7813"/>
                  </a:lnTo>
                  <a:lnTo>
                    <a:pt x="4108" y="7740"/>
                  </a:lnTo>
                  <a:lnTo>
                    <a:pt x="4072" y="7593"/>
                  </a:lnTo>
                  <a:lnTo>
                    <a:pt x="4182" y="7446"/>
                  </a:lnTo>
                  <a:lnTo>
                    <a:pt x="4512" y="6896"/>
                  </a:lnTo>
                  <a:lnTo>
                    <a:pt x="4769" y="6309"/>
                  </a:lnTo>
                  <a:lnTo>
                    <a:pt x="5025" y="5722"/>
                  </a:lnTo>
                  <a:lnTo>
                    <a:pt x="5209" y="5099"/>
                  </a:lnTo>
                  <a:lnTo>
                    <a:pt x="5246" y="5062"/>
                  </a:lnTo>
                  <a:lnTo>
                    <a:pt x="5282" y="4989"/>
                  </a:lnTo>
                  <a:lnTo>
                    <a:pt x="5282" y="4915"/>
                  </a:lnTo>
                  <a:lnTo>
                    <a:pt x="5466" y="4292"/>
                  </a:lnTo>
                  <a:lnTo>
                    <a:pt x="5612" y="3632"/>
                  </a:lnTo>
                  <a:lnTo>
                    <a:pt x="5722" y="2971"/>
                  </a:lnTo>
                  <a:lnTo>
                    <a:pt x="5796" y="2311"/>
                  </a:lnTo>
                  <a:lnTo>
                    <a:pt x="5832" y="1981"/>
                  </a:lnTo>
                  <a:lnTo>
                    <a:pt x="5796" y="1651"/>
                  </a:lnTo>
                  <a:lnTo>
                    <a:pt x="5759" y="1357"/>
                  </a:lnTo>
                  <a:lnTo>
                    <a:pt x="5649" y="1064"/>
                  </a:lnTo>
                  <a:lnTo>
                    <a:pt x="5539" y="807"/>
                  </a:lnTo>
                  <a:lnTo>
                    <a:pt x="5356" y="587"/>
                  </a:lnTo>
                  <a:lnTo>
                    <a:pt x="5099" y="367"/>
                  </a:lnTo>
                  <a:lnTo>
                    <a:pt x="4842" y="184"/>
                  </a:lnTo>
                  <a:lnTo>
                    <a:pt x="4512" y="73"/>
                  </a:lnTo>
                  <a:lnTo>
                    <a:pt x="4182" y="0"/>
                  </a:lnTo>
                  <a:close/>
                  <a:moveTo>
                    <a:pt x="8730" y="3962"/>
                  </a:moveTo>
                  <a:lnTo>
                    <a:pt x="8584" y="4072"/>
                  </a:lnTo>
                  <a:lnTo>
                    <a:pt x="8437" y="4182"/>
                  </a:lnTo>
                  <a:lnTo>
                    <a:pt x="8327" y="4329"/>
                  </a:lnTo>
                  <a:lnTo>
                    <a:pt x="7887" y="4439"/>
                  </a:lnTo>
                  <a:lnTo>
                    <a:pt x="7336" y="4585"/>
                  </a:lnTo>
                  <a:lnTo>
                    <a:pt x="6786" y="4842"/>
                  </a:lnTo>
                  <a:lnTo>
                    <a:pt x="6566" y="4989"/>
                  </a:lnTo>
                  <a:lnTo>
                    <a:pt x="6309" y="5172"/>
                  </a:lnTo>
                  <a:lnTo>
                    <a:pt x="6089" y="5356"/>
                  </a:lnTo>
                  <a:lnTo>
                    <a:pt x="5906" y="5576"/>
                  </a:lnTo>
                  <a:lnTo>
                    <a:pt x="5759" y="5796"/>
                  </a:lnTo>
                  <a:lnTo>
                    <a:pt x="5612" y="6053"/>
                  </a:lnTo>
                  <a:lnTo>
                    <a:pt x="5539" y="6309"/>
                  </a:lnTo>
                  <a:lnTo>
                    <a:pt x="5502" y="6603"/>
                  </a:lnTo>
                  <a:lnTo>
                    <a:pt x="5466" y="6860"/>
                  </a:lnTo>
                  <a:lnTo>
                    <a:pt x="5502" y="7116"/>
                  </a:lnTo>
                  <a:lnTo>
                    <a:pt x="5539" y="7373"/>
                  </a:lnTo>
                  <a:lnTo>
                    <a:pt x="5612" y="7630"/>
                  </a:lnTo>
                  <a:lnTo>
                    <a:pt x="5722" y="7887"/>
                  </a:lnTo>
                  <a:lnTo>
                    <a:pt x="5869" y="8107"/>
                  </a:lnTo>
                  <a:lnTo>
                    <a:pt x="6016" y="8327"/>
                  </a:lnTo>
                  <a:lnTo>
                    <a:pt x="6199" y="8547"/>
                  </a:lnTo>
                  <a:lnTo>
                    <a:pt x="6419" y="8730"/>
                  </a:lnTo>
                  <a:lnTo>
                    <a:pt x="6639" y="8914"/>
                  </a:lnTo>
                  <a:lnTo>
                    <a:pt x="6860" y="9060"/>
                  </a:lnTo>
                  <a:lnTo>
                    <a:pt x="7116" y="9170"/>
                  </a:lnTo>
                  <a:lnTo>
                    <a:pt x="7410" y="9244"/>
                  </a:lnTo>
                  <a:lnTo>
                    <a:pt x="7703" y="9281"/>
                  </a:lnTo>
                  <a:lnTo>
                    <a:pt x="8033" y="9244"/>
                  </a:lnTo>
                  <a:lnTo>
                    <a:pt x="8327" y="9170"/>
                  </a:lnTo>
                  <a:lnTo>
                    <a:pt x="8620" y="9024"/>
                  </a:lnTo>
                  <a:lnTo>
                    <a:pt x="8877" y="8877"/>
                  </a:lnTo>
                  <a:lnTo>
                    <a:pt x="9391" y="8547"/>
                  </a:lnTo>
                  <a:lnTo>
                    <a:pt x="9611" y="8364"/>
                  </a:lnTo>
                  <a:lnTo>
                    <a:pt x="9794" y="8143"/>
                  </a:lnTo>
                  <a:lnTo>
                    <a:pt x="9977" y="7923"/>
                  </a:lnTo>
                  <a:lnTo>
                    <a:pt x="10161" y="7703"/>
                  </a:lnTo>
                  <a:lnTo>
                    <a:pt x="10418" y="7190"/>
                  </a:lnTo>
                  <a:lnTo>
                    <a:pt x="10638" y="6676"/>
                  </a:lnTo>
                  <a:lnTo>
                    <a:pt x="10711" y="6346"/>
                  </a:lnTo>
                  <a:lnTo>
                    <a:pt x="10748" y="6053"/>
                  </a:lnTo>
                  <a:lnTo>
                    <a:pt x="10748" y="5722"/>
                  </a:lnTo>
                  <a:lnTo>
                    <a:pt x="10711" y="5466"/>
                  </a:lnTo>
                  <a:lnTo>
                    <a:pt x="10601" y="5172"/>
                  </a:lnTo>
                  <a:lnTo>
                    <a:pt x="10454" y="4915"/>
                  </a:lnTo>
                  <a:lnTo>
                    <a:pt x="10271" y="4659"/>
                  </a:lnTo>
                  <a:lnTo>
                    <a:pt x="10051" y="4439"/>
                  </a:lnTo>
                  <a:lnTo>
                    <a:pt x="9794" y="4255"/>
                  </a:lnTo>
                  <a:lnTo>
                    <a:pt x="9537" y="4108"/>
                  </a:lnTo>
                  <a:lnTo>
                    <a:pt x="9244" y="3998"/>
                  </a:lnTo>
                  <a:lnTo>
                    <a:pt x="8950" y="3962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30" name="Google Shape;318;p5">
              <a:extLst>
                <a:ext uri="{FF2B5EF4-FFF2-40B4-BE49-F238E27FC236}">
                  <a16:creationId xmlns:a16="http://schemas.microsoft.com/office/drawing/2014/main" id="{292A3378-A202-47F8-92EB-E144D4BE9990}"/>
                </a:ext>
              </a:extLst>
            </p:cNvPr>
            <p:cNvSpPr/>
            <p:nvPr/>
          </p:nvSpPr>
          <p:spPr>
            <a:xfrm>
              <a:off x="6385050" y="4208725"/>
              <a:ext cx="422775" cy="298975"/>
            </a:xfrm>
            <a:custGeom>
              <a:avLst/>
              <a:gdLst/>
              <a:ahLst/>
              <a:cxnLst/>
              <a:rect l="l" t="t" r="r" b="b"/>
              <a:pathLst>
                <a:path w="16911" h="11959" extrusionOk="0">
                  <a:moveTo>
                    <a:pt x="12215" y="8951"/>
                  </a:moveTo>
                  <a:lnTo>
                    <a:pt x="12032" y="9098"/>
                  </a:lnTo>
                  <a:lnTo>
                    <a:pt x="11848" y="9244"/>
                  </a:lnTo>
                  <a:lnTo>
                    <a:pt x="11408" y="9538"/>
                  </a:lnTo>
                  <a:lnTo>
                    <a:pt x="11005" y="9685"/>
                  </a:lnTo>
                  <a:lnTo>
                    <a:pt x="10638" y="9868"/>
                  </a:lnTo>
                  <a:lnTo>
                    <a:pt x="10124" y="10051"/>
                  </a:lnTo>
                  <a:lnTo>
                    <a:pt x="9977" y="10125"/>
                  </a:lnTo>
                  <a:lnTo>
                    <a:pt x="9794" y="10161"/>
                  </a:lnTo>
                  <a:lnTo>
                    <a:pt x="9904" y="9978"/>
                  </a:lnTo>
                  <a:lnTo>
                    <a:pt x="10051" y="9795"/>
                  </a:lnTo>
                  <a:lnTo>
                    <a:pt x="10344" y="9758"/>
                  </a:lnTo>
                  <a:lnTo>
                    <a:pt x="10601" y="9648"/>
                  </a:lnTo>
                  <a:lnTo>
                    <a:pt x="10858" y="9538"/>
                  </a:lnTo>
                  <a:lnTo>
                    <a:pt x="11115" y="9354"/>
                  </a:lnTo>
                  <a:lnTo>
                    <a:pt x="11335" y="9171"/>
                  </a:lnTo>
                  <a:lnTo>
                    <a:pt x="11371" y="9061"/>
                  </a:lnTo>
                  <a:lnTo>
                    <a:pt x="11445" y="9061"/>
                  </a:lnTo>
                  <a:lnTo>
                    <a:pt x="11481" y="9024"/>
                  </a:lnTo>
                  <a:lnTo>
                    <a:pt x="11848" y="8951"/>
                  </a:lnTo>
                  <a:close/>
                  <a:moveTo>
                    <a:pt x="12619" y="8988"/>
                  </a:moveTo>
                  <a:lnTo>
                    <a:pt x="12839" y="9061"/>
                  </a:lnTo>
                  <a:lnTo>
                    <a:pt x="12839" y="9171"/>
                  </a:lnTo>
                  <a:lnTo>
                    <a:pt x="12215" y="9685"/>
                  </a:lnTo>
                  <a:lnTo>
                    <a:pt x="11518" y="10125"/>
                  </a:lnTo>
                  <a:lnTo>
                    <a:pt x="11115" y="10345"/>
                  </a:lnTo>
                  <a:lnTo>
                    <a:pt x="10711" y="10528"/>
                  </a:lnTo>
                  <a:lnTo>
                    <a:pt x="10308" y="10712"/>
                  </a:lnTo>
                  <a:lnTo>
                    <a:pt x="9904" y="10932"/>
                  </a:lnTo>
                  <a:lnTo>
                    <a:pt x="9831" y="10822"/>
                  </a:lnTo>
                  <a:lnTo>
                    <a:pt x="9794" y="10712"/>
                  </a:lnTo>
                  <a:lnTo>
                    <a:pt x="9757" y="10455"/>
                  </a:lnTo>
                  <a:lnTo>
                    <a:pt x="9904" y="10455"/>
                  </a:lnTo>
                  <a:lnTo>
                    <a:pt x="10051" y="10381"/>
                  </a:lnTo>
                  <a:lnTo>
                    <a:pt x="10344" y="10271"/>
                  </a:lnTo>
                  <a:lnTo>
                    <a:pt x="11078" y="10015"/>
                  </a:lnTo>
                  <a:lnTo>
                    <a:pt x="11481" y="9831"/>
                  </a:lnTo>
                  <a:lnTo>
                    <a:pt x="11922" y="9611"/>
                  </a:lnTo>
                  <a:lnTo>
                    <a:pt x="12288" y="9318"/>
                  </a:lnTo>
                  <a:lnTo>
                    <a:pt x="12435" y="9171"/>
                  </a:lnTo>
                  <a:lnTo>
                    <a:pt x="12619" y="8988"/>
                  </a:lnTo>
                  <a:close/>
                  <a:moveTo>
                    <a:pt x="9464" y="514"/>
                  </a:moveTo>
                  <a:lnTo>
                    <a:pt x="9721" y="551"/>
                  </a:lnTo>
                  <a:lnTo>
                    <a:pt x="9941" y="588"/>
                  </a:lnTo>
                  <a:lnTo>
                    <a:pt x="10161" y="661"/>
                  </a:lnTo>
                  <a:lnTo>
                    <a:pt x="10344" y="771"/>
                  </a:lnTo>
                  <a:lnTo>
                    <a:pt x="10491" y="918"/>
                  </a:lnTo>
                  <a:lnTo>
                    <a:pt x="10564" y="1101"/>
                  </a:lnTo>
                  <a:lnTo>
                    <a:pt x="10601" y="1101"/>
                  </a:lnTo>
                  <a:lnTo>
                    <a:pt x="10528" y="1211"/>
                  </a:lnTo>
                  <a:lnTo>
                    <a:pt x="10528" y="1321"/>
                  </a:lnTo>
                  <a:lnTo>
                    <a:pt x="10564" y="1615"/>
                  </a:lnTo>
                  <a:lnTo>
                    <a:pt x="10638" y="1871"/>
                  </a:lnTo>
                  <a:lnTo>
                    <a:pt x="10748" y="2091"/>
                  </a:lnTo>
                  <a:lnTo>
                    <a:pt x="10931" y="2348"/>
                  </a:lnTo>
                  <a:lnTo>
                    <a:pt x="11005" y="2495"/>
                  </a:lnTo>
                  <a:lnTo>
                    <a:pt x="11041" y="2678"/>
                  </a:lnTo>
                  <a:lnTo>
                    <a:pt x="11041" y="2752"/>
                  </a:lnTo>
                  <a:lnTo>
                    <a:pt x="11005" y="2788"/>
                  </a:lnTo>
                  <a:lnTo>
                    <a:pt x="10931" y="2788"/>
                  </a:lnTo>
                  <a:lnTo>
                    <a:pt x="10858" y="2752"/>
                  </a:lnTo>
                  <a:lnTo>
                    <a:pt x="10784" y="2642"/>
                  </a:lnTo>
                  <a:lnTo>
                    <a:pt x="10674" y="2312"/>
                  </a:lnTo>
                  <a:lnTo>
                    <a:pt x="10601" y="2128"/>
                  </a:lnTo>
                  <a:lnTo>
                    <a:pt x="10491" y="1981"/>
                  </a:lnTo>
                  <a:lnTo>
                    <a:pt x="10381" y="1798"/>
                  </a:lnTo>
                  <a:lnTo>
                    <a:pt x="10234" y="1651"/>
                  </a:lnTo>
                  <a:lnTo>
                    <a:pt x="10088" y="1541"/>
                  </a:lnTo>
                  <a:lnTo>
                    <a:pt x="9904" y="1431"/>
                  </a:lnTo>
                  <a:lnTo>
                    <a:pt x="9721" y="1358"/>
                  </a:lnTo>
                  <a:lnTo>
                    <a:pt x="9537" y="1321"/>
                  </a:lnTo>
                  <a:lnTo>
                    <a:pt x="9134" y="1321"/>
                  </a:lnTo>
                  <a:lnTo>
                    <a:pt x="8950" y="1358"/>
                  </a:lnTo>
                  <a:lnTo>
                    <a:pt x="8767" y="1431"/>
                  </a:lnTo>
                  <a:lnTo>
                    <a:pt x="8694" y="1468"/>
                  </a:lnTo>
                  <a:lnTo>
                    <a:pt x="8657" y="1505"/>
                  </a:lnTo>
                  <a:lnTo>
                    <a:pt x="8694" y="1615"/>
                  </a:lnTo>
                  <a:lnTo>
                    <a:pt x="8767" y="1688"/>
                  </a:lnTo>
                  <a:lnTo>
                    <a:pt x="8804" y="1725"/>
                  </a:lnTo>
                  <a:lnTo>
                    <a:pt x="8877" y="1725"/>
                  </a:lnTo>
                  <a:lnTo>
                    <a:pt x="9097" y="1688"/>
                  </a:lnTo>
                  <a:lnTo>
                    <a:pt x="9281" y="1688"/>
                  </a:lnTo>
                  <a:lnTo>
                    <a:pt x="9501" y="1725"/>
                  </a:lnTo>
                  <a:lnTo>
                    <a:pt x="9684" y="1798"/>
                  </a:lnTo>
                  <a:lnTo>
                    <a:pt x="9867" y="1871"/>
                  </a:lnTo>
                  <a:lnTo>
                    <a:pt x="10014" y="2018"/>
                  </a:lnTo>
                  <a:lnTo>
                    <a:pt x="10161" y="2165"/>
                  </a:lnTo>
                  <a:lnTo>
                    <a:pt x="10271" y="2348"/>
                  </a:lnTo>
                  <a:lnTo>
                    <a:pt x="10418" y="2788"/>
                  </a:lnTo>
                  <a:lnTo>
                    <a:pt x="10528" y="2972"/>
                  </a:lnTo>
                  <a:lnTo>
                    <a:pt x="10638" y="3119"/>
                  </a:lnTo>
                  <a:lnTo>
                    <a:pt x="10528" y="3192"/>
                  </a:lnTo>
                  <a:lnTo>
                    <a:pt x="10308" y="3375"/>
                  </a:lnTo>
                  <a:lnTo>
                    <a:pt x="10088" y="3595"/>
                  </a:lnTo>
                  <a:lnTo>
                    <a:pt x="9904" y="3816"/>
                  </a:lnTo>
                  <a:lnTo>
                    <a:pt x="9794" y="4072"/>
                  </a:lnTo>
                  <a:lnTo>
                    <a:pt x="9721" y="4292"/>
                  </a:lnTo>
                  <a:lnTo>
                    <a:pt x="9684" y="4512"/>
                  </a:lnTo>
                  <a:lnTo>
                    <a:pt x="9721" y="4733"/>
                  </a:lnTo>
                  <a:lnTo>
                    <a:pt x="9757" y="4953"/>
                  </a:lnTo>
                  <a:lnTo>
                    <a:pt x="9867" y="5136"/>
                  </a:lnTo>
                  <a:lnTo>
                    <a:pt x="10014" y="5283"/>
                  </a:lnTo>
                  <a:lnTo>
                    <a:pt x="10198" y="5429"/>
                  </a:lnTo>
                  <a:lnTo>
                    <a:pt x="10418" y="5503"/>
                  </a:lnTo>
                  <a:lnTo>
                    <a:pt x="10638" y="5576"/>
                  </a:lnTo>
                  <a:lnTo>
                    <a:pt x="10895" y="5540"/>
                  </a:lnTo>
                  <a:lnTo>
                    <a:pt x="11151" y="5503"/>
                  </a:lnTo>
                  <a:lnTo>
                    <a:pt x="11371" y="5393"/>
                  </a:lnTo>
                  <a:lnTo>
                    <a:pt x="12032" y="5063"/>
                  </a:lnTo>
                  <a:lnTo>
                    <a:pt x="12692" y="4659"/>
                  </a:lnTo>
                  <a:lnTo>
                    <a:pt x="12729" y="4586"/>
                  </a:lnTo>
                  <a:lnTo>
                    <a:pt x="12765" y="4512"/>
                  </a:lnTo>
                  <a:lnTo>
                    <a:pt x="12765" y="4439"/>
                  </a:lnTo>
                  <a:lnTo>
                    <a:pt x="12729" y="4402"/>
                  </a:lnTo>
                  <a:lnTo>
                    <a:pt x="12692" y="4329"/>
                  </a:lnTo>
                  <a:lnTo>
                    <a:pt x="12619" y="4292"/>
                  </a:lnTo>
                  <a:lnTo>
                    <a:pt x="12472" y="4292"/>
                  </a:lnTo>
                  <a:lnTo>
                    <a:pt x="12032" y="4549"/>
                  </a:lnTo>
                  <a:lnTo>
                    <a:pt x="11591" y="4843"/>
                  </a:lnTo>
                  <a:lnTo>
                    <a:pt x="11371" y="4953"/>
                  </a:lnTo>
                  <a:lnTo>
                    <a:pt x="11151" y="5063"/>
                  </a:lnTo>
                  <a:lnTo>
                    <a:pt x="10895" y="5136"/>
                  </a:lnTo>
                  <a:lnTo>
                    <a:pt x="10528" y="5136"/>
                  </a:lnTo>
                  <a:lnTo>
                    <a:pt x="10418" y="5099"/>
                  </a:lnTo>
                  <a:lnTo>
                    <a:pt x="10308" y="5026"/>
                  </a:lnTo>
                  <a:lnTo>
                    <a:pt x="10234" y="4953"/>
                  </a:lnTo>
                  <a:lnTo>
                    <a:pt x="10161" y="4843"/>
                  </a:lnTo>
                  <a:lnTo>
                    <a:pt x="10124" y="4733"/>
                  </a:lnTo>
                  <a:lnTo>
                    <a:pt x="10088" y="4476"/>
                  </a:lnTo>
                  <a:lnTo>
                    <a:pt x="10124" y="4366"/>
                  </a:lnTo>
                  <a:lnTo>
                    <a:pt x="10161" y="4219"/>
                  </a:lnTo>
                  <a:lnTo>
                    <a:pt x="10271" y="3999"/>
                  </a:lnTo>
                  <a:lnTo>
                    <a:pt x="10454" y="3816"/>
                  </a:lnTo>
                  <a:lnTo>
                    <a:pt x="10674" y="3632"/>
                  </a:lnTo>
                  <a:lnTo>
                    <a:pt x="10968" y="3375"/>
                  </a:lnTo>
                  <a:lnTo>
                    <a:pt x="11225" y="3119"/>
                  </a:lnTo>
                  <a:lnTo>
                    <a:pt x="11335" y="2972"/>
                  </a:lnTo>
                  <a:lnTo>
                    <a:pt x="11408" y="2825"/>
                  </a:lnTo>
                  <a:lnTo>
                    <a:pt x="11408" y="2642"/>
                  </a:lnTo>
                  <a:lnTo>
                    <a:pt x="11408" y="2422"/>
                  </a:lnTo>
                  <a:lnTo>
                    <a:pt x="11335" y="2275"/>
                  </a:lnTo>
                  <a:lnTo>
                    <a:pt x="11261" y="2165"/>
                  </a:lnTo>
                  <a:lnTo>
                    <a:pt x="11078" y="1871"/>
                  </a:lnTo>
                  <a:lnTo>
                    <a:pt x="10895" y="1578"/>
                  </a:lnTo>
                  <a:lnTo>
                    <a:pt x="10821" y="1431"/>
                  </a:lnTo>
                  <a:lnTo>
                    <a:pt x="10821" y="1284"/>
                  </a:lnTo>
                  <a:lnTo>
                    <a:pt x="10895" y="1248"/>
                  </a:lnTo>
                  <a:lnTo>
                    <a:pt x="11298" y="1138"/>
                  </a:lnTo>
                  <a:lnTo>
                    <a:pt x="11702" y="1028"/>
                  </a:lnTo>
                  <a:lnTo>
                    <a:pt x="12142" y="954"/>
                  </a:lnTo>
                  <a:lnTo>
                    <a:pt x="12582" y="918"/>
                  </a:lnTo>
                  <a:lnTo>
                    <a:pt x="12802" y="954"/>
                  </a:lnTo>
                  <a:lnTo>
                    <a:pt x="13022" y="1028"/>
                  </a:lnTo>
                  <a:lnTo>
                    <a:pt x="13205" y="1101"/>
                  </a:lnTo>
                  <a:lnTo>
                    <a:pt x="13352" y="1211"/>
                  </a:lnTo>
                  <a:lnTo>
                    <a:pt x="13499" y="1358"/>
                  </a:lnTo>
                  <a:lnTo>
                    <a:pt x="13609" y="1505"/>
                  </a:lnTo>
                  <a:lnTo>
                    <a:pt x="13829" y="1908"/>
                  </a:lnTo>
                  <a:lnTo>
                    <a:pt x="14012" y="2202"/>
                  </a:lnTo>
                  <a:lnTo>
                    <a:pt x="13866" y="2422"/>
                  </a:lnTo>
                  <a:lnTo>
                    <a:pt x="13682" y="2568"/>
                  </a:lnTo>
                  <a:lnTo>
                    <a:pt x="13499" y="2678"/>
                  </a:lnTo>
                  <a:lnTo>
                    <a:pt x="13279" y="2788"/>
                  </a:lnTo>
                  <a:lnTo>
                    <a:pt x="12839" y="2935"/>
                  </a:lnTo>
                  <a:lnTo>
                    <a:pt x="12362" y="3082"/>
                  </a:lnTo>
                  <a:lnTo>
                    <a:pt x="11995" y="3229"/>
                  </a:lnTo>
                  <a:lnTo>
                    <a:pt x="11518" y="3449"/>
                  </a:lnTo>
                  <a:lnTo>
                    <a:pt x="11298" y="3559"/>
                  </a:lnTo>
                  <a:lnTo>
                    <a:pt x="11151" y="3742"/>
                  </a:lnTo>
                  <a:lnTo>
                    <a:pt x="11041" y="3889"/>
                  </a:lnTo>
                  <a:lnTo>
                    <a:pt x="11005" y="3999"/>
                  </a:lnTo>
                  <a:lnTo>
                    <a:pt x="11005" y="4109"/>
                  </a:lnTo>
                  <a:lnTo>
                    <a:pt x="11005" y="4182"/>
                  </a:lnTo>
                  <a:lnTo>
                    <a:pt x="11041" y="4256"/>
                  </a:lnTo>
                  <a:lnTo>
                    <a:pt x="11115" y="4292"/>
                  </a:lnTo>
                  <a:lnTo>
                    <a:pt x="11335" y="4292"/>
                  </a:lnTo>
                  <a:lnTo>
                    <a:pt x="11371" y="4219"/>
                  </a:lnTo>
                  <a:lnTo>
                    <a:pt x="11408" y="4146"/>
                  </a:lnTo>
                  <a:lnTo>
                    <a:pt x="11445" y="4072"/>
                  </a:lnTo>
                  <a:lnTo>
                    <a:pt x="11555" y="3962"/>
                  </a:lnTo>
                  <a:lnTo>
                    <a:pt x="11775" y="3816"/>
                  </a:lnTo>
                  <a:lnTo>
                    <a:pt x="12068" y="3669"/>
                  </a:lnTo>
                  <a:lnTo>
                    <a:pt x="12288" y="3595"/>
                  </a:lnTo>
                  <a:lnTo>
                    <a:pt x="12802" y="3412"/>
                  </a:lnTo>
                  <a:lnTo>
                    <a:pt x="13279" y="3229"/>
                  </a:lnTo>
                  <a:lnTo>
                    <a:pt x="13572" y="3119"/>
                  </a:lnTo>
                  <a:lnTo>
                    <a:pt x="13866" y="2972"/>
                  </a:lnTo>
                  <a:lnTo>
                    <a:pt x="14086" y="2752"/>
                  </a:lnTo>
                  <a:lnTo>
                    <a:pt x="14159" y="2642"/>
                  </a:lnTo>
                  <a:lnTo>
                    <a:pt x="14233" y="2495"/>
                  </a:lnTo>
                  <a:lnTo>
                    <a:pt x="14306" y="2568"/>
                  </a:lnTo>
                  <a:lnTo>
                    <a:pt x="14489" y="2715"/>
                  </a:lnTo>
                  <a:lnTo>
                    <a:pt x="14673" y="2788"/>
                  </a:lnTo>
                  <a:lnTo>
                    <a:pt x="14893" y="2898"/>
                  </a:lnTo>
                  <a:lnTo>
                    <a:pt x="15076" y="3009"/>
                  </a:lnTo>
                  <a:lnTo>
                    <a:pt x="15296" y="3192"/>
                  </a:lnTo>
                  <a:lnTo>
                    <a:pt x="15480" y="3449"/>
                  </a:lnTo>
                  <a:lnTo>
                    <a:pt x="15626" y="3705"/>
                  </a:lnTo>
                  <a:lnTo>
                    <a:pt x="15700" y="3999"/>
                  </a:lnTo>
                  <a:lnTo>
                    <a:pt x="15480" y="4366"/>
                  </a:lnTo>
                  <a:lnTo>
                    <a:pt x="15370" y="4549"/>
                  </a:lnTo>
                  <a:lnTo>
                    <a:pt x="15186" y="4696"/>
                  </a:lnTo>
                  <a:lnTo>
                    <a:pt x="14966" y="4879"/>
                  </a:lnTo>
                  <a:lnTo>
                    <a:pt x="14709" y="5063"/>
                  </a:lnTo>
                  <a:lnTo>
                    <a:pt x="14416" y="5173"/>
                  </a:lnTo>
                  <a:lnTo>
                    <a:pt x="14123" y="5283"/>
                  </a:lnTo>
                  <a:lnTo>
                    <a:pt x="13572" y="5429"/>
                  </a:lnTo>
                  <a:lnTo>
                    <a:pt x="13022" y="5613"/>
                  </a:lnTo>
                  <a:lnTo>
                    <a:pt x="12765" y="5723"/>
                  </a:lnTo>
                  <a:lnTo>
                    <a:pt x="12509" y="5870"/>
                  </a:lnTo>
                  <a:lnTo>
                    <a:pt x="12288" y="6016"/>
                  </a:lnTo>
                  <a:lnTo>
                    <a:pt x="12105" y="6236"/>
                  </a:lnTo>
                  <a:lnTo>
                    <a:pt x="11958" y="6420"/>
                  </a:lnTo>
                  <a:lnTo>
                    <a:pt x="11922" y="6640"/>
                  </a:lnTo>
                  <a:lnTo>
                    <a:pt x="11922" y="6823"/>
                  </a:lnTo>
                  <a:lnTo>
                    <a:pt x="11958" y="7007"/>
                  </a:lnTo>
                  <a:lnTo>
                    <a:pt x="12032" y="7154"/>
                  </a:lnTo>
                  <a:lnTo>
                    <a:pt x="12178" y="7300"/>
                  </a:lnTo>
                  <a:lnTo>
                    <a:pt x="12325" y="7410"/>
                  </a:lnTo>
                  <a:lnTo>
                    <a:pt x="12545" y="7520"/>
                  </a:lnTo>
                  <a:lnTo>
                    <a:pt x="12765" y="7557"/>
                  </a:lnTo>
                  <a:lnTo>
                    <a:pt x="12985" y="7557"/>
                  </a:lnTo>
                  <a:lnTo>
                    <a:pt x="13205" y="7520"/>
                  </a:lnTo>
                  <a:lnTo>
                    <a:pt x="13426" y="7484"/>
                  </a:lnTo>
                  <a:lnTo>
                    <a:pt x="13682" y="7410"/>
                  </a:lnTo>
                  <a:lnTo>
                    <a:pt x="13976" y="7300"/>
                  </a:lnTo>
                  <a:lnTo>
                    <a:pt x="14196" y="7154"/>
                  </a:lnTo>
                  <a:lnTo>
                    <a:pt x="14306" y="7043"/>
                  </a:lnTo>
                  <a:lnTo>
                    <a:pt x="14343" y="6970"/>
                  </a:lnTo>
                  <a:lnTo>
                    <a:pt x="14379" y="6823"/>
                  </a:lnTo>
                  <a:lnTo>
                    <a:pt x="14343" y="6787"/>
                  </a:lnTo>
                  <a:lnTo>
                    <a:pt x="14269" y="6750"/>
                  </a:lnTo>
                  <a:lnTo>
                    <a:pt x="14086" y="6750"/>
                  </a:lnTo>
                  <a:lnTo>
                    <a:pt x="13902" y="6823"/>
                  </a:lnTo>
                  <a:lnTo>
                    <a:pt x="13536" y="6970"/>
                  </a:lnTo>
                  <a:lnTo>
                    <a:pt x="13316" y="7043"/>
                  </a:lnTo>
                  <a:lnTo>
                    <a:pt x="13095" y="7080"/>
                  </a:lnTo>
                  <a:lnTo>
                    <a:pt x="12655" y="7080"/>
                  </a:lnTo>
                  <a:lnTo>
                    <a:pt x="12509" y="7007"/>
                  </a:lnTo>
                  <a:lnTo>
                    <a:pt x="12435" y="6933"/>
                  </a:lnTo>
                  <a:lnTo>
                    <a:pt x="12362" y="6823"/>
                  </a:lnTo>
                  <a:lnTo>
                    <a:pt x="12362" y="6713"/>
                  </a:lnTo>
                  <a:lnTo>
                    <a:pt x="12398" y="6603"/>
                  </a:lnTo>
                  <a:lnTo>
                    <a:pt x="12472" y="6493"/>
                  </a:lnTo>
                  <a:lnTo>
                    <a:pt x="12655" y="6310"/>
                  </a:lnTo>
                  <a:lnTo>
                    <a:pt x="12875" y="6163"/>
                  </a:lnTo>
                  <a:lnTo>
                    <a:pt x="13132" y="6053"/>
                  </a:lnTo>
                  <a:lnTo>
                    <a:pt x="13609" y="5906"/>
                  </a:lnTo>
                  <a:lnTo>
                    <a:pt x="14453" y="5613"/>
                  </a:lnTo>
                  <a:lnTo>
                    <a:pt x="14893" y="5429"/>
                  </a:lnTo>
                  <a:lnTo>
                    <a:pt x="15076" y="5319"/>
                  </a:lnTo>
                  <a:lnTo>
                    <a:pt x="15260" y="5173"/>
                  </a:lnTo>
                  <a:lnTo>
                    <a:pt x="15516" y="4953"/>
                  </a:lnTo>
                  <a:lnTo>
                    <a:pt x="15736" y="4659"/>
                  </a:lnTo>
                  <a:lnTo>
                    <a:pt x="15736" y="4696"/>
                  </a:lnTo>
                  <a:lnTo>
                    <a:pt x="15700" y="4806"/>
                  </a:lnTo>
                  <a:lnTo>
                    <a:pt x="15773" y="4916"/>
                  </a:lnTo>
                  <a:lnTo>
                    <a:pt x="15847" y="4989"/>
                  </a:lnTo>
                  <a:lnTo>
                    <a:pt x="15957" y="5026"/>
                  </a:lnTo>
                  <a:lnTo>
                    <a:pt x="16103" y="5063"/>
                  </a:lnTo>
                  <a:lnTo>
                    <a:pt x="16177" y="5099"/>
                  </a:lnTo>
                  <a:lnTo>
                    <a:pt x="16250" y="5209"/>
                  </a:lnTo>
                  <a:lnTo>
                    <a:pt x="16323" y="5356"/>
                  </a:lnTo>
                  <a:lnTo>
                    <a:pt x="16140" y="5393"/>
                  </a:lnTo>
                  <a:lnTo>
                    <a:pt x="15920" y="5466"/>
                  </a:lnTo>
                  <a:lnTo>
                    <a:pt x="15553" y="5650"/>
                  </a:lnTo>
                  <a:lnTo>
                    <a:pt x="15003" y="5833"/>
                  </a:lnTo>
                  <a:lnTo>
                    <a:pt x="14783" y="5906"/>
                  </a:lnTo>
                  <a:lnTo>
                    <a:pt x="14709" y="5980"/>
                  </a:lnTo>
                  <a:lnTo>
                    <a:pt x="14636" y="6090"/>
                  </a:lnTo>
                  <a:lnTo>
                    <a:pt x="14599" y="6163"/>
                  </a:lnTo>
                  <a:lnTo>
                    <a:pt x="14673" y="6273"/>
                  </a:lnTo>
                  <a:lnTo>
                    <a:pt x="14783" y="6310"/>
                  </a:lnTo>
                  <a:lnTo>
                    <a:pt x="14893" y="6310"/>
                  </a:lnTo>
                  <a:lnTo>
                    <a:pt x="15150" y="6273"/>
                  </a:lnTo>
                  <a:lnTo>
                    <a:pt x="15406" y="6163"/>
                  </a:lnTo>
                  <a:lnTo>
                    <a:pt x="15626" y="6053"/>
                  </a:lnTo>
                  <a:lnTo>
                    <a:pt x="16030" y="5870"/>
                  </a:lnTo>
                  <a:lnTo>
                    <a:pt x="16213" y="5723"/>
                  </a:lnTo>
                  <a:lnTo>
                    <a:pt x="16397" y="5576"/>
                  </a:lnTo>
                  <a:lnTo>
                    <a:pt x="16397" y="5833"/>
                  </a:lnTo>
                  <a:lnTo>
                    <a:pt x="16397" y="6090"/>
                  </a:lnTo>
                  <a:lnTo>
                    <a:pt x="16397" y="6493"/>
                  </a:lnTo>
                  <a:lnTo>
                    <a:pt x="16397" y="6567"/>
                  </a:lnTo>
                  <a:lnTo>
                    <a:pt x="16323" y="6603"/>
                  </a:lnTo>
                  <a:lnTo>
                    <a:pt x="16177" y="6933"/>
                  </a:lnTo>
                  <a:lnTo>
                    <a:pt x="16067" y="7264"/>
                  </a:lnTo>
                  <a:lnTo>
                    <a:pt x="15076" y="7264"/>
                  </a:lnTo>
                  <a:lnTo>
                    <a:pt x="14783" y="7300"/>
                  </a:lnTo>
                  <a:lnTo>
                    <a:pt x="14526" y="7410"/>
                  </a:lnTo>
                  <a:lnTo>
                    <a:pt x="14343" y="7594"/>
                  </a:lnTo>
                  <a:lnTo>
                    <a:pt x="14196" y="7814"/>
                  </a:lnTo>
                  <a:lnTo>
                    <a:pt x="14086" y="8034"/>
                  </a:lnTo>
                  <a:lnTo>
                    <a:pt x="14049" y="8181"/>
                  </a:lnTo>
                  <a:lnTo>
                    <a:pt x="14012" y="8327"/>
                  </a:lnTo>
                  <a:lnTo>
                    <a:pt x="14049" y="8584"/>
                  </a:lnTo>
                  <a:lnTo>
                    <a:pt x="14159" y="8841"/>
                  </a:lnTo>
                  <a:lnTo>
                    <a:pt x="14306" y="9098"/>
                  </a:lnTo>
                  <a:lnTo>
                    <a:pt x="14489" y="9318"/>
                  </a:lnTo>
                  <a:lnTo>
                    <a:pt x="14673" y="9538"/>
                  </a:lnTo>
                  <a:lnTo>
                    <a:pt x="14856" y="9758"/>
                  </a:lnTo>
                  <a:lnTo>
                    <a:pt x="15003" y="9831"/>
                  </a:lnTo>
                  <a:lnTo>
                    <a:pt x="15150" y="9868"/>
                  </a:lnTo>
                  <a:lnTo>
                    <a:pt x="15223" y="9831"/>
                  </a:lnTo>
                  <a:lnTo>
                    <a:pt x="15260" y="9758"/>
                  </a:lnTo>
                  <a:lnTo>
                    <a:pt x="15260" y="9685"/>
                  </a:lnTo>
                  <a:lnTo>
                    <a:pt x="15260" y="9574"/>
                  </a:lnTo>
                  <a:lnTo>
                    <a:pt x="15150" y="9428"/>
                  </a:lnTo>
                  <a:lnTo>
                    <a:pt x="14893" y="9134"/>
                  </a:lnTo>
                  <a:lnTo>
                    <a:pt x="14709" y="8951"/>
                  </a:lnTo>
                  <a:lnTo>
                    <a:pt x="14563" y="8731"/>
                  </a:lnTo>
                  <a:lnTo>
                    <a:pt x="14489" y="8511"/>
                  </a:lnTo>
                  <a:lnTo>
                    <a:pt x="14453" y="8364"/>
                  </a:lnTo>
                  <a:lnTo>
                    <a:pt x="14453" y="8254"/>
                  </a:lnTo>
                  <a:lnTo>
                    <a:pt x="14489" y="8107"/>
                  </a:lnTo>
                  <a:lnTo>
                    <a:pt x="14563" y="7997"/>
                  </a:lnTo>
                  <a:lnTo>
                    <a:pt x="14673" y="7850"/>
                  </a:lnTo>
                  <a:lnTo>
                    <a:pt x="14893" y="7740"/>
                  </a:lnTo>
                  <a:lnTo>
                    <a:pt x="15113" y="7667"/>
                  </a:lnTo>
                  <a:lnTo>
                    <a:pt x="15333" y="7630"/>
                  </a:lnTo>
                  <a:lnTo>
                    <a:pt x="16103" y="7630"/>
                  </a:lnTo>
                  <a:lnTo>
                    <a:pt x="15993" y="7850"/>
                  </a:lnTo>
                  <a:lnTo>
                    <a:pt x="15957" y="7961"/>
                  </a:lnTo>
                  <a:lnTo>
                    <a:pt x="15993" y="8107"/>
                  </a:lnTo>
                  <a:lnTo>
                    <a:pt x="16030" y="8327"/>
                  </a:lnTo>
                  <a:lnTo>
                    <a:pt x="16030" y="8584"/>
                  </a:lnTo>
                  <a:lnTo>
                    <a:pt x="16030" y="8804"/>
                  </a:lnTo>
                  <a:lnTo>
                    <a:pt x="15993" y="9024"/>
                  </a:lnTo>
                  <a:lnTo>
                    <a:pt x="15920" y="8841"/>
                  </a:lnTo>
                  <a:lnTo>
                    <a:pt x="15847" y="8694"/>
                  </a:lnTo>
                  <a:lnTo>
                    <a:pt x="15736" y="8511"/>
                  </a:lnTo>
                  <a:lnTo>
                    <a:pt x="15590" y="8364"/>
                  </a:lnTo>
                  <a:lnTo>
                    <a:pt x="15516" y="8327"/>
                  </a:lnTo>
                  <a:lnTo>
                    <a:pt x="15370" y="8327"/>
                  </a:lnTo>
                  <a:lnTo>
                    <a:pt x="15296" y="8364"/>
                  </a:lnTo>
                  <a:lnTo>
                    <a:pt x="15260" y="8437"/>
                  </a:lnTo>
                  <a:lnTo>
                    <a:pt x="15260" y="8511"/>
                  </a:lnTo>
                  <a:lnTo>
                    <a:pt x="15260" y="8584"/>
                  </a:lnTo>
                  <a:lnTo>
                    <a:pt x="15296" y="8657"/>
                  </a:lnTo>
                  <a:lnTo>
                    <a:pt x="15480" y="8914"/>
                  </a:lnTo>
                  <a:lnTo>
                    <a:pt x="15590" y="9171"/>
                  </a:lnTo>
                  <a:lnTo>
                    <a:pt x="15626" y="9464"/>
                  </a:lnTo>
                  <a:lnTo>
                    <a:pt x="15590" y="9795"/>
                  </a:lnTo>
                  <a:lnTo>
                    <a:pt x="15590" y="9868"/>
                  </a:lnTo>
                  <a:lnTo>
                    <a:pt x="15626" y="9978"/>
                  </a:lnTo>
                  <a:lnTo>
                    <a:pt x="15370" y="10308"/>
                  </a:lnTo>
                  <a:lnTo>
                    <a:pt x="15040" y="10638"/>
                  </a:lnTo>
                  <a:lnTo>
                    <a:pt x="14893" y="10748"/>
                  </a:lnTo>
                  <a:lnTo>
                    <a:pt x="14673" y="10895"/>
                  </a:lnTo>
                  <a:lnTo>
                    <a:pt x="14269" y="11042"/>
                  </a:lnTo>
                  <a:lnTo>
                    <a:pt x="14306" y="10968"/>
                  </a:lnTo>
                  <a:lnTo>
                    <a:pt x="14343" y="10638"/>
                  </a:lnTo>
                  <a:lnTo>
                    <a:pt x="14306" y="10345"/>
                  </a:lnTo>
                  <a:lnTo>
                    <a:pt x="14233" y="10015"/>
                  </a:lnTo>
                  <a:lnTo>
                    <a:pt x="14086" y="9721"/>
                  </a:lnTo>
                  <a:lnTo>
                    <a:pt x="13902" y="9428"/>
                  </a:lnTo>
                  <a:lnTo>
                    <a:pt x="13682" y="9171"/>
                  </a:lnTo>
                  <a:lnTo>
                    <a:pt x="13499" y="9024"/>
                  </a:lnTo>
                  <a:lnTo>
                    <a:pt x="13426" y="8914"/>
                  </a:lnTo>
                  <a:lnTo>
                    <a:pt x="13352" y="8841"/>
                  </a:lnTo>
                  <a:lnTo>
                    <a:pt x="13169" y="8841"/>
                  </a:lnTo>
                  <a:lnTo>
                    <a:pt x="12839" y="8694"/>
                  </a:lnTo>
                  <a:lnTo>
                    <a:pt x="12875" y="8584"/>
                  </a:lnTo>
                  <a:lnTo>
                    <a:pt x="12875" y="8437"/>
                  </a:lnTo>
                  <a:lnTo>
                    <a:pt x="12875" y="8364"/>
                  </a:lnTo>
                  <a:lnTo>
                    <a:pt x="12839" y="8327"/>
                  </a:lnTo>
                  <a:lnTo>
                    <a:pt x="12765" y="8291"/>
                  </a:lnTo>
                  <a:lnTo>
                    <a:pt x="12655" y="8291"/>
                  </a:lnTo>
                  <a:lnTo>
                    <a:pt x="12582" y="8327"/>
                  </a:lnTo>
                  <a:lnTo>
                    <a:pt x="12545" y="8401"/>
                  </a:lnTo>
                  <a:lnTo>
                    <a:pt x="12472" y="8584"/>
                  </a:lnTo>
                  <a:lnTo>
                    <a:pt x="12252" y="8547"/>
                  </a:lnTo>
                  <a:lnTo>
                    <a:pt x="12032" y="8584"/>
                  </a:lnTo>
                  <a:lnTo>
                    <a:pt x="11812" y="8621"/>
                  </a:lnTo>
                  <a:lnTo>
                    <a:pt x="11628" y="8694"/>
                  </a:lnTo>
                  <a:lnTo>
                    <a:pt x="11555" y="8584"/>
                  </a:lnTo>
                  <a:lnTo>
                    <a:pt x="11445" y="8511"/>
                  </a:lnTo>
                  <a:lnTo>
                    <a:pt x="11261" y="8511"/>
                  </a:lnTo>
                  <a:lnTo>
                    <a:pt x="11188" y="8584"/>
                  </a:lnTo>
                  <a:lnTo>
                    <a:pt x="11115" y="8657"/>
                  </a:lnTo>
                  <a:lnTo>
                    <a:pt x="11041" y="8731"/>
                  </a:lnTo>
                  <a:lnTo>
                    <a:pt x="10895" y="8914"/>
                  </a:lnTo>
                  <a:lnTo>
                    <a:pt x="10748" y="9061"/>
                  </a:lnTo>
                  <a:lnTo>
                    <a:pt x="10454" y="9208"/>
                  </a:lnTo>
                  <a:lnTo>
                    <a:pt x="10124" y="9318"/>
                  </a:lnTo>
                  <a:lnTo>
                    <a:pt x="9794" y="9391"/>
                  </a:lnTo>
                  <a:lnTo>
                    <a:pt x="9464" y="9428"/>
                  </a:lnTo>
                  <a:lnTo>
                    <a:pt x="8767" y="9428"/>
                  </a:lnTo>
                  <a:lnTo>
                    <a:pt x="8327" y="9354"/>
                  </a:lnTo>
                  <a:lnTo>
                    <a:pt x="8180" y="9318"/>
                  </a:lnTo>
                  <a:lnTo>
                    <a:pt x="8143" y="9318"/>
                  </a:lnTo>
                  <a:lnTo>
                    <a:pt x="8143" y="9281"/>
                  </a:lnTo>
                  <a:lnTo>
                    <a:pt x="8143" y="9134"/>
                  </a:lnTo>
                  <a:lnTo>
                    <a:pt x="8033" y="9024"/>
                  </a:lnTo>
                  <a:lnTo>
                    <a:pt x="8290" y="8621"/>
                  </a:lnTo>
                  <a:lnTo>
                    <a:pt x="8547" y="8181"/>
                  </a:lnTo>
                  <a:lnTo>
                    <a:pt x="8767" y="7924"/>
                  </a:lnTo>
                  <a:lnTo>
                    <a:pt x="8987" y="7630"/>
                  </a:lnTo>
                  <a:lnTo>
                    <a:pt x="9244" y="7410"/>
                  </a:lnTo>
                  <a:lnTo>
                    <a:pt x="9501" y="7154"/>
                  </a:lnTo>
                  <a:lnTo>
                    <a:pt x="9794" y="6970"/>
                  </a:lnTo>
                  <a:lnTo>
                    <a:pt x="10088" y="6787"/>
                  </a:lnTo>
                  <a:lnTo>
                    <a:pt x="10234" y="6713"/>
                  </a:lnTo>
                  <a:lnTo>
                    <a:pt x="10418" y="6713"/>
                  </a:lnTo>
                  <a:lnTo>
                    <a:pt x="10491" y="6750"/>
                  </a:lnTo>
                  <a:lnTo>
                    <a:pt x="10528" y="6823"/>
                  </a:lnTo>
                  <a:lnTo>
                    <a:pt x="10528" y="6897"/>
                  </a:lnTo>
                  <a:lnTo>
                    <a:pt x="10528" y="7043"/>
                  </a:lnTo>
                  <a:lnTo>
                    <a:pt x="10454" y="7154"/>
                  </a:lnTo>
                  <a:lnTo>
                    <a:pt x="10308" y="7374"/>
                  </a:lnTo>
                  <a:lnTo>
                    <a:pt x="10051" y="7667"/>
                  </a:lnTo>
                  <a:lnTo>
                    <a:pt x="9757" y="7961"/>
                  </a:lnTo>
                  <a:lnTo>
                    <a:pt x="9501" y="8291"/>
                  </a:lnTo>
                  <a:lnTo>
                    <a:pt x="9281" y="8657"/>
                  </a:lnTo>
                  <a:lnTo>
                    <a:pt x="9281" y="8731"/>
                  </a:lnTo>
                  <a:lnTo>
                    <a:pt x="9317" y="8841"/>
                  </a:lnTo>
                  <a:lnTo>
                    <a:pt x="9391" y="8878"/>
                  </a:lnTo>
                  <a:lnTo>
                    <a:pt x="9501" y="8878"/>
                  </a:lnTo>
                  <a:lnTo>
                    <a:pt x="9721" y="8694"/>
                  </a:lnTo>
                  <a:lnTo>
                    <a:pt x="9941" y="8474"/>
                  </a:lnTo>
                  <a:lnTo>
                    <a:pt x="10271" y="7997"/>
                  </a:lnTo>
                  <a:lnTo>
                    <a:pt x="10601" y="7630"/>
                  </a:lnTo>
                  <a:lnTo>
                    <a:pt x="10748" y="7447"/>
                  </a:lnTo>
                  <a:lnTo>
                    <a:pt x="10858" y="7227"/>
                  </a:lnTo>
                  <a:lnTo>
                    <a:pt x="10895" y="7043"/>
                  </a:lnTo>
                  <a:lnTo>
                    <a:pt x="10895" y="6860"/>
                  </a:lnTo>
                  <a:lnTo>
                    <a:pt x="10858" y="6677"/>
                  </a:lnTo>
                  <a:lnTo>
                    <a:pt x="10784" y="6530"/>
                  </a:lnTo>
                  <a:lnTo>
                    <a:pt x="10674" y="6383"/>
                  </a:lnTo>
                  <a:lnTo>
                    <a:pt x="10491" y="6310"/>
                  </a:lnTo>
                  <a:lnTo>
                    <a:pt x="10344" y="6310"/>
                  </a:lnTo>
                  <a:lnTo>
                    <a:pt x="10124" y="6347"/>
                  </a:lnTo>
                  <a:lnTo>
                    <a:pt x="9904" y="6420"/>
                  </a:lnTo>
                  <a:lnTo>
                    <a:pt x="9684" y="6567"/>
                  </a:lnTo>
                  <a:lnTo>
                    <a:pt x="9281" y="6860"/>
                  </a:lnTo>
                  <a:lnTo>
                    <a:pt x="8914" y="7190"/>
                  </a:lnTo>
                  <a:lnTo>
                    <a:pt x="8584" y="7557"/>
                  </a:lnTo>
                  <a:lnTo>
                    <a:pt x="8290" y="7887"/>
                  </a:lnTo>
                  <a:lnTo>
                    <a:pt x="8033" y="8254"/>
                  </a:lnTo>
                  <a:lnTo>
                    <a:pt x="7850" y="8657"/>
                  </a:lnTo>
                  <a:lnTo>
                    <a:pt x="7777" y="8878"/>
                  </a:lnTo>
                  <a:lnTo>
                    <a:pt x="7740" y="9098"/>
                  </a:lnTo>
                  <a:lnTo>
                    <a:pt x="7703" y="9098"/>
                  </a:lnTo>
                  <a:lnTo>
                    <a:pt x="7667" y="9171"/>
                  </a:lnTo>
                  <a:lnTo>
                    <a:pt x="7556" y="9208"/>
                  </a:lnTo>
                  <a:lnTo>
                    <a:pt x="7300" y="9208"/>
                  </a:lnTo>
                  <a:lnTo>
                    <a:pt x="6823" y="9098"/>
                  </a:lnTo>
                  <a:lnTo>
                    <a:pt x="6236" y="9098"/>
                  </a:lnTo>
                  <a:lnTo>
                    <a:pt x="5686" y="9171"/>
                  </a:lnTo>
                  <a:lnTo>
                    <a:pt x="5612" y="9171"/>
                  </a:lnTo>
                  <a:lnTo>
                    <a:pt x="5612" y="8988"/>
                  </a:lnTo>
                  <a:lnTo>
                    <a:pt x="5612" y="8804"/>
                  </a:lnTo>
                  <a:lnTo>
                    <a:pt x="5686" y="8657"/>
                  </a:lnTo>
                  <a:lnTo>
                    <a:pt x="5759" y="8511"/>
                  </a:lnTo>
                  <a:lnTo>
                    <a:pt x="5869" y="8364"/>
                  </a:lnTo>
                  <a:lnTo>
                    <a:pt x="6016" y="8291"/>
                  </a:lnTo>
                  <a:lnTo>
                    <a:pt x="6163" y="8181"/>
                  </a:lnTo>
                  <a:lnTo>
                    <a:pt x="6383" y="8144"/>
                  </a:lnTo>
                  <a:lnTo>
                    <a:pt x="6749" y="8034"/>
                  </a:lnTo>
                  <a:lnTo>
                    <a:pt x="7080" y="7924"/>
                  </a:lnTo>
                  <a:lnTo>
                    <a:pt x="7410" y="7777"/>
                  </a:lnTo>
                  <a:lnTo>
                    <a:pt x="7703" y="7594"/>
                  </a:lnTo>
                  <a:lnTo>
                    <a:pt x="7960" y="7374"/>
                  </a:lnTo>
                  <a:lnTo>
                    <a:pt x="8217" y="7154"/>
                  </a:lnTo>
                  <a:lnTo>
                    <a:pt x="8437" y="6897"/>
                  </a:lnTo>
                  <a:lnTo>
                    <a:pt x="8620" y="6603"/>
                  </a:lnTo>
                  <a:lnTo>
                    <a:pt x="8767" y="6383"/>
                  </a:lnTo>
                  <a:lnTo>
                    <a:pt x="8914" y="6090"/>
                  </a:lnTo>
                  <a:lnTo>
                    <a:pt x="8950" y="5943"/>
                  </a:lnTo>
                  <a:lnTo>
                    <a:pt x="8987" y="5796"/>
                  </a:lnTo>
                  <a:lnTo>
                    <a:pt x="8950" y="5650"/>
                  </a:lnTo>
                  <a:lnTo>
                    <a:pt x="8914" y="5540"/>
                  </a:lnTo>
                  <a:lnTo>
                    <a:pt x="8804" y="5540"/>
                  </a:lnTo>
                  <a:lnTo>
                    <a:pt x="8694" y="5576"/>
                  </a:lnTo>
                  <a:lnTo>
                    <a:pt x="8620" y="5686"/>
                  </a:lnTo>
                  <a:lnTo>
                    <a:pt x="8510" y="5943"/>
                  </a:lnTo>
                  <a:lnTo>
                    <a:pt x="8327" y="6310"/>
                  </a:lnTo>
                  <a:lnTo>
                    <a:pt x="8107" y="6677"/>
                  </a:lnTo>
                  <a:lnTo>
                    <a:pt x="7813" y="7007"/>
                  </a:lnTo>
                  <a:lnTo>
                    <a:pt x="7483" y="7264"/>
                  </a:lnTo>
                  <a:lnTo>
                    <a:pt x="7116" y="7484"/>
                  </a:lnTo>
                  <a:lnTo>
                    <a:pt x="6713" y="7667"/>
                  </a:lnTo>
                  <a:lnTo>
                    <a:pt x="6346" y="7777"/>
                  </a:lnTo>
                  <a:lnTo>
                    <a:pt x="6016" y="7887"/>
                  </a:lnTo>
                  <a:lnTo>
                    <a:pt x="5832" y="7924"/>
                  </a:lnTo>
                  <a:lnTo>
                    <a:pt x="5686" y="8034"/>
                  </a:lnTo>
                  <a:lnTo>
                    <a:pt x="5539" y="8144"/>
                  </a:lnTo>
                  <a:lnTo>
                    <a:pt x="5429" y="8291"/>
                  </a:lnTo>
                  <a:lnTo>
                    <a:pt x="5282" y="8511"/>
                  </a:lnTo>
                  <a:lnTo>
                    <a:pt x="5209" y="8768"/>
                  </a:lnTo>
                  <a:lnTo>
                    <a:pt x="5209" y="9024"/>
                  </a:lnTo>
                  <a:lnTo>
                    <a:pt x="5282" y="9281"/>
                  </a:lnTo>
                  <a:lnTo>
                    <a:pt x="4915" y="9391"/>
                  </a:lnTo>
                  <a:lnTo>
                    <a:pt x="4512" y="9501"/>
                  </a:lnTo>
                  <a:lnTo>
                    <a:pt x="4365" y="9501"/>
                  </a:lnTo>
                  <a:lnTo>
                    <a:pt x="4218" y="9464"/>
                  </a:lnTo>
                  <a:lnTo>
                    <a:pt x="4072" y="9428"/>
                  </a:lnTo>
                  <a:lnTo>
                    <a:pt x="3962" y="9354"/>
                  </a:lnTo>
                  <a:lnTo>
                    <a:pt x="3852" y="9244"/>
                  </a:lnTo>
                  <a:lnTo>
                    <a:pt x="3778" y="9134"/>
                  </a:lnTo>
                  <a:lnTo>
                    <a:pt x="3742" y="9024"/>
                  </a:lnTo>
                  <a:lnTo>
                    <a:pt x="3778" y="8841"/>
                  </a:lnTo>
                  <a:lnTo>
                    <a:pt x="3815" y="8768"/>
                  </a:lnTo>
                  <a:lnTo>
                    <a:pt x="3778" y="8694"/>
                  </a:lnTo>
                  <a:lnTo>
                    <a:pt x="3888" y="8547"/>
                  </a:lnTo>
                  <a:lnTo>
                    <a:pt x="3962" y="8401"/>
                  </a:lnTo>
                  <a:lnTo>
                    <a:pt x="4108" y="8107"/>
                  </a:lnTo>
                  <a:lnTo>
                    <a:pt x="4255" y="7850"/>
                  </a:lnTo>
                  <a:lnTo>
                    <a:pt x="4439" y="7520"/>
                  </a:lnTo>
                  <a:lnTo>
                    <a:pt x="4475" y="7374"/>
                  </a:lnTo>
                  <a:lnTo>
                    <a:pt x="4512" y="7227"/>
                  </a:lnTo>
                  <a:lnTo>
                    <a:pt x="4475" y="7043"/>
                  </a:lnTo>
                  <a:lnTo>
                    <a:pt x="4439" y="6897"/>
                  </a:lnTo>
                  <a:lnTo>
                    <a:pt x="4328" y="6823"/>
                  </a:lnTo>
                  <a:lnTo>
                    <a:pt x="4218" y="6750"/>
                  </a:lnTo>
                  <a:lnTo>
                    <a:pt x="4108" y="6713"/>
                  </a:lnTo>
                  <a:lnTo>
                    <a:pt x="3962" y="6713"/>
                  </a:lnTo>
                  <a:lnTo>
                    <a:pt x="3705" y="6750"/>
                  </a:lnTo>
                  <a:lnTo>
                    <a:pt x="3485" y="6823"/>
                  </a:lnTo>
                  <a:lnTo>
                    <a:pt x="3191" y="7007"/>
                  </a:lnTo>
                  <a:lnTo>
                    <a:pt x="2935" y="7227"/>
                  </a:lnTo>
                  <a:lnTo>
                    <a:pt x="2751" y="7447"/>
                  </a:lnTo>
                  <a:lnTo>
                    <a:pt x="2568" y="7667"/>
                  </a:lnTo>
                  <a:lnTo>
                    <a:pt x="2494" y="7667"/>
                  </a:lnTo>
                  <a:lnTo>
                    <a:pt x="2421" y="7704"/>
                  </a:lnTo>
                  <a:lnTo>
                    <a:pt x="2348" y="7850"/>
                  </a:lnTo>
                  <a:lnTo>
                    <a:pt x="2348" y="7887"/>
                  </a:lnTo>
                  <a:lnTo>
                    <a:pt x="2348" y="7961"/>
                  </a:lnTo>
                  <a:lnTo>
                    <a:pt x="2384" y="8034"/>
                  </a:lnTo>
                  <a:lnTo>
                    <a:pt x="2458" y="8071"/>
                  </a:lnTo>
                  <a:lnTo>
                    <a:pt x="2568" y="8107"/>
                  </a:lnTo>
                  <a:lnTo>
                    <a:pt x="2678" y="8107"/>
                  </a:lnTo>
                  <a:lnTo>
                    <a:pt x="2788" y="8071"/>
                  </a:lnTo>
                  <a:lnTo>
                    <a:pt x="2861" y="7997"/>
                  </a:lnTo>
                  <a:lnTo>
                    <a:pt x="3191" y="7630"/>
                  </a:lnTo>
                  <a:lnTo>
                    <a:pt x="3338" y="7447"/>
                  </a:lnTo>
                  <a:lnTo>
                    <a:pt x="3521" y="7300"/>
                  </a:lnTo>
                  <a:lnTo>
                    <a:pt x="3742" y="7227"/>
                  </a:lnTo>
                  <a:lnTo>
                    <a:pt x="3962" y="7154"/>
                  </a:lnTo>
                  <a:lnTo>
                    <a:pt x="4035" y="7154"/>
                  </a:lnTo>
                  <a:lnTo>
                    <a:pt x="4035" y="7190"/>
                  </a:lnTo>
                  <a:lnTo>
                    <a:pt x="4035" y="7300"/>
                  </a:lnTo>
                  <a:lnTo>
                    <a:pt x="3925" y="7557"/>
                  </a:lnTo>
                  <a:lnTo>
                    <a:pt x="3668" y="8034"/>
                  </a:lnTo>
                  <a:lnTo>
                    <a:pt x="3558" y="8327"/>
                  </a:lnTo>
                  <a:lnTo>
                    <a:pt x="3485" y="8474"/>
                  </a:lnTo>
                  <a:lnTo>
                    <a:pt x="3411" y="8547"/>
                  </a:lnTo>
                  <a:lnTo>
                    <a:pt x="3301" y="8621"/>
                  </a:lnTo>
                  <a:lnTo>
                    <a:pt x="3301" y="8657"/>
                  </a:lnTo>
                  <a:lnTo>
                    <a:pt x="3265" y="8694"/>
                  </a:lnTo>
                  <a:lnTo>
                    <a:pt x="3118" y="8804"/>
                  </a:lnTo>
                  <a:lnTo>
                    <a:pt x="2935" y="8841"/>
                  </a:lnTo>
                  <a:lnTo>
                    <a:pt x="2751" y="8878"/>
                  </a:lnTo>
                  <a:lnTo>
                    <a:pt x="2531" y="8878"/>
                  </a:lnTo>
                  <a:lnTo>
                    <a:pt x="2348" y="8841"/>
                  </a:lnTo>
                  <a:lnTo>
                    <a:pt x="2164" y="8768"/>
                  </a:lnTo>
                  <a:lnTo>
                    <a:pt x="2018" y="8694"/>
                  </a:lnTo>
                  <a:lnTo>
                    <a:pt x="1871" y="8584"/>
                  </a:lnTo>
                  <a:lnTo>
                    <a:pt x="1724" y="8437"/>
                  </a:lnTo>
                  <a:lnTo>
                    <a:pt x="1651" y="8291"/>
                  </a:lnTo>
                  <a:lnTo>
                    <a:pt x="1577" y="8144"/>
                  </a:lnTo>
                  <a:lnTo>
                    <a:pt x="1504" y="7961"/>
                  </a:lnTo>
                  <a:lnTo>
                    <a:pt x="1504" y="7777"/>
                  </a:lnTo>
                  <a:lnTo>
                    <a:pt x="1504" y="7594"/>
                  </a:lnTo>
                  <a:lnTo>
                    <a:pt x="1504" y="7447"/>
                  </a:lnTo>
                  <a:lnTo>
                    <a:pt x="1577" y="7264"/>
                  </a:lnTo>
                  <a:lnTo>
                    <a:pt x="1614" y="7154"/>
                  </a:lnTo>
                  <a:lnTo>
                    <a:pt x="1651" y="7043"/>
                  </a:lnTo>
                  <a:lnTo>
                    <a:pt x="1614" y="6970"/>
                  </a:lnTo>
                  <a:lnTo>
                    <a:pt x="1687" y="6970"/>
                  </a:lnTo>
                  <a:lnTo>
                    <a:pt x="1944" y="6860"/>
                  </a:lnTo>
                  <a:lnTo>
                    <a:pt x="2201" y="6787"/>
                  </a:lnTo>
                  <a:lnTo>
                    <a:pt x="2788" y="6493"/>
                  </a:lnTo>
                  <a:lnTo>
                    <a:pt x="3375" y="6163"/>
                  </a:lnTo>
                  <a:lnTo>
                    <a:pt x="3815" y="5870"/>
                  </a:lnTo>
                  <a:lnTo>
                    <a:pt x="3998" y="5686"/>
                  </a:lnTo>
                  <a:lnTo>
                    <a:pt x="4145" y="5503"/>
                  </a:lnTo>
                  <a:lnTo>
                    <a:pt x="4292" y="5283"/>
                  </a:lnTo>
                  <a:lnTo>
                    <a:pt x="4402" y="5099"/>
                  </a:lnTo>
                  <a:lnTo>
                    <a:pt x="4475" y="4843"/>
                  </a:lnTo>
                  <a:lnTo>
                    <a:pt x="4512" y="4586"/>
                  </a:lnTo>
                  <a:lnTo>
                    <a:pt x="4512" y="4402"/>
                  </a:lnTo>
                  <a:lnTo>
                    <a:pt x="4475" y="4182"/>
                  </a:lnTo>
                  <a:lnTo>
                    <a:pt x="4365" y="3999"/>
                  </a:lnTo>
                  <a:lnTo>
                    <a:pt x="4292" y="3926"/>
                  </a:lnTo>
                  <a:lnTo>
                    <a:pt x="4218" y="3889"/>
                  </a:lnTo>
                  <a:lnTo>
                    <a:pt x="3962" y="3816"/>
                  </a:lnTo>
                  <a:lnTo>
                    <a:pt x="3742" y="3779"/>
                  </a:lnTo>
                  <a:lnTo>
                    <a:pt x="3485" y="3816"/>
                  </a:lnTo>
                  <a:lnTo>
                    <a:pt x="3228" y="3852"/>
                  </a:lnTo>
                  <a:lnTo>
                    <a:pt x="2935" y="3962"/>
                  </a:lnTo>
                  <a:lnTo>
                    <a:pt x="2678" y="4072"/>
                  </a:lnTo>
                  <a:lnTo>
                    <a:pt x="2164" y="4366"/>
                  </a:lnTo>
                  <a:lnTo>
                    <a:pt x="1504" y="4733"/>
                  </a:lnTo>
                  <a:lnTo>
                    <a:pt x="1211" y="4916"/>
                  </a:lnTo>
                  <a:lnTo>
                    <a:pt x="917" y="5099"/>
                  </a:lnTo>
                  <a:lnTo>
                    <a:pt x="844" y="5173"/>
                  </a:lnTo>
                  <a:lnTo>
                    <a:pt x="807" y="5246"/>
                  </a:lnTo>
                  <a:lnTo>
                    <a:pt x="807" y="5319"/>
                  </a:lnTo>
                  <a:lnTo>
                    <a:pt x="844" y="5356"/>
                  </a:lnTo>
                  <a:lnTo>
                    <a:pt x="880" y="5429"/>
                  </a:lnTo>
                  <a:lnTo>
                    <a:pt x="954" y="5466"/>
                  </a:lnTo>
                  <a:lnTo>
                    <a:pt x="1101" y="5466"/>
                  </a:lnTo>
                  <a:lnTo>
                    <a:pt x="1541" y="5246"/>
                  </a:lnTo>
                  <a:lnTo>
                    <a:pt x="1944" y="4989"/>
                  </a:lnTo>
                  <a:lnTo>
                    <a:pt x="2788" y="4512"/>
                  </a:lnTo>
                  <a:lnTo>
                    <a:pt x="3191" y="4329"/>
                  </a:lnTo>
                  <a:lnTo>
                    <a:pt x="3375" y="4256"/>
                  </a:lnTo>
                  <a:lnTo>
                    <a:pt x="3595" y="4219"/>
                  </a:lnTo>
                  <a:lnTo>
                    <a:pt x="3742" y="4182"/>
                  </a:lnTo>
                  <a:lnTo>
                    <a:pt x="3852" y="4219"/>
                  </a:lnTo>
                  <a:lnTo>
                    <a:pt x="3998" y="4256"/>
                  </a:lnTo>
                  <a:lnTo>
                    <a:pt x="4035" y="4292"/>
                  </a:lnTo>
                  <a:lnTo>
                    <a:pt x="4072" y="4366"/>
                  </a:lnTo>
                  <a:lnTo>
                    <a:pt x="4108" y="4476"/>
                  </a:lnTo>
                  <a:lnTo>
                    <a:pt x="4108" y="4586"/>
                  </a:lnTo>
                  <a:lnTo>
                    <a:pt x="4072" y="4843"/>
                  </a:lnTo>
                  <a:lnTo>
                    <a:pt x="3998" y="5026"/>
                  </a:lnTo>
                  <a:lnTo>
                    <a:pt x="3852" y="5246"/>
                  </a:lnTo>
                  <a:lnTo>
                    <a:pt x="3705" y="5393"/>
                  </a:lnTo>
                  <a:lnTo>
                    <a:pt x="3558" y="5576"/>
                  </a:lnTo>
                  <a:lnTo>
                    <a:pt x="3155" y="5833"/>
                  </a:lnTo>
                  <a:lnTo>
                    <a:pt x="2788" y="6053"/>
                  </a:lnTo>
                  <a:lnTo>
                    <a:pt x="2348" y="6310"/>
                  </a:lnTo>
                  <a:lnTo>
                    <a:pt x="1908" y="6530"/>
                  </a:lnTo>
                  <a:lnTo>
                    <a:pt x="1467" y="6750"/>
                  </a:lnTo>
                  <a:lnTo>
                    <a:pt x="1321" y="6823"/>
                  </a:lnTo>
                  <a:lnTo>
                    <a:pt x="1247" y="6860"/>
                  </a:lnTo>
                  <a:lnTo>
                    <a:pt x="1211" y="6933"/>
                  </a:lnTo>
                  <a:lnTo>
                    <a:pt x="1174" y="6933"/>
                  </a:lnTo>
                  <a:lnTo>
                    <a:pt x="1064" y="6860"/>
                  </a:lnTo>
                  <a:lnTo>
                    <a:pt x="880" y="6713"/>
                  </a:lnTo>
                  <a:lnTo>
                    <a:pt x="697" y="6457"/>
                  </a:lnTo>
                  <a:lnTo>
                    <a:pt x="587" y="6273"/>
                  </a:lnTo>
                  <a:lnTo>
                    <a:pt x="514" y="6053"/>
                  </a:lnTo>
                  <a:lnTo>
                    <a:pt x="477" y="5833"/>
                  </a:lnTo>
                  <a:lnTo>
                    <a:pt x="477" y="5613"/>
                  </a:lnTo>
                  <a:lnTo>
                    <a:pt x="477" y="5356"/>
                  </a:lnTo>
                  <a:lnTo>
                    <a:pt x="550" y="5136"/>
                  </a:lnTo>
                  <a:lnTo>
                    <a:pt x="660" y="4879"/>
                  </a:lnTo>
                  <a:lnTo>
                    <a:pt x="770" y="4659"/>
                  </a:lnTo>
                  <a:lnTo>
                    <a:pt x="917" y="4476"/>
                  </a:lnTo>
                  <a:lnTo>
                    <a:pt x="1101" y="4292"/>
                  </a:lnTo>
                  <a:lnTo>
                    <a:pt x="1504" y="3962"/>
                  </a:lnTo>
                  <a:lnTo>
                    <a:pt x="1908" y="3705"/>
                  </a:lnTo>
                  <a:lnTo>
                    <a:pt x="2384" y="3485"/>
                  </a:lnTo>
                  <a:lnTo>
                    <a:pt x="2458" y="3412"/>
                  </a:lnTo>
                  <a:lnTo>
                    <a:pt x="2494" y="3302"/>
                  </a:lnTo>
                  <a:lnTo>
                    <a:pt x="2568" y="3119"/>
                  </a:lnTo>
                  <a:lnTo>
                    <a:pt x="2715" y="2898"/>
                  </a:lnTo>
                  <a:lnTo>
                    <a:pt x="2898" y="2715"/>
                  </a:lnTo>
                  <a:lnTo>
                    <a:pt x="3045" y="2532"/>
                  </a:lnTo>
                  <a:lnTo>
                    <a:pt x="3228" y="2385"/>
                  </a:lnTo>
                  <a:lnTo>
                    <a:pt x="3448" y="2238"/>
                  </a:lnTo>
                  <a:lnTo>
                    <a:pt x="3632" y="2128"/>
                  </a:lnTo>
                  <a:lnTo>
                    <a:pt x="3852" y="2055"/>
                  </a:lnTo>
                  <a:lnTo>
                    <a:pt x="4108" y="1981"/>
                  </a:lnTo>
                  <a:lnTo>
                    <a:pt x="4328" y="1945"/>
                  </a:lnTo>
                  <a:lnTo>
                    <a:pt x="4549" y="1908"/>
                  </a:lnTo>
                  <a:lnTo>
                    <a:pt x="4695" y="2055"/>
                  </a:lnTo>
                  <a:lnTo>
                    <a:pt x="4879" y="2165"/>
                  </a:lnTo>
                  <a:lnTo>
                    <a:pt x="5135" y="2348"/>
                  </a:lnTo>
                  <a:lnTo>
                    <a:pt x="5356" y="2568"/>
                  </a:lnTo>
                  <a:lnTo>
                    <a:pt x="5466" y="2715"/>
                  </a:lnTo>
                  <a:lnTo>
                    <a:pt x="5539" y="2898"/>
                  </a:lnTo>
                  <a:lnTo>
                    <a:pt x="5649" y="3229"/>
                  </a:lnTo>
                  <a:lnTo>
                    <a:pt x="5722" y="3559"/>
                  </a:lnTo>
                  <a:lnTo>
                    <a:pt x="5686" y="3926"/>
                  </a:lnTo>
                  <a:lnTo>
                    <a:pt x="5612" y="4256"/>
                  </a:lnTo>
                  <a:lnTo>
                    <a:pt x="5466" y="4549"/>
                  </a:lnTo>
                  <a:lnTo>
                    <a:pt x="5062" y="5063"/>
                  </a:lnTo>
                  <a:lnTo>
                    <a:pt x="4879" y="5319"/>
                  </a:lnTo>
                  <a:lnTo>
                    <a:pt x="4732" y="5613"/>
                  </a:lnTo>
                  <a:lnTo>
                    <a:pt x="4659" y="5943"/>
                  </a:lnTo>
                  <a:lnTo>
                    <a:pt x="4659" y="6090"/>
                  </a:lnTo>
                  <a:lnTo>
                    <a:pt x="4659" y="6273"/>
                  </a:lnTo>
                  <a:lnTo>
                    <a:pt x="4695" y="6420"/>
                  </a:lnTo>
                  <a:lnTo>
                    <a:pt x="4769" y="6567"/>
                  </a:lnTo>
                  <a:lnTo>
                    <a:pt x="4805" y="6677"/>
                  </a:lnTo>
                  <a:lnTo>
                    <a:pt x="4915" y="6787"/>
                  </a:lnTo>
                  <a:lnTo>
                    <a:pt x="5135" y="6933"/>
                  </a:lnTo>
                  <a:lnTo>
                    <a:pt x="5392" y="7007"/>
                  </a:lnTo>
                  <a:lnTo>
                    <a:pt x="5649" y="7043"/>
                  </a:lnTo>
                  <a:lnTo>
                    <a:pt x="5942" y="7007"/>
                  </a:lnTo>
                  <a:lnTo>
                    <a:pt x="6199" y="6933"/>
                  </a:lnTo>
                  <a:lnTo>
                    <a:pt x="6456" y="6823"/>
                  </a:lnTo>
                  <a:lnTo>
                    <a:pt x="6676" y="6677"/>
                  </a:lnTo>
                  <a:lnTo>
                    <a:pt x="6896" y="6457"/>
                  </a:lnTo>
                  <a:lnTo>
                    <a:pt x="7043" y="6200"/>
                  </a:lnTo>
                  <a:lnTo>
                    <a:pt x="7226" y="5980"/>
                  </a:lnTo>
                  <a:lnTo>
                    <a:pt x="7667" y="5246"/>
                  </a:lnTo>
                  <a:lnTo>
                    <a:pt x="7887" y="4879"/>
                  </a:lnTo>
                  <a:lnTo>
                    <a:pt x="8107" y="4476"/>
                  </a:lnTo>
                  <a:lnTo>
                    <a:pt x="8143" y="4402"/>
                  </a:lnTo>
                  <a:lnTo>
                    <a:pt x="8107" y="4329"/>
                  </a:lnTo>
                  <a:lnTo>
                    <a:pt x="8070" y="4256"/>
                  </a:lnTo>
                  <a:lnTo>
                    <a:pt x="8033" y="4182"/>
                  </a:lnTo>
                  <a:lnTo>
                    <a:pt x="7777" y="4182"/>
                  </a:lnTo>
                  <a:lnTo>
                    <a:pt x="7703" y="4256"/>
                  </a:lnTo>
                  <a:lnTo>
                    <a:pt x="7520" y="4586"/>
                  </a:lnTo>
                  <a:lnTo>
                    <a:pt x="7300" y="4879"/>
                  </a:lnTo>
                  <a:lnTo>
                    <a:pt x="6933" y="5540"/>
                  </a:lnTo>
                  <a:lnTo>
                    <a:pt x="6749" y="5796"/>
                  </a:lnTo>
                  <a:lnTo>
                    <a:pt x="6566" y="6053"/>
                  </a:lnTo>
                  <a:lnTo>
                    <a:pt x="6383" y="6273"/>
                  </a:lnTo>
                  <a:lnTo>
                    <a:pt x="6126" y="6493"/>
                  </a:lnTo>
                  <a:lnTo>
                    <a:pt x="5942" y="6567"/>
                  </a:lnTo>
                  <a:lnTo>
                    <a:pt x="5796" y="6603"/>
                  </a:lnTo>
                  <a:lnTo>
                    <a:pt x="5612" y="6567"/>
                  </a:lnTo>
                  <a:lnTo>
                    <a:pt x="5466" y="6530"/>
                  </a:lnTo>
                  <a:lnTo>
                    <a:pt x="5319" y="6457"/>
                  </a:lnTo>
                  <a:lnTo>
                    <a:pt x="5209" y="6347"/>
                  </a:lnTo>
                  <a:lnTo>
                    <a:pt x="5135" y="6200"/>
                  </a:lnTo>
                  <a:lnTo>
                    <a:pt x="5099" y="6016"/>
                  </a:lnTo>
                  <a:lnTo>
                    <a:pt x="5135" y="5833"/>
                  </a:lnTo>
                  <a:lnTo>
                    <a:pt x="5172" y="5686"/>
                  </a:lnTo>
                  <a:lnTo>
                    <a:pt x="5356" y="5393"/>
                  </a:lnTo>
                  <a:lnTo>
                    <a:pt x="5759" y="4879"/>
                  </a:lnTo>
                  <a:lnTo>
                    <a:pt x="5906" y="4659"/>
                  </a:lnTo>
                  <a:lnTo>
                    <a:pt x="6016" y="4402"/>
                  </a:lnTo>
                  <a:lnTo>
                    <a:pt x="6126" y="4146"/>
                  </a:lnTo>
                  <a:lnTo>
                    <a:pt x="6163" y="3889"/>
                  </a:lnTo>
                  <a:lnTo>
                    <a:pt x="6163" y="3632"/>
                  </a:lnTo>
                  <a:lnTo>
                    <a:pt x="6163" y="3339"/>
                  </a:lnTo>
                  <a:lnTo>
                    <a:pt x="6089" y="3082"/>
                  </a:lnTo>
                  <a:lnTo>
                    <a:pt x="6016" y="2825"/>
                  </a:lnTo>
                  <a:lnTo>
                    <a:pt x="5832" y="2532"/>
                  </a:lnTo>
                  <a:lnTo>
                    <a:pt x="5576" y="2165"/>
                  </a:lnTo>
                  <a:lnTo>
                    <a:pt x="5429" y="2018"/>
                  </a:lnTo>
                  <a:lnTo>
                    <a:pt x="5282" y="1908"/>
                  </a:lnTo>
                  <a:lnTo>
                    <a:pt x="5099" y="1798"/>
                  </a:lnTo>
                  <a:lnTo>
                    <a:pt x="4915" y="1725"/>
                  </a:lnTo>
                  <a:lnTo>
                    <a:pt x="4915" y="1688"/>
                  </a:lnTo>
                  <a:lnTo>
                    <a:pt x="4915" y="1468"/>
                  </a:lnTo>
                  <a:lnTo>
                    <a:pt x="4989" y="1321"/>
                  </a:lnTo>
                  <a:lnTo>
                    <a:pt x="5062" y="1174"/>
                  </a:lnTo>
                  <a:lnTo>
                    <a:pt x="5172" y="1028"/>
                  </a:lnTo>
                  <a:lnTo>
                    <a:pt x="5319" y="918"/>
                  </a:lnTo>
                  <a:lnTo>
                    <a:pt x="5502" y="844"/>
                  </a:lnTo>
                  <a:lnTo>
                    <a:pt x="5686" y="808"/>
                  </a:lnTo>
                  <a:lnTo>
                    <a:pt x="5869" y="771"/>
                  </a:lnTo>
                  <a:lnTo>
                    <a:pt x="6016" y="771"/>
                  </a:lnTo>
                  <a:lnTo>
                    <a:pt x="6199" y="808"/>
                  </a:lnTo>
                  <a:lnTo>
                    <a:pt x="6529" y="918"/>
                  </a:lnTo>
                  <a:lnTo>
                    <a:pt x="7190" y="1211"/>
                  </a:lnTo>
                  <a:lnTo>
                    <a:pt x="7080" y="1321"/>
                  </a:lnTo>
                  <a:lnTo>
                    <a:pt x="7043" y="1431"/>
                  </a:lnTo>
                  <a:lnTo>
                    <a:pt x="7043" y="1541"/>
                  </a:lnTo>
                  <a:lnTo>
                    <a:pt x="7043" y="1651"/>
                  </a:lnTo>
                  <a:lnTo>
                    <a:pt x="7153" y="1871"/>
                  </a:lnTo>
                  <a:lnTo>
                    <a:pt x="7300" y="2018"/>
                  </a:lnTo>
                  <a:lnTo>
                    <a:pt x="7446" y="2165"/>
                  </a:lnTo>
                  <a:lnTo>
                    <a:pt x="7556" y="2275"/>
                  </a:lnTo>
                  <a:lnTo>
                    <a:pt x="7446" y="2495"/>
                  </a:lnTo>
                  <a:lnTo>
                    <a:pt x="7263" y="3045"/>
                  </a:lnTo>
                  <a:lnTo>
                    <a:pt x="7153" y="3265"/>
                  </a:lnTo>
                  <a:lnTo>
                    <a:pt x="7043" y="3485"/>
                  </a:lnTo>
                  <a:lnTo>
                    <a:pt x="6933" y="3705"/>
                  </a:lnTo>
                  <a:lnTo>
                    <a:pt x="6896" y="3926"/>
                  </a:lnTo>
                  <a:lnTo>
                    <a:pt x="6896" y="3999"/>
                  </a:lnTo>
                  <a:lnTo>
                    <a:pt x="6970" y="4036"/>
                  </a:lnTo>
                  <a:lnTo>
                    <a:pt x="7043" y="4072"/>
                  </a:lnTo>
                  <a:lnTo>
                    <a:pt x="7116" y="4036"/>
                  </a:lnTo>
                  <a:lnTo>
                    <a:pt x="7263" y="3889"/>
                  </a:lnTo>
                  <a:lnTo>
                    <a:pt x="7410" y="3705"/>
                  </a:lnTo>
                  <a:lnTo>
                    <a:pt x="7593" y="3265"/>
                  </a:lnTo>
                  <a:lnTo>
                    <a:pt x="7777" y="2715"/>
                  </a:lnTo>
                  <a:lnTo>
                    <a:pt x="7813" y="2458"/>
                  </a:lnTo>
                  <a:lnTo>
                    <a:pt x="7813" y="2422"/>
                  </a:lnTo>
                  <a:lnTo>
                    <a:pt x="8363" y="2678"/>
                  </a:lnTo>
                  <a:lnTo>
                    <a:pt x="8584" y="2862"/>
                  </a:lnTo>
                  <a:lnTo>
                    <a:pt x="8694" y="3009"/>
                  </a:lnTo>
                  <a:lnTo>
                    <a:pt x="8804" y="3155"/>
                  </a:lnTo>
                  <a:lnTo>
                    <a:pt x="8877" y="3302"/>
                  </a:lnTo>
                  <a:lnTo>
                    <a:pt x="8877" y="3449"/>
                  </a:lnTo>
                  <a:lnTo>
                    <a:pt x="8840" y="3595"/>
                  </a:lnTo>
                  <a:lnTo>
                    <a:pt x="8694" y="3705"/>
                  </a:lnTo>
                  <a:lnTo>
                    <a:pt x="8620" y="3779"/>
                  </a:lnTo>
                  <a:lnTo>
                    <a:pt x="8584" y="3852"/>
                  </a:lnTo>
                  <a:lnTo>
                    <a:pt x="8584" y="3926"/>
                  </a:lnTo>
                  <a:lnTo>
                    <a:pt x="8620" y="3999"/>
                  </a:lnTo>
                  <a:lnTo>
                    <a:pt x="8657" y="4072"/>
                  </a:lnTo>
                  <a:lnTo>
                    <a:pt x="8730" y="4109"/>
                  </a:lnTo>
                  <a:lnTo>
                    <a:pt x="8840" y="4109"/>
                  </a:lnTo>
                  <a:lnTo>
                    <a:pt x="8914" y="4072"/>
                  </a:lnTo>
                  <a:lnTo>
                    <a:pt x="9097" y="3926"/>
                  </a:lnTo>
                  <a:lnTo>
                    <a:pt x="9207" y="3779"/>
                  </a:lnTo>
                  <a:lnTo>
                    <a:pt x="9281" y="3595"/>
                  </a:lnTo>
                  <a:lnTo>
                    <a:pt x="9281" y="3412"/>
                  </a:lnTo>
                  <a:lnTo>
                    <a:pt x="9281" y="3192"/>
                  </a:lnTo>
                  <a:lnTo>
                    <a:pt x="9207" y="3009"/>
                  </a:lnTo>
                  <a:lnTo>
                    <a:pt x="9097" y="2825"/>
                  </a:lnTo>
                  <a:lnTo>
                    <a:pt x="8987" y="2642"/>
                  </a:lnTo>
                  <a:lnTo>
                    <a:pt x="8804" y="2458"/>
                  </a:lnTo>
                  <a:lnTo>
                    <a:pt x="8584" y="2348"/>
                  </a:lnTo>
                  <a:lnTo>
                    <a:pt x="8107" y="2091"/>
                  </a:lnTo>
                  <a:lnTo>
                    <a:pt x="7887" y="1981"/>
                  </a:lnTo>
                  <a:lnTo>
                    <a:pt x="7593" y="1798"/>
                  </a:lnTo>
                  <a:lnTo>
                    <a:pt x="7446" y="1651"/>
                  </a:lnTo>
                  <a:lnTo>
                    <a:pt x="7373" y="1541"/>
                  </a:lnTo>
                  <a:lnTo>
                    <a:pt x="7336" y="1431"/>
                  </a:lnTo>
                  <a:lnTo>
                    <a:pt x="7373" y="1284"/>
                  </a:lnTo>
                  <a:lnTo>
                    <a:pt x="7483" y="1358"/>
                  </a:lnTo>
                  <a:lnTo>
                    <a:pt x="7556" y="1358"/>
                  </a:lnTo>
                  <a:lnTo>
                    <a:pt x="7593" y="1321"/>
                  </a:lnTo>
                  <a:lnTo>
                    <a:pt x="7630" y="1248"/>
                  </a:lnTo>
                  <a:lnTo>
                    <a:pt x="7703" y="1138"/>
                  </a:lnTo>
                  <a:lnTo>
                    <a:pt x="7813" y="954"/>
                  </a:lnTo>
                  <a:lnTo>
                    <a:pt x="7923" y="808"/>
                  </a:lnTo>
                  <a:lnTo>
                    <a:pt x="8107" y="698"/>
                  </a:lnTo>
                  <a:lnTo>
                    <a:pt x="8290" y="624"/>
                  </a:lnTo>
                  <a:lnTo>
                    <a:pt x="8474" y="588"/>
                  </a:lnTo>
                  <a:lnTo>
                    <a:pt x="8694" y="551"/>
                  </a:lnTo>
                  <a:lnTo>
                    <a:pt x="9060" y="514"/>
                  </a:lnTo>
                  <a:close/>
                  <a:moveTo>
                    <a:pt x="13279" y="9318"/>
                  </a:moveTo>
                  <a:lnTo>
                    <a:pt x="13426" y="9428"/>
                  </a:lnTo>
                  <a:lnTo>
                    <a:pt x="13426" y="9464"/>
                  </a:lnTo>
                  <a:lnTo>
                    <a:pt x="13352" y="9464"/>
                  </a:lnTo>
                  <a:lnTo>
                    <a:pt x="13242" y="9538"/>
                  </a:lnTo>
                  <a:lnTo>
                    <a:pt x="12985" y="9868"/>
                  </a:lnTo>
                  <a:lnTo>
                    <a:pt x="12692" y="10198"/>
                  </a:lnTo>
                  <a:lnTo>
                    <a:pt x="12362" y="10492"/>
                  </a:lnTo>
                  <a:lnTo>
                    <a:pt x="12032" y="10748"/>
                  </a:lnTo>
                  <a:lnTo>
                    <a:pt x="11445" y="11078"/>
                  </a:lnTo>
                  <a:lnTo>
                    <a:pt x="10858" y="11409"/>
                  </a:lnTo>
                  <a:lnTo>
                    <a:pt x="10638" y="11372"/>
                  </a:lnTo>
                  <a:lnTo>
                    <a:pt x="10418" y="11299"/>
                  </a:lnTo>
                  <a:lnTo>
                    <a:pt x="10234" y="11188"/>
                  </a:lnTo>
                  <a:lnTo>
                    <a:pt x="10051" y="11078"/>
                  </a:lnTo>
                  <a:lnTo>
                    <a:pt x="10491" y="11005"/>
                  </a:lnTo>
                  <a:lnTo>
                    <a:pt x="10895" y="10858"/>
                  </a:lnTo>
                  <a:lnTo>
                    <a:pt x="11298" y="10675"/>
                  </a:lnTo>
                  <a:lnTo>
                    <a:pt x="11702" y="10492"/>
                  </a:lnTo>
                  <a:lnTo>
                    <a:pt x="12142" y="10235"/>
                  </a:lnTo>
                  <a:lnTo>
                    <a:pt x="12545" y="9941"/>
                  </a:lnTo>
                  <a:lnTo>
                    <a:pt x="12912" y="9648"/>
                  </a:lnTo>
                  <a:lnTo>
                    <a:pt x="13279" y="9318"/>
                  </a:lnTo>
                  <a:close/>
                  <a:moveTo>
                    <a:pt x="13609" y="9648"/>
                  </a:moveTo>
                  <a:lnTo>
                    <a:pt x="13719" y="9795"/>
                  </a:lnTo>
                  <a:lnTo>
                    <a:pt x="13792" y="9978"/>
                  </a:lnTo>
                  <a:lnTo>
                    <a:pt x="13939" y="10345"/>
                  </a:lnTo>
                  <a:lnTo>
                    <a:pt x="13939" y="10602"/>
                  </a:lnTo>
                  <a:lnTo>
                    <a:pt x="13939" y="10858"/>
                  </a:lnTo>
                  <a:lnTo>
                    <a:pt x="13866" y="10968"/>
                  </a:lnTo>
                  <a:lnTo>
                    <a:pt x="13829" y="10932"/>
                  </a:lnTo>
                  <a:lnTo>
                    <a:pt x="13719" y="10932"/>
                  </a:lnTo>
                  <a:lnTo>
                    <a:pt x="13719" y="10968"/>
                  </a:lnTo>
                  <a:lnTo>
                    <a:pt x="13609" y="11188"/>
                  </a:lnTo>
                  <a:lnTo>
                    <a:pt x="12765" y="11299"/>
                  </a:lnTo>
                  <a:lnTo>
                    <a:pt x="12912" y="11188"/>
                  </a:lnTo>
                  <a:lnTo>
                    <a:pt x="13316" y="10895"/>
                  </a:lnTo>
                  <a:lnTo>
                    <a:pt x="13682" y="10565"/>
                  </a:lnTo>
                  <a:lnTo>
                    <a:pt x="13756" y="10492"/>
                  </a:lnTo>
                  <a:lnTo>
                    <a:pt x="13756" y="10381"/>
                  </a:lnTo>
                  <a:lnTo>
                    <a:pt x="13719" y="10308"/>
                  </a:lnTo>
                  <a:lnTo>
                    <a:pt x="13609" y="10271"/>
                  </a:lnTo>
                  <a:lnTo>
                    <a:pt x="13536" y="10271"/>
                  </a:lnTo>
                  <a:lnTo>
                    <a:pt x="13462" y="10308"/>
                  </a:lnTo>
                  <a:lnTo>
                    <a:pt x="13059" y="10638"/>
                  </a:lnTo>
                  <a:lnTo>
                    <a:pt x="12655" y="10968"/>
                  </a:lnTo>
                  <a:lnTo>
                    <a:pt x="12398" y="11152"/>
                  </a:lnTo>
                  <a:lnTo>
                    <a:pt x="12325" y="11225"/>
                  </a:lnTo>
                  <a:lnTo>
                    <a:pt x="12252" y="11372"/>
                  </a:lnTo>
                  <a:lnTo>
                    <a:pt x="11665" y="11409"/>
                  </a:lnTo>
                  <a:lnTo>
                    <a:pt x="11481" y="11445"/>
                  </a:lnTo>
                  <a:lnTo>
                    <a:pt x="11775" y="11299"/>
                  </a:lnTo>
                  <a:lnTo>
                    <a:pt x="12068" y="11115"/>
                  </a:lnTo>
                  <a:lnTo>
                    <a:pt x="12362" y="10932"/>
                  </a:lnTo>
                  <a:lnTo>
                    <a:pt x="12655" y="10748"/>
                  </a:lnTo>
                  <a:lnTo>
                    <a:pt x="12912" y="10492"/>
                  </a:lnTo>
                  <a:lnTo>
                    <a:pt x="13132" y="10271"/>
                  </a:lnTo>
                  <a:lnTo>
                    <a:pt x="13352" y="10015"/>
                  </a:lnTo>
                  <a:lnTo>
                    <a:pt x="13572" y="9721"/>
                  </a:lnTo>
                  <a:lnTo>
                    <a:pt x="13609" y="9648"/>
                  </a:lnTo>
                  <a:close/>
                  <a:moveTo>
                    <a:pt x="9060" y="1"/>
                  </a:moveTo>
                  <a:lnTo>
                    <a:pt x="8804" y="37"/>
                  </a:lnTo>
                  <a:lnTo>
                    <a:pt x="8547" y="37"/>
                  </a:lnTo>
                  <a:lnTo>
                    <a:pt x="8290" y="111"/>
                  </a:lnTo>
                  <a:lnTo>
                    <a:pt x="8033" y="184"/>
                  </a:lnTo>
                  <a:lnTo>
                    <a:pt x="7813" y="294"/>
                  </a:lnTo>
                  <a:lnTo>
                    <a:pt x="7593" y="441"/>
                  </a:lnTo>
                  <a:lnTo>
                    <a:pt x="7410" y="624"/>
                  </a:lnTo>
                  <a:lnTo>
                    <a:pt x="7300" y="844"/>
                  </a:lnTo>
                  <a:lnTo>
                    <a:pt x="6896" y="624"/>
                  </a:lnTo>
                  <a:lnTo>
                    <a:pt x="6493" y="441"/>
                  </a:lnTo>
                  <a:lnTo>
                    <a:pt x="6273" y="367"/>
                  </a:lnTo>
                  <a:lnTo>
                    <a:pt x="6053" y="331"/>
                  </a:lnTo>
                  <a:lnTo>
                    <a:pt x="5612" y="331"/>
                  </a:lnTo>
                  <a:lnTo>
                    <a:pt x="5392" y="404"/>
                  </a:lnTo>
                  <a:lnTo>
                    <a:pt x="5209" y="477"/>
                  </a:lnTo>
                  <a:lnTo>
                    <a:pt x="5025" y="588"/>
                  </a:lnTo>
                  <a:lnTo>
                    <a:pt x="4842" y="734"/>
                  </a:lnTo>
                  <a:lnTo>
                    <a:pt x="4695" y="881"/>
                  </a:lnTo>
                  <a:lnTo>
                    <a:pt x="4585" y="1064"/>
                  </a:lnTo>
                  <a:lnTo>
                    <a:pt x="4512" y="1248"/>
                  </a:lnTo>
                  <a:lnTo>
                    <a:pt x="4475" y="1468"/>
                  </a:lnTo>
                  <a:lnTo>
                    <a:pt x="4182" y="1505"/>
                  </a:lnTo>
                  <a:lnTo>
                    <a:pt x="3888" y="1541"/>
                  </a:lnTo>
                  <a:lnTo>
                    <a:pt x="3595" y="1651"/>
                  </a:lnTo>
                  <a:lnTo>
                    <a:pt x="3338" y="1798"/>
                  </a:lnTo>
                  <a:lnTo>
                    <a:pt x="3081" y="1945"/>
                  </a:lnTo>
                  <a:lnTo>
                    <a:pt x="2861" y="2091"/>
                  </a:lnTo>
                  <a:lnTo>
                    <a:pt x="2641" y="2312"/>
                  </a:lnTo>
                  <a:lnTo>
                    <a:pt x="2421" y="2532"/>
                  </a:lnTo>
                  <a:lnTo>
                    <a:pt x="2238" y="2788"/>
                  </a:lnTo>
                  <a:lnTo>
                    <a:pt x="2091" y="3082"/>
                  </a:lnTo>
                  <a:lnTo>
                    <a:pt x="1981" y="3155"/>
                  </a:lnTo>
                  <a:lnTo>
                    <a:pt x="1834" y="3229"/>
                  </a:lnTo>
                  <a:lnTo>
                    <a:pt x="1504" y="3375"/>
                  </a:lnTo>
                  <a:lnTo>
                    <a:pt x="1211" y="3559"/>
                  </a:lnTo>
                  <a:lnTo>
                    <a:pt x="954" y="3779"/>
                  </a:lnTo>
                  <a:lnTo>
                    <a:pt x="697" y="3999"/>
                  </a:lnTo>
                  <a:lnTo>
                    <a:pt x="477" y="4256"/>
                  </a:lnTo>
                  <a:lnTo>
                    <a:pt x="330" y="4512"/>
                  </a:lnTo>
                  <a:lnTo>
                    <a:pt x="183" y="4769"/>
                  </a:lnTo>
                  <a:lnTo>
                    <a:pt x="73" y="5063"/>
                  </a:lnTo>
                  <a:lnTo>
                    <a:pt x="37" y="5319"/>
                  </a:lnTo>
                  <a:lnTo>
                    <a:pt x="0" y="5613"/>
                  </a:lnTo>
                  <a:lnTo>
                    <a:pt x="0" y="5906"/>
                  </a:lnTo>
                  <a:lnTo>
                    <a:pt x="73" y="6200"/>
                  </a:lnTo>
                  <a:lnTo>
                    <a:pt x="183" y="6493"/>
                  </a:lnTo>
                  <a:lnTo>
                    <a:pt x="294" y="6713"/>
                  </a:lnTo>
                  <a:lnTo>
                    <a:pt x="440" y="6933"/>
                  </a:lnTo>
                  <a:lnTo>
                    <a:pt x="660" y="7117"/>
                  </a:lnTo>
                  <a:lnTo>
                    <a:pt x="880" y="7300"/>
                  </a:lnTo>
                  <a:lnTo>
                    <a:pt x="1064" y="7374"/>
                  </a:lnTo>
                  <a:lnTo>
                    <a:pt x="1027" y="7594"/>
                  </a:lnTo>
                  <a:lnTo>
                    <a:pt x="1027" y="7814"/>
                  </a:lnTo>
                  <a:lnTo>
                    <a:pt x="1064" y="8034"/>
                  </a:lnTo>
                  <a:lnTo>
                    <a:pt x="1101" y="8217"/>
                  </a:lnTo>
                  <a:lnTo>
                    <a:pt x="1174" y="8437"/>
                  </a:lnTo>
                  <a:lnTo>
                    <a:pt x="1284" y="8621"/>
                  </a:lnTo>
                  <a:lnTo>
                    <a:pt x="1431" y="8804"/>
                  </a:lnTo>
                  <a:lnTo>
                    <a:pt x="1614" y="8988"/>
                  </a:lnTo>
                  <a:lnTo>
                    <a:pt x="1797" y="9098"/>
                  </a:lnTo>
                  <a:lnTo>
                    <a:pt x="1981" y="9208"/>
                  </a:lnTo>
                  <a:lnTo>
                    <a:pt x="2201" y="9281"/>
                  </a:lnTo>
                  <a:lnTo>
                    <a:pt x="2421" y="9318"/>
                  </a:lnTo>
                  <a:lnTo>
                    <a:pt x="2641" y="9354"/>
                  </a:lnTo>
                  <a:lnTo>
                    <a:pt x="2861" y="9318"/>
                  </a:lnTo>
                  <a:lnTo>
                    <a:pt x="3081" y="9281"/>
                  </a:lnTo>
                  <a:lnTo>
                    <a:pt x="3301" y="9208"/>
                  </a:lnTo>
                  <a:lnTo>
                    <a:pt x="3375" y="9354"/>
                  </a:lnTo>
                  <a:lnTo>
                    <a:pt x="3448" y="9501"/>
                  </a:lnTo>
                  <a:lnTo>
                    <a:pt x="3595" y="9648"/>
                  </a:lnTo>
                  <a:lnTo>
                    <a:pt x="3742" y="9758"/>
                  </a:lnTo>
                  <a:lnTo>
                    <a:pt x="3925" y="9868"/>
                  </a:lnTo>
                  <a:lnTo>
                    <a:pt x="4108" y="9905"/>
                  </a:lnTo>
                  <a:lnTo>
                    <a:pt x="4292" y="9941"/>
                  </a:lnTo>
                  <a:lnTo>
                    <a:pt x="4475" y="9941"/>
                  </a:lnTo>
                  <a:lnTo>
                    <a:pt x="4842" y="9905"/>
                  </a:lnTo>
                  <a:lnTo>
                    <a:pt x="5246" y="9795"/>
                  </a:lnTo>
                  <a:lnTo>
                    <a:pt x="5686" y="9648"/>
                  </a:lnTo>
                  <a:lnTo>
                    <a:pt x="6163" y="9574"/>
                  </a:lnTo>
                  <a:lnTo>
                    <a:pt x="6603" y="9574"/>
                  </a:lnTo>
                  <a:lnTo>
                    <a:pt x="7080" y="9611"/>
                  </a:lnTo>
                  <a:lnTo>
                    <a:pt x="7446" y="9648"/>
                  </a:lnTo>
                  <a:lnTo>
                    <a:pt x="7630" y="9648"/>
                  </a:lnTo>
                  <a:lnTo>
                    <a:pt x="7813" y="9611"/>
                  </a:lnTo>
                  <a:lnTo>
                    <a:pt x="7960" y="9721"/>
                  </a:lnTo>
                  <a:lnTo>
                    <a:pt x="8143" y="9795"/>
                  </a:lnTo>
                  <a:lnTo>
                    <a:pt x="8327" y="9831"/>
                  </a:lnTo>
                  <a:lnTo>
                    <a:pt x="8547" y="9868"/>
                  </a:lnTo>
                  <a:lnTo>
                    <a:pt x="9024" y="9905"/>
                  </a:lnTo>
                  <a:lnTo>
                    <a:pt x="9391" y="9868"/>
                  </a:lnTo>
                  <a:lnTo>
                    <a:pt x="9501" y="9868"/>
                  </a:lnTo>
                  <a:lnTo>
                    <a:pt x="9354" y="10161"/>
                  </a:lnTo>
                  <a:lnTo>
                    <a:pt x="9317" y="10308"/>
                  </a:lnTo>
                  <a:lnTo>
                    <a:pt x="9281" y="10492"/>
                  </a:lnTo>
                  <a:lnTo>
                    <a:pt x="9317" y="10638"/>
                  </a:lnTo>
                  <a:lnTo>
                    <a:pt x="9354" y="10785"/>
                  </a:lnTo>
                  <a:lnTo>
                    <a:pt x="9464" y="11078"/>
                  </a:lnTo>
                  <a:lnTo>
                    <a:pt x="9647" y="11335"/>
                  </a:lnTo>
                  <a:lnTo>
                    <a:pt x="9831" y="11519"/>
                  </a:lnTo>
                  <a:lnTo>
                    <a:pt x="9977" y="11629"/>
                  </a:lnTo>
                  <a:lnTo>
                    <a:pt x="10198" y="11739"/>
                  </a:lnTo>
                  <a:lnTo>
                    <a:pt x="10381" y="11812"/>
                  </a:lnTo>
                  <a:lnTo>
                    <a:pt x="10821" y="11922"/>
                  </a:lnTo>
                  <a:lnTo>
                    <a:pt x="11298" y="11959"/>
                  </a:lnTo>
                  <a:lnTo>
                    <a:pt x="11775" y="11922"/>
                  </a:lnTo>
                  <a:lnTo>
                    <a:pt x="12215" y="11885"/>
                  </a:lnTo>
                  <a:lnTo>
                    <a:pt x="13095" y="11775"/>
                  </a:lnTo>
                  <a:lnTo>
                    <a:pt x="13939" y="11665"/>
                  </a:lnTo>
                  <a:lnTo>
                    <a:pt x="14343" y="11555"/>
                  </a:lnTo>
                  <a:lnTo>
                    <a:pt x="14746" y="11409"/>
                  </a:lnTo>
                  <a:lnTo>
                    <a:pt x="15076" y="11262"/>
                  </a:lnTo>
                  <a:lnTo>
                    <a:pt x="15370" y="11042"/>
                  </a:lnTo>
                  <a:lnTo>
                    <a:pt x="15626" y="10785"/>
                  </a:lnTo>
                  <a:lnTo>
                    <a:pt x="15847" y="10528"/>
                  </a:lnTo>
                  <a:lnTo>
                    <a:pt x="16030" y="10235"/>
                  </a:lnTo>
                  <a:lnTo>
                    <a:pt x="16213" y="9941"/>
                  </a:lnTo>
                  <a:lnTo>
                    <a:pt x="16360" y="9648"/>
                  </a:lnTo>
                  <a:lnTo>
                    <a:pt x="16433" y="9318"/>
                  </a:lnTo>
                  <a:lnTo>
                    <a:pt x="16507" y="8988"/>
                  </a:lnTo>
                  <a:lnTo>
                    <a:pt x="16543" y="8657"/>
                  </a:lnTo>
                  <a:lnTo>
                    <a:pt x="16507" y="8327"/>
                  </a:lnTo>
                  <a:lnTo>
                    <a:pt x="16470" y="7997"/>
                  </a:lnTo>
                  <a:lnTo>
                    <a:pt x="16690" y="7447"/>
                  </a:lnTo>
                  <a:lnTo>
                    <a:pt x="16837" y="6933"/>
                  </a:lnTo>
                  <a:lnTo>
                    <a:pt x="16910" y="6347"/>
                  </a:lnTo>
                  <a:lnTo>
                    <a:pt x="16910" y="5796"/>
                  </a:lnTo>
                  <a:lnTo>
                    <a:pt x="16837" y="5429"/>
                  </a:lnTo>
                  <a:lnTo>
                    <a:pt x="16727" y="5063"/>
                  </a:lnTo>
                  <a:lnTo>
                    <a:pt x="16654" y="4916"/>
                  </a:lnTo>
                  <a:lnTo>
                    <a:pt x="16543" y="4769"/>
                  </a:lnTo>
                  <a:lnTo>
                    <a:pt x="16397" y="4659"/>
                  </a:lnTo>
                  <a:lnTo>
                    <a:pt x="16250" y="4586"/>
                  </a:lnTo>
                  <a:lnTo>
                    <a:pt x="16250" y="4146"/>
                  </a:lnTo>
                  <a:lnTo>
                    <a:pt x="16177" y="3742"/>
                  </a:lnTo>
                  <a:lnTo>
                    <a:pt x="16030" y="3375"/>
                  </a:lnTo>
                  <a:lnTo>
                    <a:pt x="15773" y="3009"/>
                  </a:lnTo>
                  <a:lnTo>
                    <a:pt x="15626" y="2825"/>
                  </a:lnTo>
                  <a:lnTo>
                    <a:pt x="15443" y="2642"/>
                  </a:lnTo>
                  <a:lnTo>
                    <a:pt x="15223" y="2495"/>
                  </a:lnTo>
                  <a:lnTo>
                    <a:pt x="15003" y="2385"/>
                  </a:lnTo>
                  <a:lnTo>
                    <a:pt x="14746" y="2238"/>
                  </a:lnTo>
                  <a:lnTo>
                    <a:pt x="14526" y="2055"/>
                  </a:lnTo>
                  <a:lnTo>
                    <a:pt x="14379" y="1835"/>
                  </a:lnTo>
                  <a:lnTo>
                    <a:pt x="14233" y="1578"/>
                  </a:lnTo>
                  <a:lnTo>
                    <a:pt x="14123" y="1358"/>
                  </a:lnTo>
                  <a:lnTo>
                    <a:pt x="13976" y="1138"/>
                  </a:lnTo>
                  <a:lnTo>
                    <a:pt x="13829" y="991"/>
                  </a:lnTo>
                  <a:lnTo>
                    <a:pt x="13682" y="808"/>
                  </a:lnTo>
                  <a:lnTo>
                    <a:pt x="13499" y="698"/>
                  </a:lnTo>
                  <a:lnTo>
                    <a:pt x="13279" y="588"/>
                  </a:lnTo>
                  <a:lnTo>
                    <a:pt x="13059" y="514"/>
                  </a:lnTo>
                  <a:lnTo>
                    <a:pt x="12802" y="441"/>
                  </a:lnTo>
                  <a:lnTo>
                    <a:pt x="12362" y="441"/>
                  </a:lnTo>
                  <a:lnTo>
                    <a:pt x="11885" y="477"/>
                  </a:lnTo>
                  <a:lnTo>
                    <a:pt x="11408" y="588"/>
                  </a:lnTo>
                  <a:lnTo>
                    <a:pt x="10968" y="698"/>
                  </a:lnTo>
                  <a:lnTo>
                    <a:pt x="10821" y="514"/>
                  </a:lnTo>
                  <a:lnTo>
                    <a:pt x="10601" y="331"/>
                  </a:lnTo>
                  <a:lnTo>
                    <a:pt x="10381" y="221"/>
                  </a:lnTo>
                  <a:lnTo>
                    <a:pt x="10124" y="147"/>
                  </a:lnTo>
                  <a:lnTo>
                    <a:pt x="9867" y="74"/>
                  </a:lnTo>
                  <a:lnTo>
                    <a:pt x="9574" y="37"/>
                  </a:lnTo>
                  <a:lnTo>
                    <a:pt x="9060" y="1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31" name="Google Shape;319;p5">
              <a:extLst>
                <a:ext uri="{FF2B5EF4-FFF2-40B4-BE49-F238E27FC236}">
                  <a16:creationId xmlns:a16="http://schemas.microsoft.com/office/drawing/2014/main" id="{CB505A8C-98BC-44CF-A95C-A7197B43CAA2}"/>
                </a:ext>
              </a:extLst>
            </p:cNvPr>
            <p:cNvSpPr/>
            <p:nvPr/>
          </p:nvSpPr>
          <p:spPr>
            <a:xfrm>
              <a:off x="7121425" y="2437925"/>
              <a:ext cx="246700" cy="315500"/>
            </a:xfrm>
            <a:custGeom>
              <a:avLst/>
              <a:gdLst/>
              <a:ahLst/>
              <a:cxnLst/>
              <a:rect l="l" t="t" r="r" b="b"/>
              <a:pathLst>
                <a:path w="9868" h="12620" extrusionOk="0">
                  <a:moveTo>
                    <a:pt x="4182" y="661"/>
                  </a:moveTo>
                  <a:lnTo>
                    <a:pt x="4182" y="918"/>
                  </a:lnTo>
                  <a:lnTo>
                    <a:pt x="4182" y="1431"/>
                  </a:lnTo>
                  <a:lnTo>
                    <a:pt x="4145" y="2202"/>
                  </a:lnTo>
                  <a:lnTo>
                    <a:pt x="3925" y="2165"/>
                  </a:lnTo>
                  <a:lnTo>
                    <a:pt x="3962" y="2018"/>
                  </a:lnTo>
                  <a:lnTo>
                    <a:pt x="3962" y="1835"/>
                  </a:lnTo>
                  <a:lnTo>
                    <a:pt x="3889" y="1468"/>
                  </a:lnTo>
                  <a:lnTo>
                    <a:pt x="3852" y="1101"/>
                  </a:lnTo>
                  <a:lnTo>
                    <a:pt x="3889" y="918"/>
                  </a:lnTo>
                  <a:lnTo>
                    <a:pt x="3962" y="771"/>
                  </a:lnTo>
                  <a:lnTo>
                    <a:pt x="3999" y="698"/>
                  </a:lnTo>
                  <a:lnTo>
                    <a:pt x="4072" y="661"/>
                  </a:lnTo>
                  <a:close/>
                  <a:moveTo>
                    <a:pt x="1541" y="404"/>
                  </a:moveTo>
                  <a:lnTo>
                    <a:pt x="1578" y="441"/>
                  </a:lnTo>
                  <a:lnTo>
                    <a:pt x="1614" y="514"/>
                  </a:lnTo>
                  <a:lnTo>
                    <a:pt x="1614" y="1138"/>
                  </a:lnTo>
                  <a:lnTo>
                    <a:pt x="1688" y="2202"/>
                  </a:lnTo>
                  <a:lnTo>
                    <a:pt x="1284" y="2238"/>
                  </a:lnTo>
                  <a:lnTo>
                    <a:pt x="1211" y="2238"/>
                  </a:lnTo>
                  <a:lnTo>
                    <a:pt x="1211" y="1871"/>
                  </a:lnTo>
                  <a:lnTo>
                    <a:pt x="1174" y="1505"/>
                  </a:lnTo>
                  <a:lnTo>
                    <a:pt x="1211" y="1211"/>
                  </a:lnTo>
                  <a:lnTo>
                    <a:pt x="1248" y="954"/>
                  </a:lnTo>
                  <a:lnTo>
                    <a:pt x="1358" y="404"/>
                  </a:lnTo>
                  <a:close/>
                  <a:moveTo>
                    <a:pt x="3815" y="2678"/>
                  </a:moveTo>
                  <a:lnTo>
                    <a:pt x="4439" y="2715"/>
                  </a:lnTo>
                  <a:lnTo>
                    <a:pt x="5026" y="2789"/>
                  </a:lnTo>
                  <a:lnTo>
                    <a:pt x="5026" y="2825"/>
                  </a:lnTo>
                  <a:lnTo>
                    <a:pt x="5136" y="3485"/>
                  </a:lnTo>
                  <a:lnTo>
                    <a:pt x="3925" y="3559"/>
                  </a:lnTo>
                  <a:lnTo>
                    <a:pt x="2678" y="3632"/>
                  </a:lnTo>
                  <a:lnTo>
                    <a:pt x="1358" y="3669"/>
                  </a:lnTo>
                  <a:lnTo>
                    <a:pt x="917" y="3706"/>
                  </a:lnTo>
                  <a:lnTo>
                    <a:pt x="477" y="3742"/>
                  </a:lnTo>
                  <a:lnTo>
                    <a:pt x="441" y="3229"/>
                  </a:lnTo>
                  <a:lnTo>
                    <a:pt x="441" y="2972"/>
                  </a:lnTo>
                  <a:lnTo>
                    <a:pt x="404" y="2862"/>
                  </a:lnTo>
                  <a:lnTo>
                    <a:pt x="331" y="2752"/>
                  </a:lnTo>
                  <a:lnTo>
                    <a:pt x="587" y="2789"/>
                  </a:lnTo>
                  <a:lnTo>
                    <a:pt x="807" y="2789"/>
                  </a:lnTo>
                  <a:lnTo>
                    <a:pt x="1284" y="2752"/>
                  </a:lnTo>
                  <a:lnTo>
                    <a:pt x="1945" y="2678"/>
                  </a:lnTo>
                  <a:close/>
                  <a:moveTo>
                    <a:pt x="4916" y="3999"/>
                  </a:moveTo>
                  <a:lnTo>
                    <a:pt x="4989" y="4072"/>
                  </a:lnTo>
                  <a:lnTo>
                    <a:pt x="5136" y="4109"/>
                  </a:lnTo>
                  <a:lnTo>
                    <a:pt x="5209" y="4072"/>
                  </a:lnTo>
                  <a:lnTo>
                    <a:pt x="5246" y="4623"/>
                  </a:lnTo>
                  <a:lnTo>
                    <a:pt x="5209" y="5173"/>
                  </a:lnTo>
                  <a:lnTo>
                    <a:pt x="5173" y="5430"/>
                  </a:lnTo>
                  <a:lnTo>
                    <a:pt x="5099" y="5723"/>
                  </a:lnTo>
                  <a:lnTo>
                    <a:pt x="4989" y="5980"/>
                  </a:lnTo>
                  <a:lnTo>
                    <a:pt x="4806" y="6200"/>
                  </a:lnTo>
                  <a:lnTo>
                    <a:pt x="4659" y="6310"/>
                  </a:lnTo>
                  <a:lnTo>
                    <a:pt x="4476" y="6420"/>
                  </a:lnTo>
                  <a:lnTo>
                    <a:pt x="4292" y="6457"/>
                  </a:lnTo>
                  <a:lnTo>
                    <a:pt x="4072" y="6493"/>
                  </a:lnTo>
                  <a:lnTo>
                    <a:pt x="3632" y="6530"/>
                  </a:lnTo>
                  <a:lnTo>
                    <a:pt x="3265" y="6567"/>
                  </a:lnTo>
                  <a:lnTo>
                    <a:pt x="2605" y="6567"/>
                  </a:lnTo>
                  <a:lnTo>
                    <a:pt x="2642" y="6493"/>
                  </a:lnTo>
                  <a:lnTo>
                    <a:pt x="2678" y="6383"/>
                  </a:lnTo>
                  <a:lnTo>
                    <a:pt x="2788" y="6310"/>
                  </a:lnTo>
                  <a:lnTo>
                    <a:pt x="2825" y="6273"/>
                  </a:lnTo>
                  <a:lnTo>
                    <a:pt x="2825" y="6237"/>
                  </a:lnTo>
                  <a:lnTo>
                    <a:pt x="2788" y="6200"/>
                  </a:lnTo>
                  <a:lnTo>
                    <a:pt x="2715" y="6200"/>
                  </a:lnTo>
                  <a:lnTo>
                    <a:pt x="2605" y="6237"/>
                  </a:lnTo>
                  <a:lnTo>
                    <a:pt x="2458" y="6310"/>
                  </a:lnTo>
                  <a:lnTo>
                    <a:pt x="2348" y="6420"/>
                  </a:lnTo>
                  <a:lnTo>
                    <a:pt x="2311" y="6567"/>
                  </a:lnTo>
                  <a:lnTo>
                    <a:pt x="1724" y="6493"/>
                  </a:lnTo>
                  <a:lnTo>
                    <a:pt x="1541" y="6457"/>
                  </a:lnTo>
                  <a:lnTo>
                    <a:pt x="1688" y="6420"/>
                  </a:lnTo>
                  <a:lnTo>
                    <a:pt x="2055" y="6383"/>
                  </a:lnTo>
                  <a:lnTo>
                    <a:pt x="2201" y="6310"/>
                  </a:lnTo>
                  <a:lnTo>
                    <a:pt x="2275" y="6237"/>
                  </a:lnTo>
                  <a:lnTo>
                    <a:pt x="2311" y="6163"/>
                  </a:lnTo>
                  <a:lnTo>
                    <a:pt x="2311" y="6090"/>
                  </a:lnTo>
                  <a:lnTo>
                    <a:pt x="2275" y="6016"/>
                  </a:lnTo>
                  <a:lnTo>
                    <a:pt x="2238" y="5980"/>
                  </a:lnTo>
                  <a:lnTo>
                    <a:pt x="2201" y="5943"/>
                  </a:lnTo>
                  <a:lnTo>
                    <a:pt x="2055" y="5943"/>
                  </a:lnTo>
                  <a:lnTo>
                    <a:pt x="1981" y="6016"/>
                  </a:lnTo>
                  <a:lnTo>
                    <a:pt x="1798" y="6053"/>
                  </a:lnTo>
                  <a:lnTo>
                    <a:pt x="1394" y="6127"/>
                  </a:lnTo>
                  <a:lnTo>
                    <a:pt x="1138" y="6200"/>
                  </a:lnTo>
                  <a:lnTo>
                    <a:pt x="917" y="6273"/>
                  </a:lnTo>
                  <a:lnTo>
                    <a:pt x="807" y="6200"/>
                  </a:lnTo>
                  <a:lnTo>
                    <a:pt x="697" y="6127"/>
                  </a:lnTo>
                  <a:lnTo>
                    <a:pt x="661" y="5980"/>
                  </a:lnTo>
                  <a:lnTo>
                    <a:pt x="624" y="5870"/>
                  </a:lnTo>
                  <a:lnTo>
                    <a:pt x="624" y="5870"/>
                  </a:lnTo>
                  <a:lnTo>
                    <a:pt x="844" y="5906"/>
                  </a:lnTo>
                  <a:lnTo>
                    <a:pt x="1504" y="5906"/>
                  </a:lnTo>
                  <a:lnTo>
                    <a:pt x="1724" y="5870"/>
                  </a:lnTo>
                  <a:lnTo>
                    <a:pt x="1945" y="5833"/>
                  </a:lnTo>
                  <a:lnTo>
                    <a:pt x="1981" y="5796"/>
                  </a:lnTo>
                  <a:lnTo>
                    <a:pt x="2018" y="5760"/>
                  </a:lnTo>
                  <a:lnTo>
                    <a:pt x="2055" y="5650"/>
                  </a:lnTo>
                  <a:lnTo>
                    <a:pt x="1981" y="5540"/>
                  </a:lnTo>
                  <a:lnTo>
                    <a:pt x="1945" y="5503"/>
                  </a:lnTo>
                  <a:lnTo>
                    <a:pt x="1504" y="5503"/>
                  </a:lnTo>
                  <a:lnTo>
                    <a:pt x="1101" y="5540"/>
                  </a:lnTo>
                  <a:lnTo>
                    <a:pt x="844" y="5576"/>
                  </a:lnTo>
                  <a:lnTo>
                    <a:pt x="587" y="5576"/>
                  </a:lnTo>
                  <a:lnTo>
                    <a:pt x="587" y="5356"/>
                  </a:lnTo>
                  <a:lnTo>
                    <a:pt x="734" y="5430"/>
                  </a:lnTo>
                  <a:lnTo>
                    <a:pt x="881" y="5466"/>
                  </a:lnTo>
                  <a:lnTo>
                    <a:pt x="1211" y="5466"/>
                  </a:lnTo>
                  <a:lnTo>
                    <a:pt x="1541" y="5393"/>
                  </a:lnTo>
                  <a:lnTo>
                    <a:pt x="1835" y="5246"/>
                  </a:lnTo>
                  <a:lnTo>
                    <a:pt x="1871" y="5173"/>
                  </a:lnTo>
                  <a:lnTo>
                    <a:pt x="1908" y="5099"/>
                  </a:lnTo>
                  <a:lnTo>
                    <a:pt x="1908" y="5026"/>
                  </a:lnTo>
                  <a:lnTo>
                    <a:pt x="1871" y="4953"/>
                  </a:lnTo>
                  <a:lnTo>
                    <a:pt x="1835" y="4916"/>
                  </a:lnTo>
                  <a:lnTo>
                    <a:pt x="1761" y="4879"/>
                  </a:lnTo>
                  <a:lnTo>
                    <a:pt x="1724" y="4879"/>
                  </a:lnTo>
                  <a:lnTo>
                    <a:pt x="1614" y="4916"/>
                  </a:lnTo>
                  <a:lnTo>
                    <a:pt x="1358" y="5026"/>
                  </a:lnTo>
                  <a:lnTo>
                    <a:pt x="1101" y="5099"/>
                  </a:lnTo>
                  <a:lnTo>
                    <a:pt x="844" y="5099"/>
                  </a:lnTo>
                  <a:lnTo>
                    <a:pt x="551" y="5063"/>
                  </a:lnTo>
                  <a:lnTo>
                    <a:pt x="551" y="4916"/>
                  </a:lnTo>
                  <a:lnTo>
                    <a:pt x="844" y="4879"/>
                  </a:lnTo>
                  <a:lnTo>
                    <a:pt x="1138" y="4879"/>
                  </a:lnTo>
                  <a:lnTo>
                    <a:pt x="1724" y="4769"/>
                  </a:lnTo>
                  <a:lnTo>
                    <a:pt x="1908" y="4696"/>
                  </a:lnTo>
                  <a:lnTo>
                    <a:pt x="2091" y="4586"/>
                  </a:lnTo>
                  <a:lnTo>
                    <a:pt x="2128" y="4513"/>
                  </a:lnTo>
                  <a:lnTo>
                    <a:pt x="2165" y="4439"/>
                  </a:lnTo>
                  <a:lnTo>
                    <a:pt x="2128" y="4329"/>
                  </a:lnTo>
                  <a:lnTo>
                    <a:pt x="2055" y="4256"/>
                  </a:lnTo>
                  <a:lnTo>
                    <a:pt x="1945" y="4182"/>
                  </a:lnTo>
                  <a:lnTo>
                    <a:pt x="1871" y="4182"/>
                  </a:lnTo>
                  <a:lnTo>
                    <a:pt x="1835" y="4219"/>
                  </a:lnTo>
                  <a:lnTo>
                    <a:pt x="1761" y="4256"/>
                  </a:lnTo>
                  <a:lnTo>
                    <a:pt x="1724" y="4329"/>
                  </a:lnTo>
                  <a:lnTo>
                    <a:pt x="1468" y="4403"/>
                  </a:lnTo>
                  <a:lnTo>
                    <a:pt x="991" y="4476"/>
                  </a:lnTo>
                  <a:lnTo>
                    <a:pt x="551" y="4586"/>
                  </a:lnTo>
                  <a:lnTo>
                    <a:pt x="514" y="4146"/>
                  </a:lnTo>
                  <a:lnTo>
                    <a:pt x="1358" y="4146"/>
                  </a:lnTo>
                  <a:lnTo>
                    <a:pt x="2678" y="4109"/>
                  </a:lnTo>
                  <a:lnTo>
                    <a:pt x="3815" y="4072"/>
                  </a:lnTo>
                  <a:lnTo>
                    <a:pt x="4916" y="3999"/>
                  </a:lnTo>
                  <a:close/>
                  <a:moveTo>
                    <a:pt x="1211" y="1"/>
                  </a:moveTo>
                  <a:lnTo>
                    <a:pt x="1101" y="37"/>
                  </a:lnTo>
                  <a:lnTo>
                    <a:pt x="1028" y="147"/>
                  </a:lnTo>
                  <a:lnTo>
                    <a:pt x="881" y="771"/>
                  </a:lnTo>
                  <a:lnTo>
                    <a:pt x="807" y="1395"/>
                  </a:lnTo>
                  <a:lnTo>
                    <a:pt x="807" y="1835"/>
                  </a:lnTo>
                  <a:lnTo>
                    <a:pt x="807" y="2092"/>
                  </a:lnTo>
                  <a:lnTo>
                    <a:pt x="881" y="2312"/>
                  </a:lnTo>
                  <a:lnTo>
                    <a:pt x="551" y="2385"/>
                  </a:lnTo>
                  <a:lnTo>
                    <a:pt x="367" y="2458"/>
                  </a:lnTo>
                  <a:lnTo>
                    <a:pt x="221" y="2568"/>
                  </a:lnTo>
                  <a:lnTo>
                    <a:pt x="184" y="2605"/>
                  </a:lnTo>
                  <a:lnTo>
                    <a:pt x="147" y="2678"/>
                  </a:lnTo>
                  <a:lnTo>
                    <a:pt x="37" y="2825"/>
                  </a:lnTo>
                  <a:lnTo>
                    <a:pt x="37" y="3009"/>
                  </a:lnTo>
                  <a:lnTo>
                    <a:pt x="37" y="3375"/>
                  </a:lnTo>
                  <a:lnTo>
                    <a:pt x="37" y="3852"/>
                  </a:lnTo>
                  <a:lnTo>
                    <a:pt x="37" y="3889"/>
                  </a:lnTo>
                  <a:lnTo>
                    <a:pt x="0" y="3962"/>
                  </a:lnTo>
                  <a:lnTo>
                    <a:pt x="37" y="4072"/>
                  </a:lnTo>
                  <a:lnTo>
                    <a:pt x="74" y="4439"/>
                  </a:lnTo>
                  <a:lnTo>
                    <a:pt x="110" y="5540"/>
                  </a:lnTo>
                  <a:lnTo>
                    <a:pt x="110" y="5943"/>
                  </a:lnTo>
                  <a:lnTo>
                    <a:pt x="184" y="6127"/>
                  </a:lnTo>
                  <a:lnTo>
                    <a:pt x="257" y="6310"/>
                  </a:lnTo>
                  <a:lnTo>
                    <a:pt x="367" y="6457"/>
                  </a:lnTo>
                  <a:lnTo>
                    <a:pt x="477" y="6567"/>
                  </a:lnTo>
                  <a:lnTo>
                    <a:pt x="624" y="6677"/>
                  </a:lnTo>
                  <a:lnTo>
                    <a:pt x="771" y="6750"/>
                  </a:lnTo>
                  <a:lnTo>
                    <a:pt x="1101" y="6860"/>
                  </a:lnTo>
                  <a:lnTo>
                    <a:pt x="1468" y="6934"/>
                  </a:lnTo>
                  <a:lnTo>
                    <a:pt x="2091" y="7007"/>
                  </a:lnTo>
                  <a:lnTo>
                    <a:pt x="2678" y="7044"/>
                  </a:lnTo>
                  <a:lnTo>
                    <a:pt x="2605" y="7264"/>
                  </a:lnTo>
                  <a:lnTo>
                    <a:pt x="2605" y="7484"/>
                  </a:lnTo>
                  <a:lnTo>
                    <a:pt x="2605" y="7887"/>
                  </a:lnTo>
                  <a:lnTo>
                    <a:pt x="2605" y="8548"/>
                  </a:lnTo>
                  <a:lnTo>
                    <a:pt x="2678" y="9208"/>
                  </a:lnTo>
                  <a:lnTo>
                    <a:pt x="2825" y="10455"/>
                  </a:lnTo>
                  <a:lnTo>
                    <a:pt x="3045" y="11665"/>
                  </a:lnTo>
                  <a:lnTo>
                    <a:pt x="3118" y="11922"/>
                  </a:lnTo>
                  <a:lnTo>
                    <a:pt x="3228" y="12106"/>
                  </a:lnTo>
                  <a:lnTo>
                    <a:pt x="3375" y="12252"/>
                  </a:lnTo>
                  <a:lnTo>
                    <a:pt x="3595" y="12399"/>
                  </a:lnTo>
                  <a:lnTo>
                    <a:pt x="3779" y="12472"/>
                  </a:lnTo>
                  <a:lnTo>
                    <a:pt x="3999" y="12546"/>
                  </a:lnTo>
                  <a:lnTo>
                    <a:pt x="4476" y="12619"/>
                  </a:lnTo>
                  <a:lnTo>
                    <a:pt x="4732" y="12582"/>
                  </a:lnTo>
                  <a:lnTo>
                    <a:pt x="4952" y="12509"/>
                  </a:lnTo>
                  <a:lnTo>
                    <a:pt x="5136" y="12399"/>
                  </a:lnTo>
                  <a:lnTo>
                    <a:pt x="5283" y="12216"/>
                  </a:lnTo>
                  <a:lnTo>
                    <a:pt x="5429" y="12032"/>
                  </a:lnTo>
                  <a:lnTo>
                    <a:pt x="5503" y="11812"/>
                  </a:lnTo>
                  <a:lnTo>
                    <a:pt x="5576" y="11592"/>
                  </a:lnTo>
                  <a:lnTo>
                    <a:pt x="5613" y="11372"/>
                  </a:lnTo>
                  <a:lnTo>
                    <a:pt x="5613" y="11079"/>
                  </a:lnTo>
                  <a:lnTo>
                    <a:pt x="5613" y="10785"/>
                  </a:lnTo>
                  <a:lnTo>
                    <a:pt x="5539" y="10162"/>
                  </a:lnTo>
                  <a:lnTo>
                    <a:pt x="5539" y="9538"/>
                  </a:lnTo>
                  <a:lnTo>
                    <a:pt x="5649" y="8951"/>
                  </a:lnTo>
                  <a:lnTo>
                    <a:pt x="5723" y="8658"/>
                  </a:lnTo>
                  <a:lnTo>
                    <a:pt x="5833" y="8364"/>
                  </a:lnTo>
                  <a:lnTo>
                    <a:pt x="5980" y="8071"/>
                  </a:lnTo>
                  <a:lnTo>
                    <a:pt x="6090" y="7961"/>
                  </a:lnTo>
                  <a:lnTo>
                    <a:pt x="6200" y="7851"/>
                  </a:lnTo>
                  <a:lnTo>
                    <a:pt x="6273" y="7814"/>
                  </a:lnTo>
                  <a:lnTo>
                    <a:pt x="6310" y="7814"/>
                  </a:lnTo>
                  <a:lnTo>
                    <a:pt x="6456" y="7887"/>
                  </a:lnTo>
                  <a:lnTo>
                    <a:pt x="6530" y="7997"/>
                  </a:lnTo>
                  <a:lnTo>
                    <a:pt x="6603" y="8144"/>
                  </a:lnTo>
                  <a:lnTo>
                    <a:pt x="6640" y="8291"/>
                  </a:lnTo>
                  <a:lnTo>
                    <a:pt x="6603" y="8474"/>
                  </a:lnTo>
                  <a:lnTo>
                    <a:pt x="6566" y="8804"/>
                  </a:lnTo>
                  <a:lnTo>
                    <a:pt x="6530" y="9208"/>
                  </a:lnTo>
                  <a:lnTo>
                    <a:pt x="6566" y="9428"/>
                  </a:lnTo>
                  <a:lnTo>
                    <a:pt x="6603" y="9648"/>
                  </a:lnTo>
                  <a:lnTo>
                    <a:pt x="6676" y="9868"/>
                  </a:lnTo>
                  <a:lnTo>
                    <a:pt x="6787" y="10051"/>
                  </a:lnTo>
                  <a:lnTo>
                    <a:pt x="6970" y="10162"/>
                  </a:lnTo>
                  <a:lnTo>
                    <a:pt x="7153" y="10272"/>
                  </a:lnTo>
                  <a:lnTo>
                    <a:pt x="7447" y="10345"/>
                  </a:lnTo>
                  <a:lnTo>
                    <a:pt x="7777" y="10382"/>
                  </a:lnTo>
                  <a:lnTo>
                    <a:pt x="8437" y="10382"/>
                  </a:lnTo>
                  <a:lnTo>
                    <a:pt x="9061" y="10308"/>
                  </a:lnTo>
                  <a:lnTo>
                    <a:pt x="9684" y="10162"/>
                  </a:lnTo>
                  <a:lnTo>
                    <a:pt x="9758" y="10125"/>
                  </a:lnTo>
                  <a:lnTo>
                    <a:pt x="9831" y="10051"/>
                  </a:lnTo>
                  <a:lnTo>
                    <a:pt x="9868" y="9941"/>
                  </a:lnTo>
                  <a:lnTo>
                    <a:pt x="9831" y="9868"/>
                  </a:lnTo>
                  <a:lnTo>
                    <a:pt x="9794" y="9758"/>
                  </a:lnTo>
                  <a:lnTo>
                    <a:pt x="9721" y="9685"/>
                  </a:lnTo>
                  <a:lnTo>
                    <a:pt x="9648" y="9648"/>
                  </a:lnTo>
                  <a:lnTo>
                    <a:pt x="9538" y="9648"/>
                  </a:lnTo>
                  <a:lnTo>
                    <a:pt x="8951" y="9758"/>
                  </a:lnTo>
                  <a:lnTo>
                    <a:pt x="8327" y="9831"/>
                  </a:lnTo>
                  <a:lnTo>
                    <a:pt x="7740" y="9831"/>
                  </a:lnTo>
                  <a:lnTo>
                    <a:pt x="7447" y="9795"/>
                  </a:lnTo>
                  <a:lnTo>
                    <a:pt x="7300" y="9721"/>
                  </a:lnTo>
                  <a:lnTo>
                    <a:pt x="7190" y="9648"/>
                  </a:lnTo>
                  <a:lnTo>
                    <a:pt x="7117" y="9575"/>
                  </a:lnTo>
                  <a:lnTo>
                    <a:pt x="7080" y="9465"/>
                  </a:lnTo>
                  <a:lnTo>
                    <a:pt x="7080" y="9208"/>
                  </a:lnTo>
                  <a:lnTo>
                    <a:pt x="7080" y="8914"/>
                  </a:lnTo>
                  <a:lnTo>
                    <a:pt x="7117" y="8694"/>
                  </a:lnTo>
                  <a:lnTo>
                    <a:pt x="7153" y="8474"/>
                  </a:lnTo>
                  <a:lnTo>
                    <a:pt x="7153" y="8254"/>
                  </a:lnTo>
                  <a:lnTo>
                    <a:pt x="7117" y="8034"/>
                  </a:lnTo>
                  <a:lnTo>
                    <a:pt x="7043" y="7851"/>
                  </a:lnTo>
                  <a:lnTo>
                    <a:pt x="6970" y="7667"/>
                  </a:lnTo>
                  <a:lnTo>
                    <a:pt x="6823" y="7520"/>
                  </a:lnTo>
                  <a:lnTo>
                    <a:pt x="6676" y="7410"/>
                  </a:lnTo>
                  <a:lnTo>
                    <a:pt x="6530" y="7337"/>
                  </a:lnTo>
                  <a:lnTo>
                    <a:pt x="6383" y="7300"/>
                  </a:lnTo>
                  <a:lnTo>
                    <a:pt x="6200" y="7300"/>
                  </a:lnTo>
                  <a:lnTo>
                    <a:pt x="6016" y="7337"/>
                  </a:lnTo>
                  <a:lnTo>
                    <a:pt x="5833" y="7447"/>
                  </a:lnTo>
                  <a:lnTo>
                    <a:pt x="5649" y="7594"/>
                  </a:lnTo>
                  <a:lnTo>
                    <a:pt x="5503" y="7814"/>
                  </a:lnTo>
                  <a:lnTo>
                    <a:pt x="5393" y="8034"/>
                  </a:lnTo>
                  <a:lnTo>
                    <a:pt x="5283" y="8291"/>
                  </a:lnTo>
                  <a:lnTo>
                    <a:pt x="5136" y="8768"/>
                  </a:lnTo>
                  <a:lnTo>
                    <a:pt x="5026" y="9281"/>
                  </a:lnTo>
                  <a:lnTo>
                    <a:pt x="4989" y="9795"/>
                  </a:lnTo>
                  <a:lnTo>
                    <a:pt x="5026" y="10308"/>
                  </a:lnTo>
                  <a:lnTo>
                    <a:pt x="5062" y="10858"/>
                  </a:lnTo>
                  <a:lnTo>
                    <a:pt x="5062" y="11372"/>
                  </a:lnTo>
                  <a:lnTo>
                    <a:pt x="5062" y="11519"/>
                  </a:lnTo>
                  <a:lnTo>
                    <a:pt x="5026" y="11665"/>
                  </a:lnTo>
                  <a:lnTo>
                    <a:pt x="4952" y="11775"/>
                  </a:lnTo>
                  <a:lnTo>
                    <a:pt x="4879" y="11886"/>
                  </a:lnTo>
                  <a:lnTo>
                    <a:pt x="4769" y="11959"/>
                  </a:lnTo>
                  <a:lnTo>
                    <a:pt x="4659" y="12032"/>
                  </a:lnTo>
                  <a:lnTo>
                    <a:pt x="4512" y="12069"/>
                  </a:lnTo>
                  <a:lnTo>
                    <a:pt x="4366" y="12069"/>
                  </a:lnTo>
                  <a:lnTo>
                    <a:pt x="4109" y="11996"/>
                  </a:lnTo>
                  <a:lnTo>
                    <a:pt x="3815" y="11922"/>
                  </a:lnTo>
                  <a:lnTo>
                    <a:pt x="3705" y="11849"/>
                  </a:lnTo>
                  <a:lnTo>
                    <a:pt x="3595" y="11739"/>
                  </a:lnTo>
                  <a:lnTo>
                    <a:pt x="3559" y="11592"/>
                  </a:lnTo>
                  <a:lnTo>
                    <a:pt x="3522" y="11445"/>
                  </a:lnTo>
                  <a:lnTo>
                    <a:pt x="3302" y="10272"/>
                  </a:lnTo>
                  <a:lnTo>
                    <a:pt x="3155" y="9061"/>
                  </a:lnTo>
                  <a:lnTo>
                    <a:pt x="3045" y="7887"/>
                  </a:lnTo>
                  <a:lnTo>
                    <a:pt x="3045" y="7484"/>
                  </a:lnTo>
                  <a:lnTo>
                    <a:pt x="3008" y="7264"/>
                  </a:lnTo>
                  <a:lnTo>
                    <a:pt x="2935" y="7044"/>
                  </a:lnTo>
                  <a:lnTo>
                    <a:pt x="3375" y="7044"/>
                  </a:lnTo>
                  <a:lnTo>
                    <a:pt x="3779" y="7007"/>
                  </a:lnTo>
                  <a:lnTo>
                    <a:pt x="4219" y="6970"/>
                  </a:lnTo>
                  <a:lnTo>
                    <a:pt x="4622" y="6860"/>
                  </a:lnTo>
                  <a:lnTo>
                    <a:pt x="4806" y="6787"/>
                  </a:lnTo>
                  <a:lnTo>
                    <a:pt x="4952" y="6677"/>
                  </a:lnTo>
                  <a:lnTo>
                    <a:pt x="5099" y="6603"/>
                  </a:lnTo>
                  <a:lnTo>
                    <a:pt x="5209" y="6493"/>
                  </a:lnTo>
                  <a:lnTo>
                    <a:pt x="5429" y="6200"/>
                  </a:lnTo>
                  <a:lnTo>
                    <a:pt x="5539" y="5906"/>
                  </a:lnTo>
                  <a:lnTo>
                    <a:pt x="5649" y="5576"/>
                  </a:lnTo>
                  <a:lnTo>
                    <a:pt x="5723" y="5210"/>
                  </a:lnTo>
                  <a:lnTo>
                    <a:pt x="5723" y="4806"/>
                  </a:lnTo>
                  <a:lnTo>
                    <a:pt x="5686" y="4036"/>
                  </a:lnTo>
                  <a:lnTo>
                    <a:pt x="5649" y="3559"/>
                  </a:lnTo>
                  <a:lnTo>
                    <a:pt x="5576" y="3082"/>
                  </a:lnTo>
                  <a:lnTo>
                    <a:pt x="5539" y="2789"/>
                  </a:lnTo>
                  <a:lnTo>
                    <a:pt x="5503" y="2678"/>
                  </a:lnTo>
                  <a:lnTo>
                    <a:pt x="5466" y="2568"/>
                  </a:lnTo>
                  <a:lnTo>
                    <a:pt x="5429" y="2422"/>
                  </a:lnTo>
                  <a:lnTo>
                    <a:pt x="5356" y="2348"/>
                  </a:lnTo>
                  <a:lnTo>
                    <a:pt x="5173" y="2238"/>
                  </a:lnTo>
                  <a:lnTo>
                    <a:pt x="5026" y="2202"/>
                  </a:lnTo>
                  <a:lnTo>
                    <a:pt x="4916" y="2202"/>
                  </a:lnTo>
                  <a:lnTo>
                    <a:pt x="4879" y="2238"/>
                  </a:lnTo>
                  <a:lnTo>
                    <a:pt x="4586" y="2238"/>
                  </a:lnTo>
                  <a:lnTo>
                    <a:pt x="4622" y="808"/>
                  </a:lnTo>
                  <a:lnTo>
                    <a:pt x="4586" y="551"/>
                  </a:lnTo>
                  <a:lnTo>
                    <a:pt x="4549" y="441"/>
                  </a:lnTo>
                  <a:lnTo>
                    <a:pt x="4512" y="331"/>
                  </a:lnTo>
                  <a:lnTo>
                    <a:pt x="4439" y="258"/>
                  </a:lnTo>
                  <a:lnTo>
                    <a:pt x="4329" y="221"/>
                  </a:lnTo>
                  <a:lnTo>
                    <a:pt x="4219" y="184"/>
                  </a:lnTo>
                  <a:lnTo>
                    <a:pt x="4072" y="221"/>
                  </a:lnTo>
                  <a:lnTo>
                    <a:pt x="3815" y="331"/>
                  </a:lnTo>
                  <a:lnTo>
                    <a:pt x="3705" y="404"/>
                  </a:lnTo>
                  <a:lnTo>
                    <a:pt x="3632" y="514"/>
                  </a:lnTo>
                  <a:lnTo>
                    <a:pt x="3522" y="734"/>
                  </a:lnTo>
                  <a:lnTo>
                    <a:pt x="3449" y="991"/>
                  </a:lnTo>
                  <a:lnTo>
                    <a:pt x="3485" y="1321"/>
                  </a:lnTo>
                  <a:lnTo>
                    <a:pt x="3522" y="1651"/>
                  </a:lnTo>
                  <a:lnTo>
                    <a:pt x="3559" y="1908"/>
                  </a:lnTo>
                  <a:lnTo>
                    <a:pt x="3669" y="2165"/>
                  </a:lnTo>
                  <a:lnTo>
                    <a:pt x="2091" y="2165"/>
                  </a:lnTo>
                  <a:lnTo>
                    <a:pt x="2055" y="1358"/>
                  </a:lnTo>
                  <a:lnTo>
                    <a:pt x="2018" y="514"/>
                  </a:lnTo>
                  <a:lnTo>
                    <a:pt x="2018" y="368"/>
                  </a:lnTo>
                  <a:lnTo>
                    <a:pt x="1945" y="221"/>
                  </a:lnTo>
                  <a:lnTo>
                    <a:pt x="1871" y="147"/>
                  </a:lnTo>
                  <a:lnTo>
                    <a:pt x="1761" y="74"/>
                  </a:lnTo>
                  <a:lnTo>
                    <a:pt x="1651" y="37"/>
                  </a:lnTo>
                  <a:lnTo>
                    <a:pt x="1504" y="1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32" name="Google Shape;320;p5">
              <a:extLst>
                <a:ext uri="{FF2B5EF4-FFF2-40B4-BE49-F238E27FC236}">
                  <a16:creationId xmlns:a16="http://schemas.microsoft.com/office/drawing/2014/main" id="{471D8FE8-A12A-43CA-AD67-3BCF9DCD5F6A}"/>
                </a:ext>
              </a:extLst>
            </p:cNvPr>
            <p:cNvSpPr/>
            <p:nvPr/>
          </p:nvSpPr>
          <p:spPr>
            <a:xfrm>
              <a:off x="6062250" y="3853825"/>
              <a:ext cx="332900" cy="376025"/>
            </a:xfrm>
            <a:custGeom>
              <a:avLst/>
              <a:gdLst/>
              <a:ahLst/>
              <a:cxnLst/>
              <a:rect l="l" t="t" r="r" b="b"/>
              <a:pathLst>
                <a:path w="13316" h="15041" extrusionOk="0">
                  <a:moveTo>
                    <a:pt x="5466" y="1"/>
                  </a:moveTo>
                  <a:lnTo>
                    <a:pt x="5466" y="38"/>
                  </a:lnTo>
                  <a:lnTo>
                    <a:pt x="5576" y="1248"/>
                  </a:lnTo>
                  <a:lnTo>
                    <a:pt x="5612" y="1321"/>
                  </a:lnTo>
                  <a:lnTo>
                    <a:pt x="5649" y="1395"/>
                  </a:lnTo>
                  <a:lnTo>
                    <a:pt x="5759" y="1431"/>
                  </a:lnTo>
                  <a:lnTo>
                    <a:pt x="5833" y="1395"/>
                  </a:lnTo>
                  <a:lnTo>
                    <a:pt x="6713" y="881"/>
                  </a:lnTo>
                  <a:lnTo>
                    <a:pt x="6713" y="881"/>
                  </a:lnTo>
                  <a:lnTo>
                    <a:pt x="6640" y="1285"/>
                  </a:lnTo>
                  <a:lnTo>
                    <a:pt x="6603" y="1652"/>
                  </a:lnTo>
                  <a:lnTo>
                    <a:pt x="6603" y="2055"/>
                  </a:lnTo>
                  <a:lnTo>
                    <a:pt x="6640" y="2459"/>
                  </a:lnTo>
                  <a:lnTo>
                    <a:pt x="6676" y="2569"/>
                  </a:lnTo>
                  <a:lnTo>
                    <a:pt x="6750" y="2605"/>
                  </a:lnTo>
                  <a:lnTo>
                    <a:pt x="6823" y="2642"/>
                  </a:lnTo>
                  <a:lnTo>
                    <a:pt x="6896" y="2679"/>
                  </a:lnTo>
                  <a:lnTo>
                    <a:pt x="6970" y="2642"/>
                  </a:lnTo>
                  <a:lnTo>
                    <a:pt x="7043" y="2605"/>
                  </a:lnTo>
                  <a:lnTo>
                    <a:pt x="7080" y="2532"/>
                  </a:lnTo>
                  <a:lnTo>
                    <a:pt x="7080" y="2459"/>
                  </a:lnTo>
                  <a:lnTo>
                    <a:pt x="7043" y="2275"/>
                  </a:lnTo>
                  <a:lnTo>
                    <a:pt x="7006" y="1835"/>
                  </a:lnTo>
                  <a:lnTo>
                    <a:pt x="7043" y="1395"/>
                  </a:lnTo>
                  <a:lnTo>
                    <a:pt x="7116" y="955"/>
                  </a:lnTo>
                  <a:lnTo>
                    <a:pt x="7226" y="514"/>
                  </a:lnTo>
                  <a:lnTo>
                    <a:pt x="7190" y="404"/>
                  </a:lnTo>
                  <a:lnTo>
                    <a:pt x="7153" y="294"/>
                  </a:lnTo>
                  <a:lnTo>
                    <a:pt x="7043" y="258"/>
                  </a:lnTo>
                  <a:lnTo>
                    <a:pt x="6933" y="294"/>
                  </a:lnTo>
                  <a:lnTo>
                    <a:pt x="5906" y="918"/>
                  </a:lnTo>
                  <a:lnTo>
                    <a:pt x="5869" y="698"/>
                  </a:lnTo>
                  <a:lnTo>
                    <a:pt x="5796" y="478"/>
                  </a:lnTo>
                  <a:lnTo>
                    <a:pt x="5686" y="221"/>
                  </a:lnTo>
                  <a:lnTo>
                    <a:pt x="5576" y="1"/>
                  </a:lnTo>
                  <a:close/>
                  <a:moveTo>
                    <a:pt x="8840" y="3816"/>
                  </a:moveTo>
                  <a:lnTo>
                    <a:pt x="8730" y="3852"/>
                  </a:lnTo>
                  <a:lnTo>
                    <a:pt x="8657" y="3926"/>
                  </a:lnTo>
                  <a:lnTo>
                    <a:pt x="8510" y="4146"/>
                  </a:lnTo>
                  <a:lnTo>
                    <a:pt x="8364" y="4293"/>
                  </a:lnTo>
                  <a:lnTo>
                    <a:pt x="8143" y="4476"/>
                  </a:lnTo>
                  <a:lnTo>
                    <a:pt x="7997" y="4659"/>
                  </a:lnTo>
                  <a:lnTo>
                    <a:pt x="7997" y="4733"/>
                  </a:lnTo>
                  <a:lnTo>
                    <a:pt x="7997" y="4769"/>
                  </a:lnTo>
                  <a:lnTo>
                    <a:pt x="8033" y="4806"/>
                  </a:lnTo>
                  <a:lnTo>
                    <a:pt x="8070" y="4843"/>
                  </a:lnTo>
                  <a:lnTo>
                    <a:pt x="8253" y="4843"/>
                  </a:lnTo>
                  <a:lnTo>
                    <a:pt x="8400" y="4806"/>
                  </a:lnTo>
                  <a:lnTo>
                    <a:pt x="8547" y="4733"/>
                  </a:lnTo>
                  <a:lnTo>
                    <a:pt x="8694" y="4659"/>
                  </a:lnTo>
                  <a:lnTo>
                    <a:pt x="8914" y="4403"/>
                  </a:lnTo>
                  <a:lnTo>
                    <a:pt x="9097" y="4146"/>
                  </a:lnTo>
                  <a:lnTo>
                    <a:pt x="9134" y="4073"/>
                  </a:lnTo>
                  <a:lnTo>
                    <a:pt x="9134" y="3963"/>
                  </a:lnTo>
                  <a:lnTo>
                    <a:pt x="9097" y="3889"/>
                  </a:lnTo>
                  <a:lnTo>
                    <a:pt x="9024" y="3852"/>
                  </a:lnTo>
                  <a:lnTo>
                    <a:pt x="8914" y="3816"/>
                  </a:lnTo>
                  <a:close/>
                  <a:moveTo>
                    <a:pt x="147" y="2972"/>
                  </a:moveTo>
                  <a:lnTo>
                    <a:pt x="73" y="3009"/>
                  </a:lnTo>
                  <a:lnTo>
                    <a:pt x="37" y="3082"/>
                  </a:lnTo>
                  <a:lnTo>
                    <a:pt x="0" y="3229"/>
                  </a:lnTo>
                  <a:lnTo>
                    <a:pt x="37" y="3559"/>
                  </a:lnTo>
                  <a:lnTo>
                    <a:pt x="110" y="4073"/>
                  </a:lnTo>
                  <a:lnTo>
                    <a:pt x="220" y="4549"/>
                  </a:lnTo>
                  <a:lnTo>
                    <a:pt x="257" y="4623"/>
                  </a:lnTo>
                  <a:lnTo>
                    <a:pt x="330" y="4696"/>
                  </a:lnTo>
                  <a:lnTo>
                    <a:pt x="514" y="4696"/>
                  </a:lnTo>
                  <a:lnTo>
                    <a:pt x="1174" y="4219"/>
                  </a:lnTo>
                  <a:lnTo>
                    <a:pt x="1247" y="4843"/>
                  </a:lnTo>
                  <a:lnTo>
                    <a:pt x="1284" y="4990"/>
                  </a:lnTo>
                  <a:lnTo>
                    <a:pt x="1321" y="5173"/>
                  </a:lnTo>
                  <a:lnTo>
                    <a:pt x="1394" y="5320"/>
                  </a:lnTo>
                  <a:lnTo>
                    <a:pt x="1431" y="5356"/>
                  </a:lnTo>
                  <a:lnTo>
                    <a:pt x="1541" y="5393"/>
                  </a:lnTo>
                  <a:lnTo>
                    <a:pt x="1614" y="5393"/>
                  </a:lnTo>
                  <a:lnTo>
                    <a:pt x="1687" y="5356"/>
                  </a:lnTo>
                  <a:lnTo>
                    <a:pt x="1724" y="5320"/>
                  </a:lnTo>
                  <a:lnTo>
                    <a:pt x="1761" y="5246"/>
                  </a:lnTo>
                  <a:lnTo>
                    <a:pt x="1761" y="5173"/>
                  </a:lnTo>
                  <a:lnTo>
                    <a:pt x="1724" y="5063"/>
                  </a:lnTo>
                  <a:lnTo>
                    <a:pt x="1724" y="5026"/>
                  </a:lnTo>
                  <a:lnTo>
                    <a:pt x="1687" y="4953"/>
                  </a:lnTo>
                  <a:lnTo>
                    <a:pt x="1651" y="4549"/>
                  </a:lnTo>
                  <a:lnTo>
                    <a:pt x="1614" y="4183"/>
                  </a:lnTo>
                  <a:lnTo>
                    <a:pt x="1577" y="3816"/>
                  </a:lnTo>
                  <a:lnTo>
                    <a:pt x="1577" y="3706"/>
                  </a:lnTo>
                  <a:lnTo>
                    <a:pt x="1467" y="3632"/>
                  </a:lnTo>
                  <a:lnTo>
                    <a:pt x="1357" y="3632"/>
                  </a:lnTo>
                  <a:lnTo>
                    <a:pt x="1247" y="3669"/>
                  </a:lnTo>
                  <a:lnTo>
                    <a:pt x="880" y="3889"/>
                  </a:lnTo>
                  <a:lnTo>
                    <a:pt x="550" y="4146"/>
                  </a:lnTo>
                  <a:lnTo>
                    <a:pt x="330" y="3302"/>
                  </a:lnTo>
                  <a:lnTo>
                    <a:pt x="294" y="3082"/>
                  </a:lnTo>
                  <a:lnTo>
                    <a:pt x="220" y="2972"/>
                  </a:lnTo>
                  <a:close/>
                  <a:moveTo>
                    <a:pt x="8400" y="2679"/>
                  </a:moveTo>
                  <a:lnTo>
                    <a:pt x="10124" y="5173"/>
                  </a:lnTo>
                  <a:lnTo>
                    <a:pt x="10161" y="5210"/>
                  </a:lnTo>
                  <a:lnTo>
                    <a:pt x="10124" y="5246"/>
                  </a:lnTo>
                  <a:lnTo>
                    <a:pt x="9684" y="5613"/>
                  </a:lnTo>
                  <a:lnTo>
                    <a:pt x="9207" y="6017"/>
                  </a:lnTo>
                  <a:lnTo>
                    <a:pt x="8804" y="6310"/>
                  </a:lnTo>
                  <a:lnTo>
                    <a:pt x="8584" y="6017"/>
                  </a:lnTo>
                  <a:lnTo>
                    <a:pt x="6970" y="3852"/>
                  </a:lnTo>
                  <a:lnTo>
                    <a:pt x="7703" y="3339"/>
                  </a:lnTo>
                  <a:lnTo>
                    <a:pt x="8033" y="3045"/>
                  </a:lnTo>
                  <a:lnTo>
                    <a:pt x="8364" y="2752"/>
                  </a:lnTo>
                  <a:lnTo>
                    <a:pt x="8400" y="2679"/>
                  </a:lnTo>
                  <a:close/>
                  <a:moveTo>
                    <a:pt x="2494" y="7227"/>
                  </a:moveTo>
                  <a:lnTo>
                    <a:pt x="2421" y="7301"/>
                  </a:lnTo>
                  <a:lnTo>
                    <a:pt x="2421" y="7411"/>
                  </a:lnTo>
                  <a:lnTo>
                    <a:pt x="2678" y="7887"/>
                  </a:lnTo>
                  <a:lnTo>
                    <a:pt x="2494" y="8034"/>
                  </a:lnTo>
                  <a:lnTo>
                    <a:pt x="2458" y="8108"/>
                  </a:lnTo>
                  <a:lnTo>
                    <a:pt x="2421" y="8218"/>
                  </a:lnTo>
                  <a:lnTo>
                    <a:pt x="2421" y="8291"/>
                  </a:lnTo>
                  <a:lnTo>
                    <a:pt x="2494" y="8328"/>
                  </a:lnTo>
                  <a:lnTo>
                    <a:pt x="2605" y="8364"/>
                  </a:lnTo>
                  <a:lnTo>
                    <a:pt x="2678" y="8328"/>
                  </a:lnTo>
                  <a:lnTo>
                    <a:pt x="2861" y="8254"/>
                  </a:lnTo>
                  <a:lnTo>
                    <a:pt x="2935" y="8364"/>
                  </a:lnTo>
                  <a:lnTo>
                    <a:pt x="3155" y="8694"/>
                  </a:lnTo>
                  <a:lnTo>
                    <a:pt x="3301" y="8841"/>
                  </a:lnTo>
                  <a:lnTo>
                    <a:pt x="3375" y="8878"/>
                  </a:lnTo>
                  <a:lnTo>
                    <a:pt x="3485" y="8915"/>
                  </a:lnTo>
                  <a:lnTo>
                    <a:pt x="3558" y="8878"/>
                  </a:lnTo>
                  <a:lnTo>
                    <a:pt x="3595" y="8804"/>
                  </a:lnTo>
                  <a:lnTo>
                    <a:pt x="3632" y="8731"/>
                  </a:lnTo>
                  <a:lnTo>
                    <a:pt x="3595" y="8621"/>
                  </a:lnTo>
                  <a:lnTo>
                    <a:pt x="3558" y="8438"/>
                  </a:lnTo>
                  <a:lnTo>
                    <a:pt x="3301" y="8108"/>
                  </a:lnTo>
                  <a:lnTo>
                    <a:pt x="3228" y="7997"/>
                  </a:lnTo>
                  <a:lnTo>
                    <a:pt x="3558" y="7704"/>
                  </a:lnTo>
                  <a:lnTo>
                    <a:pt x="3595" y="7594"/>
                  </a:lnTo>
                  <a:lnTo>
                    <a:pt x="3595" y="7484"/>
                  </a:lnTo>
                  <a:lnTo>
                    <a:pt x="3558" y="7411"/>
                  </a:lnTo>
                  <a:lnTo>
                    <a:pt x="3485" y="7374"/>
                  </a:lnTo>
                  <a:lnTo>
                    <a:pt x="3412" y="7337"/>
                  </a:lnTo>
                  <a:lnTo>
                    <a:pt x="3338" y="7337"/>
                  </a:lnTo>
                  <a:lnTo>
                    <a:pt x="3228" y="7411"/>
                  </a:lnTo>
                  <a:lnTo>
                    <a:pt x="2971" y="7631"/>
                  </a:lnTo>
                  <a:lnTo>
                    <a:pt x="2641" y="7264"/>
                  </a:lnTo>
                  <a:lnTo>
                    <a:pt x="2568" y="7227"/>
                  </a:lnTo>
                  <a:close/>
                  <a:moveTo>
                    <a:pt x="3191" y="6090"/>
                  </a:moveTo>
                  <a:lnTo>
                    <a:pt x="3595" y="6860"/>
                  </a:lnTo>
                  <a:lnTo>
                    <a:pt x="3998" y="7594"/>
                  </a:lnTo>
                  <a:lnTo>
                    <a:pt x="4439" y="8328"/>
                  </a:lnTo>
                  <a:lnTo>
                    <a:pt x="4915" y="9025"/>
                  </a:lnTo>
                  <a:lnTo>
                    <a:pt x="4769" y="9098"/>
                  </a:lnTo>
                  <a:lnTo>
                    <a:pt x="4622" y="9171"/>
                  </a:lnTo>
                  <a:lnTo>
                    <a:pt x="4365" y="9355"/>
                  </a:lnTo>
                  <a:lnTo>
                    <a:pt x="3778" y="9721"/>
                  </a:lnTo>
                  <a:lnTo>
                    <a:pt x="3522" y="9905"/>
                  </a:lnTo>
                  <a:lnTo>
                    <a:pt x="3412" y="10015"/>
                  </a:lnTo>
                  <a:lnTo>
                    <a:pt x="3265" y="10052"/>
                  </a:lnTo>
                  <a:lnTo>
                    <a:pt x="3228" y="10052"/>
                  </a:lnTo>
                  <a:lnTo>
                    <a:pt x="3191" y="10088"/>
                  </a:lnTo>
                  <a:lnTo>
                    <a:pt x="3191" y="10162"/>
                  </a:lnTo>
                  <a:lnTo>
                    <a:pt x="2421" y="9025"/>
                  </a:lnTo>
                  <a:lnTo>
                    <a:pt x="1761" y="7997"/>
                  </a:lnTo>
                  <a:lnTo>
                    <a:pt x="1064" y="7007"/>
                  </a:lnTo>
                  <a:lnTo>
                    <a:pt x="1394" y="6897"/>
                  </a:lnTo>
                  <a:lnTo>
                    <a:pt x="1724" y="6714"/>
                  </a:lnTo>
                  <a:lnTo>
                    <a:pt x="2348" y="6383"/>
                  </a:lnTo>
                  <a:lnTo>
                    <a:pt x="2494" y="6310"/>
                  </a:lnTo>
                  <a:lnTo>
                    <a:pt x="2641" y="6273"/>
                  </a:lnTo>
                  <a:lnTo>
                    <a:pt x="2935" y="6237"/>
                  </a:lnTo>
                  <a:lnTo>
                    <a:pt x="3081" y="6200"/>
                  </a:lnTo>
                  <a:lnTo>
                    <a:pt x="3191" y="6090"/>
                  </a:lnTo>
                  <a:close/>
                  <a:moveTo>
                    <a:pt x="12729" y="11005"/>
                  </a:moveTo>
                  <a:lnTo>
                    <a:pt x="12655" y="11225"/>
                  </a:lnTo>
                  <a:lnTo>
                    <a:pt x="12582" y="11115"/>
                  </a:lnTo>
                  <a:lnTo>
                    <a:pt x="12729" y="11005"/>
                  </a:lnTo>
                  <a:close/>
                  <a:moveTo>
                    <a:pt x="9647" y="12949"/>
                  </a:moveTo>
                  <a:lnTo>
                    <a:pt x="9721" y="13096"/>
                  </a:lnTo>
                  <a:lnTo>
                    <a:pt x="9831" y="13280"/>
                  </a:lnTo>
                  <a:lnTo>
                    <a:pt x="9941" y="13463"/>
                  </a:lnTo>
                  <a:lnTo>
                    <a:pt x="10088" y="13573"/>
                  </a:lnTo>
                  <a:lnTo>
                    <a:pt x="10051" y="13573"/>
                  </a:lnTo>
                  <a:lnTo>
                    <a:pt x="9647" y="13756"/>
                  </a:lnTo>
                  <a:lnTo>
                    <a:pt x="9647" y="13646"/>
                  </a:lnTo>
                  <a:lnTo>
                    <a:pt x="9574" y="13536"/>
                  </a:lnTo>
                  <a:lnTo>
                    <a:pt x="9427" y="13426"/>
                  </a:lnTo>
                  <a:lnTo>
                    <a:pt x="9354" y="13280"/>
                  </a:lnTo>
                  <a:lnTo>
                    <a:pt x="9281" y="13133"/>
                  </a:lnTo>
                  <a:lnTo>
                    <a:pt x="9244" y="12986"/>
                  </a:lnTo>
                  <a:lnTo>
                    <a:pt x="9647" y="12949"/>
                  </a:lnTo>
                  <a:close/>
                  <a:moveTo>
                    <a:pt x="6640" y="12839"/>
                  </a:moveTo>
                  <a:lnTo>
                    <a:pt x="6493" y="13426"/>
                  </a:lnTo>
                  <a:lnTo>
                    <a:pt x="6419" y="14013"/>
                  </a:lnTo>
                  <a:lnTo>
                    <a:pt x="6419" y="14160"/>
                  </a:lnTo>
                  <a:lnTo>
                    <a:pt x="6163" y="13940"/>
                  </a:lnTo>
                  <a:lnTo>
                    <a:pt x="6126" y="13940"/>
                  </a:lnTo>
                  <a:lnTo>
                    <a:pt x="6126" y="13903"/>
                  </a:lnTo>
                  <a:lnTo>
                    <a:pt x="6126" y="13646"/>
                  </a:lnTo>
                  <a:lnTo>
                    <a:pt x="6163" y="13353"/>
                  </a:lnTo>
                  <a:lnTo>
                    <a:pt x="6236" y="13096"/>
                  </a:lnTo>
                  <a:lnTo>
                    <a:pt x="6346" y="12876"/>
                  </a:lnTo>
                  <a:lnTo>
                    <a:pt x="6640" y="12839"/>
                  </a:lnTo>
                  <a:close/>
                  <a:moveTo>
                    <a:pt x="7336" y="13170"/>
                  </a:moveTo>
                  <a:lnTo>
                    <a:pt x="7263" y="13206"/>
                  </a:lnTo>
                  <a:lnTo>
                    <a:pt x="7226" y="13243"/>
                  </a:lnTo>
                  <a:lnTo>
                    <a:pt x="7080" y="13720"/>
                  </a:lnTo>
                  <a:lnTo>
                    <a:pt x="7006" y="13977"/>
                  </a:lnTo>
                  <a:lnTo>
                    <a:pt x="7006" y="14233"/>
                  </a:lnTo>
                  <a:lnTo>
                    <a:pt x="7006" y="14307"/>
                  </a:lnTo>
                  <a:lnTo>
                    <a:pt x="7043" y="14380"/>
                  </a:lnTo>
                  <a:lnTo>
                    <a:pt x="7116" y="14453"/>
                  </a:lnTo>
                  <a:lnTo>
                    <a:pt x="7190" y="14490"/>
                  </a:lnTo>
                  <a:lnTo>
                    <a:pt x="7263" y="14527"/>
                  </a:lnTo>
                  <a:lnTo>
                    <a:pt x="7336" y="14527"/>
                  </a:lnTo>
                  <a:lnTo>
                    <a:pt x="7410" y="14453"/>
                  </a:lnTo>
                  <a:lnTo>
                    <a:pt x="7483" y="14380"/>
                  </a:lnTo>
                  <a:lnTo>
                    <a:pt x="7483" y="14270"/>
                  </a:lnTo>
                  <a:lnTo>
                    <a:pt x="7446" y="14160"/>
                  </a:lnTo>
                  <a:lnTo>
                    <a:pt x="7373" y="14123"/>
                  </a:lnTo>
                  <a:lnTo>
                    <a:pt x="7373" y="13830"/>
                  </a:lnTo>
                  <a:lnTo>
                    <a:pt x="7410" y="13280"/>
                  </a:lnTo>
                  <a:lnTo>
                    <a:pt x="7373" y="13206"/>
                  </a:lnTo>
                  <a:lnTo>
                    <a:pt x="7336" y="13170"/>
                  </a:lnTo>
                  <a:close/>
                  <a:moveTo>
                    <a:pt x="10418" y="5613"/>
                  </a:moveTo>
                  <a:lnTo>
                    <a:pt x="11188" y="6714"/>
                  </a:lnTo>
                  <a:lnTo>
                    <a:pt x="11555" y="7264"/>
                  </a:lnTo>
                  <a:lnTo>
                    <a:pt x="11922" y="7814"/>
                  </a:lnTo>
                  <a:lnTo>
                    <a:pt x="12252" y="8474"/>
                  </a:lnTo>
                  <a:lnTo>
                    <a:pt x="12399" y="8841"/>
                  </a:lnTo>
                  <a:lnTo>
                    <a:pt x="12545" y="9208"/>
                  </a:lnTo>
                  <a:lnTo>
                    <a:pt x="12619" y="9575"/>
                  </a:lnTo>
                  <a:lnTo>
                    <a:pt x="12692" y="9942"/>
                  </a:lnTo>
                  <a:lnTo>
                    <a:pt x="12729" y="10308"/>
                  </a:lnTo>
                  <a:lnTo>
                    <a:pt x="12729" y="10675"/>
                  </a:lnTo>
                  <a:lnTo>
                    <a:pt x="12325" y="10932"/>
                  </a:lnTo>
                  <a:lnTo>
                    <a:pt x="12288" y="10969"/>
                  </a:lnTo>
                  <a:lnTo>
                    <a:pt x="12252" y="11042"/>
                  </a:lnTo>
                  <a:lnTo>
                    <a:pt x="12288" y="11079"/>
                  </a:lnTo>
                  <a:lnTo>
                    <a:pt x="12325" y="11152"/>
                  </a:lnTo>
                  <a:lnTo>
                    <a:pt x="12435" y="11372"/>
                  </a:lnTo>
                  <a:lnTo>
                    <a:pt x="12509" y="11446"/>
                  </a:lnTo>
                  <a:lnTo>
                    <a:pt x="12582" y="11519"/>
                  </a:lnTo>
                  <a:lnTo>
                    <a:pt x="12472" y="11776"/>
                  </a:lnTo>
                  <a:lnTo>
                    <a:pt x="12325" y="12032"/>
                  </a:lnTo>
                  <a:lnTo>
                    <a:pt x="11848" y="11666"/>
                  </a:lnTo>
                  <a:lnTo>
                    <a:pt x="11775" y="11629"/>
                  </a:lnTo>
                  <a:lnTo>
                    <a:pt x="11702" y="11666"/>
                  </a:lnTo>
                  <a:lnTo>
                    <a:pt x="11665" y="11739"/>
                  </a:lnTo>
                  <a:lnTo>
                    <a:pt x="11702" y="11812"/>
                  </a:lnTo>
                  <a:lnTo>
                    <a:pt x="12142" y="12326"/>
                  </a:lnTo>
                  <a:lnTo>
                    <a:pt x="11848" y="12619"/>
                  </a:lnTo>
                  <a:lnTo>
                    <a:pt x="11812" y="12546"/>
                  </a:lnTo>
                  <a:lnTo>
                    <a:pt x="11665" y="12399"/>
                  </a:lnTo>
                  <a:lnTo>
                    <a:pt x="11518" y="12253"/>
                  </a:lnTo>
                  <a:lnTo>
                    <a:pt x="11371" y="12069"/>
                  </a:lnTo>
                  <a:lnTo>
                    <a:pt x="11298" y="11886"/>
                  </a:lnTo>
                  <a:lnTo>
                    <a:pt x="11225" y="11849"/>
                  </a:lnTo>
                  <a:lnTo>
                    <a:pt x="11188" y="11812"/>
                  </a:lnTo>
                  <a:lnTo>
                    <a:pt x="11115" y="11849"/>
                  </a:lnTo>
                  <a:lnTo>
                    <a:pt x="11078" y="11922"/>
                  </a:lnTo>
                  <a:lnTo>
                    <a:pt x="11078" y="12106"/>
                  </a:lnTo>
                  <a:lnTo>
                    <a:pt x="11115" y="12253"/>
                  </a:lnTo>
                  <a:lnTo>
                    <a:pt x="11188" y="12436"/>
                  </a:lnTo>
                  <a:lnTo>
                    <a:pt x="11261" y="12583"/>
                  </a:lnTo>
                  <a:lnTo>
                    <a:pt x="11371" y="12729"/>
                  </a:lnTo>
                  <a:lnTo>
                    <a:pt x="11518" y="12876"/>
                  </a:lnTo>
                  <a:lnTo>
                    <a:pt x="11115" y="13096"/>
                  </a:lnTo>
                  <a:lnTo>
                    <a:pt x="11151" y="12986"/>
                  </a:lnTo>
                  <a:lnTo>
                    <a:pt x="11151" y="12839"/>
                  </a:lnTo>
                  <a:lnTo>
                    <a:pt x="11078" y="12766"/>
                  </a:lnTo>
                  <a:lnTo>
                    <a:pt x="10968" y="12656"/>
                  </a:lnTo>
                  <a:lnTo>
                    <a:pt x="10931" y="12656"/>
                  </a:lnTo>
                  <a:lnTo>
                    <a:pt x="10858" y="12693"/>
                  </a:lnTo>
                  <a:lnTo>
                    <a:pt x="10858" y="12766"/>
                  </a:lnTo>
                  <a:lnTo>
                    <a:pt x="10821" y="12729"/>
                  </a:lnTo>
                  <a:lnTo>
                    <a:pt x="10491" y="12436"/>
                  </a:lnTo>
                  <a:lnTo>
                    <a:pt x="10418" y="12363"/>
                  </a:lnTo>
                  <a:lnTo>
                    <a:pt x="10344" y="12399"/>
                  </a:lnTo>
                  <a:lnTo>
                    <a:pt x="10308" y="12473"/>
                  </a:lnTo>
                  <a:lnTo>
                    <a:pt x="10308" y="12546"/>
                  </a:lnTo>
                  <a:lnTo>
                    <a:pt x="10491" y="12839"/>
                  </a:lnTo>
                  <a:lnTo>
                    <a:pt x="10711" y="13206"/>
                  </a:lnTo>
                  <a:lnTo>
                    <a:pt x="10785" y="13280"/>
                  </a:lnTo>
                  <a:lnTo>
                    <a:pt x="10381" y="13426"/>
                  </a:lnTo>
                  <a:lnTo>
                    <a:pt x="10381" y="13353"/>
                  </a:lnTo>
                  <a:lnTo>
                    <a:pt x="10344" y="13280"/>
                  </a:lnTo>
                  <a:lnTo>
                    <a:pt x="10234" y="13133"/>
                  </a:lnTo>
                  <a:lnTo>
                    <a:pt x="10051" y="12913"/>
                  </a:lnTo>
                  <a:lnTo>
                    <a:pt x="9904" y="12693"/>
                  </a:lnTo>
                  <a:lnTo>
                    <a:pt x="9831" y="12619"/>
                  </a:lnTo>
                  <a:lnTo>
                    <a:pt x="9721" y="12619"/>
                  </a:lnTo>
                  <a:lnTo>
                    <a:pt x="9391" y="12693"/>
                  </a:lnTo>
                  <a:lnTo>
                    <a:pt x="9097" y="12729"/>
                  </a:lnTo>
                  <a:lnTo>
                    <a:pt x="9024" y="12766"/>
                  </a:lnTo>
                  <a:lnTo>
                    <a:pt x="8987" y="12839"/>
                  </a:lnTo>
                  <a:lnTo>
                    <a:pt x="8987" y="12913"/>
                  </a:lnTo>
                  <a:lnTo>
                    <a:pt x="9024" y="12986"/>
                  </a:lnTo>
                  <a:lnTo>
                    <a:pt x="9024" y="13243"/>
                  </a:lnTo>
                  <a:lnTo>
                    <a:pt x="9097" y="13500"/>
                  </a:lnTo>
                  <a:lnTo>
                    <a:pt x="9134" y="13646"/>
                  </a:lnTo>
                  <a:lnTo>
                    <a:pt x="9207" y="13756"/>
                  </a:lnTo>
                  <a:lnTo>
                    <a:pt x="9317" y="13830"/>
                  </a:lnTo>
                  <a:lnTo>
                    <a:pt x="9427" y="13867"/>
                  </a:lnTo>
                  <a:lnTo>
                    <a:pt x="8987" y="14050"/>
                  </a:lnTo>
                  <a:lnTo>
                    <a:pt x="8950" y="13977"/>
                  </a:lnTo>
                  <a:lnTo>
                    <a:pt x="8804" y="13903"/>
                  </a:lnTo>
                  <a:lnTo>
                    <a:pt x="8767" y="13903"/>
                  </a:lnTo>
                  <a:lnTo>
                    <a:pt x="8620" y="13536"/>
                  </a:lnTo>
                  <a:lnTo>
                    <a:pt x="8510" y="13390"/>
                  </a:lnTo>
                  <a:lnTo>
                    <a:pt x="8364" y="13206"/>
                  </a:lnTo>
                  <a:lnTo>
                    <a:pt x="8327" y="13206"/>
                  </a:lnTo>
                  <a:lnTo>
                    <a:pt x="8327" y="13243"/>
                  </a:lnTo>
                  <a:lnTo>
                    <a:pt x="8327" y="13500"/>
                  </a:lnTo>
                  <a:lnTo>
                    <a:pt x="8364" y="13756"/>
                  </a:lnTo>
                  <a:lnTo>
                    <a:pt x="8510" y="14270"/>
                  </a:lnTo>
                  <a:lnTo>
                    <a:pt x="8070" y="14453"/>
                  </a:lnTo>
                  <a:lnTo>
                    <a:pt x="8033" y="14160"/>
                  </a:lnTo>
                  <a:lnTo>
                    <a:pt x="7960" y="13903"/>
                  </a:lnTo>
                  <a:lnTo>
                    <a:pt x="7923" y="13536"/>
                  </a:lnTo>
                  <a:lnTo>
                    <a:pt x="7923" y="13206"/>
                  </a:lnTo>
                  <a:lnTo>
                    <a:pt x="7887" y="13133"/>
                  </a:lnTo>
                  <a:lnTo>
                    <a:pt x="7813" y="13096"/>
                  </a:lnTo>
                  <a:lnTo>
                    <a:pt x="7777" y="13096"/>
                  </a:lnTo>
                  <a:lnTo>
                    <a:pt x="7703" y="13170"/>
                  </a:lnTo>
                  <a:lnTo>
                    <a:pt x="7667" y="13536"/>
                  </a:lnTo>
                  <a:lnTo>
                    <a:pt x="7630" y="13903"/>
                  </a:lnTo>
                  <a:lnTo>
                    <a:pt x="7667" y="14233"/>
                  </a:lnTo>
                  <a:lnTo>
                    <a:pt x="7667" y="14380"/>
                  </a:lnTo>
                  <a:lnTo>
                    <a:pt x="7740" y="14527"/>
                  </a:lnTo>
                  <a:lnTo>
                    <a:pt x="7483" y="14563"/>
                  </a:lnTo>
                  <a:lnTo>
                    <a:pt x="7190" y="14527"/>
                  </a:lnTo>
                  <a:lnTo>
                    <a:pt x="7006" y="14453"/>
                  </a:lnTo>
                  <a:lnTo>
                    <a:pt x="6786" y="14380"/>
                  </a:lnTo>
                  <a:lnTo>
                    <a:pt x="6823" y="14160"/>
                  </a:lnTo>
                  <a:lnTo>
                    <a:pt x="6860" y="13646"/>
                  </a:lnTo>
                  <a:lnTo>
                    <a:pt x="6860" y="13206"/>
                  </a:lnTo>
                  <a:lnTo>
                    <a:pt x="6860" y="12766"/>
                  </a:lnTo>
                  <a:lnTo>
                    <a:pt x="6823" y="12693"/>
                  </a:lnTo>
                  <a:lnTo>
                    <a:pt x="6713" y="12656"/>
                  </a:lnTo>
                  <a:lnTo>
                    <a:pt x="6346" y="12693"/>
                  </a:lnTo>
                  <a:lnTo>
                    <a:pt x="6309" y="12656"/>
                  </a:lnTo>
                  <a:lnTo>
                    <a:pt x="6236" y="12693"/>
                  </a:lnTo>
                  <a:lnTo>
                    <a:pt x="6089" y="12913"/>
                  </a:lnTo>
                  <a:lnTo>
                    <a:pt x="5943" y="13133"/>
                  </a:lnTo>
                  <a:lnTo>
                    <a:pt x="5869" y="13390"/>
                  </a:lnTo>
                  <a:lnTo>
                    <a:pt x="5796" y="13610"/>
                  </a:lnTo>
                  <a:lnTo>
                    <a:pt x="5392" y="13206"/>
                  </a:lnTo>
                  <a:lnTo>
                    <a:pt x="5686" y="12839"/>
                  </a:lnTo>
                  <a:lnTo>
                    <a:pt x="5943" y="12473"/>
                  </a:lnTo>
                  <a:lnTo>
                    <a:pt x="5943" y="12363"/>
                  </a:lnTo>
                  <a:lnTo>
                    <a:pt x="5943" y="12289"/>
                  </a:lnTo>
                  <a:lnTo>
                    <a:pt x="5869" y="12216"/>
                  </a:lnTo>
                  <a:lnTo>
                    <a:pt x="5686" y="12216"/>
                  </a:lnTo>
                  <a:lnTo>
                    <a:pt x="5612" y="12289"/>
                  </a:lnTo>
                  <a:lnTo>
                    <a:pt x="5209" y="12949"/>
                  </a:lnTo>
                  <a:lnTo>
                    <a:pt x="4952" y="12619"/>
                  </a:lnTo>
                  <a:lnTo>
                    <a:pt x="5136" y="12473"/>
                  </a:lnTo>
                  <a:lnTo>
                    <a:pt x="5319" y="12289"/>
                  </a:lnTo>
                  <a:lnTo>
                    <a:pt x="5466" y="12069"/>
                  </a:lnTo>
                  <a:lnTo>
                    <a:pt x="5576" y="11849"/>
                  </a:lnTo>
                  <a:lnTo>
                    <a:pt x="5576" y="11776"/>
                  </a:lnTo>
                  <a:lnTo>
                    <a:pt x="5576" y="11739"/>
                  </a:lnTo>
                  <a:lnTo>
                    <a:pt x="5539" y="11666"/>
                  </a:lnTo>
                  <a:lnTo>
                    <a:pt x="5502" y="11629"/>
                  </a:lnTo>
                  <a:lnTo>
                    <a:pt x="5319" y="11629"/>
                  </a:lnTo>
                  <a:lnTo>
                    <a:pt x="5282" y="11702"/>
                  </a:lnTo>
                  <a:lnTo>
                    <a:pt x="4805" y="12399"/>
                  </a:lnTo>
                  <a:lnTo>
                    <a:pt x="4439" y="11922"/>
                  </a:lnTo>
                  <a:lnTo>
                    <a:pt x="4549" y="11812"/>
                  </a:lnTo>
                  <a:lnTo>
                    <a:pt x="4879" y="11409"/>
                  </a:lnTo>
                  <a:lnTo>
                    <a:pt x="5209" y="10969"/>
                  </a:lnTo>
                  <a:lnTo>
                    <a:pt x="5209" y="10895"/>
                  </a:lnTo>
                  <a:lnTo>
                    <a:pt x="5246" y="10859"/>
                  </a:lnTo>
                  <a:lnTo>
                    <a:pt x="5282" y="10785"/>
                  </a:lnTo>
                  <a:lnTo>
                    <a:pt x="5282" y="10712"/>
                  </a:lnTo>
                  <a:lnTo>
                    <a:pt x="5209" y="10639"/>
                  </a:lnTo>
                  <a:lnTo>
                    <a:pt x="5099" y="10602"/>
                  </a:lnTo>
                  <a:lnTo>
                    <a:pt x="5026" y="10602"/>
                  </a:lnTo>
                  <a:lnTo>
                    <a:pt x="4952" y="10639"/>
                  </a:lnTo>
                  <a:lnTo>
                    <a:pt x="4549" y="11225"/>
                  </a:lnTo>
                  <a:lnTo>
                    <a:pt x="4329" y="11556"/>
                  </a:lnTo>
                  <a:lnTo>
                    <a:pt x="4292" y="11482"/>
                  </a:lnTo>
                  <a:lnTo>
                    <a:pt x="4145" y="11482"/>
                  </a:lnTo>
                  <a:lnTo>
                    <a:pt x="3888" y="11152"/>
                  </a:lnTo>
                  <a:lnTo>
                    <a:pt x="4329" y="10822"/>
                  </a:lnTo>
                  <a:lnTo>
                    <a:pt x="4549" y="10675"/>
                  </a:lnTo>
                  <a:lnTo>
                    <a:pt x="4732" y="10455"/>
                  </a:lnTo>
                  <a:lnTo>
                    <a:pt x="4769" y="10418"/>
                  </a:lnTo>
                  <a:lnTo>
                    <a:pt x="4805" y="10345"/>
                  </a:lnTo>
                  <a:lnTo>
                    <a:pt x="4732" y="10235"/>
                  </a:lnTo>
                  <a:lnTo>
                    <a:pt x="4659" y="10162"/>
                  </a:lnTo>
                  <a:lnTo>
                    <a:pt x="4585" y="10162"/>
                  </a:lnTo>
                  <a:lnTo>
                    <a:pt x="4512" y="10198"/>
                  </a:lnTo>
                  <a:lnTo>
                    <a:pt x="4292" y="10345"/>
                  </a:lnTo>
                  <a:lnTo>
                    <a:pt x="4072" y="10528"/>
                  </a:lnTo>
                  <a:lnTo>
                    <a:pt x="3705" y="10895"/>
                  </a:lnTo>
                  <a:lnTo>
                    <a:pt x="3256" y="10239"/>
                  </a:lnTo>
                  <a:lnTo>
                    <a:pt x="3256" y="10239"/>
                  </a:lnTo>
                  <a:lnTo>
                    <a:pt x="3485" y="10272"/>
                  </a:lnTo>
                  <a:lnTo>
                    <a:pt x="3742" y="10235"/>
                  </a:lnTo>
                  <a:lnTo>
                    <a:pt x="3888" y="10162"/>
                  </a:lnTo>
                  <a:lnTo>
                    <a:pt x="4072" y="10052"/>
                  </a:lnTo>
                  <a:lnTo>
                    <a:pt x="4365" y="9868"/>
                  </a:lnTo>
                  <a:lnTo>
                    <a:pt x="4769" y="9648"/>
                  </a:lnTo>
                  <a:lnTo>
                    <a:pt x="4989" y="9538"/>
                  </a:lnTo>
                  <a:lnTo>
                    <a:pt x="5172" y="9391"/>
                  </a:lnTo>
                  <a:lnTo>
                    <a:pt x="6053" y="10675"/>
                  </a:lnTo>
                  <a:lnTo>
                    <a:pt x="6383" y="11115"/>
                  </a:lnTo>
                  <a:lnTo>
                    <a:pt x="6713" y="11556"/>
                  </a:lnTo>
                  <a:lnTo>
                    <a:pt x="6896" y="11739"/>
                  </a:lnTo>
                  <a:lnTo>
                    <a:pt x="7116" y="11922"/>
                  </a:lnTo>
                  <a:lnTo>
                    <a:pt x="7336" y="12069"/>
                  </a:lnTo>
                  <a:lnTo>
                    <a:pt x="7593" y="12179"/>
                  </a:lnTo>
                  <a:lnTo>
                    <a:pt x="7813" y="12253"/>
                  </a:lnTo>
                  <a:lnTo>
                    <a:pt x="8070" y="12289"/>
                  </a:lnTo>
                  <a:lnTo>
                    <a:pt x="8547" y="12289"/>
                  </a:lnTo>
                  <a:lnTo>
                    <a:pt x="8767" y="12253"/>
                  </a:lnTo>
                  <a:lnTo>
                    <a:pt x="8987" y="12179"/>
                  </a:lnTo>
                  <a:lnTo>
                    <a:pt x="9207" y="12106"/>
                  </a:lnTo>
                  <a:lnTo>
                    <a:pt x="9427" y="11996"/>
                  </a:lnTo>
                  <a:lnTo>
                    <a:pt x="9684" y="11849"/>
                  </a:lnTo>
                  <a:lnTo>
                    <a:pt x="9867" y="11666"/>
                  </a:lnTo>
                  <a:lnTo>
                    <a:pt x="10051" y="11482"/>
                  </a:lnTo>
                  <a:lnTo>
                    <a:pt x="10198" y="11262"/>
                  </a:lnTo>
                  <a:lnTo>
                    <a:pt x="10308" y="11042"/>
                  </a:lnTo>
                  <a:lnTo>
                    <a:pt x="10418" y="10822"/>
                  </a:lnTo>
                  <a:lnTo>
                    <a:pt x="10491" y="10565"/>
                  </a:lnTo>
                  <a:lnTo>
                    <a:pt x="10528" y="10345"/>
                  </a:lnTo>
                  <a:lnTo>
                    <a:pt x="10564" y="9832"/>
                  </a:lnTo>
                  <a:lnTo>
                    <a:pt x="10528" y="9318"/>
                  </a:lnTo>
                  <a:lnTo>
                    <a:pt x="10418" y="8804"/>
                  </a:lnTo>
                  <a:lnTo>
                    <a:pt x="10234" y="8328"/>
                  </a:lnTo>
                  <a:lnTo>
                    <a:pt x="9978" y="7887"/>
                  </a:lnTo>
                  <a:lnTo>
                    <a:pt x="9684" y="7484"/>
                  </a:lnTo>
                  <a:lnTo>
                    <a:pt x="9097" y="6640"/>
                  </a:lnTo>
                  <a:lnTo>
                    <a:pt x="9354" y="6494"/>
                  </a:lnTo>
                  <a:lnTo>
                    <a:pt x="9574" y="6347"/>
                  </a:lnTo>
                  <a:lnTo>
                    <a:pt x="10014" y="5980"/>
                  </a:lnTo>
                  <a:lnTo>
                    <a:pt x="10418" y="5613"/>
                  </a:lnTo>
                  <a:close/>
                  <a:moveTo>
                    <a:pt x="8400" y="2055"/>
                  </a:moveTo>
                  <a:lnTo>
                    <a:pt x="8290" y="2092"/>
                  </a:lnTo>
                  <a:lnTo>
                    <a:pt x="8217" y="2165"/>
                  </a:lnTo>
                  <a:lnTo>
                    <a:pt x="8180" y="2202"/>
                  </a:lnTo>
                  <a:lnTo>
                    <a:pt x="8180" y="2312"/>
                  </a:lnTo>
                  <a:lnTo>
                    <a:pt x="8180" y="2385"/>
                  </a:lnTo>
                  <a:lnTo>
                    <a:pt x="8107" y="2422"/>
                  </a:lnTo>
                  <a:lnTo>
                    <a:pt x="8033" y="2459"/>
                  </a:lnTo>
                  <a:lnTo>
                    <a:pt x="7300" y="3045"/>
                  </a:lnTo>
                  <a:lnTo>
                    <a:pt x="6896" y="3339"/>
                  </a:lnTo>
                  <a:lnTo>
                    <a:pt x="6529" y="3596"/>
                  </a:lnTo>
                  <a:lnTo>
                    <a:pt x="6456" y="3669"/>
                  </a:lnTo>
                  <a:lnTo>
                    <a:pt x="6419" y="3742"/>
                  </a:lnTo>
                  <a:lnTo>
                    <a:pt x="6419" y="3852"/>
                  </a:lnTo>
                  <a:lnTo>
                    <a:pt x="6419" y="3926"/>
                  </a:lnTo>
                  <a:lnTo>
                    <a:pt x="8547" y="6677"/>
                  </a:lnTo>
                  <a:lnTo>
                    <a:pt x="8547" y="6750"/>
                  </a:lnTo>
                  <a:lnTo>
                    <a:pt x="8620" y="6787"/>
                  </a:lnTo>
                  <a:lnTo>
                    <a:pt x="9391" y="7851"/>
                  </a:lnTo>
                  <a:lnTo>
                    <a:pt x="9684" y="8291"/>
                  </a:lnTo>
                  <a:lnTo>
                    <a:pt x="9904" y="8768"/>
                  </a:lnTo>
                  <a:lnTo>
                    <a:pt x="10014" y="9025"/>
                  </a:lnTo>
                  <a:lnTo>
                    <a:pt x="10088" y="9281"/>
                  </a:lnTo>
                  <a:lnTo>
                    <a:pt x="10124" y="9538"/>
                  </a:lnTo>
                  <a:lnTo>
                    <a:pt x="10124" y="9832"/>
                  </a:lnTo>
                  <a:lnTo>
                    <a:pt x="10124" y="10088"/>
                  </a:lnTo>
                  <a:lnTo>
                    <a:pt x="10088" y="10308"/>
                  </a:lnTo>
                  <a:lnTo>
                    <a:pt x="10014" y="10565"/>
                  </a:lnTo>
                  <a:lnTo>
                    <a:pt x="9904" y="10785"/>
                  </a:lnTo>
                  <a:lnTo>
                    <a:pt x="9794" y="11005"/>
                  </a:lnTo>
                  <a:lnTo>
                    <a:pt x="9647" y="11189"/>
                  </a:lnTo>
                  <a:lnTo>
                    <a:pt x="9464" y="11372"/>
                  </a:lnTo>
                  <a:lnTo>
                    <a:pt x="9281" y="11556"/>
                  </a:lnTo>
                  <a:lnTo>
                    <a:pt x="9097" y="11666"/>
                  </a:lnTo>
                  <a:lnTo>
                    <a:pt x="8877" y="11739"/>
                  </a:lnTo>
                  <a:lnTo>
                    <a:pt x="8657" y="11776"/>
                  </a:lnTo>
                  <a:lnTo>
                    <a:pt x="8437" y="11812"/>
                  </a:lnTo>
                  <a:lnTo>
                    <a:pt x="7997" y="11812"/>
                  </a:lnTo>
                  <a:lnTo>
                    <a:pt x="7813" y="11739"/>
                  </a:lnTo>
                  <a:lnTo>
                    <a:pt x="7593" y="11666"/>
                  </a:lnTo>
                  <a:lnTo>
                    <a:pt x="7373" y="11519"/>
                  </a:lnTo>
                  <a:lnTo>
                    <a:pt x="7153" y="11372"/>
                  </a:lnTo>
                  <a:lnTo>
                    <a:pt x="6970" y="11152"/>
                  </a:lnTo>
                  <a:lnTo>
                    <a:pt x="6823" y="10932"/>
                  </a:lnTo>
                  <a:lnTo>
                    <a:pt x="6053" y="9905"/>
                  </a:lnTo>
                  <a:lnTo>
                    <a:pt x="5356" y="8878"/>
                  </a:lnTo>
                  <a:lnTo>
                    <a:pt x="4659" y="7814"/>
                  </a:lnTo>
                  <a:lnTo>
                    <a:pt x="4035" y="6714"/>
                  </a:lnTo>
                  <a:lnTo>
                    <a:pt x="3742" y="6163"/>
                  </a:lnTo>
                  <a:lnTo>
                    <a:pt x="3485" y="5613"/>
                  </a:lnTo>
                  <a:lnTo>
                    <a:pt x="3412" y="5540"/>
                  </a:lnTo>
                  <a:lnTo>
                    <a:pt x="3301" y="5503"/>
                  </a:lnTo>
                  <a:lnTo>
                    <a:pt x="3191" y="5503"/>
                  </a:lnTo>
                  <a:lnTo>
                    <a:pt x="3118" y="5576"/>
                  </a:lnTo>
                  <a:lnTo>
                    <a:pt x="3008" y="5687"/>
                  </a:lnTo>
                  <a:lnTo>
                    <a:pt x="2861" y="5760"/>
                  </a:lnTo>
                  <a:lnTo>
                    <a:pt x="2715" y="5833"/>
                  </a:lnTo>
                  <a:lnTo>
                    <a:pt x="2568" y="5833"/>
                  </a:lnTo>
                  <a:lnTo>
                    <a:pt x="2421" y="5870"/>
                  </a:lnTo>
                  <a:lnTo>
                    <a:pt x="2274" y="5907"/>
                  </a:lnTo>
                  <a:lnTo>
                    <a:pt x="2018" y="6053"/>
                  </a:lnTo>
                  <a:lnTo>
                    <a:pt x="1431" y="6420"/>
                  </a:lnTo>
                  <a:lnTo>
                    <a:pt x="1137" y="6604"/>
                  </a:lnTo>
                  <a:lnTo>
                    <a:pt x="880" y="6824"/>
                  </a:lnTo>
                  <a:lnTo>
                    <a:pt x="770" y="6824"/>
                  </a:lnTo>
                  <a:lnTo>
                    <a:pt x="697" y="6897"/>
                  </a:lnTo>
                  <a:lnTo>
                    <a:pt x="660" y="6970"/>
                  </a:lnTo>
                  <a:lnTo>
                    <a:pt x="697" y="7080"/>
                  </a:lnTo>
                  <a:lnTo>
                    <a:pt x="1101" y="7814"/>
                  </a:lnTo>
                  <a:lnTo>
                    <a:pt x="1541" y="8548"/>
                  </a:lnTo>
                  <a:lnTo>
                    <a:pt x="2458" y="9942"/>
                  </a:lnTo>
                  <a:lnTo>
                    <a:pt x="3412" y="11335"/>
                  </a:lnTo>
                  <a:lnTo>
                    <a:pt x="4402" y="12693"/>
                  </a:lnTo>
                  <a:lnTo>
                    <a:pt x="4989" y="13426"/>
                  </a:lnTo>
                  <a:lnTo>
                    <a:pt x="4952" y="13426"/>
                  </a:lnTo>
                  <a:lnTo>
                    <a:pt x="4952" y="13500"/>
                  </a:lnTo>
                  <a:lnTo>
                    <a:pt x="4989" y="13536"/>
                  </a:lnTo>
                  <a:lnTo>
                    <a:pt x="5026" y="13573"/>
                  </a:lnTo>
                  <a:lnTo>
                    <a:pt x="5099" y="13536"/>
                  </a:lnTo>
                  <a:lnTo>
                    <a:pt x="5429" y="13940"/>
                  </a:lnTo>
                  <a:lnTo>
                    <a:pt x="5796" y="14307"/>
                  </a:lnTo>
                  <a:lnTo>
                    <a:pt x="5833" y="14343"/>
                  </a:lnTo>
                  <a:lnTo>
                    <a:pt x="5906" y="14380"/>
                  </a:lnTo>
                  <a:lnTo>
                    <a:pt x="6126" y="14563"/>
                  </a:lnTo>
                  <a:lnTo>
                    <a:pt x="6383" y="14710"/>
                  </a:lnTo>
                  <a:lnTo>
                    <a:pt x="6640" y="14857"/>
                  </a:lnTo>
                  <a:lnTo>
                    <a:pt x="6933" y="14967"/>
                  </a:lnTo>
                  <a:lnTo>
                    <a:pt x="7226" y="15040"/>
                  </a:lnTo>
                  <a:lnTo>
                    <a:pt x="7850" y="15040"/>
                  </a:lnTo>
                  <a:lnTo>
                    <a:pt x="8180" y="14967"/>
                  </a:lnTo>
                  <a:lnTo>
                    <a:pt x="8510" y="14820"/>
                  </a:lnTo>
                  <a:lnTo>
                    <a:pt x="8877" y="14673"/>
                  </a:lnTo>
                  <a:lnTo>
                    <a:pt x="9574" y="14343"/>
                  </a:lnTo>
                  <a:lnTo>
                    <a:pt x="11115" y="13683"/>
                  </a:lnTo>
                  <a:lnTo>
                    <a:pt x="11592" y="13426"/>
                  </a:lnTo>
                  <a:lnTo>
                    <a:pt x="11995" y="13170"/>
                  </a:lnTo>
                  <a:lnTo>
                    <a:pt x="12399" y="12839"/>
                  </a:lnTo>
                  <a:lnTo>
                    <a:pt x="12729" y="12436"/>
                  </a:lnTo>
                  <a:lnTo>
                    <a:pt x="12912" y="12142"/>
                  </a:lnTo>
                  <a:lnTo>
                    <a:pt x="13059" y="11849"/>
                  </a:lnTo>
                  <a:lnTo>
                    <a:pt x="13169" y="11519"/>
                  </a:lnTo>
                  <a:lnTo>
                    <a:pt x="13242" y="11189"/>
                  </a:lnTo>
                  <a:lnTo>
                    <a:pt x="13279" y="10859"/>
                  </a:lnTo>
                  <a:lnTo>
                    <a:pt x="13316" y="10528"/>
                  </a:lnTo>
                  <a:lnTo>
                    <a:pt x="13279" y="10198"/>
                  </a:lnTo>
                  <a:lnTo>
                    <a:pt x="13242" y="9868"/>
                  </a:lnTo>
                  <a:lnTo>
                    <a:pt x="13169" y="9538"/>
                  </a:lnTo>
                  <a:lnTo>
                    <a:pt x="13095" y="9208"/>
                  </a:lnTo>
                  <a:lnTo>
                    <a:pt x="12875" y="8584"/>
                  </a:lnTo>
                  <a:lnTo>
                    <a:pt x="12582" y="7961"/>
                  </a:lnTo>
                  <a:lnTo>
                    <a:pt x="12252" y="7374"/>
                  </a:lnTo>
                  <a:lnTo>
                    <a:pt x="11885" y="6824"/>
                  </a:lnTo>
                  <a:lnTo>
                    <a:pt x="10271" y="4476"/>
                  </a:lnTo>
                  <a:lnTo>
                    <a:pt x="8657" y="2165"/>
                  </a:lnTo>
                  <a:lnTo>
                    <a:pt x="8584" y="2092"/>
                  </a:lnTo>
                  <a:lnTo>
                    <a:pt x="8474" y="2055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33" name="Google Shape;321;p5">
              <a:extLst>
                <a:ext uri="{FF2B5EF4-FFF2-40B4-BE49-F238E27FC236}">
                  <a16:creationId xmlns:a16="http://schemas.microsoft.com/office/drawing/2014/main" id="{48F75B0B-5E3E-4184-A814-15172B1A256D}"/>
                </a:ext>
              </a:extLst>
            </p:cNvPr>
            <p:cNvSpPr/>
            <p:nvPr/>
          </p:nvSpPr>
          <p:spPr>
            <a:xfrm>
              <a:off x="6023725" y="3167900"/>
              <a:ext cx="340250" cy="227450"/>
            </a:xfrm>
            <a:custGeom>
              <a:avLst/>
              <a:gdLst/>
              <a:ahLst/>
              <a:cxnLst/>
              <a:rect l="l" t="t" r="r" b="b"/>
              <a:pathLst>
                <a:path w="13610" h="9098" extrusionOk="0">
                  <a:moveTo>
                    <a:pt x="4696" y="0"/>
                  </a:moveTo>
                  <a:lnTo>
                    <a:pt x="4586" y="74"/>
                  </a:lnTo>
                  <a:lnTo>
                    <a:pt x="4256" y="440"/>
                  </a:lnTo>
                  <a:lnTo>
                    <a:pt x="3999" y="844"/>
                  </a:lnTo>
                  <a:lnTo>
                    <a:pt x="3742" y="1247"/>
                  </a:lnTo>
                  <a:lnTo>
                    <a:pt x="3522" y="1688"/>
                  </a:lnTo>
                  <a:lnTo>
                    <a:pt x="3339" y="2128"/>
                  </a:lnTo>
                  <a:lnTo>
                    <a:pt x="3228" y="2605"/>
                  </a:lnTo>
                  <a:lnTo>
                    <a:pt x="3118" y="3081"/>
                  </a:lnTo>
                  <a:lnTo>
                    <a:pt x="3045" y="3595"/>
                  </a:lnTo>
                  <a:lnTo>
                    <a:pt x="3008" y="3852"/>
                  </a:lnTo>
                  <a:lnTo>
                    <a:pt x="2935" y="4072"/>
                  </a:lnTo>
                  <a:lnTo>
                    <a:pt x="2825" y="4329"/>
                  </a:lnTo>
                  <a:lnTo>
                    <a:pt x="2678" y="4512"/>
                  </a:lnTo>
                  <a:lnTo>
                    <a:pt x="2605" y="4622"/>
                  </a:lnTo>
                  <a:lnTo>
                    <a:pt x="2495" y="4659"/>
                  </a:lnTo>
                  <a:lnTo>
                    <a:pt x="2275" y="4732"/>
                  </a:lnTo>
                  <a:lnTo>
                    <a:pt x="1835" y="4732"/>
                  </a:lnTo>
                  <a:lnTo>
                    <a:pt x="1541" y="4659"/>
                  </a:lnTo>
                  <a:lnTo>
                    <a:pt x="991" y="4659"/>
                  </a:lnTo>
                  <a:lnTo>
                    <a:pt x="881" y="4732"/>
                  </a:lnTo>
                  <a:lnTo>
                    <a:pt x="771" y="4769"/>
                  </a:lnTo>
                  <a:lnTo>
                    <a:pt x="587" y="4732"/>
                  </a:lnTo>
                  <a:lnTo>
                    <a:pt x="404" y="4732"/>
                  </a:lnTo>
                  <a:lnTo>
                    <a:pt x="257" y="4805"/>
                  </a:lnTo>
                  <a:lnTo>
                    <a:pt x="74" y="4879"/>
                  </a:lnTo>
                  <a:lnTo>
                    <a:pt x="37" y="4952"/>
                  </a:lnTo>
                  <a:lnTo>
                    <a:pt x="0" y="5026"/>
                  </a:lnTo>
                  <a:lnTo>
                    <a:pt x="0" y="5172"/>
                  </a:lnTo>
                  <a:lnTo>
                    <a:pt x="37" y="5209"/>
                  </a:lnTo>
                  <a:lnTo>
                    <a:pt x="74" y="5246"/>
                  </a:lnTo>
                  <a:lnTo>
                    <a:pt x="147" y="5282"/>
                  </a:lnTo>
                  <a:lnTo>
                    <a:pt x="221" y="5246"/>
                  </a:lnTo>
                  <a:lnTo>
                    <a:pt x="514" y="5172"/>
                  </a:lnTo>
                  <a:lnTo>
                    <a:pt x="587" y="5282"/>
                  </a:lnTo>
                  <a:lnTo>
                    <a:pt x="697" y="5356"/>
                  </a:lnTo>
                  <a:lnTo>
                    <a:pt x="807" y="5356"/>
                  </a:lnTo>
                  <a:lnTo>
                    <a:pt x="881" y="5319"/>
                  </a:lnTo>
                  <a:lnTo>
                    <a:pt x="918" y="5282"/>
                  </a:lnTo>
                  <a:lnTo>
                    <a:pt x="991" y="5209"/>
                  </a:lnTo>
                  <a:lnTo>
                    <a:pt x="1064" y="5172"/>
                  </a:lnTo>
                  <a:lnTo>
                    <a:pt x="1248" y="5136"/>
                  </a:lnTo>
                  <a:lnTo>
                    <a:pt x="1431" y="5172"/>
                  </a:lnTo>
                  <a:lnTo>
                    <a:pt x="1614" y="5209"/>
                  </a:lnTo>
                  <a:lnTo>
                    <a:pt x="1981" y="5282"/>
                  </a:lnTo>
                  <a:lnTo>
                    <a:pt x="2201" y="5282"/>
                  </a:lnTo>
                  <a:lnTo>
                    <a:pt x="2385" y="5246"/>
                  </a:lnTo>
                  <a:lnTo>
                    <a:pt x="2605" y="5209"/>
                  </a:lnTo>
                  <a:lnTo>
                    <a:pt x="2752" y="5136"/>
                  </a:lnTo>
                  <a:lnTo>
                    <a:pt x="2935" y="5026"/>
                  </a:lnTo>
                  <a:lnTo>
                    <a:pt x="3082" y="4879"/>
                  </a:lnTo>
                  <a:lnTo>
                    <a:pt x="3192" y="4732"/>
                  </a:lnTo>
                  <a:lnTo>
                    <a:pt x="3302" y="4549"/>
                  </a:lnTo>
                  <a:lnTo>
                    <a:pt x="3449" y="4182"/>
                  </a:lnTo>
                  <a:lnTo>
                    <a:pt x="3522" y="3925"/>
                  </a:lnTo>
                  <a:lnTo>
                    <a:pt x="3559" y="3668"/>
                  </a:lnTo>
                  <a:lnTo>
                    <a:pt x="3632" y="3118"/>
                  </a:lnTo>
                  <a:lnTo>
                    <a:pt x="3742" y="2641"/>
                  </a:lnTo>
                  <a:lnTo>
                    <a:pt x="3889" y="2201"/>
                  </a:lnTo>
                  <a:lnTo>
                    <a:pt x="4035" y="1834"/>
                  </a:lnTo>
                  <a:lnTo>
                    <a:pt x="4219" y="1467"/>
                  </a:lnTo>
                  <a:lnTo>
                    <a:pt x="4402" y="1137"/>
                  </a:lnTo>
                  <a:lnTo>
                    <a:pt x="4659" y="844"/>
                  </a:lnTo>
                  <a:lnTo>
                    <a:pt x="5173" y="2861"/>
                  </a:lnTo>
                  <a:lnTo>
                    <a:pt x="5649" y="4842"/>
                  </a:lnTo>
                  <a:lnTo>
                    <a:pt x="6126" y="6860"/>
                  </a:lnTo>
                  <a:lnTo>
                    <a:pt x="6567" y="8914"/>
                  </a:lnTo>
                  <a:lnTo>
                    <a:pt x="6603" y="8987"/>
                  </a:lnTo>
                  <a:lnTo>
                    <a:pt x="6713" y="9061"/>
                  </a:lnTo>
                  <a:lnTo>
                    <a:pt x="6787" y="9097"/>
                  </a:lnTo>
                  <a:lnTo>
                    <a:pt x="6897" y="9097"/>
                  </a:lnTo>
                  <a:lnTo>
                    <a:pt x="7153" y="8987"/>
                  </a:lnTo>
                  <a:lnTo>
                    <a:pt x="7374" y="8804"/>
                  </a:lnTo>
                  <a:lnTo>
                    <a:pt x="7520" y="8620"/>
                  </a:lnTo>
                  <a:lnTo>
                    <a:pt x="7667" y="8364"/>
                  </a:lnTo>
                  <a:lnTo>
                    <a:pt x="7814" y="7997"/>
                  </a:lnTo>
                  <a:lnTo>
                    <a:pt x="7924" y="7593"/>
                  </a:lnTo>
                  <a:lnTo>
                    <a:pt x="8181" y="6823"/>
                  </a:lnTo>
                  <a:lnTo>
                    <a:pt x="9061" y="3962"/>
                  </a:lnTo>
                  <a:lnTo>
                    <a:pt x="9208" y="4439"/>
                  </a:lnTo>
                  <a:lnTo>
                    <a:pt x="9318" y="4952"/>
                  </a:lnTo>
                  <a:lnTo>
                    <a:pt x="9318" y="5062"/>
                  </a:lnTo>
                  <a:lnTo>
                    <a:pt x="9391" y="5136"/>
                  </a:lnTo>
                  <a:lnTo>
                    <a:pt x="9464" y="5209"/>
                  </a:lnTo>
                  <a:lnTo>
                    <a:pt x="9574" y="5209"/>
                  </a:lnTo>
                  <a:lnTo>
                    <a:pt x="12032" y="5062"/>
                  </a:lnTo>
                  <a:lnTo>
                    <a:pt x="12069" y="5136"/>
                  </a:lnTo>
                  <a:lnTo>
                    <a:pt x="12105" y="5209"/>
                  </a:lnTo>
                  <a:lnTo>
                    <a:pt x="12326" y="5356"/>
                  </a:lnTo>
                  <a:lnTo>
                    <a:pt x="12582" y="5429"/>
                  </a:lnTo>
                  <a:lnTo>
                    <a:pt x="12619" y="5466"/>
                  </a:lnTo>
                  <a:lnTo>
                    <a:pt x="12912" y="5466"/>
                  </a:lnTo>
                  <a:lnTo>
                    <a:pt x="13059" y="5429"/>
                  </a:lnTo>
                  <a:lnTo>
                    <a:pt x="13206" y="5319"/>
                  </a:lnTo>
                  <a:lnTo>
                    <a:pt x="13316" y="5209"/>
                  </a:lnTo>
                  <a:lnTo>
                    <a:pt x="13426" y="5062"/>
                  </a:lnTo>
                  <a:lnTo>
                    <a:pt x="13536" y="4915"/>
                  </a:lnTo>
                  <a:lnTo>
                    <a:pt x="13609" y="4732"/>
                  </a:lnTo>
                  <a:lnTo>
                    <a:pt x="13609" y="4659"/>
                  </a:lnTo>
                  <a:lnTo>
                    <a:pt x="13609" y="4549"/>
                  </a:lnTo>
                  <a:lnTo>
                    <a:pt x="13536" y="4439"/>
                  </a:lnTo>
                  <a:lnTo>
                    <a:pt x="13426" y="4292"/>
                  </a:lnTo>
                  <a:lnTo>
                    <a:pt x="13279" y="4219"/>
                  </a:lnTo>
                  <a:lnTo>
                    <a:pt x="13133" y="4145"/>
                  </a:lnTo>
                  <a:lnTo>
                    <a:pt x="12949" y="4072"/>
                  </a:lnTo>
                  <a:lnTo>
                    <a:pt x="12802" y="4072"/>
                  </a:lnTo>
                  <a:lnTo>
                    <a:pt x="12619" y="4108"/>
                  </a:lnTo>
                  <a:lnTo>
                    <a:pt x="12436" y="4182"/>
                  </a:lnTo>
                  <a:lnTo>
                    <a:pt x="12326" y="4255"/>
                  </a:lnTo>
                  <a:lnTo>
                    <a:pt x="12252" y="4329"/>
                  </a:lnTo>
                  <a:lnTo>
                    <a:pt x="12142" y="4512"/>
                  </a:lnTo>
                  <a:lnTo>
                    <a:pt x="9794" y="4659"/>
                  </a:lnTo>
                  <a:lnTo>
                    <a:pt x="9721" y="4255"/>
                  </a:lnTo>
                  <a:lnTo>
                    <a:pt x="9611" y="3852"/>
                  </a:lnTo>
                  <a:lnTo>
                    <a:pt x="9464" y="3448"/>
                  </a:lnTo>
                  <a:lnTo>
                    <a:pt x="9281" y="3045"/>
                  </a:lnTo>
                  <a:lnTo>
                    <a:pt x="9208" y="2971"/>
                  </a:lnTo>
                  <a:lnTo>
                    <a:pt x="9134" y="2935"/>
                  </a:lnTo>
                  <a:lnTo>
                    <a:pt x="8987" y="2935"/>
                  </a:lnTo>
                  <a:lnTo>
                    <a:pt x="8841" y="2971"/>
                  </a:lnTo>
                  <a:lnTo>
                    <a:pt x="8804" y="3045"/>
                  </a:lnTo>
                  <a:lnTo>
                    <a:pt x="8767" y="3118"/>
                  </a:lnTo>
                  <a:lnTo>
                    <a:pt x="7850" y="6016"/>
                  </a:lnTo>
                  <a:lnTo>
                    <a:pt x="7374" y="7557"/>
                  </a:lnTo>
                  <a:lnTo>
                    <a:pt x="7227" y="7997"/>
                  </a:lnTo>
                  <a:lnTo>
                    <a:pt x="7153" y="8217"/>
                  </a:lnTo>
                  <a:lnTo>
                    <a:pt x="7007" y="8400"/>
                  </a:lnTo>
                  <a:lnTo>
                    <a:pt x="6567" y="6346"/>
                  </a:lnTo>
                  <a:lnTo>
                    <a:pt x="6090" y="4292"/>
                  </a:lnTo>
                  <a:lnTo>
                    <a:pt x="5576" y="2238"/>
                  </a:lnTo>
                  <a:lnTo>
                    <a:pt x="5026" y="220"/>
                  </a:lnTo>
                  <a:lnTo>
                    <a:pt x="4953" y="74"/>
                  </a:lnTo>
                  <a:lnTo>
                    <a:pt x="4842" y="37"/>
                  </a:lnTo>
                  <a:lnTo>
                    <a:pt x="4696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34" name="Google Shape;322;p5">
              <a:extLst>
                <a:ext uri="{FF2B5EF4-FFF2-40B4-BE49-F238E27FC236}">
                  <a16:creationId xmlns:a16="http://schemas.microsoft.com/office/drawing/2014/main" id="{92DF89BB-DDA6-431D-88B7-4B995D0B2D19}"/>
                </a:ext>
              </a:extLst>
            </p:cNvPr>
            <p:cNvSpPr/>
            <p:nvPr/>
          </p:nvSpPr>
          <p:spPr>
            <a:xfrm>
              <a:off x="7109500" y="3449425"/>
              <a:ext cx="154100" cy="165100"/>
            </a:xfrm>
            <a:custGeom>
              <a:avLst/>
              <a:gdLst/>
              <a:ahLst/>
              <a:cxnLst/>
              <a:rect l="l" t="t" r="r" b="b"/>
              <a:pathLst>
                <a:path w="6164" h="6604" extrusionOk="0">
                  <a:moveTo>
                    <a:pt x="3962" y="0"/>
                  </a:moveTo>
                  <a:lnTo>
                    <a:pt x="3926" y="37"/>
                  </a:lnTo>
                  <a:lnTo>
                    <a:pt x="3889" y="74"/>
                  </a:lnTo>
                  <a:lnTo>
                    <a:pt x="3889" y="147"/>
                  </a:lnTo>
                  <a:lnTo>
                    <a:pt x="3522" y="477"/>
                  </a:lnTo>
                  <a:lnTo>
                    <a:pt x="3229" y="807"/>
                  </a:lnTo>
                  <a:lnTo>
                    <a:pt x="2788" y="1284"/>
                  </a:lnTo>
                  <a:lnTo>
                    <a:pt x="2458" y="1651"/>
                  </a:lnTo>
                  <a:lnTo>
                    <a:pt x="2201" y="1578"/>
                  </a:lnTo>
                  <a:lnTo>
                    <a:pt x="1321" y="1321"/>
                  </a:lnTo>
                  <a:lnTo>
                    <a:pt x="1138" y="1284"/>
                  </a:lnTo>
                  <a:lnTo>
                    <a:pt x="808" y="1211"/>
                  </a:lnTo>
                  <a:lnTo>
                    <a:pt x="661" y="1174"/>
                  </a:lnTo>
                  <a:lnTo>
                    <a:pt x="514" y="1211"/>
                  </a:lnTo>
                  <a:lnTo>
                    <a:pt x="441" y="1248"/>
                  </a:lnTo>
                  <a:lnTo>
                    <a:pt x="441" y="1284"/>
                  </a:lnTo>
                  <a:lnTo>
                    <a:pt x="441" y="1358"/>
                  </a:lnTo>
                  <a:lnTo>
                    <a:pt x="477" y="1468"/>
                  </a:lnTo>
                  <a:lnTo>
                    <a:pt x="551" y="1541"/>
                  </a:lnTo>
                  <a:lnTo>
                    <a:pt x="661" y="1614"/>
                  </a:lnTo>
                  <a:lnTo>
                    <a:pt x="771" y="1651"/>
                  </a:lnTo>
                  <a:lnTo>
                    <a:pt x="1064" y="1761"/>
                  </a:lnTo>
                  <a:lnTo>
                    <a:pt x="1284" y="1798"/>
                  </a:lnTo>
                  <a:lnTo>
                    <a:pt x="2055" y="2018"/>
                  </a:lnTo>
                  <a:lnTo>
                    <a:pt x="2055" y="2091"/>
                  </a:lnTo>
                  <a:lnTo>
                    <a:pt x="2091" y="2165"/>
                  </a:lnTo>
                  <a:lnTo>
                    <a:pt x="2165" y="2238"/>
                  </a:lnTo>
                  <a:lnTo>
                    <a:pt x="2201" y="2238"/>
                  </a:lnTo>
                  <a:lnTo>
                    <a:pt x="2275" y="2275"/>
                  </a:lnTo>
                  <a:lnTo>
                    <a:pt x="2385" y="2238"/>
                  </a:lnTo>
                  <a:lnTo>
                    <a:pt x="2532" y="2165"/>
                  </a:lnTo>
                  <a:lnTo>
                    <a:pt x="2678" y="2128"/>
                  </a:lnTo>
                  <a:lnTo>
                    <a:pt x="2752" y="2091"/>
                  </a:lnTo>
                  <a:lnTo>
                    <a:pt x="2788" y="2055"/>
                  </a:lnTo>
                  <a:lnTo>
                    <a:pt x="2788" y="1981"/>
                  </a:lnTo>
                  <a:lnTo>
                    <a:pt x="2788" y="1908"/>
                  </a:lnTo>
                  <a:lnTo>
                    <a:pt x="2935" y="1761"/>
                  </a:lnTo>
                  <a:lnTo>
                    <a:pt x="3375" y="1284"/>
                  </a:lnTo>
                  <a:lnTo>
                    <a:pt x="3815" y="771"/>
                  </a:lnTo>
                  <a:lnTo>
                    <a:pt x="3852" y="1394"/>
                  </a:lnTo>
                  <a:lnTo>
                    <a:pt x="3852" y="2091"/>
                  </a:lnTo>
                  <a:lnTo>
                    <a:pt x="3889" y="2421"/>
                  </a:lnTo>
                  <a:lnTo>
                    <a:pt x="3962" y="2605"/>
                  </a:lnTo>
                  <a:lnTo>
                    <a:pt x="4036" y="2751"/>
                  </a:lnTo>
                  <a:lnTo>
                    <a:pt x="4109" y="2825"/>
                  </a:lnTo>
                  <a:lnTo>
                    <a:pt x="4219" y="2825"/>
                  </a:lnTo>
                  <a:lnTo>
                    <a:pt x="4476" y="3008"/>
                  </a:lnTo>
                  <a:lnTo>
                    <a:pt x="4732" y="3155"/>
                  </a:lnTo>
                  <a:lnTo>
                    <a:pt x="5063" y="3265"/>
                  </a:lnTo>
                  <a:lnTo>
                    <a:pt x="5356" y="3338"/>
                  </a:lnTo>
                  <a:lnTo>
                    <a:pt x="5246" y="3412"/>
                  </a:lnTo>
                  <a:lnTo>
                    <a:pt x="4732" y="3669"/>
                  </a:lnTo>
                  <a:lnTo>
                    <a:pt x="4512" y="3779"/>
                  </a:lnTo>
                  <a:lnTo>
                    <a:pt x="4292" y="3925"/>
                  </a:lnTo>
                  <a:lnTo>
                    <a:pt x="4219" y="3925"/>
                  </a:lnTo>
                  <a:lnTo>
                    <a:pt x="4182" y="3962"/>
                  </a:lnTo>
                  <a:lnTo>
                    <a:pt x="4072" y="4072"/>
                  </a:lnTo>
                  <a:lnTo>
                    <a:pt x="3962" y="4292"/>
                  </a:lnTo>
                  <a:lnTo>
                    <a:pt x="3889" y="4549"/>
                  </a:lnTo>
                  <a:lnTo>
                    <a:pt x="3852" y="5283"/>
                  </a:lnTo>
                  <a:lnTo>
                    <a:pt x="3852" y="5649"/>
                  </a:lnTo>
                  <a:lnTo>
                    <a:pt x="3852" y="6053"/>
                  </a:lnTo>
                  <a:lnTo>
                    <a:pt x="3559" y="5723"/>
                  </a:lnTo>
                  <a:lnTo>
                    <a:pt x="3229" y="5393"/>
                  </a:lnTo>
                  <a:lnTo>
                    <a:pt x="2642" y="4769"/>
                  </a:lnTo>
                  <a:lnTo>
                    <a:pt x="2568" y="4659"/>
                  </a:lnTo>
                  <a:lnTo>
                    <a:pt x="2495" y="4586"/>
                  </a:lnTo>
                  <a:lnTo>
                    <a:pt x="2385" y="4586"/>
                  </a:lnTo>
                  <a:lnTo>
                    <a:pt x="2385" y="4622"/>
                  </a:lnTo>
                  <a:lnTo>
                    <a:pt x="2312" y="4622"/>
                  </a:lnTo>
                  <a:lnTo>
                    <a:pt x="1908" y="4769"/>
                  </a:lnTo>
                  <a:lnTo>
                    <a:pt x="1468" y="4842"/>
                  </a:lnTo>
                  <a:lnTo>
                    <a:pt x="1064" y="4916"/>
                  </a:lnTo>
                  <a:lnTo>
                    <a:pt x="624" y="4952"/>
                  </a:lnTo>
                  <a:lnTo>
                    <a:pt x="1138" y="4329"/>
                  </a:lnTo>
                  <a:lnTo>
                    <a:pt x="1358" y="3999"/>
                  </a:lnTo>
                  <a:lnTo>
                    <a:pt x="1541" y="3632"/>
                  </a:lnTo>
                  <a:lnTo>
                    <a:pt x="1688" y="3595"/>
                  </a:lnTo>
                  <a:lnTo>
                    <a:pt x="1725" y="3558"/>
                  </a:lnTo>
                  <a:lnTo>
                    <a:pt x="1761" y="3485"/>
                  </a:lnTo>
                  <a:lnTo>
                    <a:pt x="1798" y="3448"/>
                  </a:lnTo>
                  <a:lnTo>
                    <a:pt x="1798" y="3375"/>
                  </a:lnTo>
                  <a:lnTo>
                    <a:pt x="1761" y="3302"/>
                  </a:lnTo>
                  <a:lnTo>
                    <a:pt x="1725" y="3265"/>
                  </a:lnTo>
                  <a:lnTo>
                    <a:pt x="1651" y="3228"/>
                  </a:lnTo>
                  <a:lnTo>
                    <a:pt x="1541" y="3045"/>
                  </a:lnTo>
                  <a:lnTo>
                    <a:pt x="1211" y="2458"/>
                  </a:lnTo>
                  <a:lnTo>
                    <a:pt x="844" y="1908"/>
                  </a:lnTo>
                  <a:lnTo>
                    <a:pt x="624" y="1651"/>
                  </a:lnTo>
                  <a:lnTo>
                    <a:pt x="367" y="1431"/>
                  </a:lnTo>
                  <a:lnTo>
                    <a:pt x="257" y="1394"/>
                  </a:lnTo>
                  <a:lnTo>
                    <a:pt x="184" y="1431"/>
                  </a:lnTo>
                  <a:lnTo>
                    <a:pt x="111" y="1504"/>
                  </a:lnTo>
                  <a:lnTo>
                    <a:pt x="111" y="1578"/>
                  </a:lnTo>
                  <a:lnTo>
                    <a:pt x="111" y="1614"/>
                  </a:lnTo>
                  <a:lnTo>
                    <a:pt x="331" y="1945"/>
                  </a:lnTo>
                  <a:lnTo>
                    <a:pt x="551" y="2238"/>
                  </a:lnTo>
                  <a:lnTo>
                    <a:pt x="771" y="2531"/>
                  </a:lnTo>
                  <a:lnTo>
                    <a:pt x="954" y="2825"/>
                  </a:lnTo>
                  <a:lnTo>
                    <a:pt x="1101" y="3155"/>
                  </a:lnTo>
                  <a:lnTo>
                    <a:pt x="1174" y="3338"/>
                  </a:lnTo>
                  <a:lnTo>
                    <a:pt x="1284" y="3522"/>
                  </a:lnTo>
                  <a:lnTo>
                    <a:pt x="1101" y="3669"/>
                  </a:lnTo>
                  <a:lnTo>
                    <a:pt x="918" y="3815"/>
                  </a:lnTo>
                  <a:lnTo>
                    <a:pt x="587" y="4219"/>
                  </a:lnTo>
                  <a:lnTo>
                    <a:pt x="294" y="4622"/>
                  </a:lnTo>
                  <a:lnTo>
                    <a:pt x="37" y="5062"/>
                  </a:lnTo>
                  <a:lnTo>
                    <a:pt x="1" y="5172"/>
                  </a:lnTo>
                  <a:lnTo>
                    <a:pt x="1" y="5283"/>
                  </a:lnTo>
                  <a:lnTo>
                    <a:pt x="74" y="5356"/>
                  </a:lnTo>
                  <a:lnTo>
                    <a:pt x="184" y="5393"/>
                  </a:lnTo>
                  <a:lnTo>
                    <a:pt x="734" y="5393"/>
                  </a:lnTo>
                  <a:lnTo>
                    <a:pt x="1284" y="5356"/>
                  </a:lnTo>
                  <a:lnTo>
                    <a:pt x="1835" y="5246"/>
                  </a:lnTo>
                  <a:lnTo>
                    <a:pt x="2348" y="5062"/>
                  </a:lnTo>
                  <a:lnTo>
                    <a:pt x="2568" y="5356"/>
                  </a:lnTo>
                  <a:lnTo>
                    <a:pt x="2788" y="5576"/>
                  </a:lnTo>
                  <a:lnTo>
                    <a:pt x="3229" y="6163"/>
                  </a:lnTo>
                  <a:lnTo>
                    <a:pt x="3485" y="6383"/>
                  </a:lnTo>
                  <a:lnTo>
                    <a:pt x="3632" y="6493"/>
                  </a:lnTo>
                  <a:lnTo>
                    <a:pt x="3779" y="6566"/>
                  </a:lnTo>
                  <a:lnTo>
                    <a:pt x="3889" y="6566"/>
                  </a:lnTo>
                  <a:lnTo>
                    <a:pt x="4036" y="6530"/>
                  </a:lnTo>
                  <a:lnTo>
                    <a:pt x="4146" y="6603"/>
                  </a:lnTo>
                  <a:lnTo>
                    <a:pt x="4292" y="6603"/>
                  </a:lnTo>
                  <a:lnTo>
                    <a:pt x="4366" y="6530"/>
                  </a:lnTo>
                  <a:lnTo>
                    <a:pt x="4402" y="6456"/>
                  </a:lnTo>
                  <a:lnTo>
                    <a:pt x="4439" y="6383"/>
                  </a:lnTo>
                  <a:lnTo>
                    <a:pt x="4402" y="6310"/>
                  </a:lnTo>
                  <a:lnTo>
                    <a:pt x="4366" y="6273"/>
                  </a:lnTo>
                  <a:lnTo>
                    <a:pt x="4329" y="6236"/>
                  </a:lnTo>
                  <a:lnTo>
                    <a:pt x="4292" y="6053"/>
                  </a:lnTo>
                  <a:lnTo>
                    <a:pt x="4292" y="5833"/>
                  </a:lnTo>
                  <a:lnTo>
                    <a:pt x="4256" y="5172"/>
                  </a:lnTo>
                  <a:lnTo>
                    <a:pt x="4256" y="4769"/>
                  </a:lnTo>
                  <a:lnTo>
                    <a:pt x="4256" y="4402"/>
                  </a:lnTo>
                  <a:lnTo>
                    <a:pt x="4402" y="4402"/>
                  </a:lnTo>
                  <a:lnTo>
                    <a:pt x="4476" y="4365"/>
                  </a:lnTo>
                  <a:lnTo>
                    <a:pt x="4549" y="4292"/>
                  </a:lnTo>
                  <a:lnTo>
                    <a:pt x="4549" y="4255"/>
                  </a:lnTo>
                  <a:lnTo>
                    <a:pt x="4622" y="4219"/>
                  </a:lnTo>
                  <a:lnTo>
                    <a:pt x="5209" y="3889"/>
                  </a:lnTo>
                  <a:lnTo>
                    <a:pt x="5539" y="3705"/>
                  </a:lnTo>
                  <a:lnTo>
                    <a:pt x="5686" y="3595"/>
                  </a:lnTo>
                  <a:lnTo>
                    <a:pt x="5833" y="3485"/>
                  </a:lnTo>
                  <a:lnTo>
                    <a:pt x="5980" y="3485"/>
                  </a:lnTo>
                  <a:lnTo>
                    <a:pt x="6090" y="3448"/>
                  </a:lnTo>
                  <a:lnTo>
                    <a:pt x="6126" y="3375"/>
                  </a:lnTo>
                  <a:lnTo>
                    <a:pt x="6163" y="3302"/>
                  </a:lnTo>
                  <a:lnTo>
                    <a:pt x="6163" y="3228"/>
                  </a:lnTo>
                  <a:lnTo>
                    <a:pt x="6126" y="3118"/>
                  </a:lnTo>
                  <a:lnTo>
                    <a:pt x="6090" y="3045"/>
                  </a:lnTo>
                  <a:lnTo>
                    <a:pt x="5980" y="3008"/>
                  </a:lnTo>
                  <a:lnTo>
                    <a:pt x="5576" y="2935"/>
                  </a:lnTo>
                  <a:lnTo>
                    <a:pt x="5173" y="2788"/>
                  </a:lnTo>
                  <a:lnTo>
                    <a:pt x="4769" y="2678"/>
                  </a:lnTo>
                  <a:lnTo>
                    <a:pt x="4366" y="2568"/>
                  </a:lnTo>
                  <a:lnTo>
                    <a:pt x="4366" y="2275"/>
                  </a:lnTo>
                  <a:lnTo>
                    <a:pt x="4329" y="2018"/>
                  </a:lnTo>
                  <a:lnTo>
                    <a:pt x="4256" y="1468"/>
                  </a:lnTo>
                  <a:lnTo>
                    <a:pt x="4256" y="881"/>
                  </a:lnTo>
                  <a:lnTo>
                    <a:pt x="4219" y="551"/>
                  </a:lnTo>
                  <a:lnTo>
                    <a:pt x="4182" y="257"/>
                  </a:lnTo>
                  <a:lnTo>
                    <a:pt x="4219" y="184"/>
                  </a:lnTo>
                  <a:lnTo>
                    <a:pt x="4256" y="110"/>
                  </a:lnTo>
                  <a:lnTo>
                    <a:pt x="4219" y="37"/>
                  </a:lnTo>
                  <a:lnTo>
                    <a:pt x="4182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808368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>
  <p:cSld name="Title + 2 columns"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9" name="Google Shape;359;p6"/>
          <p:cNvCxnSpPr/>
          <p:nvPr/>
        </p:nvCxnSpPr>
        <p:spPr>
          <a:xfrm>
            <a:off x="1133967" y="1375233"/>
            <a:ext cx="8050400" cy="0"/>
          </a:xfrm>
          <a:prstGeom prst="straightConnector1">
            <a:avLst/>
          </a:prstGeom>
          <a:noFill/>
          <a:ln w="19050" cap="rnd" cmpd="sng">
            <a:solidFill>
              <a:srgbClr val="36595D"/>
            </a:solidFill>
            <a:prstDash val="dash"/>
            <a:round/>
            <a:headEnd type="none" w="med" len="med"/>
            <a:tailEnd type="none" w="med" len="med"/>
          </a:ln>
        </p:spPr>
      </p:cxnSp>
      <p:grpSp>
        <p:nvGrpSpPr>
          <p:cNvPr id="37" name="Google Shape;293;p5">
            <a:extLst>
              <a:ext uri="{FF2B5EF4-FFF2-40B4-BE49-F238E27FC236}">
                <a16:creationId xmlns:a16="http://schemas.microsoft.com/office/drawing/2014/main" id="{54BDBE42-40E3-4F6C-841D-251F9551D406}"/>
              </a:ext>
            </a:extLst>
          </p:cNvPr>
          <p:cNvGrpSpPr/>
          <p:nvPr/>
        </p:nvGrpSpPr>
        <p:grpSpPr>
          <a:xfrm>
            <a:off x="9923870" y="-121539"/>
            <a:ext cx="2395052" cy="7107432"/>
            <a:chOff x="6023725" y="842300"/>
            <a:chExt cx="1358150" cy="4030375"/>
          </a:xfrm>
        </p:grpSpPr>
        <p:sp>
          <p:nvSpPr>
            <p:cNvPr id="38" name="Google Shape;294;p5">
              <a:extLst>
                <a:ext uri="{FF2B5EF4-FFF2-40B4-BE49-F238E27FC236}">
                  <a16:creationId xmlns:a16="http://schemas.microsoft.com/office/drawing/2014/main" id="{66E9B643-6FAC-4323-98C4-5ACA2DC4AE07}"/>
                </a:ext>
              </a:extLst>
            </p:cNvPr>
            <p:cNvSpPr/>
            <p:nvPr/>
          </p:nvSpPr>
          <p:spPr>
            <a:xfrm>
              <a:off x="6371275" y="842300"/>
              <a:ext cx="397100" cy="492450"/>
            </a:xfrm>
            <a:custGeom>
              <a:avLst/>
              <a:gdLst/>
              <a:ahLst/>
              <a:cxnLst/>
              <a:rect l="l" t="t" r="r" b="b"/>
              <a:pathLst>
                <a:path w="15884" h="19698" extrusionOk="0">
                  <a:moveTo>
                    <a:pt x="9355" y="4108"/>
                  </a:moveTo>
                  <a:lnTo>
                    <a:pt x="9465" y="4145"/>
                  </a:lnTo>
                  <a:lnTo>
                    <a:pt x="9538" y="4182"/>
                  </a:lnTo>
                  <a:lnTo>
                    <a:pt x="9648" y="4328"/>
                  </a:lnTo>
                  <a:lnTo>
                    <a:pt x="9721" y="4549"/>
                  </a:lnTo>
                  <a:lnTo>
                    <a:pt x="9721" y="4769"/>
                  </a:lnTo>
                  <a:lnTo>
                    <a:pt x="9721" y="4842"/>
                  </a:lnTo>
                  <a:lnTo>
                    <a:pt x="9685" y="4879"/>
                  </a:lnTo>
                  <a:lnTo>
                    <a:pt x="9575" y="4952"/>
                  </a:lnTo>
                  <a:lnTo>
                    <a:pt x="9391" y="4952"/>
                  </a:lnTo>
                  <a:lnTo>
                    <a:pt x="9355" y="4915"/>
                  </a:lnTo>
                  <a:lnTo>
                    <a:pt x="9281" y="4842"/>
                  </a:lnTo>
                  <a:lnTo>
                    <a:pt x="9208" y="4695"/>
                  </a:lnTo>
                  <a:lnTo>
                    <a:pt x="9171" y="4549"/>
                  </a:lnTo>
                  <a:lnTo>
                    <a:pt x="9171" y="4438"/>
                  </a:lnTo>
                  <a:lnTo>
                    <a:pt x="9171" y="4328"/>
                  </a:lnTo>
                  <a:lnTo>
                    <a:pt x="9245" y="4108"/>
                  </a:lnTo>
                  <a:close/>
                  <a:moveTo>
                    <a:pt x="9355" y="3705"/>
                  </a:moveTo>
                  <a:lnTo>
                    <a:pt x="9245" y="3742"/>
                  </a:lnTo>
                  <a:lnTo>
                    <a:pt x="9135" y="3778"/>
                  </a:lnTo>
                  <a:lnTo>
                    <a:pt x="9025" y="3852"/>
                  </a:lnTo>
                  <a:lnTo>
                    <a:pt x="8988" y="3925"/>
                  </a:lnTo>
                  <a:lnTo>
                    <a:pt x="8914" y="3998"/>
                  </a:lnTo>
                  <a:lnTo>
                    <a:pt x="8841" y="4218"/>
                  </a:lnTo>
                  <a:lnTo>
                    <a:pt x="8804" y="4475"/>
                  </a:lnTo>
                  <a:lnTo>
                    <a:pt x="8804" y="4659"/>
                  </a:lnTo>
                  <a:lnTo>
                    <a:pt x="8841" y="4805"/>
                  </a:lnTo>
                  <a:lnTo>
                    <a:pt x="8878" y="4952"/>
                  </a:lnTo>
                  <a:lnTo>
                    <a:pt x="8988" y="5099"/>
                  </a:lnTo>
                  <a:lnTo>
                    <a:pt x="9098" y="5209"/>
                  </a:lnTo>
                  <a:lnTo>
                    <a:pt x="9245" y="5282"/>
                  </a:lnTo>
                  <a:lnTo>
                    <a:pt x="9391" y="5355"/>
                  </a:lnTo>
                  <a:lnTo>
                    <a:pt x="9538" y="5355"/>
                  </a:lnTo>
                  <a:lnTo>
                    <a:pt x="9721" y="5319"/>
                  </a:lnTo>
                  <a:lnTo>
                    <a:pt x="9868" y="5245"/>
                  </a:lnTo>
                  <a:lnTo>
                    <a:pt x="10015" y="5135"/>
                  </a:lnTo>
                  <a:lnTo>
                    <a:pt x="10088" y="4989"/>
                  </a:lnTo>
                  <a:lnTo>
                    <a:pt x="10125" y="4805"/>
                  </a:lnTo>
                  <a:lnTo>
                    <a:pt x="10125" y="4659"/>
                  </a:lnTo>
                  <a:lnTo>
                    <a:pt x="10088" y="4475"/>
                  </a:lnTo>
                  <a:lnTo>
                    <a:pt x="10052" y="4292"/>
                  </a:lnTo>
                  <a:lnTo>
                    <a:pt x="9978" y="4145"/>
                  </a:lnTo>
                  <a:lnTo>
                    <a:pt x="9905" y="3998"/>
                  </a:lnTo>
                  <a:lnTo>
                    <a:pt x="9795" y="3888"/>
                  </a:lnTo>
                  <a:lnTo>
                    <a:pt x="9648" y="3778"/>
                  </a:lnTo>
                  <a:lnTo>
                    <a:pt x="9501" y="3742"/>
                  </a:lnTo>
                  <a:lnTo>
                    <a:pt x="9355" y="3705"/>
                  </a:lnTo>
                  <a:close/>
                  <a:moveTo>
                    <a:pt x="11262" y="6676"/>
                  </a:moveTo>
                  <a:lnTo>
                    <a:pt x="11262" y="6786"/>
                  </a:lnTo>
                  <a:lnTo>
                    <a:pt x="11225" y="6859"/>
                  </a:lnTo>
                  <a:lnTo>
                    <a:pt x="11152" y="6933"/>
                  </a:lnTo>
                  <a:lnTo>
                    <a:pt x="11042" y="7006"/>
                  </a:lnTo>
                  <a:lnTo>
                    <a:pt x="10785" y="7116"/>
                  </a:lnTo>
                  <a:lnTo>
                    <a:pt x="10602" y="7190"/>
                  </a:lnTo>
                  <a:lnTo>
                    <a:pt x="9795" y="7556"/>
                  </a:lnTo>
                  <a:lnTo>
                    <a:pt x="9721" y="7263"/>
                  </a:lnTo>
                  <a:lnTo>
                    <a:pt x="10639" y="6823"/>
                  </a:lnTo>
                  <a:lnTo>
                    <a:pt x="11079" y="6676"/>
                  </a:lnTo>
                  <a:close/>
                  <a:moveTo>
                    <a:pt x="11115" y="6273"/>
                  </a:moveTo>
                  <a:lnTo>
                    <a:pt x="10859" y="6346"/>
                  </a:lnTo>
                  <a:lnTo>
                    <a:pt x="10052" y="6639"/>
                  </a:lnTo>
                  <a:lnTo>
                    <a:pt x="9648" y="6823"/>
                  </a:lnTo>
                  <a:lnTo>
                    <a:pt x="9281" y="7006"/>
                  </a:lnTo>
                  <a:lnTo>
                    <a:pt x="9208" y="7080"/>
                  </a:lnTo>
                  <a:lnTo>
                    <a:pt x="9208" y="7116"/>
                  </a:lnTo>
                  <a:lnTo>
                    <a:pt x="9208" y="7190"/>
                  </a:lnTo>
                  <a:lnTo>
                    <a:pt x="9208" y="7263"/>
                  </a:lnTo>
                  <a:lnTo>
                    <a:pt x="9318" y="7336"/>
                  </a:lnTo>
                  <a:lnTo>
                    <a:pt x="9465" y="7336"/>
                  </a:lnTo>
                  <a:lnTo>
                    <a:pt x="9465" y="7593"/>
                  </a:lnTo>
                  <a:lnTo>
                    <a:pt x="9538" y="7813"/>
                  </a:lnTo>
                  <a:lnTo>
                    <a:pt x="9575" y="7887"/>
                  </a:lnTo>
                  <a:lnTo>
                    <a:pt x="9648" y="7923"/>
                  </a:lnTo>
                  <a:lnTo>
                    <a:pt x="9758" y="7923"/>
                  </a:lnTo>
                  <a:lnTo>
                    <a:pt x="10492" y="7630"/>
                  </a:lnTo>
                  <a:lnTo>
                    <a:pt x="10859" y="7483"/>
                  </a:lnTo>
                  <a:lnTo>
                    <a:pt x="11225" y="7336"/>
                  </a:lnTo>
                  <a:lnTo>
                    <a:pt x="11409" y="7190"/>
                  </a:lnTo>
                  <a:lnTo>
                    <a:pt x="11556" y="7006"/>
                  </a:lnTo>
                  <a:lnTo>
                    <a:pt x="11629" y="6896"/>
                  </a:lnTo>
                  <a:lnTo>
                    <a:pt x="11629" y="6786"/>
                  </a:lnTo>
                  <a:lnTo>
                    <a:pt x="11629" y="6676"/>
                  </a:lnTo>
                  <a:lnTo>
                    <a:pt x="11592" y="6566"/>
                  </a:lnTo>
                  <a:lnTo>
                    <a:pt x="11556" y="6419"/>
                  </a:lnTo>
                  <a:lnTo>
                    <a:pt x="11482" y="6346"/>
                  </a:lnTo>
                  <a:lnTo>
                    <a:pt x="11372" y="6273"/>
                  </a:lnTo>
                  <a:close/>
                  <a:moveTo>
                    <a:pt x="10198" y="2861"/>
                  </a:moveTo>
                  <a:lnTo>
                    <a:pt x="10235" y="3228"/>
                  </a:lnTo>
                  <a:lnTo>
                    <a:pt x="10345" y="3595"/>
                  </a:lnTo>
                  <a:lnTo>
                    <a:pt x="10565" y="4292"/>
                  </a:lnTo>
                  <a:lnTo>
                    <a:pt x="10822" y="5062"/>
                  </a:lnTo>
                  <a:lnTo>
                    <a:pt x="10895" y="5282"/>
                  </a:lnTo>
                  <a:lnTo>
                    <a:pt x="9025" y="6052"/>
                  </a:lnTo>
                  <a:lnTo>
                    <a:pt x="7154" y="6786"/>
                  </a:lnTo>
                  <a:lnTo>
                    <a:pt x="5173" y="7593"/>
                  </a:lnTo>
                  <a:lnTo>
                    <a:pt x="4146" y="7997"/>
                  </a:lnTo>
                  <a:lnTo>
                    <a:pt x="3816" y="8143"/>
                  </a:lnTo>
                  <a:lnTo>
                    <a:pt x="3486" y="8290"/>
                  </a:lnTo>
                  <a:lnTo>
                    <a:pt x="3266" y="7887"/>
                  </a:lnTo>
                  <a:lnTo>
                    <a:pt x="3045" y="7446"/>
                  </a:lnTo>
                  <a:lnTo>
                    <a:pt x="2679" y="6566"/>
                  </a:lnTo>
                  <a:lnTo>
                    <a:pt x="2532" y="6162"/>
                  </a:lnTo>
                  <a:lnTo>
                    <a:pt x="2385" y="5869"/>
                  </a:lnTo>
                  <a:lnTo>
                    <a:pt x="2238" y="5612"/>
                  </a:lnTo>
                  <a:lnTo>
                    <a:pt x="2715" y="5539"/>
                  </a:lnTo>
                  <a:lnTo>
                    <a:pt x="3192" y="5429"/>
                  </a:lnTo>
                  <a:lnTo>
                    <a:pt x="3669" y="5282"/>
                  </a:lnTo>
                  <a:lnTo>
                    <a:pt x="4146" y="5099"/>
                  </a:lnTo>
                  <a:lnTo>
                    <a:pt x="5210" y="4659"/>
                  </a:lnTo>
                  <a:lnTo>
                    <a:pt x="6273" y="4218"/>
                  </a:lnTo>
                  <a:lnTo>
                    <a:pt x="6824" y="4035"/>
                  </a:lnTo>
                  <a:lnTo>
                    <a:pt x="7374" y="3852"/>
                  </a:lnTo>
                  <a:lnTo>
                    <a:pt x="8474" y="3558"/>
                  </a:lnTo>
                  <a:lnTo>
                    <a:pt x="9025" y="3411"/>
                  </a:lnTo>
                  <a:lnTo>
                    <a:pt x="9538" y="3191"/>
                  </a:lnTo>
                  <a:lnTo>
                    <a:pt x="9868" y="3081"/>
                  </a:lnTo>
                  <a:lnTo>
                    <a:pt x="10015" y="2971"/>
                  </a:lnTo>
                  <a:lnTo>
                    <a:pt x="10198" y="2861"/>
                  </a:lnTo>
                  <a:close/>
                  <a:moveTo>
                    <a:pt x="8658" y="7740"/>
                  </a:moveTo>
                  <a:lnTo>
                    <a:pt x="8694" y="7923"/>
                  </a:lnTo>
                  <a:lnTo>
                    <a:pt x="8071" y="8253"/>
                  </a:lnTo>
                  <a:lnTo>
                    <a:pt x="7704" y="8437"/>
                  </a:lnTo>
                  <a:lnTo>
                    <a:pt x="7594" y="8437"/>
                  </a:lnTo>
                  <a:lnTo>
                    <a:pt x="7557" y="8363"/>
                  </a:lnTo>
                  <a:lnTo>
                    <a:pt x="7557" y="8180"/>
                  </a:lnTo>
                  <a:lnTo>
                    <a:pt x="8658" y="7740"/>
                  </a:lnTo>
                  <a:close/>
                  <a:moveTo>
                    <a:pt x="10198" y="2384"/>
                  </a:moveTo>
                  <a:lnTo>
                    <a:pt x="9978" y="2458"/>
                  </a:lnTo>
                  <a:lnTo>
                    <a:pt x="9795" y="2568"/>
                  </a:lnTo>
                  <a:lnTo>
                    <a:pt x="9391" y="2788"/>
                  </a:lnTo>
                  <a:lnTo>
                    <a:pt x="8841" y="2971"/>
                  </a:lnTo>
                  <a:lnTo>
                    <a:pt x="8328" y="3155"/>
                  </a:lnTo>
                  <a:lnTo>
                    <a:pt x="7264" y="3411"/>
                  </a:lnTo>
                  <a:lnTo>
                    <a:pt x="6750" y="3558"/>
                  </a:lnTo>
                  <a:lnTo>
                    <a:pt x="6237" y="3742"/>
                  </a:lnTo>
                  <a:lnTo>
                    <a:pt x="5210" y="4145"/>
                  </a:lnTo>
                  <a:lnTo>
                    <a:pt x="4219" y="4585"/>
                  </a:lnTo>
                  <a:lnTo>
                    <a:pt x="3669" y="4805"/>
                  </a:lnTo>
                  <a:lnTo>
                    <a:pt x="3119" y="4989"/>
                  </a:lnTo>
                  <a:lnTo>
                    <a:pt x="2018" y="5319"/>
                  </a:lnTo>
                  <a:lnTo>
                    <a:pt x="1945" y="5355"/>
                  </a:lnTo>
                  <a:lnTo>
                    <a:pt x="1908" y="5392"/>
                  </a:lnTo>
                  <a:lnTo>
                    <a:pt x="1908" y="5466"/>
                  </a:lnTo>
                  <a:lnTo>
                    <a:pt x="1945" y="5539"/>
                  </a:lnTo>
                  <a:lnTo>
                    <a:pt x="1982" y="5576"/>
                  </a:lnTo>
                  <a:lnTo>
                    <a:pt x="1945" y="5686"/>
                  </a:lnTo>
                  <a:lnTo>
                    <a:pt x="1945" y="5759"/>
                  </a:lnTo>
                  <a:lnTo>
                    <a:pt x="2018" y="5979"/>
                  </a:lnTo>
                  <a:lnTo>
                    <a:pt x="2165" y="6456"/>
                  </a:lnTo>
                  <a:lnTo>
                    <a:pt x="2385" y="6933"/>
                  </a:lnTo>
                  <a:lnTo>
                    <a:pt x="2752" y="7850"/>
                  </a:lnTo>
                  <a:lnTo>
                    <a:pt x="2972" y="8290"/>
                  </a:lnTo>
                  <a:lnTo>
                    <a:pt x="3192" y="8694"/>
                  </a:lnTo>
                  <a:lnTo>
                    <a:pt x="3266" y="8767"/>
                  </a:lnTo>
                  <a:lnTo>
                    <a:pt x="3302" y="8804"/>
                  </a:lnTo>
                  <a:lnTo>
                    <a:pt x="3412" y="8804"/>
                  </a:lnTo>
                  <a:lnTo>
                    <a:pt x="3522" y="8730"/>
                  </a:lnTo>
                  <a:lnTo>
                    <a:pt x="3596" y="8620"/>
                  </a:lnTo>
                  <a:lnTo>
                    <a:pt x="3999" y="8510"/>
                  </a:lnTo>
                  <a:lnTo>
                    <a:pt x="4403" y="8363"/>
                  </a:lnTo>
                  <a:lnTo>
                    <a:pt x="5173" y="8033"/>
                  </a:lnTo>
                  <a:lnTo>
                    <a:pt x="7300" y="7190"/>
                  </a:lnTo>
                  <a:lnTo>
                    <a:pt x="9281" y="6419"/>
                  </a:lnTo>
                  <a:lnTo>
                    <a:pt x="10235" y="6052"/>
                  </a:lnTo>
                  <a:lnTo>
                    <a:pt x="10712" y="5832"/>
                  </a:lnTo>
                  <a:lnTo>
                    <a:pt x="11152" y="5612"/>
                  </a:lnTo>
                  <a:lnTo>
                    <a:pt x="11262" y="5612"/>
                  </a:lnTo>
                  <a:lnTo>
                    <a:pt x="11335" y="5539"/>
                  </a:lnTo>
                  <a:lnTo>
                    <a:pt x="11372" y="5392"/>
                  </a:lnTo>
                  <a:lnTo>
                    <a:pt x="11372" y="5282"/>
                  </a:lnTo>
                  <a:lnTo>
                    <a:pt x="11299" y="5025"/>
                  </a:lnTo>
                  <a:lnTo>
                    <a:pt x="11042" y="4255"/>
                  </a:lnTo>
                  <a:lnTo>
                    <a:pt x="10785" y="3485"/>
                  </a:lnTo>
                  <a:lnTo>
                    <a:pt x="10639" y="3118"/>
                  </a:lnTo>
                  <a:lnTo>
                    <a:pt x="10455" y="2751"/>
                  </a:lnTo>
                  <a:lnTo>
                    <a:pt x="10418" y="2714"/>
                  </a:lnTo>
                  <a:lnTo>
                    <a:pt x="10345" y="2678"/>
                  </a:lnTo>
                  <a:lnTo>
                    <a:pt x="10382" y="2568"/>
                  </a:lnTo>
                  <a:lnTo>
                    <a:pt x="10382" y="2494"/>
                  </a:lnTo>
                  <a:lnTo>
                    <a:pt x="10308" y="2421"/>
                  </a:lnTo>
                  <a:lnTo>
                    <a:pt x="10198" y="2384"/>
                  </a:lnTo>
                  <a:close/>
                  <a:moveTo>
                    <a:pt x="8694" y="7263"/>
                  </a:moveTo>
                  <a:lnTo>
                    <a:pt x="7337" y="7813"/>
                  </a:lnTo>
                  <a:lnTo>
                    <a:pt x="7264" y="7850"/>
                  </a:lnTo>
                  <a:lnTo>
                    <a:pt x="7227" y="7923"/>
                  </a:lnTo>
                  <a:lnTo>
                    <a:pt x="7190" y="7997"/>
                  </a:lnTo>
                  <a:lnTo>
                    <a:pt x="7227" y="8070"/>
                  </a:lnTo>
                  <a:lnTo>
                    <a:pt x="7190" y="8143"/>
                  </a:lnTo>
                  <a:lnTo>
                    <a:pt x="7154" y="8363"/>
                  </a:lnTo>
                  <a:lnTo>
                    <a:pt x="7190" y="8620"/>
                  </a:lnTo>
                  <a:lnTo>
                    <a:pt x="7227" y="8730"/>
                  </a:lnTo>
                  <a:lnTo>
                    <a:pt x="7300" y="8840"/>
                  </a:lnTo>
                  <a:lnTo>
                    <a:pt x="7411" y="8877"/>
                  </a:lnTo>
                  <a:lnTo>
                    <a:pt x="7557" y="8877"/>
                  </a:lnTo>
                  <a:lnTo>
                    <a:pt x="7704" y="8840"/>
                  </a:lnTo>
                  <a:lnTo>
                    <a:pt x="7887" y="8804"/>
                  </a:lnTo>
                  <a:lnTo>
                    <a:pt x="8218" y="8620"/>
                  </a:lnTo>
                  <a:lnTo>
                    <a:pt x="9061" y="8217"/>
                  </a:lnTo>
                  <a:lnTo>
                    <a:pt x="9098" y="8180"/>
                  </a:lnTo>
                  <a:lnTo>
                    <a:pt x="9171" y="8107"/>
                  </a:lnTo>
                  <a:lnTo>
                    <a:pt x="9171" y="8033"/>
                  </a:lnTo>
                  <a:lnTo>
                    <a:pt x="9171" y="7960"/>
                  </a:lnTo>
                  <a:lnTo>
                    <a:pt x="8951" y="7410"/>
                  </a:lnTo>
                  <a:lnTo>
                    <a:pt x="8914" y="7336"/>
                  </a:lnTo>
                  <a:lnTo>
                    <a:pt x="8841" y="7300"/>
                  </a:lnTo>
                  <a:lnTo>
                    <a:pt x="8768" y="7263"/>
                  </a:lnTo>
                  <a:close/>
                  <a:moveTo>
                    <a:pt x="11702" y="8327"/>
                  </a:moveTo>
                  <a:lnTo>
                    <a:pt x="11886" y="8694"/>
                  </a:lnTo>
                  <a:lnTo>
                    <a:pt x="12106" y="9060"/>
                  </a:lnTo>
                  <a:lnTo>
                    <a:pt x="11702" y="9244"/>
                  </a:lnTo>
                  <a:lnTo>
                    <a:pt x="11335" y="9390"/>
                  </a:lnTo>
                  <a:lnTo>
                    <a:pt x="10932" y="9500"/>
                  </a:lnTo>
                  <a:lnTo>
                    <a:pt x="10528" y="9611"/>
                  </a:lnTo>
                  <a:lnTo>
                    <a:pt x="10382" y="9244"/>
                  </a:lnTo>
                  <a:lnTo>
                    <a:pt x="10198" y="8877"/>
                  </a:lnTo>
                  <a:lnTo>
                    <a:pt x="10162" y="8840"/>
                  </a:lnTo>
                  <a:lnTo>
                    <a:pt x="10565" y="8730"/>
                  </a:lnTo>
                  <a:lnTo>
                    <a:pt x="10932" y="8620"/>
                  </a:lnTo>
                  <a:lnTo>
                    <a:pt x="11702" y="8327"/>
                  </a:lnTo>
                  <a:close/>
                  <a:moveTo>
                    <a:pt x="11776" y="7887"/>
                  </a:moveTo>
                  <a:lnTo>
                    <a:pt x="11299" y="8070"/>
                  </a:lnTo>
                  <a:lnTo>
                    <a:pt x="10822" y="8217"/>
                  </a:lnTo>
                  <a:lnTo>
                    <a:pt x="9868" y="8510"/>
                  </a:lnTo>
                  <a:lnTo>
                    <a:pt x="9832" y="8510"/>
                  </a:lnTo>
                  <a:lnTo>
                    <a:pt x="9795" y="8583"/>
                  </a:lnTo>
                  <a:lnTo>
                    <a:pt x="9758" y="8694"/>
                  </a:lnTo>
                  <a:lnTo>
                    <a:pt x="9832" y="8804"/>
                  </a:lnTo>
                  <a:lnTo>
                    <a:pt x="9868" y="8840"/>
                  </a:lnTo>
                  <a:lnTo>
                    <a:pt x="9942" y="8877"/>
                  </a:lnTo>
                  <a:lnTo>
                    <a:pt x="9905" y="8950"/>
                  </a:lnTo>
                  <a:lnTo>
                    <a:pt x="9905" y="9024"/>
                  </a:lnTo>
                  <a:lnTo>
                    <a:pt x="10088" y="9427"/>
                  </a:lnTo>
                  <a:lnTo>
                    <a:pt x="10198" y="9867"/>
                  </a:lnTo>
                  <a:lnTo>
                    <a:pt x="10235" y="9941"/>
                  </a:lnTo>
                  <a:lnTo>
                    <a:pt x="10272" y="9977"/>
                  </a:lnTo>
                  <a:lnTo>
                    <a:pt x="10308" y="10014"/>
                  </a:lnTo>
                  <a:lnTo>
                    <a:pt x="10382" y="10051"/>
                  </a:lnTo>
                  <a:lnTo>
                    <a:pt x="10932" y="9904"/>
                  </a:lnTo>
                  <a:lnTo>
                    <a:pt x="11446" y="9757"/>
                  </a:lnTo>
                  <a:lnTo>
                    <a:pt x="11959" y="9574"/>
                  </a:lnTo>
                  <a:lnTo>
                    <a:pt x="12436" y="9317"/>
                  </a:lnTo>
                  <a:lnTo>
                    <a:pt x="12509" y="9280"/>
                  </a:lnTo>
                  <a:lnTo>
                    <a:pt x="12583" y="9207"/>
                  </a:lnTo>
                  <a:lnTo>
                    <a:pt x="12583" y="9097"/>
                  </a:lnTo>
                  <a:lnTo>
                    <a:pt x="12546" y="9024"/>
                  </a:lnTo>
                  <a:lnTo>
                    <a:pt x="12253" y="8547"/>
                  </a:lnTo>
                  <a:lnTo>
                    <a:pt x="11996" y="7997"/>
                  </a:lnTo>
                  <a:lnTo>
                    <a:pt x="11959" y="7923"/>
                  </a:lnTo>
                  <a:lnTo>
                    <a:pt x="11922" y="7887"/>
                  </a:lnTo>
                  <a:close/>
                  <a:moveTo>
                    <a:pt x="8914" y="9354"/>
                  </a:moveTo>
                  <a:lnTo>
                    <a:pt x="9061" y="9757"/>
                  </a:lnTo>
                  <a:lnTo>
                    <a:pt x="9281" y="10161"/>
                  </a:lnTo>
                  <a:lnTo>
                    <a:pt x="8658" y="10491"/>
                  </a:lnTo>
                  <a:lnTo>
                    <a:pt x="7961" y="10784"/>
                  </a:lnTo>
                  <a:lnTo>
                    <a:pt x="7814" y="10858"/>
                  </a:lnTo>
                  <a:lnTo>
                    <a:pt x="7741" y="10858"/>
                  </a:lnTo>
                  <a:lnTo>
                    <a:pt x="7704" y="10821"/>
                  </a:lnTo>
                  <a:lnTo>
                    <a:pt x="7631" y="10674"/>
                  </a:lnTo>
                  <a:lnTo>
                    <a:pt x="7594" y="10491"/>
                  </a:lnTo>
                  <a:lnTo>
                    <a:pt x="7521" y="10161"/>
                  </a:lnTo>
                  <a:lnTo>
                    <a:pt x="7374" y="9867"/>
                  </a:lnTo>
                  <a:lnTo>
                    <a:pt x="8914" y="9354"/>
                  </a:lnTo>
                  <a:close/>
                  <a:moveTo>
                    <a:pt x="8951" y="8950"/>
                  </a:moveTo>
                  <a:lnTo>
                    <a:pt x="7154" y="9537"/>
                  </a:lnTo>
                  <a:lnTo>
                    <a:pt x="7117" y="9574"/>
                  </a:lnTo>
                  <a:lnTo>
                    <a:pt x="7080" y="9611"/>
                  </a:lnTo>
                  <a:lnTo>
                    <a:pt x="7044" y="9721"/>
                  </a:lnTo>
                  <a:lnTo>
                    <a:pt x="7080" y="9831"/>
                  </a:lnTo>
                  <a:lnTo>
                    <a:pt x="7190" y="9904"/>
                  </a:lnTo>
                  <a:lnTo>
                    <a:pt x="7190" y="10124"/>
                  </a:lnTo>
                  <a:lnTo>
                    <a:pt x="7227" y="10381"/>
                  </a:lnTo>
                  <a:lnTo>
                    <a:pt x="7374" y="10858"/>
                  </a:lnTo>
                  <a:lnTo>
                    <a:pt x="7411" y="11004"/>
                  </a:lnTo>
                  <a:lnTo>
                    <a:pt x="7521" y="11114"/>
                  </a:lnTo>
                  <a:lnTo>
                    <a:pt x="7631" y="11188"/>
                  </a:lnTo>
                  <a:lnTo>
                    <a:pt x="7777" y="11225"/>
                  </a:lnTo>
                  <a:lnTo>
                    <a:pt x="8034" y="11151"/>
                  </a:lnTo>
                  <a:lnTo>
                    <a:pt x="8291" y="11078"/>
                  </a:lnTo>
                  <a:lnTo>
                    <a:pt x="8768" y="10858"/>
                  </a:lnTo>
                  <a:lnTo>
                    <a:pt x="9245" y="10601"/>
                  </a:lnTo>
                  <a:lnTo>
                    <a:pt x="9685" y="10344"/>
                  </a:lnTo>
                  <a:lnTo>
                    <a:pt x="9721" y="10271"/>
                  </a:lnTo>
                  <a:lnTo>
                    <a:pt x="9758" y="10197"/>
                  </a:lnTo>
                  <a:lnTo>
                    <a:pt x="9758" y="10161"/>
                  </a:lnTo>
                  <a:lnTo>
                    <a:pt x="9721" y="10087"/>
                  </a:lnTo>
                  <a:lnTo>
                    <a:pt x="9538" y="9867"/>
                  </a:lnTo>
                  <a:lnTo>
                    <a:pt x="9391" y="9611"/>
                  </a:lnTo>
                  <a:lnTo>
                    <a:pt x="9281" y="9354"/>
                  </a:lnTo>
                  <a:lnTo>
                    <a:pt x="9208" y="9060"/>
                  </a:lnTo>
                  <a:lnTo>
                    <a:pt x="9171" y="8987"/>
                  </a:lnTo>
                  <a:lnTo>
                    <a:pt x="9098" y="8950"/>
                  </a:lnTo>
                  <a:close/>
                  <a:moveTo>
                    <a:pt x="12473" y="10344"/>
                  </a:moveTo>
                  <a:lnTo>
                    <a:pt x="12619" y="10711"/>
                  </a:lnTo>
                  <a:lnTo>
                    <a:pt x="11959" y="11078"/>
                  </a:lnTo>
                  <a:lnTo>
                    <a:pt x="11299" y="11445"/>
                  </a:lnTo>
                  <a:lnTo>
                    <a:pt x="11152" y="10894"/>
                  </a:lnTo>
                  <a:lnTo>
                    <a:pt x="11189" y="10858"/>
                  </a:lnTo>
                  <a:lnTo>
                    <a:pt x="11189" y="10784"/>
                  </a:lnTo>
                  <a:lnTo>
                    <a:pt x="11482" y="10674"/>
                  </a:lnTo>
                  <a:lnTo>
                    <a:pt x="11776" y="10601"/>
                  </a:lnTo>
                  <a:lnTo>
                    <a:pt x="12473" y="10344"/>
                  </a:lnTo>
                  <a:close/>
                  <a:moveTo>
                    <a:pt x="6273" y="10418"/>
                  </a:moveTo>
                  <a:lnTo>
                    <a:pt x="6347" y="10454"/>
                  </a:lnTo>
                  <a:lnTo>
                    <a:pt x="6420" y="10564"/>
                  </a:lnTo>
                  <a:lnTo>
                    <a:pt x="6567" y="10894"/>
                  </a:lnTo>
                  <a:lnTo>
                    <a:pt x="5797" y="11261"/>
                  </a:lnTo>
                  <a:lnTo>
                    <a:pt x="5100" y="11738"/>
                  </a:lnTo>
                  <a:lnTo>
                    <a:pt x="4953" y="11298"/>
                  </a:lnTo>
                  <a:lnTo>
                    <a:pt x="4843" y="11078"/>
                  </a:lnTo>
                  <a:lnTo>
                    <a:pt x="4733" y="10894"/>
                  </a:lnTo>
                  <a:lnTo>
                    <a:pt x="5613" y="10601"/>
                  </a:lnTo>
                  <a:lnTo>
                    <a:pt x="5943" y="10491"/>
                  </a:lnTo>
                  <a:lnTo>
                    <a:pt x="6237" y="10418"/>
                  </a:lnTo>
                  <a:close/>
                  <a:moveTo>
                    <a:pt x="12583" y="9867"/>
                  </a:moveTo>
                  <a:lnTo>
                    <a:pt x="12509" y="9904"/>
                  </a:lnTo>
                  <a:lnTo>
                    <a:pt x="11519" y="10271"/>
                  </a:lnTo>
                  <a:lnTo>
                    <a:pt x="11115" y="10381"/>
                  </a:lnTo>
                  <a:lnTo>
                    <a:pt x="10932" y="10491"/>
                  </a:lnTo>
                  <a:lnTo>
                    <a:pt x="10859" y="10564"/>
                  </a:lnTo>
                  <a:lnTo>
                    <a:pt x="10785" y="10638"/>
                  </a:lnTo>
                  <a:lnTo>
                    <a:pt x="10785" y="10748"/>
                  </a:lnTo>
                  <a:lnTo>
                    <a:pt x="10822" y="10821"/>
                  </a:lnTo>
                  <a:lnTo>
                    <a:pt x="10859" y="10858"/>
                  </a:lnTo>
                  <a:lnTo>
                    <a:pt x="10859" y="10894"/>
                  </a:lnTo>
                  <a:lnTo>
                    <a:pt x="10895" y="11335"/>
                  </a:lnTo>
                  <a:lnTo>
                    <a:pt x="11005" y="11738"/>
                  </a:lnTo>
                  <a:lnTo>
                    <a:pt x="11005" y="11848"/>
                  </a:lnTo>
                  <a:lnTo>
                    <a:pt x="11079" y="11885"/>
                  </a:lnTo>
                  <a:lnTo>
                    <a:pt x="11152" y="11921"/>
                  </a:lnTo>
                  <a:lnTo>
                    <a:pt x="11225" y="11921"/>
                  </a:lnTo>
                  <a:lnTo>
                    <a:pt x="12142" y="11445"/>
                  </a:lnTo>
                  <a:lnTo>
                    <a:pt x="12986" y="10931"/>
                  </a:lnTo>
                  <a:lnTo>
                    <a:pt x="13060" y="10858"/>
                  </a:lnTo>
                  <a:lnTo>
                    <a:pt x="13096" y="10784"/>
                  </a:lnTo>
                  <a:lnTo>
                    <a:pt x="13096" y="10711"/>
                  </a:lnTo>
                  <a:lnTo>
                    <a:pt x="13060" y="10638"/>
                  </a:lnTo>
                  <a:lnTo>
                    <a:pt x="12876" y="10344"/>
                  </a:lnTo>
                  <a:lnTo>
                    <a:pt x="12766" y="10014"/>
                  </a:lnTo>
                  <a:lnTo>
                    <a:pt x="12729" y="9941"/>
                  </a:lnTo>
                  <a:lnTo>
                    <a:pt x="12656" y="9904"/>
                  </a:lnTo>
                  <a:lnTo>
                    <a:pt x="12583" y="9867"/>
                  </a:lnTo>
                  <a:close/>
                  <a:moveTo>
                    <a:pt x="6200" y="9977"/>
                  </a:moveTo>
                  <a:lnTo>
                    <a:pt x="5980" y="10014"/>
                  </a:lnTo>
                  <a:lnTo>
                    <a:pt x="5760" y="10087"/>
                  </a:lnTo>
                  <a:lnTo>
                    <a:pt x="5356" y="10234"/>
                  </a:lnTo>
                  <a:lnTo>
                    <a:pt x="4843" y="10381"/>
                  </a:lnTo>
                  <a:lnTo>
                    <a:pt x="4329" y="10564"/>
                  </a:lnTo>
                  <a:lnTo>
                    <a:pt x="4293" y="10601"/>
                  </a:lnTo>
                  <a:lnTo>
                    <a:pt x="4256" y="10638"/>
                  </a:lnTo>
                  <a:lnTo>
                    <a:pt x="4219" y="10784"/>
                  </a:lnTo>
                  <a:lnTo>
                    <a:pt x="4256" y="10894"/>
                  </a:lnTo>
                  <a:lnTo>
                    <a:pt x="4293" y="10931"/>
                  </a:lnTo>
                  <a:lnTo>
                    <a:pt x="4366" y="10968"/>
                  </a:lnTo>
                  <a:lnTo>
                    <a:pt x="4513" y="11298"/>
                  </a:lnTo>
                  <a:lnTo>
                    <a:pt x="4659" y="11701"/>
                  </a:lnTo>
                  <a:lnTo>
                    <a:pt x="4769" y="12142"/>
                  </a:lnTo>
                  <a:lnTo>
                    <a:pt x="4843" y="12215"/>
                  </a:lnTo>
                  <a:lnTo>
                    <a:pt x="4916" y="12252"/>
                  </a:lnTo>
                  <a:lnTo>
                    <a:pt x="4990" y="12252"/>
                  </a:lnTo>
                  <a:lnTo>
                    <a:pt x="5100" y="12215"/>
                  </a:lnTo>
                  <a:lnTo>
                    <a:pt x="5540" y="11921"/>
                  </a:lnTo>
                  <a:lnTo>
                    <a:pt x="5980" y="11665"/>
                  </a:lnTo>
                  <a:lnTo>
                    <a:pt x="6420" y="11445"/>
                  </a:lnTo>
                  <a:lnTo>
                    <a:pt x="6934" y="11225"/>
                  </a:lnTo>
                  <a:lnTo>
                    <a:pt x="6970" y="11188"/>
                  </a:lnTo>
                  <a:lnTo>
                    <a:pt x="7044" y="11114"/>
                  </a:lnTo>
                  <a:lnTo>
                    <a:pt x="7044" y="11041"/>
                  </a:lnTo>
                  <a:lnTo>
                    <a:pt x="7044" y="10931"/>
                  </a:lnTo>
                  <a:lnTo>
                    <a:pt x="6897" y="10601"/>
                  </a:lnTo>
                  <a:lnTo>
                    <a:pt x="6750" y="10307"/>
                  </a:lnTo>
                  <a:lnTo>
                    <a:pt x="6677" y="10161"/>
                  </a:lnTo>
                  <a:lnTo>
                    <a:pt x="6530" y="10051"/>
                  </a:lnTo>
                  <a:lnTo>
                    <a:pt x="6383" y="10014"/>
                  </a:lnTo>
                  <a:lnTo>
                    <a:pt x="6200" y="9977"/>
                  </a:lnTo>
                  <a:close/>
                  <a:moveTo>
                    <a:pt x="9832" y="11371"/>
                  </a:moveTo>
                  <a:lnTo>
                    <a:pt x="10125" y="11921"/>
                  </a:lnTo>
                  <a:lnTo>
                    <a:pt x="9721" y="12142"/>
                  </a:lnTo>
                  <a:lnTo>
                    <a:pt x="9318" y="12288"/>
                  </a:lnTo>
                  <a:lnTo>
                    <a:pt x="8914" y="12435"/>
                  </a:lnTo>
                  <a:lnTo>
                    <a:pt x="8511" y="12545"/>
                  </a:lnTo>
                  <a:lnTo>
                    <a:pt x="8328" y="12032"/>
                  </a:lnTo>
                  <a:lnTo>
                    <a:pt x="8694" y="11921"/>
                  </a:lnTo>
                  <a:lnTo>
                    <a:pt x="9098" y="11738"/>
                  </a:lnTo>
                  <a:lnTo>
                    <a:pt x="9832" y="11371"/>
                  </a:lnTo>
                  <a:close/>
                  <a:moveTo>
                    <a:pt x="9868" y="10894"/>
                  </a:moveTo>
                  <a:lnTo>
                    <a:pt x="8951" y="11298"/>
                  </a:lnTo>
                  <a:lnTo>
                    <a:pt x="8474" y="11481"/>
                  </a:lnTo>
                  <a:lnTo>
                    <a:pt x="8071" y="11738"/>
                  </a:lnTo>
                  <a:lnTo>
                    <a:pt x="7997" y="11738"/>
                  </a:lnTo>
                  <a:lnTo>
                    <a:pt x="7924" y="11775"/>
                  </a:lnTo>
                  <a:lnTo>
                    <a:pt x="7887" y="11885"/>
                  </a:lnTo>
                  <a:lnTo>
                    <a:pt x="7887" y="11958"/>
                  </a:lnTo>
                  <a:lnTo>
                    <a:pt x="8034" y="12398"/>
                  </a:lnTo>
                  <a:lnTo>
                    <a:pt x="8181" y="12839"/>
                  </a:lnTo>
                  <a:lnTo>
                    <a:pt x="8254" y="12949"/>
                  </a:lnTo>
                  <a:lnTo>
                    <a:pt x="8328" y="12985"/>
                  </a:lnTo>
                  <a:lnTo>
                    <a:pt x="8364" y="12985"/>
                  </a:lnTo>
                  <a:lnTo>
                    <a:pt x="8951" y="12839"/>
                  </a:lnTo>
                  <a:lnTo>
                    <a:pt x="9465" y="12655"/>
                  </a:lnTo>
                  <a:lnTo>
                    <a:pt x="10015" y="12472"/>
                  </a:lnTo>
                  <a:lnTo>
                    <a:pt x="10528" y="12215"/>
                  </a:lnTo>
                  <a:lnTo>
                    <a:pt x="10565" y="12142"/>
                  </a:lnTo>
                  <a:lnTo>
                    <a:pt x="10602" y="12105"/>
                  </a:lnTo>
                  <a:lnTo>
                    <a:pt x="10602" y="12032"/>
                  </a:lnTo>
                  <a:lnTo>
                    <a:pt x="10602" y="11958"/>
                  </a:lnTo>
                  <a:lnTo>
                    <a:pt x="10125" y="11041"/>
                  </a:lnTo>
                  <a:lnTo>
                    <a:pt x="10088" y="10968"/>
                  </a:lnTo>
                  <a:lnTo>
                    <a:pt x="10015" y="10894"/>
                  </a:lnTo>
                  <a:close/>
                  <a:moveTo>
                    <a:pt x="13133" y="12288"/>
                  </a:moveTo>
                  <a:lnTo>
                    <a:pt x="13243" y="12325"/>
                  </a:lnTo>
                  <a:lnTo>
                    <a:pt x="13353" y="12472"/>
                  </a:lnTo>
                  <a:lnTo>
                    <a:pt x="13610" y="12985"/>
                  </a:lnTo>
                  <a:lnTo>
                    <a:pt x="12839" y="13242"/>
                  </a:lnTo>
                  <a:lnTo>
                    <a:pt x="12106" y="13572"/>
                  </a:lnTo>
                  <a:lnTo>
                    <a:pt x="11996" y="13352"/>
                  </a:lnTo>
                  <a:lnTo>
                    <a:pt x="11886" y="13132"/>
                  </a:lnTo>
                  <a:lnTo>
                    <a:pt x="11739" y="12692"/>
                  </a:lnTo>
                  <a:lnTo>
                    <a:pt x="12032" y="12618"/>
                  </a:lnTo>
                  <a:lnTo>
                    <a:pt x="12289" y="12545"/>
                  </a:lnTo>
                  <a:lnTo>
                    <a:pt x="12839" y="12362"/>
                  </a:lnTo>
                  <a:lnTo>
                    <a:pt x="13023" y="12288"/>
                  </a:lnTo>
                  <a:close/>
                  <a:moveTo>
                    <a:pt x="7044" y="12325"/>
                  </a:moveTo>
                  <a:lnTo>
                    <a:pt x="7337" y="13022"/>
                  </a:lnTo>
                  <a:lnTo>
                    <a:pt x="5833" y="13792"/>
                  </a:lnTo>
                  <a:lnTo>
                    <a:pt x="5613" y="13132"/>
                  </a:lnTo>
                  <a:lnTo>
                    <a:pt x="5943" y="12875"/>
                  </a:lnTo>
                  <a:lnTo>
                    <a:pt x="6273" y="12655"/>
                  </a:lnTo>
                  <a:lnTo>
                    <a:pt x="6677" y="12472"/>
                  </a:lnTo>
                  <a:lnTo>
                    <a:pt x="7044" y="12325"/>
                  </a:lnTo>
                  <a:close/>
                  <a:moveTo>
                    <a:pt x="13060" y="11885"/>
                  </a:moveTo>
                  <a:lnTo>
                    <a:pt x="12839" y="11921"/>
                  </a:lnTo>
                  <a:lnTo>
                    <a:pt x="12473" y="12068"/>
                  </a:lnTo>
                  <a:lnTo>
                    <a:pt x="11922" y="12215"/>
                  </a:lnTo>
                  <a:lnTo>
                    <a:pt x="11666" y="12288"/>
                  </a:lnTo>
                  <a:lnTo>
                    <a:pt x="11446" y="12398"/>
                  </a:lnTo>
                  <a:lnTo>
                    <a:pt x="11372" y="12435"/>
                  </a:lnTo>
                  <a:lnTo>
                    <a:pt x="11372" y="12472"/>
                  </a:lnTo>
                  <a:lnTo>
                    <a:pt x="11372" y="12582"/>
                  </a:lnTo>
                  <a:lnTo>
                    <a:pt x="11446" y="12655"/>
                  </a:lnTo>
                  <a:lnTo>
                    <a:pt x="11519" y="12692"/>
                  </a:lnTo>
                  <a:lnTo>
                    <a:pt x="11482" y="12839"/>
                  </a:lnTo>
                  <a:lnTo>
                    <a:pt x="11482" y="13022"/>
                  </a:lnTo>
                  <a:lnTo>
                    <a:pt x="11519" y="13169"/>
                  </a:lnTo>
                  <a:lnTo>
                    <a:pt x="11556" y="13315"/>
                  </a:lnTo>
                  <a:lnTo>
                    <a:pt x="11702" y="13646"/>
                  </a:lnTo>
                  <a:lnTo>
                    <a:pt x="11886" y="13902"/>
                  </a:lnTo>
                  <a:lnTo>
                    <a:pt x="11996" y="13976"/>
                  </a:lnTo>
                  <a:lnTo>
                    <a:pt x="12106" y="13976"/>
                  </a:lnTo>
                  <a:lnTo>
                    <a:pt x="13023" y="13609"/>
                  </a:lnTo>
                  <a:lnTo>
                    <a:pt x="13940" y="13279"/>
                  </a:lnTo>
                  <a:lnTo>
                    <a:pt x="14013" y="13205"/>
                  </a:lnTo>
                  <a:lnTo>
                    <a:pt x="14050" y="13169"/>
                  </a:lnTo>
                  <a:lnTo>
                    <a:pt x="14087" y="13095"/>
                  </a:lnTo>
                  <a:lnTo>
                    <a:pt x="14050" y="13022"/>
                  </a:lnTo>
                  <a:lnTo>
                    <a:pt x="13646" y="12142"/>
                  </a:lnTo>
                  <a:lnTo>
                    <a:pt x="13573" y="12032"/>
                  </a:lnTo>
                  <a:lnTo>
                    <a:pt x="13463" y="11958"/>
                  </a:lnTo>
                  <a:lnTo>
                    <a:pt x="13353" y="11885"/>
                  </a:lnTo>
                  <a:close/>
                  <a:moveTo>
                    <a:pt x="7190" y="11848"/>
                  </a:moveTo>
                  <a:lnTo>
                    <a:pt x="7117" y="11885"/>
                  </a:lnTo>
                  <a:lnTo>
                    <a:pt x="6640" y="12032"/>
                  </a:lnTo>
                  <a:lnTo>
                    <a:pt x="6163" y="12215"/>
                  </a:lnTo>
                  <a:lnTo>
                    <a:pt x="5723" y="12508"/>
                  </a:lnTo>
                  <a:lnTo>
                    <a:pt x="5320" y="12802"/>
                  </a:lnTo>
                  <a:lnTo>
                    <a:pt x="5246" y="12839"/>
                  </a:lnTo>
                  <a:lnTo>
                    <a:pt x="5210" y="12875"/>
                  </a:lnTo>
                  <a:lnTo>
                    <a:pt x="5173" y="12912"/>
                  </a:lnTo>
                  <a:lnTo>
                    <a:pt x="5173" y="12985"/>
                  </a:lnTo>
                  <a:lnTo>
                    <a:pt x="5246" y="13279"/>
                  </a:lnTo>
                  <a:lnTo>
                    <a:pt x="5320" y="13572"/>
                  </a:lnTo>
                  <a:lnTo>
                    <a:pt x="5540" y="14159"/>
                  </a:lnTo>
                  <a:lnTo>
                    <a:pt x="5576" y="14196"/>
                  </a:lnTo>
                  <a:lnTo>
                    <a:pt x="5650" y="14269"/>
                  </a:lnTo>
                  <a:lnTo>
                    <a:pt x="5797" y="14269"/>
                  </a:lnTo>
                  <a:lnTo>
                    <a:pt x="7667" y="13315"/>
                  </a:lnTo>
                  <a:lnTo>
                    <a:pt x="7741" y="13279"/>
                  </a:lnTo>
                  <a:lnTo>
                    <a:pt x="7777" y="13205"/>
                  </a:lnTo>
                  <a:lnTo>
                    <a:pt x="7814" y="13132"/>
                  </a:lnTo>
                  <a:lnTo>
                    <a:pt x="7777" y="13059"/>
                  </a:lnTo>
                  <a:lnTo>
                    <a:pt x="7374" y="11995"/>
                  </a:lnTo>
                  <a:lnTo>
                    <a:pt x="7337" y="11921"/>
                  </a:lnTo>
                  <a:lnTo>
                    <a:pt x="7264" y="11885"/>
                  </a:lnTo>
                  <a:lnTo>
                    <a:pt x="7190" y="11848"/>
                  </a:lnTo>
                  <a:close/>
                  <a:moveTo>
                    <a:pt x="10528" y="13279"/>
                  </a:moveTo>
                  <a:lnTo>
                    <a:pt x="10895" y="13976"/>
                  </a:lnTo>
                  <a:lnTo>
                    <a:pt x="9318" y="14599"/>
                  </a:lnTo>
                  <a:lnTo>
                    <a:pt x="9025" y="13902"/>
                  </a:lnTo>
                  <a:lnTo>
                    <a:pt x="9098" y="13829"/>
                  </a:lnTo>
                  <a:lnTo>
                    <a:pt x="9098" y="13792"/>
                  </a:lnTo>
                  <a:lnTo>
                    <a:pt x="9135" y="13756"/>
                  </a:lnTo>
                  <a:lnTo>
                    <a:pt x="9465" y="13609"/>
                  </a:lnTo>
                  <a:lnTo>
                    <a:pt x="9758" y="13535"/>
                  </a:lnTo>
                  <a:lnTo>
                    <a:pt x="10528" y="13279"/>
                  </a:lnTo>
                  <a:close/>
                  <a:moveTo>
                    <a:pt x="10639" y="12839"/>
                  </a:moveTo>
                  <a:lnTo>
                    <a:pt x="10565" y="12875"/>
                  </a:lnTo>
                  <a:lnTo>
                    <a:pt x="9501" y="13242"/>
                  </a:lnTo>
                  <a:lnTo>
                    <a:pt x="9061" y="13352"/>
                  </a:lnTo>
                  <a:lnTo>
                    <a:pt x="8878" y="13462"/>
                  </a:lnTo>
                  <a:lnTo>
                    <a:pt x="8768" y="13499"/>
                  </a:lnTo>
                  <a:lnTo>
                    <a:pt x="8731" y="13572"/>
                  </a:lnTo>
                  <a:lnTo>
                    <a:pt x="8658" y="13682"/>
                  </a:lnTo>
                  <a:lnTo>
                    <a:pt x="8694" y="13829"/>
                  </a:lnTo>
                  <a:lnTo>
                    <a:pt x="8731" y="13866"/>
                  </a:lnTo>
                  <a:lnTo>
                    <a:pt x="8731" y="13902"/>
                  </a:lnTo>
                  <a:lnTo>
                    <a:pt x="8768" y="14159"/>
                  </a:lnTo>
                  <a:lnTo>
                    <a:pt x="8841" y="14416"/>
                  </a:lnTo>
                  <a:lnTo>
                    <a:pt x="9025" y="14893"/>
                  </a:lnTo>
                  <a:lnTo>
                    <a:pt x="9098" y="14929"/>
                  </a:lnTo>
                  <a:lnTo>
                    <a:pt x="9135" y="14966"/>
                  </a:lnTo>
                  <a:lnTo>
                    <a:pt x="9208" y="15003"/>
                  </a:lnTo>
                  <a:lnTo>
                    <a:pt x="9281" y="15003"/>
                  </a:lnTo>
                  <a:lnTo>
                    <a:pt x="11225" y="14269"/>
                  </a:lnTo>
                  <a:lnTo>
                    <a:pt x="11262" y="14232"/>
                  </a:lnTo>
                  <a:lnTo>
                    <a:pt x="11299" y="14159"/>
                  </a:lnTo>
                  <a:lnTo>
                    <a:pt x="11335" y="14086"/>
                  </a:lnTo>
                  <a:lnTo>
                    <a:pt x="11335" y="14012"/>
                  </a:lnTo>
                  <a:lnTo>
                    <a:pt x="10822" y="12985"/>
                  </a:lnTo>
                  <a:lnTo>
                    <a:pt x="10785" y="12912"/>
                  </a:lnTo>
                  <a:lnTo>
                    <a:pt x="10712" y="12875"/>
                  </a:lnTo>
                  <a:lnTo>
                    <a:pt x="10639" y="12839"/>
                  </a:lnTo>
                  <a:close/>
                  <a:moveTo>
                    <a:pt x="7997" y="14342"/>
                  </a:moveTo>
                  <a:lnTo>
                    <a:pt x="8107" y="14489"/>
                  </a:lnTo>
                  <a:lnTo>
                    <a:pt x="8144" y="14599"/>
                  </a:lnTo>
                  <a:lnTo>
                    <a:pt x="8107" y="14746"/>
                  </a:lnTo>
                  <a:lnTo>
                    <a:pt x="8034" y="14893"/>
                  </a:lnTo>
                  <a:lnTo>
                    <a:pt x="7924" y="15003"/>
                  </a:lnTo>
                  <a:lnTo>
                    <a:pt x="7814" y="15149"/>
                  </a:lnTo>
                  <a:lnTo>
                    <a:pt x="7557" y="15296"/>
                  </a:lnTo>
                  <a:lnTo>
                    <a:pt x="7044" y="15516"/>
                  </a:lnTo>
                  <a:lnTo>
                    <a:pt x="6787" y="15590"/>
                  </a:lnTo>
                  <a:lnTo>
                    <a:pt x="6567" y="15736"/>
                  </a:lnTo>
                  <a:lnTo>
                    <a:pt x="6310" y="15113"/>
                  </a:lnTo>
                  <a:lnTo>
                    <a:pt x="6383" y="15076"/>
                  </a:lnTo>
                  <a:lnTo>
                    <a:pt x="6457" y="14966"/>
                  </a:lnTo>
                  <a:lnTo>
                    <a:pt x="6457" y="14929"/>
                  </a:lnTo>
                  <a:lnTo>
                    <a:pt x="6530" y="15003"/>
                  </a:lnTo>
                  <a:lnTo>
                    <a:pt x="6604" y="14966"/>
                  </a:lnTo>
                  <a:lnTo>
                    <a:pt x="6787" y="14929"/>
                  </a:lnTo>
                  <a:lnTo>
                    <a:pt x="7227" y="14783"/>
                  </a:lnTo>
                  <a:lnTo>
                    <a:pt x="7631" y="14599"/>
                  </a:lnTo>
                  <a:lnTo>
                    <a:pt x="7997" y="14342"/>
                  </a:lnTo>
                  <a:close/>
                  <a:moveTo>
                    <a:pt x="15150" y="15370"/>
                  </a:moveTo>
                  <a:lnTo>
                    <a:pt x="15150" y="15443"/>
                  </a:lnTo>
                  <a:lnTo>
                    <a:pt x="15224" y="15480"/>
                  </a:lnTo>
                  <a:lnTo>
                    <a:pt x="15260" y="15516"/>
                  </a:lnTo>
                  <a:lnTo>
                    <a:pt x="15150" y="15736"/>
                  </a:lnTo>
                  <a:lnTo>
                    <a:pt x="15004" y="15993"/>
                  </a:lnTo>
                  <a:lnTo>
                    <a:pt x="14857" y="15626"/>
                  </a:lnTo>
                  <a:lnTo>
                    <a:pt x="15150" y="15370"/>
                  </a:lnTo>
                  <a:close/>
                  <a:moveTo>
                    <a:pt x="7997" y="13902"/>
                  </a:moveTo>
                  <a:lnTo>
                    <a:pt x="7887" y="13939"/>
                  </a:lnTo>
                  <a:lnTo>
                    <a:pt x="7631" y="14122"/>
                  </a:lnTo>
                  <a:lnTo>
                    <a:pt x="7337" y="14269"/>
                  </a:lnTo>
                  <a:lnTo>
                    <a:pt x="7044" y="14416"/>
                  </a:lnTo>
                  <a:lnTo>
                    <a:pt x="6750" y="14526"/>
                  </a:lnTo>
                  <a:lnTo>
                    <a:pt x="6347" y="14599"/>
                  </a:lnTo>
                  <a:lnTo>
                    <a:pt x="6163" y="14673"/>
                  </a:lnTo>
                  <a:lnTo>
                    <a:pt x="6090" y="14746"/>
                  </a:lnTo>
                  <a:lnTo>
                    <a:pt x="6017" y="14819"/>
                  </a:lnTo>
                  <a:lnTo>
                    <a:pt x="6017" y="14929"/>
                  </a:lnTo>
                  <a:lnTo>
                    <a:pt x="5943" y="15003"/>
                  </a:lnTo>
                  <a:lnTo>
                    <a:pt x="5943" y="15113"/>
                  </a:lnTo>
                  <a:lnTo>
                    <a:pt x="6127" y="15590"/>
                  </a:lnTo>
                  <a:lnTo>
                    <a:pt x="6273" y="16103"/>
                  </a:lnTo>
                  <a:lnTo>
                    <a:pt x="6347" y="16177"/>
                  </a:lnTo>
                  <a:lnTo>
                    <a:pt x="6420" y="16213"/>
                  </a:lnTo>
                  <a:lnTo>
                    <a:pt x="6493" y="16213"/>
                  </a:lnTo>
                  <a:lnTo>
                    <a:pt x="6567" y="16177"/>
                  </a:lnTo>
                  <a:lnTo>
                    <a:pt x="6787" y="16030"/>
                  </a:lnTo>
                  <a:lnTo>
                    <a:pt x="7007" y="15920"/>
                  </a:lnTo>
                  <a:lnTo>
                    <a:pt x="7484" y="15736"/>
                  </a:lnTo>
                  <a:lnTo>
                    <a:pt x="7704" y="15663"/>
                  </a:lnTo>
                  <a:lnTo>
                    <a:pt x="7924" y="15553"/>
                  </a:lnTo>
                  <a:lnTo>
                    <a:pt x="8144" y="15406"/>
                  </a:lnTo>
                  <a:lnTo>
                    <a:pt x="8328" y="15223"/>
                  </a:lnTo>
                  <a:lnTo>
                    <a:pt x="8438" y="15076"/>
                  </a:lnTo>
                  <a:lnTo>
                    <a:pt x="8511" y="14893"/>
                  </a:lnTo>
                  <a:lnTo>
                    <a:pt x="8511" y="14709"/>
                  </a:lnTo>
                  <a:lnTo>
                    <a:pt x="8511" y="14526"/>
                  </a:lnTo>
                  <a:lnTo>
                    <a:pt x="8474" y="14342"/>
                  </a:lnTo>
                  <a:lnTo>
                    <a:pt x="8364" y="14159"/>
                  </a:lnTo>
                  <a:lnTo>
                    <a:pt x="8254" y="14049"/>
                  </a:lnTo>
                  <a:lnTo>
                    <a:pt x="8071" y="13939"/>
                  </a:lnTo>
                  <a:lnTo>
                    <a:pt x="7997" y="13902"/>
                  </a:lnTo>
                  <a:close/>
                  <a:moveTo>
                    <a:pt x="14710" y="15736"/>
                  </a:moveTo>
                  <a:lnTo>
                    <a:pt x="14747" y="15993"/>
                  </a:lnTo>
                  <a:lnTo>
                    <a:pt x="14820" y="16250"/>
                  </a:lnTo>
                  <a:lnTo>
                    <a:pt x="14490" y="16507"/>
                  </a:lnTo>
                  <a:lnTo>
                    <a:pt x="14417" y="16397"/>
                  </a:lnTo>
                  <a:lnTo>
                    <a:pt x="14307" y="15993"/>
                  </a:lnTo>
                  <a:lnTo>
                    <a:pt x="14380" y="15956"/>
                  </a:lnTo>
                  <a:lnTo>
                    <a:pt x="14710" y="15736"/>
                  </a:lnTo>
                  <a:close/>
                  <a:moveTo>
                    <a:pt x="14123" y="16103"/>
                  </a:moveTo>
                  <a:lnTo>
                    <a:pt x="14160" y="16397"/>
                  </a:lnTo>
                  <a:lnTo>
                    <a:pt x="14233" y="16690"/>
                  </a:lnTo>
                  <a:lnTo>
                    <a:pt x="13830" y="16873"/>
                  </a:lnTo>
                  <a:lnTo>
                    <a:pt x="13720" y="16727"/>
                  </a:lnTo>
                  <a:lnTo>
                    <a:pt x="13500" y="16433"/>
                  </a:lnTo>
                  <a:lnTo>
                    <a:pt x="14123" y="16103"/>
                  </a:lnTo>
                  <a:close/>
                  <a:moveTo>
                    <a:pt x="13426" y="16470"/>
                  </a:moveTo>
                  <a:lnTo>
                    <a:pt x="13500" y="16727"/>
                  </a:lnTo>
                  <a:lnTo>
                    <a:pt x="13536" y="16873"/>
                  </a:lnTo>
                  <a:lnTo>
                    <a:pt x="13573" y="16984"/>
                  </a:lnTo>
                  <a:lnTo>
                    <a:pt x="13096" y="17167"/>
                  </a:lnTo>
                  <a:lnTo>
                    <a:pt x="12986" y="17057"/>
                  </a:lnTo>
                  <a:lnTo>
                    <a:pt x="12876" y="16873"/>
                  </a:lnTo>
                  <a:lnTo>
                    <a:pt x="12839" y="16727"/>
                  </a:lnTo>
                  <a:lnTo>
                    <a:pt x="13426" y="16470"/>
                  </a:lnTo>
                  <a:close/>
                  <a:moveTo>
                    <a:pt x="12583" y="16837"/>
                  </a:moveTo>
                  <a:lnTo>
                    <a:pt x="12656" y="17094"/>
                  </a:lnTo>
                  <a:lnTo>
                    <a:pt x="12803" y="17277"/>
                  </a:lnTo>
                  <a:lnTo>
                    <a:pt x="12399" y="17460"/>
                  </a:lnTo>
                  <a:lnTo>
                    <a:pt x="12326" y="17387"/>
                  </a:lnTo>
                  <a:lnTo>
                    <a:pt x="12253" y="17277"/>
                  </a:lnTo>
                  <a:lnTo>
                    <a:pt x="12216" y="17167"/>
                  </a:lnTo>
                  <a:lnTo>
                    <a:pt x="12216" y="17020"/>
                  </a:lnTo>
                  <a:lnTo>
                    <a:pt x="12583" y="16837"/>
                  </a:lnTo>
                  <a:close/>
                  <a:moveTo>
                    <a:pt x="12032" y="17094"/>
                  </a:moveTo>
                  <a:lnTo>
                    <a:pt x="11996" y="17240"/>
                  </a:lnTo>
                  <a:lnTo>
                    <a:pt x="12032" y="17387"/>
                  </a:lnTo>
                  <a:lnTo>
                    <a:pt x="12106" y="17570"/>
                  </a:lnTo>
                  <a:lnTo>
                    <a:pt x="11812" y="17644"/>
                  </a:lnTo>
                  <a:lnTo>
                    <a:pt x="11776" y="17644"/>
                  </a:lnTo>
                  <a:lnTo>
                    <a:pt x="11739" y="17497"/>
                  </a:lnTo>
                  <a:lnTo>
                    <a:pt x="11666" y="17240"/>
                  </a:lnTo>
                  <a:lnTo>
                    <a:pt x="12032" y="17094"/>
                  </a:lnTo>
                  <a:close/>
                  <a:moveTo>
                    <a:pt x="11446" y="17350"/>
                  </a:moveTo>
                  <a:lnTo>
                    <a:pt x="11482" y="17607"/>
                  </a:lnTo>
                  <a:lnTo>
                    <a:pt x="11519" y="17791"/>
                  </a:lnTo>
                  <a:lnTo>
                    <a:pt x="11189" y="17901"/>
                  </a:lnTo>
                  <a:lnTo>
                    <a:pt x="11115" y="17937"/>
                  </a:lnTo>
                  <a:lnTo>
                    <a:pt x="11115" y="17864"/>
                  </a:lnTo>
                  <a:lnTo>
                    <a:pt x="11115" y="17827"/>
                  </a:lnTo>
                  <a:lnTo>
                    <a:pt x="11115" y="17717"/>
                  </a:lnTo>
                  <a:lnTo>
                    <a:pt x="11005" y="17607"/>
                  </a:lnTo>
                  <a:lnTo>
                    <a:pt x="10969" y="17534"/>
                  </a:lnTo>
                  <a:lnTo>
                    <a:pt x="11446" y="17350"/>
                  </a:lnTo>
                  <a:close/>
                  <a:moveTo>
                    <a:pt x="10639" y="17644"/>
                  </a:moveTo>
                  <a:lnTo>
                    <a:pt x="10749" y="17791"/>
                  </a:lnTo>
                  <a:lnTo>
                    <a:pt x="10859" y="17901"/>
                  </a:lnTo>
                  <a:lnTo>
                    <a:pt x="10932" y="17974"/>
                  </a:lnTo>
                  <a:lnTo>
                    <a:pt x="10969" y="17974"/>
                  </a:lnTo>
                  <a:lnTo>
                    <a:pt x="10455" y="18194"/>
                  </a:lnTo>
                  <a:lnTo>
                    <a:pt x="10418" y="18121"/>
                  </a:lnTo>
                  <a:lnTo>
                    <a:pt x="10345" y="18121"/>
                  </a:lnTo>
                  <a:lnTo>
                    <a:pt x="10235" y="18157"/>
                  </a:lnTo>
                  <a:lnTo>
                    <a:pt x="10162" y="17901"/>
                  </a:lnTo>
                  <a:lnTo>
                    <a:pt x="10125" y="17827"/>
                  </a:lnTo>
                  <a:lnTo>
                    <a:pt x="10639" y="17644"/>
                  </a:lnTo>
                  <a:close/>
                  <a:moveTo>
                    <a:pt x="10272" y="440"/>
                  </a:moveTo>
                  <a:lnTo>
                    <a:pt x="10455" y="477"/>
                  </a:lnTo>
                  <a:lnTo>
                    <a:pt x="10565" y="550"/>
                  </a:lnTo>
                  <a:lnTo>
                    <a:pt x="10675" y="624"/>
                  </a:lnTo>
                  <a:lnTo>
                    <a:pt x="10785" y="734"/>
                  </a:lnTo>
                  <a:lnTo>
                    <a:pt x="10969" y="990"/>
                  </a:lnTo>
                  <a:lnTo>
                    <a:pt x="11005" y="1210"/>
                  </a:lnTo>
                  <a:lnTo>
                    <a:pt x="11042" y="1431"/>
                  </a:lnTo>
                  <a:lnTo>
                    <a:pt x="11335" y="2348"/>
                  </a:lnTo>
                  <a:lnTo>
                    <a:pt x="11886" y="3998"/>
                  </a:lnTo>
                  <a:lnTo>
                    <a:pt x="13060" y="7300"/>
                  </a:lnTo>
                  <a:lnTo>
                    <a:pt x="14233" y="10564"/>
                  </a:lnTo>
                  <a:lnTo>
                    <a:pt x="14857" y="12215"/>
                  </a:lnTo>
                  <a:lnTo>
                    <a:pt x="15187" y="13095"/>
                  </a:lnTo>
                  <a:lnTo>
                    <a:pt x="15407" y="13646"/>
                  </a:lnTo>
                  <a:lnTo>
                    <a:pt x="15334" y="13682"/>
                  </a:lnTo>
                  <a:lnTo>
                    <a:pt x="15297" y="13829"/>
                  </a:lnTo>
                  <a:lnTo>
                    <a:pt x="15297" y="13939"/>
                  </a:lnTo>
                  <a:lnTo>
                    <a:pt x="15260" y="14196"/>
                  </a:lnTo>
                  <a:lnTo>
                    <a:pt x="15224" y="14379"/>
                  </a:lnTo>
                  <a:lnTo>
                    <a:pt x="15187" y="14526"/>
                  </a:lnTo>
                  <a:lnTo>
                    <a:pt x="15004" y="14856"/>
                  </a:lnTo>
                  <a:lnTo>
                    <a:pt x="14747" y="15149"/>
                  </a:lnTo>
                  <a:lnTo>
                    <a:pt x="14453" y="15370"/>
                  </a:lnTo>
                  <a:lnTo>
                    <a:pt x="14123" y="15590"/>
                  </a:lnTo>
                  <a:lnTo>
                    <a:pt x="13793" y="15773"/>
                  </a:lnTo>
                  <a:lnTo>
                    <a:pt x="13060" y="16140"/>
                  </a:lnTo>
                  <a:lnTo>
                    <a:pt x="12326" y="16470"/>
                  </a:lnTo>
                  <a:lnTo>
                    <a:pt x="10859" y="17094"/>
                  </a:lnTo>
                  <a:lnTo>
                    <a:pt x="10015" y="17424"/>
                  </a:lnTo>
                  <a:lnTo>
                    <a:pt x="9978" y="17387"/>
                  </a:lnTo>
                  <a:lnTo>
                    <a:pt x="9942" y="17387"/>
                  </a:lnTo>
                  <a:lnTo>
                    <a:pt x="9905" y="17424"/>
                  </a:lnTo>
                  <a:lnTo>
                    <a:pt x="9905" y="17460"/>
                  </a:lnTo>
                  <a:lnTo>
                    <a:pt x="8841" y="17791"/>
                  </a:lnTo>
                  <a:lnTo>
                    <a:pt x="7777" y="18121"/>
                  </a:lnTo>
                  <a:lnTo>
                    <a:pt x="6970" y="18304"/>
                  </a:lnTo>
                  <a:lnTo>
                    <a:pt x="6163" y="18487"/>
                  </a:lnTo>
                  <a:lnTo>
                    <a:pt x="5797" y="18524"/>
                  </a:lnTo>
                  <a:lnTo>
                    <a:pt x="5613" y="18524"/>
                  </a:lnTo>
                  <a:lnTo>
                    <a:pt x="5430" y="18451"/>
                  </a:lnTo>
                  <a:lnTo>
                    <a:pt x="5283" y="18377"/>
                  </a:lnTo>
                  <a:lnTo>
                    <a:pt x="5173" y="18231"/>
                  </a:lnTo>
                  <a:lnTo>
                    <a:pt x="5063" y="18121"/>
                  </a:lnTo>
                  <a:lnTo>
                    <a:pt x="4953" y="17974"/>
                  </a:lnTo>
                  <a:lnTo>
                    <a:pt x="4879" y="17680"/>
                  </a:lnTo>
                  <a:lnTo>
                    <a:pt x="4769" y="17387"/>
                  </a:lnTo>
                  <a:lnTo>
                    <a:pt x="4476" y="16507"/>
                  </a:lnTo>
                  <a:lnTo>
                    <a:pt x="3926" y="14819"/>
                  </a:lnTo>
                  <a:lnTo>
                    <a:pt x="3376" y="13169"/>
                  </a:lnTo>
                  <a:lnTo>
                    <a:pt x="2752" y="11518"/>
                  </a:lnTo>
                  <a:lnTo>
                    <a:pt x="2165" y="9867"/>
                  </a:lnTo>
                  <a:lnTo>
                    <a:pt x="1505" y="8253"/>
                  </a:lnTo>
                  <a:lnTo>
                    <a:pt x="845" y="6603"/>
                  </a:lnTo>
                  <a:lnTo>
                    <a:pt x="588" y="6052"/>
                  </a:lnTo>
                  <a:lnTo>
                    <a:pt x="478" y="5796"/>
                  </a:lnTo>
                  <a:lnTo>
                    <a:pt x="331" y="5539"/>
                  </a:lnTo>
                  <a:lnTo>
                    <a:pt x="368" y="5502"/>
                  </a:lnTo>
                  <a:lnTo>
                    <a:pt x="404" y="5429"/>
                  </a:lnTo>
                  <a:lnTo>
                    <a:pt x="368" y="5209"/>
                  </a:lnTo>
                  <a:lnTo>
                    <a:pt x="404" y="5025"/>
                  </a:lnTo>
                  <a:lnTo>
                    <a:pt x="404" y="4879"/>
                  </a:lnTo>
                  <a:lnTo>
                    <a:pt x="478" y="4695"/>
                  </a:lnTo>
                  <a:lnTo>
                    <a:pt x="624" y="4402"/>
                  </a:lnTo>
                  <a:lnTo>
                    <a:pt x="845" y="4145"/>
                  </a:lnTo>
                  <a:lnTo>
                    <a:pt x="1101" y="3888"/>
                  </a:lnTo>
                  <a:lnTo>
                    <a:pt x="1395" y="3668"/>
                  </a:lnTo>
                  <a:lnTo>
                    <a:pt x="1725" y="3485"/>
                  </a:lnTo>
                  <a:lnTo>
                    <a:pt x="2018" y="3301"/>
                  </a:lnTo>
                  <a:lnTo>
                    <a:pt x="2789" y="2935"/>
                  </a:lnTo>
                  <a:lnTo>
                    <a:pt x="3596" y="2641"/>
                  </a:lnTo>
                  <a:lnTo>
                    <a:pt x="5210" y="2017"/>
                  </a:lnTo>
                  <a:lnTo>
                    <a:pt x="6787" y="1394"/>
                  </a:lnTo>
                  <a:lnTo>
                    <a:pt x="7557" y="1100"/>
                  </a:lnTo>
                  <a:lnTo>
                    <a:pt x="8364" y="807"/>
                  </a:lnTo>
                  <a:lnTo>
                    <a:pt x="9135" y="587"/>
                  </a:lnTo>
                  <a:lnTo>
                    <a:pt x="9538" y="514"/>
                  </a:lnTo>
                  <a:lnTo>
                    <a:pt x="9942" y="440"/>
                  </a:lnTo>
                  <a:close/>
                  <a:moveTo>
                    <a:pt x="9868" y="17937"/>
                  </a:moveTo>
                  <a:lnTo>
                    <a:pt x="9868" y="17974"/>
                  </a:lnTo>
                  <a:lnTo>
                    <a:pt x="9905" y="18157"/>
                  </a:lnTo>
                  <a:lnTo>
                    <a:pt x="10015" y="18341"/>
                  </a:lnTo>
                  <a:lnTo>
                    <a:pt x="9575" y="18524"/>
                  </a:lnTo>
                  <a:lnTo>
                    <a:pt x="9575" y="18487"/>
                  </a:lnTo>
                  <a:lnTo>
                    <a:pt x="9538" y="18341"/>
                  </a:lnTo>
                  <a:lnTo>
                    <a:pt x="9465" y="18231"/>
                  </a:lnTo>
                  <a:lnTo>
                    <a:pt x="9391" y="18084"/>
                  </a:lnTo>
                  <a:lnTo>
                    <a:pt x="9868" y="17937"/>
                  </a:lnTo>
                  <a:close/>
                  <a:moveTo>
                    <a:pt x="9098" y="18194"/>
                  </a:moveTo>
                  <a:lnTo>
                    <a:pt x="9171" y="18414"/>
                  </a:lnTo>
                  <a:lnTo>
                    <a:pt x="9245" y="18524"/>
                  </a:lnTo>
                  <a:lnTo>
                    <a:pt x="9318" y="18598"/>
                  </a:lnTo>
                  <a:lnTo>
                    <a:pt x="8841" y="18781"/>
                  </a:lnTo>
                  <a:lnTo>
                    <a:pt x="8768" y="18708"/>
                  </a:lnTo>
                  <a:lnTo>
                    <a:pt x="8694" y="18598"/>
                  </a:lnTo>
                  <a:lnTo>
                    <a:pt x="8621" y="18487"/>
                  </a:lnTo>
                  <a:lnTo>
                    <a:pt x="8584" y="18341"/>
                  </a:lnTo>
                  <a:lnTo>
                    <a:pt x="9098" y="18194"/>
                  </a:lnTo>
                  <a:close/>
                  <a:moveTo>
                    <a:pt x="8254" y="18414"/>
                  </a:moveTo>
                  <a:lnTo>
                    <a:pt x="8291" y="18561"/>
                  </a:lnTo>
                  <a:lnTo>
                    <a:pt x="8364" y="18744"/>
                  </a:lnTo>
                  <a:lnTo>
                    <a:pt x="8511" y="18928"/>
                  </a:lnTo>
                  <a:lnTo>
                    <a:pt x="8181" y="19038"/>
                  </a:lnTo>
                  <a:lnTo>
                    <a:pt x="8144" y="18964"/>
                  </a:lnTo>
                  <a:lnTo>
                    <a:pt x="8107" y="18928"/>
                  </a:lnTo>
                  <a:lnTo>
                    <a:pt x="7997" y="18854"/>
                  </a:lnTo>
                  <a:lnTo>
                    <a:pt x="7961" y="18818"/>
                  </a:lnTo>
                  <a:lnTo>
                    <a:pt x="7851" y="18634"/>
                  </a:lnTo>
                  <a:lnTo>
                    <a:pt x="7851" y="18561"/>
                  </a:lnTo>
                  <a:lnTo>
                    <a:pt x="8254" y="18414"/>
                  </a:lnTo>
                  <a:close/>
                  <a:moveTo>
                    <a:pt x="5246" y="18818"/>
                  </a:moveTo>
                  <a:lnTo>
                    <a:pt x="5430" y="18891"/>
                  </a:lnTo>
                  <a:lnTo>
                    <a:pt x="5650" y="18928"/>
                  </a:lnTo>
                  <a:lnTo>
                    <a:pt x="5870" y="18964"/>
                  </a:lnTo>
                  <a:lnTo>
                    <a:pt x="5943" y="19221"/>
                  </a:lnTo>
                  <a:lnTo>
                    <a:pt x="5760" y="19148"/>
                  </a:lnTo>
                  <a:lnTo>
                    <a:pt x="5576" y="19038"/>
                  </a:lnTo>
                  <a:lnTo>
                    <a:pt x="5393" y="18928"/>
                  </a:lnTo>
                  <a:lnTo>
                    <a:pt x="5246" y="18818"/>
                  </a:lnTo>
                  <a:close/>
                  <a:moveTo>
                    <a:pt x="7557" y="18634"/>
                  </a:moveTo>
                  <a:lnTo>
                    <a:pt x="7557" y="18781"/>
                  </a:lnTo>
                  <a:lnTo>
                    <a:pt x="7631" y="18928"/>
                  </a:lnTo>
                  <a:lnTo>
                    <a:pt x="7704" y="19038"/>
                  </a:lnTo>
                  <a:lnTo>
                    <a:pt x="7777" y="19148"/>
                  </a:lnTo>
                  <a:lnTo>
                    <a:pt x="7704" y="19184"/>
                  </a:lnTo>
                  <a:lnTo>
                    <a:pt x="7227" y="19294"/>
                  </a:lnTo>
                  <a:lnTo>
                    <a:pt x="7154" y="19184"/>
                  </a:lnTo>
                  <a:lnTo>
                    <a:pt x="7080" y="19074"/>
                  </a:lnTo>
                  <a:lnTo>
                    <a:pt x="6970" y="18928"/>
                  </a:lnTo>
                  <a:lnTo>
                    <a:pt x="6897" y="18781"/>
                  </a:lnTo>
                  <a:lnTo>
                    <a:pt x="7117" y="18708"/>
                  </a:lnTo>
                  <a:lnTo>
                    <a:pt x="7557" y="18634"/>
                  </a:lnTo>
                  <a:close/>
                  <a:moveTo>
                    <a:pt x="6604" y="18854"/>
                  </a:moveTo>
                  <a:lnTo>
                    <a:pt x="6677" y="19111"/>
                  </a:lnTo>
                  <a:lnTo>
                    <a:pt x="6750" y="19221"/>
                  </a:lnTo>
                  <a:lnTo>
                    <a:pt x="6824" y="19331"/>
                  </a:lnTo>
                  <a:lnTo>
                    <a:pt x="6493" y="19331"/>
                  </a:lnTo>
                  <a:lnTo>
                    <a:pt x="6493" y="19258"/>
                  </a:lnTo>
                  <a:lnTo>
                    <a:pt x="6493" y="19221"/>
                  </a:lnTo>
                  <a:lnTo>
                    <a:pt x="6420" y="19184"/>
                  </a:lnTo>
                  <a:lnTo>
                    <a:pt x="6383" y="19184"/>
                  </a:lnTo>
                  <a:lnTo>
                    <a:pt x="6310" y="19221"/>
                  </a:lnTo>
                  <a:lnTo>
                    <a:pt x="6273" y="19221"/>
                  </a:lnTo>
                  <a:lnTo>
                    <a:pt x="6200" y="19184"/>
                  </a:lnTo>
                  <a:lnTo>
                    <a:pt x="6163" y="19074"/>
                  </a:lnTo>
                  <a:lnTo>
                    <a:pt x="6127" y="18928"/>
                  </a:lnTo>
                  <a:lnTo>
                    <a:pt x="6604" y="18854"/>
                  </a:lnTo>
                  <a:close/>
                  <a:moveTo>
                    <a:pt x="10125" y="0"/>
                  </a:moveTo>
                  <a:lnTo>
                    <a:pt x="9721" y="37"/>
                  </a:lnTo>
                  <a:lnTo>
                    <a:pt x="9318" y="110"/>
                  </a:lnTo>
                  <a:lnTo>
                    <a:pt x="8804" y="220"/>
                  </a:lnTo>
                  <a:lnTo>
                    <a:pt x="8291" y="403"/>
                  </a:lnTo>
                  <a:lnTo>
                    <a:pt x="7300" y="734"/>
                  </a:lnTo>
                  <a:lnTo>
                    <a:pt x="5320" y="1504"/>
                  </a:lnTo>
                  <a:lnTo>
                    <a:pt x="3376" y="2274"/>
                  </a:lnTo>
                  <a:lnTo>
                    <a:pt x="2422" y="2678"/>
                  </a:lnTo>
                  <a:lnTo>
                    <a:pt x="1945" y="2898"/>
                  </a:lnTo>
                  <a:lnTo>
                    <a:pt x="1505" y="3118"/>
                  </a:lnTo>
                  <a:lnTo>
                    <a:pt x="1248" y="3301"/>
                  </a:lnTo>
                  <a:lnTo>
                    <a:pt x="955" y="3485"/>
                  </a:lnTo>
                  <a:lnTo>
                    <a:pt x="698" y="3742"/>
                  </a:lnTo>
                  <a:lnTo>
                    <a:pt x="441" y="3998"/>
                  </a:lnTo>
                  <a:lnTo>
                    <a:pt x="221" y="4292"/>
                  </a:lnTo>
                  <a:lnTo>
                    <a:pt x="74" y="4622"/>
                  </a:lnTo>
                  <a:lnTo>
                    <a:pt x="38" y="4769"/>
                  </a:lnTo>
                  <a:lnTo>
                    <a:pt x="38" y="4915"/>
                  </a:lnTo>
                  <a:lnTo>
                    <a:pt x="38" y="5099"/>
                  </a:lnTo>
                  <a:lnTo>
                    <a:pt x="74" y="5245"/>
                  </a:lnTo>
                  <a:lnTo>
                    <a:pt x="1" y="5282"/>
                  </a:lnTo>
                  <a:lnTo>
                    <a:pt x="1" y="5319"/>
                  </a:lnTo>
                  <a:lnTo>
                    <a:pt x="38" y="5722"/>
                  </a:lnTo>
                  <a:lnTo>
                    <a:pt x="148" y="6052"/>
                  </a:lnTo>
                  <a:lnTo>
                    <a:pt x="441" y="6786"/>
                  </a:lnTo>
                  <a:lnTo>
                    <a:pt x="1065" y="8400"/>
                  </a:lnTo>
                  <a:lnTo>
                    <a:pt x="2348" y="11665"/>
                  </a:lnTo>
                  <a:lnTo>
                    <a:pt x="2935" y="13315"/>
                  </a:lnTo>
                  <a:lnTo>
                    <a:pt x="3522" y="15003"/>
                  </a:lnTo>
                  <a:lnTo>
                    <a:pt x="4072" y="16653"/>
                  </a:lnTo>
                  <a:lnTo>
                    <a:pt x="4293" y="17424"/>
                  </a:lnTo>
                  <a:lnTo>
                    <a:pt x="4439" y="17827"/>
                  </a:lnTo>
                  <a:lnTo>
                    <a:pt x="4513" y="18047"/>
                  </a:lnTo>
                  <a:lnTo>
                    <a:pt x="4623" y="18231"/>
                  </a:lnTo>
                  <a:lnTo>
                    <a:pt x="4659" y="18451"/>
                  </a:lnTo>
                  <a:lnTo>
                    <a:pt x="4733" y="18634"/>
                  </a:lnTo>
                  <a:lnTo>
                    <a:pt x="4806" y="18781"/>
                  </a:lnTo>
                  <a:lnTo>
                    <a:pt x="4916" y="18928"/>
                  </a:lnTo>
                  <a:lnTo>
                    <a:pt x="5026" y="19074"/>
                  </a:lnTo>
                  <a:lnTo>
                    <a:pt x="5173" y="19221"/>
                  </a:lnTo>
                  <a:lnTo>
                    <a:pt x="5503" y="19404"/>
                  </a:lnTo>
                  <a:lnTo>
                    <a:pt x="5833" y="19551"/>
                  </a:lnTo>
                  <a:lnTo>
                    <a:pt x="6237" y="19661"/>
                  </a:lnTo>
                  <a:lnTo>
                    <a:pt x="6604" y="19698"/>
                  </a:lnTo>
                  <a:lnTo>
                    <a:pt x="7007" y="19698"/>
                  </a:lnTo>
                  <a:lnTo>
                    <a:pt x="7484" y="19625"/>
                  </a:lnTo>
                  <a:lnTo>
                    <a:pt x="7924" y="19515"/>
                  </a:lnTo>
                  <a:lnTo>
                    <a:pt x="8841" y="19184"/>
                  </a:lnTo>
                  <a:lnTo>
                    <a:pt x="11079" y="18341"/>
                  </a:lnTo>
                  <a:lnTo>
                    <a:pt x="13206" y="17570"/>
                  </a:lnTo>
                  <a:lnTo>
                    <a:pt x="13830" y="17314"/>
                  </a:lnTo>
                  <a:lnTo>
                    <a:pt x="14417" y="17020"/>
                  </a:lnTo>
                  <a:lnTo>
                    <a:pt x="14527" y="17020"/>
                  </a:lnTo>
                  <a:lnTo>
                    <a:pt x="14674" y="16947"/>
                  </a:lnTo>
                  <a:lnTo>
                    <a:pt x="14710" y="16873"/>
                  </a:lnTo>
                  <a:lnTo>
                    <a:pt x="14710" y="16837"/>
                  </a:lnTo>
                  <a:lnTo>
                    <a:pt x="14894" y="16690"/>
                  </a:lnTo>
                  <a:lnTo>
                    <a:pt x="15187" y="16433"/>
                  </a:lnTo>
                  <a:lnTo>
                    <a:pt x="15407" y="16103"/>
                  </a:lnTo>
                  <a:lnTo>
                    <a:pt x="15554" y="15773"/>
                  </a:lnTo>
                  <a:lnTo>
                    <a:pt x="15701" y="15406"/>
                  </a:lnTo>
                  <a:lnTo>
                    <a:pt x="15774" y="15039"/>
                  </a:lnTo>
                  <a:lnTo>
                    <a:pt x="15811" y="14636"/>
                  </a:lnTo>
                  <a:lnTo>
                    <a:pt x="15847" y="13866"/>
                  </a:lnTo>
                  <a:lnTo>
                    <a:pt x="15884" y="13829"/>
                  </a:lnTo>
                  <a:lnTo>
                    <a:pt x="15884" y="13756"/>
                  </a:lnTo>
                  <a:lnTo>
                    <a:pt x="15847" y="13572"/>
                  </a:lnTo>
                  <a:lnTo>
                    <a:pt x="15811" y="13389"/>
                  </a:lnTo>
                  <a:lnTo>
                    <a:pt x="15664" y="13059"/>
                  </a:lnTo>
                  <a:lnTo>
                    <a:pt x="15334" y="12178"/>
                  </a:lnTo>
                  <a:lnTo>
                    <a:pt x="14710" y="10564"/>
                  </a:lnTo>
                  <a:lnTo>
                    <a:pt x="13500" y="7263"/>
                  </a:lnTo>
                  <a:lnTo>
                    <a:pt x="12326" y="3962"/>
                  </a:lnTo>
                  <a:lnTo>
                    <a:pt x="11776" y="2311"/>
                  </a:lnTo>
                  <a:lnTo>
                    <a:pt x="11446" y="1431"/>
                  </a:lnTo>
                  <a:lnTo>
                    <a:pt x="11372" y="1174"/>
                  </a:lnTo>
                  <a:lnTo>
                    <a:pt x="11409" y="1027"/>
                  </a:lnTo>
                  <a:lnTo>
                    <a:pt x="11409" y="917"/>
                  </a:lnTo>
                  <a:lnTo>
                    <a:pt x="11372" y="770"/>
                  </a:lnTo>
                  <a:lnTo>
                    <a:pt x="11299" y="624"/>
                  </a:lnTo>
                  <a:lnTo>
                    <a:pt x="11152" y="403"/>
                  </a:lnTo>
                  <a:lnTo>
                    <a:pt x="10895" y="220"/>
                  </a:lnTo>
                  <a:lnTo>
                    <a:pt x="10712" y="110"/>
                  </a:lnTo>
                  <a:lnTo>
                    <a:pt x="10528" y="37"/>
                  </a:lnTo>
                  <a:lnTo>
                    <a:pt x="10345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39" name="Google Shape;295;p5">
              <a:extLst>
                <a:ext uri="{FF2B5EF4-FFF2-40B4-BE49-F238E27FC236}">
                  <a16:creationId xmlns:a16="http://schemas.microsoft.com/office/drawing/2014/main" id="{35592297-D3D6-48AE-BEFC-3861C6C20BB6}"/>
                </a:ext>
              </a:extLst>
            </p:cNvPr>
            <p:cNvSpPr/>
            <p:nvPr/>
          </p:nvSpPr>
          <p:spPr>
            <a:xfrm>
              <a:off x="6991200" y="2879025"/>
              <a:ext cx="390675" cy="444800"/>
            </a:xfrm>
            <a:custGeom>
              <a:avLst/>
              <a:gdLst/>
              <a:ahLst/>
              <a:cxnLst/>
              <a:rect l="l" t="t" r="r" b="b"/>
              <a:pathLst>
                <a:path w="15627" h="17792" extrusionOk="0">
                  <a:moveTo>
                    <a:pt x="10528" y="1"/>
                  </a:moveTo>
                  <a:lnTo>
                    <a:pt x="10455" y="37"/>
                  </a:lnTo>
                  <a:lnTo>
                    <a:pt x="10308" y="221"/>
                  </a:lnTo>
                  <a:lnTo>
                    <a:pt x="10198" y="441"/>
                  </a:lnTo>
                  <a:lnTo>
                    <a:pt x="10015" y="881"/>
                  </a:lnTo>
                  <a:lnTo>
                    <a:pt x="9831" y="1468"/>
                  </a:lnTo>
                  <a:lnTo>
                    <a:pt x="9685" y="2091"/>
                  </a:lnTo>
                  <a:lnTo>
                    <a:pt x="9685" y="2201"/>
                  </a:lnTo>
                  <a:lnTo>
                    <a:pt x="9721" y="2311"/>
                  </a:lnTo>
                  <a:lnTo>
                    <a:pt x="9795" y="2348"/>
                  </a:lnTo>
                  <a:lnTo>
                    <a:pt x="9868" y="2385"/>
                  </a:lnTo>
                  <a:lnTo>
                    <a:pt x="9941" y="2421"/>
                  </a:lnTo>
                  <a:lnTo>
                    <a:pt x="10051" y="2385"/>
                  </a:lnTo>
                  <a:lnTo>
                    <a:pt x="10125" y="2311"/>
                  </a:lnTo>
                  <a:lnTo>
                    <a:pt x="10198" y="2238"/>
                  </a:lnTo>
                  <a:lnTo>
                    <a:pt x="10235" y="2055"/>
                  </a:lnTo>
                  <a:lnTo>
                    <a:pt x="10235" y="2018"/>
                  </a:lnTo>
                  <a:lnTo>
                    <a:pt x="10235" y="1981"/>
                  </a:lnTo>
                  <a:lnTo>
                    <a:pt x="10455" y="1138"/>
                  </a:lnTo>
                  <a:lnTo>
                    <a:pt x="10638" y="624"/>
                  </a:lnTo>
                  <a:lnTo>
                    <a:pt x="10675" y="367"/>
                  </a:lnTo>
                  <a:lnTo>
                    <a:pt x="10712" y="111"/>
                  </a:lnTo>
                  <a:lnTo>
                    <a:pt x="10675" y="37"/>
                  </a:lnTo>
                  <a:lnTo>
                    <a:pt x="10602" y="1"/>
                  </a:lnTo>
                  <a:close/>
                  <a:moveTo>
                    <a:pt x="3559" y="1028"/>
                  </a:moveTo>
                  <a:lnTo>
                    <a:pt x="3522" y="1064"/>
                  </a:lnTo>
                  <a:lnTo>
                    <a:pt x="3485" y="1101"/>
                  </a:lnTo>
                  <a:lnTo>
                    <a:pt x="3485" y="1138"/>
                  </a:lnTo>
                  <a:lnTo>
                    <a:pt x="3559" y="1321"/>
                  </a:lnTo>
                  <a:lnTo>
                    <a:pt x="3669" y="1468"/>
                  </a:lnTo>
                  <a:lnTo>
                    <a:pt x="3889" y="1761"/>
                  </a:lnTo>
                  <a:lnTo>
                    <a:pt x="4109" y="2055"/>
                  </a:lnTo>
                  <a:lnTo>
                    <a:pt x="4366" y="2348"/>
                  </a:lnTo>
                  <a:lnTo>
                    <a:pt x="4476" y="2605"/>
                  </a:lnTo>
                  <a:lnTo>
                    <a:pt x="4586" y="2862"/>
                  </a:lnTo>
                  <a:lnTo>
                    <a:pt x="4696" y="2972"/>
                  </a:lnTo>
                  <a:lnTo>
                    <a:pt x="4769" y="3045"/>
                  </a:lnTo>
                  <a:lnTo>
                    <a:pt x="4916" y="3082"/>
                  </a:lnTo>
                  <a:lnTo>
                    <a:pt x="5063" y="3082"/>
                  </a:lnTo>
                  <a:lnTo>
                    <a:pt x="5136" y="3045"/>
                  </a:lnTo>
                  <a:lnTo>
                    <a:pt x="5209" y="3008"/>
                  </a:lnTo>
                  <a:lnTo>
                    <a:pt x="5246" y="2935"/>
                  </a:lnTo>
                  <a:lnTo>
                    <a:pt x="5246" y="2862"/>
                  </a:lnTo>
                  <a:lnTo>
                    <a:pt x="5209" y="2715"/>
                  </a:lnTo>
                  <a:lnTo>
                    <a:pt x="5173" y="2642"/>
                  </a:lnTo>
                  <a:lnTo>
                    <a:pt x="5099" y="2605"/>
                  </a:lnTo>
                  <a:lnTo>
                    <a:pt x="4989" y="2605"/>
                  </a:lnTo>
                  <a:lnTo>
                    <a:pt x="4989" y="2568"/>
                  </a:lnTo>
                  <a:lnTo>
                    <a:pt x="4989" y="2495"/>
                  </a:lnTo>
                  <a:lnTo>
                    <a:pt x="4953" y="2385"/>
                  </a:lnTo>
                  <a:lnTo>
                    <a:pt x="4806" y="2128"/>
                  </a:lnTo>
                  <a:lnTo>
                    <a:pt x="4623" y="1871"/>
                  </a:lnTo>
                  <a:lnTo>
                    <a:pt x="4402" y="1615"/>
                  </a:lnTo>
                  <a:lnTo>
                    <a:pt x="4146" y="1394"/>
                  </a:lnTo>
                  <a:lnTo>
                    <a:pt x="3889" y="1174"/>
                  </a:lnTo>
                  <a:lnTo>
                    <a:pt x="3595" y="1028"/>
                  </a:lnTo>
                  <a:close/>
                  <a:moveTo>
                    <a:pt x="15334" y="3999"/>
                  </a:moveTo>
                  <a:lnTo>
                    <a:pt x="15260" y="4035"/>
                  </a:lnTo>
                  <a:lnTo>
                    <a:pt x="15187" y="4109"/>
                  </a:lnTo>
                  <a:lnTo>
                    <a:pt x="15077" y="4182"/>
                  </a:lnTo>
                  <a:lnTo>
                    <a:pt x="14967" y="4256"/>
                  </a:lnTo>
                  <a:lnTo>
                    <a:pt x="14820" y="4329"/>
                  </a:lnTo>
                  <a:lnTo>
                    <a:pt x="14673" y="4329"/>
                  </a:lnTo>
                  <a:lnTo>
                    <a:pt x="14527" y="4402"/>
                  </a:lnTo>
                  <a:lnTo>
                    <a:pt x="14490" y="4439"/>
                  </a:lnTo>
                  <a:lnTo>
                    <a:pt x="14453" y="4549"/>
                  </a:lnTo>
                  <a:lnTo>
                    <a:pt x="14417" y="4586"/>
                  </a:lnTo>
                  <a:lnTo>
                    <a:pt x="14380" y="4622"/>
                  </a:lnTo>
                  <a:lnTo>
                    <a:pt x="14233" y="4732"/>
                  </a:lnTo>
                  <a:lnTo>
                    <a:pt x="13940" y="4842"/>
                  </a:lnTo>
                  <a:lnTo>
                    <a:pt x="13720" y="4989"/>
                  </a:lnTo>
                  <a:lnTo>
                    <a:pt x="13536" y="5173"/>
                  </a:lnTo>
                  <a:lnTo>
                    <a:pt x="13499" y="5246"/>
                  </a:lnTo>
                  <a:lnTo>
                    <a:pt x="13499" y="5319"/>
                  </a:lnTo>
                  <a:lnTo>
                    <a:pt x="13573" y="5356"/>
                  </a:lnTo>
                  <a:lnTo>
                    <a:pt x="13830" y="5356"/>
                  </a:lnTo>
                  <a:lnTo>
                    <a:pt x="14013" y="5319"/>
                  </a:lnTo>
                  <a:lnTo>
                    <a:pt x="14380" y="5173"/>
                  </a:lnTo>
                  <a:lnTo>
                    <a:pt x="14673" y="5026"/>
                  </a:lnTo>
                  <a:lnTo>
                    <a:pt x="14783" y="4953"/>
                  </a:lnTo>
                  <a:lnTo>
                    <a:pt x="14857" y="4806"/>
                  </a:lnTo>
                  <a:lnTo>
                    <a:pt x="15077" y="4769"/>
                  </a:lnTo>
                  <a:lnTo>
                    <a:pt x="15260" y="4659"/>
                  </a:lnTo>
                  <a:lnTo>
                    <a:pt x="15370" y="4696"/>
                  </a:lnTo>
                  <a:lnTo>
                    <a:pt x="15444" y="4696"/>
                  </a:lnTo>
                  <a:lnTo>
                    <a:pt x="15554" y="4622"/>
                  </a:lnTo>
                  <a:lnTo>
                    <a:pt x="15627" y="4549"/>
                  </a:lnTo>
                  <a:lnTo>
                    <a:pt x="15627" y="4476"/>
                  </a:lnTo>
                  <a:lnTo>
                    <a:pt x="15590" y="4366"/>
                  </a:lnTo>
                  <a:lnTo>
                    <a:pt x="15627" y="4329"/>
                  </a:lnTo>
                  <a:lnTo>
                    <a:pt x="15627" y="4256"/>
                  </a:lnTo>
                  <a:lnTo>
                    <a:pt x="15590" y="4182"/>
                  </a:lnTo>
                  <a:lnTo>
                    <a:pt x="15554" y="4109"/>
                  </a:lnTo>
                  <a:lnTo>
                    <a:pt x="15480" y="4035"/>
                  </a:lnTo>
                  <a:lnTo>
                    <a:pt x="15407" y="4035"/>
                  </a:lnTo>
                  <a:lnTo>
                    <a:pt x="15334" y="3999"/>
                  </a:lnTo>
                  <a:close/>
                  <a:moveTo>
                    <a:pt x="2238" y="7447"/>
                  </a:moveTo>
                  <a:lnTo>
                    <a:pt x="2128" y="7484"/>
                  </a:lnTo>
                  <a:lnTo>
                    <a:pt x="1064" y="7960"/>
                  </a:lnTo>
                  <a:lnTo>
                    <a:pt x="477" y="8217"/>
                  </a:lnTo>
                  <a:lnTo>
                    <a:pt x="257" y="8364"/>
                  </a:lnTo>
                  <a:lnTo>
                    <a:pt x="147" y="8474"/>
                  </a:lnTo>
                  <a:lnTo>
                    <a:pt x="111" y="8437"/>
                  </a:lnTo>
                  <a:lnTo>
                    <a:pt x="74" y="8437"/>
                  </a:lnTo>
                  <a:lnTo>
                    <a:pt x="1" y="8511"/>
                  </a:lnTo>
                  <a:lnTo>
                    <a:pt x="1" y="8584"/>
                  </a:lnTo>
                  <a:lnTo>
                    <a:pt x="37" y="8621"/>
                  </a:lnTo>
                  <a:lnTo>
                    <a:pt x="111" y="8694"/>
                  </a:lnTo>
                  <a:lnTo>
                    <a:pt x="221" y="8731"/>
                  </a:lnTo>
                  <a:lnTo>
                    <a:pt x="367" y="8694"/>
                  </a:lnTo>
                  <a:lnTo>
                    <a:pt x="514" y="8657"/>
                  </a:lnTo>
                  <a:lnTo>
                    <a:pt x="808" y="8547"/>
                  </a:lnTo>
                  <a:lnTo>
                    <a:pt x="1028" y="8474"/>
                  </a:lnTo>
                  <a:lnTo>
                    <a:pt x="2385" y="7887"/>
                  </a:lnTo>
                  <a:lnTo>
                    <a:pt x="2458" y="7850"/>
                  </a:lnTo>
                  <a:lnTo>
                    <a:pt x="2532" y="7777"/>
                  </a:lnTo>
                  <a:lnTo>
                    <a:pt x="2532" y="7667"/>
                  </a:lnTo>
                  <a:lnTo>
                    <a:pt x="2495" y="7594"/>
                  </a:lnTo>
                  <a:lnTo>
                    <a:pt x="2422" y="7520"/>
                  </a:lnTo>
                  <a:lnTo>
                    <a:pt x="2348" y="7484"/>
                  </a:lnTo>
                  <a:lnTo>
                    <a:pt x="2238" y="7447"/>
                  </a:lnTo>
                  <a:close/>
                  <a:moveTo>
                    <a:pt x="6677" y="7814"/>
                  </a:moveTo>
                  <a:lnTo>
                    <a:pt x="6603" y="7887"/>
                  </a:lnTo>
                  <a:lnTo>
                    <a:pt x="6603" y="7960"/>
                  </a:lnTo>
                  <a:lnTo>
                    <a:pt x="6603" y="8070"/>
                  </a:lnTo>
                  <a:lnTo>
                    <a:pt x="6933" y="8474"/>
                  </a:lnTo>
                  <a:lnTo>
                    <a:pt x="7044" y="8694"/>
                  </a:lnTo>
                  <a:lnTo>
                    <a:pt x="7154" y="8914"/>
                  </a:lnTo>
                  <a:lnTo>
                    <a:pt x="7227" y="8951"/>
                  </a:lnTo>
                  <a:lnTo>
                    <a:pt x="7264" y="8987"/>
                  </a:lnTo>
                  <a:lnTo>
                    <a:pt x="7410" y="8987"/>
                  </a:lnTo>
                  <a:lnTo>
                    <a:pt x="7594" y="8877"/>
                  </a:lnTo>
                  <a:lnTo>
                    <a:pt x="7777" y="8767"/>
                  </a:lnTo>
                  <a:lnTo>
                    <a:pt x="7924" y="8621"/>
                  </a:lnTo>
                  <a:lnTo>
                    <a:pt x="7924" y="8657"/>
                  </a:lnTo>
                  <a:lnTo>
                    <a:pt x="7997" y="8767"/>
                  </a:lnTo>
                  <a:lnTo>
                    <a:pt x="8071" y="8877"/>
                  </a:lnTo>
                  <a:lnTo>
                    <a:pt x="8181" y="8951"/>
                  </a:lnTo>
                  <a:lnTo>
                    <a:pt x="8327" y="9024"/>
                  </a:lnTo>
                  <a:lnTo>
                    <a:pt x="8584" y="9061"/>
                  </a:lnTo>
                  <a:lnTo>
                    <a:pt x="8768" y="9061"/>
                  </a:lnTo>
                  <a:lnTo>
                    <a:pt x="8951" y="8987"/>
                  </a:lnTo>
                  <a:lnTo>
                    <a:pt x="9281" y="8841"/>
                  </a:lnTo>
                  <a:lnTo>
                    <a:pt x="9611" y="8657"/>
                  </a:lnTo>
                  <a:lnTo>
                    <a:pt x="9721" y="8547"/>
                  </a:lnTo>
                  <a:lnTo>
                    <a:pt x="9758" y="8474"/>
                  </a:lnTo>
                  <a:lnTo>
                    <a:pt x="9758" y="8364"/>
                  </a:lnTo>
                  <a:lnTo>
                    <a:pt x="9685" y="8254"/>
                  </a:lnTo>
                  <a:lnTo>
                    <a:pt x="9648" y="8217"/>
                  </a:lnTo>
                  <a:lnTo>
                    <a:pt x="9464" y="8217"/>
                  </a:lnTo>
                  <a:lnTo>
                    <a:pt x="9428" y="8291"/>
                  </a:lnTo>
                  <a:lnTo>
                    <a:pt x="9244" y="8437"/>
                  </a:lnTo>
                  <a:lnTo>
                    <a:pt x="8988" y="8547"/>
                  </a:lnTo>
                  <a:lnTo>
                    <a:pt x="8768" y="8621"/>
                  </a:lnTo>
                  <a:lnTo>
                    <a:pt x="8584" y="8657"/>
                  </a:lnTo>
                  <a:lnTo>
                    <a:pt x="8474" y="8657"/>
                  </a:lnTo>
                  <a:lnTo>
                    <a:pt x="8401" y="8621"/>
                  </a:lnTo>
                  <a:lnTo>
                    <a:pt x="8364" y="8584"/>
                  </a:lnTo>
                  <a:lnTo>
                    <a:pt x="8327" y="8547"/>
                  </a:lnTo>
                  <a:lnTo>
                    <a:pt x="8254" y="8254"/>
                  </a:lnTo>
                  <a:lnTo>
                    <a:pt x="8181" y="8144"/>
                  </a:lnTo>
                  <a:lnTo>
                    <a:pt x="8071" y="8107"/>
                  </a:lnTo>
                  <a:lnTo>
                    <a:pt x="7961" y="8107"/>
                  </a:lnTo>
                  <a:lnTo>
                    <a:pt x="7887" y="8144"/>
                  </a:lnTo>
                  <a:lnTo>
                    <a:pt x="7740" y="8254"/>
                  </a:lnTo>
                  <a:lnTo>
                    <a:pt x="7630" y="8401"/>
                  </a:lnTo>
                  <a:lnTo>
                    <a:pt x="7410" y="8547"/>
                  </a:lnTo>
                  <a:lnTo>
                    <a:pt x="7264" y="8364"/>
                  </a:lnTo>
                  <a:lnTo>
                    <a:pt x="7117" y="8180"/>
                  </a:lnTo>
                  <a:lnTo>
                    <a:pt x="6970" y="7997"/>
                  </a:lnTo>
                  <a:lnTo>
                    <a:pt x="6787" y="7850"/>
                  </a:lnTo>
                  <a:lnTo>
                    <a:pt x="6713" y="7814"/>
                  </a:lnTo>
                  <a:close/>
                  <a:moveTo>
                    <a:pt x="12876" y="11005"/>
                  </a:moveTo>
                  <a:lnTo>
                    <a:pt x="12803" y="11042"/>
                  </a:lnTo>
                  <a:lnTo>
                    <a:pt x="12766" y="11078"/>
                  </a:lnTo>
                  <a:lnTo>
                    <a:pt x="12766" y="11152"/>
                  </a:lnTo>
                  <a:lnTo>
                    <a:pt x="12729" y="11225"/>
                  </a:lnTo>
                  <a:lnTo>
                    <a:pt x="12766" y="11298"/>
                  </a:lnTo>
                  <a:lnTo>
                    <a:pt x="12986" y="11702"/>
                  </a:lnTo>
                  <a:lnTo>
                    <a:pt x="13279" y="12069"/>
                  </a:lnTo>
                  <a:lnTo>
                    <a:pt x="13499" y="12399"/>
                  </a:lnTo>
                  <a:lnTo>
                    <a:pt x="13646" y="12509"/>
                  </a:lnTo>
                  <a:lnTo>
                    <a:pt x="13830" y="12619"/>
                  </a:lnTo>
                  <a:lnTo>
                    <a:pt x="13976" y="12619"/>
                  </a:lnTo>
                  <a:lnTo>
                    <a:pt x="14013" y="12582"/>
                  </a:lnTo>
                  <a:lnTo>
                    <a:pt x="14086" y="12546"/>
                  </a:lnTo>
                  <a:lnTo>
                    <a:pt x="14160" y="12436"/>
                  </a:lnTo>
                  <a:lnTo>
                    <a:pt x="14160" y="12325"/>
                  </a:lnTo>
                  <a:lnTo>
                    <a:pt x="14160" y="12252"/>
                  </a:lnTo>
                  <a:lnTo>
                    <a:pt x="14123" y="12142"/>
                  </a:lnTo>
                  <a:lnTo>
                    <a:pt x="14086" y="12069"/>
                  </a:lnTo>
                  <a:lnTo>
                    <a:pt x="14050" y="12032"/>
                  </a:lnTo>
                  <a:lnTo>
                    <a:pt x="13903" y="12032"/>
                  </a:lnTo>
                  <a:lnTo>
                    <a:pt x="13830" y="11885"/>
                  </a:lnTo>
                  <a:lnTo>
                    <a:pt x="13573" y="11592"/>
                  </a:lnTo>
                  <a:lnTo>
                    <a:pt x="13316" y="11298"/>
                  </a:lnTo>
                  <a:lnTo>
                    <a:pt x="13059" y="11042"/>
                  </a:lnTo>
                  <a:lnTo>
                    <a:pt x="13023" y="11005"/>
                  </a:lnTo>
                  <a:close/>
                  <a:moveTo>
                    <a:pt x="8181" y="3192"/>
                  </a:moveTo>
                  <a:lnTo>
                    <a:pt x="8511" y="3228"/>
                  </a:lnTo>
                  <a:lnTo>
                    <a:pt x="8878" y="3265"/>
                  </a:lnTo>
                  <a:lnTo>
                    <a:pt x="9208" y="3339"/>
                  </a:lnTo>
                  <a:lnTo>
                    <a:pt x="9538" y="3412"/>
                  </a:lnTo>
                  <a:lnTo>
                    <a:pt x="9868" y="3522"/>
                  </a:lnTo>
                  <a:lnTo>
                    <a:pt x="10198" y="3669"/>
                  </a:lnTo>
                  <a:lnTo>
                    <a:pt x="10528" y="3852"/>
                  </a:lnTo>
                  <a:lnTo>
                    <a:pt x="10822" y="4035"/>
                  </a:lnTo>
                  <a:lnTo>
                    <a:pt x="11078" y="4256"/>
                  </a:lnTo>
                  <a:lnTo>
                    <a:pt x="11335" y="4476"/>
                  </a:lnTo>
                  <a:lnTo>
                    <a:pt x="11592" y="4732"/>
                  </a:lnTo>
                  <a:lnTo>
                    <a:pt x="11812" y="4989"/>
                  </a:lnTo>
                  <a:lnTo>
                    <a:pt x="11996" y="5319"/>
                  </a:lnTo>
                  <a:lnTo>
                    <a:pt x="12142" y="5576"/>
                  </a:lnTo>
                  <a:lnTo>
                    <a:pt x="12252" y="5870"/>
                  </a:lnTo>
                  <a:lnTo>
                    <a:pt x="12362" y="6200"/>
                  </a:lnTo>
                  <a:lnTo>
                    <a:pt x="12436" y="6530"/>
                  </a:lnTo>
                  <a:lnTo>
                    <a:pt x="12509" y="6823"/>
                  </a:lnTo>
                  <a:lnTo>
                    <a:pt x="12509" y="7153"/>
                  </a:lnTo>
                  <a:lnTo>
                    <a:pt x="12509" y="7484"/>
                  </a:lnTo>
                  <a:lnTo>
                    <a:pt x="12472" y="7814"/>
                  </a:lnTo>
                  <a:lnTo>
                    <a:pt x="12399" y="8144"/>
                  </a:lnTo>
                  <a:lnTo>
                    <a:pt x="12289" y="8511"/>
                  </a:lnTo>
                  <a:lnTo>
                    <a:pt x="12142" y="8804"/>
                  </a:lnTo>
                  <a:lnTo>
                    <a:pt x="11996" y="9134"/>
                  </a:lnTo>
                  <a:lnTo>
                    <a:pt x="11812" y="9428"/>
                  </a:lnTo>
                  <a:lnTo>
                    <a:pt x="11592" y="9721"/>
                  </a:lnTo>
                  <a:lnTo>
                    <a:pt x="11115" y="10271"/>
                  </a:lnTo>
                  <a:lnTo>
                    <a:pt x="10345" y="11115"/>
                  </a:lnTo>
                  <a:lnTo>
                    <a:pt x="9941" y="11555"/>
                  </a:lnTo>
                  <a:lnTo>
                    <a:pt x="9575" y="12032"/>
                  </a:lnTo>
                  <a:lnTo>
                    <a:pt x="9281" y="12509"/>
                  </a:lnTo>
                  <a:lnTo>
                    <a:pt x="8988" y="13022"/>
                  </a:lnTo>
                  <a:lnTo>
                    <a:pt x="8914" y="13279"/>
                  </a:lnTo>
                  <a:lnTo>
                    <a:pt x="8804" y="13573"/>
                  </a:lnTo>
                  <a:lnTo>
                    <a:pt x="8768" y="13829"/>
                  </a:lnTo>
                  <a:lnTo>
                    <a:pt x="8731" y="14123"/>
                  </a:lnTo>
                  <a:lnTo>
                    <a:pt x="8217" y="14013"/>
                  </a:lnTo>
                  <a:lnTo>
                    <a:pt x="7704" y="13939"/>
                  </a:lnTo>
                  <a:lnTo>
                    <a:pt x="8584" y="11665"/>
                  </a:lnTo>
                  <a:lnTo>
                    <a:pt x="9061" y="10418"/>
                  </a:lnTo>
                  <a:lnTo>
                    <a:pt x="9318" y="9831"/>
                  </a:lnTo>
                  <a:lnTo>
                    <a:pt x="9391" y="9538"/>
                  </a:lnTo>
                  <a:lnTo>
                    <a:pt x="9391" y="9391"/>
                  </a:lnTo>
                  <a:lnTo>
                    <a:pt x="9354" y="9244"/>
                  </a:lnTo>
                  <a:lnTo>
                    <a:pt x="9318" y="9208"/>
                  </a:lnTo>
                  <a:lnTo>
                    <a:pt x="9281" y="9208"/>
                  </a:lnTo>
                  <a:lnTo>
                    <a:pt x="9171" y="9281"/>
                  </a:lnTo>
                  <a:lnTo>
                    <a:pt x="9098" y="9391"/>
                  </a:lnTo>
                  <a:lnTo>
                    <a:pt x="8988" y="9611"/>
                  </a:lnTo>
                  <a:lnTo>
                    <a:pt x="8768" y="10088"/>
                  </a:lnTo>
                  <a:lnTo>
                    <a:pt x="8217" y="11445"/>
                  </a:lnTo>
                  <a:lnTo>
                    <a:pt x="7337" y="13719"/>
                  </a:lnTo>
                  <a:lnTo>
                    <a:pt x="7227" y="13903"/>
                  </a:lnTo>
                  <a:lnTo>
                    <a:pt x="6970" y="13829"/>
                  </a:lnTo>
                  <a:lnTo>
                    <a:pt x="6420" y="13683"/>
                  </a:lnTo>
                  <a:lnTo>
                    <a:pt x="6420" y="13646"/>
                  </a:lnTo>
                  <a:lnTo>
                    <a:pt x="6493" y="13389"/>
                  </a:lnTo>
                  <a:lnTo>
                    <a:pt x="6530" y="13096"/>
                  </a:lnTo>
                  <a:lnTo>
                    <a:pt x="6530" y="12546"/>
                  </a:lnTo>
                  <a:lnTo>
                    <a:pt x="6603" y="11372"/>
                  </a:lnTo>
                  <a:lnTo>
                    <a:pt x="6677" y="10125"/>
                  </a:lnTo>
                  <a:lnTo>
                    <a:pt x="6713" y="9501"/>
                  </a:lnTo>
                  <a:lnTo>
                    <a:pt x="6677" y="8877"/>
                  </a:lnTo>
                  <a:lnTo>
                    <a:pt x="6677" y="8804"/>
                  </a:lnTo>
                  <a:lnTo>
                    <a:pt x="6640" y="8767"/>
                  </a:lnTo>
                  <a:lnTo>
                    <a:pt x="6530" y="8694"/>
                  </a:lnTo>
                  <a:lnTo>
                    <a:pt x="6420" y="8731"/>
                  </a:lnTo>
                  <a:lnTo>
                    <a:pt x="6383" y="8767"/>
                  </a:lnTo>
                  <a:lnTo>
                    <a:pt x="6347" y="8841"/>
                  </a:lnTo>
                  <a:lnTo>
                    <a:pt x="6273" y="9391"/>
                  </a:lnTo>
                  <a:lnTo>
                    <a:pt x="6237" y="9978"/>
                  </a:lnTo>
                  <a:lnTo>
                    <a:pt x="6200" y="11115"/>
                  </a:lnTo>
                  <a:lnTo>
                    <a:pt x="6090" y="12289"/>
                  </a:lnTo>
                  <a:lnTo>
                    <a:pt x="6016" y="12912"/>
                  </a:lnTo>
                  <a:lnTo>
                    <a:pt x="6016" y="13206"/>
                  </a:lnTo>
                  <a:lnTo>
                    <a:pt x="6016" y="13536"/>
                  </a:lnTo>
                  <a:lnTo>
                    <a:pt x="5540" y="13353"/>
                  </a:lnTo>
                  <a:lnTo>
                    <a:pt x="5099" y="13206"/>
                  </a:lnTo>
                  <a:lnTo>
                    <a:pt x="4623" y="13132"/>
                  </a:lnTo>
                  <a:lnTo>
                    <a:pt x="4182" y="13132"/>
                  </a:lnTo>
                  <a:lnTo>
                    <a:pt x="4329" y="12876"/>
                  </a:lnTo>
                  <a:lnTo>
                    <a:pt x="4439" y="12619"/>
                  </a:lnTo>
                  <a:lnTo>
                    <a:pt x="4549" y="12362"/>
                  </a:lnTo>
                  <a:lnTo>
                    <a:pt x="4623" y="12069"/>
                  </a:lnTo>
                  <a:lnTo>
                    <a:pt x="4696" y="11482"/>
                  </a:lnTo>
                  <a:lnTo>
                    <a:pt x="4696" y="10895"/>
                  </a:lnTo>
                  <a:lnTo>
                    <a:pt x="4623" y="10161"/>
                  </a:lnTo>
                  <a:lnTo>
                    <a:pt x="4512" y="9428"/>
                  </a:lnTo>
                  <a:lnTo>
                    <a:pt x="4366" y="8694"/>
                  </a:lnTo>
                  <a:lnTo>
                    <a:pt x="4219" y="7960"/>
                  </a:lnTo>
                  <a:lnTo>
                    <a:pt x="4182" y="7594"/>
                  </a:lnTo>
                  <a:lnTo>
                    <a:pt x="4182" y="7190"/>
                  </a:lnTo>
                  <a:lnTo>
                    <a:pt x="4182" y="6823"/>
                  </a:lnTo>
                  <a:lnTo>
                    <a:pt x="4219" y="6456"/>
                  </a:lnTo>
                  <a:lnTo>
                    <a:pt x="4292" y="6090"/>
                  </a:lnTo>
                  <a:lnTo>
                    <a:pt x="4439" y="5760"/>
                  </a:lnTo>
                  <a:lnTo>
                    <a:pt x="4586" y="5429"/>
                  </a:lnTo>
                  <a:lnTo>
                    <a:pt x="4769" y="5063"/>
                  </a:lnTo>
                  <a:lnTo>
                    <a:pt x="5026" y="4769"/>
                  </a:lnTo>
                  <a:lnTo>
                    <a:pt x="5246" y="4476"/>
                  </a:lnTo>
                  <a:lnTo>
                    <a:pt x="5503" y="4219"/>
                  </a:lnTo>
                  <a:lnTo>
                    <a:pt x="5796" y="3999"/>
                  </a:lnTo>
                  <a:lnTo>
                    <a:pt x="6090" y="3779"/>
                  </a:lnTo>
                  <a:lnTo>
                    <a:pt x="6420" y="3595"/>
                  </a:lnTo>
                  <a:lnTo>
                    <a:pt x="6787" y="3449"/>
                  </a:lnTo>
                  <a:lnTo>
                    <a:pt x="7117" y="3339"/>
                  </a:lnTo>
                  <a:lnTo>
                    <a:pt x="7484" y="3265"/>
                  </a:lnTo>
                  <a:lnTo>
                    <a:pt x="7814" y="3228"/>
                  </a:lnTo>
                  <a:lnTo>
                    <a:pt x="8181" y="3192"/>
                  </a:lnTo>
                  <a:close/>
                  <a:moveTo>
                    <a:pt x="3962" y="13426"/>
                  </a:moveTo>
                  <a:lnTo>
                    <a:pt x="4623" y="13536"/>
                  </a:lnTo>
                  <a:lnTo>
                    <a:pt x="5246" y="13719"/>
                  </a:lnTo>
                  <a:lnTo>
                    <a:pt x="5943" y="13939"/>
                  </a:lnTo>
                  <a:lnTo>
                    <a:pt x="6603" y="14196"/>
                  </a:lnTo>
                  <a:lnTo>
                    <a:pt x="6860" y="14270"/>
                  </a:lnTo>
                  <a:lnTo>
                    <a:pt x="7154" y="14306"/>
                  </a:lnTo>
                  <a:lnTo>
                    <a:pt x="7704" y="14380"/>
                  </a:lnTo>
                  <a:lnTo>
                    <a:pt x="8217" y="14490"/>
                  </a:lnTo>
                  <a:lnTo>
                    <a:pt x="8474" y="14563"/>
                  </a:lnTo>
                  <a:lnTo>
                    <a:pt x="8731" y="14636"/>
                  </a:lnTo>
                  <a:lnTo>
                    <a:pt x="8768" y="14783"/>
                  </a:lnTo>
                  <a:lnTo>
                    <a:pt x="8841" y="14857"/>
                  </a:lnTo>
                  <a:lnTo>
                    <a:pt x="8951" y="14893"/>
                  </a:lnTo>
                  <a:lnTo>
                    <a:pt x="9061" y="14893"/>
                  </a:lnTo>
                  <a:lnTo>
                    <a:pt x="9061" y="15003"/>
                  </a:lnTo>
                  <a:lnTo>
                    <a:pt x="9024" y="15150"/>
                  </a:lnTo>
                  <a:lnTo>
                    <a:pt x="8914" y="15223"/>
                  </a:lnTo>
                  <a:lnTo>
                    <a:pt x="8768" y="15333"/>
                  </a:lnTo>
                  <a:lnTo>
                    <a:pt x="8034" y="15040"/>
                  </a:lnTo>
                  <a:lnTo>
                    <a:pt x="6383" y="14490"/>
                  </a:lnTo>
                  <a:lnTo>
                    <a:pt x="5576" y="14270"/>
                  </a:lnTo>
                  <a:lnTo>
                    <a:pt x="4769" y="14086"/>
                  </a:lnTo>
                  <a:lnTo>
                    <a:pt x="4292" y="14013"/>
                  </a:lnTo>
                  <a:lnTo>
                    <a:pt x="4072" y="14013"/>
                  </a:lnTo>
                  <a:lnTo>
                    <a:pt x="3852" y="14050"/>
                  </a:lnTo>
                  <a:lnTo>
                    <a:pt x="3742" y="14013"/>
                  </a:lnTo>
                  <a:lnTo>
                    <a:pt x="3669" y="13939"/>
                  </a:lnTo>
                  <a:lnTo>
                    <a:pt x="3632" y="13829"/>
                  </a:lnTo>
                  <a:lnTo>
                    <a:pt x="3632" y="13719"/>
                  </a:lnTo>
                  <a:lnTo>
                    <a:pt x="3632" y="13609"/>
                  </a:lnTo>
                  <a:lnTo>
                    <a:pt x="3705" y="13536"/>
                  </a:lnTo>
                  <a:lnTo>
                    <a:pt x="3816" y="13463"/>
                  </a:lnTo>
                  <a:lnTo>
                    <a:pt x="3926" y="13426"/>
                  </a:lnTo>
                  <a:close/>
                  <a:moveTo>
                    <a:pt x="4256" y="15737"/>
                  </a:moveTo>
                  <a:lnTo>
                    <a:pt x="4696" y="15847"/>
                  </a:lnTo>
                  <a:lnTo>
                    <a:pt x="4476" y="16067"/>
                  </a:lnTo>
                  <a:lnTo>
                    <a:pt x="4292" y="16287"/>
                  </a:lnTo>
                  <a:lnTo>
                    <a:pt x="4292" y="16250"/>
                  </a:lnTo>
                  <a:lnTo>
                    <a:pt x="4256" y="16140"/>
                  </a:lnTo>
                  <a:lnTo>
                    <a:pt x="4256" y="15994"/>
                  </a:lnTo>
                  <a:lnTo>
                    <a:pt x="4256" y="15737"/>
                  </a:lnTo>
                  <a:close/>
                  <a:moveTo>
                    <a:pt x="4843" y="15920"/>
                  </a:moveTo>
                  <a:lnTo>
                    <a:pt x="4989" y="15957"/>
                  </a:lnTo>
                  <a:lnTo>
                    <a:pt x="5136" y="15994"/>
                  </a:lnTo>
                  <a:lnTo>
                    <a:pt x="4879" y="16140"/>
                  </a:lnTo>
                  <a:lnTo>
                    <a:pt x="4623" y="16360"/>
                  </a:lnTo>
                  <a:lnTo>
                    <a:pt x="4623" y="16360"/>
                  </a:lnTo>
                  <a:lnTo>
                    <a:pt x="4733" y="16140"/>
                  </a:lnTo>
                  <a:lnTo>
                    <a:pt x="4843" y="15920"/>
                  </a:lnTo>
                  <a:close/>
                  <a:moveTo>
                    <a:pt x="4146" y="14453"/>
                  </a:moveTo>
                  <a:lnTo>
                    <a:pt x="4659" y="14490"/>
                  </a:lnTo>
                  <a:lnTo>
                    <a:pt x="5356" y="14673"/>
                  </a:lnTo>
                  <a:lnTo>
                    <a:pt x="6053" y="14857"/>
                  </a:lnTo>
                  <a:lnTo>
                    <a:pt x="7410" y="15333"/>
                  </a:lnTo>
                  <a:lnTo>
                    <a:pt x="8034" y="15553"/>
                  </a:lnTo>
                  <a:lnTo>
                    <a:pt x="8401" y="15663"/>
                  </a:lnTo>
                  <a:lnTo>
                    <a:pt x="8694" y="15774"/>
                  </a:lnTo>
                  <a:lnTo>
                    <a:pt x="8731" y="15847"/>
                  </a:lnTo>
                  <a:lnTo>
                    <a:pt x="8768" y="15884"/>
                  </a:lnTo>
                  <a:lnTo>
                    <a:pt x="8841" y="15957"/>
                  </a:lnTo>
                  <a:lnTo>
                    <a:pt x="8951" y="15957"/>
                  </a:lnTo>
                  <a:lnTo>
                    <a:pt x="8914" y="16067"/>
                  </a:lnTo>
                  <a:lnTo>
                    <a:pt x="8841" y="16214"/>
                  </a:lnTo>
                  <a:lnTo>
                    <a:pt x="8694" y="16397"/>
                  </a:lnTo>
                  <a:lnTo>
                    <a:pt x="8547" y="16507"/>
                  </a:lnTo>
                  <a:lnTo>
                    <a:pt x="8401" y="16581"/>
                  </a:lnTo>
                  <a:lnTo>
                    <a:pt x="7227" y="16140"/>
                  </a:lnTo>
                  <a:lnTo>
                    <a:pt x="6016" y="15774"/>
                  </a:lnTo>
                  <a:lnTo>
                    <a:pt x="4733" y="15370"/>
                  </a:lnTo>
                  <a:lnTo>
                    <a:pt x="4072" y="15223"/>
                  </a:lnTo>
                  <a:lnTo>
                    <a:pt x="3449" y="15113"/>
                  </a:lnTo>
                  <a:lnTo>
                    <a:pt x="3449" y="15040"/>
                  </a:lnTo>
                  <a:lnTo>
                    <a:pt x="3449" y="14857"/>
                  </a:lnTo>
                  <a:lnTo>
                    <a:pt x="3522" y="14673"/>
                  </a:lnTo>
                  <a:lnTo>
                    <a:pt x="3632" y="14563"/>
                  </a:lnTo>
                  <a:lnTo>
                    <a:pt x="3705" y="14490"/>
                  </a:lnTo>
                  <a:lnTo>
                    <a:pt x="3926" y="14490"/>
                  </a:lnTo>
                  <a:lnTo>
                    <a:pt x="3962" y="14526"/>
                  </a:lnTo>
                  <a:lnTo>
                    <a:pt x="3999" y="14526"/>
                  </a:lnTo>
                  <a:lnTo>
                    <a:pt x="4036" y="14490"/>
                  </a:lnTo>
                  <a:lnTo>
                    <a:pt x="4146" y="14453"/>
                  </a:lnTo>
                  <a:close/>
                  <a:moveTo>
                    <a:pt x="5503" y="16067"/>
                  </a:moveTo>
                  <a:lnTo>
                    <a:pt x="5723" y="16140"/>
                  </a:lnTo>
                  <a:lnTo>
                    <a:pt x="5503" y="16287"/>
                  </a:lnTo>
                  <a:lnTo>
                    <a:pt x="5246" y="16434"/>
                  </a:lnTo>
                  <a:lnTo>
                    <a:pt x="5026" y="16617"/>
                  </a:lnTo>
                  <a:lnTo>
                    <a:pt x="4843" y="16837"/>
                  </a:lnTo>
                  <a:lnTo>
                    <a:pt x="4659" y="16764"/>
                  </a:lnTo>
                  <a:lnTo>
                    <a:pt x="4733" y="16691"/>
                  </a:lnTo>
                  <a:lnTo>
                    <a:pt x="5503" y="16067"/>
                  </a:lnTo>
                  <a:close/>
                  <a:moveTo>
                    <a:pt x="5980" y="16214"/>
                  </a:moveTo>
                  <a:lnTo>
                    <a:pt x="6200" y="16287"/>
                  </a:lnTo>
                  <a:lnTo>
                    <a:pt x="6200" y="16324"/>
                  </a:lnTo>
                  <a:lnTo>
                    <a:pt x="5943" y="16434"/>
                  </a:lnTo>
                  <a:lnTo>
                    <a:pt x="5723" y="16581"/>
                  </a:lnTo>
                  <a:lnTo>
                    <a:pt x="5540" y="16727"/>
                  </a:lnTo>
                  <a:lnTo>
                    <a:pt x="5393" y="16947"/>
                  </a:lnTo>
                  <a:lnTo>
                    <a:pt x="5246" y="16911"/>
                  </a:lnTo>
                  <a:lnTo>
                    <a:pt x="5613" y="16544"/>
                  </a:lnTo>
                  <a:lnTo>
                    <a:pt x="5980" y="16214"/>
                  </a:lnTo>
                  <a:close/>
                  <a:moveTo>
                    <a:pt x="6383" y="16360"/>
                  </a:moveTo>
                  <a:lnTo>
                    <a:pt x="6897" y="16544"/>
                  </a:lnTo>
                  <a:lnTo>
                    <a:pt x="6420" y="16801"/>
                  </a:lnTo>
                  <a:lnTo>
                    <a:pt x="6200" y="16947"/>
                  </a:lnTo>
                  <a:lnTo>
                    <a:pt x="5980" y="17131"/>
                  </a:lnTo>
                  <a:lnTo>
                    <a:pt x="5796" y="17057"/>
                  </a:lnTo>
                  <a:lnTo>
                    <a:pt x="5833" y="16984"/>
                  </a:lnTo>
                  <a:lnTo>
                    <a:pt x="5833" y="16911"/>
                  </a:lnTo>
                  <a:lnTo>
                    <a:pt x="5833" y="16874"/>
                  </a:lnTo>
                  <a:lnTo>
                    <a:pt x="6090" y="16617"/>
                  </a:lnTo>
                  <a:lnTo>
                    <a:pt x="6383" y="16397"/>
                  </a:lnTo>
                  <a:lnTo>
                    <a:pt x="6383" y="16360"/>
                  </a:lnTo>
                  <a:close/>
                  <a:moveTo>
                    <a:pt x="7080" y="16581"/>
                  </a:moveTo>
                  <a:lnTo>
                    <a:pt x="7410" y="16691"/>
                  </a:lnTo>
                  <a:lnTo>
                    <a:pt x="7154" y="16911"/>
                  </a:lnTo>
                  <a:lnTo>
                    <a:pt x="6787" y="17314"/>
                  </a:lnTo>
                  <a:lnTo>
                    <a:pt x="6457" y="17241"/>
                  </a:lnTo>
                  <a:lnTo>
                    <a:pt x="6493" y="17167"/>
                  </a:lnTo>
                  <a:lnTo>
                    <a:pt x="6457" y="17131"/>
                  </a:lnTo>
                  <a:lnTo>
                    <a:pt x="6750" y="16837"/>
                  </a:lnTo>
                  <a:lnTo>
                    <a:pt x="7080" y="16581"/>
                  </a:lnTo>
                  <a:close/>
                  <a:moveTo>
                    <a:pt x="8034" y="2678"/>
                  </a:moveTo>
                  <a:lnTo>
                    <a:pt x="7704" y="2715"/>
                  </a:lnTo>
                  <a:lnTo>
                    <a:pt x="7374" y="2752"/>
                  </a:lnTo>
                  <a:lnTo>
                    <a:pt x="7044" y="2825"/>
                  </a:lnTo>
                  <a:lnTo>
                    <a:pt x="6750" y="2898"/>
                  </a:lnTo>
                  <a:lnTo>
                    <a:pt x="6420" y="3008"/>
                  </a:lnTo>
                  <a:lnTo>
                    <a:pt x="6126" y="3155"/>
                  </a:lnTo>
                  <a:lnTo>
                    <a:pt x="5833" y="3302"/>
                  </a:lnTo>
                  <a:lnTo>
                    <a:pt x="5576" y="3522"/>
                  </a:lnTo>
                  <a:lnTo>
                    <a:pt x="5026" y="3962"/>
                  </a:lnTo>
                  <a:lnTo>
                    <a:pt x="4806" y="4219"/>
                  </a:lnTo>
                  <a:lnTo>
                    <a:pt x="4586" y="4512"/>
                  </a:lnTo>
                  <a:lnTo>
                    <a:pt x="4366" y="4769"/>
                  </a:lnTo>
                  <a:lnTo>
                    <a:pt x="4182" y="5099"/>
                  </a:lnTo>
                  <a:lnTo>
                    <a:pt x="3999" y="5393"/>
                  </a:lnTo>
                  <a:lnTo>
                    <a:pt x="3852" y="5723"/>
                  </a:lnTo>
                  <a:lnTo>
                    <a:pt x="3742" y="6163"/>
                  </a:lnTo>
                  <a:lnTo>
                    <a:pt x="3669" y="6603"/>
                  </a:lnTo>
                  <a:lnTo>
                    <a:pt x="3632" y="7043"/>
                  </a:lnTo>
                  <a:lnTo>
                    <a:pt x="3632" y="7520"/>
                  </a:lnTo>
                  <a:lnTo>
                    <a:pt x="3705" y="7960"/>
                  </a:lnTo>
                  <a:lnTo>
                    <a:pt x="3779" y="8437"/>
                  </a:lnTo>
                  <a:lnTo>
                    <a:pt x="3962" y="9318"/>
                  </a:lnTo>
                  <a:lnTo>
                    <a:pt x="4109" y="10308"/>
                  </a:lnTo>
                  <a:lnTo>
                    <a:pt x="4182" y="10785"/>
                  </a:lnTo>
                  <a:lnTo>
                    <a:pt x="4219" y="11262"/>
                  </a:lnTo>
                  <a:lnTo>
                    <a:pt x="4182" y="11739"/>
                  </a:lnTo>
                  <a:lnTo>
                    <a:pt x="4109" y="12215"/>
                  </a:lnTo>
                  <a:lnTo>
                    <a:pt x="3999" y="12619"/>
                  </a:lnTo>
                  <a:lnTo>
                    <a:pt x="3816" y="13059"/>
                  </a:lnTo>
                  <a:lnTo>
                    <a:pt x="3595" y="13132"/>
                  </a:lnTo>
                  <a:lnTo>
                    <a:pt x="3449" y="13279"/>
                  </a:lnTo>
                  <a:lnTo>
                    <a:pt x="3302" y="13426"/>
                  </a:lnTo>
                  <a:lnTo>
                    <a:pt x="3229" y="13646"/>
                  </a:lnTo>
                  <a:lnTo>
                    <a:pt x="3229" y="13829"/>
                  </a:lnTo>
                  <a:lnTo>
                    <a:pt x="3265" y="13976"/>
                  </a:lnTo>
                  <a:lnTo>
                    <a:pt x="3339" y="14160"/>
                  </a:lnTo>
                  <a:lnTo>
                    <a:pt x="3412" y="14270"/>
                  </a:lnTo>
                  <a:lnTo>
                    <a:pt x="3339" y="14343"/>
                  </a:lnTo>
                  <a:lnTo>
                    <a:pt x="3265" y="14416"/>
                  </a:lnTo>
                  <a:lnTo>
                    <a:pt x="3192" y="14526"/>
                  </a:lnTo>
                  <a:lnTo>
                    <a:pt x="3119" y="14673"/>
                  </a:lnTo>
                  <a:lnTo>
                    <a:pt x="3082" y="14857"/>
                  </a:lnTo>
                  <a:lnTo>
                    <a:pt x="3045" y="15040"/>
                  </a:lnTo>
                  <a:lnTo>
                    <a:pt x="3045" y="15187"/>
                  </a:lnTo>
                  <a:lnTo>
                    <a:pt x="3082" y="15370"/>
                  </a:lnTo>
                  <a:lnTo>
                    <a:pt x="3192" y="15480"/>
                  </a:lnTo>
                  <a:lnTo>
                    <a:pt x="3302" y="15590"/>
                  </a:lnTo>
                  <a:lnTo>
                    <a:pt x="3412" y="15627"/>
                  </a:lnTo>
                  <a:lnTo>
                    <a:pt x="3485" y="15590"/>
                  </a:lnTo>
                  <a:lnTo>
                    <a:pt x="3522" y="15553"/>
                  </a:lnTo>
                  <a:lnTo>
                    <a:pt x="3559" y="15553"/>
                  </a:lnTo>
                  <a:lnTo>
                    <a:pt x="4072" y="15700"/>
                  </a:lnTo>
                  <a:lnTo>
                    <a:pt x="3999" y="15810"/>
                  </a:lnTo>
                  <a:lnTo>
                    <a:pt x="3926" y="15957"/>
                  </a:lnTo>
                  <a:lnTo>
                    <a:pt x="3926" y="16140"/>
                  </a:lnTo>
                  <a:lnTo>
                    <a:pt x="3926" y="16324"/>
                  </a:lnTo>
                  <a:lnTo>
                    <a:pt x="3999" y="16507"/>
                  </a:lnTo>
                  <a:lnTo>
                    <a:pt x="4072" y="16654"/>
                  </a:lnTo>
                  <a:lnTo>
                    <a:pt x="4146" y="16801"/>
                  </a:lnTo>
                  <a:lnTo>
                    <a:pt x="4292" y="16874"/>
                  </a:lnTo>
                  <a:lnTo>
                    <a:pt x="4256" y="16947"/>
                  </a:lnTo>
                  <a:lnTo>
                    <a:pt x="4292" y="17021"/>
                  </a:lnTo>
                  <a:lnTo>
                    <a:pt x="4329" y="17057"/>
                  </a:lnTo>
                  <a:lnTo>
                    <a:pt x="4402" y="17094"/>
                  </a:lnTo>
                  <a:lnTo>
                    <a:pt x="4586" y="17167"/>
                  </a:lnTo>
                  <a:lnTo>
                    <a:pt x="4806" y="17277"/>
                  </a:lnTo>
                  <a:lnTo>
                    <a:pt x="5283" y="17388"/>
                  </a:lnTo>
                  <a:lnTo>
                    <a:pt x="5393" y="17424"/>
                  </a:lnTo>
                  <a:lnTo>
                    <a:pt x="5576" y="17461"/>
                  </a:lnTo>
                  <a:lnTo>
                    <a:pt x="6310" y="17681"/>
                  </a:lnTo>
                  <a:lnTo>
                    <a:pt x="6677" y="17754"/>
                  </a:lnTo>
                  <a:lnTo>
                    <a:pt x="6860" y="17791"/>
                  </a:lnTo>
                  <a:lnTo>
                    <a:pt x="7044" y="17754"/>
                  </a:lnTo>
                  <a:lnTo>
                    <a:pt x="7117" y="17718"/>
                  </a:lnTo>
                  <a:lnTo>
                    <a:pt x="7154" y="17681"/>
                  </a:lnTo>
                  <a:lnTo>
                    <a:pt x="7154" y="17608"/>
                  </a:lnTo>
                  <a:lnTo>
                    <a:pt x="7117" y="17534"/>
                  </a:lnTo>
                  <a:lnTo>
                    <a:pt x="7447" y="17204"/>
                  </a:lnTo>
                  <a:lnTo>
                    <a:pt x="7594" y="17021"/>
                  </a:lnTo>
                  <a:lnTo>
                    <a:pt x="7740" y="16837"/>
                  </a:lnTo>
                  <a:lnTo>
                    <a:pt x="8327" y="17021"/>
                  </a:lnTo>
                  <a:lnTo>
                    <a:pt x="8437" y="17021"/>
                  </a:lnTo>
                  <a:lnTo>
                    <a:pt x="8547" y="16984"/>
                  </a:lnTo>
                  <a:lnTo>
                    <a:pt x="8731" y="16911"/>
                  </a:lnTo>
                  <a:lnTo>
                    <a:pt x="8914" y="16764"/>
                  </a:lnTo>
                  <a:lnTo>
                    <a:pt x="9098" y="16581"/>
                  </a:lnTo>
                  <a:lnTo>
                    <a:pt x="9208" y="16360"/>
                  </a:lnTo>
                  <a:lnTo>
                    <a:pt x="9281" y="16140"/>
                  </a:lnTo>
                  <a:lnTo>
                    <a:pt x="9318" y="15884"/>
                  </a:lnTo>
                  <a:lnTo>
                    <a:pt x="9281" y="15700"/>
                  </a:lnTo>
                  <a:lnTo>
                    <a:pt x="9208" y="15590"/>
                  </a:lnTo>
                  <a:lnTo>
                    <a:pt x="9171" y="15517"/>
                  </a:lnTo>
                  <a:lnTo>
                    <a:pt x="9244" y="15407"/>
                  </a:lnTo>
                  <a:lnTo>
                    <a:pt x="9354" y="15260"/>
                  </a:lnTo>
                  <a:lnTo>
                    <a:pt x="9391" y="15113"/>
                  </a:lnTo>
                  <a:lnTo>
                    <a:pt x="9428" y="15003"/>
                  </a:lnTo>
                  <a:lnTo>
                    <a:pt x="9501" y="14930"/>
                  </a:lnTo>
                  <a:lnTo>
                    <a:pt x="9575" y="14857"/>
                  </a:lnTo>
                  <a:lnTo>
                    <a:pt x="9575" y="14783"/>
                  </a:lnTo>
                  <a:lnTo>
                    <a:pt x="9538" y="14673"/>
                  </a:lnTo>
                  <a:lnTo>
                    <a:pt x="9391" y="14526"/>
                  </a:lnTo>
                  <a:lnTo>
                    <a:pt x="9244" y="14380"/>
                  </a:lnTo>
                  <a:lnTo>
                    <a:pt x="9244" y="14050"/>
                  </a:lnTo>
                  <a:lnTo>
                    <a:pt x="9318" y="13683"/>
                  </a:lnTo>
                  <a:lnTo>
                    <a:pt x="9428" y="13353"/>
                  </a:lnTo>
                  <a:lnTo>
                    <a:pt x="9538" y="13059"/>
                  </a:lnTo>
                  <a:lnTo>
                    <a:pt x="9721" y="12766"/>
                  </a:lnTo>
                  <a:lnTo>
                    <a:pt x="9905" y="12472"/>
                  </a:lnTo>
                  <a:lnTo>
                    <a:pt x="10308" y="11885"/>
                  </a:lnTo>
                  <a:lnTo>
                    <a:pt x="10785" y="11335"/>
                  </a:lnTo>
                  <a:lnTo>
                    <a:pt x="11299" y="10822"/>
                  </a:lnTo>
                  <a:lnTo>
                    <a:pt x="11775" y="10308"/>
                  </a:lnTo>
                  <a:lnTo>
                    <a:pt x="12179" y="9758"/>
                  </a:lnTo>
                  <a:lnTo>
                    <a:pt x="12362" y="9501"/>
                  </a:lnTo>
                  <a:lnTo>
                    <a:pt x="12546" y="9208"/>
                  </a:lnTo>
                  <a:lnTo>
                    <a:pt x="12656" y="8951"/>
                  </a:lnTo>
                  <a:lnTo>
                    <a:pt x="12803" y="8657"/>
                  </a:lnTo>
                  <a:lnTo>
                    <a:pt x="12876" y="8364"/>
                  </a:lnTo>
                  <a:lnTo>
                    <a:pt x="12949" y="8034"/>
                  </a:lnTo>
                  <a:lnTo>
                    <a:pt x="12986" y="7740"/>
                  </a:lnTo>
                  <a:lnTo>
                    <a:pt x="13023" y="7447"/>
                  </a:lnTo>
                  <a:lnTo>
                    <a:pt x="13023" y="6823"/>
                  </a:lnTo>
                  <a:lnTo>
                    <a:pt x="12913" y="6236"/>
                  </a:lnTo>
                  <a:lnTo>
                    <a:pt x="12729" y="5613"/>
                  </a:lnTo>
                  <a:lnTo>
                    <a:pt x="12436" y="5026"/>
                  </a:lnTo>
                  <a:lnTo>
                    <a:pt x="12252" y="4769"/>
                  </a:lnTo>
                  <a:lnTo>
                    <a:pt x="12069" y="4476"/>
                  </a:lnTo>
                  <a:lnTo>
                    <a:pt x="11849" y="4256"/>
                  </a:lnTo>
                  <a:lnTo>
                    <a:pt x="11629" y="3999"/>
                  </a:lnTo>
                  <a:lnTo>
                    <a:pt x="11372" y="3815"/>
                  </a:lnTo>
                  <a:lnTo>
                    <a:pt x="11115" y="3595"/>
                  </a:lnTo>
                  <a:lnTo>
                    <a:pt x="10565" y="3265"/>
                  </a:lnTo>
                  <a:lnTo>
                    <a:pt x="9978" y="3008"/>
                  </a:lnTo>
                  <a:lnTo>
                    <a:pt x="9354" y="2825"/>
                  </a:lnTo>
                  <a:lnTo>
                    <a:pt x="8694" y="2715"/>
                  </a:lnTo>
                  <a:lnTo>
                    <a:pt x="8034" y="2678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40" name="Google Shape;296;p5">
              <a:extLst>
                <a:ext uri="{FF2B5EF4-FFF2-40B4-BE49-F238E27FC236}">
                  <a16:creationId xmlns:a16="http://schemas.microsoft.com/office/drawing/2014/main" id="{EEB6D149-1556-4B2E-AB6A-ADE699C535E7}"/>
                </a:ext>
              </a:extLst>
            </p:cNvPr>
            <p:cNvSpPr/>
            <p:nvPr/>
          </p:nvSpPr>
          <p:spPr>
            <a:xfrm>
              <a:off x="6244725" y="2547975"/>
              <a:ext cx="185275" cy="404450"/>
            </a:xfrm>
            <a:custGeom>
              <a:avLst/>
              <a:gdLst/>
              <a:ahLst/>
              <a:cxnLst/>
              <a:rect l="l" t="t" r="r" b="b"/>
              <a:pathLst>
                <a:path w="7411" h="16178" extrusionOk="0">
                  <a:moveTo>
                    <a:pt x="3339" y="147"/>
                  </a:moveTo>
                  <a:lnTo>
                    <a:pt x="3229" y="441"/>
                  </a:lnTo>
                  <a:lnTo>
                    <a:pt x="3155" y="734"/>
                  </a:lnTo>
                  <a:lnTo>
                    <a:pt x="3119" y="1358"/>
                  </a:lnTo>
                  <a:lnTo>
                    <a:pt x="3082" y="2972"/>
                  </a:lnTo>
                  <a:lnTo>
                    <a:pt x="3119" y="4476"/>
                  </a:lnTo>
                  <a:lnTo>
                    <a:pt x="3119" y="5283"/>
                  </a:lnTo>
                  <a:lnTo>
                    <a:pt x="3119" y="5576"/>
                  </a:lnTo>
                  <a:lnTo>
                    <a:pt x="3155" y="5723"/>
                  </a:lnTo>
                  <a:lnTo>
                    <a:pt x="3229" y="5870"/>
                  </a:lnTo>
                  <a:lnTo>
                    <a:pt x="3265" y="5906"/>
                  </a:lnTo>
                  <a:lnTo>
                    <a:pt x="3339" y="5943"/>
                  </a:lnTo>
                  <a:lnTo>
                    <a:pt x="3375" y="5943"/>
                  </a:lnTo>
                  <a:lnTo>
                    <a:pt x="3449" y="5870"/>
                  </a:lnTo>
                  <a:lnTo>
                    <a:pt x="3486" y="5760"/>
                  </a:lnTo>
                  <a:lnTo>
                    <a:pt x="3522" y="5649"/>
                  </a:lnTo>
                  <a:lnTo>
                    <a:pt x="3522" y="5393"/>
                  </a:lnTo>
                  <a:lnTo>
                    <a:pt x="3522" y="4586"/>
                  </a:lnTo>
                  <a:lnTo>
                    <a:pt x="3486" y="2972"/>
                  </a:lnTo>
                  <a:lnTo>
                    <a:pt x="3522" y="1504"/>
                  </a:lnTo>
                  <a:lnTo>
                    <a:pt x="3522" y="808"/>
                  </a:lnTo>
                  <a:lnTo>
                    <a:pt x="3486" y="477"/>
                  </a:lnTo>
                  <a:lnTo>
                    <a:pt x="3412" y="294"/>
                  </a:lnTo>
                  <a:lnTo>
                    <a:pt x="3375" y="147"/>
                  </a:lnTo>
                  <a:close/>
                  <a:moveTo>
                    <a:pt x="1725" y="1"/>
                  </a:moveTo>
                  <a:lnTo>
                    <a:pt x="1688" y="37"/>
                  </a:lnTo>
                  <a:lnTo>
                    <a:pt x="1615" y="147"/>
                  </a:lnTo>
                  <a:lnTo>
                    <a:pt x="1578" y="294"/>
                  </a:lnTo>
                  <a:lnTo>
                    <a:pt x="1541" y="624"/>
                  </a:lnTo>
                  <a:lnTo>
                    <a:pt x="1578" y="1284"/>
                  </a:lnTo>
                  <a:lnTo>
                    <a:pt x="1615" y="2898"/>
                  </a:lnTo>
                  <a:lnTo>
                    <a:pt x="1725" y="6236"/>
                  </a:lnTo>
                  <a:lnTo>
                    <a:pt x="1761" y="6346"/>
                  </a:lnTo>
                  <a:lnTo>
                    <a:pt x="1798" y="6383"/>
                  </a:lnTo>
                  <a:lnTo>
                    <a:pt x="1872" y="6420"/>
                  </a:lnTo>
                  <a:lnTo>
                    <a:pt x="1945" y="6456"/>
                  </a:lnTo>
                  <a:lnTo>
                    <a:pt x="2018" y="6420"/>
                  </a:lnTo>
                  <a:lnTo>
                    <a:pt x="2092" y="6383"/>
                  </a:lnTo>
                  <a:lnTo>
                    <a:pt x="2165" y="6346"/>
                  </a:lnTo>
                  <a:lnTo>
                    <a:pt x="2165" y="6236"/>
                  </a:lnTo>
                  <a:lnTo>
                    <a:pt x="2165" y="5980"/>
                  </a:lnTo>
                  <a:lnTo>
                    <a:pt x="2165" y="5943"/>
                  </a:lnTo>
                  <a:lnTo>
                    <a:pt x="2055" y="3008"/>
                  </a:lnTo>
                  <a:lnTo>
                    <a:pt x="1982" y="1394"/>
                  </a:lnTo>
                  <a:lnTo>
                    <a:pt x="1945" y="587"/>
                  </a:lnTo>
                  <a:lnTo>
                    <a:pt x="1908" y="294"/>
                  </a:lnTo>
                  <a:lnTo>
                    <a:pt x="1872" y="147"/>
                  </a:lnTo>
                  <a:lnTo>
                    <a:pt x="1761" y="37"/>
                  </a:lnTo>
                  <a:lnTo>
                    <a:pt x="1725" y="1"/>
                  </a:lnTo>
                  <a:close/>
                  <a:moveTo>
                    <a:pt x="4953" y="184"/>
                  </a:moveTo>
                  <a:lnTo>
                    <a:pt x="4879" y="221"/>
                  </a:lnTo>
                  <a:lnTo>
                    <a:pt x="4843" y="257"/>
                  </a:lnTo>
                  <a:lnTo>
                    <a:pt x="4843" y="331"/>
                  </a:lnTo>
                  <a:lnTo>
                    <a:pt x="4769" y="1101"/>
                  </a:lnTo>
                  <a:lnTo>
                    <a:pt x="4733" y="1908"/>
                  </a:lnTo>
                  <a:lnTo>
                    <a:pt x="4733" y="3522"/>
                  </a:lnTo>
                  <a:lnTo>
                    <a:pt x="4733" y="5136"/>
                  </a:lnTo>
                  <a:lnTo>
                    <a:pt x="4696" y="5870"/>
                  </a:lnTo>
                  <a:lnTo>
                    <a:pt x="4696" y="6273"/>
                  </a:lnTo>
                  <a:lnTo>
                    <a:pt x="4769" y="6640"/>
                  </a:lnTo>
                  <a:lnTo>
                    <a:pt x="4806" y="6713"/>
                  </a:lnTo>
                  <a:lnTo>
                    <a:pt x="4916" y="6750"/>
                  </a:lnTo>
                  <a:lnTo>
                    <a:pt x="5026" y="6713"/>
                  </a:lnTo>
                  <a:lnTo>
                    <a:pt x="5100" y="6640"/>
                  </a:lnTo>
                  <a:lnTo>
                    <a:pt x="5173" y="6273"/>
                  </a:lnTo>
                  <a:lnTo>
                    <a:pt x="5173" y="5870"/>
                  </a:lnTo>
                  <a:lnTo>
                    <a:pt x="5136" y="5136"/>
                  </a:lnTo>
                  <a:lnTo>
                    <a:pt x="5136" y="3522"/>
                  </a:lnTo>
                  <a:lnTo>
                    <a:pt x="5173" y="1908"/>
                  </a:lnTo>
                  <a:lnTo>
                    <a:pt x="5136" y="1138"/>
                  </a:lnTo>
                  <a:lnTo>
                    <a:pt x="5100" y="331"/>
                  </a:lnTo>
                  <a:lnTo>
                    <a:pt x="5100" y="257"/>
                  </a:lnTo>
                  <a:lnTo>
                    <a:pt x="5063" y="221"/>
                  </a:lnTo>
                  <a:lnTo>
                    <a:pt x="4953" y="184"/>
                  </a:lnTo>
                  <a:close/>
                  <a:moveTo>
                    <a:pt x="6273" y="2678"/>
                  </a:moveTo>
                  <a:lnTo>
                    <a:pt x="6273" y="2715"/>
                  </a:lnTo>
                  <a:lnTo>
                    <a:pt x="6200" y="3008"/>
                  </a:lnTo>
                  <a:lnTo>
                    <a:pt x="6163" y="3302"/>
                  </a:lnTo>
                  <a:lnTo>
                    <a:pt x="6127" y="3925"/>
                  </a:lnTo>
                  <a:lnTo>
                    <a:pt x="6127" y="5173"/>
                  </a:lnTo>
                  <a:lnTo>
                    <a:pt x="6090" y="7667"/>
                  </a:lnTo>
                  <a:lnTo>
                    <a:pt x="6090" y="7887"/>
                  </a:lnTo>
                  <a:lnTo>
                    <a:pt x="6127" y="7960"/>
                  </a:lnTo>
                  <a:lnTo>
                    <a:pt x="6163" y="8034"/>
                  </a:lnTo>
                  <a:lnTo>
                    <a:pt x="6237" y="8070"/>
                  </a:lnTo>
                  <a:lnTo>
                    <a:pt x="6383" y="8070"/>
                  </a:lnTo>
                  <a:lnTo>
                    <a:pt x="6457" y="8034"/>
                  </a:lnTo>
                  <a:lnTo>
                    <a:pt x="6493" y="7960"/>
                  </a:lnTo>
                  <a:lnTo>
                    <a:pt x="6530" y="7887"/>
                  </a:lnTo>
                  <a:lnTo>
                    <a:pt x="6530" y="5283"/>
                  </a:lnTo>
                  <a:lnTo>
                    <a:pt x="6530" y="3962"/>
                  </a:lnTo>
                  <a:lnTo>
                    <a:pt x="6493" y="3339"/>
                  </a:lnTo>
                  <a:lnTo>
                    <a:pt x="6457" y="3008"/>
                  </a:lnTo>
                  <a:lnTo>
                    <a:pt x="6383" y="2715"/>
                  </a:lnTo>
                  <a:lnTo>
                    <a:pt x="6347" y="2678"/>
                  </a:lnTo>
                  <a:close/>
                  <a:moveTo>
                    <a:pt x="3265" y="7887"/>
                  </a:moveTo>
                  <a:lnTo>
                    <a:pt x="3082" y="8107"/>
                  </a:lnTo>
                  <a:lnTo>
                    <a:pt x="2862" y="8291"/>
                  </a:lnTo>
                  <a:lnTo>
                    <a:pt x="2679" y="8401"/>
                  </a:lnTo>
                  <a:lnTo>
                    <a:pt x="2458" y="8474"/>
                  </a:lnTo>
                  <a:lnTo>
                    <a:pt x="2458" y="8474"/>
                  </a:lnTo>
                  <a:lnTo>
                    <a:pt x="2605" y="8291"/>
                  </a:lnTo>
                  <a:lnTo>
                    <a:pt x="2752" y="8144"/>
                  </a:lnTo>
                  <a:lnTo>
                    <a:pt x="2972" y="7997"/>
                  </a:lnTo>
                  <a:lnTo>
                    <a:pt x="3192" y="7924"/>
                  </a:lnTo>
                  <a:lnTo>
                    <a:pt x="3265" y="7887"/>
                  </a:lnTo>
                  <a:close/>
                  <a:moveTo>
                    <a:pt x="4806" y="9501"/>
                  </a:moveTo>
                  <a:lnTo>
                    <a:pt x="4513" y="9538"/>
                  </a:lnTo>
                  <a:lnTo>
                    <a:pt x="4329" y="9574"/>
                  </a:lnTo>
                  <a:lnTo>
                    <a:pt x="4072" y="9574"/>
                  </a:lnTo>
                  <a:lnTo>
                    <a:pt x="4072" y="9611"/>
                  </a:lnTo>
                  <a:lnTo>
                    <a:pt x="4072" y="9684"/>
                  </a:lnTo>
                  <a:lnTo>
                    <a:pt x="4109" y="9758"/>
                  </a:lnTo>
                  <a:lnTo>
                    <a:pt x="4146" y="9831"/>
                  </a:lnTo>
                  <a:lnTo>
                    <a:pt x="4219" y="9868"/>
                  </a:lnTo>
                  <a:lnTo>
                    <a:pt x="4293" y="9905"/>
                  </a:lnTo>
                  <a:lnTo>
                    <a:pt x="4476" y="9941"/>
                  </a:lnTo>
                  <a:lnTo>
                    <a:pt x="4659" y="9905"/>
                  </a:lnTo>
                  <a:lnTo>
                    <a:pt x="4806" y="9941"/>
                  </a:lnTo>
                  <a:lnTo>
                    <a:pt x="4953" y="9978"/>
                  </a:lnTo>
                  <a:lnTo>
                    <a:pt x="5100" y="10015"/>
                  </a:lnTo>
                  <a:lnTo>
                    <a:pt x="5246" y="10125"/>
                  </a:lnTo>
                  <a:lnTo>
                    <a:pt x="5320" y="10235"/>
                  </a:lnTo>
                  <a:lnTo>
                    <a:pt x="5430" y="10381"/>
                  </a:lnTo>
                  <a:lnTo>
                    <a:pt x="5466" y="10528"/>
                  </a:lnTo>
                  <a:lnTo>
                    <a:pt x="5503" y="10675"/>
                  </a:lnTo>
                  <a:lnTo>
                    <a:pt x="5540" y="10748"/>
                  </a:lnTo>
                  <a:lnTo>
                    <a:pt x="5613" y="10822"/>
                  </a:lnTo>
                  <a:lnTo>
                    <a:pt x="5833" y="10822"/>
                  </a:lnTo>
                  <a:lnTo>
                    <a:pt x="5907" y="10748"/>
                  </a:lnTo>
                  <a:lnTo>
                    <a:pt x="5943" y="10711"/>
                  </a:lnTo>
                  <a:lnTo>
                    <a:pt x="5980" y="10601"/>
                  </a:lnTo>
                  <a:lnTo>
                    <a:pt x="5907" y="10308"/>
                  </a:lnTo>
                  <a:lnTo>
                    <a:pt x="5760" y="10051"/>
                  </a:lnTo>
                  <a:lnTo>
                    <a:pt x="5576" y="9831"/>
                  </a:lnTo>
                  <a:lnTo>
                    <a:pt x="5356" y="9648"/>
                  </a:lnTo>
                  <a:lnTo>
                    <a:pt x="5100" y="9538"/>
                  </a:lnTo>
                  <a:lnTo>
                    <a:pt x="4806" y="9501"/>
                  </a:lnTo>
                  <a:close/>
                  <a:moveTo>
                    <a:pt x="4879" y="8547"/>
                  </a:moveTo>
                  <a:lnTo>
                    <a:pt x="5136" y="8621"/>
                  </a:lnTo>
                  <a:lnTo>
                    <a:pt x="5393" y="8731"/>
                  </a:lnTo>
                  <a:lnTo>
                    <a:pt x="5650" y="8877"/>
                  </a:lnTo>
                  <a:lnTo>
                    <a:pt x="5907" y="9061"/>
                  </a:lnTo>
                  <a:lnTo>
                    <a:pt x="6090" y="9244"/>
                  </a:lnTo>
                  <a:lnTo>
                    <a:pt x="6310" y="9464"/>
                  </a:lnTo>
                  <a:lnTo>
                    <a:pt x="6457" y="9684"/>
                  </a:lnTo>
                  <a:lnTo>
                    <a:pt x="6603" y="9941"/>
                  </a:lnTo>
                  <a:lnTo>
                    <a:pt x="6714" y="10198"/>
                  </a:lnTo>
                  <a:lnTo>
                    <a:pt x="6787" y="10491"/>
                  </a:lnTo>
                  <a:lnTo>
                    <a:pt x="6860" y="10748"/>
                  </a:lnTo>
                  <a:lnTo>
                    <a:pt x="6934" y="11078"/>
                  </a:lnTo>
                  <a:lnTo>
                    <a:pt x="6934" y="11372"/>
                  </a:lnTo>
                  <a:lnTo>
                    <a:pt x="6934" y="11665"/>
                  </a:lnTo>
                  <a:lnTo>
                    <a:pt x="6934" y="11995"/>
                  </a:lnTo>
                  <a:lnTo>
                    <a:pt x="6824" y="12619"/>
                  </a:lnTo>
                  <a:lnTo>
                    <a:pt x="6677" y="13206"/>
                  </a:lnTo>
                  <a:lnTo>
                    <a:pt x="6530" y="13499"/>
                  </a:lnTo>
                  <a:lnTo>
                    <a:pt x="6383" y="13793"/>
                  </a:lnTo>
                  <a:lnTo>
                    <a:pt x="6310" y="13939"/>
                  </a:lnTo>
                  <a:lnTo>
                    <a:pt x="6163" y="14050"/>
                  </a:lnTo>
                  <a:lnTo>
                    <a:pt x="5907" y="14270"/>
                  </a:lnTo>
                  <a:lnTo>
                    <a:pt x="5540" y="14526"/>
                  </a:lnTo>
                  <a:lnTo>
                    <a:pt x="5173" y="14857"/>
                  </a:lnTo>
                  <a:lnTo>
                    <a:pt x="5026" y="14967"/>
                  </a:lnTo>
                  <a:lnTo>
                    <a:pt x="4659" y="15187"/>
                  </a:lnTo>
                  <a:lnTo>
                    <a:pt x="4659" y="15187"/>
                  </a:lnTo>
                  <a:lnTo>
                    <a:pt x="4806" y="14857"/>
                  </a:lnTo>
                  <a:lnTo>
                    <a:pt x="4916" y="14636"/>
                  </a:lnTo>
                  <a:lnTo>
                    <a:pt x="4953" y="14490"/>
                  </a:lnTo>
                  <a:lnTo>
                    <a:pt x="4989" y="14380"/>
                  </a:lnTo>
                  <a:lnTo>
                    <a:pt x="4953" y="14270"/>
                  </a:lnTo>
                  <a:lnTo>
                    <a:pt x="4916" y="14160"/>
                  </a:lnTo>
                  <a:lnTo>
                    <a:pt x="4843" y="14123"/>
                  </a:lnTo>
                  <a:lnTo>
                    <a:pt x="4659" y="14123"/>
                  </a:lnTo>
                  <a:lnTo>
                    <a:pt x="4586" y="14160"/>
                  </a:lnTo>
                  <a:lnTo>
                    <a:pt x="4549" y="14233"/>
                  </a:lnTo>
                  <a:lnTo>
                    <a:pt x="4513" y="14343"/>
                  </a:lnTo>
                  <a:lnTo>
                    <a:pt x="4549" y="14453"/>
                  </a:lnTo>
                  <a:lnTo>
                    <a:pt x="4513" y="14526"/>
                  </a:lnTo>
                  <a:lnTo>
                    <a:pt x="4439" y="14783"/>
                  </a:lnTo>
                  <a:lnTo>
                    <a:pt x="4366" y="15003"/>
                  </a:lnTo>
                  <a:lnTo>
                    <a:pt x="4329" y="15260"/>
                  </a:lnTo>
                  <a:lnTo>
                    <a:pt x="4366" y="15333"/>
                  </a:lnTo>
                  <a:lnTo>
                    <a:pt x="4293" y="15370"/>
                  </a:lnTo>
                  <a:lnTo>
                    <a:pt x="3999" y="15480"/>
                  </a:lnTo>
                  <a:lnTo>
                    <a:pt x="3632" y="15590"/>
                  </a:lnTo>
                  <a:lnTo>
                    <a:pt x="3816" y="15333"/>
                  </a:lnTo>
                  <a:lnTo>
                    <a:pt x="4109" y="14746"/>
                  </a:lnTo>
                  <a:lnTo>
                    <a:pt x="4109" y="14673"/>
                  </a:lnTo>
                  <a:lnTo>
                    <a:pt x="4109" y="14600"/>
                  </a:lnTo>
                  <a:lnTo>
                    <a:pt x="4072" y="14526"/>
                  </a:lnTo>
                  <a:lnTo>
                    <a:pt x="4036" y="14490"/>
                  </a:lnTo>
                  <a:lnTo>
                    <a:pt x="3962" y="14453"/>
                  </a:lnTo>
                  <a:lnTo>
                    <a:pt x="3889" y="14453"/>
                  </a:lnTo>
                  <a:lnTo>
                    <a:pt x="3816" y="14490"/>
                  </a:lnTo>
                  <a:lnTo>
                    <a:pt x="3779" y="14563"/>
                  </a:lnTo>
                  <a:lnTo>
                    <a:pt x="3486" y="15150"/>
                  </a:lnTo>
                  <a:lnTo>
                    <a:pt x="3339" y="15407"/>
                  </a:lnTo>
                  <a:lnTo>
                    <a:pt x="3229" y="15663"/>
                  </a:lnTo>
                  <a:lnTo>
                    <a:pt x="2899" y="15700"/>
                  </a:lnTo>
                  <a:lnTo>
                    <a:pt x="2532" y="15627"/>
                  </a:lnTo>
                  <a:lnTo>
                    <a:pt x="2752" y="15407"/>
                  </a:lnTo>
                  <a:lnTo>
                    <a:pt x="2935" y="15187"/>
                  </a:lnTo>
                  <a:lnTo>
                    <a:pt x="3119" y="14893"/>
                  </a:lnTo>
                  <a:lnTo>
                    <a:pt x="3265" y="14600"/>
                  </a:lnTo>
                  <a:lnTo>
                    <a:pt x="3339" y="14600"/>
                  </a:lnTo>
                  <a:lnTo>
                    <a:pt x="3375" y="14526"/>
                  </a:lnTo>
                  <a:lnTo>
                    <a:pt x="3412" y="14490"/>
                  </a:lnTo>
                  <a:lnTo>
                    <a:pt x="3449" y="14380"/>
                  </a:lnTo>
                  <a:lnTo>
                    <a:pt x="3412" y="14343"/>
                  </a:lnTo>
                  <a:lnTo>
                    <a:pt x="3412" y="14270"/>
                  </a:lnTo>
                  <a:lnTo>
                    <a:pt x="3339" y="14233"/>
                  </a:lnTo>
                  <a:lnTo>
                    <a:pt x="3229" y="14196"/>
                  </a:lnTo>
                  <a:lnTo>
                    <a:pt x="3155" y="14196"/>
                  </a:lnTo>
                  <a:lnTo>
                    <a:pt x="3045" y="14233"/>
                  </a:lnTo>
                  <a:lnTo>
                    <a:pt x="2935" y="14380"/>
                  </a:lnTo>
                  <a:lnTo>
                    <a:pt x="2752" y="14673"/>
                  </a:lnTo>
                  <a:lnTo>
                    <a:pt x="2495" y="15077"/>
                  </a:lnTo>
                  <a:lnTo>
                    <a:pt x="2238" y="15443"/>
                  </a:lnTo>
                  <a:lnTo>
                    <a:pt x="2202" y="15553"/>
                  </a:lnTo>
                  <a:lnTo>
                    <a:pt x="1908" y="15370"/>
                  </a:lnTo>
                  <a:lnTo>
                    <a:pt x="1615" y="15187"/>
                  </a:lnTo>
                  <a:lnTo>
                    <a:pt x="1761" y="15077"/>
                  </a:lnTo>
                  <a:lnTo>
                    <a:pt x="1872" y="14967"/>
                  </a:lnTo>
                  <a:lnTo>
                    <a:pt x="2238" y="14563"/>
                  </a:lnTo>
                  <a:lnTo>
                    <a:pt x="2568" y="14196"/>
                  </a:lnTo>
                  <a:lnTo>
                    <a:pt x="2715" y="13976"/>
                  </a:lnTo>
                  <a:lnTo>
                    <a:pt x="2789" y="13756"/>
                  </a:lnTo>
                  <a:lnTo>
                    <a:pt x="2789" y="13683"/>
                  </a:lnTo>
                  <a:lnTo>
                    <a:pt x="2752" y="13609"/>
                  </a:lnTo>
                  <a:lnTo>
                    <a:pt x="2642" y="13609"/>
                  </a:lnTo>
                  <a:lnTo>
                    <a:pt x="2422" y="13719"/>
                  </a:lnTo>
                  <a:lnTo>
                    <a:pt x="2238" y="13866"/>
                  </a:lnTo>
                  <a:lnTo>
                    <a:pt x="1945" y="14233"/>
                  </a:lnTo>
                  <a:lnTo>
                    <a:pt x="1578" y="14673"/>
                  </a:lnTo>
                  <a:lnTo>
                    <a:pt x="1505" y="14820"/>
                  </a:lnTo>
                  <a:lnTo>
                    <a:pt x="1431" y="15003"/>
                  </a:lnTo>
                  <a:lnTo>
                    <a:pt x="1138" y="14636"/>
                  </a:lnTo>
                  <a:lnTo>
                    <a:pt x="1468" y="14306"/>
                  </a:lnTo>
                  <a:lnTo>
                    <a:pt x="1761" y="13939"/>
                  </a:lnTo>
                  <a:lnTo>
                    <a:pt x="2312" y="13206"/>
                  </a:lnTo>
                  <a:lnTo>
                    <a:pt x="2312" y="13132"/>
                  </a:lnTo>
                  <a:lnTo>
                    <a:pt x="2312" y="13059"/>
                  </a:lnTo>
                  <a:lnTo>
                    <a:pt x="2238" y="12949"/>
                  </a:lnTo>
                  <a:lnTo>
                    <a:pt x="2202" y="12912"/>
                  </a:lnTo>
                  <a:lnTo>
                    <a:pt x="2055" y="12912"/>
                  </a:lnTo>
                  <a:lnTo>
                    <a:pt x="1982" y="12949"/>
                  </a:lnTo>
                  <a:lnTo>
                    <a:pt x="1431" y="13646"/>
                  </a:lnTo>
                  <a:lnTo>
                    <a:pt x="1211" y="14013"/>
                  </a:lnTo>
                  <a:lnTo>
                    <a:pt x="991" y="14380"/>
                  </a:lnTo>
                  <a:lnTo>
                    <a:pt x="844" y="14050"/>
                  </a:lnTo>
                  <a:lnTo>
                    <a:pt x="698" y="13719"/>
                  </a:lnTo>
                  <a:lnTo>
                    <a:pt x="1028" y="13426"/>
                  </a:lnTo>
                  <a:lnTo>
                    <a:pt x="1358" y="13096"/>
                  </a:lnTo>
                  <a:lnTo>
                    <a:pt x="1872" y="12436"/>
                  </a:lnTo>
                  <a:lnTo>
                    <a:pt x="1908" y="12362"/>
                  </a:lnTo>
                  <a:lnTo>
                    <a:pt x="1908" y="12289"/>
                  </a:lnTo>
                  <a:lnTo>
                    <a:pt x="1872" y="12215"/>
                  </a:lnTo>
                  <a:lnTo>
                    <a:pt x="1835" y="12179"/>
                  </a:lnTo>
                  <a:lnTo>
                    <a:pt x="1761" y="12142"/>
                  </a:lnTo>
                  <a:lnTo>
                    <a:pt x="1688" y="12105"/>
                  </a:lnTo>
                  <a:lnTo>
                    <a:pt x="1615" y="12105"/>
                  </a:lnTo>
                  <a:lnTo>
                    <a:pt x="1541" y="12179"/>
                  </a:lnTo>
                  <a:lnTo>
                    <a:pt x="1065" y="12729"/>
                  </a:lnTo>
                  <a:lnTo>
                    <a:pt x="808" y="13022"/>
                  </a:lnTo>
                  <a:lnTo>
                    <a:pt x="624" y="13353"/>
                  </a:lnTo>
                  <a:lnTo>
                    <a:pt x="588" y="13206"/>
                  </a:lnTo>
                  <a:lnTo>
                    <a:pt x="551" y="12876"/>
                  </a:lnTo>
                  <a:lnTo>
                    <a:pt x="771" y="12656"/>
                  </a:lnTo>
                  <a:lnTo>
                    <a:pt x="1028" y="12399"/>
                  </a:lnTo>
                  <a:lnTo>
                    <a:pt x="1321" y="12069"/>
                  </a:lnTo>
                  <a:lnTo>
                    <a:pt x="1468" y="11885"/>
                  </a:lnTo>
                  <a:lnTo>
                    <a:pt x="1505" y="11775"/>
                  </a:lnTo>
                  <a:lnTo>
                    <a:pt x="1505" y="11665"/>
                  </a:lnTo>
                  <a:lnTo>
                    <a:pt x="1505" y="11592"/>
                  </a:lnTo>
                  <a:lnTo>
                    <a:pt x="1468" y="11555"/>
                  </a:lnTo>
                  <a:lnTo>
                    <a:pt x="1395" y="11518"/>
                  </a:lnTo>
                  <a:lnTo>
                    <a:pt x="1358" y="11555"/>
                  </a:lnTo>
                  <a:lnTo>
                    <a:pt x="1175" y="11629"/>
                  </a:lnTo>
                  <a:lnTo>
                    <a:pt x="1028" y="11775"/>
                  </a:lnTo>
                  <a:lnTo>
                    <a:pt x="771" y="12105"/>
                  </a:lnTo>
                  <a:lnTo>
                    <a:pt x="514" y="12436"/>
                  </a:lnTo>
                  <a:lnTo>
                    <a:pt x="514" y="11922"/>
                  </a:lnTo>
                  <a:lnTo>
                    <a:pt x="624" y="11812"/>
                  </a:lnTo>
                  <a:lnTo>
                    <a:pt x="734" y="11702"/>
                  </a:lnTo>
                  <a:lnTo>
                    <a:pt x="808" y="11482"/>
                  </a:lnTo>
                  <a:lnTo>
                    <a:pt x="991" y="11445"/>
                  </a:lnTo>
                  <a:lnTo>
                    <a:pt x="1138" y="11408"/>
                  </a:lnTo>
                  <a:lnTo>
                    <a:pt x="1248" y="11298"/>
                  </a:lnTo>
                  <a:lnTo>
                    <a:pt x="1358" y="11188"/>
                  </a:lnTo>
                  <a:lnTo>
                    <a:pt x="1468" y="11078"/>
                  </a:lnTo>
                  <a:lnTo>
                    <a:pt x="1505" y="10932"/>
                  </a:lnTo>
                  <a:lnTo>
                    <a:pt x="1505" y="10858"/>
                  </a:lnTo>
                  <a:lnTo>
                    <a:pt x="1505" y="10785"/>
                  </a:lnTo>
                  <a:lnTo>
                    <a:pt x="1468" y="10711"/>
                  </a:lnTo>
                  <a:lnTo>
                    <a:pt x="1395" y="10675"/>
                  </a:lnTo>
                  <a:lnTo>
                    <a:pt x="1175" y="10675"/>
                  </a:lnTo>
                  <a:lnTo>
                    <a:pt x="1101" y="10748"/>
                  </a:lnTo>
                  <a:lnTo>
                    <a:pt x="1065" y="10822"/>
                  </a:lnTo>
                  <a:lnTo>
                    <a:pt x="1028" y="10932"/>
                  </a:lnTo>
                  <a:lnTo>
                    <a:pt x="954" y="11005"/>
                  </a:lnTo>
                  <a:lnTo>
                    <a:pt x="844" y="11042"/>
                  </a:lnTo>
                  <a:lnTo>
                    <a:pt x="698" y="11078"/>
                  </a:lnTo>
                  <a:lnTo>
                    <a:pt x="881" y="10785"/>
                  </a:lnTo>
                  <a:lnTo>
                    <a:pt x="954" y="10675"/>
                  </a:lnTo>
                  <a:lnTo>
                    <a:pt x="1101" y="10565"/>
                  </a:lnTo>
                  <a:lnTo>
                    <a:pt x="1211" y="10455"/>
                  </a:lnTo>
                  <a:lnTo>
                    <a:pt x="1395" y="10418"/>
                  </a:lnTo>
                  <a:lnTo>
                    <a:pt x="1541" y="10345"/>
                  </a:lnTo>
                  <a:lnTo>
                    <a:pt x="1725" y="10345"/>
                  </a:lnTo>
                  <a:lnTo>
                    <a:pt x="2092" y="10308"/>
                  </a:lnTo>
                  <a:lnTo>
                    <a:pt x="2422" y="10271"/>
                  </a:lnTo>
                  <a:lnTo>
                    <a:pt x="2715" y="10161"/>
                  </a:lnTo>
                  <a:lnTo>
                    <a:pt x="3009" y="9978"/>
                  </a:lnTo>
                  <a:lnTo>
                    <a:pt x="3229" y="9721"/>
                  </a:lnTo>
                  <a:lnTo>
                    <a:pt x="3412" y="9464"/>
                  </a:lnTo>
                  <a:lnTo>
                    <a:pt x="3559" y="9171"/>
                  </a:lnTo>
                  <a:lnTo>
                    <a:pt x="3706" y="8841"/>
                  </a:lnTo>
                  <a:lnTo>
                    <a:pt x="3706" y="8804"/>
                  </a:lnTo>
                  <a:lnTo>
                    <a:pt x="3706" y="8767"/>
                  </a:lnTo>
                  <a:lnTo>
                    <a:pt x="3926" y="8731"/>
                  </a:lnTo>
                  <a:lnTo>
                    <a:pt x="4146" y="8657"/>
                  </a:lnTo>
                  <a:lnTo>
                    <a:pt x="4366" y="8584"/>
                  </a:lnTo>
                  <a:lnTo>
                    <a:pt x="4586" y="8547"/>
                  </a:lnTo>
                  <a:close/>
                  <a:moveTo>
                    <a:pt x="3265" y="7484"/>
                  </a:moveTo>
                  <a:lnTo>
                    <a:pt x="3009" y="7557"/>
                  </a:lnTo>
                  <a:lnTo>
                    <a:pt x="2789" y="7704"/>
                  </a:lnTo>
                  <a:lnTo>
                    <a:pt x="2568" y="7850"/>
                  </a:lnTo>
                  <a:lnTo>
                    <a:pt x="2422" y="7997"/>
                  </a:lnTo>
                  <a:lnTo>
                    <a:pt x="2275" y="8180"/>
                  </a:lnTo>
                  <a:lnTo>
                    <a:pt x="2165" y="8364"/>
                  </a:lnTo>
                  <a:lnTo>
                    <a:pt x="2092" y="8584"/>
                  </a:lnTo>
                  <a:lnTo>
                    <a:pt x="2018" y="8254"/>
                  </a:lnTo>
                  <a:lnTo>
                    <a:pt x="1945" y="7924"/>
                  </a:lnTo>
                  <a:lnTo>
                    <a:pt x="1872" y="7850"/>
                  </a:lnTo>
                  <a:lnTo>
                    <a:pt x="1835" y="7850"/>
                  </a:lnTo>
                  <a:lnTo>
                    <a:pt x="1761" y="7887"/>
                  </a:lnTo>
                  <a:lnTo>
                    <a:pt x="1688" y="7997"/>
                  </a:lnTo>
                  <a:lnTo>
                    <a:pt x="1651" y="8107"/>
                  </a:lnTo>
                  <a:lnTo>
                    <a:pt x="1615" y="8364"/>
                  </a:lnTo>
                  <a:lnTo>
                    <a:pt x="1651" y="8657"/>
                  </a:lnTo>
                  <a:lnTo>
                    <a:pt x="1725" y="8914"/>
                  </a:lnTo>
                  <a:lnTo>
                    <a:pt x="1872" y="9208"/>
                  </a:lnTo>
                  <a:lnTo>
                    <a:pt x="2055" y="9428"/>
                  </a:lnTo>
                  <a:lnTo>
                    <a:pt x="2275" y="9611"/>
                  </a:lnTo>
                  <a:lnTo>
                    <a:pt x="2495" y="9758"/>
                  </a:lnTo>
                  <a:lnTo>
                    <a:pt x="2312" y="9831"/>
                  </a:lnTo>
                  <a:lnTo>
                    <a:pt x="2128" y="9868"/>
                  </a:lnTo>
                  <a:lnTo>
                    <a:pt x="1688" y="9868"/>
                  </a:lnTo>
                  <a:lnTo>
                    <a:pt x="1468" y="9905"/>
                  </a:lnTo>
                  <a:lnTo>
                    <a:pt x="1248" y="9941"/>
                  </a:lnTo>
                  <a:lnTo>
                    <a:pt x="1065" y="10015"/>
                  </a:lnTo>
                  <a:lnTo>
                    <a:pt x="881" y="10125"/>
                  </a:lnTo>
                  <a:lnTo>
                    <a:pt x="588" y="10381"/>
                  </a:lnTo>
                  <a:lnTo>
                    <a:pt x="441" y="10528"/>
                  </a:lnTo>
                  <a:lnTo>
                    <a:pt x="331" y="10711"/>
                  </a:lnTo>
                  <a:lnTo>
                    <a:pt x="221" y="10932"/>
                  </a:lnTo>
                  <a:lnTo>
                    <a:pt x="147" y="11115"/>
                  </a:lnTo>
                  <a:lnTo>
                    <a:pt x="37" y="11592"/>
                  </a:lnTo>
                  <a:lnTo>
                    <a:pt x="1" y="12069"/>
                  </a:lnTo>
                  <a:lnTo>
                    <a:pt x="1" y="12546"/>
                  </a:lnTo>
                  <a:lnTo>
                    <a:pt x="74" y="13022"/>
                  </a:lnTo>
                  <a:lnTo>
                    <a:pt x="147" y="13463"/>
                  </a:lnTo>
                  <a:lnTo>
                    <a:pt x="258" y="13903"/>
                  </a:lnTo>
                  <a:lnTo>
                    <a:pt x="404" y="14270"/>
                  </a:lnTo>
                  <a:lnTo>
                    <a:pt x="588" y="14673"/>
                  </a:lnTo>
                  <a:lnTo>
                    <a:pt x="844" y="15040"/>
                  </a:lnTo>
                  <a:lnTo>
                    <a:pt x="1101" y="15333"/>
                  </a:lnTo>
                  <a:lnTo>
                    <a:pt x="1431" y="15627"/>
                  </a:lnTo>
                  <a:lnTo>
                    <a:pt x="1761" y="15847"/>
                  </a:lnTo>
                  <a:lnTo>
                    <a:pt x="2165" y="16030"/>
                  </a:lnTo>
                  <a:lnTo>
                    <a:pt x="2568" y="16140"/>
                  </a:lnTo>
                  <a:lnTo>
                    <a:pt x="2789" y="16177"/>
                  </a:lnTo>
                  <a:lnTo>
                    <a:pt x="3009" y="16177"/>
                  </a:lnTo>
                  <a:lnTo>
                    <a:pt x="3486" y="16140"/>
                  </a:lnTo>
                  <a:lnTo>
                    <a:pt x="3926" y="16030"/>
                  </a:lnTo>
                  <a:lnTo>
                    <a:pt x="4329" y="15884"/>
                  </a:lnTo>
                  <a:lnTo>
                    <a:pt x="4696" y="15700"/>
                  </a:lnTo>
                  <a:lnTo>
                    <a:pt x="5100" y="15517"/>
                  </a:lnTo>
                  <a:lnTo>
                    <a:pt x="5430" y="15297"/>
                  </a:lnTo>
                  <a:lnTo>
                    <a:pt x="5613" y="15150"/>
                  </a:lnTo>
                  <a:lnTo>
                    <a:pt x="5723" y="15003"/>
                  </a:lnTo>
                  <a:lnTo>
                    <a:pt x="6310" y="14490"/>
                  </a:lnTo>
                  <a:lnTo>
                    <a:pt x="6567" y="14270"/>
                  </a:lnTo>
                  <a:lnTo>
                    <a:pt x="6714" y="14160"/>
                  </a:lnTo>
                  <a:lnTo>
                    <a:pt x="6787" y="14013"/>
                  </a:lnTo>
                  <a:lnTo>
                    <a:pt x="6970" y="13683"/>
                  </a:lnTo>
                  <a:lnTo>
                    <a:pt x="7117" y="13316"/>
                  </a:lnTo>
                  <a:lnTo>
                    <a:pt x="7227" y="12949"/>
                  </a:lnTo>
                  <a:lnTo>
                    <a:pt x="7300" y="12619"/>
                  </a:lnTo>
                  <a:lnTo>
                    <a:pt x="7374" y="12252"/>
                  </a:lnTo>
                  <a:lnTo>
                    <a:pt x="7410" y="11885"/>
                  </a:lnTo>
                  <a:lnTo>
                    <a:pt x="7410" y="11518"/>
                  </a:lnTo>
                  <a:lnTo>
                    <a:pt x="7374" y="11152"/>
                  </a:lnTo>
                  <a:lnTo>
                    <a:pt x="7337" y="10785"/>
                  </a:lnTo>
                  <a:lnTo>
                    <a:pt x="7264" y="10418"/>
                  </a:lnTo>
                  <a:lnTo>
                    <a:pt x="7154" y="10125"/>
                  </a:lnTo>
                  <a:lnTo>
                    <a:pt x="7007" y="9794"/>
                  </a:lnTo>
                  <a:lnTo>
                    <a:pt x="6860" y="9538"/>
                  </a:lnTo>
                  <a:lnTo>
                    <a:pt x="6677" y="9244"/>
                  </a:lnTo>
                  <a:lnTo>
                    <a:pt x="6457" y="8987"/>
                  </a:lnTo>
                  <a:lnTo>
                    <a:pt x="6237" y="8767"/>
                  </a:lnTo>
                  <a:lnTo>
                    <a:pt x="5980" y="8584"/>
                  </a:lnTo>
                  <a:lnTo>
                    <a:pt x="5686" y="8401"/>
                  </a:lnTo>
                  <a:lnTo>
                    <a:pt x="5393" y="8291"/>
                  </a:lnTo>
                  <a:lnTo>
                    <a:pt x="5100" y="8180"/>
                  </a:lnTo>
                  <a:lnTo>
                    <a:pt x="4769" y="8144"/>
                  </a:lnTo>
                  <a:lnTo>
                    <a:pt x="4476" y="8144"/>
                  </a:lnTo>
                  <a:lnTo>
                    <a:pt x="4219" y="8180"/>
                  </a:lnTo>
                  <a:lnTo>
                    <a:pt x="3926" y="8291"/>
                  </a:lnTo>
                  <a:lnTo>
                    <a:pt x="3816" y="8364"/>
                  </a:lnTo>
                  <a:lnTo>
                    <a:pt x="3706" y="8437"/>
                  </a:lnTo>
                  <a:lnTo>
                    <a:pt x="3632" y="8547"/>
                  </a:lnTo>
                  <a:lnTo>
                    <a:pt x="3559" y="8657"/>
                  </a:lnTo>
                  <a:lnTo>
                    <a:pt x="3559" y="8694"/>
                  </a:lnTo>
                  <a:lnTo>
                    <a:pt x="3522" y="8731"/>
                  </a:lnTo>
                  <a:lnTo>
                    <a:pt x="3486" y="8767"/>
                  </a:lnTo>
                  <a:lnTo>
                    <a:pt x="3192" y="9171"/>
                  </a:lnTo>
                  <a:lnTo>
                    <a:pt x="3009" y="9354"/>
                  </a:lnTo>
                  <a:lnTo>
                    <a:pt x="2825" y="9538"/>
                  </a:lnTo>
                  <a:lnTo>
                    <a:pt x="2789" y="9464"/>
                  </a:lnTo>
                  <a:lnTo>
                    <a:pt x="2458" y="9171"/>
                  </a:lnTo>
                  <a:lnTo>
                    <a:pt x="2348" y="9024"/>
                  </a:lnTo>
                  <a:lnTo>
                    <a:pt x="2202" y="8877"/>
                  </a:lnTo>
                  <a:lnTo>
                    <a:pt x="2275" y="8877"/>
                  </a:lnTo>
                  <a:lnTo>
                    <a:pt x="2312" y="8841"/>
                  </a:lnTo>
                  <a:lnTo>
                    <a:pt x="2532" y="8841"/>
                  </a:lnTo>
                  <a:lnTo>
                    <a:pt x="2715" y="8804"/>
                  </a:lnTo>
                  <a:lnTo>
                    <a:pt x="2899" y="8731"/>
                  </a:lnTo>
                  <a:lnTo>
                    <a:pt x="3045" y="8621"/>
                  </a:lnTo>
                  <a:lnTo>
                    <a:pt x="3265" y="8474"/>
                  </a:lnTo>
                  <a:lnTo>
                    <a:pt x="3486" y="8254"/>
                  </a:lnTo>
                  <a:lnTo>
                    <a:pt x="3669" y="8034"/>
                  </a:lnTo>
                  <a:lnTo>
                    <a:pt x="3816" y="7814"/>
                  </a:lnTo>
                  <a:lnTo>
                    <a:pt x="3852" y="7740"/>
                  </a:lnTo>
                  <a:lnTo>
                    <a:pt x="3852" y="7667"/>
                  </a:lnTo>
                  <a:lnTo>
                    <a:pt x="3779" y="7557"/>
                  </a:lnTo>
                  <a:lnTo>
                    <a:pt x="3669" y="7484"/>
                  </a:lnTo>
                  <a:lnTo>
                    <a:pt x="3596" y="7484"/>
                  </a:lnTo>
                  <a:lnTo>
                    <a:pt x="3522" y="7520"/>
                  </a:lnTo>
                  <a:lnTo>
                    <a:pt x="3412" y="7484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41" name="Google Shape;297;p5">
              <a:extLst>
                <a:ext uri="{FF2B5EF4-FFF2-40B4-BE49-F238E27FC236}">
                  <a16:creationId xmlns:a16="http://schemas.microsoft.com/office/drawing/2014/main" id="{3F33B5F3-6141-4D9C-BFF0-B392ABDF0210}"/>
                </a:ext>
              </a:extLst>
            </p:cNvPr>
            <p:cNvSpPr/>
            <p:nvPr/>
          </p:nvSpPr>
          <p:spPr>
            <a:xfrm>
              <a:off x="6823375" y="1978500"/>
              <a:ext cx="365025" cy="447525"/>
            </a:xfrm>
            <a:custGeom>
              <a:avLst/>
              <a:gdLst/>
              <a:ahLst/>
              <a:cxnLst/>
              <a:rect l="l" t="t" r="r" b="b"/>
              <a:pathLst>
                <a:path w="14601" h="17901" extrusionOk="0">
                  <a:moveTo>
                    <a:pt x="10492" y="4329"/>
                  </a:moveTo>
                  <a:lnTo>
                    <a:pt x="10859" y="4769"/>
                  </a:lnTo>
                  <a:lnTo>
                    <a:pt x="10712" y="4769"/>
                  </a:lnTo>
                  <a:lnTo>
                    <a:pt x="10712" y="4696"/>
                  </a:lnTo>
                  <a:lnTo>
                    <a:pt x="10675" y="4622"/>
                  </a:lnTo>
                  <a:lnTo>
                    <a:pt x="10639" y="4622"/>
                  </a:lnTo>
                  <a:lnTo>
                    <a:pt x="10602" y="4549"/>
                  </a:lnTo>
                  <a:lnTo>
                    <a:pt x="10565" y="4512"/>
                  </a:lnTo>
                  <a:lnTo>
                    <a:pt x="10455" y="4475"/>
                  </a:lnTo>
                  <a:lnTo>
                    <a:pt x="10345" y="4512"/>
                  </a:lnTo>
                  <a:lnTo>
                    <a:pt x="10308" y="4549"/>
                  </a:lnTo>
                  <a:lnTo>
                    <a:pt x="10272" y="4622"/>
                  </a:lnTo>
                  <a:lnTo>
                    <a:pt x="10272" y="4696"/>
                  </a:lnTo>
                  <a:lnTo>
                    <a:pt x="10052" y="4622"/>
                  </a:lnTo>
                  <a:lnTo>
                    <a:pt x="10492" y="4329"/>
                  </a:lnTo>
                  <a:close/>
                  <a:moveTo>
                    <a:pt x="6897" y="3448"/>
                  </a:moveTo>
                  <a:lnTo>
                    <a:pt x="7044" y="3485"/>
                  </a:lnTo>
                  <a:lnTo>
                    <a:pt x="7227" y="3522"/>
                  </a:lnTo>
                  <a:lnTo>
                    <a:pt x="7374" y="3595"/>
                  </a:lnTo>
                  <a:lnTo>
                    <a:pt x="7484" y="3705"/>
                  </a:lnTo>
                  <a:lnTo>
                    <a:pt x="7521" y="3815"/>
                  </a:lnTo>
                  <a:lnTo>
                    <a:pt x="7521" y="3889"/>
                  </a:lnTo>
                  <a:lnTo>
                    <a:pt x="7484" y="3999"/>
                  </a:lnTo>
                  <a:lnTo>
                    <a:pt x="7447" y="4109"/>
                  </a:lnTo>
                  <a:lnTo>
                    <a:pt x="7264" y="4292"/>
                  </a:lnTo>
                  <a:lnTo>
                    <a:pt x="7154" y="4439"/>
                  </a:lnTo>
                  <a:lnTo>
                    <a:pt x="6934" y="4732"/>
                  </a:lnTo>
                  <a:lnTo>
                    <a:pt x="6714" y="4952"/>
                  </a:lnTo>
                  <a:lnTo>
                    <a:pt x="6494" y="5099"/>
                  </a:lnTo>
                  <a:lnTo>
                    <a:pt x="6384" y="5136"/>
                  </a:lnTo>
                  <a:lnTo>
                    <a:pt x="6310" y="5136"/>
                  </a:lnTo>
                  <a:lnTo>
                    <a:pt x="6237" y="5062"/>
                  </a:lnTo>
                  <a:lnTo>
                    <a:pt x="6200" y="4989"/>
                  </a:lnTo>
                  <a:lnTo>
                    <a:pt x="6163" y="4806"/>
                  </a:lnTo>
                  <a:lnTo>
                    <a:pt x="6163" y="4659"/>
                  </a:lnTo>
                  <a:lnTo>
                    <a:pt x="6163" y="4145"/>
                  </a:lnTo>
                  <a:lnTo>
                    <a:pt x="6127" y="3595"/>
                  </a:lnTo>
                  <a:lnTo>
                    <a:pt x="6273" y="3522"/>
                  </a:lnTo>
                  <a:lnTo>
                    <a:pt x="6420" y="3485"/>
                  </a:lnTo>
                  <a:lnTo>
                    <a:pt x="6567" y="3448"/>
                  </a:lnTo>
                  <a:close/>
                  <a:moveTo>
                    <a:pt x="6457" y="3118"/>
                  </a:moveTo>
                  <a:lnTo>
                    <a:pt x="6237" y="3192"/>
                  </a:lnTo>
                  <a:lnTo>
                    <a:pt x="6017" y="3265"/>
                  </a:lnTo>
                  <a:lnTo>
                    <a:pt x="5833" y="3375"/>
                  </a:lnTo>
                  <a:lnTo>
                    <a:pt x="5723" y="3558"/>
                  </a:lnTo>
                  <a:lnTo>
                    <a:pt x="5723" y="3632"/>
                  </a:lnTo>
                  <a:lnTo>
                    <a:pt x="5760" y="3668"/>
                  </a:lnTo>
                  <a:lnTo>
                    <a:pt x="5797" y="3705"/>
                  </a:lnTo>
                  <a:lnTo>
                    <a:pt x="5870" y="3705"/>
                  </a:lnTo>
                  <a:lnTo>
                    <a:pt x="5980" y="3668"/>
                  </a:lnTo>
                  <a:lnTo>
                    <a:pt x="5943" y="4219"/>
                  </a:lnTo>
                  <a:lnTo>
                    <a:pt x="5943" y="4769"/>
                  </a:lnTo>
                  <a:lnTo>
                    <a:pt x="5943" y="4952"/>
                  </a:lnTo>
                  <a:lnTo>
                    <a:pt x="5980" y="5099"/>
                  </a:lnTo>
                  <a:lnTo>
                    <a:pt x="6053" y="5209"/>
                  </a:lnTo>
                  <a:lnTo>
                    <a:pt x="6163" y="5319"/>
                  </a:lnTo>
                  <a:lnTo>
                    <a:pt x="6237" y="5393"/>
                  </a:lnTo>
                  <a:lnTo>
                    <a:pt x="6530" y="5393"/>
                  </a:lnTo>
                  <a:lnTo>
                    <a:pt x="6714" y="5282"/>
                  </a:lnTo>
                  <a:lnTo>
                    <a:pt x="6897" y="5136"/>
                  </a:lnTo>
                  <a:lnTo>
                    <a:pt x="7227" y="4806"/>
                  </a:lnTo>
                  <a:lnTo>
                    <a:pt x="7447" y="4512"/>
                  </a:lnTo>
                  <a:lnTo>
                    <a:pt x="7594" y="4329"/>
                  </a:lnTo>
                  <a:lnTo>
                    <a:pt x="7741" y="4182"/>
                  </a:lnTo>
                  <a:lnTo>
                    <a:pt x="7814" y="3962"/>
                  </a:lnTo>
                  <a:lnTo>
                    <a:pt x="7851" y="3852"/>
                  </a:lnTo>
                  <a:lnTo>
                    <a:pt x="7851" y="3742"/>
                  </a:lnTo>
                  <a:lnTo>
                    <a:pt x="7777" y="3595"/>
                  </a:lnTo>
                  <a:lnTo>
                    <a:pt x="7667" y="3448"/>
                  </a:lnTo>
                  <a:lnTo>
                    <a:pt x="7521" y="3302"/>
                  </a:lnTo>
                  <a:lnTo>
                    <a:pt x="7374" y="3228"/>
                  </a:lnTo>
                  <a:lnTo>
                    <a:pt x="7190" y="3155"/>
                  </a:lnTo>
                  <a:lnTo>
                    <a:pt x="6970" y="3118"/>
                  </a:lnTo>
                  <a:close/>
                  <a:moveTo>
                    <a:pt x="2789" y="3522"/>
                  </a:moveTo>
                  <a:lnTo>
                    <a:pt x="2935" y="3668"/>
                  </a:lnTo>
                  <a:lnTo>
                    <a:pt x="3082" y="3779"/>
                  </a:lnTo>
                  <a:lnTo>
                    <a:pt x="3449" y="3925"/>
                  </a:lnTo>
                  <a:lnTo>
                    <a:pt x="3632" y="3999"/>
                  </a:lnTo>
                  <a:lnTo>
                    <a:pt x="3669" y="4072"/>
                  </a:lnTo>
                  <a:lnTo>
                    <a:pt x="3706" y="4145"/>
                  </a:lnTo>
                  <a:lnTo>
                    <a:pt x="3706" y="4219"/>
                  </a:lnTo>
                  <a:lnTo>
                    <a:pt x="3742" y="4255"/>
                  </a:lnTo>
                  <a:lnTo>
                    <a:pt x="3779" y="4292"/>
                  </a:lnTo>
                  <a:lnTo>
                    <a:pt x="3852" y="4329"/>
                  </a:lnTo>
                  <a:lnTo>
                    <a:pt x="4036" y="4402"/>
                  </a:lnTo>
                  <a:lnTo>
                    <a:pt x="4219" y="4475"/>
                  </a:lnTo>
                  <a:lnTo>
                    <a:pt x="4403" y="4586"/>
                  </a:lnTo>
                  <a:lnTo>
                    <a:pt x="4549" y="4696"/>
                  </a:lnTo>
                  <a:lnTo>
                    <a:pt x="4843" y="5026"/>
                  </a:lnTo>
                  <a:lnTo>
                    <a:pt x="5100" y="5319"/>
                  </a:lnTo>
                  <a:lnTo>
                    <a:pt x="4770" y="5356"/>
                  </a:lnTo>
                  <a:lnTo>
                    <a:pt x="4476" y="5356"/>
                  </a:lnTo>
                  <a:lnTo>
                    <a:pt x="3816" y="5319"/>
                  </a:lnTo>
                  <a:lnTo>
                    <a:pt x="3486" y="5319"/>
                  </a:lnTo>
                  <a:lnTo>
                    <a:pt x="3156" y="5393"/>
                  </a:lnTo>
                  <a:lnTo>
                    <a:pt x="2972" y="5466"/>
                  </a:lnTo>
                  <a:lnTo>
                    <a:pt x="2789" y="5576"/>
                  </a:lnTo>
                  <a:lnTo>
                    <a:pt x="2605" y="5649"/>
                  </a:lnTo>
                  <a:lnTo>
                    <a:pt x="2495" y="5686"/>
                  </a:lnTo>
                  <a:lnTo>
                    <a:pt x="2349" y="5686"/>
                  </a:lnTo>
                  <a:lnTo>
                    <a:pt x="2312" y="5723"/>
                  </a:lnTo>
                  <a:lnTo>
                    <a:pt x="2275" y="5796"/>
                  </a:lnTo>
                  <a:lnTo>
                    <a:pt x="2275" y="5833"/>
                  </a:lnTo>
                  <a:lnTo>
                    <a:pt x="2349" y="6676"/>
                  </a:lnTo>
                  <a:lnTo>
                    <a:pt x="2128" y="6493"/>
                  </a:lnTo>
                  <a:lnTo>
                    <a:pt x="1908" y="6383"/>
                  </a:lnTo>
                  <a:lnTo>
                    <a:pt x="1908" y="6126"/>
                  </a:lnTo>
                  <a:lnTo>
                    <a:pt x="1835" y="5906"/>
                  </a:lnTo>
                  <a:lnTo>
                    <a:pt x="1725" y="5796"/>
                  </a:lnTo>
                  <a:lnTo>
                    <a:pt x="1578" y="5723"/>
                  </a:lnTo>
                  <a:lnTo>
                    <a:pt x="1285" y="5649"/>
                  </a:lnTo>
                  <a:lnTo>
                    <a:pt x="1101" y="5649"/>
                  </a:lnTo>
                  <a:lnTo>
                    <a:pt x="918" y="5686"/>
                  </a:lnTo>
                  <a:lnTo>
                    <a:pt x="918" y="5686"/>
                  </a:lnTo>
                  <a:lnTo>
                    <a:pt x="1101" y="5356"/>
                  </a:lnTo>
                  <a:lnTo>
                    <a:pt x="1285" y="5026"/>
                  </a:lnTo>
                  <a:lnTo>
                    <a:pt x="1468" y="4732"/>
                  </a:lnTo>
                  <a:lnTo>
                    <a:pt x="1688" y="4439"/>
                  </a:lnTo>
                  <a:lnTo>
                    <a:pt x="1945" y="4182"/>
                  </a:lnTo>
                  <a:lnTo>
                    <a:pt x="2202" y="3962"/>
                  </a:lnTo>
                  <a:lnTo>
                    <a:pt x="2495" y="3742"/>
                  </a:lnTo>
                  <a:lnTo>
                    <a:pt x="2789" y="3522"/>
                  </a:lnTo>
                  <a:close/>
                  <a:moveTo>
                    <a:pt x="10639" y="7520"/>
                  </a:moveTo>
                  <a:lnTo>
                    <a:pt x="11042" y="7703"/>
                  </a:lnTo>
                  <a:lnTo>
                    <a:pt x="11336" y="7850"/>
                  </a:lnTo>
                  <a:lnTo>
                    <a:pt x="11482" y="7924"/>
                  </a:lnTo>
                  <a:lnTo>
                    <a:pt x="11629" y="7960"/>
                  </a:lnTo>
                  <a:lnTo>
                    <a:pt x="11556" y="8254"/>
                  </a:lnTo>
                  <a:lnTo>
                    <a:pt x="11225" y="8107"/>
                  </a:lnTo>
                  <a:lnTo>
                    <a:pt x="10895" y="7960"/>
                  </a:lnTo>
                  <a:lnTo>
                    <a:pt x="10785" y="7887"/>
                  </a:lnTo>
                  <a:lnTo>
                    <a:pt x="10639" y="7520"/>
                  </a:lnTo>
                  <a:close/>
                  <a:moveTo>
                    <a:pt x="10272" y="8070"/>
                  </a:moveTo>
                  <a:lnTo>
                    <a:pt x="10382" y="8144"/>
                  </a:lnTo>
                  <a:lnTo>
                    <a:pt x="10529" y="8217"/>
                  </a:lnTo>
                  <a:lnTo>
                    <a:pt x="10565" y="8327"/>
                  </a:lnTo>
                  <a:lnTo>
                    <a:pt x="10602" y="8400"/>
                  </a:lnTo>
                  <a:lnTo>
                    <a:pt x="10712" y="8437"/>
                  </a:lnTo>
                  <a:lnTo>
                    <a:pt x="10932" y="8510"/>
                  </a:lnTo>
                  <a:lnTo>
                    <a:pt x="11042" y="8547"/>
                  </a:lnTo>
                  <a:lnTo>
                    <a:pt x="11042" y="8584"/>
                  </a:lnTo>
                  <a:lnTo>
                    <a:pt x="11042" y="8657"/>
                  </a:lnTo>
                  <a:lnTo>
                    <a:pt x="11079" y="8731"/>
                  </a:lnTo>
                  <a:lnTo>
                    <a:pt x="11152" y="8804"/>
                  </a:lnTo>
                  <a:lnTo>
                    <a:pt x="11336" y="8841"/>
                  </a:lnTo>
                  <a:lnTo>
                    <a:pt x="11152" y="9244"/>
                  </a:lnTo>
                  <a:lnTo>
                    <a:pt x="11079" y="9171"/>
                  </a:lnTo>
                  <a:lnTo>
                    <a:pt x="10602" y="8767"/>
                  </a:lnTo>
                  <a:lnTo>
                    <a:pt x="10602" y="8547"/>
                  </a:lnTo>
                  <a:lnTo>
                    <a:pt x="10565" y="8364"/>
                  </a:lnTo>
                  <a:lnTo>
                    <a:pt x="10492" y="8254"/>
                  </a:lnTo>
                  <a:lnTo>
                    <a:pt x="10345" y="8180"/>
                  </a:lnTo>
                  <a:lnTo>
                    <a:pt x="10272" y="8070"/>
                  </a:lnTo>
                  <a:close/>
                  <a:moveTo>
                    <a:pt x="9135" y="4806"/>
                  </a:moveTo>
                  <a:lnTo>
                    <a:pt x="9501" y="4842"/>
                  </a:lnTo>
                  <a:lnTo>
                    <a:pt x="9575" y="4879"/>
                  </a:lnTo>
                  <a:lnTo>
                    <a:pt x="9611" y="4842"/>
                  </a:lnTo>
                  <a:lnTo>
                    <a:pt x="9905" y="4916"/>
                  </a:lnTo>
                  <a:lnTo>
                    <a:pt x="10198" y="5026"/>
                  </a:lnTo>
                  <a:lnTo>
                    <a:pt x="10015" y="5246"/>
                  </a:lnTo>
                  <a:lnTo>
                    <a:pt x="10015" y="5319"/>
                  </a:lnTo>
                  <a:lnTo>
                    <a:pt x="10052" y="5393"/>
                  </a:lnTo>
                  <a:lnTo>
                    <a:pt x="10125" y="5429"/>
                  </a:lnTo>
                  <a:lnTo>
                    <a:pt x="10198" y="5429"/>
                  </a:lnTo>
                  <a:lnTo>
                    <a:pt x="10418" y="5319"/>
                  </a:lnTo>
                  <a:lnTo>
                    <a:pt x="10639" y="5246"/>
                  </a:lnTo>
                  <a:lnTo>
                    <a:pt x="10859" y="5209"/>
                  </a:lnTo>
                  <a:lnTo>
                    <a:pt x="11115" y="5172"/>
                  </a:lnTo>
                  <a:lnTo>
                    <a:pt x="11336" y="5613"/>
                  </a:lnTo>
                  <a:lnTo>
                    <a:pt x="10859" y="5723"/>
                  </a:lnTo>
                  <a:lnTo>
                    <a:pt x="10602" y="5796"/>
                  </a:lnTo>
                  <a:lnTo>
                    <a:pt x="10382" y="5906"/>
                  </a:lnTo>
                  <a:lnTo>
                    <a:pt x="10345" y="5943"/>
                  </a:lnTo>
                  <a:lnTo>
                    <a:pt x="10345" y="5979"/>
                  </a:lnTo>
                  <a:lnTo>
                    <a:pt x="10345" y="6016"/>
                  </a:lnTo>
                  <a:lnTo>
                    <a:pt x="10382" y="6053"/>
                  </a:lnTo>
                  <a:lnTo>
                    <a:pt x="10639" y="6126"/>
                  </a:lnTo>
                  <a:lnTo>
                    <a:pt x="10932" y="6126"/>
                  </a:lnTo>
                  <a:lnTo>
                    <a:pt x="11225" y="6089"/>
                  </a:lnTo>
                  <a:lnTo>
                    <a:pt x="11482" y="6016"/>
                  </a:lnTo>
                  <a:lnTo>
                    <a:pt x="11629" y="6566"/>
                  </a:lnTo>
                  <a:lnTo>
                    <a:pt x="11666" y="6640"/>
                  </a:lnTo>
                  <a:lnTo>
                    <a:pt x="11666" y="6640"/>
                  </a:lnTo>
                  <a:lnTo>
                    <a:pt x="11262" y="6530"/>
                  </a:lnTo>
                  <a:lnTo>
                    <a:pt x="10932" y="6456"/>
                  </a:lnTo>
                  <a:lnTo>
                    <a:pt x="10749" y="6420"/>
                  </a:lnTo>
                  <a:lnTo>
                    <a:pt x="10565" y="6456"/>
                  </a:lnTo>
                  <a:lnTo>
                    <a:pt x="10529" y="6456"/>
                  </a:lnTo>
                  <a:lnTo>
                    <a:pt x="10565" y="6530"/>
                  </a:lnTo>
                  <a:lnTo>
                    <a:pt x="10712" y="6640"/>
                  </a:lnTo>
                  <a:lnTo>
                    <a:pt x="10895" y="6750"/>
                  </a:lnTo>
                  <a:lnTo>
                    <a:pt x="11336" y="6933"/>
                  </a:lnTo>
                  <a:lnTo>
                    <a:pt x="11702" y="7043"/>
                  </a:lnTo>
                  <a:lnTo>
                    <a:pt x="11666" y="7593"/>
                  </a:lnTo>
                  <a:lnTo>
                    <a:pt x="11482" y="7520"/>
                  </a:lnTo>
                  <a:lnTo>
                    <a:pt x="11299" y="7447"/>
                  </a:lnTo>
                  <a:lnTo>
                    <a:pt x="10785" y="7227"/>
                  </a:lnTo>
                  <a:lnTo>
                    <a:pt x="10529" y="7153"/>
                  </a:lnTo>
                  <a:lnTo>
                    <a:pt x="10235" y="7117"/>
                  </a:lnTo>
                  <a:lnTo>
                    <a:pt x="10198" y="7117"/>
                  </a:lnTo>
                  <a:lnTo>
                    <a:pt x="10198" y="7153"/>
                  </a:lnTo>
                  <a:lnTo>
                    <a:pt x="10198" y="7190"/>
                  </a:lnTo>
                  <a:lnTo>
                    <a:pt x="10198" y="7227"/>
                  </a:lnTo>
                  <a:lnTo>
                    <a:pt x="10492" y="7410"/>
                  </a:lnTo>
                  <a:lnTo>
                    <a:pt x="10418" y="7447"/>
                  </a:lnTo>
                  <a:lnTo>
                    <a:pt x="10015" y="7593"/>
                  </a:lnTo>
                  <a:lnTo>
                    <a:pt x="9905" y="7483"/>
                  </a:lnTo>
                  <a:lnTo>
                    <a:pt x="9832" y="7447"/>
                  </a:lnTo>
                  <a:lnTo>
                    <a:pt x="9795" y="7483"/>
                  </a:lnTo>
                  <a:lnTo>
                    <a:pt x="9758" y="7520"/>
                  </a:lnTo>
                  <a:lnTo>
                    <a:pt x="9722" y="7557"/>
                  </a:lnTo>
                  <a:lnTo>
                    <a:pt x="9722" y="7703"/>
                  </a:lnTo>
                  <a:lnTo>
                    <a:pt x="9685" y="7740"/>
                  </a:lnTo>
                  <a:lnTo>
                    <a:pt x="9685" y="7813"/>
                  </a:lnTo>
                  <a:lnTo>
                    <a:pt x="9722" y="7924"/>
                  </a:lnTo>
                  <a:lnTo>
                    <a:pt x="9942" y="8180"/>
                  </a:lnTo>
                  <a:lnTo>
                    <a:pt x="9611" y="7960"/>
                  </a:lnTo>
                  <a:lnTo>
                    <a:pt x="9281" y="7777"/>
                  </a:lnTo>
                  <a:lnTo>
                    <a:pt x="9245" y="7777"/>
                  </a:lnTo>
                  <a:lnTo>
                    <a:pt x="9208" y="7813"/>
                  </a:lnTo>
                  <a:lnTo>
                    <a:pt x="9171" y="7850"/>
                  </a:lnTo>
                  <a:lnTo>
                    <a:pt x="9171" y="7924"/>
                  </a:lnTo>
                  <a:lnTo>
                    <a:pt x="9391" y="8180"/>
                  </a:lnTo>
                  <a:lnTo>
                    <a:pt x="9648" y="8437"/>
                  </a:lnTo>
                  <a:lnTo>
                    <a:pt x="10162" y="8877"/>
                  </a:lnTo>
                  <a:lnTo>
                    <a:pt x="10235" y="8951"/>
                  </a:lnTo>
                  <a:lnTo>
                    <a:pt x="10162" y="9134"/>
                  </a:lnTo>
                  <a:lnTo>
                    <a:pt x="10052" y="9317"/>
                  </a:lnTo>
                  <a:lnTo>
                    <a:pt x="9905" y="9391"/>
                  </a:lnTo>
                  <a:lnTo>
                    <a:pt x="9832" y="9354"/>
                  </a:lnTo>
                  <a:lnTo>
                    <a:pt x="9428" y="9097"/>
                  </a:lnTo>
                  <a:lnTo>
                    <a:pt x="9318" y="8914"/>
                  </a:lnTo>
                  <a:lnTo>
                    <a:pt x="9171" y="8694"/>
                  </a:lnTo>
                  <a:lnTo>
                    <a:pt x="8951" y="8547"/>
                  </a:lnTo>
                  <a:lnTo>
                    <a:pt x="8768" y="8400"/>
                  </a:lnTo>
                  <a:lnTo>
                    <a:pt x="8658" y="8290"/>
                  </a:lnTo>
                  <a:lnTo>
                    <a:pt x="8548" y="8107"/>
                  </a:lnTo>
                  <a:lnTo>
                    <a:pt x="8511" y="7887"/>
                  </a:lnTo>
                  <a:lnTo>
                    <a:pt x="8474" y="7887"/>
                  </a:lnTo>
                  <a:lnTo>
                    <a:pt x="8474" y="7777"/>
                  </a:lnTo>
                  <a:lnTo>
                    <a:pt x="8438" y="7740"/>
                  </a:lnTo>
                  <a:lnTo>
                    <a:pt x="8364" y="7740"/>
                  </a:lnTo>
                  <a:lnTo>
                    <a:pt x="7887" y="7667"/>
                  </a:lnTo>
                  <a:lnTo>
                    <a:pt x="7374" y="7630"/>
                  </a:lnTo>
                  <a:lnTo>
                    <a:pt x="7117" y="7630"/>
                  </a:lnTo>
                  <a:lnTo>
                    <a:pt x="6860" y="7667"/>
                  </a:lnTo>
                  <a:lnTo>
                    <a:pt x="6640" y="7740"/>
                  </a:lnTo>
                  <a:lnTo>
                    <a:pt x="6457" y="7887"/>
                  </a:lnTo>
                  <a:lnTo>
                    <a:pt x="6384" y="7777"/>
                  </a:lnTo>
                  <a:lnTo>
                    <a:pt x="6347" y="7703"/>
                  </a:lnTo>
                  <a:lnTo>
                    <a:pt x="6384" y="7630"/>
                  </a:lnTo>
                  <a:lnTo>
                    <a:pt x="6420" y="7557"/>
                  </a:lnTo>
                  <a:lnTo>
                    <a:pt x="6604" y="7410"/>
                  </a:lnTo>
                  <a:lnTo>
                    <a:pt x="6787" y="7337"/>
                  </a:lnTo>
                  <a:lnTo>
                    <a:pt x="7080" y="7300"/>
                  </a:lnTo>
                  <a:lnTo>
                    <a:pt x="7374" y="7227"/>
                  </a:lnTo>
                  <a:lnTo>
                    <a:pt x="7521" y="7153"/>
                  </a:lnTo>
                  <a:lnTo>
                    <a:pt x="7704" y="7006"/>
                  </a:lnTo>
                  <a:lnTo>
                    <a:pt x="7741" y="6896"/>
                  </a:lnTo>
                  <a:lnTo>
                    <a:pt x="7777" y="6823"/>
                  </a:lnTo>
                  <a:lnTo>
                    <a:pt x="7741" y="6750"/>
                  </a:lnTo>
                  <a:lnTo>
                    <a:pt x="7667" y="6676"/>
                  </a:lnTo>
                  <a:lnTo>
                    <a:pt x="7594" y="6603"/>
                  </a:lnTo>
                  <a:lnTo>
                    <a:pt x="7484" y="6603"/>
                  </a:lnTo>
                  <a:lnTo>
                    <a:pt x="7227" y="6640"/>
                  </a:lnTo>
                  <a:lnTo>
                    <a:pt x="7007" y="6713"/>
                  </a:lnTo>
                  <a:lnTo>
                    <a:pt x="6787" y="6786"/>
                  </a:lnTo>
                  <a:lnTo>
                    <a:pt x="6714" y="6786"/>
                  </a:lnTo>
                  <a:lnTo>
                    <a:pt x="6640" y="6750"/>
                  </a:lnTo>
                  <a:lnTo>
                    <a:pt x="6640" y="6676"/>
                  </a:lnTo>
                  <a:lnTo>
                    <a:pt x="6677" y="6603"/>
                  </a:lnTo>
                  <a:lnTo>
                    <a:pt x="6750" y="6456"/>
                  </a:lnTo>
                  <a:lnTo>
                    <a:pt x="6824" y="6346"/>
                  </a:lnTo>
                  <a:lnTo>
                    <a:pt x="7080" y="6199"/>
                  </a:lnTo>
                  <a:lnTo>
                    <a:pt x="7337" y="6016"/>
                  </a:lnTo>
                  <a:lnTo>
                    <a:pt x="7704" y="5759"/>
                  </a:lnTo>
                  <a:lnTo>
                    <a:pt x="8108" y="5466"/>
                  </a:lnTo>
                  <a:lnTo>
                    <a:pt x="8181" y="5539"/>
                  </a:lnTo>
                  <a:lnTo>
                    <a:pt x="8218" y="5539"/>
                  </a:lnTo>
                  <a:lnTo>
                    <a:pt x="8254" y="5503"/>
                  </a:lnTo>
                  <a:lnTo>
                    <a:pt x="8511" y="5172"/>
                  </a:lnTo>
                  <a:lnTo>
                    <a:pt x="8731" y="4806"/>
                  </a:lnTo>
                  <a:close/>
                  <a:moveTo>
                    <a:pt x="10492" y="9171"/>
                  </a:moveTo>
                  <a:lnTo>
                    <a:pt x="10749" y="9391"/>
                  </a:lnTo>
                  <a:lnTo>
                    <a:pt x="10969" y="9611"/>
                  </a:lnTo>
                  <a:lnTo>
                    <a:pt x="10675" y="10124"/>
                  </a:lnTo>
                  <a:lnTo>
                    <a:pt x="10602" y="10198"/>
                  </a:lnTo>
                  <a:lnTo>
                    <a:pt x="10565" y="10161"/>
                  </a:lnTo>
                  <a:lnTo>
                    <a:pt x="10529" y="10088"/>
                  </a:lnTo>
                  <a:lnTo>
                    <a:pt x="10418" y="9941"/>
                  </a:lnTo>
                  <a:lnTo>
                    <a:pt x="10308" y="9758"/>
                  </a:lnTo>
                  <a:lnTo>
                    <a:pt x="10162" y="9611"/>
                  </a:lnTo>
                  <a:lnTo>
                    <a:pt x="10272" y="9501"/>
                  </a:lnTo>
                  <a:lnTo>
                    <a:pt x="10345" y="9427"/>
                  </a:lnTo>
                  <a:lnTo>
                    <a:pt x="10492" y="9171"/>
                  </a:lnTo>
                  <a:close/>
                  <a:moveTo>
                    <a:pt x="551" y="7300"/>
                  </a:moveTo>
                  <a:lnTo>
                    <a:pt x="808" y="7483"/>
                  </a:lnTo>
                  <a:lnTo>
                    <a:pt x="991" y="7703"/>
                  </a:lnTo>
                  <a:lnTo>
                    <a:pt x="1211" y="7924"/>
                  </a:lnTo>
                  <a:lnTo>
                    <a:pt x="1431" y="8144"/>
                  </a:lnTo>
                  <a:lnTo>
                    <a:pt x="1982" y="8584"/>
                  </a:lnTo>
                  <a:lnTo>
                    <a:pt x="2238" y="8841"/>
                  </a:lnTo>
                  <a:lnTo>
                    <a:pt x="2349" y="8987"/>
                  </a:lnTo>
                  <a:lnTo>
                    <a:pt x="2422" y="9134"/>
                  </a:lnTo>
                  <a:lnTo>
                    <a:pt x="2202" y="9281"/>
                  </a:lnTo>
                  <a:lnTo>
                    <a:pt x="2018" y="9464"/>
                  </a:lnTo>
                  <a:lnTo>
                    <a:pt x="1872" y="9684"/>
                  </a:lnTo>
                  <a:lnTo>
                    <a:pt x="1762" y="9978"/>
                  </a:lnTo>
                  <a:lnTo>
                    <a:pt x="1725" y="10344"/>
                  </a:lnTo>
                  <a:lnTo>
                    <a:pt x="1762" y="10675"/>
                  </a:lnTo>
                  <a:lnTo>
                    <a:pt x="1908" y="11408"/>
                  </a:lnTo>
                  <a:lnTo>
                    <a:pt x="1542" y="10968"/>
                  </a:lnTo>
                  <a:lnTo>
                    <a:pt x="1248" y="10528"/>
                  </a:lnTo>
                  <a:lnTo>
                    <a:pt x="991" y="10014"/>
                  </a:lnTo>
                  <a:lnTo>
                    <a:pt x="808" y="9501"/>
                  </a:lnTo>
                  <a:lnTo>
                    <a:pt x="661" y="8951"/>
                  </a:lnTo>
                  <a:lnTo>
                    <a:pt x="551" y="8400"/>
                  </a:lnTo>
                  <a:lnTo>
                    <a:pt x="514" y="7850"/>
                  </a:lnTo>
                  <a:lnTo>
                    <a:pt x="551" y="7300"/>
                  </a:lnTo>
                  <a:close/>
                  <a:moveTo>
                    <a:pt x="6897" y="8620"/>
                  </a:moveTo>
                  <a:lnTo>
                    <a:pt x="6934" y="8694"/>
                  </a:lnTo>
                  <a:lnTo>
                    <a:pt x="7007" y="8731"/>
                  </a:lnTo>
                  <a:lnTo>
                    <a:pt x="7264" y="8877"/>
                  </a:lnTo>
                  <a:lnTo>
                    <a:pt x="7484" y="9024"/>
                  </a:lnTo>
                  <a:lnTo>
                    <a:pt x="7704" y="9207"/>
                  </a:lnTo>
                  <a:lnTo>
                    <a:pt x="7887" y="9427"/>
                  </a:lnTo>
                  <a:lnTo>
                    <a:pt x="8034" y="9648"/>
                  </a:lnTo>
                  <a:lnTo>
                    <a:pt x="8181" y="9904"/>
                  </a:lnTo>
                  <a:lnTo>
                    <a:pt x="8254" y="10161"/>
                  </a:lnTo>
                  <a:lnTo>
                    <a:pt x="8254" y="10418"/>
                  </a:lnTo>
                  <a:lnTo>
                    <a:pt x="8218" y="10638"/>
                  </a:lnTo>
                  <a:lnTo>
                    <a:pt x="7704" y="10088"/>
                  </a:lnTo>
                  <a:lnTo>
                    <a:pt x="7154" y="9611"/>
                  </a:lnTo>
                  <a:lnTo>
                    <a:pt x="7080" y="9611"/>
                  </a:lnTo>
                  <a:lnTo>
                    <a:pt x="7044" y="9648"/>
                  </a:lnTo>
                  <a:lnTo>
                    <a:pt x="7080" y="9684"/>
                  </a:lnTo>
                  <a:lnTo>
                    <a:pt x="7557" y="10344"/>
                  </a:lnTo>
                  <a:lnTo>
                    <a:pt x="8071" y="10968"/>
                  </a:lnTo>
                  <a:lnTo>
                    <a:pt x="7887" y="11188"/>
                  </a:lnTo>
                  <a:lnTo>
                    <a:pt x="7741" y="11408"/>
                  </a:lnTo>
                  <a:lnTo>
                    <a:pt x="7521" y="11628"/>
                  </a:lnTo>
                  <a:lnTo>
                    <a:pt x="7227" y="11372"/>
                  </a:lnTo>
                  <a:lnTo>
                    <a:pt x="6860" y="11005"/>
                  </a:lnTo>
                  <a:lnTo>
                    <a:pt x="6787" y="10748"/>
                  </a:lnTo>
                  <a:lnTo>
                    <a:pt x="6750" y="10491"/>
                  </a:lnTo>
                  <a:lnTo>
                    <a:pt x="6640" y="10234"/>
                  </a:lnTo>
                  <a:lnTo>
                    <a:pt x="6530" y="9978"/>
                  </a:lnTo>
                  <a:lnTo>
                    <a:pt x="6457" y="9868"/>
                  </a:lnTo>
                  <a:lnTo>
                    <a:pt x="6310" y="9868"/>
                  </a:lnTo>
                  <a:lnTo>
                    <a:pt x="5870" y="10014"/>
                  </a:lnTo>
                  <a:lnTo>
                    <a:pt x="5650" y="10088"/>
                  </a:lnTo>
                  <a:lnTo>
                    <a:pt x="5577" y="10088"/>
                  </a:lnTo>
                  <a:lnTo>
                    <a:pt x="5466" y="10014"/>
                  </a:lnTo>
                  <a:lnTo>
                    <a:pt x="5210" y="9904"/>
                  </a:lnTo>
                  <a:lnTo>
                    <a:pt x="5026" y="9758"/>
                  </a:lnTo>
                  <a:lnTo>
                    <a:pt x="4953" y="9648"/>
                  </a:lnTo>
                  <a:lnTo>
                    <a:pt x="4880" y="9538"/>
                  </a:lnTo>
                  <a:lnTo>
                    <a:pt x="4843" y="9427"/>
                  </a:lnTo>
                  <a:lnTo>
                    <a:pt x="4843" y="9281"/>
                  </a:lnTo>
                  <a:lnTo>
                    <a:pt x="4880" y="9134"/>
                  </a:lnTo>
                  <a:lnTo>
                    <a:pt x="4953" y="8987"/>
                  </a:lnTo>
                  <a:lnTo>
                    <a:pt x="5063" y="8877"/>
                  </a:lnTo>
                  <a:lnTo>
                    <a:pt x="5210" y="8804"/>
                  </a:lnTo>
                  <a:lnTo>
                    <a:pt x="5577" y="8694"/>
                  </a:lnTo>
                  <a:lnTo>
                    <a:pt x="5870" y="8657"/>
                  </a:lnTo>
                  <a:lnTo>
                    <a:pt x="6384" y="8657"/>
                  </a:lnTo>
                  <a:lnTo>
                    <a:pt x="6897" y="8620"/>
                  </a:lnTo>
                  <a:close/>
                  <a:moveTo>
                    <a:pt x="8621" y="10088"/>
                  </a:moveTo>
                  <a:lnTo>
                    <a:pt x="9355" y="10565"/>
                  </a:lnTo>
                  <a:lnTo>
                    <a:pt x="9501" y="10711"/>
                  </a:lnTo>
                  <a:lnTo>
                    <a:pt x="9648" y="10858"/>
                  </a:lnTo>
                  <a:lnTo>
                    <a:pt x="9758" y="11005"/>
                  </a:lnTo>
                  <a:lnTo>
                    <a:pt x="9868" y="11151"/>
                  </a:lnTo>
                  <a:lnTo>
                    <a:pt x="9355" y="11628"/>
                  </a:lnTo>
                  <a:lnTo>
                    <a:pt x="9318" y="11592"/>
                  </a:lnTo>
                  <a:lnTo>
                    <a:pt x="9208" y="11482"/>
                  </a:lnTo>
                  <a:lnTo>
                    <a:pt x="9061" y="11408"/>
                  </a:lnTo>
                  <a:lnTo>
                    <a:pt x="8878" y="11298"/>
                  </a:lnTo>
                  <a:lnTo>
                    <a:pt x="8768" y="11188"/>
                  </a:lnTo>
                  <a:lnTo>
                    <a:pt x="8511" y="10931"/>
                  </a:lnTo>
                  <a:lnTo>
                    <a:pt x="8548" y="10821"/>
                  </a:lnTo>
                  <a:lnTo>
                    <a:pt x="8621" y="10638"/>
                  </a:lnTo>
                  <a:lnTo>
                    <a:pt x="8658" y="10455"/>
                  </a:lnTo>
                  <a:lnTo>
                    <a:pt x="8658" y="10271"/>
                  </a:lnTo>
                  <a:lnTo>
                    <a:pt x="8621" y="10088"/>
                  </a:lnTo>
                  <a:close/>
                  <a:moveTo>
                    <a:pt x="6860" y="11555"/>
                  </a:moveTo>
                  <a:lnTo>
                    <a:pt x="7190" y="11885"/>
                  </a:lnTo>
                  <a:lnTo>
                    <a:pt x="7007" y="11958"/>
                  </a:lnTo>
                  <a:lnTo>
                    <a:pt x="6897" y="11958"/>
                  </a:lnTo>
                  <a:lnTo>
                    <a:pt x="6787" y="11922"/>
                  </a:lnTo>
                  <a:lnTo>
                    <a:pt x="6860" y="11555"/>
                  </a:lnTo>
                  <a:close/>
                  <a:moveTo>
                    <a:pt x="8328" y="11262"/>
                  </a:moveTo>
                  <a:lnTo>
                    <a:pt x="8474" y="11445"/>
                  </a:lnTo>
                  <a:lnTo>
                    <a:pt x="8658" y="11628"/>
                  </a:lnTo>
                  <a:lnTo>
                    <a:pt x="8878" y="11775"/>
                  </a:lnTo>
                  <a:lnTo>
                    <a:pt x="8988" y="11812"/>
                  </a:lnTo>
                  <a:lnTo>
                    <a:pt x="9098" y="11848"/>
                  </a:lnTo>
                  <a:lnTo>
                    <a:pt x="8731" y="12105"/>
                  </a:lnTo>
                  <a:lnTo>
                    <a:pt x="8328" y="12325"/>
                  </a:lnTo>
                  <a:lnTo>
                    <a:pt x="8291" y="12289"/>
                  </a:lnTo>
                  <a:lnTo>
                    <a:pt x="7814" y="11885"/>
                  </a:lnTo>
                  <a:lnTo>
                    <a:pt x="8071" y="11592"/>
                  </a:lnTo>
                  <a:lnTo>
                    <a:pt x="8328" y="11262"/>
                  </a:lnTo>
                  <a:close/>
                  <a:moveTo>
                    <a:pt x="6970" y="2678"/>
                  </a:moveTo>
                  <a:lnTo>
                    <a:pt x="7374" y="2715"/>
                  </a:lnTo>
                  <a:lnTo>
                    <a:pt x="7777" y="2788"/>
                  </a:lnTo>
                  <a:lnTo>
                    <a:pt x="8181" y="2898"/>
                  </a:lnTo>
                  <a:lnTo>
                    <a:pt x="8548" y="3008"/>
                  </a:lnTo>
                  <a:lnTo>
                    <a:pt x="8915" y="3192"/>
                  </a:lnTo>
                  <a:lnTo>
                    <a:pt x="9281" y="3375"/>
                  </a:lnTo>
                  <a:lnTo>
                    <a:pt x="9611" y="3595"/>
                  </a:lnTo>
                  <a:lnTo>
                    <a:pt x="9501" y="3632"/>
                  </a:lnTo>
                  <a:lnTo>
                    <a:pt x="9281" y="3815"/>
                  </a:lnTo>
                  <a:lnTo>
                    <a:pt x="9171" y="3925"/>
                  </a:lnTo>
                  <a:lnTo>
                    <a:pt x="9061" y="4035"/>
                  </a:lnTo>
                  <a:lnTo>
                    <a:pt x="9061" y="4072"/>
                  </a:lnTo>
                  <a:lnTo>
                    <a:pt x="9061" y="4109"/>
                  </a:lnTo>
                  <a:lnTo>
                    <a:pt x="9135" y="4109"/>
                  </a:lnTo>
                  <a:lnTo>
                    <a:pt x="9245" y="4072"/>
                  </a:lnTo>
                  <a:lnTo>
                    <a:pt x="9355" y="4072"/>
                  </a:lnTo>
                  <a:lnTo>
                    <a:pt x="9685" y="3925"/>
                  </a:lnTo>
                  <a:lnTo>
                    <a:pt x="9905" y="3815"/>
                  </a:lnTo>
                  <a:lnTo>
                    <a:pt x="10198" y="4035"/>
                  </a:lnTo>
                  <a:lnTo>
                    <a:pt x="9905" y="4255"/>
                  </a:lnTo>
                  <a:lnTo>
                    <a:pt x="9611" y="4512"/>
                  </a:lnTo>
                  <a:lnTo>
                    <a:pt x="9281" y="4475"/>
                  </a:lnTo>
                  <a:lnTo>
                    <a:pt x="8731" y="4475"/>
                  </a:lnTo>
                  <a:lnTo>
                    <a:pt x="8584" y="4512"/>
                  </a:lnTo>
                  <a:lnTo>
                    <a:pt x="8548" y="4549"/>
                  </a:lnTo>
                  <a:lnTo>
                    <a:pt x="8511" y="4622"/>
                  </a:lnTo>
                  <a:lnTo>
                    <a:pt x="8328" y="4989"/>
                  </a:lnTo>
                  <a:lnTo>
                    <a:pt x="8108" y="5356"/>
                  </a:lnTo>
                  <a:lnTo>
                    <a:pt x="7851" y="5466"/>
                  </a:lnTo>
                  <a:lnTo>
                    <a:pt x="7594" y="5613"/>
                  </a:lnTo>
                  <a:lnTo>
                    <a:pt x="7117" y="5906"/>
                  </a:lnTo>
                  <a:lnTo>
                    <a:pt x="6714" y="6163"/>
                  </a:lnTo>
                  <a:lnTo>
                    <a:pt x="6530" y="6310"/>
                  </a:lnTo>
                  <a:lnTo>
                    <a:pt x="6457" y="6383"/>
                  </a:lnTo>
                  <a:lnTo>
                    <a:pt x="6420" y="6493"/>
                  </a:lnTo>
                  <a:lnTo>
                    <a:pt x="6384" y="6676"/>
                  </a:lnTo>
                  <a:lnTo>
                    <a:pt x="6420" y="6786"/>
                  </a:lnTo>
                  <a:lnTo>
                    <a:pt x="6457" y="6896"/>
                  </a:lnTo>
                  <a:lnTo>
                    <a:pt x="6567" y="6970"/>
                  </a:lnTo>
                  <a:lnTo>
                    <a:pt x="6677" y="6970"/>
                  </a:lnTo>
                  <a:lnTo>
                    <a:pt x="6824" y="7006"/>
                  </a:lnTo>
                  <a:lnTo>
                    <a:pt x="7117" y="6933"/>
                  </a:lnTo>
                  <a:lnTo>
                    <a:pt x="7301" y="6860"/>
                  </a:lnTo>
                  <a:lnTo>
                    <a:pt x="7447" y="6823"/>
                  </a:lnTo>
                  <a:lnTo>
                    <a:pt x="7484" y="6860"/>
                  </a:lnTo>
                  <a:lnTo>
                    <a:pt x="7411" y="6896"/>
                  </a:lnTo>
                  <a:lnTo>
                    <a:pt x="7227" y="7006"/>
                  </a:lnTo>
                  <a:lnTo>
                    <a:pt x="6860" y="7080"/>
                  </a:lnTo>
                  <a:lnTo>
                    <a:pt x="6530" y="7153"/>
                  </a:lnTo>
                  <a:lnTo>
                    <a:pt x="6347" y="7227"/>
                  </a:lnTo>
                  <a:lnTo>
                    <a:pt x="6237" y="7337"/>
                  </a:lnTo>
                  <a:lnTo>
                    <a:pt x="6163" y="7483"/>
                  </a:lnTo>
                  <a:lnTo>
                    <a:pt x="6127" y="7630"/>
                  </a:lnTo>
                  <a:lnTo>
                    <a:pt x="6127" y="7777"/>
                  </a:lnTo>
                  <a:lnTo>
                    <a:pt x="6163" y="7924"/>
                  </a:lnTo>
                  <a:lnTo>
                    <a:pt x="6237" y="8070"/>
                  </a:lnTo>
                  <a:lnTo>
                    <a:pt x="6384" y="8180"/>
                  </a:lnTo>
                  <a:lnTo>
                    <a:pt x="6494" y="8180"/>
                  </a:lnTo>
                  <a:lnTo>
                    <a:pt x="6567" y="8144"/>
                  </a:lnTo>
                  <a:lnTo>
                    <a:pt x="6640" y="8070"/>
                  </a:lnTo>
                  <a:lnTo>
                    <a:pt x="6714" y="7997"/>
                  </a:lnTo>
                  <a:lnTo>
                    <a:pt x="6897" y="7924"/>
                  </a:lnTo>
                  <a:lnTo>
                    <a:pt x="7337" y="7924"/>
                  </a:lnTo>
                  <a:lnTo>
                    <a:pt x="8328" y="7997"/>
                  </a:lnTo>
                  <a:lnTo>
                    <a:pt x="8328" y="8144"/>
                  </a:lnTo>
                  <a:lnTo>
                    <a:pt x="8364" y="8327"/>
                  </a:lnTo>
                  <a:lnTo>
                    <a:pt x="8438" y="8474"/>
                  </a:lnTo>
                  <a:lnTo>
                    <a:pt x="8548" y="8584"/>
                  </a:lnTo>
                  <a:lnTo>
                    <a:pt x="8768" y="8767"/>
                  </a:lnTo>
                  <a:lnTo>
                    <a:pt x="8548" y="8694"/>
                  </a:lnTo>
                  <a:lnTo>
                    <a:pt x="8328" y="8657"/>
                  </a:lnTo>
                  <a:lnTo>
                    <a:pt x="8291" y="8657"/>
                  </a:lnTo>
                  <a:lnTo>
                    <a:pt x="8291" y="8731"/>
                  </a:lnTo>
                  <a:lnTo>
                    <a:pt x="8511" y="8951"/>
                  </a:lnTo>
                  <a:lnTo>
                    <a:pt x="8768" y="9171"/>
                  </a:lnTo>
                  <a:lnTo>
                    <a:pt x="9355" y="9501"/>
                  </a:lnTo>
                  <a:lnTo>
                    <a:pt x="9428" y="9574"/>
                  </a:lnTo>
                  <a:lnTo>
                    <a:pt x="9538" y="9648"/>
                  </a:lnTo>
                  <a:lnTo>
                    <a:pt x="9648" y="9684"/>
                  </a:lnTo>
                  <a:lnTo>
                    <a:pt x="9795" y="9794"/>
                  </a:lnTo>
                  <a:lnTo>
                    <a:pt x="9942" y="9941"/>
                  </a:lnTo>
                  <a:lnTo>
                    <a:pt x="10125" y="10198"/>
                  </a:lnTo>
                  <a:lnTo>
                    <a:pt x="10272" y="10344"/>
                  </a:lnTo>
                  <a:lnTo>
                    <a:pt x="10418" y="10491"/>
                  </a:lnTo>
                  <a:lnTo>
                    <a:pt x="10125" y="10858"/>
                  </a:lnTo>
                  <a:lnTo>
                    <a:pt x="9978" y="10638"/>
                  </a:lnTo>
                  <a:lnTo>
                    <a:pt x="9795" y="10455"/>
                  </a:lnTo>
                  <a:lnTo>
                    <a:pt x="9428" y="10161"/>
                  </a:lnTo>
                  <a:lnTo>
                    <a:pt x="8988" y="9904"/>
                  </a:lnTo>
                  <a:lnTo>
                    <a:pt x="8401" y="9501"/>
                  </a:lnTo>
                  <a:lnTo>
                    <a:pt x="8144" y="9171"/>
                  </a:lnTo>
                  <a:lnTo>
                    <a:pt x="7851" y="8877"/>
                  </a:lnTo>
                  <a:lnTo>
                    <a:pt x="7557" y="8657"/>
                  </a:lnTo>
                  <a:lnTo>
                    <a:pt x="7227" y="8437"/>
                  </a:lnTo>
                  <a:lnTo>
                    <a:pt x="7190" y="8437"/>
                  </a:lnTo>
                  <a:lnTo>
                    <a:pt x="7190" y="8400"/>
                  </a:lnTo>
                  <a:lnTo>
                    <a:pt x="7154" y="8400"/>
                  </a:lnTo>
                  <a:lnTo>
                    <a:pt x="7044" y="8364"/>
                  </a:lnTo>
                  <a:lnTo>
                    <a:pt x="6677" y="8327"/>
                  </a:lnTo>
                  <a:lnTo>
                    <a:pt x="6273" y="8290"/>
                  </a:lnTo>
                  <a:lnTo>
                    <a:pt x="5870" y="8327"/>
                  </a:lnTo>
                  <a:lnTo>
                    <a:pt x="5466" y="8364"/>
                  </a:lnTo>
                  <a:lnTo>
                    <a:pt x="5173" y="8437"/>
                  </a:lnTo>
                  <a:lnTo>
                    <a:pt x="4990" y="8510"/>
                  </a:lnTo>
                  <a:lnTo>
                    <a:pt x="4843" y="8620"/>
                  </a:lnTo>
                  <a:lnTo>
                    <a:pt x="4733" y="8731"/>
                  </a:lnTo>
                  <a:lnTo>
                    <a:pt x="4623" y="8841"/>
                  </a:lnTo>
                  <a:lnTo>
                    <a:pt x="4549" y="8987"/>
                  </a:lnTo>
                  <a:lnTo>
                    <a:pt x="4476" y="9171"/>
                  </a:lnTo>
                  <a:lnTo>
                    <a:pt x="4476" y="9317"/>
                  </a:lnTo>
                  <a:lnTo>
                    <a:pt x="4476" y="9464"/>
                  </a:lnTo>
                  <a:lnTo>
                    <a:pt x="4513" y="9611"/>
                  </a:lnTo>
                  <a:lnTo>
                    <a:pt x="4549" y="9721"/>
                  </a:lnTo>
                  <a:lnTo>
                    <a:pt x="4733" y="9978"/>
                  </a:lnTo>
                  <a:lnTo>
                    <a:pt x="4953" y="10161"/>
                  </a:lnTo>
                  <a:lnTo>
                    <a:pt x="5246" y="10344"/>
                  </a:lnTo>
                  <a:lnTo>
                    <a:pt x="5577" y="10491"/>
                  </a:lnTo>
                  <a:lnTo>
                    <a:pt x="5687" y="10491"/>
                  </a:lnTo>
                  <a:lnTo>
                    <a:pt x="5797" y="10418"/>
                  </a:lnTo>
                  <a:lnTo>
                    <a:pt x="6090" y="10308"/>
                  </a:lnTo>
                  <a:lnTo>
                    <a:pt x="6090" y="10418"/>
                  </a:lnTo>
                  <a:lnTo>
                    <a:pt x="6090" y="10528"/>
                  </a:lnTo>
                  <a:lnTo>
                    <a:pt x="6163" y="10785"/>
                  </a:lnTo>
                  <a:lnTo>
                    <a:pt x="6310" y="10968"/>
                  </a:lnTo>
                  <a:lnTo>
                    <a:pt x="6494" y="11188"/>
                  </a:lnTo>
                  <a:lnTo>
                    <a:pt x="6494" y="11592"/>
                  </a:lnTo>
                  <a:lnTo>
                    <a:pt x="6420" y="11958"/>
                  </a:lnTo>
                  <a:lnTo>
                    <a:pt x="6384" y="12105"/>
                  </a:lnTo>
                  <a:lnTo>
                    <a:pt x="6420" y="12142"/>
                  </a:lnTo>
                  <a:lnTo>
                    <a:pt x="6457" y="12179"/>
                  </a:lnTo>
                  <a:lnTo>
                    <a:pt x="6714" y="12289"/>
                  </a:lnTo>
                  <a:lnTo>
                    <a:pt x="6970" y="12325"/>
                  </a:lnTo>
                  <a:lnTo>
                    <a:pt x="7227" y="12252"/>
                  </a:lnTo>
                  <a:lnTo>
                    <a:pt x="7447" y="12142"/>
                  </a:lnTo>
                  <a:lnTo>
                    <a:pt x="7924" y="12509"/>
                  </a:lnTo>
                  <a:lnTo>
                    <a:pt x="7484" y="12655"/>
                  </a:lnTo>
                  <a:lnTo>
                    <a:pt x="7044" y="12802"/>
                  </a:lnTo>
                  <a:lnTo>
                    <a:pt x="6714" y="12876"/>
                  </a:lnTo>
                  <a:lnTo>
                    <a:pt x="6604" y="12765"/>
                  </a:lnTo>
                  <a:lnTo>
                    <a:pt x="6494" y="12582"/>
                  </a:lnTo>
                  <a:lnTo>
                    <a:pt x="6310" y="12289"/>
                  </a:lnTo>
                  <a:lnTo>
                    <a:pt x="6090" y="12032"/>
                  </a:lnTo>
                  <a:lnTo>
                    <a:pt x="5870" y="11812"/>
                  </a:lnTo>
                  <a:lnTo>
                    <a:pt x="5466" y="11372"/>
                  </a:lnTo>
                  <a:lnTo>
                    <a:pt x="5100" y="10895"/>
                  </a:lnTo>
                  <a:lnTo>
                    <a:pt x="5063" y="10858"/>
                  </a:lnTo>
                  <a:lnTo>
                    <a:pt x="4990" y="10858"/>
                  </a:lnTo>
                  <a:lnTo>
                    <a:pt x="4953" y="10895"/>
                  </a:lnTo>
                  <a:lnTo>
                    <a:pt x="4953" y="10931"/>
                  </a:lnTo>
                  <a:lnTo>
                    <a:pt x="4953" y="11151"/>
                  </a:lnTo>
                  <a:lnTo>
                    <a:pt x="5026" y="11335"/>
                  </a:lnTo>
                  <a:lnTo>
                    <a:pt x="5100" y="11518"/>
                  </a:lnTo>
                  <a:lnTo>
                    <a:pt x="5246" y="11702"/>
                  </a:lnTo>
                  <a:lnTo>
                    <a:pt x="5540" y="12032"/>
                  </a:lnTo>
                  <a:lnTo>
                    <a:pt x="5833" y="12325"/>
                  </a:lnTo>
                  <a:lnTo>
                    <a:pt x="6017" y="12582"/>
                  </a:lnTo>
                  <a:lnTo>
                    <a:pt x="6200" y="12912"/>
                  </a:lnTo>
                  <a:lnTo>
                    <a:pt x="5650" y="12949"/>
                  </a:lnTo>
                  <a:lnTo>
                    <a:pt x="5026" y="12362"/>
                  </a:lnTo>
                  <a:lnTo>
                    <a:pt x="4659" y="11995"/>
                  </a:lnTo>
                  <a:lnTo>
                    <a:pt x="4513" y="11812"/>
                  </a:lnTo>
                  <a:lnTo>
                    <a:pt x="4439" y="11555"/>
                  </a:lnTo>
                  <a:lnTo>
                    <a:pt x="4403" y="11518"/>
                  </a:lnTo>
                  <a:lnTo>
                    <a:pt x="4329" y="11482"/>
                  </a:lnTo>
                  <a:lnTo>
                    <a:pt x="4256" y="11482"/>
                  </a:lnTo>
                  <a:lnTo>
                    <a:pt x="4219" y="11555"/>
                  </a:lnTo>
                  <a:lnTo>
                    <a:pt x="4219" y="11665"/>
                  </a:lnTo>
                  <a:lnTo>
                    <a:pt x="4219" y="11812"/>
                  </a:lnTo>
                  <a:lnTo>
                    <a:pt x="4293" y="12032"/>
                  </a:lnTo>
                  <a:lnTo>
                    <a:pt x="4403" y="12252"/>
                  </a:lnTo>
                  <a:lnTo>
                    <a:pt x="4586" y="12435"/>
                  </a:lnTo>
                  <a:lnTo>
                    <a:pt x="4953" y="12876"/>
                  </a:lnTo>
                  <a:lnTo>
                    <a:pt x="4880" y="12876"/>
                  </a:lnTo>
                  <a:lnTo>
                    <a:pt x="4880" y="12839"/>
                  </a:lnTo>
                  <a:lnTo>
                    <a:pt x="4880" y="12802"/>
                  </a:lnTo>
                  <a:lnTo>
                    <a:pt x="4843" y="12765"/>
                  </a:lnTo>
                  <a:lnTo>
                    <a:pt x="4549" y="12692"/>
                  </a:lnTo>
                  <a:lnTo>
                    <a:pt x="4439" y="12655"/>
                  </a:lnTo>
                  <a:lnTo>
                    <a:pt x="4366" y="12545"/>
                  </a:lnTo>
                  <a:lnTo>
                    <a:pt x="4293" y="12362"/>
                  </a:lnTo>
                  <a:lnTo>
                    <a:pt x="4073" y="11995"/>
                  </a:lnTo>
                  <a:lnTo>
                    <a:pt x="3926" y="11848"/>
                  </a:lnTo>
                  <a:lnTo>
                    <a:pt x="3816" y="11738"/>
                  </a:lnTo>
                  <a:lnTo>
                    <a:pt x="3816" y="11665"/>
                  </a:lnTo>
                  <a:lnTo>
                    <a:pt x="3816" y="11592"/>
                  </a:lnTo>
                  <a:lnTo>
                    <a:pt x="3779" y="11555"/>
                  </a:lnTo>
                  <a:lnTo>
                    <a:pt x="3742" y="11518"/>
                  </a:lnTo>
                  <a:lnTo>
                    <a:pt x="3669" y="11555"/>
                  </a:lnTo>
                  <a:lnTo>
                    <a:pt x="3559" y="11628"/>
                  </a:lnTo>
                  <a:lnTo>
                    <a:pt x="3522" y="11702"/>
                  </a:lnTo>
                  <a:lnTo>
                    <a:pt x="3522" y="11848"/>
                  </a:lnTo>
                  <a:lnTo>
                    <a:pt x="3559" y="11958"/>
                  </a:lnTo>
                  <a:lnTo>
                    <a:pt x="3669" y="12105"/>
                  </a:lnTo>
                  <a:lnTo>
                    <a:pt x="3779" y="12252"/>
                  </a:lnTo>
                  <a:lnTo>
                    <a:pt x="3889" y="12435"/>
                  </a:lnTo>
                  <a:lnTo>
                    <a:pt x="3963" y="12655"/>
                  </a:lnTo>
                  <a:lnTo>
                    <a:pt x="3963" y="12655"/>
                  </a:lnTo>
                  <a:lnTo>
                    <a:pt x="3376" y="12435"/>
                  </a:lnTo>
                  <a:lnTo>
                    <a:pt x="2825" y="12105"/>
                  </a:lnTo>
                  <a:lnTo>
                    <a:pt x="2789" y="12069"/>
                  </a:lnTo>
                  <a:lnTo>
                    <a:pt x="2715" y="11958"/>
                  </a:lnTo>
                  <a:lnTo>
                    <a:pt x="2605" y="11885"/>
                  </a:lnTo>
                  <a:lnTo>
                    <a:pt x="2349" y="11812"/>
                  </a:lnTo>
                  <a:lnTo>
                    <a:pt x="2312" y="11738"/>
                  </a:lnTo>
                  <a:lnTo>
                    <a:pt x="2165" y="11115"/>
                  </a:lnTo>
                  <a:lnTo>
                    <a:pt x="2092" y="10748"/>
                  </a:lnTo>
                  <a:lnTo>
                    <a:pt x="2055" y="10381"/>
                  </a:lnTo>
                  <a:lnTo>
                    <a:pt x="2055" y="10051"/>
                  </a:lnTo>
                  <a:lnTo>
                    <a:pt x="2092" y="9868"/>
                  </a:lnTo>
                  <a:lnTo>
                    <a:pt x="2165" y="9758"/>
                  </a:lnTo>
                  <a:lnTo>
                    <a:pt x="2238" y="9611"/>
                  </a:lnTo>
                  <a:lnTo>
                    <a:pt x="2349" y="9538"/>
                  </a:lnTo>
                  <a:lnTo>
                    <a:pt x="2495" y="9464"/>
                  </a:lnTo>
                  <a:lnTo>
                    <a:pt x="2679" y="9391"/>
                  </a:lnTo>
                  <a:lnTo>
                    <a:pt x="2715" y="9391"/>
                  </a:lnTo>
                  <a:lnTo>
                    <a:pt x="2752" y="9354"/>
                  </a:lnTo>
                  <a:lnTo>
                    <a:pt x="2789" y="9281"/>
                  </a:lnTo>
                  <a:lnTo>
                    <a:pt x="2789" y="9207"/>
                  </a:lnTo>
                  <a:lnTo>
                    <a:pt x="2715" y="9024"/>
                  </a:lnTo>
                  <a:lnTo>
                    <a:pt x="2605" y="8841"/>
                  </a:lnTo>
                  <a:lnTo>
                    <a:pt x="2495" y="8694"/>
                  </a:lnTo>
                  <a:lnTo>
                    <a:pt x="2349" y="8510"/>
                  </a:lnTo>
                  <a:lnTo>
                    <a:pt x="2055" y="8254"/>
                  </a:lnTo>
                  <a:lnTo>
                    <a:pt x="1725" y="7960"/>
                  </a:lnTo>
                  <a:lnTo>
                    <a:pt x="1505" y="7813"/>
                  </a:lnTo>
                  <a:lnTo>
                    <a:pt x="1285" y="7630"/>
                  </a:lnTo>
                  <a:lnTo>
                    <a:pt x="1175" y="7447"/>
                  </a:lnTo>
                  <a:lnTo>
                    <a:pt x="991" y="7300"/>
                  </a:lnTo>
                  <a:lnTo>
                    <a:pt x="771" y="7153"/>
                  </a:lnTo>
                  <a:lnTo>
                    <a:pt x="551" y="7117"/>
                  </a:lnTo>
                  <a:lnTo>
                    <a:pt x="661" y="6566"/>
                  </a:lnTo>
                  <a:lnTo>
                    <a:pt x="771" y="6089"/>
                  </a:lnTo>
                  <a:lnTo>
                    <a:pt x="808" y="6016"/>
                  </a:lnTo>
                  <a:lnTo>
                    <a:pt x="955" y="5943"/>
                  </a:lnTo>
                  <a:lnTo>
                    <a:pt x="1101" y="5906"/>
                  </a:lnTo>
                  <a:lnTo>
                    <a:pt x="1248" y="5906"/>
                  </a:lnTo>
                  <a:lnTo>
                    <a:pt x="1395" y="5943"/>
                  </a:lnTo>
                  <a:lnTo>
                    <a:pt x="1505" y="6016"/>
                  </a:lnTo>
                  <a:lnTo>
                    <a:pt x="1615" y="6126"/>
                  </a:lnTo>
                  <a:lnTo>
                    <a:pt x="1652" y="6236"/>
                  </a:lnTo>
                  <a:lnTo>
                    <a:pt x="1652" y="6420"/>
                  </a:lnTo>
                  <a:lnTo>
                    <a:pt x="1652" y="6530"/>
                  </a:lnTo>
                  <a:lnTo>
                    <a:pt x="1688" y="6566"/>
                  </a:lnTo>
                  <a:lnTo>
                    <a:pt x="1725" y="6566"/>
                  </a:lnTo>
                  <a:lnTo>
                    <a:pt x="1945" y="6676"/>
                  </a:lnTo>
                  <a:lnTo>
                    <a:pt x="2128" y="6786"/>
                  </a:lnTo>
                  <a:lnTo>
                    <a:pt x="2275" y="6970"/>
                  </a:lnTo>
                  <a:lnTo>
                    <a:pt x="2385" y="7153"/>
                  </a:lnTo>
                  <a:lnTo>
                    <a:pt x="2459" y="7227"/>
                  </a:lnTo>
                  <a:lnTo>
                    <a:pt x="2532" y="7227"/>
                  </a:lnTo>
                  <a:lnTo>
                    <a:pt x="2605" y="7190"/>
                  </a:lnTo>
                  <a:lnTo>
                    <a:pt x="2642" y="7080"/>
                  </a:lnTo>
                  <a:lnTo>
                    <a:pt x="2532" y="5943"/>
                  </a:lnTo>
                  <a:lnTo>
                    <a:pt x="2752" y="5906"/>
                  </a:lnTo>
                  <a:lnTo>
                    <a:pt x="3009" y="5796"/>
                  </a:lnTo>
                  <a:lnTo>
                    <a:pt x="3229" y="5723"/>
                  </a:lnTo>
                  <a:lnTo>
                    <a:pt x="3449" y="5686"/>
                  </a:lnTo>
                  <a:lnTo>
                    <a:pt x="3669" y="5649"/>
                  </a:lnTo>
                  <a:lnTo>
                    <a:pt x="3889" y="5686"/>
                  </a:lnTo>
                  <a:lnTo>
                    <a:pt x="4293" y="5723"/>
                  </a:lnTo>
                  <a:lnTo>
                    <a:pt x="5100" y="5723"/>
                  </a:lnTo>
                  <a:lnTo>
                    <a:pt x="5283" y="5649"/>
                  </a:lnTo>
                  <a:lnTo>
                    <a:pt x="5503" y="5576"/>
                  </a:lnTo>
                  <a:lnTo>
                    <a:pt x="5577" y="5539"/>
                  </a:lnTo>
                  <a:lnTo>
                    <a:pt x="5613" y="5466"/>
                  </a:lnTo>
                  <a:lnTo>
                    <a:pt x="5613" y="5356"/>
                  </a:lnTo>
                  <a:lnTo>
                    <a:pt x="5577" y="5282"/>
                  </a:lnTo>
                  <a:lnTo>
                    <a:pt x="5246" y="4916"/>
                  </a:lnTo>
                  <a:lnTo>
                    <a:pt x="4880" y="4549"/>
                  </a:lnTo>
                  <a:lnTo>
                    <a:pt x="4696" y="4365"/>
                  </a:lnTo>
                  <a:lnTo>
                    <a:pt x="4513" y="4219"/>
                  </a:lnTo>
                  <a:lnTo>
                    <a:pt x="4293" y="4109"/>
                  </a:lnTo>
                  <a:lnTo>
                    <a:pt x="4036" y="3999"/>
                  </a:lnTo>
                  <a:lnTo>
                    <a:pt x="3999" y="3889"/>
                  </a:lnTo>
                  <a:lnTo>
                    <a:pt x="3963" y="3815"/>
                  </a:lnTo>
                  <a:lnTo>
                    <a:pt x="3852" y="3742"/>
                  </a:lnTo>
                  <a:lnTo>
                    <a:pt x="3742" y="3668"/>
                  </a:lnTo>
                  <a:lnTo>
                    <a:pt x="3376" y="3522"/>
                  </a:lnTo>
                  <a:lnTo>
                    <a:pt x="3192" y="3448"/>
                  </a:lnTo>
                  <a:lnTo>
                    <a:pt x="2972" y="3412"/>
                  </a:lnTo>
                  <a:lnTo>
                    <a:pt x="3412" y="3228"/>
                  </a:lnTo>
                  <a:lnTo>
                    <a:pt x="3816" y="3045"/>
                  </a:lnTo>
                  <a:lnTo>
                    <a:pt x="4256" y="2935"/>
                  </a:lnTo>
                  <a:lnTo>
                    <a:pt x="4696" y="2861"/>
                  </a:lnTo>
                  <a:lnTo>
                    <a:pt x="5136" y="2788"/>
                  </a:lnTo>
                  <a:lnTo>
                    <a:pt x="6494" y="2788"/>
                  </a:lnTo>
                  <a:lnTo>
                    <a:pt x="6567" y="2751"/>
                  </a:lnTo>
                  <a:lnTo>
                    <a:pt x="6567" y="2678"/>
                  </a:lnTo>
                  <a:close/>
                  <a:moveTo>
                    <a:pt x="5100" y="15590"/>
                  </a:moveTo>
                  <a:lnTo>
                    <a:pt x="5246" y="15627"/>
                  </a:lnTo>
                  <a:lnTo>
                    <a:pt x="5503" y="15700"/>
                  </a:lnTo>
                  <a:lnTo>
                    <a:pt x="5393" y="15737"/>
                  </a:lnTo>
                  <a:lnTo>
                    <a:pt x="5320" y="15810"/>
                  </a:lnTo>
                  <a:lnTo>
                    <a:pt x="5246" y="15920"/>
                  </a:lnTo>
                  <a:lnTo>
                    <a:pt x="5246" y="16030"/>
                  </a:lnTo>
                  <a:lnTo>
                    <a:pt x="5210" y="16177"/>
                  </a:lnTo>
                  <a:lnTo>
                    <a:pt x="5246" y="16360"/>
                  </a:lnTo>
                  <a:lnTo>
                    <a:pt x="5246" y="16434"/>
                  </a:lnTo>
                  <a:lnTo>
                    <a:pt x="5283" y="16507"/>
                  </a:lnTo>
                  <a:lnTo>
                    <a:pt x="5356" y="16580"/>
                  </a:lnTo>
                  <a:lnTo>
                    <a:pt x="5430" y="16617"/>
                  </a:lnTo>
                  <a:lnTo>
                    <a:pt x="5540" y="16617"/>
                  </a:lnTo>
                  <a:lnTo>
                    <a:pt x="5870" y="16947"/>
                  </a:lnTo>
                  <a:lnTo>
                    <a:pt x="6237" y="17167"/>
                  </a:lnTo>
                  <a:lnTo>
                    <a:pt x="6567" y="17351"/>
                  </a:lnTo>
                  <a:lnTo>
                    <a:pt x="6750" y="17424"/>
                  </a:lnTo>
                  <a:lnTo>
                    <a:pt x="3449" y="17387"/>
                  </a:lnTo>
                  <a:lnTo>
                    <a:pt x="3596" y="17314"/>
                  </a:lnTo>
                  <a:lnTo>
                    <a:pt x="3926" y="17167"/>
                  </a:lnTo>
                  <a:lnTo>
                    <a:pt x="4256" y="16984"/>
                  </a:lnTo>
                  <a:lnTo>
                    <a:pt x="4476" y="16837"/>
                  </a:lnTo>
                  <a:lnTo>
                    <a:pt x="4696" y="16654"/>
                  </a:lnTo>
                  <a:lnTo>
                    <a:pt x="4770" y="16690"/>
                  </a:lnTo>
                  <a:lnTo>
                    <a:pt x="4880" y="16690"/>
                  </a:lnTo>
                  <a:lnTo>
                    <a:pt x="4953" y="16654"/>
                  </a:lnTo>
                  <a:lnTo>
                    <a:pt x="5026" y="16580"/>
                  </a:lnTo>
                  <a:lnTo>
                    <a:pt x="5136" y="16397"/>
                  </a:lnTo>
                  <a:lnTo>
                    <a:pt x="5210" y="16214"/>
                  </a:lnTo>
                  <a:lnTo>
                    <a:pt x="5173" y="16103"/>
                  </a:lnTo>
                  <a:lnTo>
                    <a:pt x="5100" y="16030"/>
                  </a:lnTo>
                  <a:lnTo>
                    <a:pt x="5063" y="15993"/>
                  </a:lnTo>
                  <a:lnTo>
                    <a:pt x="5100" y="15773"/>
                  </a:lnTo>
                  <a:lnTo>
                    <a:pt x="5100" y="15590"/>
                  </a:lnTo>
                  <a:close/>
                  <a:moveTo>
                    <a:pt x="9795" y="0"/>
                  </a:moveTo>
                  <a:lnTo>
                    <a:pt x="9648" y="74"/>
                  </a:lnTo>
                  <a:lnTo>
                    <a:pt x="9391" y="110"/>
                  </a:lnTo>
                  <a:lnTo>
                    <a:pt x="9171" y="220"/>
                  </a:lnTo>
                  <a:lnTo>
                    <a:pt x="9061" y="294"/>
                  </a:lnTo>
                  <a:lnTo>
                    <a:pt x="8988" y="404"/>
                  </a:lnTo>
                  <a:lnTo>
                    <a:pt x="8951" y="514"/>
                  </a:lnTo>
                  <a:lnTo>
                    <a:pt x="8915" y="661"/>
                  </a:lnTo>
                  <a:lnTo>
                    <a:pt x="8915" y="771"/>
                  </a:lnTo>
                  <a:lnTo>
                    <a:pt x="8915" y="881"/>
                  </a:lnTo>
                  <a:lnTo>
                    <a:pt x="8988" y="1027"/>
                  </a:lnTo>
                  <a:lnTo>
                    <a:pt x="9025" y="1137"/>
                  </a:lnTo>
                  <a:lnTo>
                    <a:pt x="8254" y="2348"/>
                  </a:lnTo>
                  <a:lnTo>
                    <a:pt x="7631" y="2201"/>
                  </a:lnTo>
                  <a:lnTo>
                    <a:pt x="7007" y="2165"/>
                  </a:lnTo>
                  <a:lnTo>
                    <a:pt x="6384" y="2165"/>
                  </a:lnTo>
                  <a:lnTo>
                    <a:pt x="5797" y="2238"/>
                  </a:lnTo>
                  <a:lnTo>
                    <a:pt x="5650" y="2275"/>
                  </a:lnTo>
                  <a:lnTo>
                    <a:pt x="5577" y="2385"/>
                  </a:lnTo>
                  <a:lnTo>
                    <a:pt x="5100" y="2348"/>
                  </a:lnTo>
                  <a:lnTo>
                    <a:pt x="4623" y="2421"/>
                  </a:lnTo>
                  <a:lnTo>
                    <a:pt x="4109" y="2495"/>
                  </a:lnTo>
                  <a:lnTo>
                    <a:pt x="3632" y="2641"/>
                  </a:lnTo>
                  <a:lnTo>
                    <a:pt x="3192" y="2825"/>
                  </a:lnTo>
                  <a:lnTo>
                    <a:pt x="2715" y="3045"/>
                  </a:lnTo>
                  <a:lnTo>
                    <a:pt x="2312" y="3302"/>
                  </a:lnTo>
                  <a:lnTo>
                    <a:pt x="1945" y="3558"/>
                  </a:lnTo>
                  <a:lnTo>
                    <a:pt x="1505" y="3925"/>
                  </a:lnTo>
                  <a:lnTo>
                    <a:pt x="1138" y="4365"/>
                  </a:lnTo>
                  <a:lnTo>
                    <a:pt x="808" y="4806"/>
                  </a:lnTo>
                  <a:lnTo>
                    <a:pt x="551" y="5282"/>
                  </a:lnTo>
                  <a:lnTo>
                    <a:pt x="331" y="5796"/>
                  </a:lnTo>
                  <a:lnTo>
                    <a:pt x="184" y="6346"/>
                  </a:lnTo>
                  <a:lnTo>
                    <a:pt x="74" y="6896"/>
                  </a:lnTo>
                  <a:lnTo>
                    <a:pt x="1" y="7447"/>
                  </a:lnTo>
                  <a:lnTo>
                    <a:pt x="1" y="7997"/>
                  </a:lnTo>
                  <a:lnTo>
                    <a:pt x="38" y="8547"/>
                  </a:lnTo>
                  <a:lnTo>
                    <a:pt x="148" y="9097"/>
                  </a:lnTo>
                  <a:lnTo>
                    <a:pt x="294" y="9648"/>
                  </a:lnTo>
                  <a:lnTo>
                    <a:pt x="478" y="10161"/>
                  </a:lnTo>
                  <a:lnTo>
                    <a:pt x="698" y="10638"/>
                  </a:lnTo>
                  <a:lnTo>
                    <a:pt x="991" y="11115"/>
                  </a:lnTo>
                  <a:lnTo>
                    <a:pt x="1358" y="11555"/>
                  </a:lnTo>
                  <a:lnTo>
                    <a:pt x="1725" y="11958"/>
                  </a:lnTo>
                  <a:lnTo>
                    <a:pt x="2165" y="12325"/>
                  </a:lnTo>
                  <a:lnTo>
                    <a:pt x="2679" y="12655"/>
                  </a:lnTo>
                  <a:lnTo>
                    <a:pt x="3156" y="12912"/>
                  </a:lnTo>
                  <a:lnTo>
                    <a:pt x="3706" y="13132"/>
                  </a:lnTo>
                  <a:lnTo>
                    <a:pt x="4256" y="13279"/>
                  </a:lnTo>
                  <a:lnTo>
                    <a:pt x="4806" y="13389"/>
                  </a:lnTo>
                  <a:lnTo>
                    <a:pt x="5393" y="13462"/>
                  </a:lnTo>
                  <a:lnTo>
                    <a:pt x="5943" y="13462"/>
                  </a:lnTo>
                  <a:lnTo>
                    <a:pt x="6494" y="13426"/>
                  </a:lnTo>
                  <a:lnTo>
                    <a:pt x="7044" y="13352"/>
                  </a:lnTo>
                  <a:lnTo>
                    <a:pt x="7594" y="13206"/>
                  </a:lnTo>
                  <a:lnTo>
                    <a:pt x="8108" y="13022"/>
                  </a:lnTo>
                  <a:lnTo>
                    <a:pt x="8621" y="12802"/>
                  </a:lnTo>
                  <a:lnTo>
                    <a:pt x="9098" y="12509"/>
                  </a:lnTo>
                  <a:lnTo>
                    <a:pt x="9538" y="12215"/>
                  </a:lnTo>
                  <a:lnTo>
                    <a:pt x="10052" y="11775"/>
                  </a:lnTo>
                  <a:lnTo>
                    <a:pt x="10492" y="11262"/>
                  </a:lnTo>
                  <a:lnTo>
                    <a:pt x="10932" y="10711"/>
                  </a:lnTo>
                  <a:lnTo>
                    <a:pt x="11299" y="10161"/>
                  </a:lnTo>
                  <a:lnTo>
                    <a:pt x="11629" y="9538"/>
                  </a:lnTo>
                  <a:lnTo>
                    <a:pt x="11886" y="8914"/>
                  </a:lnTo>
                  <a:lnTo>
                    <a:pt x="12106" y="8290"/>
                  </a:lnTo>
                  <a:lnTo>
                    <a:pt x="12179" y="7924"/>
                  </a:lnTo>
                  <a:lnTo>
                    <a:pt x="12216" y="7593"/>
                  </a:lnTo>
                  <a:lnTo>
                    <a:pt x="12253" y="7080"/>
                  </a:lnTo>
                  <a:lnTo>
                    <a:pt x="12216" y="6603"/>
                  </a:lnTo>
                  <a:lnTo>
                    <a:pt x="12106" y="6126"/>
                  </a:lnTo>
                  <a:lnTo>
                    <a:pt x="11922" y="5649"/>
                  </a:lnTo>
                  <a:lnTo>
                    <a:pt x="11739" y="5172"/>
                  </a:lnTo>
                  <a:lnTo>
                    <a:pt x="11482" y="4732"/>
                  </a:lnTo>
                  <a:lnTo>
                    <a:pt x="11189" y="4329"/>
                  </a:lnTo>
                  <a:lnTo>
                    <a:pt x="10859" y="3962"/>
                  </a:lnTo>
                  <a:lnTo>
                    <a:pt x="10822" y="3852"/>
                  </a:lnTo>
                  <a:lnTo>
                    <a:pt x="10712" y="3815"/>
                  </a:lnTo>
                  <a:lnTo>
                    <a:pt x="10272" y="3375"/>
                  </a:lnTo>
                  <a:lnTo>
                    <a:pt x="10162" y="3302"/>
                  </a:lnTo>
                  <a:lnTo>
                    <a:pt x="9832" y="3082"/>
                  </a:lnTo>
                  <a:lnTo>
                    <a:pt x="9501" y="2861"/>
                  </a:lnTo>
                  <a:lnTo>
                    <a:pt x="9135" y="2678"/>
                  </a:lnTo>
                  <a:lnTo>
                    <a:pt x="8768" y="2531"/>
                  </a:lnTo>
                  <a:lnTo>
                    <a:pt x="8804" y="2458"/>
                  </a:lnTo>
                  <a:lnTo>
                    <a:pt x="8841" y="2421"/>
                  </a:lnTo>
                  <a:lnTo>
                    <a:pt x="8804" y="2348"/>
                  </a:lnTo>
                  <a:lnTo>
                    <a:pt x="9171" y="1871"/>
                  </a:lnTo>
                  <a:lnTo>
                    <a:pt x="9501" y="1394"/>
                  </a:lnTo>
                  <a:lnTo>
                    <a:pt x="9758" y="1394"/>
                  </a:lnTo>
                  <a:lnTo>
                    <a:pt x="9868" y="1358"/>
                  </a:lnTo>
                  <a:lnTo>
                    <a:pt x="9978" y="1284"/>
                  </a:lnTo>
                  <a:lnTo>
                    <a:pt x="10052" y="1211"/>
                  </a:lnTo>
                  <a:lnTo>
                    <a:pt x="10602" y="1468"/>
                  </a:lnTo>
                  <a:lnTo>
                    <a:pt x="11079" y="1798"/>
                  </a:lnTo>
                  <a:lnTo>
                    <a:pt x="11556" y="2128"/>
                  </a:lnTo>
                  <a:lnTo>
                    <a:pt x="11996" y="2531"/>
                  </a:lnTo>
                  <a:lnTo>
                    <a:pt x="12399" y="2972"/>
                  </a:lnTo>
                  <a:lnTo>
                    <a:pt x="12766" y="3412"/>
                  </a:lnTo>
                  <a:lnTo>
                    <a:pt x="13060" y="3925"/>
                  </a:lnTo>
                  <a:lnTo>
                    <a:pt x="13353" y="4439"/>
                  </a:lnTo>
                  <a:lnTo>
                    <a:pt x="13573" y="4989"/>
                  </a:lnTo>
                  <a:lnTo>
                    <a:pt x="13757" y="5539"/>
                  </a:lnTo>
                  <a:lnTo>
                    <a:pt x="13903" y="6126"/>
                  </a:lnTo>
                  <a:lnTo>
                    <a:pt x="14013" y="6713"/>
                  </a:lnTo>
                  <a:lnTo>
                    <a:pt x="14087" y="7300"/>
                  </a:lnTo>
                  <a:lnTo>
                    <a:pt x="14087" y="7887"/>
                  </a:lnTo>
                  <a:lnTo>
                    <a:pt x="14087" y="8510"/>
                  </a:lnTo>
                  <a:lnTo>
                    <a:pt x="14013" y="9097"/>
                  </a:lnTo>
                  <a:lnTo>
                    <a:pt x="13867" y="9758"/>
                  </a:lnTo>
                  <a:lnTo>
                    <a:pt x="13720" y="10381"/>
                  </a:lnTo>
                  <a:lnTo>
                    <a:pt x="13463" y="11005"/>
                  </a:lnTo>
                  <a:lnTo>
                    <a:pt x="13206" y="11592"/>
                  </a:lnTo>
                  <a:lnTo>
                    <a:pt x="12876" y="12179"/>
                  </a:lnTo>
                  <a:lnTo>
                    <a:pt x="12473" y="12692"/>
                  </a:lnTo>
                  <a:lnTo>
                    <a:pt x="12069" y="13206"/>
                  </a:lnTo>
                  <a:lnTo>
                    <a:pt x="11592" y="13683"/>
                  </a:lnTo>
                  <a:lnTo>
                    <a:pt x="11079" y="14049"/>
                  </a:lnTo>
                  <a:lnTo>
                    <a:pt x="10565" y="14416"/>
                  </a:lnTo>
                  <a:lnTo>
                    <a:pt x="9978" y="14710"/>
                  </a:lnTo>
                  <a:lnTo>
                    <a:pt x="9391" y="14966"/>
                  </a:lnTo>
                  <a:lnTo>
                    <a:pt x="8804" y="15150"/>
                  </a:lnTo>
                  <a:lnTo>
                    <a:pt x="8181" y="15260"/>
                  </a:lnTo>
                  <a:lnTo>
                    <a:pt x="7557" y="15333"/>
                  </a:lnTo>
                  <a:lnTo>
                    <a:pt x="6897" y="15370"/>
                  </a:lnTo>
                  <a:lnTo>
                    <a:pt x="6420" y="15333"/>
                  </a:lnTo>
                  <a:lnTo>
                    <a:pt x="5943" y="15296"/>
                  </a:lnTo>
                  <a:lnTo>
                    <a:pt x="5466" y="15186"/>
                  </a:lnTo>
                  <a:lnTo>
                    <a:pt x="5026" y="15076"/>
                  </a:lnTo>
                  <a:lnTo>
                    <a:pt x="4549" y="14893"/>
                  </a:lnTo>
                  <a:lnTo>
                    <a:pt x="4109" y="14673"/>
                  </a:lnTo>
                  <a:lnTo>
                    <a:pt x="3632" y="14453"/>
                  </a:lnTo>
                  <a:lnTo>
                    <a:pt x="3669" y="14416"/>
                  </a:lnTo>
                  <a:lnTo>
                    <a:pt x="3706" y="14343"/>
                  </a:lnTo>
                  <a:lnTo>
                    <a:pt x="3706" y="14269"/>
                  </a:lnTo>
                  <a:lnTo>
                    <a:pt x="3706" y="14196"/>
                  </a:lnTo>
                  <a:lnTo>
                    <a:pt x="3669" y="14123"/>
                  </a:lnTo>
                  <a:lnTo>
                    <a:pt x="3522" y="14013"/>
                  </a:lnTo>
                  <a:lnTo>
                    <a:pt x="3376" y="13939"/>
                  </a:lnTo>
                  <a:lnTo>
                    <a:pt x="3229" y="13903"/>
                  </a:lnTo>
                  <a:lnTo>
                    <a:pt x="3009" y="13903"/>
                  </a:lnTo>
                  <a:lnTo>
                    <a:pt x="2899" y="13939"/>
                  </a:lnTo>
                  <a:lnTo>
                    <a:pt x="2752" y="14013"/>
                  </a:lnTo>
                  <a:lnTo>
                    <a:pt x="2642" y="14123"/>
                  </a:lnTo>
                  <a:lnTo>
                    <a:pt x="2605" y="14269"/>
                  </a:lnTo>
                  <a:lnTo>
                    <a:pt x="2605" y="14416"/>
                  </a:lnTo>
                  <a:lnTo>
                    <a:pt x="2642" y="14563"/>
                  </a:lnTo>
                  <a:lnTo>
                    <a:pt x="2715" y="14710"/>
                  </a:lnTo>
                  <a:lnTo>
                    <a:pt x="2825" y="14820"/>
                  </a:lnTo>
                  <a:lnTo>
                    <a:pt x="2972" y="14856"/>
                  </a:lnTo>
                  <a:lnTo>
                    <a:pt x="3119" y="14893"/>
                  </a:lnTo>
                  <a:lnTo>
                    <a:pt x="3266" y="14856"/>
                  </a:lnTo>
                  <a:lnTo>
                    <a:pt x="3376" y="14746"/>
                  </a:lnTo>
                  <a:lnTo>
                    <a:pt x="3522" y="14856"/>
                  </a:lnTo>
                  <a:lnTo>
                    <a:pt x="4036" y="15150"/>
                  </a:lnTo>
                  <a:lnTo>
                    <a:pt x="4439" y="15333"/>
                  </a:lnTo>
                  <a:lnTo>
                    <a:pt x="4806" y="15480"/>
                  </a:lnTo>
                  <a:lnTo>
                    <a:pt x="4770" y="15553"/>
                  </a:lnTo>
                  <a:lnTo>
                    <a:pt x="4733" y="15590"/>
                  </a:lnTo>
                  <a:lnTo>
                    <a:pt x="4659" y="15810"/>
                  </a:lnTo>
                  <a:lnTo>
                    <a:pt x="4623" y="16030"/>
                  </a:lnTo>
                  <a:lnTo>
                    <a:pt x="4586" y="16470"/>
                  </a:lnTo>
                  <a:lnTo>
                    <a:pt x="3963" y="16654"/>
                  </a:lnTo>
                  <a:lnTo>
                    <a:pt x="3376" y="16910"/>
                  </a:lnTo>
                  <a:lnTo>
                    <a:pt x="2752" y="17167"/>
                  </a:lnTo>
                  <a:lnTo>
                    <a:pt x="2128" y="17387"/>
                  </a:lnTo>
                  <a:lnTo>
                    <a:pt x="2055" y="17424"/>
                  </a:lnTo>
                  <a:lnTo>
                    <a:pt x="2018" y="17497"/>
                  </a:lnTo>
                  <a:lnTo>
                    <a:pt x="1982" y="17571"/>
                  </a:lnTo>
                  <a:lnTo>
                    <a:pt x="1982" y="17644"/>
                  </a:lnTo>
                  <a:lnTo>
                    <a:pt x="2018" y="17717"/>
                  </a:lnTo>
                  <a:lnTo>
                    <a:pt x="2055" y="17791"/>
                  </a:lnTo>
                  <a:lnTo>
                    <a:pt x="2128" y="17828"/>
                  </a:lnTo>
                  <a:lnTo>
                    <a:pt x="2202" y="17864"/>
                  </a:lnTo>
                  <a:lnTo>
                    <a:pt x="8401" y="17901"/>
                  </a:lnTo>
                  <a:lnTo>
                    <a:pt x="8474" y="17901"/>
                  </a:lnTo>
                  <a:lnTo>
                    <a:pt x="8548" y="17864"/>
                  </a:lnTo>
                  <a:lnTo>
                    <a:pt x="8621" y="17791"/>
                  </a:lnTo>
                  <a:lnTo>
                    <a:pt x="8621" y="17717"/>
                  </a:lnTo>
                  <a:lnTo>
                    <a:pt x="8621" y="17644"/>
                  </a:lnTo>
                  <a:lnTo>
                    <a:pt x="8621" y="17571"/>
                  </a:lnTo>
                  <a:lnTo>
                    <a:pt x="8584" y="17497"/>
                  </a:lnTo>
                  <a:lnTo>
                    <a:pt x="8474" y="17424"/>
                  </a:lnTo>
                  <a:lnTo>
                    <a:pt x="8108" y="17277"/>
                  </a:lnTo>
                  <a:lnTo>
                    <a:pt x="7667" y="17167"/>
                  </a:lnTo>
                  <a:lnTo>
                    <a:pt x="7264" y="17057"/>
                  </a:lnTo>
                  <a:lnTo>
                    <a:pt x="6860" y="16947"/>
                  </a:lnTo>
                  <a:lnTo>
                    <a:pt x="6494" y="16764"/>
                  </a:lnTo>
                  <a:lnTo>
                    <a:pt x="6163" y="16544"/>
                  </a:lnTo>
                  <a:lnTo>
                    <a:pt x="5907" y="16324"/>
                  </a:lnTo>
                  <a:lnTo>
                    <a:pt x="5797" y="16214"/>
                  </a:lnTo>
                  <a:lnTo>
                    <a:pt x="5650" y="16140"/>
                  </a:lnTo>
                  <a:lnTo>
                    <a:pt x="5650" y="16103"/>
                  </a:lnTo>
                  <a:lnTo>
                    <a:pt x="5687" y="15920"/>
                  </a:lnTo>
                  <a:lnTo>
                    <a:pt x="5650" y="15737"/>
                  </a:lnTo>
                  <a:lnTo>
                    <a:pt x="6127" y="15810"/>
                  </a:lnTo>
                  <a:lnTo>
                    <a:pt x="6640" y="15847"/>
                  </a:lnTo>
                  <a:lnTo>
                    <a:pt x="7631" y="15847"/>
                  </a:lnTo>
                  <a:lnTo>
                    <a:pt x="8218" y="15773"/>
                  </a:lnTo>
                  <a:lnTo>
                    <a:pt x="8841" y="15627"/>
                  </a:lnTo>
                  <a:lnTo>
                    <a:pt x="9428" y="15480"/>
                  </a:lnTo>
                  <a:lnTo>
                    <a:pt x="10015" y="15260"/>
                  </a:lnTo>
                  <a:lnTo>
                    <a:pt x="10565" y="14966"/>
                  </a:lnTo>
                  <a:lnTo>
                    <a:pt x="11079" y="14673"/>
                  </a:lnTo>
                  <a:lnTo>
                    <a:pt x="11592" y="14306"/>
                  </a:lnTo>
                  <a:lnTo>
                    <a:pt x="12069" y="13903"/>
                  </a:lnTo>
                  <a:lnTo>
                    <a:pt x="12509" y="13462"/>
                  </a:lnTo>
                  <a:lnTo>
                    <a:pt x="12913" y="12986"/>
                  </a:lnTo>
                  <a:lnTo>
                    <a:pt x="13280" y="12472"/>
                  </a:lnTo>
                  <a:lnTo>
                    <a:pt x="13573" y="11922"/>
                  </a:lnTo>
                  <a:lnTo>
                    <a:pt x="13867" y="11372"/>
                  </a:lnTo>
                  <a:lnTo>
                    <a:pt x="14087" y="10785"/>
                  </a:lnTo>
                  <a:lnTo>
                    <a:pt x="14307" y="10198"/>
                  </a:lnTo>
                  <a:lnTo>
                    <a:pt x="14417" y="9574"/>
                  </a:lnTo>
                  <a:lnTo>
                    <a:pt x="14527" y="8951"/>
                  </a:lnTo>
                  <a:lnTo>
                    <a:pt x="14600" y="8327"/>
                  </a:lnTo>
                  <a:lnTo>
                    <a:pt x="14600" y="7703"/>
                  </a:lnTo>
                  <a:lnTo>
                    <a:pt x="14564" y="7080"/>
                  </a:lnTo>
                  <a:lnTo>
                    <a:pt x="14490" y="6456"/>
                  </a:lnTo>
                  <a:lnTo>
                    <a:pt x="14380" y="5833"/>
                  </a:lnTo>
                  <a:lnTo>
                    <a:pt x="14197" y="5209"/>
                  </a:lnTo>
                  <a:lnTo>
                    <a:pt x="13977" y="4622"/>
                  </a:lnTo>
                  <a:lnTo>
                    <a:pt x="13720" y="3999"/>
                  </a:lnTo>
                  <a:lnTo>
                    <a:pt x="13353" y="3412"/>
                  </a:lnTo>
                  <a:lnTo>
                    <a:pt x="12986" y="2861"/>
                  </a:lnTo>
                  <a:lnTo>
                    <a:pt x="12509" y="2311"/>
                  </a:lnTo>
                  <a:lnTo>
                    <a:pt x="12032" y="1834"/>
                  </a:lnTo>
                  <a:lnTo>
                    <a:pt x="11482" y="1394"/>
                  </a:lnTo>
                  <a:lnTo>
                    <a:pt x="10895" y="1027"/>
                  </a:lnTo>
                  <a:lnTo>
                    <a:pt x="10602" y="881"/>
                  </a:lnTo>
                  <a:lnTo>
                    <a:pt x="10272" y="734"/>
                  </a:lnTo>
                  <a:lnTo>
                    <a:pt x="10308" y="587"/>
                  </a:lnTo>
                  <a:lnTo>
                    <a:pt x="10308" y="441"/>
                  </a:lnTo>
                  <a:lnTo>
                    <a:pt x="10272" y="294"/>
                  </a:lnTo>
                  <a:lnTo>
                    <a:pt x="10198" y="147"/>
                  </a:lnTo>
                  <a:lnTo>
                    <a:pt x="10088" y="74"/>
                  </a:lnTo>
                  <a:lnTo>
                    <a:pt x="9942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42" name="Google Shape;298;p5">
              <a:extLst>
                <a:ext uri="{FF2B5EF4-FFF2-40B4-BE49-F238E27FC236}">
                  <a16:creationId xmlns:a16="http://schemas.microsoft.com/office/drawing/2014/main" id="{D203D9D2-5D0A-4088-814A-6CEA6DB0E0FA}"/>
                </a:ext>
              </a:extLst>
            </p:cNvPr>
            <p:cNvSpPr/>
            <p:nvPr/>
          </p:nvSpPr>
          <p:spPr>
            <a:xfrm>
              <a:off x="6071400" y="1791425"/>
              <a:ext cx="402625" cy="375100"/>
            </a:xfrm>
            <a:custGeom>
              <a:avLst/>
              <a:gdLst/>
              <a:ahLst/>
              <a:cxnLst/>
              <a:rect l="l" t="t" r="r" b="b"/>
              <a:pathLst>
                <a:path w="16105" h="15004" extrusionOk="0">
                  <a:moveTo>
                    <a:pt x="13170" y="587"/>
                  </a:moveTo>
                  <a:lnTo>
                    <a:pt x="13206" y="624"/>
                  </a:lnTo>
                  <a:lnTo>
                    <a:pt x="13280" y="661"/>
                  </a:lnTo>
                  <a:lnTo>
                    <a:pt x="13353" y="697"/>
                  </a:lnTo>
                  <a:lnTo>
                    <a:pt x="13610" y="771"/>
                  </a:lnTo>
                  <a:lnTo>
                    <a:pt x="13830" y="844"/>
                  </a:lnTo>
                  <a:lnTo>
                    <a:pt x="14013" y="954"/>
                  </a:lnTo>
                  <a:lnTo>
                    <a:pt x="14160" y="1174"/>
                  </a:lnTo>
                  <a:lnTo>
                    <a:pt x="14307" y="1394"/>
                  </a:lnTo>
                  <a:lnTo>
                    <a:pt x="14343" y="1651"/>
                  </a:lnTo>
                  <a:lnTo>
                    <a:pt x="14307" y="1908"/>
                  </a:lnTo>
                  <a:lnTo>
                    <a:pt x="14233" y="2128"/>
                  </a:lnTo>
                  <a:lnTo>
                    <a:pt x="14087" y="2348"/>
                  </a:lnTo>
                  <a:lnTo>
                    <a:pt x="13903" y="2531"/>
                  </a:lnTo>
                  <a:lnTo>
                    <a:pt x="13683" y="2678"/>
                  </a:lnTo>
                  <a:lnTo>
                    <a:pt x="13463" y="2788"/>
                  </a:lnTo>
                  <a:lnTo>
                    <a:pt x="13170" y="2825"/>
                  </a:lnTo>
                  <a:lnTo>
                    <a:pt x="12840" y="2788"/>
                  </a:lnTo>
                  <a:lnTo>
                    <a:pt x="12656" y="2751"/>
                  </a:lnTo>
                  <a:lnTo>
                    <a:pt x="12546" y="2715"/>
                  </a:lnTo>
                  <a:lnTo>
                    <a:pt x="12436" y="2641"/>
                  </a:lnTo>
                  <a:lnTo>
                    <a:pt x="12363" y="2495"/>
                  </a:lnTo>
                  <a:lnTo>
                    <a:pt x="12289" y="2495"/>
                  </a:lnTo>
                  <a:lnTo>
                    <a:pt x="12253" y="2275"/>
                  </a:lnTo>
                  <a:lnTo>
                    <a:pt x="12253" y="2054"/>
                  </a:lnTo>
                  <a:lnTo>
                    <a:pt x="12253" y="1871"/>
                  </a:lnTo>
                  <a:lnTo>
                    <a:pt x="12289" y="1724"/>
                  </a:lnTo>
                  <a:lnTo>
                    <a:pt x="12399" y="1394"/>
                  </a:lnTo>
                  <a:lnTo>
                    <a:pt x="12583" y="1064"/>
                  </a:lnTo>
                  <a:lnTo>
                    <a:pt x="12840" y="807"/>
                  </a:lnTo>
                  <a:lnTo>
                    <a:pt x="12986" y="697"/>
                  </a:lnTo>
                  <a:lnTo>
                    <a:pt x="13170" y="587"/>
                  </a:lnTo>
                  <a:close/>
                  <a:moveTo>
                    <a:pt x="9061" y="3338"/>
                  </a:moveTo>
                  <a:lnTo>
                    <a:pt x="9245" y="3412"/>
                  </a:lnTo>
                  <a:lnTo>
                    <a:pt x="9245" y="3448"/>
                  </a:lnTo>
                  <a:lnTo>
                    <a:pt x="9171" y="3632"/>
                  </a:lnTo>
                  <a:lnTo>
                    <a:pt x="9171" y="3668"/>
                  </a:lnTo>
                  <a:lnTo>
                    <a:pt x="9135" y="3632"/>
                  </a:lnTo>
                  <a:lnTo>
                    <a:pt x="9061" y="3522"/>
                  </a:lnTo>
                  <a:lnTo>
                    <a:pt x="8988" y="3448"/>
                  </a:lnTo>
                  <a:lnTo>
                    <a:pt x="8988" y="3412"/>
                  </a:lnTo>
                  <a:lnTo>
                    <a:pt x="8988" y="3375"/>
                  </a:lnTo>
                  <a:lnTo>
                    <a:pt x="9061" y="3338"/>
                  </a:lnTo>
                  <a:close/>
                  <a:moveTo>
                    <a:pt x="14123" y="440"/>
                  </a:moveTo>
                  <a:lnTo>
                    <a:pt x="14233" y="477"/>
                  </a:lnTo>
                  <a:lnTo>
                    <a:pt x="14307" y="587"/>
                  </a:lnTo>
                  <a:lnTo>
                    <a:pt x="14417" y="661"/>
                  </a:lnTo>
                  <a:lnTo>
                    <a:pt x="14454" y="807"/>
                  </a:lnTo>
                  <a:lnTo>
                    <a:pt x="14527" y="807"/>
                  </a:lnTo>
                  <a:lnTo>
                    <a:pt x="14490" y="624"/>
                  </a:lnTo>
                  <a:lnTo>
                    <a:pt x="14454" y="477"/>
                  </a:lnTo>
                  <a:lnTo>
                    <a:pt x="14600" y="551"/>
                  </a:lnTo>
                  <a:lnTo>
                    <a:pt x="14784" y="624"/>
                  </a:lnTo>
                  <a:lnTo>
                    <a:pt x="14967" y="771"/>
                  </a:lnTo>
                  <a:lnTo>
                    <a:pt x="15114" y="881"/>
                  </a:lnTo>
                  <a:lnTo>
                    <a:pt x="15224" y="1064"/>
                  </a:lnTo>
                  <a:lnTo>
                    <a:pt x="15334" y="1211"/>
                  </a:lnTo>
                  <a:lnTo>
                    <a:pt x="15444" y="1578"/>
                  </a:lnTo>
                  <a:lnTo>
                    <a:pt x="15554" y="1944"/>
                  </a:lnTo>
                  <a:lnTo>
                    <a:pt x="15627" y="2385"/>
                  </a:lnTo>
                  <a:lnTo>
                    <a:pt x="15664" y="2568"/>
                  </a:lnTo>
                  <a:lnTo>
                    <a:pt x="15627" y="2788"/>
                  </a:lnTo>
                  <a:lnTo>
                    <a:pt x="15591" y="2972"/>
                  </a:lnTo>
                  <a:lnTo>
                    <a:pt x="15481" y="3118"/>
                  </a:lnTo>
                  <a:lnTo>
                    <a:pt x="15187" y="3412"/>
                  </a:lnTo>
                  <a:lnTo>
                    <a:pt x="14930" y="3595"/>
                  </a:lnTo>
                  <a:lnTo>
                    <a:pt x="14600" y="3705"/>
                  </a:lnTo>
                  <a:lnTo>
                    <a:pt x="14270" y="3779"/>
                  </a:lnTo>
                  <a:lnTo>
                    <a:pt x="13940" y="3815"/>
                  </a:lnTo>
                  <a:lnTo>
                    <a:pt x="13720" y="3779"/>
                  </a:lnTo>
                  <a:lnTo>
                    <a:pt x="13500" y="3742"/>
                  </a:lnTo>
                  <a:lnTo>
                    <a:pt x="13316" y="3668"/>
                  </a:lnTo>
                  <a:lnTo>
                    <a:pt x="13133" y="3595"/>
                  </a:lnTo>
                  <a:lnTo>
                    <a:pt x="12950" y="3485"/>
                  </a:lnTo>
                  <a:lnTo>
                    <a:pt x="12803" y="3338"/>
                  </a:lnTo>
                  <a:lnTo>
                    <a:pt x="12656" y="3192"/>
                  </a:lnTo>
                  <a:lnTo>
                    <a:pt x="12546" y="3045"/>
                  </a:lnTo>
                  <a:lnTo>
                    <a:pt x="12840" y="3118"/>
                  </a:lnTo>
                  <a:lnTo>
                    <a:pt x="13133" y="3155"/>
                  </a:lnTo>
                  <a:lnTo>
                    <a:pt x="13426" y="3118"/>
                  </a:lnTo>
                  <a:lnTo>
                    <a:pt x="13720" y="3045"/>
                  </a:lnTo>
                  <a:lnTo>
                    <a:pt x="13977" y="2935"/>
                  </a:lnTo>
                  <a:lnTo>
                    <a:pt x="14233" y="2751"/>
                  </a:lnTo>
                  <a:lnTo>
                    <a:pt x="14417" y="2495"/>
                  </a:lnTo>
                  <a:lnTo>
                    <a:pt x="14600" y="2238"/>
                  </a:lnTo>
                  <a:lnTo>
                    <a:pt x="14674" y="1981"/>
                  </a:lnTo>
                  <a:lnTo>
                    <a:pt x="14710" y="1724"/>
                  </a:lnTo>
                  <a:lnTo>
                    <a:pt x="14674" y="1468"/>
                  </a:lnTo>
                  <a:lnTo>
                    <a:pt x="14600" y="1211"/>
                  </a:lnTo>
                  <a:lnTo>
                    <a:pt x="14490" y="991"/>
                  </a:lnTo>
                  <a:lnTo>
                    <a:pt x="14343" y="771"/>
                  </a:lnTo>
                  <a:lnTo>
                    <a:pt x="14160" y="587"/>
                  </a:lnTo>
                  <a:lnTo>
                    <a:pt x="13940" y="440"/>
                  </a:lnTo>
                  <a:close/>
                  <a:moveTo>
                    <a:pt x="13757" y="0"/>
                  </a:moveTo>
                  <a:lnTo>
                    <a:pt x="13610" y="74"/>
                  </a:lnTo>
                  <a:lnTo>
                    <a:pt x="13353" y="110"/>
                  </a:lnTo>
                  <a:lnTo>
                    <a:pt x="13133" y="147"/>
                  </a:lnTo>
                  <a:lnTo>
                    <a:pt x="12913" y="257"/>
                  </a:lnTo>
                  <a:lnTo>
                    <a:pt x="12729" y="404"/>
                  </a:lnTo>
                  <a:lnTo>
                    <a:pt x="12509" y="551"/>
                  </a:lnTo>
                  <a:lnTo>
                    <a:pt x="12363" y="734"/>
                  </a:lnTo>
                  <a:lnTo>
                    <a:pt x="12216" y="917"/>
                  </a:lnTo>
                  <a:lnTo>
                    <a:pt x="12069" y="1137"/>
                  </a:lnTo>
                  <a:lnTo>
                    <a:pt x="11996" y="1321"/>
                  </a:lnTo>
                  <a:lnTo>
                    <a:pt x="11922" y="1578"/>
                  </a:lnTo>
                  <a:lnTo>
                    <a:pt x="11849" y="1798"/>
                  </a:lnTo>
                  <a:lnTo>
                    <a:pt x="11849" y="2054"/>
                  </a:lnTo>
                  <a:lnTo>
                    <a:pt x="11849" y="2275"/>
                  </a:lnTo>
                  <a:lnTo>
                    <a:pt x="11886" y="2531"/>
                  </a:lnTo>
                  <a:lnTo>
                    <a:pt x="11959" y="2751"/>
                  </a:lnTo>
                  <a:lnTo>
                    <a:pt x="12033" y="2972"/>
                  </a:lnTo>
                  <a:lnTo>
                    <a:pt x="12143" y="3192"/>
                  </a:lnTo>
                  <a:lnTo>
                    <a:pt x="12253" y="3375"/>
                  </a:lnTo>
                  <a:lnTo>
                    <a:pt x="12399" y="3558"/>
                  </a:lnTo>
                  <a:lnTo>
                    <a:pt x="12583" y="3705"/>
                  </a:lnTo>
                  <a:lnTo>
                    <a:pt x="12766" y="3852"/>
                  </a:lnTo>
                  <a:lnTo>
                    <a:pt x="12986" y="3999"/>
                  </a:lnTo>
                  <a:lnTo>
                    <a:pt x="13206" y="4072"/>
                  </a:lnTo>
                  <a:lnTo>
                    <a:pt x="13426" y="4145"/>
                  </a:lnTo>
                  <a:lnTo>
                    <a:pt x="13683" y="4219"/>
                  </a:lnTo>
                  <a:lnTo>
                    <a:pt x="14123" y="4219"/>
                  </a:lnTo>
                  <a:lnTo>
                    <a:pt x="14564" y="4145"/>
                  </a:lnTo>
                  <a:lnTo>
                    <a:pt x="15004" y="3999"/>
                  </a:lnTo>
                  <a:lnTo>
                    <a:pt x="15371" y="3779"/>
                  </a:lnTo>
                  <a:lnTo>
                    <a:pt x="15591" y="3632"/>
                  </a:lnTo>
                  <a:lnTo>
                    <a:pt x="15737" y="3448"/>
                  </a:lnTo>
                  <a:lnTo>
                    <a:pt x="15884" y="3265"/>
                  </a:lnTo>
                  <a:lnTo>
                    <a:pt x="15994" y="3045"/>
                  </a:lnTo>
                  <a:lnTo>
                    <a:pt x="16067" y="2788"/>
                  </a:lnTo>
                  <a:lnTo>
                    <a:pt x="16104" y="2495"/>
                  </a:lnTo>
                  <a:lnTo>
                    <a:pt x="16067" y="2238"/>
                  </a:lnTo>
                  <a:lnTo>
                    <a:pt x="15994" y="1981"/>
                  </a:lnTo>
                  <a:lnTo>
                    <a:pt x="15884" y="1431"/>
                  </a:lnTo>
                  <a:lnTo>
                    <a:pt x="15774" y="1174"/>
                  </a:lnTo>
                  <a:lnTo>
                    <a:pt x="15664" y="954"/>
                  </a:lnTo>
                  <a:lnTo>
                    <a:pt x="15517" y="734"/>
                  </a:lnTo>
                  <a:lnTo>
                    <a:pt x="15371" y="551"/>
                  </a:lnTo>
                  <a:lnTo>
                    <a:pt x="15150" y="367"/>
                  </a:lnTo>
                  <a:lnTo>
                    <a:pt x="14930" y="220"/>
                  </a:lnTo>
                  <a:lnTo>
                    <a:pt x="14637" y="74"/>
                  </a:lnTo>
                  <a:lnTo>
                    <a:pt x="14270" y="0"/>
                  </a:lnTo>
                  <a:close/>
                  <a:moveTo>
                    <a:pt x="11115" y="4549"/>
                  </a:moveTo>
                  <a:lnTo>
                    <a:pt x="11446" y="4842"/>
                  </a:lnTo>
                  <a:lnTo>
                    <a:pt x="11299" y="4952"/>
                  </a:lnTo>
                  <a:lnTo>
                    <a:pt x="11115" y="4916"/>
                  </a:lnTo>
                  <a:lnTo>
                    <a:pt x="10932" y="4916"/>
                  </a:lnTo>
                  <a:lnTo>
                    <a:pt x="10639" y="4952"/>
                  </a:lnTo>
                  <a:lnTo>
                    <a:pt x="10859" y="4732"/>
                  </a:lnTo>
                  <a:lnTo>
                    <a:pt x="11115" y="4549"/>
                  </a:lnTo>
                  <a:close/>
                  <a:moveTo>
                    <a:pt x="6860" y="3632"/>
                  </a:moveTo>
                  <a:lnTo>
                    <a:pt x="7007" y="3668"/>
                  </a:lnTo>
                  <a:lnTo>
                    <a:pt x="7044" y="3705"/>
                  </a:lnTo>
                  <a:lnTo>
                    <a:pt x="7044" y="3742"/>
                  </a:lnTo>
                  <a:lnTo>
                    <a:pt x="7044" y="3779"/>
                  </a:lnTo>
                  <a:lnTo>
                    <a:pt x="7080" y="3852"/>
                  </a:lnTo>
                  <a:lnTo>
                    <a:pt x="7191" y="3889"/>
                  </a:lnTo>
                  <a:lnTo>
                    <a:pt x="7374" y="3889"/>
                  </a:lnTo>
                  <a:lnTo>
                    <a:pt x="7411" y="3925"/>
                  </a:lnTo>
                  <a:lnTo>
                    <a:pt x="7447" y="4035"/>
                  </a:lnTo>
                  <a:lnTo>
                    <a:pt x="7484" y="4145"/>
                  </a:lnTo>
                  <a:lnTo>
                    <a:pt x="7484" y="4255"/>
                  </a:lnTo>
                  <a:lnTo>
                    <a:pt x="7447" y="4512"/>
                  </a:lnTo>
                  <a:lnTo>
                    <a:pt x="7374" y="4769"/>
                  </a:lnTo>
                  <a:lnTo>
                    <a:pt x="7227" y="5026"/>
                  </a:lnTo>
                  <a:lnTo>
                    <a:pt x="7154" y="5136"/>
                  </a:lnTo>
                  <a:lnTo>
                    <a:pt x="7044" y="5209"/>
                  </a:lnTo>
                  <a:lnTo>
                    <a:pt x="6934" y="5246"/>
                  </a:lnTo>
                  <a:lnTo>
                    <a:pt x="6787" y="5246"/>
                  </a:lnTo>
                  <a:lnTo>
                    <a:pt x="6787" y="4989"/>
                  </a:lnTo>
                  <a:lnTo>
                    <a:pt x="6750" y="4769"/>
                  </a:lnTo>
                  <a:lnTo>
                    <a:pt x="6640" y="4549"/>
                  </a:lnTo>
                  <a:lnTo>
                    <a:pt x="6494" y="4329"/>
                  </a:lnTo>
                  <a:lnTo>
                    <a:pt x="6310" y="4145"/>
                  </a:lnTo>
                  <a:lnTo>
                    <a:pt x="6090" y="4035"/>
                  </a:lnTo>
                  <a:lnTo>
                    <a:pt x="6090" y="3925"/>
                  </a:lnTo>
                  <a:lnTo>
                    <a:pt x="6163" y="3852"/>
                  </a:lnTo>
                  <a:lnTo>
                    <a:pt x="6237" y="3779"/>
                  </a:lnTo>
                  <a:lnTo>
                    <a:pt x="6347" y="3742"/>
                  </a:lnTo>
                  <a:lnTo>
                    <a:pt x="6567" y="3705"/>
                  </a:lnTo>
                  <a:lnTo>
                    <a:pt x="6860" y="3632"/>
                  </a:lnTo>
                  <a:close/>
                  <a:moveTo>
                    <a:pt x="6530" y="3192"/>
                  </a:moveTo>
                  <a:lnTo>
                    <a:pt x="6494" y="3228"/>
                  </a:lnTo>
                  <a:lnTo>
                    <a:pt x="6457" y="3302"/>
                  </a:lnTo>
                  <a:lnTo>
                    <a:pt x="6457" y="3338"/>
                  </a:lnTo>
                  <a:lnTo>
                    <a:pt x="6457" y="3412"/>
                  </a:lnTo>
                  <a:lnTo>
                    <a:pt x="6200" y="3485"/>
                  </a:lnTo>
                  <a:lnTo>
                    <a:pt x="5980" y="3558"/>
                  </a:lnTo>
                  <a:lnTo>
                    <a:pt x="5797" y="3742"/>
                  </a:lnTo>
                  <a:lnTo>
                    <a:pt x="5760" y="3815"/>
                  </a:lnTo>
                  <a:lnTo>
                    <a:pt x="5687" y="3925"/>
                  </a:lnTo>
                  <a:lnTo>
                    <a:pt x="5687" y="4035"/>
                  </a:lnTo>
                  <a:lnTo>
                    <a:pt x="5687" y="4072"/>
                  </a:lnTo>
                  <a:lnTo>
                    <a:pt x="5797" y="4219"/>
                  </a:lnTo>
                  <a:lnTo>
                    <a:pt x="5907" y="4292"/>
                  </a:lnTo>
                  <a:lnTo>
                    <a:pt x="6053" y="4365"/>
                  </a:lnTo>
                  <a:lnTo>
                    <a:pt x="6163" y="4439"/>
                  </a:lnTo>
                  <a:lnTo>
                    <a:pt x="6274" y="4512"/>
                  </a:lnTo>
                  <a:lnTo>
                    <a:pt x="6347" y="4622"/>
                  </a:lnTo>
                  <a:lnTo>
                    <a:pt x="6420" y="4769"/>
                  </a:lnTo>
                  <a:lnTo>
                    <a:pt x="6494" y="5026"/>
                  </a:lnTo>
                  <a:lnTo>
                    <a:pt x="6457" y="5282"/>
                  </a:lnTo>
                  <a:lnTo>
                    <a:pt x="6494" y="5392"/>
                  </a:lnTo>
                  <a:lnTo>
                    <a:pt x="6530" y="5466"/>
                  </a:lnTo>
                  <a:lnTo>
                    <a:pt x="6750" y="5539"/>
                  </a:lnTo>
                  <a:lnTo>
                    <a:pt x="6934" y="5539"/>
                  </a:lnTo>
                  <a:lnTo>
                    <a:pt x="7117" y="5503"/>
                  </a:lnTo>
                  <a:lnTo>
                    <a:pt x="7264" y="5429"/>
                  </a:lnTo>
                  <a:lnTo>
                    <a:pt x="7411" y="5282"/>
                  </a:lnTo>
                  <a:lnTo>
                    <a:pt x="7521" y="5136"/>
                  </a:lnTo>
                  <a:lnTo>
                    <a:pt x="7631" y="4952"/>
                  </a:lnTo>
                  <a:lnTo>
                    <a:pt x="7704" y="4769"/>
                  </a:lnTo>
                  <a:lnTo>
                    <a:pt x="7741" y="4585"/>
                  </a:lnTo>
                  <a:lnTo>
                    <a:pt x="7777" y="4365"/>
                  </a:lnTo>
                  <a:lnTo>
                    <a:pt x="7777" y="4145"/>
                  </a:lnTo>
                  <a:lnTo>
                    <a:pt x="7777" y="3925"/>
                  </a:lnTo>
                  <a:lnTo>
                    <a:pt x="7704" y="3779"/>
                  </a:lnTo>
                  <a:lnTo>
                    <a:pt x="7631" y="3668"/>
                  </a:lnTo>
                  <a:lnTo>
                    <a:pt x="7484" y="3595"/>
                  </a:lnTo>
                  <a:lnTo>
                    <a:pt x="7337" y="3595"/>
                  </a:lnTo>
                  <a:lnTo>
                    <a:pt x="7301" y="3485"/>
                  </a:lnTo>
                  <a:lnTo>
                    <a:pt x="7227" y="3448"/>
                  </a:lnTo>
                  <a:lnTo>
                    <a:pt x="7044" y="3375"/>
                  </a:lnTo>
                  <a:lnTo>
                    <a:pt x="6824" y="3302"/>
                  </a:lnTo>
                  <a:lnTo>
                    <a:pt x="6677" y="3228"/>
                  </a:lnTo>
                  <a:lnTo>
                    <a:pt x="6567" y="3192"/>
                  </a:lnTo>
                  <a:close/>
                  <a:moveTo>
                    <a:pt x="11739" y="5136"/>
                  </a:moveTo>
                  <a:lnTo>
                    <a:pt x="12179" y="5686"/>
                  </a:lnTo>
                  <a:lnTo>
                    <a:pt x="11776" y="5796"/>
                  </a:lnTo>
                  <a:lnTo>
                    <a:pt x="11409" y="6016"/>
                  </a:lnTo>
                  <a:lnTo>
                    <a:pt x="11042" y="6236"/>
                  </a:lnTo>
                  <a:lnTo>
                    <a:pt x="10895" y="6383"/>
                  </a:lnTo>
                  <a:lnTo>
                    <a:pt x="10785" y="6566"/>
                  </a:lnTo>
                  <a:lnTo>
                    <a:pt x="10749" y="6640"/>
                  </a:lnTo>
                  <a:lnTo>
                    <a:pt x="10785" y="6676"/>
                  </a:lnTo>
                  <a:lnTo>
                    <a:pt x="10859" y="6713"/>
                  </a:lnTo>
                  <a:lnTo>
                    <a:pt x="10932" y="6713"/>
                  </a:lnTo>
                  <a:lnTo>
                    <a:pt x="11262" y="6493"/>
                  </a:lnTo>
                  <a:lnTo>
                    <a:pt x="11556" y="6310"/>
                  </a:lnTo>
                  <a:lnTo>
                    <a:pt x="11849" y="6199"/>
                  </a:lnTo>
                  <a:lnTo>
                    <a:pt x="12143" y="6089"/>
                  </a:lnTo>
                  <a:lnTo>
                    <a:pt x="12253" y="6053"/>
                  </a:lnTo>
                  <a:lnTo>
                    <a:pt x="12363" y="6016"/>
                  </a:lnTo>
                  <a:lnTo>
                    <a:pt x="12399" y="5979"/>
                  </a:lnTo>
                  <a:lnTo>
                    <a:pt x="12619" y="6456"/>
                  </a:lnTo>
                  <a:lnTo>
                    <a:pt x="12840" y="6896"/>
                  </a:lnTo>
                  <a:lnTo>
                    <a:pt x="12803" y="6933"/>
                  </a:lnTo>
                  <a:lnTo>
                    <a:pt x="12326" y="7043"/>
                  </a:lnTo>
                  <a:lnTo>
                    <a:pt x="11812" y="7117"/>
                  </a:lnTo>
                  <a:lnTo>
                    <a:pt x="11299" y="7117"/>
                  </a:lnTo>
                  <a:lnTo>
                    <a:pt x="10749" y="7080"/>
                  </a:lnTo>
                  <a:lnTo>
                    <a:pt x="10675" y="7117"/>
                  </a:lnTo>
                  <a:lnTo>
                    <a:pt x="10639" y="7153"/>
                  </a:lnTo>
                  <a:lnTo>
                    <a:pt x="10639" y="7227"/>
                  </a:lnTo>
                  <a:lnTo>
                    <a:pt x="10712" y="7300"/>
                  </a:lnTo>
                  <a:lnTo>
                    <a:pt x="10932" y="7373"/>
                  </a:lnTo>
                  <a:lnTo>
                    <a:pt x="11189" y="7447"/>
                  </a:lnTo>
                  <a:lnTo>
                    <a:pt x="11702" y="7483"/>
                  </a:lnTo>
                  <a:lnTo>
                    <a:pt x="11959" y="7483"/>
                  </a:lnTo>
                  <a:lnTo>
                    <a:pt x="12216" y="7447"/>
                  </a:lnTo>
                  <a:lnTo>
                    <a:pt x="12583" y="7373"/>
                  </a:lnTo>
                  <a:lnTo>
                    <a:pt x="12693" y="7373"/>
                  </a:lnTo>
                  <a:lnTo>
                    <a:pt x="12766" y="7337"/>
                  </a:lnTo>
                  <a:lnTo>
                    <a:pt x="12803" y="7410"/>
                  </a:lnTo>
                  <a:lnTo>
                    <a:pt x="12840" y="7447"/>
                  </a:lnTo>
                  <a:lnTo>
                    <a:pt x="12876" y="7483"/>
                  </a:lnTo>
                  <a:lnTo>
                    <a:pt x="12986" y="7520"/>
                  </a:lnTo>
                  <a:lnTo>
                    <a:pt x="13023" y="7777"/>
                  </a:lnTo>
                  <a:lnTo>
                    <a:pt x="13060" y="8070"/>
                  </a:lnTo>
                  <a:lnTo>
                    <a:pt x="12986" y="8107"/>
                  </a:lnTo>
                  <a:lnTo>
                    <a:pt x="12693" y="7997"/>
                  </a:lnTo>
                  <a:lnTo>
                    <a:pt x="12473" y="7887"/>
                  </a:lnTo>
                  <a:lnTo>
                    <a:pt x="12253" y="7777"/>
                  </a:lnTo>
                  <a:lnTo>
                    <a:pt x="11886" y="7777"/>
                  </a:lnTo>
                  <a:lnTo>
                    <a:pt x="11776" y="7813"/>
                  </a:lnTo>
                  <a:lnTo>
                    <a:pt x="11226" y="7777"/>
                  </a:lnTo>
                  <a:lnTo>
                    <a:pt x="10895" y="7740"/>
                  </a:lnTo>
                  <a:lnTo>
                    <a:pt x="10749" y="7740"/>
                  </a:lnTo>
                  <a:lnTo>
                    <a:pt x="10675" y="7703"/>
                  </a:lnTo>
                  <a:lnTo>
                    <a:pt x="10565" y="7483"/>
                  </a:lnTo>
                  <a:lnTo>
                    <a:pt x="10529" y="7483"/>
                  </a:lnTo>
                  <a:lnTo>
                    <a:pt x="10529" y="7520"/>
                  </a:lnTo>
                  <a:lnTo>
                    <a:pt x="10529" y="7887"/>
                  </a:lnTo>
                  <a:lnTo>
                    <a:pt x="10529" y="7960"/>
                  </a:lnTo>
                  <a:lnTo>
                    <a:pt x="10602" y="7997"/>
                  </a:lnTo>
                  <a:lnTo>
                    <a:pt x="11042" y="8107"/>
                  </a:lnTo>
                  <a:lnTo>
                    <a:pt x="11482" y="8144"/>
                  </a:lnTo>
                  <a:lnTo>
                    <a:pt x="11482" y="8327"/>
                  </a:lnTo>
                  <a:lnTo>
                    <a:pt x="11519" y="8474"/>
                  </a:lnTo>
                  <a:lnTo>
                    <a:pt x="11592" y="8547"/>
                  </a:lnTo>
                  <a:lnTo>
                    <a:pt x="11629" y="8584"/>
                  </a:lnTo>
                  <a:lnTo>
                    <a:pt x="11776" y="8657"/>
                  </a:lnTo>
                  <a:lnTo>
                    <a:pt x="11959" y="8767"/>
                  </a:lnTo>
                  <a:lnTo>
                    <a:pt x="11409" y="8657"/>
                  </a:lnTo>
                  <a:lnTo>
                    <a:pt x="10969" y="8474"/>
                  </a:lnTo>
                  <a:lnTo>
                    <a:pt x="10712" y="8437"/>
                  </a:lnTo>
                  <a:lnTo>
                    <a:pt x="10455" y="8400"/>
                  </a:lnTo>
                  <a:lnTo>
                    <a:pt x="10198" y="8217"/>
                  </a:lnTo>
                  <a:lnTo>
                    <a:pt x="10052" y="8180"/>
                  </a:lnTo>
                  <a:lnTo>
                    <a:pt x="9942" y="8144"/>
                  </a:lnTo>
                  <a:lnTo>
                    <a:pt x="9722" y="8180"/>
                  </a:lnTo>
                  <a:lnTo>
                    <a:pt x="9575" y="8254"/>
                  </a:lnTo>
                  <a:lnTo>
                    <a:pt x="9465" y="8364"/>
                  </a:lnTo>
                  <a:lnTo>
                    <a:pt x="9355" y="8510"/>
                  </a:lnTo>
                  <a:lnTo>
                    <a:pt x="9245" y="8584"/>
                  </a:lnTo>
                  <a:lnTo>
                    <a:pt x="9098" y="8620"/>
                  </a:lnTo>
                  <a:lnTo>
                    <a:pt x="8841" y="8584"/>
                  </a:lnTo>
                  <a:lnTo>
                    <a:pt x="8621" y="8620"/>
                  </a:lnTo>
                  <a:lnTo>
                    <a:pt x="8401" y="8694"/>
                  </a:lnTo>
                  <a:lnTo>
                    <a:pt x="8181" y="8804"/>
                  </a:lnTo>
                  <a:lnTo>
                    <a:pt x="7924" y="8804"/>
                  </a:lnTo>
                  <a:lnTo>
                    <a:pt x="7851" y="8767"/>
                  </a:lnTo>
                  <a:lnTo>
                    <a:pt x="7814" y="8730"/>
                  </a:lnTo>
                  <a:lnTo>
                    <a:pt x="7814" y="8694"/>
                  </a:lnTo>
                  <a:lnTo>
                    <a:pt x="7887" y="8620"/>
                  </a:lnTo>
                  <a:lnTo>
                    <a:pt x="7998" y="8510"/>
                  </a:lnTo>
                  <a:lnTo>
                    <a:pt x="8144" y="8437"/>
                  </a:lnTo>
                  <a:lnTo>
                    <a:pt x="8401" y="8327"/>
                  </a:lnTo>
                  <a:lnTo>
                    <a:pt x="8731" y="8180"/>
                  </a:lnTo>
                  <a:lnTo>
                    <a:pt x="8915" y="8070"/>
                  </a:lnTo>
                  <a:lnTo>
                    <a:pt x="9025" y="7924"/>
                  </a:lnTo>
                  <a:lnTo>
                    <a:pt x="9135" y="7777"/>
                  </a:lnTo>
                  <a:lnTo>
                    <a:pt x="9208" y="7630"/>
                  </a:lnTo>
                  <a:lnTo>
                    <a:pt x="9208" y="7447"/>
                  </a:lnTo>
                  <a:lnTo>
                    <a:pt x="9171" y="7227"/>
                  </a:lnTo>
                  <a:lnTo>
                    <a:pt x="9098" y="7117"/>
                  </a:lnTo>
                  <a:lnTo>
                    <a:pt x="8988" y="7006"/>
                  </a:lnTo>
                  <a:lnTo>
                    <a:pt x="8841" y="6896"/>
                  </a:lnTo>
                  <a:lnTo>
                    <a:pt x="8694" y="6860"/>
                  </a:lnTo>
                  <a:lnTo>
                    <a:pt x="8548" y="6823"/>
                  </a:lnTo>
                  <a:lnTo>
                    <a:pt x="8401" y="6823"/>
                  </a:lnTo>
                  <a:lnTo>
                    <a:pt x="8254" y="6860"/>
                  </a:lnTo>
                  <a:lnTo>
                    <a:pt x="8108" y="6933"/>
                  </a:lnTo>
                  <a:lnTo>
                    <a:pt x="7924" y="7117"/>
                  </a:lnTo>
                  <a:lnTo>
                    <a:pt x="7924" y="7117"/>
                  </a:lnTo>
                  <a:lnTo>
                    <a:pt x="7998" y="6970"/>
                  </a:lnTo>
                  <a:lnTo>
                    <a:pt x="8108" y="6860"/>
                  </a:lnTo>
                  <a:lnTo>
                    <a:pt x="8291" y="6603"/>
                  </a:lnTo>
                  <a:lnTo>
                    <a:pt x="8511" y="6383"/>
                  </a:lnTo>
                  <a:lnTo>
                    <a:pt x="8768" y="6126"/>
                  </a:lnTo>
                  <a:lnTo>
                    <a:pt x="8951" y="5943"/>
                  </a:lnTo>
                  <a:lnTo>
                    <a:pt x="9135" y="5796"/>
                  </a:lnTo>
                  <a:lnTo>
                    <a:pt x="9171" y="5796"/>
                  </a:lnTo>
                  <a:lnTo>
                    <a:pt x="9391" y="5759"/>
                  </a:lnTo>
                  <a:lnTo>
                    <a:pt x="9612" y="5686"/>
                  </a:lnTo>
                  <a:lnTo>
                    <a:pt x="10052" y="5539"/>
                  </a:lnTo>
                  <a:lnTo>
                    <a:pt x="10455" y="5356"/>
                  </a:lnTo>
                  <a:lnTo>
                    <a:pt x="10639" y="5282"/>
                  </a:lnTo>
                  <a:lnTo>
                    <a:pt x="10895" y="5246"/>
                  </a:lnTo>
                  <a:lnTo>
                    <a:pt x="10895" y="5246"/>
                  </a:lnTo>
                  <a:lnTo>
                    <a:pt x="10602" y="5503"/>
                  </a:lnTo>
                  <a:lnTo>
                    <a:pt x="10492" y="5649"/>
                  </a:lnTo>
                  <a:lnTo>
                    <a:pt x="10419" y="5833"/>
                  </a:lnTo>
                  <a:lnTo>
                    <a:pt x="10455" y="5869"/>
                  </a:lnTo>
                  <a:lnTo>
                    <a:pt x="10639" y="5796"/>
                  </a:lnTo>
                  <a:lnTo>
                    <a:pt x="10822" y="5723"/>
                  </a:lnTo>
                  <a:lnTo>
                    <a:pt x="11152" y="5503"/>
                  </a:lnTo>
                  <a:lnTo>
                    <a:pt x="11739" y="5136"/>
                  </a:lnTo>
                  <a:close/>
                  <a:moveTo>
                    <a:pt x="11996" y="8254"/>
                  </a:moveTo>
                  <a:lnTo>
                    <a:pt x="12546" y="8400"/>
                  </a:lnTo>
                  <a:lnTo>
                    <a:pt x="12729" y="8584"/>
                  </a:lnTo>
                  <a:lnTo>
                    <a:pt x="12803" y="8620"/>
                  </a:lnTo>
                  <a:lnTo>
                    <a:pt x="12876" y="8657"/>
                  </a:lnTo>
                  <a:lnTo>
                    <a:pt x="12950" y="8620"/>
                  </a:lnTo>
                  <a:lnTo>
                    <a:pt x="13023" y="8584"/>
                  </a:lnTo>
                  <a:lnTo>
                    <a:pt x="12950" y="9024"/>
                  </a:lnTo>
                  <a:lnTo>
                    <a:pt x="12509" y="8914"/>
                  </a:lnTo>
                  <a:lnTo>
                    <a:pt x="12399" y="8657"/>
                  </a:lnTo>
                  <a:lnTo>
                    <a:pt x="12216" y="8474"/>
                  </a:lnTo>
                  <a:lnTo>
                    <a:pt x="12033" y="8327"/>
                  </a:lnTo>
                  <a:lnTo>
                    <a:pt x="11959" y="8290"/>
                  </a:lnTo>
                  <a:lnTo>
                    <a:pt x="11996" y="8254"/>
                  </a:lnTo>
                  <a:close/>
                  <a:moveTo>
                    <a:pt x="10932" y="8841"/>
                  </a:moveTo>
                  <a:lnTo>
                    <a:pt x="11519" y="9097"/>
                  </a:lnTo>
                  <a:lnTo>
                    <a:pt x="12106" y="9244"/>
                  </a:lnTo>
                  <a:lnTo>
                    <a:pt x="12033" y="9391"/>
                  </a:lnTo>
                  <a:lnTo>
                    <a:pt x="11922" y="9537"/>
                  </a:lnTo>
                  <a:lnTo>
                    <a:pt x="11776" y="9611"/>
                  </a:lnTo>
                  <a:lnTo>
                    <a:pt x="11702" y="9611"/>
                  </a:lnTo>
                  <a:lnTo>
                    <a:pt x="11629" y="9574"/>
                  </a:lnTo>
                  <a:lnTo>
                    <a:pt x="11519" y="9537"/>
                  </a:lnTo>
                  <a:lnTo>
                    <a:pt x="11409" y="9427"/>
                  </a:lnTo>
                  <a:lnTo>
                    <a:pt x="11226" y="9244"/>
                  </a:lnTo>
                  <a:lnTo>
                    <a:pt x="10932" y="8841"/>
                  </a:lnTo>
                  <a:close/>
                  <a:moveTo>
                    <a:pt x="12509" y="9354"/>
                  </a:moveTo>
                  <a:lnTo>
                    <a:pt x="12876" y="9391"/>
                  </a:lnTo>
                  <a:lnTo>
                    <a:pt x="12656" y="10161"/>
                  </a:lnTo>
                  <a:lnTo>
                    <a:pt x="12583" y="10088"/>
                  </a:lnTo>
                  <a:lnTo>
                    <a:pt x="12363" y="10088"/>
                  </a:lnTo>
                  <a:lnTo>
                    <a:pt x="12216" y="10051"/>
                  </a:lnTo>
                  <a:lnTo>
                    <a:pt x="11886" y="9978"/>
                  </a:lnTo>
                  <a:lnTo>
                    <a:pt x="12106" y="9868"/>
                  </a:lnTo>
                  <a:lnTo>
                    <a:pt x="12289" y="9758"/>
                  </a:lnTo>
                  <a:lnTo>
                    <a:pt x="12399" y="9574"/>
                  </a:lnTo>
                  <a:lnTo>
                    <a:pt x="12509" y="9354"/>
                  </a:lnTo>
                  <a:close/>
                  <a:moveTo>
                    <a:pt x="10382" y="9721"/>
                  </a:moveTo>
                  <a:lnTo>
                    <a:pt x="11409" y="10161"/>
                  </a:lnTo>
                  <a:lnTo>
                    <a:pt x="11922" y="10381"/>
                  </a:lnTo>
                  <a:lnTo>
                    <a:pt x="12253" y="10491"/>
                  </a:lnTo>
                  <a:lnTo>
                    <a:pt x="12399" y="10491"/>
                  </a:lnTo>
                  <a:lnTo>
                    <a:pt x="12509" y="10455"/>
                  </a:lnTo>
                  <a:lnTo>
                    <a:pt x="12326" y="10968"/>
                  </a:lnTo>
                  <a:lnTo>
                    <a:pt x="12033" y="10858"/>
                  </a:lnTo>
                  <a:lnTo>
                    <a:pt x="11886" y="10785"/>
                  </a:lnTo>
                  <a:lnTo>
                    <a:pt x="11776" y="10711"/>
                  </a:lnTo>
                  <a:lnTo>
                    <a:pt x="11519" y="10528"/>
                  </a:lnTo>
                  <a:lnTo>
                    <a:pt x="11409" y="10418"/>
                  </a:lnTo>
                  <a:lnTo>
                    <a:pt x="11262" y="10344"/>
                  </a:lnTo>
                  <a:lnTo>
                    <a:pt x="11079" y="10308"/>
                  </a:lnTo>
                  <a:lnTo>
                    <a:pt x="10895" y="10271"/>
                  </a:lnTo>
                  <a:lnTo>
                    <a:pt x="10492" y="10234"/>
                  </a:lnTo>
                  <a:lnTo>
                    <a:pt x="10455" y="9978"/>
                  </a:lnTo>
                  <a:lnTo>
                    <a:pt x="10382" y="9721"/>
                  </a:lnTo>
                  <a:close/>
                  <a:moveTo>
                    <a:pt x="10455" y="10528"/>
                  </a:moveTo>
                  <a:lnTo>
                    <a:pt x="10785" y="10601"/>
                  </a:lnTo>
                  <a:lnTo>
                    <a:pt x="10969" y="10638"/>
                  </a:lnTo>
                  <a:lnTo>
                    <a:pt x="11115" y="10711"/>
                  </a:lnTo>
                  <a:lnTo>
                    <a:pt x="11336" y="10821"/>
                  </a:lnTo>
                  <a:lnTo>
                    <a:pt x="11519" y="10968"/>
                  </a:lnTo>
                  <a:lnTo>
                    <a:pt x="11702" y="11115"/>
                  </a:lnTo>
                  <a:lnTo>
                    <a:pt x="11886" y="11262"/>
                  </a:lnTo>
                  <a:lnTo>
                    <a:pt x="12106" y="11335"/>
                  </a:lnTo>
                  <a:lnTo>
                    <a:pt x="11739" y="11922"/>
                  </a:lnTo>
                  <a:lnTo>
                    <a:pt x="11629" y="11922"/>
                  </a:lnTo>
                  <a:lnTo>
                    <a:pt x="11482" y="11885"/>
                  </a:lnTo>
                  <a:lnTo>
                    <a:pt x="11226" y="11738"/>
                  </a:lnTo>
                  <a:lnTo>
                    <a:pt x="10565" y="11482"/>
                  </a:lnTo>
                  <a:lnTo>
                    <a:pt x="10272" y="11335"/>
                  </a:lnTo>
                  <a:lnTo>
                    <a:pt x="10382" y="10968"/>
                  </a:lnTo>
                  <a:lnTo>
                    <a:pt x="10455" y="10601"/>
                  </a:lnTo>
                  <a:lnTo>
                    <a:pt x="10455" y="10528"/>
                  </a:lnTo>
                  <a:close/>
                  <a:moveTo>
                    <a:pt x="10125" y="11665"/>
                  </a:moveTo>
                  <a:lnTo>
                    <a:pt x="10785" y="11958"/>
                  </a:lnTo>
                  <a:lnTo>
                    <a:pt x="11115" y="12142"/>
                  </a:lnTo>
                  <a:lnTo>
                    <a:pt x="11299" y="12215"/>
                  </a:lnTo>
                  <a:lnTo>
                    <a:pt x="11482" y="12289"/>
                  </a:lnTo>
                  <a:lnTo>
                    <a:pt x="11226" y="12655"/>
                  </a:lnTo>
                  <a:lnTo>
                    <a:pt x="10895" y="12545"/>
                  </a:lnTo>
                  <a:lnTo>
                    <a:pt x="10455" y="12399"/>
                  </a:lnTo>
                  <a:lnTo>
                    <a:pt x="10052" y="12252"/>
                  </a:lnTo>
                  <a:lnTo>
                    <a:pt x="9868" y="12142"/>
                  </a:lnTo>
                  <a:lnTo>
                    <a:pt x="10125" y="11665"/>
                  </a:lnTo>
                  <a:close/>
                  <a:moveTo>
                    <a:pt x="9355" y="9574"/>
                  </a:moveTo>
                  <a:lnTo>
                    <a:pt x="9575" y="9611"/>
                  </a:lnTo>
                  <a:lnTo>
                    <a:pt x="9795" y="9648"/>
                  </a:lnTo>
                  <a:lnTo>
                    <a:pt x="9978" y="9758"/>
                  </a:lnTo>
                  <a:lnTo>
                    <a:pt x="10052" y="9868"/>
                  </a:lnTo>
                  <a:lnTo>
                    <a:pt x="10088" y="9941"/>
                  </a:lnTo>
                  <a:lnTo>
                    <a:pt x="10125" y="10088"/>
                  </a:lnTo>
                  <a:lnTo>
                    <a:pt x="10125" y="10198"/>
                  </a:lnTo>
                  <a:lnTo>
                    <a:pt x="9832" y="10161"/>
                  </a:lnTo>
                  <a:lnTo>
                    <a:pt x="9795" y="10198"/>
                  </a:lnTo>
                  <a:lnTo>
                    <a:pt x="9795" y="10234"/>
                  </a:lnTo>
                  <a:lnTo>
                    <a:pt x="9942" y="10344"/>
                  </a:lnTo>
                  <a:lnTo>
                    <a:pt x="10088" y="10455"/>
                  </a:lnTo>
                  <a:lnTo>
                    <a:pt x="10015" y="10785"/>
                  </a:lnTo>
                  <a:lnTo>
                    <a:pt x="9942" y="11078"/>
                  </a:lnTo>
                  <a:lnTo>
                    <a:pt x="9905" y="11188"/>
                  </a:lnTo>
                  <a:lnTo>
                    <a:pt x="9648" y="11115"/>
                  </a:lnTo>
                  <a:lnTo>
                    <a:pt x="9391" y="11078"/>
                  </a:lnTo>
                  <a:lnTo>
                    <a:pt x="9355" y="11078"/>
                  </a:lnTo>
                  <a:lnTo>
                    <a:pt x="9318" y="11115"/>
                  </a:lnTo>
                  <a:lnTo>
                    <a:pt x="9318" y="11151"/>
                  </a:lnTo>
                  <a:lnTo>
                    <a:pt x="9355" y="11188"/>
                  </a:lnTo>
                  <a:lnTo>
                    <a:pt x="9538" y="11372"/>
                  </a:lnTo>
                  <a:lnTo>
                    <a:pt x="9795" y="11518"/>
                  </a:lnTo>
                  <a:lnTo>
                    <a:pt x="9501" y="11995"/>
                  </a:lnTo>
                  <a:lnTo>
                    <a:pt x="9061" y="11812"/>
                  </a:lnTo>
                  <a:lnTo>
                    <a:pt x="8584" y="11628"/>
                  </a:lnTo>
                  <a:lnTo>
                    <a:pt x="8548" y="11628"/>
                  </a:lnTo>
                  <a:lnTo>
                    <a:pt x="8548" y="11702"/>
                  </a:lnTo>
                  <a:lnTo>
                    <a:pt x="8731" y="11848"/>
                  </a:lnTo>
                  <a:lnTo>
                    <a:pt x="8915" y="12032"/>
                  </a:lnTo>
                  <a:lnTo>
                    <a:pt x="9318" y="12289"/>
                  </a:lnTo>
                  <a:lnTo>
                    <a:pt x="9061" y="12582"/>
                  </a:lnTo>
                  <a:lnTo>
                    <a:pt x="8805" y="12802"/>
                  </a:lnTo>
                  <a:lnTo>
                    <a:pt x="8548" y="12692"/>
                  </a:lnTo>
                  <a:lnTo>
                    <a:pt x="8401" y="12069"/>
                  </a:lnTo>
                  <a:lnTo>
                    <a:pt x="8291" y="11445"/>
                  </a:lnTo>
                  <a:lnTo>
                    <a:pt x="8218" y="11298"/>
                  </a:lnTo>
                  <a:lnTo>
                    <a:pt x="8144" y="11188"/>
                  </a:lnTo>
                  <a:lnTo>
                    <a:pt x="8034" y="11115"/>
                  </a:lnTo>
                  <a:lnTo>
                    <a:pt x="7374" y="11115"/>
                  </a:lnTo>
                  <a:lnTo>
                    <a:pt x="7264" y="11078"/>
                  </a:lnTo>
                  <a:lnTo>
                    <a:pt x="7154" y="11041"/>
                  </a:lnTo>
                  <a:lnTo>
                    <a:pt x="7007" y="10895"/>
                  </a:lnTo>
                  <a:lnTo>
                    <a:pt x="6897" y="10675"/>
                  </a:lnTo>
                  <a:lnTo>
                    <a:pt x="6860" y="10455"/>
                  </a:lnTo>
                  <a:lnTo>
                    <a:pt x="6860" y="10344"/>
                  </a:lnTo>
                  <a:lnTo>
                    <a:pt x="6897" y="10234"/>
                  </a:lnTo>
                  <a:lnTo>
                    <a:pt x="6934" y="10124"/>
                  </a:lnTo>
                  <a:lnTo>
                    <a:pt x="7007" y="10051"/>
                  </a:lnTo>
                  <a:lnTo>
                    <a:pt x="7227" y="9978"/>
                  </a:lnTo>
                  <a:lnTo>
                    <a:pt x="7447" y="9904"/>
                  </a:lnTo>
                  <a:lnTo>
                    <a:pt x="8328" y="9721"/>
                  </a:lnTo>
                  <a:lnTo>
                    <a:pt x="8401" y="9758"/>
                  </a:lnTo>
                  <a:lnTo>
                    <a:pt x="8548" y="9758"/>
                  </a:lnTo>
                  <a:lnTo>
                    <a:pt x="8841" y="9648"/>
                  </a:lnTo>
                  <a:lnTo>
                    <a:pt x="9135" y="9574"/>
                  </a:lnTo>
                  <a:close/>
                  <a:moveTo>
                    <a:pt x="1028" y="7373"/>
                  </a:moveTo>
                  <a:lnTo>
                    <a:pt x="1028" y="7887"/>
                  </a:lnTo>
                  <a:lnTo>
                    <a:pt x="1101" y="8437"/>
                  </a:lnTo>
                  <a:lnTo>
                    <a:pt x="1138" y="8474"/>
                  </a:lnTo>
                  <a:lnTo>
                    <a:pt x="1211" y="8510"/>
                  </a:lnTo>
                  <a:lnTo>
                    <a:pt x="1285" y="8510"/>
                  </a:lnTo>
                  <a:lnTo>
                    <a:pt x="1358" y="8474"/>
                  </a:lnTo>
                  <a:lnTo>
                    <a:pt x="1872" y="8070"/>
                  </a:lnTo>
                  <a:lnTo>
                    <a:pt x="1945" y="8951"/>
                  </a:lnTo>
                  <a:lnTo>
                    <a:pt x="1982" y="9611"/>
                  </a:lnTo>
                  <a:lnTo>
                    <a:pt x="1982" y="9758"/>
                  </a:lnTo>
                  <a:lnTo>
                    <a:pt x="1982" y="9904"/>
                  </a:lnTo>
                  <a:lnTo>
                    <a:pt x="1872" y="10014"/>
                  </a:lnTo>
                  <a:lnTo>
                    <a:pt x="1762" y="10088"/>
                  </a:lnTo>
                  <a:lnTo>
                    <a:pt x="1615" y="10271"/>
                  </a:lnTo>
                  <a:lnTo>
                    <a:pt x="1505" y="10455"/>
                  </a:lnTo>
                  <a:lnTo>
                    <a:pt x="1468" y="10638"/>
                  </a:lnTo>
                  <a:lnTo>
                    <a:pt x="1468" y="10858"/>
                  </a:lnTo>
                  <a:lnTo>
                    <a:pt x="1505" y="11078"/>
                  </a:lnTo>
                  <a:lnTo>
                    <a:pt x="1578" y="11298"/>
                  </a:lnTo>
                  <a:lnTo>
                    <a:pt x="1688" y="11702"/>
                  </a:lnTo>
                  <a:lnTo>
                    <a:pt x="2165" y="12876"/>
                  </a:lnTo>
                  <a:lnTo>
                    <a:pt x="1835" y="12509"/>
                  </a:lnTo>
                  <a:lnTo>
                    <a:pt x="1505" y="12142"/>
                  </a:lnTo>
                  <a:lnTo>
                    <a:pt x="1211" y="11665"/>
                  </a:lnTo>
                  <a:lnTo>
                    <a:pt x="918" y="11188"/>
                  </a:lnTo>
                  <a:lnTo>
                    <a:pt x="735" y="10675"/>
                  </a:lnTo>
                  <a:lnTo>
                    <a:pt x="588" y="10161"/>
                  </a:lnTo>
                  <a:lnTo>
                    <a:pt x="551" y="9831"/>
                  </a:lnTo>
                  <a:lnTo>
                    <a:pt x="514" y="9501"/>
                  </a:lnTo>
                  <a:lnTo>
                    <a:pt x="551" y="9171"/>
                  </a:lnTo>
                  <a:lnTo>
                    <a:pt x="588" y="8841"/>
                  </a:lnTo>
                  <a:lnTo>
                    <a:pt x="771" y="8180"/>
                  </a:lnTo>
                  <a:lnTo>
                    <a:pt x="955" y="7557"/>
                  </a:lnTo>
                  <a:lnTo>
                    <a:pt x="1028" y="7373"/>
                  </a:lnTo>
                  <a:close/>
                  <a:moveTo>
                    <a:pt x="9612" y="12472"/>
                  </a:moveTo>
                  <a:lnTo>
                    <a:pt x="9942" y="12619"/>
                  </a:lnTo>
                  <a:lnTo>
                    <a:pt x="10675" y="12912"/>
                  </a:lnTo>
                  <a:lnTo>
                    <a:pt x="10895" y="12986"/>
                  </a:lnTo>
                  <a:lnTo>
                    <a:pt x="10529" y="13316"/>
                  </a:lnTo>
                  <a:lnTo>
                    <a:pt x="10162" y="13609"/>
                  </a:lnTo>
                  <a:lnTo>
                    <a:pt x="9685" y="13279"/>
                  </a:lnTo>
                  <a:lnTo>
                    <a:pt x="9171" y="12986"/>
                  </a:lnTo>
                  <a:lnTo>
                    <a:pt x="9391" y="12729"/>
                  </a:lnTo>
                  <a:lnTo>
                    <a:pt x="9612" y="12472"/>
                  </a:lnTo>
                  <a:close/>
                  <a:moveTo>
                    <a:pt x="2569" y="5209"/>
                  </a:moveTo>
                  <a:lnTo>
                    <a:pt x="2899" y="5319"/>
                  </a:lnTo>
                  <a:lnTo>
                    <a:pt x="3266" y="5356"/>
                  </a:lnTo>
                  <a:lnTo>
                    <a:pt x="3999" y="5356"/>
                  </a:lnTo>
                  <a:lnTo>
                    <a:pt x="4733" y="5429"/>
                  </a:lnTo>
                  <a:lnTo>
                    <a:pt x="5467" y="5539"/>
                  </a:lnTo>
                  <a:lnTo>
                    <a:pt x="5320" y="5649"/>
                  </a:lnTo>
                  <a:lnTo>
                    <a:pt x="5173" y="5723"/>
                  </a:lnTo>
                  <a:lnTo>
                    <a:pt x="4880" y="5833"/>
                  </a:lnTo>
                  <a:lnTo>
                    <a:pt x="4696" y="5943"/>
                  </a:lnTo>
                  <a:lnTo>
                    <a:pt x="4513" y="6053"/>
                  </a:lnTo>
                  <a:lnTo>
                    <a:pt x="4366" y="6236"/>
                  </a:lnTo>
                  <a:lnTo>
                    <a:pt x="4293" y="6420"/>
                  </a:lnTo>
                  <a:lnTo>
                    <a:pt x="4256" y="6493"/>
                  </a:lnTo>
                  <a:lnTo>
                    <a:pt x="4293" y="6603"/>
                  </a:lnTo>
                  <a:lnTo>
                    <a:pt x="4329" y="6676"/>
                  </a:lnTo>
                  <a:lnTo>
                    <a:pt x="4366" y="6750"/>
                  </a:lnTo>
                  <a:lnTo>
                    <a:pt x="4439" y="6823"/>
                  </a:lnTo>
                  <a:lnTo>
                    <a:pt x="4549" y="6823"/>
                  </a:lnTo>
                  <a:lnTo>
                    <a:pt x="4660" y="6860"/>
                  </a:lnTo>
                  <a:lnTo>
                    <a:pt x="4696" y="6933"/>
                  </a:lnTo>
                  <a:lnTo>
                    <a:pt x="4733" y="7117"/>
                  </a:lnTo>
                  <a:lnTo>
                    <a:pt x="4770" y="7300"/>
                  </a:lnTo>
                  <a:lnTo>
                    <a:pt x="4770" y="7667"/>
                  </a:lnTo>
                  <a:lnTo>
                    <a:pt x="4806" y="7813"/>
                  </a:lnTo>
                  <a:lnTo>
                    <a:pt x="4586" y="7520"/>
                  </a:lnTo>
                  <a:lnTo>
                    <a:pt x="4366" y="7263"/>
                  </a:lnTo>
                  <a:lnTo>
                    <a:pt x="4256" y="7190"/>
                  </a:lnTo>
                  <a:lnTo>
                    <a:pt x="4146" y="7153"/>
                  </a:lnTo>
                  <a:lnTo>
                    <a:pt x="3999" y="7117"/>
                  </a:lnTo>
                  <a:lnTo>
                    <a:pt x="3889" y="7153"/>
                  </a:lnTo>
                  <a:lnTo>
                    <a:pt x="3632" y="7227"/>
                  </a:lnTo>
                  <a:lnTo>
                    <a:pt x="3412" y="7373"/>
                  </a:lnTo>
                  <a:lnTo>
                    <a:pt x="3192" y="7593"/>
                  </a:lnTo>
                  <a:lnTo>
                    <a:pt x="2972" y="7813"/>
                  </a:lnTo>
                  <a:lnTo>
                    <a:pt x="2825" y="8070"/>
                  </a:lnTo>
                  <a:lnTo>
                    <a:pt x="2715" y="8364"/>
                  </a:lnTo>
                  <a:lnTo>
                    <a:pt x="2642" y="8657"/>
                  </a:lnTo>
                  <a:lnTo>
                    <a:pt x="2605" y="8951"/>
                  </a:lnTo>
                  <a:lnTo>
                    <a:pt x="2605" y="9244"/>
                  </a:lnTo>
                  <a:lnTo>
                    <a:pt x="2679" y="9537"/>
                  </a:lnTo>
                  <a:lnTo>
                    <a:pt x="2679" y="9611"/>
                  </a:lnTo>
                  <a:lnTo>
                    <a:pt x="2752" y="9648"/>
                  </a:lnTo>
                  <a:lnTo>
                    <a:pt x="2789" y="9684"/>
                  </a:lnTo>
                  <a:lnTo>
                    <a:pt x="3156" y="9684"/>
                  </a:lnTo>
                  <a:lnTo>
                    <a:pt x="3449" y="9758"/>
                  </a:lnTo>
                  <a:lnTo>
                    <a:pt x="3706" y="9868"/>
                  </a:lnTo>
                  <a:lnTo>
                    <a:pt x="3963" y="10014"/>
                  </a:lnTo>
                  <a:lnTo>
                    <a:pt x="4183" y="10198"/>
                  </a:lnTo>
                  <a:lnTo>
                    <a:pt x="4403" y="10418"/>
                  </a:lnTo>
                  <a:lnTo>
                    <a:pt x="4770" y="10858"/>
                  </a:lnTo>
                  <a:lnTo>
                    <a:pt x="4403" y="11151"/>
                  </a:lnTo>
                  <a:lnTo>
                    <a:pt x="4109" y="11445"/>
                  </a:lnTo>
                  <a:lnTo>
                    <a:pt x="3816" y="11775"/>
                  </a:lnTo>
                  <a:lnTo>
                    <a:pt x="3596" y="12142"/>
                  </a:lnTo>
                  <a:lnTo>
                    <a:pt x="3412" y="12545"/>
                  </a:lnTo>
                  <a:lnTo>
                    <a:pt x="3266" y="12986"/>
                  </a:lnTo>
                  <a:lnTo>
                    <a:pt x="3192" y="13426"/>
                  </a:lnTo>
                  <a:lnTo>
                    <a:pt x="3156" y="13866"/>
                  </a:lnTo>
                  <a:lnTo>
                    <a:pt x="3082" y="13829"/>
                  </a:lnTo>
                  <a:lnTo>
                    <a:pt x="2972" y="13719"/>
                  </a:lnTo>
                  <a:lnTo>
                    <a:pt x="2899" y="13572"/>
                  </a:lnTo>
                  <a:lnTo>
                    <a:pt x="2459" y="12582"/>
                  </a:lnTo>
                  <a:lnTo>
                    <a:pt x="2092" y="11702"/>
                  </a:lnTo>
                  <a:lnTo>
                    <a:pt x="1945" y="11262"/>
                  </a:lnTo>
                  <a:lnTo>
                    <a:pt x="1872" y="10821"/>
                  </a:lnTo>
                  <a:lnTo>
                    <a:pt x="1872" y="10638"/>
                  </a:lnTo>
                  <a:lnTo>
                    <a:pt x="1945" y="10491"/>
                  </a:lnTo>
                  <a:lnTo>
                    <a:pt x="2055" y="10381"/>
                  </a:lnTo>
                  <a:lnTo>
                    <a:pt x="2202" y="10271"/>
                  </a:lnTo>
                  <a:lnTo>
                    <a:pt x="2312" y="10161"/>
                  </a:lnTo>
                  <a:lnTo>
                    <a:pt x="2385" y="10051"/>
                  </a:lnTo>
                  <a:lnTo>
                    <a:pt x="2385" y="9904"/>
                  </a:lnTo>
                  <a:lnTo>
                    <a:pt x="2385" y="9721"/>
                  </a:lnTo>
                  <a:lnTo>
                    <a:pt x="2312" y="8730"/>
                  </a:lnTo>
                  <a:lnTo>
                    <a:pt x="2165" y="7740"/>
                  </a:lnTo>
                  <a:lnTo>
                    <a:pt x="2165" y="7667"/>
                  </a:lnTo>
                  <a:lnTo>
                    <a:pt x="2092" y="7593"/>
                  </a:lnTo>
                  <a:lnTo>
                    <a:pt x="1945" y="7593"/>
                  </a:lnTo>
                  <a:lnTo>
                    <a:pt x="1358" y="8070"/>
                  </a:lnTo>
                  <a:lnTo>
                    <a:pt x="1321" y="7667"/>
                  </a:lnTo>
                  <a:lnTo>
                    <a:pt x="1358" y="7263"/>
                  </a:lnTo>
                  <a:lnTo>
                    <a:pt x="1395" y="6860"/>
                  </a:lnTo>
                  <a:lnTo>
                    <a:pt x="1505" y="6456"/>
                  </a:lnTo>
                  <a:lnTo>
                    <a:pt x="1505" y="6383"/>
                  </a:lnTo>
                  <a:lnTo>
                    <a:pt x="1468" y="6310"/>
                  </a:lnTo>
                  <a:lnTo>
                    <a:pt x="1725" y="5796"/>
                  </a:lnTo>
                  <a:lnTo>
                    <a:pt x="1982" y="5319"/>
                  </a:lnTo>
                  <a:lnTo>
                    <a:pt x="2239" y="5356"/>
                  </a:lnTo>
                  <a:lnTo>
                    <a:pt x="2495" y="5392"/>
                  </a:lnTo>
                  <a:lnTo>
                    <a:pt x="2569" y="5356"/>
                  </a:lnTo>
                  <a:lnTo>
                    <a:pt x="2605" y="5319"/>
                  </a:lnTo>
                  <a:lnTo>
                    <a:pt x="2605" y="5282"/>
                  </a:lnTo>
                  <a:lnTo>
                    <a:pt x="2569" y="5209"/>
                  </a:lnTo>
                  <a:close/>
                  <a:moveTo>
                    <a:pt x="8805" y="13939"/>
                  </a:moveTo>
                  <a:lnTo>
                    <a:pt x="9098" y="13976"/>
                  </a:lnTo>
                  <a:lnTo>
                    <a:pt x="9391" y="14049"/>
                  </a:lnTo>
                  <a:lnTo>
                    <a:pt x="9208" y="14086"/>
                  </a:lnTo>
                  <a:lnTo>
                    <a:pt x="9171" y="14049"/>
                  </a:lnTo>
                  <a:lnTo>
                    <a:pt x="9061" y="14049"/>
                  </a:lnTo>
                  <a:lnTo>
                    <a:pt x="8988" y="13976"/>
                  </a:lnTo>
                  <a:lnTo>
                    <a:pt x="8805" y="13939"/>
                  </a:lnTo>
                  <a:close/>
                  <a:moveTo>
                    <a:pt x="5815" y="14178"/>
                  </a:moveTo>
                  <a:lnTo>
                    <a:pt x="5797" y="14196"/>
                  </a:lnTo>
                  <a:lnTo>
                    <a:pt x="5760" y="14196"/>
                  </a:lnTo>
                  <a:lnTo>
                    <a:pt x="5815" y="14178"/>
                  </a:lnTo>
                  <a:close/>
                  <a:moveTo>
                    <a:pt x="7154" y="2935"/>
                  </a:moveTo>
                  <a:lnTo>
                    <a:pt x="7594" y="3008"/>
                  </a:lnTo>
                  <a:lnTo>
                    <a:pt x="8034" y="3082"/>
                  </a:lnTo>
                  <a:lnTo>
                    <a:pt x="8438" y="3155"/>
                  </a:lnTo>
                  <a:lnTo>
                    <a:pt x="8401" y="3192"/>
                  </a:lnTo>
                  <a:lnTo>
                    <a:pt x="8401" y="3228"/>
                  </a:lnTo>
                  <a:lnTo>
                    <a:pt x="8401" y="3265"/>
                  </a:lnTo>
                  <a:lnTo>
                    <a:pt x="8438" y="3265"/>
                  </a:lnTo>
                  <a:lnTo>
                    <a:pt x="8621" y="3228"/>
                  </a:lnTo>
                  <a:lnTo>
                    <a:pt x="8768" y="3265"/>
                  </a:lnTo>
                  <a:lnTo>
                    <a:pt x="8805" y="3265"/>
                  </a:lnTo>
                  <a:lnTo>
                    <a:pt x="8768" y="3338"/>
                  </a:lnTo>
                  <a:lnTo>
                    <a:pt x="8768" y="3412"/>
                  </a:lnTo>
                  <a:lnTo>
                    <a:pt x="8768" y="3448"/>
                  </a:lnTo>
                  <a:lnTo>
                    <a:pt x="8805" y="3485"/>
                  </a:lnTo>
                  <a:lnTo>
                    <a:pt x="8841" y="3485"/>
                  </a:lnTo>
                  <a:lnTo>
                    <a:pt x="8915" y="3522"/>
                  </a:lnTo>
                  <a:lnTo>
                    <a:pt x="8988" y="3558"/>
                  </a:lnTo>
                  <a:lnTo>
                    <a:pt x="9098" y="3668"/>
                  </a:lnTo>
                  <a:lnTo>
                    <a:pt x="9208" y="3815"/>
                  </a:lnTo>
                  <a:lnTo>
                    <a:pt x="9245" y="3852"/>
                  </a:lnTo>
                  <a:lnTo>
                    <a:pt x="9281" y="3889"/>
                  </a:lnTo>
                  <a:lnTo>
                    <a:pt x="9318" y="3852"/>
                  </a:lnTo>
                  <a:lnTo>
                    <a:pt x="9391" y="3742"/>
                  </a:lnTo>
                  <a:lnTo>
                    <a:pt x="9465" y="3632"/>
                  </a:lnTo>
                  <a:lnTo>
                    <a:pt x="9538" y="3558"/>
                  </a:lnTo>
                  <a:lnTo>
                    <a:pt x="9758" y="3632"/>
                  </a:lnTo>
                  <a:lnTo>
                    <a:pt x="9612" y="3815"/>
                  </a:lnTo>
                  <a:lnTo>
                    <a:pt x="9501" y="3999"/>
                  </a:lnTo>
                  <a:lnTo>
                    <a:pt x="9465" y="4072"/>
                  </a:lnTo>
                  <a:lnTo>
                    <a:pt x="9465" y="4182"/>
                  </a:lnTo>
                  <a:lnTo>
                    <a:pt x="9575" y="4182"/>
                  </a:lnTo>
                  <a:lnTo>
                    <a:pt x="9648" y="4145"/>
                  </a:lnTo>
                  <a:lnTo>
                    <a:pt x="9795" y="4035"/>
                  </a:lnTo>
                  <a:lnTo>
                    <a:pt x="10052" y="3815"/>
                  </a:lnTo>
                  <a:lnTo>
                    <a:pt x="10308" y="3962"/>
                  </a:lnTo>
                  <a:lnTo>
                    <a:pt x="10235" y="4035"/>
                  </a:lnTo>
                  <a:lnTo>
                    <a:pt x="9978" y="4365"/>
                  </a:lnTo>
                  <a:lnTo>
                    <a:pt x="9868" y="4512"/>
                  </a:lnTo>
                  <a:lnTo>
                    <a:pt x="9795" y="4696"/>
                  </a:lnTo>
                  <a:lnTo>
                    <a:pt x="9795" y="4732"/>
                  </a:lnTo>
                  <a:lnTo>
                    <a:pt x="9832" y="4732"/>
                  </a:lnTo>
                  <a:lnTo>
                    <a:pt x="10015" y="4659"/>
                  </a:lnTo>
                  <a:lnTo>
                    <a:pt x="10198" y="4549"/>
                  </a:lnTo>
                  <a:lnTo>
                    <a:pt x="10492" y="4329"/>
                  </a:lnTo>
                  <a:lnTo>
                    <a:pt x="10639" y="4182"/>
                  </a:lnTo>
                  <a:lnTo>
                    <a:pt x="10822" y="4292"/>
                  </a:lnTo>
                  <a:lnTo>
                    <a:pt x="10565" y="4549"/>
                  </a:lnTo>
                  <a:lnTo>
                    <a:pt x="10272" y="4879"/>
                  </a:lnTo>
                  <a:lnTo>
                    <a:pt x="10052" y="5209"/>
                  </a:lnTo>
                  <a:lnTo>
                    <a:pt x="9942" y="5246"/>
                  </a:lnTo>
                  <a:lnTo>
                    <a:pt x="9648" y="5392"/>
                  </a:lnTo>
                  <a:lnTo>
                    <a:pt x="9391" y="5539"/>
                  </a:lnTo>
                  <a:lnTo>
                    <a:pt x="9281" y="5539"/>
                  </a:lnTo>
                  <a:lnTo>
                    <a:pt x="9135" y="5576"/>
                  </a:lnTo>
                  <a:lnTo>
                    <a:pt x="8805" y="5759"/>
                  </a:lnTo>
                  <a:lnTo>
                    <a:pt x="8548" y="5979"/>
                  </a:lnTo>
                  <a:lnTo>
                    <a:pt x="8364" y="6089"/>
                  </a:lnTo>
                  <a:lnTo>
                    <a:pt x="8071" y="6346"/>
                  </a:lnTo>
                  <a:lnTo>
                    <a:pt x="7924" y="6566"/>
                  </a:lnTo>
                  <a:lnTo>
                    <a:pt x="7741" y="6750"/>
                  </a:lnTo>
                  <a:lnTo>
                    <a:pt x="7631" y="6970"/>
                  </a:lnTo>
                  <a:lnTo>
                    <a:pt x="7594" y="7153"/>
                  </a:lnTo>
                  <a:lnTo>
                    <a:pt x="7631" y="7227"/>
                  </a:lnTo>
                  <a:lnTo>
                    <a:pt x="7667" y="7300"/>
                  </a:lnTo>
                  <a:lnTo>
                    <a:pt x="7741" y="7373"/>
                  </a:lnTo>
                  <a:lnTo>
                    <a:pt x="7851" y="7410"/>
                  </a:lnTo>
                  <a:lnTo>
                    <a:pt x="7998" y="7410"/>
                  </a:lnTo>
                  <a:lnTo>
                    <a:pt x="8144" y="7337"/>
                  </a:lnTo>
                  <a:lnTo>
                    <a:pt x="8401" y="7190"/>
                  </a:lnTo>
                  <a:lnTo>
                    <a:pt x="8548" y="7153"/>
                  </a:lnTo>
                  <a:lnTo>
                    <a:pt x="8731" y="7227"/>
                  </a:lnTo>
                  <a:lnTo>
                    <a:pt x="8805" y="7263"/>
                  </a:lnTo>
                  <a:lnTo>
                    <a:pt x="8878" y="7337"/>
                  </a:lnTo>
                  <a:lnTo>
                    <a:pt x="8915" y="7410"/>
                  </a:lnTo>
                  <a:lnTo>
                    <a:pt x="8915" y="7483"/>
                  </a:lnTo>
                  <a:lnTo>
                    <a:pt x="8841" y="7593"/>
                  </a:lnTo>
                  <a:lnTo>
                    <a:pt x="8731" y="7740"/>
                  </a:lnTo>
                  <a:lnTo>
                    <a:pt x="8584" y="7850"/>
                  </a:lnTo>
                  <a:lnTo>
                    <a:pt x="8401" y="7960"/>
                  </a:lnTo>
                  <a:lnTo>
                    <a:pt x="8144" y="8070"/>
                  </a:lnTo>
                  <a:lnTo>
                    <a:pt x="7961" y="8144"/>
                  </a:lnTo>
                  <a:lnTo>
                    <a:pt x="7741" y="8254"/>
                  </a:lnTo>
                  <a:lnTo>
                    <a:pt x="7557" y="8400"/>
                  </a:lnTo>
                  <a:lnTo>
                    <a:pt x="7521" y="8474"/>
                  </a:lnTo>
                  <a:lnTo>
                    <a:pt x="7484" y="8584"/>
                  </a:lnTo>
                  <a:lnTo>
                    <a:pt x="7447" y="8767"/>
                  </a:lnTo>
                  <a:lnTo>
                    <a:pt x="7521" y="8914"/>
                  </a:lnTo>
                  <a:lnTo>
                    <a:pt x="7631" y="9061"/>
                  </a:lnTo>
                  <a:lnTo>
                    <a:pt x="7777" y="9134"/>
                  </a:lnTo>
                  <a:lnTo>
                    <a:pt x="7887" y="9171"/>
                  </a:lnTo>
                  <a:lnTo>
                    <a:pt x="8034" y="9207"/>
                  </a:lnTo>
                  <a:lnTo>
                    <a:pt x="8254" y="9134"/>
                  </a:lnTo>
                  <a:lnTo>
                    <a:pt x="8694" y="8951"/>
                  </a:lnTo>
                  <a:lnTo>
                    <a:pt x="9208" y="8951"/>
                  </a:lnTo>
                  <a:lnTo>
                    <a:pt x="9391" y="8877"/>
                  </a:lnTo>
                  <a:lnTo>
                    <a:pt x="9575" y="8767"/>
                  </a:lnTo>
                  <a:lnTo>
                    <a:pt x="9685" y="8657"/>
                  </a:lnTo>
                  <a:lnTo>
                    <a:pt x="9795" y="8547"/>
                  </a:lnTo>
                  <a:lnTo>
                    <a:pt x="9905" y="8547"/>
                  </a:lnTo>
                  <a:lnTo>
                    <a:pt x="10052" y="8584"/>
                  </a:lnTo>
                  <a:lnTo>
                    <a:pt x="10088" y="8620"/>
                  </a:lnTo>
                  <a:lnTo>
                    <a:pt x="10125" y="8620"/>
                  </a:lnTo>
                  <a:lnTo>
                    <a:pt x="10198" y="8657"/>
                  </a:lnTo>
                  <a:lnTo>
                    <a:pt x="10382" y="8804"/>
                  </a:lnTo>
                  <a:lnTo>
                    <a:pt x="10565" y="8987"/>
                  </a:lnTo>
                  <a:lnTo>
                    <a:pt x="11115" y="9648"/>
                  </a:lnTo>
                  <a:lnTo>
                    <a:pt x="10382" y="9391"/>
                  </a:lnTo>
                  <a:lnTo>
                    <a:pt x="10015" y="9281"/>
                  </a:lnTo>
                  <a:lnTo>
                    <a:pt x="9648" y="9171"/>
                  </a:lnTo>
                  <a:lnTo>
                    <a:pt x="9612" y="9207"/>
                  </a:lnTo>
                  <a:lnTo>
                    <a:pt x="9281" y="9171"/>
                  </a:lnTo>
                  <a:lnTo>
                    <a:pt x="8951" y="9207"/>
                  </a:lnTo>
                  <a:lnTo>
                    <a:pt x="8621" y="9281"/>
                  </a:lnTo>
                  <a:lnTo>
                    <a:pt x="8328" y="9391"/>
                  </a:lnTo>
                  <a:lnTo>
                    <a:pt x="8291" y="9427"/>
                  </a:lnTo>
                  <a:lnTo>
                    <a:pt x="8144" y="9427"/>
                  </a:lnTo>
                  <a:lnTo>
                    <a:pt x="7631" y="9537"/>
                  </a:lnTo>
                  <a:lnTo>
                    <a:pt x="7117" y="9648"/>
                  </a:lnTo>
                  <a:lnTo>
                    <a:pt x="6934" y="9684"/>
                  </a:lnTo>
                  <a:lnTo>
                    <a:pt x="6787" y="9794"/>
                  </a:lnTo>
                  <a:lnTo>
                    <a:pt x="6677" y="9904"/>
                  </a:lnTo>
                  <a:lnTo>
                    <a:pt x="6567" y="10088"/>
                  </a:lnTo>
                  <a:lnTo>
                    <a:pt x="6494" y="10271"/>
                  </a:lnTo>
                  <a:lnTo>
                    <a:pt x="6494" y="10455"/>
                  </a:lnTo>
                  <a:lnTo>
                    <a:pt x="6494" y="10601"/>
                  </a:lnTo>
                  <a:lnTo>
                    <a:pt x="6530" y="10785"/>
                  </a:lnTo>
                  <a:lnTo>
                    <a:pt x="6604" y="10968"/>
                  </a:lnTo>
                  <a:lnTo>
                    <a:pt x="6714" y="11115"/>
                  </a:lnTo>
                  <a:lnTo>
                    <a:pt x="6824" y="11225"/>
                  </a:lnTo>
                  <a:lnTo>
                    <a:pt x="6970" y="11335"/>
                  </a:lnTo>
                  <a:lnTo>
                    <a:pt x="7117" y="11408"/>
                  </a:lnTo>
                  <a:lnTo>
                    <a:pt x="7301" y="11445"/>
                  </a:lnTo>
                  <a:lnTo>
                    <a:pt x="7484" y="11482"/>
                  </a:lnTo>
                  <a:lnTo>
                    <a:pt x="7777" y="11482"/>
                  </a:lnTo>
                  <a:lnTo>
                    <a:pt x="7851" y="11555"/>
                  </a:lnTo>
                  <a:lnTo>
                    <a:pt x="7924" y="11665"/>
                  </a:lnTo>
                  <a:lnTo>
                    <a:pt x="7961" y="11812"/>
                  </a:lnTo>
                  <a:lnTo>
                    <a:pt x="8034" y="12105"/>
                  </a:lnTo>
                  <a:lnTo>
                    <a:pt x="8071" y="12362"/>
                  </a:lnTo>
                  <a:lnTo>
                    <a:pt x="8108" y="12509"/>
                  </a:lnTo>
                  <a:lnTo>
                    <a:pt x="7851" y="12435"/>
                  </a:lnTo>
                  <a:lnTo>
                    <a:pt x="7631" y="12399"/>
                  </a:lnTo>
                  <a:lnTo>
                    <a:pt x="7557" y="12362"/>
                  </a:lnTo>
                  <a:lnTo>
                    <a:pt x="7521" y="12215"/>
                  </a:lnTo>
                  <a:lnTo>
                    <a:pt x="7521" y="12179"/>
                  </a:lnTo>
                  <a:lnTo>
                    <a:pt x="7447" y="12179"/>
                  </a:lnTo>
                  <a:lnTo>
                    <a:pt x="7447" y="12215"/>
                  </a:lnTo>
                  <a:lnTo>
                    <a:pt x="7411" y="12472"/>
                  </a:lnTo>
                  <a:lnTo>
                    <a:pt x="7411" y="12509"/>
                  </a:lnTo>
                  <a:lnTo>
                    <a:pt x="7447" y="12545"/>
                  </a:lnTo>
                  <a:lnTo>
                    <a:pt x="7851" y="12729"/>
                  </a:lnTo>
                  <a:lnTo>
                    <a:pt x="8254" y="12949"/>
                  </a:lnTo>
                  <a:lnTo>
                    <a:pt x="8438" y="13316"/>
                  </a:lnTo>
                  <a:lnTo>
                    <a:pt x="8474" y="13389"/>
                  </a:lnTo>
                  <a:lnTo>
                    <a:pt x="8548" y="13426"/>
                  </a:lnTo>
                  <a:lnTo>
                    <a:pt x="8621" y="13426"/>
                  </a:lnTo>
                  <a:lnTo>
                    <a:pt x="8694" y="13389"/>
                  </a:lnTo>
                  <a:lnTo>
                    <a:pt x="8841" y="13279"/>
                  </a:lnTo>
                  <a:lnTo>
                    <a:pt x="9428" y="13609"/>
                  </a:lnTo>
                  <a:lnTo>
                    <a:pt x="9281" y="13609"/>
                  </a:lnTo>
                  <a:lnTo>
                    <a:pt x="8548" y="13536"/>
                  </a:lnTo>
                  <a:lnTo>
                    <a:pt x="7851" y="13536"/>
                  </a:lnTo>
                  <a:lnTo>
                    <a:pt x="7374" y="13206"/>
                  </a:lnTo>
                  <a:lnTo>
                    <a:pt x="6860" y="12912"/>
                  </a:lnTo>
                  <a:lnTo>
                    <a:pt x="6824" y="12876"/>
                  </a:lnTo>
                  <a:lnTo>
                    <a:pt x="6750" y="12912"/>
                  </a:lnTo>
                  <a:lnTo>
                    <a:pt x="6750" y="12949"/>
                  </a:lnTo>
                  <a:lnTo>
                    <a:pt x="6750" y="13022"/>
                  </a:lnTo>
                  <a:lnTo>
                    <a:pt x="6970" y="13316"/>
                  </a:lnTo>
                  <a:lnTo>
                    <a:pt x="7227" y="13572"/>
                  </a:lnTo>
                  <a:lnTo>
                    <a:pt x="6897" y="13609"/>
                  </a:lnTo>
                  <a:lnTo>
                    <a:pt x="6567" y="13646"/>
                  </a:lnTo>
                  <a:lnTo>
                    <a:pt x="6310" y="13426"/>
                  </a:lnTo>
                  <a:lnTo>
                    <a:pt x="6090" y="13169"/>
                  </a:lnTo>
                  <a:lnTo>
                    <a:pt x="6017" y="13169"/>
                  </a:lnTo>
                  <a:lnTo>
                    <a:pt x="5943" y="13242"/>
                  </a:lnTo>
                  <a:lnTo>
                    <a:pt x="5907" y="13389"/>
                  </a:lnTo>
                  <a:lnTo>
                    <a:pt x="5943" y="13499"/>
                  </a:lnTo>
                  <a:lnTo>
                    <a:pt x="5980" y="13646"/>
                  </a:lnTo>
                  <a:lnTo>
                    <a:pt x="6090" y="13756"/>
                  </a:lnTo>
                  <a:lnTo>
                    <a:pt x="5760" y="13829"/>
                  </a:lnTo>
                  <a:lnTo>
                    <a:pt x="5430" y="13939"/>
                  </a:lnTo>
                  <a:lnTo>
                    <a:pt x="5393" y="13903"/>
                  </a:lnTo>
                  <a:lnTo>
                    <a:pt x="5173" y="13682"/>
                  </a:lnTo>
                  <a:lnTo>
                    <a:pt x="5026" y="13609"/>
                  </a:lnTo>
                  <a:lnTo>
                    <a:pt x="4916" y="13572"/>
                  </a:lnTo>
                  <a:lnTo>
                    <a:pt x="4880" y="13572"/>
                  </a:lnTo>
                  <a:lnTo>
                    <a:pt x="4880" y="13609"/>
                  </a:lnTo>
                  <a:lnTo>
                    <a:pt x="4880" y="13682"/>
                  </a:lnTo>
                  <a:lnTo>
                    <a:pt x="4916" y="13793"/>
                  </a:lnTo>
                  <a:lnTo>
                    <a:pt x="4990" y="13939"/>
                  </a:lnTo>
                  <a:lnTo>
                    <a:pt x="5100" y="14086"/>
                  </a:lnTo>
                  <a:lnTo>
                    <a:pt x="5136" y="14086"/>
                  </a:lnTo>
                  <a:lnTo>
                    <a:pt x="4843" y="14306"/>
                  </a:lnTo>
                  <a:lnTo>
                    <a:pt x="4623" y="14269"/>
                  </a:lnTo>
                  <a:lnTo>
                    <a:pt x="4109" y="14196"/>
                  </a:lnTo>
                  <a:lnTo>
                    <a:pt x="3853" y="14159"/>
                  </a:lnTo>
                  <a:lnTo>
                    <a:pt x="3596" y="14086"/>
                  </a:lnTo>
                  <a:lnTo>
                    <a:pt x="3669" y="14013"/>
                  </a:lnTo>
                  <a:lnTo>
                    <a:pt x="3706" y="13903"/>
                  </a:lnTo>
                  <a:lnTo>
                    <a:pt x="3706" y="13829"/>
                  </a:lnTo>
                  <a:lnTo>
                    <a:pt x="3669" y="13719"/>
                  </a:lnTo>
                  <a:lnTo>
                    <a:pt x="3632" y="13646"/>
                  </a:lnTo>
                  <a:lnTo>
                    <a:pt x="3559" y="13609"/>
                  </a:lnTo>
                  <a:lnTo>
                    <a:pt x="3632" y="13242"/>
                  </a:lnTo>
                  <a:lnTo>
                    <a:pt x="3742" y="12876"/>
                  </a:lnTo>
                  <a:lnTo>
                    <a:pt x="3889" y="12509"/>
                  </a:lnTo>
                  <a:lnTo>
                    <a:pt x="4073" y="12179"/>
                  </a:lnTo>
                  <a:lnTo>
                    <a:pt x="4293" y="11848"/>
                  </a:lnTo>
                  <a:lnTo>
                    <a:pt x="4549" y="11555"/>
                  </a:lnTo>
                  <a:lnTo>
                    <a:pt x="4843" y="11298"/>
                  </a:lnTo>
                  <a:lnTo>
                    <a:pt x="5173" y="11115"/>
                  </a:lnTo>
                  <a:lnTo>
                    <a:pt x="5246" y="11041"/>
                  </a:lnTo>
                  <a:lnTo>
                    <a:pt x="5283" y="10931"/>
                  </a:lnTo>
                  <a:lnTo>
                    <a:pt x="5283" y="10858"/>
                  </a:lnTo>
                  <a:lnTo>
                    <a:pt x="5210" y="10785"/>
                  </a:lnTo>
                  <a:lnTo>
                    <a:pt x="4770" y="10234"/>
                  </a:lnTo>
                  <a:lnTo>
                    <a:pt x="4549" y="9978"/>
                  </a:lnTo>
                  <a:lnTo>
                    <a:pt x="4293" y="9758"/>
                  </a:lnTo>
                  <a:lnTo>
                    <a:pt x="3999" y="9574"/>
                  </a:lnTo>
                  <a:lnTo>
                    <a:pt x="3706" y="9427"/>
                  </a:lnTo>
                  <a:lnTo>
                    <a:pt x="3376" y="9317"/>
                  </a:lnTo>
                  <a:lnTo>
                    <a:pt x="3046" y="9281"/>
                  </a:lnTo>
                  <a:lnTo>
                    <a:pt x="3046" y="8877"/>
                  </a:lnTo>
                  <a:lnTo>
                    <a:pt x="3119" y="8510"/>
                  </a:lnTo>
                  <a:lnTo>
                    <a:pt x="3266" y="8180"/>
                  </a:lnTo>
                  <a:lnTo>
                    <a:pt x="3486" y="7887"/>
                  </a:lnTo>
                  <a:lnTo>
                    <a:pt x="3632" y="7740"/>
                  </a:lnTo>
                  <a:lnTo>
                    <a:pt x="3816" y="7593"/>
                  </a:lnTo>
                  <a:lnTo>
                    <a:pt x="3889" y="7557"/>
                  </a:lnTo>
                  <a:lnTo>
                    <a:pt x="3963" y="7557"/>
                  </a:lnTo>
                  <a:lnTo>
                    <a:pt x="4036" y="7593"/>
                  </a:lnTo>
                  <a:lnTo>
                    <a:pt x="4109" y="7630"/>
                  </a:lnTo>
                  <a:lnTo>
                    <a:pt x="4219" y="7740"/>
                  </a:lnTo>
                  <a:lnTo>
                    <a:pt x="4329" y="7887"/>
                  </a:lnTo>
                  <a:lnTo>
                    <a:pt x="4916" y="8657"/>
                  </a:lnTo>
                  <a:lnTo>
                    <a:pt x="5026" y="8730"/>
                  </a:lnTo>
                  <a:lnTo>
                    <a:pt x="5136" y="8767"/>
                  </a:lnTo>
                  <a:lnTo>
                    <a:pt x="5210" y="8730"/>
                  </a:lnTo>
                  <a:lnTo>
                    <a:pt x="5246" y="8694"/>
                  </a:lnTo>
                  <a:lnTo>
                    <a:pt x="5283" y="8620"/>
                  </a:lnTo>
                  <a:lnTo>
                    <a:pt x="5283" y="8547"/>
                  </a:lnTo>
                  <a:lnTo>
                    <a:pt x="5136" y="7006"/>
                  </a:lnTo>
                  <a:lnTo>
                    <a:pt x="5100" y="6823"/>
                  </a:lnTo>
                  <a:lnTo>
                    <a:pt x="4990" y="6640"/>
                  </a:lnTo>
                  <a:lnTo>
                    <a:pt x="4880" y="6493"/>
                  </a:lnTo>
                  <a:lnTo>
                    <a:pt x="4660" y="6456"/>
                  </a:lnTo>
                  <a:lnTo>
                    <a:pt x="4733" y="6420"/>
                  </a:lnTo>
                  <a:lnTo>
                    <a:pt x="4843" y="6346"/>
                  </a:lnTo>
                  <a:lnTo>
                    <a:pt x="5026" y="6199"/>
                  </a:lnTo>
                  <a:lnTo>
                    <a:pt x="5430" y="6016"/>
                  </a:lnTo>
                  <a:lnTo>
                    <a:pt x="5613" y="5943"/>
                  </a:lnTo>
                  <a:lnTo>
                    <a:pt x="5760" y="5796"/>
                  </a:lnTo>
                  <a:lnTo>
                    <a:pt x="5870" y="5649"/>
                  </a:lnTo>
                  <a:lnTo>
                    <a:pt x="5980" y="5466"/>
                  </a:lnTo>
                  <a:lnTo>
                    <a:pt x="5980" y="5392"/>
                  </a:lnTo>
                  <a:lnTo>
                    <a:pt x="5943" y="5319"/>
                  </a:lnTo>
                  <a:lnTo>
                    <a:pt x="5907" y="5246"/>
                  </a:lnTo>
                  <a:lnTo>
                    <a:pt x="5833" y="5209"/>
                  </a:lnTo>
                  <a:lnTo>
                    <a:pt x="4990" y="5099"/>
                  </a:lnTo>
                  <a:lnTo>
                    <a:pt x="4109" y="4989"/>
                  </a:lnTo>
                  <a:lnTo>
                    <a:pt x="3742" y="4989"/>
                  </a:lnTo>
                  <a:lnTo>
                    <a:pt x="3302" y="4952"/>
                  </a:lnTo>
                  <a:lnTo>
                    <a:pt x="2899" y="4989"/>
                  </a:lnTo>
                  <a:lnTo>
                    <a:pt x="2715" y="5026"/>
                  </a:lnTo>
                  <a:lnTo>
                    <a:pt x="2532" y="5099"/>
                  </a:lnTo>
                  <a:lnTo>
                    <a:pt x="2495" y="5136"/>
                  </a:lnTo>
                  <a:lnTo>
                    <a:pt x="2532" y="5209"/>
                  </a:lnTo>
                  <a:lnTo>
                    <a:pt x="2165" y="5062"/>
                  </a:lnTo>
                  <a:lnTo>
                    <a:pt x="2459" y="4732"/>
                  </a:lnTo>
                  <a:lnTo>
                    <a:pt x="2752" y="4402"/>
                  </a:lnTo>
                  <a:lnTo>
                    <a:pt x="3082" y="4145"/>
                  </a:lnTo>
                  <a:lnTo>
                    <a:pt x="3449" y="3889"/>
                  </a:lnTo>
                  <a:lnTo>
                    <a:pt x="3816" y="3668"/>
                  </a:lnTo>
                  <a:lnTo>
                    <a:pt x="4219" y="3448"/>
                  </a:lnTo>
                  <a:lnTo>
                    <a:pt x="4623" y="3302"/>
                  </a:lnTo>
                  <a:lnTo>
                    <a:pt x="5026" y="3155"/>
                  </a:lnTo>
                  <a:lnTo>
                    <a:pt x="5467" y="3045"/>
                  </a:lnTo>
                  <a:lnTo>
                    <a:pt x="5907" y="2972"/>
                  </a:lnTo>
                  <a:lnTo>
                    <a:pt x="6310" y="2935"/>
                  </a:lnTo>
                  <a:close/>
                  <a:moveTo>
                    <a:pt x="5393" y="14343"/>
                  </a:moveTo>
                  <a:lnTo>
                    <a:pt x="5430" y="14379"/>
                  </a:lnTo>
                  <a:lnTo>
                    <a:pt x="5356" y="14379"/>
                  </a:lnTo>
                  <a:lnTo>
                    <a:pt x="5393" y="14343"/>
                  </a:lnTo>
                  <a:close/>
                  <a:moveTo>
                    <a:pt x="7704" y="13903"/>
                  </a:moveTo>
                  <a:lnTo>
                    <a:pt x="7961" y="14049"/>
                  </a:lnTo>
                  <a:lnTo>
                    <a:pt x="8291" y="14196"/>
                  </a:lnTo>
                  <a:lnTo>
                    <a:pt x="8584" y="14306"/>
                  </a:lnTo>
                  <a:lnTo>
                    <a:pt x="8181" y="14379"/>
                  </a:lnTo>
                  <a:lnTo>
                    <a:pt x="7741" y="14416"/>
                  </a:lnTo>
                  <a:lnTo>
                    <a:pt x="7704" y="14306"/>
                  </a:lnTo>
                  <a:lnTo>
                    <a:pt x="7631" y="14233"/>
                  </a:lnTo>
                  <a:lnTo>
                    <a:pt x="7264" y="14123"/>
                  </a:lnTo>
                  <a:lnTo>
                    <a:pt x="6970" y="13939"/>
                  </a:lnTo>
                  <a:lnTo>
                    <a:pt x="7521" y="13903"/>
                  </a:lnTo>
                  <a:close/>
                  <a:moveTo>
                    <a:pt x="6420" y="14013"/>
                  </a:moveTo>
                  <a:lnTo>
                    <a:pt x="6567" y="14123"/>
                  </a:lnTo>
                  <a:lnTo>
                    <a:pt x="6787" y="14306"/>
                  </a:lnTo>
                  <a:lnTo>
                    <a:pt x="7007" y="14453"/>
                  </a:lnTo>
                  <a:lnTo>
                    <a:pt x="6053" y="14416"/>
                  </a:lnTo>
                  <a:lnTo>
                    <a:pt x="6053" y="14343"/>
                  </a:lnTo>
                  <a:lnTo>
                    <a:pt x="6053" y="14269"/>
                  </a:lnTo>
                  <a:lnTo>
                    <a:pt x="5980" y="14196"/>
                  </a:lnTo>
                  <a:lnTo>
                    <a:pt x="5907" y="14159"/>
                  </a:lnTo>
                  <a:lnTo>
                    <a:pt x="5870" y="14159"/>
                  </a:lnTo>
                  <a:lnTo>
                    <a:pt x="5980" y="14123"/>
                  </a:lnTo>
                  <a:lnTo>
                    <a:pt x="6420" y="14013"/>
                  </a:lnTo>
                  <a:close/>
                  <a:moveTo>
                    <a:pt x="6824" y="2385"/>
                  </a:moveTo>
                  <a:lnTo>
                    <a:pt x="6750" y="2421"/>
                  </a:lnTo>
                  <a:lnTo>
                    <a:pt x="6677" y="2495"/>
                  </a:lnTo>
                  <a:lnTo>
                    <a:pt x="6127" y="2531"/>
                  </a:lnTo>
                  <a:lnTo>
                    <a:pt x="5540" y="2605"/>
                  </a:lnTo>
                  <a:lnTo>
                    <a:pt x="5026" y="2715"/>
                  </a:lnTo>
                  <a:lnTo>
                    <a:pt x="4476" y="2861"/>
                  </a:lnTo>
                  <a:lnTo>
                    <a:pt x="3926" y="3082"/>
                  </a:lnTo>
                  <a:lnTo>
                    <a:pt x="3376" y="3375"/>
                  </a:lnTo>
                  <a:lnTo>
                    <a:pt x="2899" y="3705"/>
                  </a:lnTo>
                  <a:lnTo>
                    <a:pt x="2459" y="4109"/>
                  </a:lnTo>
                  <a:lnTo>
                    <a:pt x="2018" y="4512"/>
                  </a:lnTo>
                  <a:lnTo>
                    <a:pt x="1652" y="4989"/>
                  </a:lnTo>
                  <a:lnTo>
                    <a:pt x="1321" y="5466"/>
                  </a:lnTo>
                  <a:lnTo>
                    <a:pt x="1065" y="6016"/>
                  </a:lnTo>
                  <a:lnTo>
                    <a:pt x="735" y="6713"/>
                  </a:lnTo>
                  <a:lnTo>
                    <a:pt x="478" y="7447"/>
                  </a:lnTo>
                  <a:lnTo>
                    <a:pt x="221" y="8180"/>
                  </a:lnTo>
                  <a:lnTo>
                    <a:pt x="74" y="8914"/>
                  </a:lnTo>
                  <a:lnTo>
                    <a:pt x="38" y="9244"/>
                  </a:lnTo>
                  <a:lnTo>
                    <a:pt x="1" y="9611"/>
                  </a:lnTo>
                  <a:lnTo>
                    <a:pt x="38" y="9941"/>
                  </a:lnTo>
                  <a:lnTo>
                    <a:pt x="74" y="10271"/>
                  </a:lnTo>
                  <a:lnTo>
                    <a:pt x="148" y="10601"/>
                  </a:lnTo>
                  <a:lnTo>
                    <a:pt x="258" y="10931"/>
                  </a:lnTo>
                  <a:lnTo>
                    <a:pt x="368" y="11262"/>
                  </a:lnTo>
                  <a:lnTo>
                    <a:pt x="514" y="11555"/>
                  </a:lnTo>
                  <a:lnTo>
                    <a:pt x="881" y="12142"/>
                  </a:lnTo>
                  <a:lnTo>
                    <a:pt x="1285" y="12692"/>
                  </a:lnTo>
                  <a:lnTo>
                    <a:pt x="1725" y="13206"/>
                  </a:lnTo>
                  <a:lnTo>
                    <a:pt x="2202" y="13719"/>
                  </a:lnTo>
                  <a:lnTo>
                    <a:pt x="2459" y="13976"/>
                  </a:lnTo>
                  <a:lnTo>
                    <a:pt x="2752" y="14233"/>
                  </a:lnTo>
                  <a:lnTo>
                    <a:pt x="2825" y="14343"/>
                  </a:lnTo>
                  <a:lnTo>
                    <a:pt x="2899" y="14416"/>
                  </a:lnTo>
                  <a:lnTo>
                    <a:pt x="3009" y="14453"/>
                  </a:lnTo>
                  <a:lnTo>
                    <a:pt x="3119" y="14453"/>
                  </a:lnTo>
                  <a:lnTo>
                    <a:pt x="3192" y="14526"/>
                  </a:lnTo>
                  <a:lnTo>
                    <a:pt x="3559" y="14636"/>
                  </a:lnTo>
                  <a:lnTo>
                    <a:pt x="3889" y="14746"/>
                  </a:lnTo>
                  <a:lnTo>
                    <a:pt x="4623" y="14820"/>
                  </a:lnTo>
                  <a:lnTo>
                    <a:pt x="6017" y="14966"/>
                  </a:lnTo>
                  <a:lnTo>
                    <a:pt x="6714" y="15003"/>
                  </a:lnTo>
                  <a:lnTo>
                    <a:pt x="7411" y="15003"/>
                  </a:lnTo>
                  <a:lnTo>
                    <a:pt x="8108" y="14930"/>
                  </a:lnTo>
                  <a:lnTo>
                    <a:pt x="8768" y="14783"/>
                  </a:lnTo>
                  <a:lnTo>
                    <a:pt x="9465" y="14600"/>
                  </a:lnTo>
                  <a:lnTo>
                    <a:pt x="9758" y="14453"/>
                  </a:lnTo>
                  <a:lnTo>
                    <a:pt x="10088" y="14306"/>
                  </a:lnTo>
                  <a:lnTo>
                    <a:pt x="10382" y="14159"/>
                  </a:lnTo>
                  <a:lnTo>
                    <a:pt x="10675" y="13976"/>
                  </a:lnTo>
                  <a:lnTo>
                    <a:pt x="11152" y="13536"/>
                  </a:lnTo>
                  <a:lnTo>
                    <a:pt x="11629" y="13059"/>
                  </a:lnTo>
                  <a:lnTo>
                    <a:pt x="12033" y="12509"/>
                  </a:lnTo>
                  <a:lnTo>
                    <a:pt x="12399" y="11958"/>
                  </a:lnTo>
                  <a:lnTo>
                    <a:pt x="12729" y="11372"/>
                  </a:lnTo>
                  <a:lnTo>
                    <a:pt x="12986" y="10748"/>
                  </a:lnTo>
                  <a:lnTo>
                    <a:pt x="13243" y="10161"/>
                  </a:lnTo>
                  <a:lnTo>
                    <a:pt x="13426" y="9464"/>
                  </a:lnTo>
                  <a:lnTo>
                    <a:pt x="13500" y="9097"/>
                  </a:lnTo>
                  <a:lnTo>
                    <a:pt x="13573" y="8730"/>
                  </a:lnTo>
                  <a:lnTo>
                    <a:pt x="13573" y="8400"/>
                  </a:lnTo>
                  <a:lnTo>
                    <a:pt x="13573" y="8034"/>
                  </a:lnTo>
                  <a:lnTo>
                    <a:pt x="13573" y="7667"/>
                  </a:lnTo>
                  <a:lnTo>
                    <a:pt x="13500" y="7300"/>
                  </a:lnTo>
                  <a:lnTo>
                    <a:pt x="13426" y="6970"/>
                  </a:lnTo>
                  <a:lnTo>
                    <a:pt x="13353" y="6640"/>
                  </a:lnTo>
                  <a:lnTo>
                    <a:pt x="13206" y="6346"/>
                  </a:lnTo>
                  <a:lnTo>
                    <a:pt x="13060" y="6053"/>
                  </a:lnTo>
                  <a:lnTo>
                    <a:pt x="12693" y="5466"/>
                  </a:lnTo>
                  <a:lnTo>
                    <a:pt x="12289" y="4916"/>
                  </a:lnTo>
                  <a:lnTo>
                    <a:pt x="11849" y="4475"/>
                  </a:lnTo>
                  <a:lnTo>
                    <a:pt x="11372" y="4035"/>
                  </a:lnTo>
                  <a:lnTo>
                    <a:pt x="10895" y="3668"/>
                  </a:lnTo>
                  <a:lnTo>
                    <a:pt x="10345" y="3338"/>
                  </a:lnTo>
                  <a:lnTo>
                    <a:pt x="9795" y="3045"/>
                  </a:lnTo>
                  <a:lnTo>
                    <a:pt x="9208" y="2788"/>
                  </a:lnTo>
                  <a:lnTo>
                    <a:pt x="8584" y="2605"/>
                  </a:lnTo>
                  <a:lnTo>
                    <a:pt x="7998" y="2458"/>
                  </a:lnTo>
                  <a:lnTo>
                    <a:pt x="7447" y="2385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43" name="Google Shape;299;p5">
              <a:extLst>
                <a:ext uri="{FF2B5EF4-FFF2-40B4-BE49-F238E27FC236}">
                  <a16:creationId xmlns:a16="http://schemas.microsoft.com/office/drawing/2014/main" id="{74BB0A76-92F3-43E4-8802-35AC1D0474E2}"/>
                </a:ext>
              </a:extLst>
            </p:cNvPr>
            <p:cNvSpPr/>
            <p:nvPr/>
          </p:nvSpPr>
          <p:spPr>
            <a:xfrm>
              <a:off x="6902250" y="3951050"/>
              <a:ext cx="436525" cy="299875"/>
            </a:xfrm>
            <a:custGeom>
              <a:avLst/>
              <a:gdLst/>
              <a:ahLst/>
              <a:cxnLst/>
              <a:rect l="l" t="t" r="r" b="b"/>
              <a:pathLst>
                <a:path w="17461" h="11995" extrusionOk="0">
                  <a:moveTo>
                    <a:pt x="9758" y="2238"/>
                  </a:moveTo>
                  <a:lnTo>
                    <a:pt x="9721" y="2274"/>
                  </a:lnTo>
                  <a:lnTo>
                    <a:pt x="9648" y="2311"/>
                  </a:lnTo>
                  <a:lnTo>
                    <a:pt x="9611" y="2458"/>
                  </a:lnTo>
                  <a:lnTo>
                    <a:pt x="9648" y="2568"/>
                  </a:lnTo>
                  <a:lnTo>
                    <a:pt x="9721" y="2605"/>
                  </a:lnTo>
                  <a:lnTo>
                    <a:pt x="9758" y="2641"/>
                  </a:lnTo>
                  <a:lnTo>
                    <a:pt x="9941" y="2641"/>
                  </a:lnTo>
                  <a:lnTo>
                    <a:pt x="9978" y="2605"/>
                  </a:lnTo>
                  <a:lnTo>
                    <a:pt x="10051" y="2531"/>
                  </a:lnTo>
                  <a:lnTo>
                    <a:pt x="10051" y="2458"/>
                  </a:lnTo>
                  <a:lnTo>
                    <a:pt x="10051" y="2348"/>
                  </a:lnTo>
                  <a:lnTo>
                    <a:pt x="9978" y="2274"/>
                  </a:lnTo>
                  <a:lnTo>
                    <a:pt x="9941" y="2238"/>
                  </a:lnTo>
                  <a:close/>
                  <a:moveTo>
                    <a:pt x="9795" y="3191"/>
                  </a:moveTo>
                  <a:lnTo>
                    <a:pt x="9721" y="3265"/>
                  </a:lnTo>
                  <a:lnTo>
                    <a:pt x="9684" y="3301"/>
                  </a:lnTo>
                  <a:lnTo>
                    <a:pt x="9684" y="3375"/>
                  </a:lnTo>
                  <a:lnTo>
                    <a:pt x="9684" y="3485"/>
                  </a:lnTo>
                  <a:lnTo>
                    <a:pt x="9758" y="3522"/>
                  </a:lnTo>
                  <a:lnTo>
                    <a:pt x="9795" y="3558"/>
                  </a:lnTo>
                  <a:lnTo>
                    <a:pt x="9941" y="3558"/>
                  </a:lnTo>
                  <a:lnTo>
                    <a:pt x="9978" y="3522"/>
                  </a:lnTo>
                  <a:lnTo>
                    <a:pt x="10015" y="3485"/>
                  </a:lnTo>
                  <a:lnTo>
                    <a:pt x="10051" y="3375"/>
                  </a:lnTo>
                  <a:lnTo>
                    <a:pt x="10015" y="3301"/>
                  </a:lnTo>
                  <a:lnTo>
                    <a:pt x="9978" y="3228"/>
                  </a:lnTo>
                  <a:lnTo>
                    <a:pt x="9941" y="3191"/>
                  </a:lnTo>
                  <a:close/>
                  <a:moveTo>
                    <a:pt x="11519" y="3045"/>
                  </a:moveTo>
                  <a:lnTo>
                    <a:pt x="11409" y="3081"/>
                  </a:lnTo>
                  <a:lnTo>
                    <a:pt x="11335" y="3118"/>
                  </a:lnTo>
                  <a:lnTo>
                    <a:pt x="11298" y="3191"/>
                  </a:lnTo>
                  <a:lnTo>
                    <a:pt x="11262" y="3265"/>
                  </a:lnTo>
                  <a:lnTo>
                    <a:pt x="11262" y="3338"/>
                  </a:lnTo>
                  <a:lnTo>
                    <a:pt x="11262" y="3412"/>
                  </a:lnTo>
                  <a:lnTo>
                    <a:pt x="11298" y="3485"/>
                  </a:lnTo>
                  <a:lnTo>
                    <a:pt x="11372" y="3522"/>
                  </a:lnTo>
                  <a:lnTo>
                    <a:pt x="11445" y="3595"/>
                  </a:lnTo>
                  <a:lnTo>
                    <a:pt x="11592" y="3595"/>
                  </a:lnTo>
                  <a:lnTo>
                    <a:pt x="11665" y="3522"/>
                  </a:lnTo>
                  <a:lnTo>
                    <a:pt x="11702" y="3485"/>
                  </a:lnTo>
                  <a:lnTo>
                    <a:pt x="11739" y="3412"/>
                  </a:lnTo>
                  <a:lnTo>
                    <a:pt x="11702" y="3265"/>
                  </a:lnTo>
                  <a:lnTo>
                    <a:pt x="11702" y="3155"/>
                  </a:lnTo>
                  <a:lnTo>
                    <a:pt x="11629" y="3081"/>
                  </a:lnTo>
                  <a:lnTo>
                    <a:pt x="11519" y="3045"/>
                  </a:lnTo>
                  <a:close/>
                  <a:moveTo>
                    <a:pt x="15554" y="1541"/>
                  </a:moveTo>
                  <a:lnTo>
                    <a:pt x="15407" y="1871"/>
                  </a:lnTo>
                  <a:lnTo>
                    <a:pt x="15187" y="2164"/>
                  </a:lnTo>
                  <a:lnTo>
                    <a:pt x="14967" y="2458"/>
                  </a:lnTo>
                  <a:lnTo>
                    <a:pt x="14710" y="2715"/>
                  </a:lnTo>
                  <a:lnTo>
                    <a:pt x="14416" y="2935"/>
                  </a:lnTo>
                  <a:lnTo>
                    <a:pt x="14123" y="3155"/>
                  </a:lnTo>
                  <a:lnTo>
                    <a:pt x="13536" y="3595"/>
                  </a:lnTo>
                  <a:lnTo>
                    <a:pt x="13279" y="3265"/>
                  </a:lnTo>
                  <a:lnTo>
                    <a:pt x="12986" y="2971"/>
                  </a:lnTo>
                  <a:lnTo>
                    <a:pt x="13096" y="2935"/>
                  </a:lnTo>
                  <a:lnTo>
                    <a:pt x="13683" y="2531"/>
                  </a:lnTo>
                  <a:lnTo>
                    <a:pt x="14306" y="2164"/>
                  </a:lnTo>
                  <a:lnTo>
                    <a:pt x="14930" y="1834"/>
                  </a:lnTo>
                  <a:lnTo>
                    <a:pt x="15554" y="1541"/>
                  </a:lnTo>
                  <a:close/>
                  <a:moveTo>
                    <a:pt x="8914" y="3228"/>
                  </a:moveTo>
                  <a:lnTo>
                    <a:pt x="8841" y="3301"/>
                  </a:lnTo>
                  <a:lnTo>
                    <a:pt x="8804" y="3375"/>
                  </a:lnTo>
                  <a:lnTo>
                    <a:pt x="8804" y="3485"/>
                  </a:lnTo>
                  <a:lnTo>
                    <a:pt x="8804" y="3558"/>
                  </a:lnTo>
                  <a:lnTo>
                    <a:pt x="8877" y="3632"/>
                  </a:lnTo>
                  <a:lnTo>
                    <a:pt x="8951" y="3668"/>
                  </a:lnTo>
                  <a:lnTo>
                    <a:pt x="9098" y="3668"/>
                  </a:lnTo>
                  <a:lnTo>
                    <a:pt x="9134" y="3632"/>
                  </a:lnTo>
                  <a:lnTo>
                    <a:pt x="9208" y="3558"/>
                  </a:lnTo>
                  <a:lnTo>
                    <a:pt x="9208" y="3485"/>
                  </a:lnTo>
                  <a:lnTo>
                    <a:pt x="9208" y="3375"/>
                  </a:lnTo>
                  <a:lnTo>
                    <a:pt x="9171" y="3338"/>
                  </a:lnTo>
                  <a:lnTo>
                    <a:pt x="9134" y="3265"/>
                  </a:lnTo>
                  <a:lnTo>
                    <a:pt x="9061" y="3228"/>
                  </a:lnTo>
                  <a:close/>
                  <a:moveTo>
                    <a:pt x="16324" y="1101"/>
                  </a:moveTo>
                  <a:lnTo>
                    <a:pt x="16140" y="1541"/>
                  </a:lnTo>
                  <a:lnTo>
                    <a:pt x="15884" y="1944"/>
                  </a:lnTo>
                  <a:lnTo>
                    <a:pt x="15590" y="2348"/>
                  </a:lnTo>
                  <a:lnTo>
                    <a:pt x="15297" y="2751"/>
                  </a:lnTo>
                  <a:lnTo>
                    <a:pt x="14967" y="3081"/>
                  </a:lnTo>
                  <a:lnTo>
                    <a:pt x="14600" y="3412"/>
                  </a:lnTo>
                  <a:lnTo>
                    <a:pt x="13829" y="4072"/>
                  </a:lnTo>
                  <a:lnTo>
                    <a:pt x="13756" y="3925"/>
                  </a:lnTo>
                  <a:lnTo>
                    <a:pt x="13976" y="3778"/>
                  </a:lnTo>
                  <a:lnTo>
                    <a:pt x="14343" y="3558"/>
                  </a:lnTo>
                  <a:lnTo>
                    <a:pt x="14673" y="3301"/>
                  </a:lnTo>
                  <a:lnTo>
                    <a:pt x="15003" y="3008"/>
                  </a:lnTo>
                  <a:lnTo>
                    <a:pt x="15297" y="2715"/>
                  </a:lnTo>
                  <a:lnTo>
                    <a:pt x="15554" y="2384"/>
                  </a:lnTo>
                  <a:lnTo>
                    <a:pt x="15774" y="2018"/>
                  </a:lnTo>
                  <a:lnTo>
                    <a:pt x="15957" y="1651"/>
                  </a:lnTo>
                  <a:lnTo>
                    <a:pt x="16104" y="1211"/>
                  </a:lnTo>
                  <a:lnTo>
                    <a:pt x="16104" y="1137"/>
                  </a:lnTo>
                  <a:lnTo>
                    <a:pt x="16324" y="1101"/>
                  </a:lnTo>
                  <a:close/>
                  <a:moveTo>
                    <a:pt x="10528" y="3962"/>
                  </a:moveTo>
                  <a:lnTo>
                    <a:pt x="10455" y="3998"/>
                  </a:lnTo>
                  <a:lnTo>
                    <a:pt x="10381" y="4072"/>
                  </a:lnTo>
                  <a:lnTo>
                    <a:pt x="10381" y="4108"/>
                  </a:lnTo>
                  <a:lnTo>
                    <a:pt x="10345" y="4219"/>
                  </a:lnTo>
                  <a:lnTo>
                    <a:pt x="10381" y="4329"/>
                  </a:lnTo>
                  <a:lnTo>
                    <a:pt x="10455" y="4402"/>
                  </a:lnTo>
                  <a:lnTo>
                    <a:pt x="10491" y="4439"/>
                  </a:lnTo>
                  <a:lnTo>
                    <a:pt x="10638" y="4439"/>
                  </a:lnTo>
                  <a:lnTo>
                    <a:pt x="10748" y="4365"/>
                  </a:lnTo>
                  <a:lnTo>
                    <a:pt x="10785" y="4292"/>
                  </a:lnTo>
                  <a:lnTo>
                    <a:pt x="10822" y="4219"/>
                  </a:lnTo>
                  <a:lnTo>
                    <a:pt x="10785" y="4108"/>
                  </a:lnTo>
                  <a:lnTo>
                    <a:pt x="10748" y="4072"/>
                  </a:lnTo>
                  <a:lnTo>
                    <a:pt x="10712" y="3998"/>
                  </a:lnTo>
                  <a:lnTo>
                    <a:pt x="10675" y="3962"/>
                  </a:lnTo>
                  <a:close/>
                  <a:moveTo>
                    <a:pt x="16434" y="477"/>
                  </a:moveTo>
                  <a:lnTo>
                    <a:pt x="16617" y="514"/>
                  </a:lnTo>
                  <a:lnTo>
                    <a:pt x="16764" y="587"/>
                  </a:lnTo>
                  <a:lnTo>
                    <a:pt x="16837" y="734"/>
                  </a:lnTo>
                  <a:lnTo>
                    <a:pt x="16911" y="880"/>
                  </a:lnTo>
                  <a:lnTo>
                    <a:pt x="16947" y="1064"/>
                  </a:lnTo>
                  <a:lnTo>
                    <a:pt x="16947" y="1247"/>
                  </a:lnTo>
                  <a:lnTo>
                    <a:pt x="16911" y="1541"/>
                  </a:lnTo>
                  <a:lnTo>
                    <a:pt x="16764" y="1871"/>
                  </a:lnTo>
                  <a:lnTo>
                    <a:pt x="16544" y="2128"/>
                  </a:lnTo>
                  <a:lnTo>
                    <a:pt x="16104" y="2641"/>
                  </a:lnTo>
                  <a:lnTo>
                    <a:pt x="15077" y="3668"/>
                  </a:lnTo>
                  <a:lnTo>
                    <a:pt x="14086" y="4549"/>
                  </a:lnTo>
                  <a:lnTo>
                    <a:pt x="14013" y="4402"/>
                  </a:lnTo>
                  <a:lnTo>
                    <a:pt x="14123" y="4329"/>
                  </a:lnTo>
                  <a:lnTo>
                    <a:pt x="14967" y="3632"/>
                  </a:lnTo>
                  <a:lnTo>
                    <a:pt x="15370" y="3228"/>
                  </a:lnTo>
                  <a:lnTo>
                    <a:pt x="15737" y="2825"/>
                  </a:lnTo>
                  <a:lnTo>
                    <a:pt x="16067" y="2384"/>
                  </a:lnTo>
                  <a:lnTo>
                    <a:pt x="16361" y="1908"/>
                  </a:lnTo>
                  <a:lnTo>
                    <a:pt x="16617" y="1431"/>
                  </a:lnTo>
                  <a:lnTo>
                    <a:pt x="16764" y="880"/>
                  </a:lnTo>
                  <a:lnTo>
                    <a:pt x="16764" y="770"/>
                  </a:lnTo>
                  <a:lnTo>
                    <a:pt x="16727" y="697"/>
                  </a:lnTo>
                  <a:lnTo>
                    <a:pt x="16654" y="660"/>
                  </a:lnTo>
                  <a:lnTo>
                    <a:pt x="16544" y="660"/>
                  </a:lnTo>
                  <a:lnTo>
                    <a:pt x="15920" y="770"/>
                  </a:lnTo>
                  <a:lnTo>
                    <a:pt x="15333" y="954"/>
                  </a:lnTo>
                  <a:lnTo>
                    <a:pt x="15333" y="954"/>
                  </a:lnTo>
                  <a:lnTo>
                    <a:pt x="15590" y="807"/>
                  </a:lnTo>
                  <a:lnTo>
                    <a:pt x="15884" y="660"/>
                  </a:lnTo>
                  <a:lnTo>
                    <a:pt x="16177" y="550"/>
                  </a:lnTo>
                  <a:lnTo>
                    <a:pt x="16434" y="477"/>
                  </a:lnTo>
                  <a:close/>
                  <a:moveTo>
                    <a:pt x="9354" y="4182"/>
                  </a:moveTo>
                  <a:lnTo>
                    <a:pt x="9208" y="4255"/>
                  </a:lnTo>
                  <a:lnTo>
                    <a:pt x="9134" y="4365"/>
                  </a:lnTo>
                  <a:lnTo>
                    <a:pt x="9134" y="4439"/>
                  </a:lnTo>
                  <a:lnTo>
                    <a:pt x="9171" y="4512"/>
                  </a:lnTo>
                  <a:lnTo>
                    <a:pt x="9208" y="4585"/>
                  </a:lnTo>
                  <a:lnTo>
                    <a:pt x="9281" y="4622"/>
                  </a:lnTo>
                  <a:lnTo>
                    <a:pt x="9428" y="4622"/>
                  </a:lnTo>
                  <a:lnTo>
                    <a:pt x="9538" y="4585"/>
                  </a:lnTo>
                  <a:lnTo>
                    <a:pt x="9611" y="4475"/>
                  </a:lnTo>
                  <a:lnTo>
                    <a:pt x="9648" y="4402"/>
                  </a:lnTo>
                  <a:lnTo>
                    <a:pt x="9648" y="4292"/>
                  </a:lnTo>
                  <a:lnTo>
                    <a:pt x="9611" y="4255"/>
                  </a:lnTo>
                  <a:lnTo>
                    <a:pt x="9538" y="4182"/>
                  </a:lnTo>
                  <a:close/>
                  <a:moveTo>
                    <a:pt x="13243" y="6566"/>
                  </a:moveTo>
                  <a:lnTo>
                    <a:pt x="13169" y="6639"/>
                  </a:lnTo>
                  <a:lnTo>
                    <a:pt x="13133" y="6713"/>
                  </a:lnTo>
                  <a:lnTo>
                    <a:pt x="13133" y="6860"/>
                  </a:lnTo>
                  <a:lnTo>
                    <a:pt x="13133" y="6933"/>
                  </a:lnTo>
                  <a:lnTo>
                    <a:pt x="13206" y="6970"/>
                  </a:lnTo>
                  <a:lnTo>
                    <a:pt x="13316" y="7006"/>
                  </a:lnTo>
                  <a:lnTo>
                    <a:pt x="13463" y="6970"/>
                  </a:lnTo>
                  <a:lnTo>
                    <a:pt x="13536" y="6933"/>
                  </a:lnTo>
                  <a:lnTo>
                    <a:pt x="13536" y="6860"/>
                  </a:lnTo>
                  <a:lnTo>
                    <a:pt x="13573" y="6750"/>
                  </a:lnTo>
                  <a:lnTo>
                    <a:pt x="13536" y="6676"/>
                  </a:lnTo>
                  <a:lnTo>
                    <a:pt x="13463" y="6603"/>
                  </a:lnTo>
                  <a:lnTo>
                    <a:pt x="13316" y="6566"/>
                  </a:lnTo>
                  <a:close/>
                  <a:moveTo>
                    <a:pt x="12216" y="7300"/>
                  </a:moveTo>
                  <a:lnTo>
                    <a:pt x="12105" y="7336"/>
                  </a:lnTo>
                  <a:lnTo>
                    <a:pt x="12032" y="7410"/>
                  </a:lnTo>
                  <a:lnTo>
                    <a:pt x="11995" y="7520"/>
                  </a:lnTo>
                  <a:lnTo>
                    <a:pt x="11995" y="7630"/>
                  </a:lnTo>
                  <a:lnTo>
                    <a:pt x="12032" y="7703"/>
                  </a:lnTo>
                  <a:lnTo>
                    <a:pt x="12105" y="7777"/>
                  </a:lnTo>
                  <a:lnTo>
                    <a:pt x="12216" y="7777"/>
                  </a:lnTo>
                  <a:lnTo>
                    <a:pt x="12289" y="7740"/>
                  </a:lnTo>
                  <a:lnTo>
                    <a:pt x="12362" y="7703"/>
                  </a:lnTo>
                  <a:lnTo>
                    <a:pt x="12436" y="7630"/>
                  </a:lnTo>
                  <a:lnTo>
                    <a:pt x="12436" y="7520"/>
                  </a:lnTo>
                  <a:lnTo>
                    <a:pt x="12436" y="7410"/>
                  </a:lnTo>
                  <a:lnTo>
                    <a:pt x="12326" y="7336"/>
                  </a:lnTo>
                  <a:lnTo>
                    <a:pt x="12216" y="7300"/>
                  </a:lnTo>
                  <a:close/>
                  <a:moveTo>
                    <a:pt x="12729" y="8033"/>
                  </a:moveTo>
                  <a:lnTo>
                    <a:pt x="12656" y="8107"/>
                  </a:lnTo>
                  <a:lnTo>
                    <a:pt x="12656" y="8143"/>
                  </a:lnTo>
                  <a:lnTo>
                    <a:pt x="12619" y="8253"/>
                  </a:lnTo>
                  <a:lnTo>
                    <a:pt x="12619" y="8400"/>
                  </a:lnTo>
                  <a:lnTo>
                    <a:pt x="12656" y="8437"/>
                  </a:lnTo>
                  <a:lnTo>
                    <a:pt x="12692" y="8474"/>
                  </a:lnTo>
                  <a:lnTo>
                    <a:pt x="12729" y="8474"/>
                  </a:lnTo>
                  <a:lnTo>
                    <a:pt x="12802" y="8510"/>
                  </a:lnTo>
                  <a:lnTo>
                    <a:pt x="12912" y="8474"/>
                  </a:lnTo>
                  <a:lnTo>
                    <a:pt x="12986" y="8437"/>
                  </a:lnTo>
                  <a:lnTo>
                    <a:pt x="13022" y="8400"/>
                  </a:lnTo>
                  <a:lnTo>
                    <a:pt x="13022" y="8253"/>
                  </a:lnTo>
                  <a:lnTo>
                    <a:pt x="13022" y="8180"/>
                  </a:lnTo>
                  <a:lnTo>
                    <a:pt x="12949" y="8107"/>
                  </a:lnTo>
                  <a:lnTo>
                    <a:pt x="12912" y="8033"/>
                  </a:lnTo>
                  <a:close/>
                  <a:moveTo>
                    <a:pt x="10051" y="2128"/>
                  </a:moveTo>
                  <a:lnTo>
                    <a:pt x="10455" y="2164"/>
                  </a:lnTo>
                  <a:lnTo>
                    <a:pt x="10858" y="2238"/>
                  </a:lnTo>
                  <a:lnTo>
                    <a:pt x="11262" y="2348"/>
                  </a:lnTo>
                  <a:lnTo>
                    <a:pt x="11225" y="2458"/>
                  </a:lnTo>
                  <a:lnTo>
                    <a:pt x="11262" y="2568"/>
                  </a:lnTo>
                  <a:lnTo>
                    <a:pt x="11335" y="2641"/>
                  </a:lnTo>
                  <a:lnTo>
                    <a:pt x="11445" y="2715"/>
                  </a:lnTo>
                  <a:lnTo>
                    <a:pt x="11629" y="2715"/>
                  </a:lnTo>
                  <a:lnTo>
                    <a:pt x="11775" y="2788"/>
                  </a:lnTo>
                  <a:lnTo>
                    <a:pt x="12105" y="2935"/>
                  </a:lnTo>
                  <a:lnTo>
                    <a:pt x="12179" y="2971"/>
                  </a:lnTo>
                  <a:lnTo>
                    <a:pt x="12252" y="3008"/>
                  </a:lnTo>
                  <a:lnTo>
                    <a:pt x="12472" y="3191"/>
                  </a:lnTo>
                  <a:lnTo>
                    <a:pt x="12692" y="3412"/>
                  </a:lnTo>
                  <a:lnTo>
                    <a:pt x="13096" y="3852"/>
                  </a:lnTo>
                  <a:lnTo>
                    <a:pt x="11482" y="4842"/>
                  </a:lnTo>
                  <a:lnTo>
                    <a:pt x="9868" y="5796"/>
                  </a:lnTo>
                  <a:lnTo>
                    <a:pt x="6090" y="8070"/>
                  </a:lnTo>
                  <a:lnTo>
                    <a:pt x="5209" y="8620"/>
                  </a:lnTo>
                  <a:lnTo>
                    <a:pt x="5356" y="8327"/>
                  </a:lnTo>
                  <a:lnTo>
                    <a:pt x="5649" y="7960"/>
                  </a:lnTo>
                  <a:lnTo>
                    <a:pt x="5943" y="7557"/>
                  </a:lnTo>
                  <a:lnTo>
                    <a:pt x="5906" y="7483"/>
                  </a:lnTo>
                  <a:lnTo>
                    <a:pt x="5870" y="7483"/>
                  </a:lnTo>
                  <a:lnTo>
                    <a:pt x="5686" y="7593"/>
                  </a:lnTo>
                  <a:lnTo>
                    <a:pt x="5539" y="7740"/>
                  </a:lnTo>
                  <a:lnTo>
                    <a:pt x="5209" y="8070"/>
                  </a:lnTo>
                  <a:lnTo>
                    <a:pt x="4989" y="8437"/>
                  </a:lnTo>
                  <a:lnTo>
                    <a:pt x="4769" y="8840"/>
                  </a:lnTo>
                  <a:lnTo>
                    <a:pt x="4732" y="8877"/>
                  </a:lnTo>
                  <a:lnTo>
                    <a:pt x="4622" y="8584"/>
                  </a:lnTo>
                  <a:lnTo>
                    <a:pt x="4916" y="8107"/>
                  </a:lnTo>
                  <a:lnTo>
                    <a:pt x="5283" y="7630"/>
                  </a:lnTo>
                  <a:lnTo>
                    <a:pt x="5649" y="7190"/>
                  </a:lnTo>
                  <a:lnTo>
                    <a:pt x="6016" y="6786"/>
                  </a:lnTo>
                  <a:lnTo>
                    <a:pt x="6016" y="6750"/>
                  </a:lnTo>
                  <a:lnTo>
                    <a:pt x="6016" y="6713"/>
                  </a:lnTo>
                  <a:lnTo>
                    <a:pt x="5943" y="6713"/>
                  </a:lnTo>
                  <a:lnTo>
                    <a:pt x="5539" y="7043"/>
                  </a:lnTo>
                  <a:lnTo>
                    <a:pt x="5173" y="7410"/>
                  </a:lnTo>
                  <a:lnTo>
                    <a:pt x="4842" y="7777"/>
                  </a:lnTo>
                  <a:lnTo>
                    <a:pt x="4512" y="8180"/>
                  </a:lnTo>
                  <a:lnTo>
                    <a:pt x="4476" y="7923"/>
                  </a:lnTo>
                  <a:lnTo>
                    <a:pt x="4439" y="7667"/>
                  </a:lnTo>
                  <a:lnTo>
                    <a:pt x="4659" y="7336"/>
                  </a:lnTo>
                  <a:lnTo>
                    <a:pt x="4879" y="7080"/>
                  </a:lnTo>
                  <a:lnTo>
                    <a:pt x="5686" y="6016"/>
                  </a:lnTo>
                  <a:lnTo>
                    <a:pt x="5723" y="5943"/>
                  </a:lnTo>
                  <a:lnTo>
                    <a:pt x="5686" y="5906"/>
                  </a:lnTo>
                  <a:lnTo>
                    <a:pt x="5576" y="5906"/>
                  </a:lnTo>
                  <a:lnTo>
                    <a:pt x="5283" y="6199"/>
                  </a:lnTo>
                  <a:lnTo>
                    <a:pt x="4953" y="6529"/>
                  </a:lnTo>
                  <a:lnTo>
                    <a:pt x="4402" y="7153"/>
                  </a:lnTo>
                  <a:lnTo>
                    <a:pt x="4402" y="6529"/>
                  </a:lnTo>
                  <a:lnTo>
                    <a:pt x="4622" y="6199"/>
                  </a:lnTo>
                  <a:lnTo>
                    <a:pt x="4953" y="5759"/>
                  </a:lnTo>
                  <a:lnTo>
                    <a:pt x="5136" y="5502"/>
                  </a:lnTo>
                  <a:lnTo>
                    <a:pt x="5246" y="5392"/>
                  </a:lnTo>
                  <a:lnTo>
                    <a:pt x="5393" y="5319"/>
                  </a:lnTo>
                  <a:lnTo>
                    <a:pt x="5429" y="5319"/>
                  </a:lnTo>
                  <a:lnTo>
                    <a:pt x="5429" y="5282"/>
                  </a:lnTo>
                  <a:lnTo>
                    <a:pt x="5393" y="5246"/>
                  </a:lnTo>
                  <a:lnTo>
                    <a:pt x="5393" y="5209"/>
                  </a:lnTo>
                  <a:lnTo>
                    <a:pt x="5173" y="5209"/>
                  </a:lnTo>
                  <a:lnTo>
                    <a:pt x="5063" y="5282"/>
                  </a:lnTo>
                  <a:lnTo>
                    <a:pt x="4953" y="5356"/>
                  </a:lnTo>
                  <a:lnTo>
                    <a:pt x="4769" y="5539"/>
                  </a:lnTo>
                  <a:lnTo>
                    <a:pt x="4622" y="5722"/>
                  </a:lnTo>
                  <a:lnTo>
                    <a:pt x="4476" y="5869"/>
                  </a:lnTo>
                  <a:lnTo>
                    <a:pt x="4586" y="5466"/>
                  </a:lnTo>
                  <a:lnTo>
                    <a:pt x="4732" y="5062"/>
                  </a:lnTo>
                  <a:lnTo>
                    <a:pt x="4879" y="4842"/>
                  </a:lnTo>
                  <a:lnTo>
                    <a:pt x="5026" y="4622"/>
                  </a:lnTo>
                  <a:lnTo>
                    <a:pt x="5209" y="4402"/>
                  </a:lnTo>
                  <a:lnTo>
                    <a:pt x="5393" y="4219"/>
                  </a:lnTo>
                  <a:lnTo>
                    <a:pt x="5796" y="3852"/>
                  </a:lnTo>
                  <a:lnTo>
                    <a:pt x="6236" y="3522"/>
                  </a:lnTo>
                  <a:lnTo>
                    <a:pt x="6677" y="3228"/>
                  </a:lnTo>
                  <a:lnTo>
                    <a:pt x="7117" y="2935"/>
                  </a:lnTo>
                  <a:lnTo>
                    <a:pt x="7594" y="2715"/>
                  </a:lnTo>
                  <a:lnTo>
                    <a:pt x="8070" y="2494"/>
                  </a:lnTo>
                  <a:lnTo>
                    <a:pt x="8474" y="2348"/>
                  </a:lnTo>
                  <a:lnTo>
                    <a:pt x="8841" y="2238"/>
                  </a:lnTo>
                  <a:lnTo>
                    <a:pt x="9244" y="2164"/>
                  </a:lnTo>
                  <a:lnTo>
                    <a:pt x="9648" y="2128"/>
                  </a:lnTo>
                  <a:close/>
                  <a:moveTo>
                    <a:pt x="13316" y="4219"/>
                  </a:moveTo>
                  <a:lnTo>
                    <a:pt x="13426" y="4365"/>
                  </a:lnTo>
                  <a:lnTo>
                    <a:pt x="12582" y="5026"/>
                  </a:lnTo>
                  <a:lnTo>
                    <a:pt x="11702" y="5649"/>
                  </a:lnTo>
                  <a:lnTo>
                    <a:pt x="10785" y="6273"/>
                  </a:lnTo>
                  <a:lnTo>
                    <a:pt x="9868" y="6860"/>
                  </a:lnTo>
                  <a:lnTo>
                    <a:pt x="8877" y="7446"/>
                  </a:lnTo>
                  <a:lnTo>
                    <a:pt x="7887" y="8033"/>
                  </a:lnTo>
                  <a:lnTo>
                    <a:pt x="6860" y="8584"/>
                  </a:lnTo>
                  <a:lnTo>
                    <a:pt x="5796" y="9097"/>
                  </a:lnTo>
                  <a:lnTo>
                    <a:pt x="4989" y="9464"/>
                  </a:lnTo>
                  <a:lnTo>
                    <a:pt x="4916" y="9317"/>
                  </a:lnTo>
                  <a:lnTo>
                    <a:pt x="4953" y="9207"/>
                  </a:lnTo>
                  <a:lnTo>
                    <a:pt x="6053" y="8584"/>
                  </a:lnTo>
                  <a:lnTo>
                    <a:pt x="10198" y="6089"/>
                  </a:lnTo>
                  <a:lnTo>
                    <a:pt x="11775" y="5136"/>
                  </a:lnTo>
                  <a:lnTo>
                    <a:pt x="13316" y="4219"/>
                  </a:lnTo>
                  <a:close/>
                  <a:moveTo>
                    <a:pt x="3962" y="7960"/>
                  </a:moveTo>
                  <a:lnTo>
                    <a:pt x="3999" y="8070"/>
                  </a:lnTo>
                  <a:lnTo>
                    <a:pt x="3999" y="8107"/>
                  </a:lnTo>
                  <a:lnTo>
                    <a:pt x="4146" y="8694"/>
                  </a:lnTo>
                  <a:lnTo>
                    <a:pt x="3962" y="9024"/>
                  </a:lnTo>
                  <a:lnTo>
                    <a:pt x="3925" y="9097"/>
                  </a:lnTo>
                  <a:lnTo>
                    <a:pt x="3925" y="9134"/>
                  </a:lnTo>
                  <a:lnTo>
                    <a:pt x="3999" y="9244"/>
                  </a:lnTo>
                  <a:lnTo>
                    <a:pt x="3339" y="9501"/>
                  </a:lnTo>
                  <a:lnTo>
                    <a:pt x="3008" y="9611"/>
                  </a:lnTo>
                  <a:lnTo>
                    <a:pt x="2642" y="9684"/>
                  </a:lnTo>
                  <a:lnTo>
                    <a:pt x="2898" y="9171"/>
                  </a:lnTo>
                  <a:lnTo>
                    <a:pt x="3229" y="8694"/>
                  </a:lnTo>
                  <a:lnTo>
                    <a:pt x="3559" y="8327"/>
                  </a:lnTo>
                  <a:lnTo>
                    <a:pt x="3962" y="7960"/>
                  </a:lnTo>
                  <a:close/>
                  <a:moveTo>
                    <a:pt x="13609" y="4732"/>
                  </a:moveTo>
                  <a:lnTo>
                    <a:pt x="13683" y="4915"/>
                  </a:lnTo>
                  <a:lnTo>
                    <a:pt x="12986" y="5502"/>
                  </a:lnTo>
                  <a:lnTo>
                    <a:pt x="12105" y="6199"/>
                  </a:lnTo>
                  <a:lnTo>
                    <a:pt x="11225" y="6823"/>
                  </a:lnTo>
                  <a:lnTo>
                    <a:pt x="10308" y="7446"/>
                  </a:lnTo>
                  <a:lnTo>
                    <a:pt x="9354" y="8033"/>
                  </a:lnTo>
                  <a:lnTo>
                    <a:pt x="8401" y="8584"/>
                  </a:lnTo>
                  <a:lnTo>
                    <a:pt x="7447" y="9097"/>
                  </a:lnTo>
                  <a:lnTo>
                    <a:pt x="6456" y="9574"/>
                  </a:lnTo>
                  <a:lnTo>
                    <a:pt x="5429" y="10014"/>
                  </a:lnTo>
                  <a:lnTo>
                    <a:pt x="5246" y="9794"/>
                  </a:lnTo>
                  <a:lnTo>
                    <a:pt x="5466" y="9684"/>
                  </a:lnTo>
                  <a:lnTo>
                    <a:pt x="6603" y="9134"/>
                  </a:lnTo>
                  <a:lnTo>
                    <a:pt x="7740" y="8547"/>
                  </a:lnTo>
                  <a:lnTo>
                    <a:pt x="8877" y="7923"/>
                  </a:lnTo>
                  <a:lnTo>
                    <a:pt x="9978" y="7263"/>
                  </a:lnTo>
                  <a:lnTo>
                    <a:pt x="10895" y="6676"/>
                  </a:lnTo>
                  <a:lnTo>
                    <a:pt x="11812" y="6053"/>
                  </a:lnTo>
                  <a:lnTo>
                    <a:pt x="12729" y="5392"/>
                  </a:lnTo>
                  <a:lnTo>
                    <a:pt x="13609" y="4732"/>
                  </a:lnTo>
                  <a:close/>
                  <a:moveTo>
                    <a:pt x="11995" y="9721"/>
                  </a:moveTo>
                  <a:lnTo>
                    <a:pt x="12472" y="9831"/>
                  </a:lnTo>
                  <a:lnTo>
                    <a:pt x="12436" y="9867"/>
                  </a:lnTo>
                  <a:lnTo>
                    <a:pt x="12032" y="10271"/>
                  </a:lnTo>
                  <a:lnTo>
                    <a:pt x="12032" y="10198"/>
                  </a:lnTo>
                  <a:lnTo>
                    <a:pt x="11995" y="9721"/>
                  </a:lnTo>
                  <a:close/>
                  <a:moveTo>
                    <a:pt x="2715" y="8804"/>
                  </a:moveTo>
                  <a:lnTo>
                    <a:pt x="2422" y="9317"/>
                  </a:lnTo>
                  <a:lnTo>
                    <a:pt x="2165" y="9867"/>
                  </a:lnTo>
                  <a:lnTo>
                    <a:pt x="2165" y="9941"/>
                  </a:lnTo>
                  <a:lnTo>
                    <a:pt x="2201" y="10051"/>
                  </a:lnTo>
                  <a:lnTo>
                    <a:pt x="2275" y="10088"/>
                  </a:lnTo>
                  <a:lnTo>
                    <a:pt x="2348" y="10124"/>
                  </a:lnTo>
                  <a:lnTo>
                    <a:pt x="2898" y="10014"/>
                  </a:lnTo>
                  <a:lnTo>
                    <a:pt x="3449" y="9867"/>
                  </a:lnTo>
                  <a:lnTo>
                    <a:pt x="3925" y="9684"/>
                  </a:lnTo>
                  <a:lnTo>
                    <a:pt x="4439" y="9464"/>
                  </a:lnTo>
                  <a:lnTo>
                    <a:pt x="4549" y="9684"/>
                  </a:lnTo>
                  <a:lnTo>
                    <a:pt x="3559" y="10124"/>
                  </a:lnTo>
                  <a:lnTo>
                    <a:pt x="3082" y="10308"/>
                  </a:lnTo>
                  <a:lnTo>
                    <a:pt x="2568" y="10528"/>
                  </a:lnTo>
                  <a:lnTo>
                    <a:pt x="2275" y="10638"/>
                  </a:lnTo>
                  <a:lnTo>
                    <a:pt x="2018" y="10674"/>
                  </a:lnTo>
                  <a:lnTo>
                    <a:pt x="1761" y="10711"/>
                  </a:lnTo>
                  <a:lnTo>
                    <a:pt x="1468" y="10711"/>
                  </a:lnTo>
                  <a:lnTo>
                    <a:pt x="2091" y="9794"/>
                  </a:lnTo>
                  <a:lnTo>
                    <a:pt x="2348" y="9317"/>
                  </a:lnTo>
                  <a:lnTo>
                    <a:pt x="2642" y="8877"/>
                  </a:lnTo>
                  <a:lnTo>
                    <a:pt x="2715" y="8804"/>
                  </a:lnTo>
                  <a:close/>
                  <a:moveTo>
                    <a:pt x="13829" y="5429"/>
                  </a:moveTo>
                  <a:lnTo>
                    <a:pt x="13940" y="5943"/>
                  </a:lnTo>
                  <a:lnTo>
                    <a:pt x="13940" y="6456"/>
                  </a:lnTo>
                  <a:lnTo>
                    <a:pt x="13940" y="6896"/>
                  </a:lnTo>
                  <a:lnTo>
                    <a:pt x="13866" y="7336"/>
                  </a:lnTo>
                  <a:lnTo>
                    <a:pt x="13756" y="7740"/>
                  </a:lnTo>
                  <a:lnTo>
                    <a:pt x="13609" y="8143"/>
                  </a:lnTo>
                  <a:lnTo>
                    <a:pt x="13426" y="8547"/>
                  </a:lnTo>
                  <a:lnTo>
                    <a:pt x="13206" y="8914"/>
                  </a:lnTo>
                  <a:lnTo>
                    <a:pt x="12949" y="9281"/>
                  </a:lnTo>
                  <a:lnTo>
                    <a:pt x="12656" y="9647"/>
                  </a:lnTo>
                  <a:lnTo>
                    <a:pt x="12289" y="9611"/>
                  </a:lnTo>
                  <a:lnTo>
                    <a:pt x="11922" y="9537"/>
                  </a:lnTo>
                  <a:lnTo>
                    <a:pt x="11849" y="9574"/>
                  </a:lnTo>
                  <a:lnTo>
                    <a:pt x="11812" y="9574"/>
                  </a:lnTo>
                  <a:lnTo>
                    <a:pt x="11775" y="9647"/>
                  </a:lnTo>
                  <a:lnTo>
                    <a:pt x="11702" y="10418"/>
                  </a:lnTo>
                  <a:lnTo>
                    <a:pt x="11702" y="10491"/>
                  </a:lnTo>
                  <a:lnTo>
                    <a:pt x="11409" y="10711"/>
                  </a:lnTo>
                  <a:lnTo>
                    <a:pt x="11188" y="10821"/>
                  </a:lnTo>
                  <a:lnTo>
                    <a:pt x="11152" y="10858"/>
                  </a:lnTo>
                  <a:lnTo>
                    <a:pt x="11042" y="10931"/>
                  </a:lnTo>
                  <a:lnTo>
                    <a:pt x="11042" y="10564"/>
                  </a:lnTo>
                  <a:lnTo>
                    <a:pt x="11115" y="10198"/>
                  </a:lnTo>
                  <a:lnTo>
                    <a:pt x="11188" y="9867"/>
                  </a:lnTo>
                  <a:lnTo>
                    <a:pt x="11298" y="9501"/>
                  </a:lnTo>
                  <a:lnTo>
                    <a:pt x="11298" y="9464"/>
                  </a:lnTo>
                  <a:lnTo>
                    <a:pt x="11262" y="9427"/>
                  </a:lnTo>
                  <a:lnTo>
                    <a:pt x="11225" y="9427"/>
                  </a:lnTo>
                  <a:lnTo>
                    <a:pt x="11188" y="9464"/>
                  </a:lnTo>
                  <a:lnTo>
                    <a:pt x="11078" y="9647"/>
                  </a:lnTo>
                  <a:lnTo>
                    <a:pt x="10968" y="9831"/>
                  </a:lnTo>
                  <a:lnTo>
                    <a:pt x="10785" y="10234"/>
                  </a:lnTo>
                  <a:lnTo>
                    <a:pt x="10712" y="10638"/>
                  </a:lnTo>
                  <a:lnTo>
                    <a:pt x="10712" y="11078"/>
                  </a:lnTo>
                  <a:lnTo>
                    <a:pt x="10271" y="11261"/>
                  </a:lnTo>
                  <a:lnTo>
                    <a:pt x="9831" y="11371"/>
                  </a:lnTo>
                  <a:lnTo>
                    <a:pt x="9868" y="11005"/>
                  </a:lnTo>
                  <a:lnTo>
                    <a:pt x="9978" y="10638"/>
                  </a:lnTo>
                  <a:lnTo>
                    <a:pt x="10051" y="10344"/>
                  </a:lnTo>
                  <a:lnTo>
                    <a:pt x="10161" y="10088"/>
                  </a:lnTo>
                  <a:lnTo>
                    <a:pt x="10418" y="9574"/>
                  </a:lnTo>
                  <a:lnTo>
                    <a:pt x="10418" y="9537"/>
                  </a:lnTo>
                  <a:lnTo>
                    <a:pt x="10381" y="9501"/>
                  </a:lnTo>
                  <a:lnTo>
                    <a:pt x="10345" y="9501"/>
                  </a:lnTo>
                  <a:lnTo>
                    <a:pt x="10345" y="9537"/>
                  </a:lnTo>
                  <a:lnTo>
                    <a:pt x="10015" y="9941"/>
                  </a:lnTo>
                  <a:lnTo>
                    <a:pt x="9758" y="10418"/>
                  </a:lnTo>
                  <a:lnTo>
                    <a:pt x="9538" y="10895"/>
                  </a:lnTo>
                  <a:lnTo>
                    <a:pt x="9501" y="11151"/>
                  </a:lnTo>
                  <a:lnTo>
                    <a:pt x="9428" y="11408"/>
                  </a:lnTo>
                  <a:lnTo>
                    <a:pt x="8951" y="11408"/>
                  </a:lnTo>
                  <a:lnTo>
                    <a:pt x="8951" y="11261"/>
                  </a:lnTo>
                  <a:lnTo>
                    <a:pt x="8914" y="11225"/>
                  </a:lnTo>
                  <a:lnTo>
                    <a:pt x="8877" y="11188"/>
                  </a:lnTo>
                  <a:lnTo>
                    <a:pt x="8841" y="11188"/>
                  </a:lnTo>
                  <a:lnTo>
                    <a:pt x="8804" y="11225"/>
                  </a:lnTo>
                  <a:lnTo>
                    <a:pt x="8731" y="11298"/>
                  </a:lnTo>
                  <a:lnTo>
                    <a:pt x="9171" y="10454"/>
                  </a:lnTo>
                  <a:lnTo>
                    <a:pt x="9391" y="10051"/>
                  </a:lnTo>
                  <a:lnTo>
                    <a:pt x="9684" y="9647"/>
                  </a:lnTo>
                  <a:lnTo>
                    <a:pt x="9684" y="9611"/>
                  </a:lnTo>
                  <a:lnTo>
                    <a:pt x="9648" y="9611"/>
                  </a:lnTo>
                  <a:lnTo>
                    <a:pt x="9648" y="9574"/>
                  </a:lnTo>
                  <a:lnTo>
                    <a:pt x="9611" y="9611"/>
                  </a:lnTo>
                  <a:lnTo>
                    <a:pt x="9244" y="10014"/>
                  </a:lnTo>
                  <a:lnTo>
                    <a:pt x="8914" y="10418"/>
                  </a:lnTo>
                  <a:lnTo>
                    <a:pt x="8621" y="10858"/>
                  </a:lnTo>
                  <a:lnTo>
                    <a:pt x="8327" y="11335"/>
                  </a:lnTo>
                  <a:lnTo>
                    <a:pt x="7960" y="11225"/>
                  </a:lnTo>
                  <a:lnTo>
                    <a:pt x="7997" y="11188"/>
                  </a:lnTo>
                  <a:lnTo>
                    <a:pt x="7997" y="11151"/>
                  </a:lnTo>
                  <a:lnTo>
                    <a:pt x="7960" y="11115"/>
                  </a:lnTo>
                  <a:lnTo>
                    <a:pt x="7960" y="11078"/>
                  </a:lnTo>
                  <a:lnTo>
                    <a:pt x="7924" y="10968"/>
                  </a:lnTo>
                  <a:lnTo>
                    <a:pt x="7960" y="10858"/>
                  </a:lnTo>
                  <a:lnTo>
                    <a:pt x="8034" y="10601"/>
                  </a:lnTo>
                  <a:lnTo>
                    <a:pt x="8181" y="10308"/>
                  </a:lnTo>
                  <a:lnTo>
                    <a:pt x="8474" y="9831"/>
                  </a:lnTo>
                  <a:lnTo>
                    <a:pt x="8767" y="9427"/>
                  </a:lnTo>
                  <a:lnTo>
                    <a:pt x="8804" y="9391"/>
                  </a:lnTo>
                  <a:lnTo>
                    <a:pt x="8767" y="9317"/>
                  </a:lnTo>
                  <a:lnTo>
                    <a:pt x="8694" y="9317"/>
                  </a:lnTo>
                  <a:lnTo>
                    <a:pt x="8364" y="9537"/>
                  </a:lnTo>
                  <a:lnTo>
                    <a:pt x="8107" y="9831"/>
                  </a:lnTo>
                  <a:lnTo>
                    <a:pt x="7887" y="10124"/>
                  </a:lnTo>
                  <a:lnTo>
                    <a:pt x="7704" y="10454"/>
                  </a:lnTo>
                  <a:lnTo>
                    <a:pt x="7594" y="10784"/>
                  </a:lnTo>
                  <a:lnTo>
                    <a:pt x="7557" y="10968"/>
                  </a:lnTo>
                  <a:lnTo>
                    <a:pt x="7594" y="11115"/>
                  </a:lnTo>
                  <a:lnTo>
                    <a:pt x="7153" y="10968"/>
                  </a:lnTo>
                  <a:lnTo>
                    <a:pt x="6713" y="10784"/>
                  </a:lnTo>
                  <a:lnTo>
                    <a:pt x="6933" y="10564"/>
                  </a:lnTo>
                  <a:lnTo>
                    <a:pt x="7080" y="10344"/>
                  </a:lnTo>
                  <a:lnTo>
                    <a:pt x="7153" y="10234"/>
                  </a:lnTo>
                  <a:lnTo>
                    <a:pt x="7190" y="10124"/>
                  </a:lnTo>
                  <a:lnTo>
                    <a:pt x="7190" y="10088"/>
                  </a:lnTo>
                  <a:lnTo>
                    <a:pt x="7153" y="10088"/>
                  </a:lnTo>
                  <a:lnTo>
                    <a:pt x="7080" y="10124"/>
                  </a:lnTo>
                  <a:lnTo>
                    <a:pt x="7007" y="10161"/>
                  </a:lnTo>
                  <a:lnTo>
                    <a:pt x="6823" y="10308"/>
                  </a:lnTo>
                  <a:lnTo>
                    <a:pt x="6493" y="10564"/>
                  </a:lnTo>
                  <a:lnTo>
                    <a:pt x="6420" y="10638"/>
                  </a:lnTo>
                  <a:lnTo>
                    <a:pt x="5906" y="10344"/>
                  </a:lnTo>
                  <a:lnTo>
                    <a:pt x="6897" y="9904"/>
                  </a:lnTo>
                  <a:lnTo>
                    <a:pt x="7887" y="9391"/>
                  </a:lnTo>
                  <a:lnTo>
                    <a:pt x="8877" y="8877"/>
                  </a:lnTo>
                  <a:lnTo>
                    <a:pt x="9795" y="8327"/>
                  </a:lnTo>
                  <a:lnTo>
                    <a:pt x="10748" y="7740"/>
                  </a:lnTo>
                  <a:lnTo>
                    <a:pt x="11665" y="7116"/>
                  </a:lnTo>
                  <a:lnTo>
                    <a:pt x="12546" y="6456"/>
                  </a:lnTo>
                  <a:lnTo>
                    <a:pt x="13426" y="5796"/>
                  </a:lnTo>
                  <a:lnTo>
                    <a:pt x="13829" y="5429"/>
                  </a:lnTo>
                  <a:close/>
                  <a:moveTo>
                    <a:pt x="1651" y="9757"/>
                  </a:moveTo>
                  <a:lnTo>
                    <a:pt x="1028" y="10711"/>
                  </a:lnTo>
                  <a:lnTo>
                    <a:pt x="991" y="10784"/>
                  </a:lnTo>
                  <a:lnTo>
                    <a:pt x="1028" y="10858"/>
                  </a:lnTo>
                  <a:lnTo>
                    <a:pt x="1028" y="10931"/>
                  </a:lnTo>
                  <a:lnTo>
                    <a:pt x="1101" y="10968"/>
                  </a:lnTo>
                  <a:lnTo>
                    <a:pt x="1358" y="11041"/>
                  </a:lnTo>
                  <a:lnTo>
                    <a:pt x="1651" y="11078"/>
                  </a:lnTo>
                  <a:lnTo>
                    <a:pt x="1908" y="11078"/>
                  </a:lnTo>
                  <a:lnTo>
                    <a:pt x="2165" y="11041"/>
                  </a:lnTo>
                  <a:lnTo>
                    <a:pt x="2715" y="10858"/>
                  </a:lnTo>
                  <a:lnTo>
                    <a:pt x="3229" y="10638"/>
                  </a:lnTo>
                  <a:lnTo>
                    <a:pt x="4769" y="10014"/>
                  </a:lnTo>
                  <a:lnTo>
                    <a:pt x="4953" y="10198"/>
                  </a:lnTo>
                  <a:lnTo>
                    <a:pt x="4072" y="10564"/>
                  </a:lnTo>
                  <a:lnTo>
                    <a:pt x="3192" y="10895"/>
                  </a:lnTo>
                  <a:lnTo>
                    <a:pt x="2238" y="11188"/>
                  </a:lnTo>
                  <a:lnTo>
                    <a:pt x="1248" y="11445"/>
                  </a:lnTo>
                  <a:lnTo>
                    <a:pt x="1101" y="11518"/>
                  </a:lnTo>
                  <a:lnTo>
                    <a:pt x="844" y="11555"/>
                  </a:lnTo>
                  <a:lnTo>
                    <a:pt x="624" y="11555"/>
                  </a:lnTo>
                  <a:lnTo>
                    <a:pt x="551" y="11518"/>
                  </a:lnTo>
                  <a:lnTo>
                    <a:pt x="477" y="11481"/>
                  </a:lnTo>
                  <a:lnTo>
                    <a:pt x="477" y="11408"/>
                  </a:lnTo>
                  <a:lnTo>
                    <a:pt x="514" y="11298"/>
                  </a:lnTo>
                  <a:lnTo>
                    <a:pt x="661" y="11005"/>
                  </a:lnTo>
                  <a:lnTo>
                    <a:pt x="991" y="10601"/>
                  </a:lnTo>
                  <a:lnTo>
                    <a:pt x="1321" y="10161"/>
                  </a:lnTo>
                  <a:lnTo>
                    <a:pt x="1651" y="9757"/>
                  </a:lnTo>
                  <a:close/>
                  <a:moveTo>
                    <a:pt x="16324" y="0"/>
                  </a:moveTo>
                  <a:lnTo>
                    <a:pt x="16140" y="37"/>
                  </a:lnTo>
                  <a:lnTo>
                    <a:pt x="15774" y="147"/>
                  </a:lnTo>
                  <a:lnTo>
                    <a:pt x="15480" y="330"/>
                  </a:lnTo>
                  <a:lnTo>
                    <a:pt x="14636" y="807"/>
                  </a:lnTo>
                  <a:lnTo>
                    <a:pt x="13866" y="1357"/>
                  </a:lnTo>
                  <a:lnTo>
                    <a:pt x="13059" y="1908"/>
                  </a:lnTo>
                  <a:lnTo>
                    <a:pt x="12289" y="2458"/>
                  </a:lnTo>
                  <a:lnTo>
                    <a:pt x="12032" y="2311"/>
                  </a:lnTo>
                  <a:lnTo>
                    <a:pt x="11812" y="2238"/>
                  </a:lnTo>
                  <a:lnTo>
                    <a:pt x="11629" y="2238"/>
                  </a:lnTo>
                  <a:lnTo>
                    <a:pt x="11372" y="2091"/>
                  </a:lnTo>
                  <a:lnTo>
                    <a:pt x="11115" y="1981"/>
                  </a:lnTo>
                  <a:lnTo>
                    <a:pt x="10858" y="1908"/>
                  </a:lnTo>
                  <a:lnTo>
                    <a:pt x="10565" y="1834"/>
                  </a:lnTo>
                  <a:lnTo>
                    <a:pt x="10015" y="1761"/>
                  </a:lnTo>
                  <a:lnTo>
                    <a:pt x="9464" y="1761"/>
                  </a:lnTo>
                  <a:lnTo>
                    <a:pt x="8914" y="1834"/>
                  </a:lnTo>
                  <a:lnTo>
                    <a:pt x="8364" y="1981"/>
                  </a:lnTo>
                  <a:lnTo>
                    <a:pt x="7814" y="2164"/>
                  </a:lnTo>
                  <a:lnTo>
                    <a:pt x="7300" y="2384"/>
                  </a:lnTo>
                  <a:lnTo>
                    <a:pt x="6677" y="2715"/>
                  </a:lnTo>
                  <a:lnTo>
                    <a:pt x="6090" y="3081"/>
                  </a:lnTo>
                  <a:lnTo>
                    <a:pt x="5503" y="3522"/>
                  </a:lnTo>
                  <a:lnTo>
                    <a:pt x="4989" y="3962"/>
                  </a:lnTo>
                  <a:lnTo>
                    <a:pt x="4769" y="4219"/>
                  </a:lnTo>
                  <a:lnTo>
                    <a:pt x="4549" y="4475"/>
                  </a:lnTo>
                  <a:lnTo>
                    <a:pt x="4402" y="4769"/>
                  </a:lnTo>
                  <a:lnTo>
                    <a:pt x="4256" y="5062"/>
                  </a:lnTo>
                  <a:lnTo>
                    <a:pt x="4146" y="5356"/>
                  </a:lnTo>
                  <a:lnTo>
                    <a:pt x="4035" y="5686"/>
                  </a:lnTo>
                  <a:lnTo>
                    <a:pt x="3999" y="6016"/>
                  </a:lnTo>
                  <a:lnTo>
                    <a:pt x="3925" y="6346"/>
                  </a:lnTo>
                  <a:lnTo>
                    <a:pt x="3889" y="6970"/>
                  </a:lnTo>
                  <a:lnTo>
                    <a:pt x="3925" y="7630"/>
                  </a:lnTo>
                  <a:lnTo>
                    <a:pt x="3339" y="7960"/>
                  </a:lnTo>
                  <a:lnTo>
                    <a:pt x="2752" y="8290"/>
                  </a:lnTo>
                  <a:lnTo>
                    <a:pt x="2238" y="8657"/>
                  </a:lnTo>
                  <a:lnTo>
                    <a:pt x="1725" y="9097"/>
                  </a:lnTo>
                  <a:lnTo>
                    <a:pt x="1248" y="9574"/>
                  </a:lnTo>
                  <a:lnTo>
                    <a:pt x="808" y="10051"/>
                  </a:lnTo>
                  <a:lnTo>
                    <a:pt x="404" y="10601"/>
                  </a:lnTo>
                  <a:lnTo>
                    <a:pt x="221" y="10858"/>
                  </a:lnTo>
                  <a:lnTo>
                    <a:pt x="74" y="11151"/>
                  </a:lnTo>
                  <a:lnTo>
                    <a:pt x="1" y="11371"/>
                  </a:lnTo>
                  <a:lnTo>
                    <a:pt x="37" y="11555"/>
                  </a:lnTo>
                  <a:lnTo>
                    <a:pt x="111" y="11738"/>
                  </a:lnTo>
                  <a:lnTo>
                    <a:pt x="184" y="11812"/>
                  </a:lnTo>
                  <a:lnTo>
                    <a:pt x="257" y="11885"/>
                  </a:lnTo>
                  <a:lnTo>
                    <a:pt x="477" y="11958"/>
                  </a:lnTo>
                  <a:lnTo>
                    <a:pt x="697" y="11995"/>
                  </a:lnTo>
                  <a:lnTo>
                    <a:pt x="918" y="11995"/>
                  </a:lnTo>
                  <a:lnTo>
                    <a:pt x="1174" y="11958"/>
                  </a:lnTo>
                  <a:lnTo>
                    <a:pt x="1835" y="11812"/>
                  </a:lnTo>
                  <a:lnTo>
                    <a:pt x="2495" y="11591"/>
                  </a:lnTo>
                  <a:lnTo>
                    <a:pt x="3815" y="11151"/>
                  </a:lnTo>
                  <a:lnTo>
                    <a:pt x="4586" y="10858"/>
                  </a:lnTo>
                  <a:lnTo>
                    <a:pt x="5356" y="10564"/>
                  </a:lnTo>
                  <a:lnTo>
                    <a:pt x="5760" y="10858"/>
                  </a:lnTo>
                  <a:lnTo>
                    <a:pt x="6200" y="11078"/>
                  </a:lnTo>
                  <a:lnTo>
                    <a:pt x="6236" y="11261"/>
                  </a:lnTo>
                  <a:lnTo>
                    <a:pt x="6273" y="11335"/>
                  </a:lnTo>
                  <a:lnTo>
                    <a:pt x="6346" y="11371"/>
                  </a:lnTo>
                  <a:lnTo>
                    <a:pt x="6493" y="11371"/>
                  </a:lnTo>
                  <a:lnTo>
                    <a:pt x="6603" y="11261"/>
                  </a:lnTo>
                  <a:lnTo>
                    <a:pt x="7410" y="11591"/>
                  </a:lnTo>
                  <a:lnTo>
                    <a:pt x="7814" y="11702"/>
                  </a:lnTo>
                  <a:lnTo>
                    <a:pt x="8217" y="11812"/>
                  </a:lnTo>
                  <a:lnTo>
                    <a:pt x="8291" y="11848"/>
                  </a:lnTo>
                  <a:lnTo>
                    <a:pt x="8364" y="11885"/>
                  </a:lnTo>
                  <a:lnTo>
                    <a:pt x="8474" y="11848"/>
                  </a:lnTo>
                  <a:lnTo>
                    <a:pt x="8547" y="11885"/>
                  </a:lnTo>
                  <a:lnTo>
                    <a:pt x="8877" y="11922"/>
                  </a:lnTo>
                  <a:lnTo>
                    <a:pt x="9574" y="11922"/>
                  </a:lnTo>
                  <a:lnTo>
                    <a:pt x="9905" y="11885"/>
                  </a:lnTo>
                  <a:lnTo>
                    <a:pt x="10235" y="11812"/>
                  </a:lnTo>
                  <a:lnTo>
                    <a:pt x="10565" y="11702"/>
                  </a:lnTo>
                  <a:lnTo>
                    <a:pt x="10895" y="11555"/>
                  </a:lnTo>
                  <a:lnTo>
                    <a:pt x="11225" y="11408"/>
                  </a:lnTo>
                  <a:lnTo>
                    <a:pt x="11555" y="11225"/>
                  </a:lnTo>
                  <a:lnTo>
                    <a:pt x="11885" y="11041"/>
                  </a:lnTo>
                  <a:lnTo>
                    <a:pt x="12179" y="10784"/>
                  </a:lnTo>
                  <a:lnTo>
                    <a:pt x="12472" y="10564"/>
                  </a:lnTo>
                  <a:lnTo>
                    <a:pt x="12766" y="10308"/>
                  </a:lnTo>
                  <a:lnTo>
                    <a:pt x="13022" y="10014"/>
                  </a:lnTo>
                  <a:lnTo>
                    <a:pt x="13279" y="9721"/>
                  </a:lnTo>
                  <a:lnTo>
                    <a:pt x="13499" y="9391"/>
                  </a:lnTo>
                  <a:lnTo>
                    <a:pt x="13719" y="9097"/>
                  </a:lnTo>
                  <a:lnTo>
                    <a:pt x="13903" y="8730"/>
                  </a:lnTo>
                  <a:lnTo>
                    <a:pt x="14050" y="8400"/>
                  </a:lnTo>
                  <a:lnTo>
                    <a:pt x="14196" y="8033"/>
                  </a:lnTo>
                  <a:lnTo>
                    <a:pt x="14306" y="7667"/>
                  </a:lnTo>
                  <a:lnTo>
                    <a:pt x="14380" y="7300"/>
                  </a:lnTo>
                  <a:lnTo>
                    <a:pt x="14453" y="6933"/>
                  </a:lnTo>
                  <a:lnTo>
                    <a:pt x="14490" y="6529"/>
                  </a:lnTo>
                  <a:lnTo>
                    <a:pt x="14490" y="6163"/>
                  </a:lnTo>
                  <a:lnTo>
                    <a:pt x="14453" y="5796"/>
                  </a:lnTo>
                  <a:lnTo>
                    <a:pt x="14380" y="5429"/>
                  </a:lnTo>
                  <a:lnTo>
                    <a:pt x="14270" y="5062"/>
                  </a:lnTo>
                  <a:lnTo>
                    <a:pt x="15113" y="4329"/>
                  </a:lnTo>
                  <a:lnTo>
                    <a:pt x="15920" y="3558"/>
                  </a:lnTo>
                  <a:lnTo>
                    <a:pt x="16434" y="3045"/>
                  </a:lnTo>
                  <a:lnTo>
                    <a:pt x="16691" y="2751"/>
                  </a:lnTo>
                  <a:lnTo>
                    <a:pt x="16947" y="2458"/>
                  </a:lnTo>
                  <a:lnTo>
                    <a:pt x="17168" y="2128"/>
                  </a:lnTo>
                  <a:lnTo>
                    <a:pt x="17351" y="1798"/>
                  </a:lnTo>
                  <a:lnTo>
                    <a:pt x="17461" y="1431"/>
                  </a:lnTo>
                  <a:lnTo>
                    <a:pt x="17461" y="1247"/>
                  </a:lnTo>
                  <a:lnTo>
                    <a:pt x="17461" y="1064"/>
                  </a:lnTo>
                  <a:lnTo>
                    <a:pt x="17388" y="770"/>
                  </a:lnTo>
                  <a:lnTo>
                    <a:pt x="17278" y="514"/>
                  </a:lnTo>
                  <a:lnTo>
                    <a:pt x="17094" y="257"/>
                  </a:lnTo>
                  <a:lnTo>
                    <a:pt x="16837" y="74"/>
                  </a:lnTo>
                  <a:lnTo>
                    <a:pt x="16691" y="37"/>
                  </a:lnTo>
                  <a:lnTo>
                    <a:pt x="16507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44" name="Google Shape;300;p5">
              <a:extLst>
                <a:ext uri="{FF2B5EF4-FFF2-40B4-BE49-F238E27FC236}">
                  <a16:creationId xmlns:a16="http://schemas.microsoft.com/office/drawing/2014/main" id="{90463B7C-169F-40BD-83E9-2122585699A7}"/>
                </a:ext>
              </a:extLst>
            </p:cNvPr>
            <p:cNvSpPr/>
            <p:nvPr/>
          </p:nvSpPr>
          <p:spPr>
            <a:xfrm>
              <a:off x="6405225" y="2154575"/>
              <a:ext cx="328325" cy="339325"/>
            </a:xfrm>
            <a:custGeom>
              <a:avLst/>
              <a:gdLst/>
              <a:ahLst/>
              <a:cxnLst/>
              <a:rect l="l" t="t" r="r" b="b"/>
              <a:pathLst>
                <a:path w="13133" h="13573" extrusionOk="0">
                  <a:moveTo>
                    <a:pt x="2714" y="1798"/>
                  </a:moveTo>
                  <a:lnTo>
                    <a:pt x="2971" y="1908"/>
                  </a:lnTo>
                  <a:lnTo>
                    <a:pt x="3118" y="2018"/>
                  </a:lnTo>
                  <a:lnTo>
                    <a:pt x="3265" y="2128"/>
                  </a:lnTo>
                  <a:lnTo>
                    <a:pt x="3411" y="2311"/>
                  </a:lnTo>
                  <a:lnTo>
                    <a:pt x="3485" y="2458"/>
                  </a:lnTo>
                  <a:lnTo>
                    <a:pt x="3375" y="2458"/>
                  </a:lnTo>
                  <a:lnTo>
                    <a:pt x="3301" y="2495"/>
                  </a:lnTo>
                  <a:lnTo>
                    <a:pt x="3265" y="2568"/>
                  </a:lnTo>
                  <a:lnTo>
                    <a:pt x="3228" y="2605"/>
                  </a:lnTo>
                  <a:lnTo>
                    <a:pt x="3155" y="2568"/>
                  </a:lnTo>
                  <a:lnTo>
                    <a:pt x="3008" y="2348"/>
                  </a:lnTo>
                  <a:lnTo>
                    <a:pt x="2825" y="1981"/>
                  </a:lnTo>
                  <a:lnTo>
                    <a:pt x="2714" y="1798"/>
                  </a:lnTo>
                  <a:close/>
                  <a:moveTo>
                    <a:pt x="1908" y="2825"/>
                  </a:moveTo>
                  <a:lnTo>
                    <a:pt x="1797" y="2861"/>
                  </a:lnTo>
                  <a:lnTo>
                    <a:pt x="1761" y="2898"/>
                  </a:lnTo>
                  <a:lnTo>
                    <a:pt x="1687" y="2971"/>
                  </a:lnTo>
                  <a:lnTo>
                    <a:pt x="1687" y="3045"/>
                  </a:lnTo>
                  <a:lnTo>
                    <a:pt x="1687" y="3118"/>
                  </a:lnTo>
                  <a:lnTo>
                    <a:pt x="1724" y="3191"/>
                  </a:lnTo>
                  <a:lnTo>
                    <a:pt x="1797" y="3228"/>
                  </a:lnTo>
                  <a:lnTo>
                    <a:pt x="1944" y="3301"/>
                  </a:lnTo>
                  <a:lnTo>
                    <a:pt x="2054" y="3412"/>
                  </a:lnTo>
                  <a:lnTo>
                    <a:pt x="2164" y="3522"/>
                  </a:lnTo>
                  <a:lnTo>
                    <a:pt x="2201" y="3595"/>
                  </a:lnTo>
                  <a:lnTo>
                    <a:pt x="2274" y="3632"/>
                  </a:lnTo>
                  <a:lnTo>
                    <a:pt x="2384" y="3632"/>
                  </a:lnTo>
                  <a:lnTo>
                    <a:pt x="2458" y="3558"/>
                  </a:lnTo>
                  <a:lnTo>
                    <a:pt x="2494" y="3448"/>
                  </a:lnTo>
                  <a:lnTo>
                    <a:pt x="2494" y="3338"/>
                  </a:lnTo>
                  <a:lnTo>
                    <a:pt x="2421" y="3228"/>
                  </a:lnTo>
                  <a:lnTo>
                    <a:pt x="2348" y="3155"/>
                  </a:lnTo>
                  <a:lnTo>
                    <a:pt x="2164" y="2971"/>
                  </a:lnTo>
                  <a:lnTo>
                    <a:pt x="1981" y="2861"/>
                  </a:lnTo>
                  <a:lnTo>
                    <a:pt x="1908" y="2825"/>
                  </a:lnTo>
                  <a:close/>
                  <a:moveTo>
                    <a:pt x="1137" y="2311"/>
                  </a:moveTo>
                  <a:lnTo>
                    <a:pt x="1614" y="2458"/>
                  </a:lnTo>
                  <a:lnTo>
                    <a:pt x="2054" y="2678"/>
                  </a:lnTo>
                  <a:lnTo>
                    <a:pt x="2201" y="2751"/>
                  </a:lnTo>
                  <a:lnTo>
                    <a:pt x="2348" y="2898"/>
                  </a:lnTo>
                  <a:lnTo>
                    <a:pt x="2458" y="3008"/>
                  </a:lnTo>
                  <a:lnTo>
                    <a:pt x="2531" y="3191"/>
                  </a:lnTo>
                  <a:lnTo>
                    <a:pt x="2568" y="3265"/>
                  </a:lnTo>
                  <a:lnTo>
                    <a:pt x="2568" y="3338"/>
                  </a:lnTo>
                  <a:lnTo>
                    <a:pt x="2531" y="3485"/>
                  </a:lnTo>
                  <a:lnTo>
                    <a:pt x="2384" y="3742"/>
                  </a:lnTo>
                  <a:lnTo>
                    <a:pt x="2274" y="3852"/>
                  </a:lnTo>
                  <a:lnTo>
                    <a:pt x="2164" y="3962"/>
                  </a:lnTo>
                  <a:lnTo>
                    <a:pt x="1834" y="3632"/>
                  </a:lnTo>
                  <a:lnTo>
                    <a:pt x="1541" y="3228"/>
                  </a:lnTo>
                  <a:lnTo>
                    <a:pt x="1321" y="2788"/>
                  </a:lnTo>
                  <a:lnTo>
                    <a:pt x="1137" y="2311"/>
                  </a:lnTo>
                  <a:close/>
                  <a:moveTo>
                    <a:pt x="8804" y="514"/>
                  </a:moveTo>
                  <a:lnTo>
                    <a:pt x="8694" y="2531"/>
                  </a:lnTo>
                  <a:lnTo>
                    <a:pt x="8657" y="3632"/>
                  </a:lnTo>
                  <a:lnTo>
                    <a:pt x="8657" y="4549"/>
                  </a:lnTo>
                  <a:lnTo>
                    <a:pt x="7556" y="3778"/>
                  </a:lnTo>
                  <a:lnTo>
                    <a:pt x="7043" y="3375"/>
                  </a:lnTo>
                  <a:lnTo>
                    <a:pt x="6529" y="2971"/>
                  </a:lnTo>
                  <a:lnTo>
                    <a:pt x="6639" y="2788"/>
                  </a:lnTo>
                  <a:lnTo>
                    <a:pt x="6713" y="2678"/>
                  </a:lnTo>
                  <a:lnTo>
                    <a:pt x="7556" y="1798"/>
                  </a:lnTo>
                  <a:lnTo>
                    <a:pt x="8290" y="991"/>
                  </a:lnTo>
                  <a:lnTo>
                    <a:pt x="8510" y="734"/>
                  </a:lnTo>
                  <a:lnTo>
                    <a:pt x="8657" y="624"/>
                  </a:lnTo>
                  <a:lnTo>
                    <a:pt x="8804" y="514"/>
                  </a:lnTo>
                  <a:close/>
                  <a:moveTo>
                    <a:pt x="660" y="4145"/>
                  </a:moveTo>
                  <a:lnTo>
                    <a:pt x="880" y="4219"/>
                  </a:lnTo>
                  <a:lnTo>
                    <a:pt x="1064" y="4255"/>
                  </a:lnTo>
                  <a:lnTo>
                    <a:pt x="1247" y="4329"/>
                  </a:lnTo>
                  <a:lnTo>
                    <a:pt x="1357" y="4439"/>
                  </a:lnTo>
                  <a:lnTo>
                    <a:pt x="1431" y="4585"/>
                  </a:lnTo>
                  <a:lnTo>
                    <a:pt x="1467" y="4659"/>
                  </a:lnTo>
                  <a:lnTo>
                    <a:pt x="1467" y="4732"/>
                  </a:lnTo>
                  <a:lnTo>
                    <a:pt x="1467" y="4805"/>
                  </a:lnTo>
                  <a:lnTo>
                    <a:pt x="1394" y="4842"/>
                  </a:lnTo>
                  <a:lnTo>
                    <a:pt x="1284" y="4805"/>
                  </a:lnTo>
                  <a:lnTo>
                    <a:pt x="1211" y="4769"/>
                  </a:lnTo>
                  <a:lnTo>
                    <a:pt x="990" y="4585"/>
                  </a:lnTo>
                  <a:lnTo>
                    <a:pt x="844" y="4402"/>
                  </a:lnTo>
                  <a:lnTo>
                    <a:pt x="660" y="4145"/>
                  </a:lnTo>
                  <a:close/>
                  <a:moveTo>
                    <a:pt x="3962" y="2935"/>
                  </a:moveTo>
                  <a:lnTo>
                    <a:pt x="4218" y="3155"/>
                  </a:lnTo>
                  <a:lnTo>
                    <a:pt x="4035" y="3338"/>
                  </a:lnTo>
                  <a:lnTo>
                    <a:pt x="2641" y="4659"/>
                  </a:lnTo>
                  <a:lnTo>
                    <a:pt x="2311" y="5026"/>
                  </a:lnTo>
                  <a:lnTo>
                    <a:pt x="2054" y="5392"/>
                  </a:lnTo>
                  <a:lnTo>
                    <a:pt x="1797" y="5172"/>
                  </a:lnTo>
                  <a:lnTo>
                    <a:pt x="2971" y="4072"/>
                  </a:lnTo>
                  <a:lnTo>
                    <a:pt x="3485" y="3522"/>
                  </a:lnTo>
                  <a:lnTo>
                    <a:pt x="3742" y="3265"/>
                  </a:lnTo>
                  <a:lnTo>
                    <a:pt x="3962" y="2935"/>
                  </a:lnTo>
                  <a:close/>
                  <a:moveTo>
                    <a:pt x="4989" y="5209"/>
                  </a:moveTo>
                  <a:lnTo>
                    <a:pt x="5356" y="5686"/>
                  </a:lnTo>
                  <a:lnTo>
                    <a:pt x="5686" y="6199"/>
                  </a:lnTo>
                  <a:lnTo>
                    <a:pt x="6199" y="7080"/>
                  </a:lnTo>
                  <a:lnTo>
                    <a:pt x="6199" y="7080"/>
                  </a:lnTo>
                  <a:lnTo>
                    <a:pt x="5282" y="6640"/>
                  </a:lnTo>
                  <a:lnTo>
                    <a:pt x="4365" y="6199"/>
                  </a:lnTo>
                  <a:lnTo>
                    <a:pt x="4512" y="5943"/>
                  </a:lnTo>
                  <a:lnTo>
                    <a:pt x="4989" y="5209"/>
                  </a:lnTo>
                  <a:close/>
                  <a:moveTo>
                    <a:pt x="4879" y="4695"/>
                  </a:moveTo>
                  <a:lnTo>
                    <a:pt x="4805" y="4805"/>
                  </a:lnTo>
                  <a:lnTo>
                    <a:pt x="4218" y="5649"/>
                  </a:lnTo>
                  <a:lnTo>
                    <a:pt x="3962" y="6053"/>
                  </a:lnTo>
                  <a:lnTo>
                    <a:pt x="3852" y="6053"/>
                  </a:lnTo>
                  <a:lnTo>
                    <a:pt x="3778" y="6126"/>
                  </a:lnTo>
                  <a:lnTo>
                    <a:pt x="3742" y="6199"/>
                  </a:lnTo>
                  <a:lnTo>
                    <a:pt x="3705" y="6273"/>
                  </a:lnTo>
                  <a:lnTo>
                    <a:pt x="3742" y="6346"/>
                  </a:lnTo>
                  <a:lnTo>
                    <a:pt x="3778" y="6493"/>
                  </a:lnTo>
                  <a:lnTo>
                    <a:pt x="3852" y="6529"/>
                  </a:lnTo>
                  <a:lnTo>
                    <a:pt x="3925" y="6566"/>
                  </a:lnTo>
                  <a:lnTo>
                    <a:pt x="3998" y="6566"/>
                  </a:lnTo>
                  <a:lnTo>
                    <a:pt x="5172" y="7080"/>
                  </a:lnTo>
                  <a:lnTo>
                    <a:pt x="5722" y="7336"/>
                  </a:lnTo>
                  <a:lnTo>
                    <a:pt x="6053" y="7447"/>
                  </a:lnTo>
                  <a:lnTo>
                    <a:pt x="6346" y="7483"/>
                  </a:lnTo>
                  <a:lnTo>
                    <a:pt x="6419" y="7483"/>
                  </a:lnTo>
                  <a:lnTo>
                    <a:pt x="6493" y="7447"/>
                  </a:lnTo>
                  <a:lnTo>
                    <a:pt x="6529" y="7483"/>
                  </a:lnTo>
                  <a:lnTo>
                    <a:pt x="6603" y="7483"/>
                  </a:lnTo>
                  <a:lnTo>
                    <a:pt x="6639" y="7447"/>
                  </a:lnTo>
                  <a:lnTo>
                    <a:pt x="6639" y="7410"/>
                  </a:lnTo>
                  <a:lnTo>
                    <a:pt x="6566" y="7080"/>
                  </a:lnTo>
                  <a:lnTo>
                    <a:pt x="6456" y="6750"/>
                  </a:lnTo>
                  <a:lnTo>
                    <a:pt x="6273" y="6419"/>
                  </a:lnTo>
                  <a:lnTo>
                    <a:pt x="6089" y="6089"/>
                  </a:lnTo>
                  <a:lnTo>
                    <a:pt x="5649" y="5429"/>
                  </a:lnTo>
                  <a:lnTo>
                    <a:pt x="5135" y="4769"/>
                  </a:lnTo>
                  <a:lnTo>
                    <a:pt x="5062" y="4695"/>
                  </a:lnTo>
                  <a:close/>
                  <a:moveTo>
                    <a:pt x="9757" y="9537"/>
                  </a:moveTo>
                  <a:lnTo>
                    <a:pt x="9794" y="9647"/>
                  </a:lnTo>
                  <a:lnTo>
                    <a:pt x="9831" y="9757"/>
                  </a:lnTo>
                  <a:lnTo>
                    <a:pt x="9867" y="9867"/>
                  </a:lnTo>
                  <a:lnTo>
                    <a:pt x="9867" y="9978"/>
                  </a:lnTo>
                  <a:lnTo>
                    <a:pt x="9831" y="10088"/>
                  </a:lnTo>
                  <a:lnTo>
                    <a:pt x="9794" y="9757"/>
                  </a:lnTo>
                  <a:lnTo>
                    <a:pt x="9757" y="9537"/>
                  </a:lnTo>
                  <a:close/>
                  <a:moveTo>
                    <a:pt x="8950" y="8877"/>
                  </a:moveTo>
                  <a:lnTo>
                    <a:pt x="9207" y="9024"/>
                  </a:lnTo>
                  <a:lnTo>
                    <a:pt x="9207" y="9207"/>
                  </a:lnTo>
                  <a:lnTo>
                    <a:pt x="9281" y="9391"/>
                  </a:lnTo>
                  <a:lnTo>
                    <a:pt x="9391" y="9757"/>
                  </a:lnTo>
                  <a:lnTo>
                    <a:pt x="9574" y="10418"/>
                  </a:lnTo>
                  <a:lnTo>
                    <a:pt x="9464" y="10491"/>
                  </a:lnTo>
                  <a:lnTo>
                    <a:pt x="9391" y="10271"/>
                  </a:lnTo>
                  <a:lnTo>
                    <a:pt x="9281" y="10088"/>
                  </a:lnTo>
                  <a:lnTo>
                    <a:pt x="8914" y="9281"/>
                  </a:lnTo>
                  <a:lnTo>
                    <a:pt x="8840" y="9134"/>
                  </a:lnTo>
                  <a:lnTo>
                    <a:pt x="8767" y="9024"/>
                  </a:lnTo>
                  <a:lnTo>
                    <a:pt x="8950" y="8877"/>
                  </a:lnTo>
                  <a:close/>
                  <a:moveTo>
                    <a:pt x="8547" y="9244"/>
                  </a:moveTo>
                  <a:lnTo>
                    <a:pt x="8547" y="9281"/>
                  </a:lnTo>
                  <a:lnTo>
                    <a:pt x="8657" y="9281"/>
                  </a:lnTo>
                  <a:lnTo>
                    <a:pt x="8694" y="9244"/>
                  </a:lnTo>
                  <a:lnTo>
                    <a:pt x="8657" y="9354"/>
                  </a:lnTo>
                  <a:lnTo>
                    <a:pt x="8657" y="9464"/>
                  </a:lnTo>
                  <a:lnTo>
                    <a:pt x="8767" y="9721"/>
                  </a:lnTo>
                  <a:lnTo>
                    <a:pt x="9024" y="10198"/>
                  </a:lnTo>
                  <a:lnTo>
                    <a:pt x="9170" y="10528"/>
                  </a:lnTo>
                  <a:lnTo>
                    <a:pt x="8804" y="10234"/>
                  </a:lnTo>
                  <a:lnTo>
                    <a:pt x="8804" y="10198"/>
                  </a:lnTo>
                  <a:lnTo>
                    <a:pt x="8767" y="9904"/>
                  </a:lnTo>
                  <a:lnTo>
                    <a:pt x="8657" y="9611"/>
                  </a:lnTo>
                  <a:lnTo>
                    <a:pt x="8584" y="9464"/>
                  </a:lnTo>
                  <a:lnTo>
                    <a:pt x="8474" y="9317"/>
                  </a:lnTo>
                  <a:lnTo>
                    <a:pt x="8547" y="9244"/>
                  </a:lnTo>
                  <a:close/>
                  <a:moveTo>
                    <a:pt x="9464" y="10601"/>
                  </a:moveTo>
                  <a:lnTo>
                    <a:pt x="9574" y="10638"/>
                  </a:lnTo>
                  <a:lnTo>
                    <a:pt x="9464" y="10638"/>
                  </a:lnTo>
                  <a:lnTo>
                    <a:pt x="9464" y="10601"/>
                  </a:lnTo>
                  <a:close/>
                  <a:moveTo>
                    <a:pt x="8877" y="8510"/>
                  </a:moveTo>
                  <a:lnTo>
                    <a:pt x="8584" y="8730"/>
                  </a:lnTo>
                  <a:lnTo>
                    <a:pt x="8327" y="8914"/>
                  </a:lnTo>
                  <a:lnTo>
                    <a:pt x="8143" y="9171"/>
                  </a:lnTo>
                  <a:lnTo>
                    <a:pt x="8070" y="9354"/>
                  </a:lnTo>
                  <a:lnTo>
                    <a:pt x="7997" y="9501"/>
                  </a:lnTo>
                  <a:lnTo>
                    <a:pt x="7997" y="9647"/>
                  </a:lnTo>
                  <a:lnTo>
                    <a:pt x="8033" y="9831"/>
                  </a:lnTo>
                  <a:lnTo>
                    <a:pt x="8070" y="9978"/>
                  </a:lnTo>
                  <a:lnTo>
                    <a:pt x="8143" y="10088"/>
                  </a:lnTo>
                  <a:lnTo>
                    <a:pt x="8363" y="10344"/>
                  </a:lnTo>
                  <a:lnTo>
                    <a:pt x="8584" y="10564"/>
                  </a:lnTo>
                  <a:lnTo>
                    <a:pt x="8914" y="10785"/>
                  </a:lnTo>
                  <a:lnTo>
                    <a:pt x="9244" y="10968"/>
                  </a:lnTo>
                  <a:lnTo>
                    <a:pt x="9391" y="11041"/>
                  </a:lnTo>
                  <a:lnTo>
                    <a:pt x="9537" y="11078"/>
                  </a:lnTo>
                  <a:lnTo>
                    <a:pt x="9684" y="11041"/>
                  </a:lnTo>
                  <a:lnTo>
                    <a:pt x="9867" y="10968"/>
                  </a:lnTo>
                  <a:lnTo>
                    <a:pt x="10051" y="10821"/>
                  </a:lnTo>
                  <a:lnTo>
                    <a:pt x="10234" y="10601"/>
                  </a:lnTo>
                  <a:lnTo>
                    <a:pt x="10271" y="10491"/>
                  </a:lnTo>
                  <a:lnTo>
                    <a:pt x="10271" y="10381"/>
                  </a:lnTo>
                  <a:lnTo>
                    <a:pt x="10271" y="10271"/>
                  </a:lnTo>
                  <a:lnTo>
                    <a:pt x="10198" y="10161"/>
                  </a:lnTo>
                  <a:lnTo>
                    <a:pt x="10198" y="9904"/>
                  </a:lnTo>
                  <a:lnTo>
                    <a:pt x="10161" y="9684"/>
                  </a:lnTo>
                  <a:lnTo>
                    <a:pt x="10088" y="9464"/>
                  </a:lnTo>
                  <a:lnTo>
                    <a:pt x="9977" y="9244"/>
                  </a:lnTo>
                  <a:lnTo>
                    <a:pt x="9831" y="9060"/>
                  </a:lnTo>
                  <a:lnTo>
                    <a:pt x="9647" y="8914"/>
                  </a:lnTo>
                  <a:lnTo>
                    <a:pt x="9464" y="8767"/>
                  </a:lnTo>
                  <a:lnTo>
                    <a:pt x="9060" y="8510"/>
                  </a:lnTo>
                  <a:close/>
                  <a:moveTo>
                    <a:pt x="2604" y="8510"/>
                  </a:moveTo>
                  <a:lnTo>
                    <a:pt x="3815" y="9757"/>
                  </a:lnTo>
                  <a:lnTo>
                    <a:pt x="4292" y="10271"/>
                  </a:lnTo>
                  <a:lnTo>
                    <a:pt x="3852" y="10344"/>
                  </a:lnTo>
                  <a:lnTo>
                    <a:pt x="2678" y="10674"/>
                  </a:lnTo>
                  <a:lnTo>
                    <a:pt x="1577" y="10968"/>
                  </a:lnTo>
                  <a:lnTo>
                    <a:pt x="1064" y="11115"/>
                  </a:lnTo>
                  <a:lnTo>
                    <a:pt x="697" y="11188"/>
                  </a:lnTo>
                  <a:lnTo>
                    <a:pt x="587" y="11188"/>
                  </a:lnTo>
                  <a:lnTo>
                    <a:pt x="477" y="11151"/>
                  </a:lnTo>
                  <a:lnTo>
                    <a:pt x="1577" y="9721"/>
                  </a:lnTo>
                  <a:lnTo>
                    <a:pt x="1908" y="9317"/>
                  </a:lnTo>
                  <a:lnTo>
                    <a:pt x="2201" y="8914"/>
                  </a:lnTo>
                  <a:lnTo>
                    <a:pt x="2421" y="8730"/>
                  </a:lnTo>
                  <a:lnTo>
                    <a:pt x="2604" y="8510"/>
                  </a:lnTo>
                  <a:close/>
                  <a:moveTo>
                    <a:pt x="8914" y="8180"/>
                  </a:moveTo>
                  <a:lnTo>
                    <a:pt x="9097" y="8217"/>
                  </a:lnTo>
                  <a:lnTo>
                    <a:pt x="9244" y="8253"/>
                  </a:lnTo>
                  <a:lnTo>
                    <a:pt x="9574" y="8400"/>
                  </a:lnTo>
                  <a:lnTo>
                    <a:pt x="9867" y="8584"/>
                  </a:lnTo>
                  <a:lnTo>
                    <a:pt x="10124" y="8840"/>
                  </a:lnTo>
                  <a:lnTo>
                    <a:pt x="10308" y="9171"/>
                  </a:lnTo>
                  <a:lnTo>
                    <a:pt x="10454" y="9464"/>
                  </a:lnTo>
                  <a:lnTo>
                    <a:pt x="10564" y="9794"/>
                  </a:lnTo>
                  <a:lnTo>
                    <a:pt x="10601" y="10161"/>
                  </a:lnTo>
                  <a:lnTo>
                    <a:pt x="10601" y="10528"/>
                  </a:lnTo>
                  <a:lnTo>
                    <a:pt x="10491" y="10858"/>
                  </a:lnTo>
                  <a:lnTo>
                    <a:pt x="10491" y="10895"/>
                  </a:lnTo>
                  <a:lnTo>
                    <a:pt x="10454" y="10858"/>
                  </a:lnTo>
                  <a:lnTo>
                    <a:pt x="10344" y="10785"/>
                  </a:lnTo>
                  <a:lnTo>
                    <a:pt x="10271" y="10785"/>
                  </a:lnTo>
                  <a:lnTo>
                    <a:pt x="10161" y="10821"/>
                  </a:lnTo>
                  <a:lnTo>
                    <a:pt x="10124" y="10931"/>
                  </a:lnTo>
                  <a:lnTo>
                    <a:pt x="10088" y="11078"/>
                  </a:lnTo>
                  <a:lnTo>
                    <a:pt x="10051" y="11188"/>
                  </a:lnTo>
                  <a:lnTo>
                    <a:pt x="9867" y="11298"/>
                  </a:lnTo>
                  <a:lnTo>
                    <a:pt x="9794" y="11371"/>
                  </a:lnTo>
                  <a:lnTo>
                    <a:pt x="9757" y="11445"/>
                  </a:lnTo>
                  <a:lnTo>
                    <a:pt x="9611" y="11481"/>
                  </a:lnTo>
                  <a:lnTo>
                    <a:pt x="9464" y="11481"/>
                  </a:lnTo>
                  <a:lnTo>
                    <a:pt x="9354" y="11445"/>
                  </a:lnTo>
                  <a:lnTo>
                    <a:pt x="9207" y="11408"/>
                  </a:lnTo>
                  <a:lnTo>
                    <a:pt x="8620" y="11078"/>
                  </a:lnTo>
                  <a:lnTo>
                    <a:pt x="8327" y="10895"/>
                  </a:lnTo>
                  <a:lnTo>
                    <a:pt x="8070" y="10674"/>
                  </a:lnTo>
                  <a:lnTo>
                    <a:pt x="7850" y="10418"/>
                  </a:lnTo>
                  <a:lnTo>
                    <a:pt x="7703" y="10124"/>
                  </a:lnTo>
                  <a:lnTo>
                    <a:pt x="7593" y="9794"/>
                  </a:lnTo>
                  <a:lnTo>
                    <a:pt x="7593" y="9501"/>
                  </a:lnTo>
                  <a:lnTo>
                    <a:pt x="7630" y="9171"/>
                  </a:lnTo>
                  <a:lnTo>
                    <a:pt x="7777" y="8877"/>
                  </a:lnTo>
                  <a:lnTo>
                    <a:pt x="7960" y="8620"/>
                  </a:lnTo>
                  <a:lnTo>
                    <a:pt x="8217" y="8400"/>
                  </a:lnTo>
                  <a:lnTo>
                    <a:pt x="8400" y="8290"/>
                  </a:lnTo>
                  <a:lnTo>
                    <a:pt x="8584" y="8217"/>
                  </a:lnTo>
                  <a:lnTo>
                    <a:pt x="8730" y="8180"/>
                  </a:lnTo>
                  <a:close/>
                  <a:moveTo>
                    <a:pt x="8767" y="7777"/>
                  </a:moveTo>
                  <a:lnTo>
                    <a:pt x="8547" y="7813"/>
                  </a:lnTo>
                  <a:lnTo>
                    <a:pt x="8363" y="7850"/>
                  </a:lnTo>
                  <a:lnTo>
                    <a:pt x="8143" y="7960"/>
                  </a:lnTo>
                  <a:lnTo>
                    <a:pt x="7960" y="8033"/>
                  </a:lnTo>
                  <a:lnTo>
                    <a:pt x="7777" y="8180"/>
                  </a:lnTo>
                  <a:lnTo>
                    <a:pt x="7593" y="8364"/>
                  </a:lnTo>
                  <a:lnTo>
                    <a:pt x="7446" y="8510"/>
                  </a:lnTo>
                  <a:lnTo>
                    <a:pt x="7336" y="8657"/>
                  </a:lnTo>
                  <a:lnTo>
                    <a:pt x="7190" y="9024"/>
                  </a:lnTo>
                  <a:lnTo>
                    <a:pt x="7116" y="9427"/>
                  </a:lnTo>
                  <a:lnTo>
                    <a:pt x="7116" y="9831"/>
                  </a:lnTo>
                  <a:lnTo>
                    <a:pt x="7153" y="10051"/>
                  </a:lnTo>
                  <a:lnTo>
                    <a:pt x="7226" y="10271"/>
                  </a:lnTo>
                  <a:lnTo>
                    <a:pt x="7336" y="10454"/>
                  </a:lnTo>
                  <a:lnTo>
                    <a:pt x="7446" y="10638"/>
                  </a:lnTo>
                  <a:lnTo>
                    <a:pt x="7740" y="11005"/>
                  </a:lnTo>
                  <a:lnTo>
                    <a:pt x="8107" y="11298"/>
                  </a:lnTo>
                  <a:lnTo>
                    <a:pt x="8510" y="11555"/>
                  </a:lnTo>
                  <a:lnTo>
                    <a:pt x="8914" y="11775"/>
                  </a:lnTo>
                  <a:lnTo>
                    <a:pt x="9134" y="11885"/>
                  </a:lnTo>
                  <a:lnTo>
                    <a:pt x="9354" y="11958"/>
                  </a:lnTo>
                  <a:lnTo>
                    <a:pt x="9574" y="11958"/>
                  </a:lnTo>
                  <a:lnTo>
                    <a:pt x="9757" y="11922"/>
                  </a:lnTo>
                  <a:lnTo>
                    <a:pt x="9977" y="11848"/>
                  </a:lnTo>
                  <a:lnTo>
                    <a:pt x="10198" y="11702"/>
                  </a:lnTo>
                  <a:lnTo>
                    <a:pt x="10381" y="11555"/>
                  </a:lnTo>
                  <a:lnTo>
                    <a:pt x="10491" y="11371"/>
                  </a:lnTo>
                  <a:lnTo>
                    <a:pt x="10674" y="11298"/>
                  </a:lnTo>
                  <a:lnTo>
                    <a:pt x="10784" y="11151"/>
                  </a:lnTo>
                  <a:lnTo>
                    <a:pt x="10895" y="10968"/>
                  </a:lnTo>
                  <a:lnTo>
                    <a:pt x="10968" y="10785"/>
                  </a:lnTo>
                  <a:lnTo>
                    <a:pt x="11005" y="10601"/>
                  </a:lnTo>
                  <a:lnTo>
                    <a:pt x="11005" y="10381"/>
                  </a:lnTo>
                  <a:lnTo>
                    <a:pt x="11005" y="10124"/>
                  </a:lnTo>
                  <a:lnTo>
                    <a:pt x="10968" y="9684"/>
                  </a:lnTo>
                  <a:lnTo>
                    <a:pt x="10821" y="9207"/>
                  </a:lnTo>
                  <a:lnTo>
                    <a:pt x="10638" y="8804"/>
                  </a:lnTo>
                  <a:lnTo>
                    <a:pt x="10491" y="8620"/>
                  </a:lnTo>
                  <a:lnTo>
                    <a:pt x="10344" y="8437"/>
                  </a:lnTo>
                  <a:lnTo>
                    <a:pt x="10198" y="8290"/>
                  </a:lnTo>
                  <a:lnTo>
                    <a:pt x="10014" y="8143"/>
                  </a:lnTo>
                  <a:lnTo>
                    <a:pt x="9831" y="8033"/>
                  </a:lnTo>
                  <a:lnTo>
                    <a:pt x="9611" y="7923"/>
                  </a:lnTo>
                  <a:lnTo>
                    <a:pt x="9427" y="7850"/>
                  </a:lnTo>
                  <a:lnTo>
                    <a:pt x="9207" y="7813"/>
                  </a:lnTo>
                  <a:lnTo>
                    <a:pt x="8987" y="7777"/>
                  </a:lnTo>
                  <a:close/>
                  <a:moveTo>
                    <a:pt x="9024" y="0"/>
                  </a:moveTo>
                  <a:lnTo>
                    <a:pt x="8767" y="37"/>
                  </a:lnTo>
                  <a:lnTo>
                    <a:pt x="8547" y="110"/>
                  </a:lnTo>
                  <a:lnTo>
                    <a:pt x="8363" y="257"/>
                  </a:lnTo>
                  <a:lnTo>
                    <a:pt x="8180" y="440"/>
                  </a:lnTo>
                  <a:lnTo>
                    <a:pt x="7593" y="1027"/>
                  </a:lnTo>
                  <a:lnTo>
                    <a:pt x="7006" y="1651"/>
                  </a:lnTo>
                  <a:lnTo>
                    <a:pt x="6639" y="2054"/>
                  </a:lnTo>
                  <a:lnTo>
                    <a:pt x="6383" y="2311"/>
                  </a:lnTo>
                  <a:lnTo>
                    <a:pt x="6199" y="2605"/>
                  </a:lnTo>
                  <a:lnTo>
                    <a:pt x="5796" y="2201"/>
                  </a:lnTo>
                  <a:lnTo>
                    <a:pt x="5722" y="2128"/>
                  </a:lnTo>
                  <a:lnTo>
                    <a:pt x="5502" y="2128"/>
                  </a:lnTo>
                  <a:lnTo>
                    <a:pt x="5392" y="2201"/>
                  </a:lnTo>
                  <a:lnTo>
                    <a:pt x="5356" y="2238"/>
                  </a:lnTo>
                  <a:lnTo>
                    <a:pt x="4915" y="2531"/>
                  </a:lnTo>
                  <a:lnTo>
                    <a:pt x="4512" y="2898"/>
                  </a:lnTo>
                  <a:lnTo>
                    <a:pt x="4292" y="2715"/>
                  </a:lnTo>
                  <a:lnTo>
                    <a:pt x="4072" y="2495"/>
                  </a:lnTo>
                  <a:lnTo>
                    <a:pt x="3998" y="2458"/>
                  </a:lnTo>
                  <a:lnTo>
                    <a:pt x="3888" y="2458"/>
                  </a:lnTo>
                  <a:lnTo>
                    <a:pt x="3815" y="2495"/>
                  </a:lnTo>
                  <a:lnTo>
                    <a:pt x="3778" y="2568"/>
                  </a:lnTo>
                  <a:lnTo>
                    <a:pt x="3778" y="2421"/>
                  </a:lnTo>
                  <a:lnTo>
                    <a:pt x="3778" y="2311"/>
                  </a:lnTo>
                  <a:lnTo>
                    <a:pt x="3668" y="2128"/>
                  </a:lnTo>
                  <a:lnTo>
                    <a:pt x="3521" y="1908"/>
                  </a:lnTo>
                  <a:lnTo>
                    <a:pt x="3338" y="1761"/>
                  </a:lnTo>
                  <a:lnTo>
                    <a:pt x="3118" y="1614"/>
                  </a:lnTo>
                  <a:lnTo>
                    <a:pt x="2861" y="1504"/>
                  </a:lnTo>
                  <a:lnTo>
                    <a:pt x="2458" y="1321"/>
                  </a:lnTo>
                  <a:lnTo>
                    <a:pt x="2348" y="1321"/>
                  </a:lnTo>
                  <a:lnTo>
                    <a:pt x="2238" y="1357"/>
                  </a:lnTo>
                  <a:lnTo>
                    <a:pt x="2201" y="1431"/>
                  </a:lnTo>
                  <a:lnTo>
                    <a:pt x="2201" y="1504"/>
                  </a:lnTo>
                  <a:lnTo>
                    <a:pt x="2531" y="2238"/>
                  </a:lnTo>
                  <a:lnTo>
                    <a:pt x="2678" y="2531"/>
                  </a:lnTo>
                  <a:lnTo>
                    <a:pt x="2751" y="2678"/>
                  </a:lnTo>
                  <a:lnTo>
                    <a:pt x="2861" y="2825"/>
                  </a:lnTo>
                  <a:lnTo>
                    <a:pt x="3008" y="2898"/>
                  </a:lnTo>
                  <a:lnTo>
                    <a:pt x="3191" y="2935"/>
                  </a:lnTo>
                  <a:lnTo>
                    <a:pt x="3338" y="2935"/>
                  </a:lnTo>
                  <a:lnTo>
                    <a:pt x="3485" y="2861"/>
                  </a:lnTo>
                  <a:lnTo>
                    <a:pt x="3632" y="2788"/>
                  </a:lnTo>
                  <a:lnTo>
                    <a:pt x="3301" y="3155"/>
                  </a:lnTo>
                  <a:lnTo>
                    <a:pt x="2971" y="3485"/>
                  </a:lnTo>
                  <a:lnTo>
                    <a:pt x="2935" y="3412"/>
                  </a:lnTo>
                  <a:lnTo>
                    <a:pt x="2935" y="3265"/>
                  </a:lnTo>
                  <a:lnTo>
                    <a:pt x="2898" y="3081"/>
                  </a:lnTo>
                  <a:lnTo>
                    <a:pt x="2825" y="2825"/>
                  </a:lnTo>
                  <a:lnTo>
                    <a:pt x="2678" y="2605"/>
                  </a:lnTo>
                  <a:lnTo>
                    <a:pt x="2458" y="2384"/>
                  </a:lnTo>
                  <a:lnTo>
                    <a:pt x="2238" y="2238"/>
                  </a:lnTo>
                  <a:lnTo>
                    <a:pt x="1981" y="2091"/>
                  </a:lnTo>
                  <a:lnTo>
                    <a:pt x="1687" y="1981"/>
                  </a:lnTo>
                  <a:lnTo>
                    <a:pt x="1431" y="1908"/>
                  </a:lnTo>
                  <a:lnTo>
                    <a:pt x="880" y="1834"/>
                  </a:lnTo>
                  <a:lnTo>
                    <a:pt x="770" y="1834"/>
                  </a:lnTo>
                  <a:lnTo>
                    <a:pt x="697" y="1871"/>
                  </a:lnTo>
                  <a:lnTo>
                    <a:pt x="624" y="1944"/>
                  </a:lnTo>
                  <a:lnTo>
                    <a:pt x="624" y="2054"/>
                  </a:lnTo>
                  <a:lnTo>
                    <a:pt x="697" y="2384"/>
                  </a:lnTo>
                  <a:lnTo>
                    <a:pt x="807" y="2751"/>
                  </a:lnTo>
                  <a:lnTo>
                    <a:pt x="917" y="3045"/>
                  </a:lnTo>
                  <a:lnTo>
                    <a:pt x="1101" y="3375"/>
                  </a:lnTo>
                  <a:lnTo>
                    <a:pt x="1284" y="3668"/>
                  </a:lnTo>
                  <a:lnTo>
                    <a:pt x="1504" y="3925"/>
                  </a:lnTo>
                  <a:lnTo>
                    <a:pt x="1724" y="4182"/>
                  </a:lnTo>
                  <a:lnTo>
                    <a:pt x="1981" y="4439"/>
                  </a:lnTo>
                  <a:lnTo>
                    <a:pt x="2018" y="4439"/>
                  </a:lnTo>
                  <a:lnTo>
                    <a:pt x="1761" y="4695"/>
                  </a:lnTo>
                  <a:lnTo>
                    <a:pt x="1761" y="4549"/>
                  </a:lnTo>
                  <a:lnTo>
                    <a:pt x="1724" y="4402"/>
                  </a:lnTo>
                  <a:lnTo>
                    <a:pt x="1614" y="4255"/>
                  </a:lnTo>
                  <a:lnTo>
                    <a:pt x="1467" y="4108"/>
                  </a:lnTo>
                  <a:lnTo>
                    <a:pt x="1321" y="3998"/>
                  </a:lnTo>
                  <a:lnTo>
                    <a:pt x="1101" y="3925"/>
                  </a:lnTo>
                  <a:lnTo>
                    <a:pt x="697" y="3815"/>
                  </a:lnTo>
                  <a:lnTo>
                    <a:pt x="330" y="3742"/>
                  </a:lnTo>
                  <a:lnTo>
                    <a:pt x="220" y="3742"/>
                  </a:lnTo>
                  <a:lnTo>
                    <a:pt x="147" y="3815"/>
                  </a:lnTo>
                  <a:lnTo>
                    <a:pt x="110" y="3925"/>
                  </a:lnTo>
                  <a:lnTo>
                    <a:pt x="147" y="3998"/>
                  </a:lnTo>
                  <a:lnTo>
                    <a:pt x="367" y="4329"/>
                  </a:lnTo>
                  <a:lnTo>
                    <a:pt x="624" y="4732"/>
                  </a:lnTo>
                  <a:lnTo>
                    <a:pt x="807" y="4915"/>
                  </a:lnTo>
                  <a:lnTo>
                    <a:pt x="954" y="5062"/>
                  </a:lnTo>
                  <a:lnTo>
                    <a:pt x="1137" y="5172"/>
                  </a:lnTo>
                  <a:lnTo>
                    <a:pt x="1321" y="5246"/>
                  </a:lnTo>
                  <a:lnTo>
                    <a:pt x="1321" y="5282"/>
                  </a:lnTo>
                  <a:lnTo>
                    <a:pt x="1394" y="5356"/>
                  </a:lnTo>
                  <a:lnTo>
                    <a:pt x="1834" y="5759"/>
                  </a:lnTo>
                  <a:lnTo>
                    <a:pt x="1651" y="6126"/>
                  </a:lnTo>
                  <a:lnTo>
                    <a:pt x="1504" y="6493"/>
                  </a:lnTo>
                  <a:lnTo>
                    <a:pt x="1394" y="6896"/>
                  </a:lnTo>
                  <a:lnTo>
                    <a:pt x="1321" y="6933"/>
                  </a:lnTo>
                  <a:lnTo>
                    <a:pt x="1321" y="7043"/>
                  </a:lnTo>
                  <a:lnTo>
                    <a:pt x="1321" y="7153"/>
                  </a:lnTo>
                  <a:lnTo>
                    <a:pt x="1357" y="7263"/>
                  </a:lnTo>
                  <a:lnTo>
                    <a:pt x="1431" y="7373"/>
                  </a:lnTo>
                  <a:lnTo>
                    <a:pt x="1467" y="7410"/>
                  </a:lnTo>
                  <a:lnTo>
                    <a:pt x="1541" y="7447"/>
                  </a:lnTo>
                  <a:lnTo>
                    <a:pt x="1651" y="7593"/>
                  </a:lnTo>
                  <a:lnTo>
                    <a:pt x="2311" y="8217"/>
                  </a:lnTo>
                  <a:lnTo>
                    <a:pt x="2164" y="8327"/>
                  </a:lnTo>
                  <a:lnTo>
                    <a:pt x="2018" y="8437"/>
                  </a:lnTo>
                  <a:lnTo>
                    <a:pt x="1761" y="8694"/>
                  </a:lnTo>
                  <a:lnTo>
                    <a:pt x="1394" y="9207"/>
                  </a:lnTo>
                  <a:lnTo>
                    <a:pt x="990" y="9721"/>
                  </a:lnTo>
                  <a:lnTo>
                    <a:pt x="220" y="10748"/>
                  </a:lnTo>
                  <a:lnTo>
                    <a:pt x="73" y="10968"/>
                  </a:lnTo>
                  <a:lnTo>
                    <a:pt x="0" y="11151"/>
                  </a:lnTo>
                  <a:lnTo>
                    <a:pt x="0" y="11225"/>
                  </a:lnTo>
                  <a:lnTo>
                    <a:pt x="37" y="11335"/>
                  </a:lnTo>
                  <a:lnTo>
                    <a:pt x="183" y="11518"/>
                  </a:lnTo>
                  <a:lnTo>
                    <a:pt x="257" y="11592"/>
                  </a:lnTo>
                  <a:lnTo>
                    <a:pt x="367" y="11628"/>
                  </a:lnTo>
                  <a:lnTo>
                    <a:pt x="550" y="11665"/>
                  </a:lnTo>
                  <a:lnTo>
                    <a:pt x="770" y="11628"/>
                  </a:lnTo>
                  <a:lnTo>
                    <a:pt x="990" y="11592"/>
                  </a:lnTo>
                  <a:lnTo>
                    <a:pt x="2348" y="11188"/>
                  </a:lnTo>
                  <a:lnTo>
                    <a:pt x="3595" y="10821"/>
                  </a:lnTo>
                  <a:lnTo>
                    <a:pt x="4072" y="10711"/>
                  </a:lnTo>
                  <a:lnTo>
                    <a:pt x="4292" y="10638"/>
                  </a:lnTo>
                  <a:lnTo>
                    <a:pt x="4512" y="10491"/>
                  </a:lnTo>
                  <a:lnTo>
                    <a:pt x="5025" y="11005"/>
                  </a:lnTo>
                  <a:lnTo>
                    <a:pt x="5539" y="11518"/>
                  </a:lnTo>
                  <a:lnTo>
                    <a:pt x="6089" y="11995"/>
                  </a:lnTo>
                  <a:lnTo>
                    <a:pt x="6676" y="12398"/>
                  </a:lnTo>
                  <a:lnTo>
                    <a:pt x="7006" y="12619"/>
                  </a:lnTo>
                  <a:lnTo>
                    <a:pt x="7373" y="12802"/>
                  </a:lnTo>
                  <a:lnTo>
                    <a:pt x="7740" y="12985"/>
                  </a:lnTo>
                  <a:lnTo>
                    <a:pt x="8070" y="13132"/>
                  </a:lnTo>
                  <a:lnTo>
                    <a:pt x="8474" y="13242"/>
                  </a:lnTo>
                  <a:lnTo>
                    <a:pt x="8840" y="13352"/>
                  </a:lnTo>
                  <a:lnTo>
                    <a:pt x="9207" y="13426"/>
                  </a:lnTo>
                  <a:lnTo>
                    <a:pt x="9611" y="13499"/>
                  </a:lnTo>
                  <a:lnTo>
                    <a:pt x="9977" y="13536"/>
                  </a:lnTo>
                  <a:lnTo>
                    <a:pt x="10381" y="13572"/>
                  </a:lnTo>
                  <a:lnTo>
                    <a:pt x="11115" y="13536"/>
                  </a:lnTo>
                  <a:lnTo>
                    <a:pt x="11812" y="13426"/>
                  </a:lnTo>
                  <a:lnTo>
                    <a:pt x="12215" y="13316"/>
                  </a:lnTo>
                  <a:lnTo>
                    <a:pt x="12362" y="13279"/>
                  </a:lnTo>
                  <a:lnTo>
                    <a:pt x="12435" y="13279"/>
                  </a:lnTo>
                  <a:lnTo>
                    <a:pt x="12435" y="13316"/>
                  </a:lnTo>
                  <a:lnTo>
                    <a:pt x="12509" y="13352"/>
                  </a:lnTo>
                  <a:lnTo>
                    <a:pt x="12545" y="13352"/>
                  </a:lnTo>
                  <a:lnTo>
                    <a:pt x="12582" y="13316"/>
                  </a:lnTo>
                  <a:lnTo>
                    <a:pt x="12619" y="13279"/>
                  </a:lnTo>
                  <a:lnTo>
                    <a:pt x="12655" y="13169"/>
                  </a:lnTo>
                  <a:lnTo>
                    <a:pt x="12655" y="13022"/>
                  </a:lnTo>
                  <a:lnTo>
                    <a:pt x="12545" y="12949"/>
                  </a:lnTo>
                  <a:lnTo>
                    <a:pt x="12435" y="12912"/>
                  </a:lnTo>
                  <a:lnTo>
                    <a:pt x="12178" y="12912"/>
                  </a:lnTo>
                  <a:lnTo>
                    <a:pt x="11702" y="13022"/>
                  </a:lnTo>
                  <a:lnTo>
                    <a:pt x="11188" y="13095"/>
                  </a:lnTo>
                  <a:lnTo>
                    <a:pt x="10748" y="13132"/>
                  </a:lnTo>
                  <a:lnTo>
                    <a:pt x="10308" y="13095"/>
                  </a:lnTo>
                  <a:lnTo>
                    <a:pt x="9867" y="13095"/>
                  </a:lnTo>
                  <a:lnTo>
                    <a:pt x="9464" y="13022"/>
                  </a:lnTo>
                  <a:lnTo>
                    <a:pt x="9024" y="12949"/>
                  </a:lnTo>
                  <a:lnTo>
                    <a:pt x="8584" y="12802"/>
                  </a:lnTo>
                  <a:lnTo>
                    <a:pt x="8180" y="12655"/>
                  </a:lnTo>
                  <a:lnTo>
                    <a:pt x="7777" y="12509"/>
                  </a:lnTo>
                  <a:lnTo>
                    <a:pt x="7300" y="12252"/>
                  </a:lnTo>
                  <a:lnTo>
                    <a:pt x="6860" y="11958"/>
                  </a:lnTo>
                  <a:lnTo>
                    <a:pt x="6419" y="11628"/>
                  </a:lnTo>
                  <a:lnTo>
                    <a:pt x="6016" y="11298"/>
                  </a:lnTo>
                  <a:lnTo>
                    <a:pt x="5246" y="10564"/>
                  </a:lnTo>
                  <a:lnTo>
                    <a:pt x="4512" y="9794"/>
                  </a:lnTo>
                  <a:lnTo>
                    <a:pt x="3008" y="8290"/>
                  </a:lnTo>
                  <a:lnTo>
                    <a:pt x="2274" y="7520"/>
                  </a:lnTo>
                  <a:lnTo>
                    <a:pt x="2091" y="7300"/>
                  </a:lnTo>
                  <a:lnTo>
                    <a:pt x="1871" y="7080"/>
                  </a:lnTo>
                  <a:lnTo>
                    <a:pt x="1944" y="6713"/>
                  </a:lnTo>
                  <a:lnTo>
                    <a:pt x="2054" y="6383"/>
                  </a:lnTo>
                  <a:lnTo>
                    <a:pt x="2238" y="6053"/>
                  </a:lnTo>
                  <a:lnTo>
                    <a:pt x="2421" y="5722"/>
                  </a:lnTo>
                  <a:lnTo>
                    <a:pt x="2641" y="5429"/>
                  </a:lnTo>
                  <a:lnTo>
                    <a:pt x="2898" y="5172"/>
                  </a:lnTo>
                  <a:lnTo>
                    <a:pt x="3411" y="4622"/>
                  </a:lnTo>
                  <a:lnTo>
                    <a:pt x="4475" y="3558"/>
                  </a:lnTo>
                  <a:lnTo>
                    <a:pt x="5025" y="3045"/>
                  </a:lnTo>
                  <a:lnTo>
                    <a:pt x="5246" y="2825"/>
                  </a:lnTo>
                  <a:lnTo>
                    <a:pt x="5392" y="2678"/>
                  </a:lnTo>
                  <a:lnTo>
                    <a:pt x="5502" y="2605"/>
                  </a:lnTo>
                  <a:lnTo>
                    <a:pt x="5612" y="2715"/>
                  </a:lnTo>
                  <a:lnTo>
                    <a:pt x="5392" y="2825"/>
                  </a:lnTo>
                  <a:lnTo>
                    <a:pt x="5246" y="2971"/>
                  </a:lnTo>
                  <a:lnTo>
                    <a:pt x="4952" y="3301"/>
                  </a:lnTo>
                  <a:lnTo>
                    <a:pt x="4805" y="3485"/>
                  </a:lnTo>
                  <a:lnTo>
                    <a:pt x="4695" y="3668"/>
                  </a:lnTo>
                  <a:lnTo>
                    <a:pt x="4585" y="3888"/>
                  </a:lnTo>
                  <a:lnTo>
                    <a:pt x="4585" y="3962"/>
                  </a:lnTo>
                  <a:lnTo>
                    <a:pt x="4622" y="4072"/>
                  </a:lnTo>
                  <a:lnTo>
                    <a:pt x="4659" y="4145"/>
                  </a:lnTo>
                  <a:lnTo>
                    <a:pt x="4732" y="4145"/>
                  </a:lnTo>
                  <a:lnTo>
                    <a:pt x="4915" y="4035"/>
                  </a:lnTo>
                  <a:lnTo>
                    <a:pt x="5025" y="3888"/>
                  </a:lnTo>
                  <a:lnTo>
                    <a:pt x="5209" y="3558"/>
                  </a:lnTo>
                  <a:lnTo>
                    <a:pt x="5502" y="3228"/>
                  </a:lnTo>
                  <a:lnTo>
                    <a:pt x="5759" y="2898"/>
                  </a:lnTo>
                  <a:lnTo>
                    <a:pt x="6016" y="3118"/>
                  </a:lnTo>
                  <a:lnTo>
                    <a:pt x="5832" y="3301"/>
                  </a:lnTo>
                  <a:lnTo>
                    <a:pt x="5612" y="3522"/>
                  </a:lnTo>
                  <a:lnTo>
                    <a:pt x="5466" y="3742"/>
                  </a:lnTo>
                  <a:lnTo>
                    <a:pt x="5356" y="3962"/>
                  </a:lnTo>
                  <a:lnTo>
                    <a:pt x="5319" y="4072"/>
                  </a:lnTo>
                  <a:lnTo>
                    <a:pt x="5392" y="4182"/>
                  </a:lnTo>
                  <a:lnTo>
                    <a:pt x="5502" y="4219"/>
                  </a:lnTo>
                  <a:lnTo>
                    <a:pt x="5539" y="4219"/>
                  </a:lnTo>
                  <a:lnTo>
                    <a:pt x="5612" y="4182"/>
                  </a:lnTo>
                  <a:lnTo>
                    <a:pt x="5796" y="3998"/>
                  </a:lnTo>
                  <a:lnTo>
                    <a:pt x="5942" y="3778"/>
                  </a:lnTo>
                  <a:lnTo>
                    <a:pt x="6089" y="3558"/>
                  </a:lnTo>
                  <a:lnTo>
                    <a:pt x="6199" y="3301"/>
                  </a:lnTo>
                  <a:lnTo>
                    <a:pt x="6309" y="3375"/>
                  </a:lnTo>
                  <a:lnTo>
                    <a:pt x="6456" y="3485"/>
                  </a:lnTo>
                  <a:lnTo>
                    <a:pt x="6346" y="3595"/>
                  </a:lnTo>
                  <a:lnTo>
                    <a:pt x="6236" y="3705"/>
                  </a:lnTo>
                  <a:lnTo>
                    <a:pt x="6089" y="3962"/>
                  </a:lnTo>
                  <a:lnTo>
                    <a:pt x="5869" y="4255"/>
                  </a:lnTo>
                  <a:lnTo>
                    <a:pt x="5796" y="4402"/>
                  </a:lnTo>
                  <a:lnTo>
                    <a:pt x="5722" y="4585"/>
                  </a:lnTo>
                  <a:lnTo>
                    <a:pt x="5722" y="4622"/>
                  </a:lnTo>
                  <a:lnTo>
                    <a:pt x="5722" y="4695"/>
                  </a:lnTo>
                  <a:lnTo>
                    <a:pt x="5796" y="4732"/>
                  </a:lnTo>
                  <a:lnTo>
                    <a:pt x="5906" y="4769"/>
                  </a:lnTo>
                  <a:lnTo>
                    <a:pt x="6016" y="4695"/>
                  </a:lnTo>
                  <a:lnTo>
                    <a:pt x="6126" y="4585"/>
                  </a:lnTo>
                  <a:lnTo>
                    <a:pt x="6199" y="4439"/>
                  </a:lnTo>
                  <a:lnTo>
                    <a:pt x="6383" y="4145"/>
                  </a:lnTo>
                  <a:lnTo>
                    <a:pt x="6456" y="3962"/>
                  </a:lnTo>
                  <a:lnTo>
                    <a:pt x="6603" y="3632"/>
                  </a:lnTo>
                  <a:lnTo>
                    <a:pt x="7300" y="4145"/>
                  </a:lnTo>
                  <a:lnTo>
                    <a:pt x="7116" y="4292"/>
                  </a:lnTo>
                  <a:lnTo>
                    <a:pt x="6933" y="4439"/>
                  </a:lnTo>
                  <a:lnTo>
                    <a:pt x="6713" y="4695"/>
                  </a:lnTo>
                  <a:lnTo>
                    <a:pt x="6529" y="5026"/>
                  </a:lnTo>
                  <a:lnTo>
                    <a:pt x="6529" y="5099"/>
                  </a:lnTo>
                  <a:lnTo>
                    <a:pt x="6529" y="5172"/>
                  </a:lnTo>
                  <a:lnTo>
                    <a:pt x="6566" y="5209"/>
                  </a:lnTo>
                  <a:lnTo>
                    <a:pt x="6639" y="5246"/>
                  </a:lnTo>
                  <a:lnTo>
                    <a:pt x="6676" y="5282"/>
                  </a:lnTo>
                  <a:lnTo>
                    <a:pt x="6749" y="5282"/>
                  </a:lnTo>
                  <a:lnTo>
                    <a:pt x="6823" y="5246"/>
                  </a:lnTo>
                  <a:lnTo>
                    <a:pt x="6860" y="5172"/>
                  </a:lnTo>
                  <a:lnTo>
                    <a:pt x="7153" y="4695"/>
                  </a:lnTo>
                  <a:lnTo>
                    <a:pt x="7410" y="4255"/>
                  </a:lnTo>
                  <a:lnTo>
                    <a:pt x="7740" y="4475"/>
                  </a:lnTo>
                  <a:lnTo>
                    <a:pt x="7483" y="4732"/>
                  </a:lnTo>
                  <a:lnTo>
                    <a:pt x="7116" y="5136"/>
                  </a:lnTo>
                  <a:lnTo>
                    <a:pt x="7080" y="5209"/>
                  </a:lnTo>
                  <a:lnTo>
                    <a:pt x="7043" y="5246"/>
                  </a:lnTo>
                  <a:lnTo>
                    <a:pt x="7080" y="5319"/>
                  </a:lnTo>
                  <a:lnTo>
                    <a:pt x="7116" y="5356"/>
                  </a:lnTo>
                  <a:lnTo>
                    <a:pt x="7190" y="5392"/>
                  </a:lnTo>
                  <a:lnTo>
                    <a:pt x="7263" y="5429"/>
                  </a:lnTo>
                  <a:lnTo>
                    <a:pt x="7336" y="5429"/>
                  </a:lnTo>
                  <a:lnTo>
                    <a:pt x="7373" y="5356"/>
                  </a:lnTo>
                  <a:lnTo>
                    <a:pt x="7556" y="5172"/>
                  </a:lnTo>
                  <a:lnTo>
                    <a:pt x="7740" y="4989"/>
                  </a:lnTo>
                  <a:lnTo>
                    <a:pt x="7813" y="4805"/>
                  </a:lnTo>
                  <a:lnTo>
                    <a:pt x="7850" y="4695"/>
                  </a:lnTo>
                  <a:lnTo>
                    <a:pt x="7887" y="4585"/>
                  </a:lnTo>
                  <a:lnTo>
                    <a:pt x="8474" y="4989"/>
                  </a:lnTo>
                  <a:lnTo>
                    <a:pt x="8107" y="5319"/>
                  </a:lnTo>
                  <a:lnTo>
                    <a:pt x="7813" y="5722"/>
                  </a:lnTo>
                  <a:lnTo>
                    <a:pt x="7777" y="5796"/>
                  </a:lnTo>
                  <a:lnTo>
                    <a:pt x="7777" y="5833"/>
                  </a:lnTo>
                  <a:lnTo>
                    <a:pt x="7813" y="5943"/>
                  </a:lnTo>
                  <a:lnTo>
                    <a:pt x="7887" y="5979"/>
                  </a:lnTo>
                  <a:lnTo>
                    <a:pt x="7997" y="5979"/>
                  </a:lnTo>
                  <a:lnTo>
                    <a:pt x="8033" y="5943"/>
                  </a:lnTo>
                  <a:lnTo>
                    <a:pt x="8327" y="5502"/>
                  </a:lnTo>
                  <a:lnTo>
                    <a:pt x="8584" y="5062"/>
                  </a:lnTo>
                  <a:lnTo>
                    <a:pt x="9024" y="5356"/>
                  </a:lnTo>
                  <a:lnTo>
                    <a:pt x="8767" y="5612"/>
                  </a:lnTo>
                  <a:lnTo>
                    <a:pt x="8584" y="5796"/>
                  </a:lnTo>
                  <a:lnTo>
                    <a:pt x="8510" y="5906"/>
                  </a:lnTo>
                  <a:lnTo>
                    <a:pt x="8474" y="6053"/>
                  </a:lnTo>
                  <a:lnTo>
                    <a:pt x="8253" y="6383"/>
                  </a:lnTo>
                  <a:lnTo>
                    <a:pt x="8217" y="6456"/>
                  </a:lnTo>
                  <a:lnTo>
                    <a:pt x="8253" y="6566"/>
                  </a:lnTo>
                  <a:lnTo>
                    <a:pt x="8290" y="6603"/>
                  </a:lnTo>
                  <a:lnTo>
                    <a:pt x="8363" y="6640"/>
                  </a:lnTo>
                  <a:lnTo>
                    <a:pt x="8474" y="6640"/>
                  </a:lnTo>
                  <a:lnTo>
                    <a:pt x="8547" y="6566"/>
                  </a:lnTo>
                  <a:lnTo>
                    <a:pt x="8804" y="6199"/>
                  </a:lnTo>
                  <a:lnTo>
                    <a:pt x="8877" y="6126"/>
                  </a:lnTo>
                  <a:lnTo>
                    <a:pt x="8950" y="6016"/>
                  </a:lnTo>
                  <a:lnTo>
                    <a:pt x="9097" y="5796"/>
                  </a:lnTo>
                  <a:lnTo>
                    <a:pt x="9244" y="5539"/>
                  </a:lnTo>
                  <a:lnTo>
                    <a:pt x="9537" y="5722"/>
                  </a:lnTo>
                  <a:lnTo>
                    <a:pt x="9354" y="5906"/>
                  </a:lnTo>
                  <a:lnTo>
                    <a:pt x="9207" y="6126"/>
                  </a:lnTo>
                  <a:lnTo>
                    <a:pt x="8950" y="6419"/>
                  </a:lnTo>
                  <a:lnTo>
                    <a:pt x="8877" y="6566"/>
                  </a:lnTo>
                  <a:lnTo>
                    <a:pt x="8840" y="6750"/>
                  </a:lnTo>
                  <a:lnTo>
                    <a:pt x="8914" y="6823"/>
                  </a:lnTo>
                  <a:lnTo>
                    <a:pt x="8950" y="6860"/>
                  </a:lnTo>
                  <a:lnTo>
                    <a:pt x="8987" y="6860"/>
                  </a:lnTo>
                  <a:lnTo>
                    <a:pt x="9134" y="6786"/>
                  </a:lnTo>
                  <a:lnTo>
                    <a:pt x="9244" y="6640"/>
                  </a:lnTo>
                  <a:lnTo>
                    <a:pt x="9391" y="6383"/>
                  </a:lnTo>
                  <a:lnTo>
                    <a:pt x="9537" y="6126"/>
                  </a:lnTo>
                  <a:lnTo>
                    <a:pt x="9721" y="5869"/>
                  </a:lnTo>
                  <a:lnTo>
                    <a:pt x="10198" y="6236"/>
                  </a:lnTo>
                  <a:lnTo>
                    <a:pt x="10051" y="6419"/>
                  </a:lnTo>
                  <a:lnTo>
                    <a:pt x="9867" y="6640"/>
                  </a:lnTo>
                  <a:lnTo>
                    <a:pt x="9684" y="6860"/>
                  </a:lnTo>
                  <a:lnTo>
                    <a:pt x="9611" y="7006"/>
                  </a:lnTo>
                  <a:lnTo>
                    <a:pt x="9574" y="7116"/>
                  </a:lnTo>
                  <a:lnTo>
                    <a:pt x="9574" y="7190"/>
                  </a:lnTo>
                  <a:lnTo>
                    <a:pt x="9611" y="7263"/>
                  </a:lnTo>
                  <a:lnTo>
                    <a:pt x="9757" y="7263"/>
                  </a:lnTo>
                  <a:lnTo>
                    <a:pt x="9867" y="7190"/>
                  </a:lnTo>
                  <a:lnTo>
                    <a:pt x="9941" y="7080"/>
                  </a:lnTo>
                  <a:lnTo>
                    <a:pt x="10124" y="6823"/>
                  </a:lnTo>
                  <a:lnTo>
                    <a:pt x="10271" y="6603"/>
                  </a:lnTo>
                  <a:lnTo>
                    <a:pt x="10381" y="6383"/>
                  </a:lnTo>
                  <a:lnTo>
                    <a:pt x="10895" y="6823"/>
                  </a:lnTo>
                  <a:lnTo>
                    <a:pt x="10931" y="6860"/>
                  </a:lnTo>
                  <a:lnTo>
                    <a:pt x="10638" y="7226"/>
                  </a:lnTo>
                  <a:lnTo>
                    <a:pt x="10381" y="7593"/>
                  </a:lnTo>
                  <a:lnTo>
                    <a:pt x="10271" y="7703"/>
                  </a:lnTo>
                  <a:lnTo>
                    <a:pt x="10271" y="7777"/>
                  </a:lnTo>
                  <a:lnTo>
                    <a:pt x="10271" y="7813"/>
                  </a:lnTo>
                  <a:lnTo>
                    <a:pt x="10344" y="7923"/>
                  </a:lnTo>
                  <a:lnTo>
                    <a:pt x="10418" y="7960"/>
                  </a:lnTo>
                  <a:lnTo>
                    <a:pt x="10491" y="7923"/>
                  </a:lnTo>
                  <a:lnTo>
                    <a:pt x="10528" y="7887"/>
                  </a:lnTo>
                  <a:lnTo>
                    <a:pt x="10821" y="7483"/>
                  </a:lnTo>
                  <a:lnTo>
                    <a:pt x="11115" y="7043"/>
                  </a:lnTo>
                  <a:lnTo>
                    <a:pt x="11445" y="7447"/>
                  </a:lnTo>
                  <a:lnTo>
                    <a:pt x="11298" y="7703"/>
                  </a:lnTo>
                  <a:lnTo>
                    <a:pt x="11151" y="7960"/>
                  </a:lnTo>
                  <a:lnTo>
                    <a:pt x="10968" y="8253"/>
                  </a:lnTo>
                  <a:lnTo>
                    <a:pt x="10931" y="8437"/>
                  </a:lnTo>
                  <a:lnTo>
                    <a:pt x="10931" y="8510"/>
                  </a:lnTo>
                  <a:lnTo>
                    <a:pt x="10931" y="8584"/>
                  </a:lnTo>
                  <a:lnTo>
                    <a:pt x="10968" y="8657"/>
                  </a:lnTo>
                  <a:lnTo>
                    <a:pt x="11041" y="8657"/>
                  </a:lnTo>
                  <a:lnTo>
                    <a:pt x="11188" y="8584"/>
                  </a:lnTo>
                  <a:lnTo>
                    <a:pt x="11261" y="8474"/>
                  </a:lnTo>
                  <a:lnTo>
                    <a:pt x="11408" y="8180"/>
                  </a:lnTo>
                  <a:lnTo>
                    <a:pt x="11628" y="7703"/>
                  </a:lnTo>
                  <a:lnTo>
                    <a:pt x="11812" y="7997"/>
                  </a:lnTo>
                  <a:lnTo>
                    <a:pt x="11995" y="8290"/>
                  </a:lnTo>
                  <a:lnTo>
                    <a:pt x="11812" y="8694"/>
                  </a:lnTo>
                  <a:lnTo>
                    <a:pt x="11628" y="9097"/>
                  </a:lnTo>
                  <a:lnTo>
                    <a:pt x="11518" y="9097"/>
                  </a:lnTo>
                  <a:lnTo>
                    <a:pt x="11408" y="9317"/>
                  </a:lnTo>
                  <a:lnTo>
                    <a:pt x="11335" y="9501"/>
                  </a:lnTo>
                  <a:lnTo>
                    <a:pt x="11335" y="9574"/>
                  </a:lnTo>
                  <a:lnTo>
                    <a:pt x="11335" y="9647"/>
                  </a:lnTo>
                  <a:lnTo>
                    <a:pt x="11408" y="9721"/>
                  </a:lnTo>
                  <a:lnTo>
                    <a:pt x="11591" y="9721"/>
                  </a:lnTo>
                  <a:lnTo>
                    <a:pt x="11628" y="9684"/>
                  </a:lnTo>
                  <a:lnTo>
                    <a:pt x="11812" y="9427"/>
                  </a:lnTo>
                  <a:lnTo>
                    <a:pt x="11958" y="9171"/>
                  </a:lnTo>
                  <a:lnTo>
                    <a:pt x="12105" y="8914"/>
                  </a:lnTo>
                  <a:lnTo>
                    <a:pt x="12178" y="8657"/>
                  </a:lnTo>
                  <a:lnTo>
                    <a:pt x="12325" y="9024"/>
                  </a:lnTo>
                  <a:lnTo>
                    <a:pt x="12472" y="9427"/>
                  </a:lnTo>
                  <a:lnTo>
                    <a:pt x="12068" y="10088"/>
                  </a:lnTo>
                  <a:lnTo>
                    <a:pt x="11995" y="10088"/>
                  </a:lnTo>
                  <a:lnTo>
                    <a:pt x="11922" y="10271"/>
                  </a:lnTo>
                  <a:lnTo>
                    <a:pt x="11848" y="10418"/>
                  </a:lnTo>
                  <a:lnTo>
                    <a:pt x="11848" y="10491"/>
                  </a:lnTo>
                  <a:lnTo>
                    <a:pt x="11848" y="10528"/>
                  </a:lnTo>
                  <a:lnTo>
                    <a:pt x="11922" y="10601"/>
                  </a:lnTo>
                  <a:lnTo>
                    <a:pt x="12068" y="10601"/>
                  </a:lnTo>
                  <a:lnTo>
                    <a:pt x="12142" y="10564"/>
                  </a:lnTo>
                  <a:lnTo>
                    <a:pt x="12362" y="10198"/>
                  </a:lnTo>
                  <a:lnTo>
                    <a:pt x="12582" y="9831"/>
                  </a:lnTo>
                  <a:lnTo>
                    <a:pt x="12692" y="10454"/>
                  </a:lnTo>
                  <a:lnTo>
                    <a:pt x="12509" y="10638"/>
                  </a:lnTo>
                  <a:lnTo>
                    <a:pt x="12362" y="10858"/>
                  </a:lnTo>
                  <a:lnTo>
                    <a:pt x="12215" y="11078"/>
                  </a:lnTo>
                  <a:lnTo>
                    <a:pt x="12178" y="11225"/>
                  </a:lnTo>
                  <a:lnTo>
                    <a:pt x="12178" y="11371"/>
                  </a:lnTo>
                  <a:lnTo>
                    <a:pt x="12215" y="11408"/>
                  </a:lnTo>
                  <a:lnTo>
                    <a:pt x="12252" y="11408"/>
                  </a:lnTo>
                  <a:lnTo>
                    <a:pt x="12362" y="11371"/>
                  </a:lnTo>
                  <a:lnTo>
                    <a:pt x="12472" y="11298"/>
                  </a:lnTo>
                  <a:lnTo>
                    <a:pt x="12582" y="11078"/>
                  </a:lnTo>
                  <a:lnTo>
                    <a:pt x="12692" y="10858"/>
                  </a:lnTo>
                  <a:lnTo>
                    <a:pt x="12729" y="11188"/>
                  </a:lnTo>
                  <a:lnTo>
                    <a:pt x="12655" y="11775"/>
                  </a:lnTo>
                  <a:lnTo>
                    <a:pt x="12509" y="11922"/>
                  </a:lnTo>
                  <a:lnTo>
                    <a:pt x="12362" y="12068"/>
                  </a:lnTo>
                  <a:lnTo>
                    <a:pt x="12325" y="12215"/>
                  </a:lnTo>
                  <a:lnTo>
                    <a:pt x="12325" y="12288"/>
                  </a:lnTo>
                  <a:lnTo>
                    <a:pt x="12362" y="12362"/>
                  </a:lnTo>
                  <a:lnTo>
                    <a:pt x="12435" y="12398"/>
                  </a:lnTo>
                  <a:lnTo>
                    <a:pt x="12472" y="12398"/>
                  </a:lnTo>
                  <a:lnTo>
                    <a:pt x="12619" y="12288"/>
                  </a:lnTo>
                  <a:lnTo>
                    <a:pt x="12655" y="12655"/>
                  </a:lnTo>
                  <a:lnTo>
                    <a:pt x="12692" y="12692"/>
                  </a:lnTo>
                  <a:lnTo>
                    <a:pt x="12729" y="12655"/>
                  </a:lnTo>
                  <a:lnTo>
                    <a:pt x="12802" y="12545"/>
                  </a:lnTo>
                  <a:lnTo>
                    <a:pt x="12912" y="12398"/>
                  </a:lnTo>
                  <a:lnTo>
                    <a:pt x="13022" y="12068"/>
                  </a:lnTo>
                  <a:lnTo>
                    <a:pt x="13095" y="11738"/>
                  </a:lnTo>
                  <a:lnTo>
                    <a:pt x="13132" y="11408"/>
                  </a:lnTo>
                  <a:lnTo>
                    <a:pt x="13132" y="11005"/>
                  </a:lnTo>
                  <a:lnTo>
                    <a:pt x="13132" y="10638"/>
                  </a:lnTo>
                  <a:lnTo>
                    <a:pt x="13095" y="10234"/>
                  </a:lnTo>
                  <a:lnTo>
                    <a:pt x="13022" y="9867"/>
                  </a:lnTo>
                  <a:lnTo>
                    <a:pt x="12949" y="9464"/>
                  </a:lnTo>
                  <a:lnTo>
                    <a:pt x="12839" y="9060"/>
                  </a:lnTo>
                  <a:lnTo>
                    <a:pt x="12692" y="8694"/>
                  </a:lnTo>
                  <a:lnTo>
                    <a:pt x="12545" y="8327"/>
                  </a:lnTo>
                  <a:lnTo>
                    <a:pt x="12325" y="7960"/>
                  </a:lnTo>
                  <a:lnTo>
                    <a:pt x="12142" y="7630"/>
                  </a:lnTo>
                  <a:lnTo>
                    <a:pt x="11885" y="7300"/>
                  </a:lnTo>
                  <a:lnTo>
                    <a:pt x="11628" y="6970"/>
                  </a:lnTo>
                  <a:lnTo>
                    <a:pt x="11335" y="6640"/>
                  </a:lnTo>
                  <a:lnTo>
                    <a:pt x="11041" y="6346"/>
                  </a:lnTo>
                  <a:lnTo>
                    <a:pt x="10344" y="5759"/>
                  </a:lnTo>
                  <a:lnTo>
                    <a:pt x="9647" y="5246"/>
                  </a:lnTo>
                  <a:lnTo>
                    <a:pt x="8914" y="4732"/>
                  </a:lnTo>
                  <a:lnTo>
                    <a:pt x="8987" y="4439"/>
                  </a:lnTo>
                  <a:lnTo>
                    <a:pt x="9024" y="4182"/>
                  </a:lnTo>
                  <a:lnTo>
                    <a:pt x="9060" y="3558"/>
                  </a:lnTo>
                  <a:lnTo>
                    <a:pt x="9097" y="2898"/>
                  </a:lnTo>
                  <a:lnTo>
                    <a:pt x="9281" y="220"/>
                  </a:lnTo>
                  <a:lnTo>
                    <a:pt x="9244" y="110"/>
                  </a:lnTo>
                  <a:lnTo>
                    <a:pt x="9207" y="37"/>
                  </a:lnTo>
                  <a:lnTo>
                    <a:pt x="9097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45" name="Google Shape;301;p5">
              <a:extLst>
                <a:ext uri="{FF2B5EF4-FFF2-40B4-BE49-F238E27FC236}">
                  <a16:creationId xmlns:a16="http://schemas.microsoft.com/office/drawing/2014/main" id="{7B2C9771-C7BB-46C9-9088-BC803B20A94D}"/>
                </a:ext>
              </a:extLst>
            </p:cNvPr>
            <p:cNvSpPr/>
            <p:nvPr/>
          </p:nvSpPr>
          <p:spPr>
            <a:xfrm>
              <a:off x="6537275" y="2750650"/>
              <a:ext cx="459450" cy="475050"/>
            </a:xfrm>
            <a:custGeom>
              <a:avLst/>
              <a:gdLst/>
              <a:ahLst/>
              <a:cxnLst/>
              <a:rect l="l" t="t" r="r" b="b"/>
              <a:pathLst>
                <a:path w="18378" h="19002" extrusionOk="0">
                  <a:moveTo>
                    <a:pt x="13793" y="5429"/>
                  </a:moveTo>
                  <a:lnTo>
                    <a:pt x="13682" y="5466"/>
                  </a:lnTo>
                  <a:lnTo>
                    <a:pt x="13572" y="5502"/>
                  </a:lnTo>
                  <a:lnTo>
                    <a:pt x="13499" y="5576"/>
                  </a:lnTo>
                  <a:lnTo>
                    <a:pt x="13352" y="5759"/>
                  </a:lnTo>
                  <a:lnTo>
                    <a:pt x="13352" y="5869"/>
                  </a:lnTo>
                  <a:lnTo>
                    <a:pt x="13352" y="5979"/>
                  </a:lnTo>
                  <a:lnTo>
                    <a:pt x="13389" y="6016"/>
                  </a:lnTo>
                  <a:lnTo>
                    <a:pt x="13426" y="6053"/>
                  </a:lnTo>
                  <a:lnTo>
                    <a:pt x="13499" y="6053"/>
                  </a:lnTo>
                  <a:lnTo>
                    <a:pt x="13572" y="5979"/>
                  </a:lnTo>
                  <a:lnTo>
                    <a:pt x="13646" y="5943"/>
                  </a:lnTo>
                  <a:lnTo>
                    <a:pt x="13719" y="5796"/>
                  </a:lnTo>
                  <a:lnTo>
                    <a:pt x="13829" y="5649"/>
                  </a:lnTo>
                  <a:lnTo>
                    <a:pt x="13903" y="5502"/>
                  </a:lnTo>
                  <a:lnTo>
                    <a:pt x="13903" y="5466"/>
                  </a:lnTo>
                  <a:lnTo>
                    <a:pt x="13903" y="5429"/>
                  </a:lnTo>
                  <a:close/>
                  <a:moveTo>
                    <a:pt x="13242" y="6089"/>
                  </a:moveTo>
                  <a:lnTo>
                    <a:pt x="13169" y="6126"/>
                  </a:lnTo>
                  <a:lnTo>
                    <a:pt x="13022" y="6309"/>
                  </a:lnTo>
                  <a:lnTo>
                    <a:pt x="12912" y="6493"/>
                  </a:lnTo>
                  <a:lnTo>
                    <a:pt x="12875" y="6529"/>
                  </a:lnTo>
                  <a:lnTo>
                    <a:pt x="12875" y="6603"/>
                  </a:lnTo>
                  <a:lnTo>
                    <a:pt x="12949" y="6676"/>
                  </a:lnTo>
                  <a:lnTo>
                    <a:pt x="13022" y="6713"/>
                  </a:lnTo>
                  <a:lnTo>
                    <a:pt x="13096" y="6676"/>
                  </a:lnTo>
                  <a:lnTo>
                    <a:pt x="13132" y="6639"/>
                  </a:lnTo>
                  <a:lnTo>
                    <a:pt x="13242" y="6456"/>
                  </a:lnTo>
                  <a:lnTo>
                    <a:pt x="13352" y="6273"/>
                  </a:lnTo>
                  <a:lnTo>
                    <a:pt x="13389" y="6199"/>
                  </a:lnTo>
                  <a:lnTo>
                    <a:pt x="13316" y="6126"/>
                  </a:lnTo>
                  <a:lnTo>
                    <a:pt x="13242" y="6089"/>
                  </a:lnTo>
                  <a:close/>
                  <a:moveTo>
                    <a:pt x="17241" y="6419"/>
                  </a:moveTo>
                  <a:lnTo>
                    <a:pt x="17534" y="6713"/>
                  </a:lnTo>
                  <a:lnTo>
                    <a:pt x="17497" y="6713"/>
                  </a:lnTo>
                  <a:lnTo>
                    <a:pt x="17387" y="6823"/>
                  </a:lnTo>
                  <a:lnTo>
                    <a:pt x="17351" y="6676"/>
                  </a:lnTo>
                  <a:lnTo>
                    <a:pt x="17241" y="6419"/>
                  </a:lnTo>
                  <a:close/>
                  <a:moveTo>
                    <a:pt x="12692" y="6786"/>
                  </a:moveTo>
                  <a:lnTo>
                    <a:pt x="12582" y="6860"/>
                  </a:lnTo>
                  <a:lnTo>
                    <a:pt x="12435" y="6970"/>
                  </a:lnTo>
                  <a:lnTo>
                    <a:pt x="12399" y="7116"/>
                  </a:lnTo>
                  <a:lnTo>
                    <a:pt x="12362" y="7190"/>
                  </a:lnTo>
                  <a:lnTo>
                    <a:pt x="12399" y="7226"/>
                  </a:lnTo>
                  <a:lnTo>
                    <a:pt x="12472" y="7300"/>
                  </a:lnTo>
                  <a:lnTo>
                    <a:pt x="12582" y="7300"/>
                  </a:lnTo>
                  <a:lnTo>
                    <a:pt x="12619" y="7263"/>
                  </a:lnTo>
                  <a:lnTo>
                    <a:pt x="12655" y="7190"/>
                  </a:lnTo>
                  <a:lnTo>
                    <a:pt x="12729" y="7043"/>
                  </a:lnTo>
                  <a:lnTo>
                    <a:pt x="12802" y="7006"/>
                  </a:lnTo>
                  <a:lnTo>
                    <a:pt x="12839" y="6933"/>
                  </a:lnTo>
                  <a:lnTo>
                    <a:pt x="12875" y="6860"/>
                  </a:lnTo>
                  <a:lnTo>
                    <a:pt x="12875" y="6823"/>
                  </a:lnTo>
                  <a:lnTo>
                    <a:pt x="12839" y="6823"/>
                  </a:lnTo>
                  <a:lnTo>
                    <a:pt x="12765" y="6786"/>
                  </a:lnTo>
                  <a:close/>
                  <a:moveTo>
                    <a:pt x="17571" y="6750"/>
                  </a:moveTo>
                  <a:lnTo>
                    <a:pt x="17828" y="7043"/>
                  </a:lnTo>
                  <a:lnTo>
                    <a:pt x="18048" y="7373"/>
                  </a:lnTo>
                  <a:lnTo>
                    <a:pt x="17828" y="7593"/>
                  </a:lnTo>
                  <a:lnTo>
                    <a:pt x="17828" y="7520"/>
                  </a:lnTo>
                  <a:lnTo>
                    <a:pt x="17864" y="7336"/>
                  </a:lnTo>
                  <a:lnTo>
                    <a:pt x="17828" y="7116"/>
                  </a:lnTo>
                  <a:lnTo>
                    <a:pt x="17828" y="7080"/>
                  </a:lnTo>
                  <a:lnTo>
                    <a:pt x="17754" y="7006"/>
                  </a:lnTo>
                  <a:lnTo>
                    <a:pt x="17681" y="7006"/>
                  </a:lnTo>
                  <a:lnTo>
                    <a:pt x="17644" y="7043"/>
                  </a:lnTo>
                  <a:lnTo>
                    <a:pt x="17681" y="7080"/>
                  </a:lnTo>
                  <a:lnTo>
                    <a:pt x="17644" y="7226"/>
                  </a:lnTo>
                  <a:lnTo>
                    <a:pt x="17607" y="7446"/>
                  </a:lnTo>
                  <a:lnTo>
                    <a:pt x="17534" y="7667"/>
                  </a:lnTo>
                  <a:lnTo>
                    <a:pt x="17534" y="7887"/>
                  </a:lnTo>
                  <a:lnTo>
                    <a:pt x="17534" y="7960"/>
                  </a:lnTo>
                  <a:lnTo>
                    <a:pt x="17131" y="8584"/>
                  </a:lnTo>
                  <a:lnTo>
                    <a:pt x="17167" y="8217"/>
                  </a:lnTo>
                  <a:lnTo>
                    <a:pt x="17241" y="7850"/>
                  </a:lnTo>
                  <a:lnTo>
                    <a:pt x="17387" y="7630"/>
                  </a:lnTo>
                  <a:lnTo>
                    <a:pt x="17387" y="7593"/>
                  </a:lnTo>
                  <a:lnTo>
                    <a:pt x="17387" y="7520"/>
                  </a:lnTo>
                  <a:lnTo>
                    <a:pt x="17461" y="7483"/>
                  </a:lnTo>
                  <a:lnTo>
                    <a:pt x="17497" y="7446"/>
                  </a:lnTo>
                  <a:lnTo>
                    <a:pt x="17534" y="7373"/>
                  </a:lnTo>
                  <a:lnTo>
                    <a:pt x="17534" y="7263"/>
                  </a:lnTo>
                  <a:lnTo>
                    <a:pt x="17497" y="7080"/>
                  </a:lnTo>
                  <a:lnTo>
                    <a:pt x="17571" y="6750"/>
                  </a:lnTo>
                  <a:close/>
                  <a:moveTo>
                    <a:pt x="16874" y="8840"/>
                  </a:moveTo>
                  <a:lnTo>
                    <a:pt x="16947" y="8877"/>
                  </a:lnTo>
                  <a:lnTo>
                    <a:pt x="16874" y="8950"/>
                  </a:lnTo>
                  <a:lnTo>
                    <a:pt x="16874" y="8877"/>
                  </a:lnTo>
                  <a:lnTo>
                    <a:pt x="16874" y="8840"/>
                  </a:lnTo>
                  <a:close/>
                  <a:moveTo>
                    <a:pt x="11445" y="8584"/>
                  </a:moveTo>
                  <a:lnTo>
                    <a:pt x="11408" y="8620"/>
                  </a:lnTo>
                  <a:lnTo>
                    <a:pt x="11298" y="8657"/>
                  </a:lnTo>
                  <a:lnTo>
                    <a:pt x="11188" y="8804"/>
                  </a:lnTo>
                  <a:lnTo>
                    <a:pt x="11188" y="8840"/>
                  </a:lnTo>
                  <a:lnTo>
                    <a:pt x="11188" y="8914"/>
                  </a:lnTo>
                  <a:lnTo>
                    <a:pt x="11188" y="8987"/>
                  </a:lnTo>
                  <a:lnTo>
                    <a:pt x="11225" y="9024"/>
                  </a:lnTo>
                  <a:lnTo>
                    <a:pt x="11408" y="9024"/>
                  </a:lnTo>
                  <a:lnTo>
                    <a:pt x="11445" y="8987"/>
                  </a:lnTo>
                  <a:lnTo>
                    <a:pt x="11555" y="8804"/>
                  </a:lnTo>
                  <a:lnTo>
                    <a:pt x="11555" y="8730"/>
                  </a:lnTo>
                  <a:lnTo>
                    <a:pt x="11555" y="8657"/>
                  </a:lnTo>
                  <a:lnTo>
                    <a:pt x="11518" y="8620"/>
                  </a:lnTo>
                  <a:lnTo>
                    <a:pt x="11445" y="8584"/>
                  </a:lnTo>
                  <a:close/>
                  <a:moveTo>
                    <a:pt x="16580" y="8804"/>
                  </a:moveTo>
                  <a:lnTo>
                    <a:pt x="16580" y="8877"/>
                  </a:lnTo>
                  <a:lnTo>
                    <a:pt x="16580" y="9060"/>
                  </a:lnTo>
                  <a:lnTo>
                    <a:pt x="16617" y="9170"/>
                  </a:lnTo>
                  <a:lnTo>
                    <a:pt x="16654" y="9244"/>
                  </a:lnTo>
                  <a:lnTo>
                    <a:pt x="16397" y="9611"/>
                  </a:lnTo>
                  <a:lnTo>
                    <a:pt x="16360" y="9391"/>
                  </a:lnTo>
                  <a:lnTo>
                    <a:pt x="16324" y="9170"/>
                  </a:lnTo>
                  <a:lnTo>
                    <a:pt x="16324" y="9097"/>
                  </a:lnTo>
                  <a:lnTo>
                    <a:pt x="16580" y="8804"/>
                  </a:lnTo>
                  <a:close/>
                  <a:moveTo>
                    <a:pt x="16067" y="9391"/>
                  </a:moveTo>
                  <a:lnTo>
                    <a:pt x="16067" y="9684"/>
                  </a:lnTo>
                  <a:lnTo>
                    <a:pt x="16103" y="9794"/>
                  </a:lnTo>
                  <a:lnTo>
                    <a:pt x="16177" y="9941"/>
                  </a:lnTo>
                  <a:lnTo>
                    <a:pt x="15993" y="10161"/>
                  </a:lnTo>
                  <a:lnTo>
                    <a:pt x="15920" y="10308"/>
                  </a:lnTo>
                  <a:lnTo>
                    <a:pt x="15957" y="9867"/>
                  </a:lnTo>
                  <a:lnTo>
                    <a:pt x="15920" y="9794"/>
                  </a:lnTo>
                  <a:lnTo>
                    <a:pt x="15847" y="9757"/>
                  </a:lnTo>
                  <a:lnTo>
                    <a:pt x="15810" y="9721"/>
                  </a:lnTo>
                  <a:lnTo>
                    <a:pt x="16067" y="9391"/>
                  </a:lnTo>
                  <a:close/>
                  <a:moveTo>
                    <a:pt x="9611" y="2348"/>
                  </a:moveTo>
                  <a:lnTo>
                    <a:pt x="9574" y="2421"/>
                  </a:lnTo>
                  <a:lnTo>
                    <a:pt x="9134" y="2861"/>
                  </a:lnTo>
                  <a:lnTo>
                    <a:pt x="8767" y="3375"/>
                  </a:lnTo>
                  <a:lnTo>
                    <a:pt x="7997" y="4365"/>
                  </a:lnTo>
                  <a:lnTo>
                    <a:pt x="7630" y="4879"/>
                  </a:lnTo>
                  <a:lnTo>
                    <a:pt x="7227" y="5356"/>
                  </a:lnTo>
                  <a:lnTo>
                    <a:pt x="6823" y="5832"/>
                  </a:lnTo>
                  <a:lnTo>
                    <a:pt x="6346" y="6273"/>
                  </a:lnTo>
                  <a:lnTo>
                    <a:pt x="6273" y="6346"/>
                  </a:lnTo>
                  <a:lnTo>
                    <a:pt x="6273" y="6456"/>
                  </a:lnTo>
                  <a:lnTo>
                    <a:pt x="6236" y="6456"/>
                  </a:lnTo>
                  <a:lnTo>
                    <a:pt x="6163" y="6493"/>
                  </a:lnTo>
                  <a:lnTo>
                    <a:pt x="6163" y="6566"/>
                  </a:lnTo>
                  <a:lnTo>
                    <a:pt x="6199" y="6603"/>
                  </a:lnTo>
                  <a:lnTo>
                    <a:pt x="6309" y="6786"/>
                  </a:lnTo>
                  <a:lnTo>
                    <a:pt x="6493" y="6970"/>
                  </a:lnTo>
                  <a:lnTo>
                    <a:pt x="6823" y="7263"/>
                  </a:lnTo>
                  <a:lnTo>
                    <a:pt x="7593" y="7813"/>
                  </a:lnTo>
                  <a:lnTo>
                    <a:pt x="8437" y="8363"/>
                  </a:lnTo>
                  <a:lnTo>
                    <a:pt x="8620" y="8510"/>
                  </a:lnTo>
                  <a:lnTo>
                    <a:pt x="8767" y="8694"/>
                  </a:lnTo>
                  <a:lnTo>
                    <a:pt x="9061" y="9060"/>
                  </a:lnTo>
                  <a:lnTo>
                    <a:pt x="9207" y="9207"/>
                  </a:lnTo>
                  <a:lnTo>
                    <a:pt x="9391" y="9354"/>
                  </a:lnTo>
                  <a:lnTo>
                    <a:pt x="9758" y="9574"/>
                  </a:lnTo>
                  <a:lnTo>
                    <a:pt x="10638" y="10161"/>
                  </a:lnTo>
                  <a:lnTo>
                    <a:pt x="11482" y="10784"/>
                  </a:lnTo>
                  <a:lnTo>
                    <a:pt x="12289" y="11408"/>
                  </a:lnTo>
                  <a:lnTo>
                    <a:pt x="12362" y="11445"/>
                  </a:lnTo>
                  <a:lnTo>
                    <a:pt x="12472" y="11445"/>
                  </a:lnTo>
                  <a:lnTo>
                    <a:pt x="12545" y="11408"/>
                  </a:lnTo>
                  <a:lnTo>
                    <a:pt x="12582" y="11371"/>
                  </a:lnTo>
                  <a:lnTo>
                    <a:pt x="12619" y="11298"/>
                  </a:lnTo>
                  <a:lnTo>
                    <a:pt x="12655" y="11188"/>
                  </a:lnTo>
                  <a:lnTo>
                    <a:pt x="12619" y="11115"/>
                  </a:lnTo>
                  <a:lnTo>
                    <a:pt x="12545" y="11041"/>
                  </a:lnTo>
                  <a:lnTo>
                    <a:pt x="11775" y="10418"/>
                  </a:lnTo>
                  <a:lnTo>
                    <a:pt x="11812" y="10381"/>
                  </a:lnTo>
                  <a:lnTo>
                    <a:pt x="11922" y="10198"/>
                  </a:lnTo>
                  <a:lnTo>
                    <a:pt x="11995" y="10014"/>
                  </a:lnTo>
                  <a:lnTo>
                    <a:pt x="11995" y="9941"/>
                  </a:lnTo>
                  <a:lnTo>
                    <a:pt x="11958" y="9904"/>
                  </a:lnTo>
                  <a:lnTo>
                    <a:pt x="11885" y="9904"/>
                  </a:lnTo>
                  <a:lnTo>
                    <a:pt x="11738" y="10051"/>
                  </a:lnTo>
                  <a:lnTo>
                    <a:pt x="11592" y="10234"/>
                  </a:lnTo>
                  <a:lnTo>
                    <a:pt x="11555" y="10271"/>
                  </a:lnTo>
                  <a:lnTo>
                    <a:pt x="11005" y="9867"/>
                  </a:lnTo>
                  <a:lnTo>
                    <a:pt x="10821" y="9757"/>
                  </a:lnTo>
                  <a:lnTo>
                    <a:pt x="10858" y="9684"/>
                  </a:lnTo>
                  <a:lnTo>
                    <a:pt x="10895" y="9611"/>
                  </a:lnTo>
                  <a:lnTo>
                    <a:pt x="11041" y="9464"/>
                  </a:lnTo>
                  <a:lnTo>
                    <a:pt x="11078" y="9427"/>
                  </a:lnTo>
                  <a:lnTo>
                    <a:pt x="11078" y="9354"/>
                  </a:lnTo>
                  <a:lnTo>
                    <a:pt x="11078" y="9317"/>
                  </a:lnTo>
                  <a:lnTo>
                    <a:pt x="11005" y="9281"/>
                  </a:lnTo>
                  <a:lnTo>
                    <a:pt x="10968" y="9317"/>
                  </a:lnTo>
                  <a:lnTo>
                    <a:pt x="10895" y="9281"/>
                  </a:lnTo>
                  <a:lnTo>
                    <a:pt x="10821" y="9317"/>
                  </a:lnTo>
                  <a:lnTo>
                    <a:pt x="10711" y="9427"/>
                  </a:lnTo>
                  <a:lnTo>
                    <a:pt x="10601" y="9574"/>
                  </a:lnTo>
                  <a:lnTo>
                    <a:pt x="10124" y="9281"/>
                  </a:lnTo>
                  <a:lnTo>
                    <a:pt x="10051" y="9207"/>
                  </a:lnTo>
                  <a:lnTo>
                    <a:pt x="10234" y="8914"/>
                  </a:lnTo>
                  <a:lnTo>
                    <a:pt x="10234" y="8840"/>
                  </a:lnTo>
                  <a:lnTo>
                    <a:pt x="10234" y="8804"/>
                  </a:lnTo>
                  <a:lnTo>
                    <a:pt x="10198" y="8730"/>
                  </a:lnTo>
                  <a:lnTo>
                    <a:pt x="10088" y="8694"/>
                  </a:lnTo>
                  <a:lnTo>
                    <a:pt x="10051" y="8730"/>
                  </a:lnTo>
                  <a:lnTo>
                    <a:pt x="10014" y="8767"/>
                  </a:lnTo>
                  <a:lnTo>
                    <a:pt x="9758" y="9060"/>
                  </a:lnTo>
                  <a:lnTo>
                    <a:pt x="9537" y="8877"/>
                  </a:lnTo>
                  <a:lnTo>
                    <a:pt x="9354" y="8694"/>
                  </a:lnTo>
                  <a:lnTo>
                    <a:pt x="9134" y="8437"/>
                  </a:lnTo>
                  <a:lnTo>
                    <a:pt x="9207" y="8327"/>
                  </a:lnTo>
                  <a:lnTo>
                    <a:pt x="9281" y="8217"/>
                  </a:lnTo>
                  <a:lnTo>
                    <a:pt x="9354" y="7960"/>
                  </a:lnTo>
                  <a:lnTo>
                    <a:pt x="9354" y="7887"/>
                  </a:lnTo>
                  <a:lnTo>
                    <a:pt x="9317" y="7850"/>
                  </a:lnTo>
                  <a:lnTo>
                    <a:pt x="9244" y="7850"/>
                  </a:lnTo>
                  <a:lnTo>
                    <a:pt x="9171" y="7887"/>
                  </a:lnTo>
                  <a:lnTo>
                    <a:pt x="8987" y="8107"/>
                  </a:lnTo>
                  <a:lnTo>
                    <a:pt x="8951" y="8180"/>
                  </a:lnTo>
                  <a:lnTo>
                    <a:pt x="8767" y="8033"/>
                  </a:lnTo>
                  <a:lnTo>
                    <a:pt x="8327" y="7740"/>
                  </a:lnTo>
                  <a:lnTo>
                    <a:pt x="8364" y="7446"/>
                  </a:lnTo>
                  <a:lnTo>
                    <a:pt x="8364" y="7410"/>
                  </a:lnTo>
                  <a:lnTo>
                    <a:pt x="8327" y="7336"/>
                  </a:lnTo>
                  <a:lnTo>
                    <a:pt x="8290" y="7300"/>
                  </a:lnTo>
                  <a:lnTo>
                    <a:pt x="8180" y="7300"/>
                  </a:lnTo>
                  <a:lnTo>
                    <a:pt x="8107" y="7336"/>
                  </a:lnTo>
                  <a:lnTo>
                    <a:pt x="8070" y="7446"/>
                  </a:lnTo>
                  <a:lnTo>
                    <a:pt x="8034" y="7556"/>
                  </a:lnTo>
                  <a:lnTo>
                    <a:pt x="7960" y="7520"/>
                  </a:lnTo>
                  <a:lnTo>
                    <a:pt x="7410" y="7116"/>
                  </a:lnTo>
                  <a:lnTo>
                    <a:pt x="7447" y="7080"/>
                  </a:lnTo>
                  <a:lnTo>
                    <a:pt x="7520" y="6970"/>
                  </a:lnTo>
                  <a:lnTo>
                    <a:pt x="7520" y="6896"/>
                  </a:lnTo>
                  <a:lnTo>
                    <a:pt x="7520" y="6860"/>
                  </a:lnTo>
                  <a:lnTo>
                    <a:pt x="7557" y="6750"/>
                  </a:lnTo>
                  <a:lnTo>
                    <a:pt x="7520" y="6713"/>
                  </a:lnTo>
                  <a:lnTo>
                    <a:pt x="7483" y="6713"/>
                  </a:lnTo>
                  <a:lnTo>
                    <a:pt x="7410" y="6750"/>
                  </a:lnTo>
                  <a:lnTo>
                    <a:pt x="7337" y="6750"/>
                  </a:lnTo>
                  <a:lnTo>
                    <a:pt x="7227" y="6823"/>
                  </a:lnTo>
                  <a:lnTo>
                    <a:pt x="7116" y="6896"/>
                  </a:lnTo>
                  <a:lnTo>
                    <a:pt x="6640" y="6639"/>
                  </a:lnTo>
                  <a:lnTo>
                    <a:pt x="6640" y="6603"/>
                  </a:lnTo>
                  <a:lnTo>
                    <a:pt x="7116" y="6163"/>
                  </a:lnTo>
                  <a:lnTo>
                    <a:pt x="7557" y="5649"/>
                  </a:lnTo>
                  <a:lnTo>
                    <a:pt x="7593" y="5722"/>
                  </a:lnTo>
                  <a:lnTo>
                    <a:pt x="7630" y="5759"/>
                  </a:lnTo>
                  <a:lnTo>
                    <a:pt x="7740" y="5759"/>
                  </a:lnTo>
                  <a:lnTo>
                    <a:pt x="8034" y="5576"/>
                  </a:lnTo>
                  <a:lnTo>
                    <a:pt x="8327" y="5392"/>
                  </a:lnTo>
                  <a:lnTo>
                    <a:pt x="8620" y="5209"/>
                  </a:lnTo>
                  <a:lnTo>
                    <a:pt x="8914" y="5025"/>
                  </a:lnTo>
                  <a:lnTo>
                    <a:pt x="9244" y="4879"/>
                  </a:lnTo>
                  <a:lnTo>
                    <a:pt x="9574" y="4732"/>
                  </a:lnTo>
                  <a:lnTo>
                    <a:pt x="9941" y="4659"/>
                  </a:lnTo>
                  <a:lnTo>
                    <a:pt x="10308" y="4622"/>
                  </a:lnTo>
                  <a:lnTo>
                    <a:pt x="10491" y="4622"/>
                  </a:lnTo>
                  <a:lnTo>
                    <a:pt x="10675" y="4659"/>
                  </a:lnTo>
                  <a:lnTo>
                    <a:pt x="10821" y="4732"/>
                  </a:lnTo>
                  <a:lnTo>
                    <a:pt x="10931" y="4842"/>
                  </a:lnTo>
                  <a:lnTo>
                    <a:pt x="11041" y="4989"/>
                  </a:lnTo>
                  <a:lnTo>
                    <a:pt x="11078" y="5136"/>
                  </a:lnTo>
                  <a:lnTo>
                    <a:pt x="11151" y="5502"/>
                  </a:lnTo>
                  <a:lnTo>
                    <a:pt x="11151" y="5906"/>
                  </a:lnTo>
                  <a:lnTo>
                    <a:pt x="11151" y="6309"/>
                  </a:lnTo>
                  <a:lnTo>
                    <a:pt x="11151" y="6676"/>
                  </a:lnTo>
                  <a:lnTo>
                    <a:pt x="11188" y="7006"/>
                  </a:lnTo>
                  <a:lnTo>
                    <a:pt x="11261" y="7373"/>
                  </a:lnTo>
                  <a:lnTo>
                    <a:pt x="11445" y="7703"/>
                  </a:lnTo>
                  <a:lnTo>
                    <a:pt x="11408" y="7813"/>
                  </a:lnTo>
                  <a:lnTo>
                    <a:pt x="11372" y="7923"/>
                  </a:lnTo>
                  <a:lnTo>
                    <a:pt x="11372" y="8033"/>
                  </a:lnTo>
                  <a:lnTo>
                    <a:pt x="11372" y="8143"/>
                  </a:lnTo>
                  <a:lnTo>
                    <a:pt x="11445" y="8253"/>
                  </a:lnTo>
                  <a:lnTo>
                    <a:pt x="11482" y="8327"/>
                  </a:lnTo>
                  <a:lnTo>
                    <a:pt x="11592" y="8400"/>
                  </a:lnTo>
                  <a:lnTo>
                    <a:pt x="11665" y="8474"/>
                  </a:lnTo>
                  <a:lnTo>
                    <a:pt x="11775" y="8510"/>
                  </a:lnTo>
                  <a:lnTo>
                    <a:pt x="12105" y="8510"/>
                  </a:lnTo>
                  <a:lnTo>
                    <a:pt x="12435" y="8694"/>
                  </a:lnTo>
                  <a:lnTo>
                    <a:pt x="12765" y="8840"/>
                  </a:lnTo>
                  <a:lnTo>
                    <a:pt x="13022" y="8877"/>
                  </a:lnTo>
                  <a:lnTo>
                    <a:pt x="13316" y="8877"/>
                  </a:lnTo>
                  <a:lnTo>
                    <a:pt x="13646" y="8804"/>
                  </a:lnTo>
                  <a:lnTo>
                    <a:pt x="13939" y="8694"/>
                  </a:lnTo>
                  <a:lnTo>
                    <a:pt x="14233" y="8584"/>
                  </a:lnTo>
                  <a:lnTo>
                    <a:pt x="14489" y="8400"/>
                  </a:lnTo>
                  <a:lnTo>
                    <a:pt x="14746" y="8217"/>
                  </a:lnTo>
                  <a:lnTo>
                    <a:pt x="14930" y="8033"/>
                  </a:lnTo>
                  <a:lnTo>
                    <a:pt x="14966" y="7997"/>
                  </a:lnTo>
                  <a:lnTo>
                    <a:pt x="14966" y="7923"/>
                  </a:lnTo>
                  <a:lnTo>
                    <a:pt x="14930" y="7813"/>
                  </a:lnTo>
                  <a:lnTo>
                    <a:pt x="14820" y="7777"/>
                  </a:lnTo>
                  <a:lnTo>
                    <a:pt x="14710" y="7777"/>
                  </a:lnTo>
                  <a:lnTo>
                    <a:pt x="14123" y="8143"/>
                  </a:lnTo>
                  <a:lnTo>
                    <a:pt x="13829" y="8290"/>
                  </a:lnTo>
                  <a:lnTo>
                    <a:pt x="13462" y="8400"/>
                  </a:lnTo>
                  <a:lnTo>
                    <a:pt x="13206" y="8474"/>
                  </a:lnTo>
                  <a:lnTo>
                    <a:pt x="12912" y="8437"/>
                  </a:lnTo>
                  <a:lnTo>
                    <a:pt x="12692" y="8363"/>
                  </a:lnTo>
                  <a:lnTo>
                    <a:pt x="12472" y="8217"/>
                  </a:lnTo>
                  <a:lnTo>
                    <a:pt x="12545" y="8107"/>
                  </a:lnTo>
                  <a:lnTo>
                    <a:pt x="12582" y="7960"/>
                  </a:lnTo>
                  <a:lnTo>
                    <a:pt x="12582" y="7850"/>
                  </a:lnTo>
                  <a:lnTo>
                    <a:pt x="12545" y="7777"/>
                  </a:lnTo>
                  <a:lnTo>
                    <a:pt x="12509" y="7740"/>
                  </a:lnTo>
                  <a:lnTo>
                    <a:pt x="12325" y="7630"/>
                  </a:lnTo>
                  <a:lnTo>
                    <a:pt x="12142" y="7520"/>
                  </a:lnTo>
                  <a:lnTo>
                    <a:pt x="11812" y="7520"/>
                  </a:lnTo>
                  <a:lnTo>
                    <a:pt x="11628" y="7116"/>
                  </a:lnTo>
                  <a:lnTo>
                    <a:pt x="11518" y="6713"/>
                  </a:lnTo>
                  <a:lnTo>
                    <a:pt x="11518" y="6346"/>
                  </a:lnTo>
                  <a:lnTo>
                    <a:pt x="11518" y="6016"/>
                  </a:lnTo>
                  <a:lnTo>
                    <a:pt x="11555" y="5649"/>
                  </a:lnTo>
                  <a:lnTo>
                    <a:pt x="11518" y="5282"/>
                  </a:lnTo>
                  <a:lnTo>
                    <a:pt x="11445" y="4989"/>
                  </a:lnTo>
                  <a:lnTo>
                    <a:pt x="11335" y="4732"/>
                  </a:lnTo>
                  <a:lnTo>
                    <a:pt x="11188" y="4549"/>
                  </a:lnTo>
                  <a:lnTo>
                    <a:pt x="11005" y="4402"/>
                  </a:lnTo>
                  <a:lnTo>
                    <a:pt x="10785" y="4329"/>
                  </a:lnTo>
                  <a:lnTo>
                    <a:pt x="10565" y="4255"/>
                  </a:lnTo>
                  <a:lnTo>
                    <a:pt x="10051" y="4255"/>
                  </a:lnTo>
                  <a:lnTo>
                    <a:pt x="9758" y="4292"/>
                  </a:lnTo>
                  <a:lnTo>
                    <a:pt x="9464" y="4365"/>
                  </a:lnTo>
                  <a:lnTo>
                    <a:pt x="8914" y="4585"/>
                  </a:lnTo>
                  <a:lnTo>
                    <a:pt x="8400" y="4879"/>
                  </a:lnTo>
                  <a:lnTo>
                    <a:pt x="7960" y="5209"/>
                  </a:lnTo>
                  <a:lnTo>
                    <a:pt x="8290" y="4769"/>
                  </a:lnTo>
                  <a:lnTo>
                    <a:pt x="9061" y="3742"/>
                  </a:lnTo>
                  <a:lnTo>
                    <a:pt x="9464" y="3191"/>
                  </a:lnTo>
                  <a:lnTo>
                    <a:pt x="9831" y="2641"/>
                  </a:lnTo>
                  <a:lnTo>
                    <a:pt x="9868" y="2568"/>
                  </a:lnTo>
                  <a:lnTo>
                    <a:pt x="9868" y="2531"/>
                  </a:lnTo>
                  <a:lnTo>
                    <a:pt x="9794" y="2421"/>
                  </a:lnTo>
                  <a:lnTo>
                    <a:pt x="9721" y="2384"/>
                  </a:lnTo>
                  <a:lnTo>
                    <a:pt x="9684" y="2348"/>
                  </a:lnTo>
                  <a:close/>
                  <a:moveTo>
                    <a:pt x="15663" y="9867"/>
                  </a:moveTo>
                  <a:lnTo>
                    <a:pt x="15700" y="9904"/>
                  </a:lnTo>
                  <a:lnTo>
                    <a:pt x="15627" y="10381"/>
                  </a:lnTo>
                  <a:lnTo>
                    <a:pt x="15663" y="10418"/>
                  </a:lnTo>
                  <a:lnTo>
                    <a:pt x="15663" y="10454"/>
                  </a:lnTo>
                  <a:lnTo>
                    <a:pt x="15773" y="10491"/>
                  </a:lnTo>
                  <a:lnTo>
                    <a:pt x="15443" y="10895"/>
                  </a:lnTo>
                  <a:lnTo>
                    <a:pt x="15443" y="10821"/>
                  </a:lnTo>
                  <a:lnTo>
                    <a:pt x="15333" y="10491"/>
                  </a:lnTo>
                  <a:lnTo>
                    <a:pt x="15296" y="10454"/>
                  </a:lnTo>
                  <a:lnTo>
                    <a:pt x="15260" y="10454"/>
                  </a:lnTo>
                  <a:lnTo>
                    <a:pt x="15223" y="10491"/>
                  </a:lnTo>
                  <a:lnTo>
                    <a:pt x="15223" y="10528"/>
                  </a:lnTo>
                  <a:lnTo>
                    <a:pt x="15186" y="10821"/>
                  </a:lnTo>
                  <a:lnTo>
                    <a:pt x="15186" y="11188"/>
                  </a:lnTo>
                  <a:lnTo>
                    <a:pt x="15223" y="11225"/>
                  </a:lnTo>
                  <a:lnTo>
                    <a:pt x="14746" y="11848"/>
                  </a:lnTo>
                  <a:lnTo>
                    <a:pt x="14746" y="11591"/>
                  </a:lnTo>
                  <a:lnTo>
                    <a:pt x="14746" y="11371"/>
                  </a:lnTo>
                  <a:lnTo>
                    <a:pt x="14746" y="11115"/>
                  </a:lnTo>
                  <a:lnTo>
                    <a:pt x="14710" y="11078"/>
                  </a:lnTo>
                  <a:lnTo>
                    <a:pt x="15333" y="10308"/>
                  </a:lnTo>
                  <a:lnTo>
                    <a:pt x="15663" y="9867"/>
                  </a:lnTo>
                  <a:close/>
                  <a:moveTo>
                    <a:pt x="14526" y="11298"/>
                  </a:moveTo>
                  <a:lnTo>
                    <a:pt x="14453" y="11555"/>
                  </a:lnTo>
                  <a:lnTo>
                    <a:pt x="14416" y="11775"/>
                  </a:lnTo>
                  <a:lnTo>
                    <a:pt x="14453" y="11885"/>
                  </a:lnTo>
                  <a:lnTo>
                    <a:pt x="14489" y="11958"/>
                  </a:lnTo>
                  <a:lnTo>
                    <a:pt x="14563" y="11995"/>
                  </a:lnTo>
                  <a:lnTo>
                    <a:pt x="14600" y="11995"/>
                  </a:lnTo>
                  <a:lnTo>
                    <a:pt x="14123" y="12619"/>
                  </a:lnTo>
                  <a:lnTo>
                    <a:pt x="14049" y="12655"/>
                  </a:lnTo>
                  <a:lnTo>
                    <a:pt x="14049" y="12362"/>
                  </a:lnTo>
                  <a:lnTo>
                    <a:pt x="14049" y="12142"/>
                  </a:lnTo>
                  <a:lnTo>
                    <a:pt x="14049" y="12032"/>
                  </a:lnTo>
                  <a:lnTo>
                    <a:pt x="14013" y="11922"/>
                  </a:lnTo>
                  <a:lnTo>
                    <a:pt x="14526" y="11298"/>
                  </a:lnTo>
                  <a:close/>
                  <a:moveTo>
                    <a:pt x="4806" y="7997"/>
                  </a:moveTo>
                  <a:lnTo>
                    <a:pt x="4769" y="8033"/>
                  </a:lnTo>
                  <a:lnTo>
                    <a:pt x="4769" y="8070"/>
                  </a:lnTo>
                  <a:lnTo>
                    <a:pt x="4952" y="8217"/>
                  </a:lnTo>
                  <a:lnTo>
                    <a:pt x="5099" y="8327"/>
                  </a:lnTo>
                  <a:lnTo>
                    <a:pt x="5576" y="8584"/>
                  </a:lnTo>
                  <a:lnTo>
                    <a:pt x="6126" y="8840"/>
                  </a:lnTo>
                  <a:lnTo>
                    <a:pt x="6640" y="9134"/>
                  </a:lnTo>
                  <a:lnTo>
                    <a:pt x="7116" y="9501"/>
                  </a:lnTo>
                  <a:lnTo>
                    <a:pt x="7557" y="9831"/>
                  </a:lnTo>
                  <a:lnTo>
                    <a:pt x="8437" y="10638"/>
                  </a:lnTo>
                  <a:lnTo>
                    <a:pt x="9244" y="11371"/>
                  </a:lnTo>
                  <a:lnTo>
                    <a:pt x="10088" y="12105"/>
                  </a:lnTo>
                  <a:lnTo>
                    <a:pt x="10344" y="12325"/>
                  </a:lnTo>
                  <a:lnTo>
                    <a:pt x="10748" y="12655"/>
                  </a:lnTo>
                  <a:lnTo>
                    <a:pt x="10931" y="12765"/>
                  </a:lnTo>
                  <a:lnTo>
                    <a:pt x="11115" y="12839"/>
                  </a:lnTo>
                  <a:lnTo>
                    <a:pt x="11225" y="12839"/>
                  </a:lnTo>
                  <a:lnTo>
                    <a:pt x="11298" y="12802"/>
                  </a:lnTo>
                  <a:lnTo>
                    <a:pt x="11335" y="12765"/>
                  </a:lnTo>
                  <a:lnTo>
                    <a:pt x="11372" y="12692"/>
                  </a:lnTo>
                  <a:lnTo>
                    <a:pt x="11372" y="12582"/>
                  </a:lnTo>
                  <a:lnTo>
                    <a:pt x="11335" y="12472"/>
                  </a:lnTo>
                  <a:lnTo>
                    <a:pt x="11151" y="12325"/>
                  </a:lnTo>
                  <a:lnTo>
                    <a:pt x="10711" y="11995"/>
                  </a:lnTo>
                  <a:lnTo>
                    <a:pt x="10271" y="11628"/>
                  </a:lnTo>
                  <a:lnTo>
                    <a:pt x="9391" y="10858"/>
                  </a:lnTo>
                  <a:lnTo>
                    <a:pt x="8547" y="10051"/>
                  </a:lnTo>
                  <a:lnTo>
                    <a:pt x="8107" y="9684"/>
                  </a:lnTo>
                  <a:lnTo>
                    <a:pt x="7703" y="9354"/>
                  </a:lnTo>
                  <a:lnTo>
                    <a:pt x="7227" y="9024"/>
                  </a:lnTo>
                  <a:lnTo>
                    <a:pt x="6786" y="8694"/>
                  </a:lnTo>
                  <a:lnTo>
                    <a:pt x="6309" y="8437"/>
                  </a:lnTo>
                  <a:lnTo>
                    <a:pt x="5833" y="8217"/>
                  </a:lnTo>
                  <a:lnTo>
                    <a:pt x="5356" y="8033"/>
                  </a:lnTo>
                  <a:lnTo>
                    <a:pt x="5209" y="7997"/>
                  </a:lnTo>
                  <a:close/>
                  <a:moveTo>
                    <a:pt x="954" y="12582"/>
                  </a:moveTo>
                  <a:lnTo>
                    <a:pt x="1101" y="12692"/>
                  </a:lnTo>
                  <a:lnTo>
                    <a:pt x="1064" y="12765"/>
                  </a:lnTo>
                  <a:lnTo>
                    <a:pt x="1064" y="12839"/>
                  </a:lnTo>
                  <a:lnTo>
                    <a:pt x="1064" y="12875"/>
                  </a:lnTo>
                  <a:lnTo>
                    <a:pt x="1101" y="12839"/>
                  </a:lnTo>
                  <a:lnTo>
                    <a:pt x="1211" y="12912"/>
                  </a:lnTo>
                  <a:lnTo>
                    <a:pt x="1247" y="12985"/>
                  </a:lnTo>
                  <a:lnTo>
                    <a:pt x="1247" y="13059"/>
                  </a:lnTo>
                  <a:lnTo>
                    <a:pt x="1284" y="13242"/>
                  </a:lnTo>
                  <a:lnTo>
                    <a:pt x="991" y="13095"/>
                  </a:lnTo>
                  <a:lnTo>
                    <a:pt x="844" y="13059"/>
                  </a:lnTo>
                  <a:lnTo>
                    <a:pt x="697" y="13022"/>
                  </a:lnTo>
                  <a:lnTo>
                    <a:pt x="844" y="12765"/>
                  </a:lnTo>
                  <a:lnTo>
                    <a:pt x="954" y="12582"/>
                  </a:lnTo>
                  <a:close/>
                  <a:moveTo>
                    <a:pt x="2715" y="10858"/>
                  </a:moveTo>
                  <a:lnTo>
                    <a:pt x="2641" y="10931"/>
                  </a:lnTo>
                  <a:lnTo>
                    <a:pt x="2641" y="10968"/>
                  </a:lnTo>
                  <a:lnTo>
                    <a:pt x="2788" y="11151"/>
                  </a:lnTo>
                  <a:lnTo>
                    <a:pt x="2935" y="11261"/>
                  </a:lnTo>
                  <a:lnTo>
                    <a:pt x="3302" y="11445"/>
                  </a:lnTo>
                  <a:lnTo>
                    <a:pt x="3778" y="11775"/>
                  </a:lnTo>
                  <a:lnTo>
                    <a:pt x="4255" y="12105"/>
                  </a:lnTo>
                  <a:lnTo>
                    <a:pt x="5099" y="12765"/>
                  </a:lnTo>
                  <a:lnTo>
                    <a:pt x="5539" y="13095"/>
                  </a:lnTo>
                  <a:lnTo>
                    <a:pt x="5759" y="13242"/>
                  </a:lnTo>
                  <a:lnTo>
                    <a:pt x="5869" y="13279"/>
                  </a:lnTo>
                  <a:lnTo>
                    <a:pt x="6053" y="13279"/>
                  </a:lnTo>
                  <a:lnTo>
                    <a:pt x="6126" y="13242"/>
                  </a:lnTo>
                  <a:lnTo>
                    <a:pt x="6163" y="13169"/>
                  </a:lnTo>
                  <a:lnTo>
                    <a:pt x="6126" y="13059"/>
                  </a:lnTo>
                  <a:lnTo>
                    <a:pt x="6089" y="12985"/>
                  </a:lnTo>
                  <a:lnTo>
                    <a:pt x="6016" y="12875"/>
                  </a:lnTo>
                  <a:lnTo>
                    <a:pt x="5869" y="12729"/>
                  </a:lnTo>
                  <a:lnTo>
                    <a:pt x="5502" y="12472"/>
                  </a:lnTo>
                  <a:lnTo>
                    <a:pt x="4512" y="11738"/>
                  </a:lnTo>
                  <a:lnTo>
                    <a:pt x="4035" y="11408"/>
                  </a:lnTo>
                  <a:lnTo>
                    <a:pt x="3522" y="11078"/>
                  </a:lnTo>
                  <a:lnTo>
                    <a:pt x="3338" y="11005"/>
                  </a:lnTo>
                  <a:lnTo>
                    <a:pt x="3118" y="10895"/>
                  </a:lnTo>
                  <a:lnTo>
                    <a:pt x="2935" y="10858"/>
                  </a:lnTo>
                  <a:close/>
                  <a:moveTo>
                    <a:pt x="13756" y="12252"/>
                  </a:moveTo>
                  <a:lnTo>
                    <a:pt x="13719" y="12362"/>
                  </a:lnTo>
                  <a:lnTo>
                    <a:pt x="13719" y="12619"/>
                  </a:lnTo>
                  <a:lnTo>
                    <a:pt x="13719" y="12912"/>
                  </a:lnTo>
                  <a:lnTo>
                    <a:pt x="13756" y="12985"/>
                  </a:lnTo>
                  <a:lnTo>
                    <a:pt x="13793" y="13022"/>
                  </a:lnTo>
                  <a:lnTo>
                    <a:pt x="13719" y="13095"/>
                  </a:lnTo>
                  <a:lnTo>
                    <a:pt x="13389" y="13536"/>
                  </a:lnTo>
                  <a:lnTo>
                    <a:pt x="13426" y="13132"/>
                  </a:lnTo>
                  <a:lnTo>
                    <a:pt x="13462" y="12912"/>
                  </a:lnTo>
                  <a:lnTo>
                    <a:pt x="13462" y="12765"/>
                  </a:lnTo>
                  <a:lnTo>
                    <a:pt x="13426" y="12655"/>
                  </a:lnTo>
                  <a:lnTo>
                    <a:pt x="13756" y="12252"/>
                  </a:lnTo>
                  <a:close/>
                  <a:moveTo>
                    <a:pt x="4402" y="8694"/>
                  </a:moveTo>
                  <a:lnTo>
                    <a:pt x="4329" y="8730"/>
                  </a:lnTo>
                  <a:lnTo>
                    <a:pt x="4255" y="8804"/>
                  </a:lnTo>
                  <a:lnTo>
                    <a:pt x="4255" y="8877"/>
                  </a:lnTo>
                  <a:lnTo>
                    <a:pt x="4255" y="8987"/>
                  </a:lnTo>
                  <a:lnTo>
                    <a:pt x="4292" y="9060"/>
                  </a:lnTo>
                  <a:lnTo>
                    <a:pt x="4365" y="9134"/>
                  </a:lnTo>
                  <a:lnTo>
                    <a:pt x="4512" y="9207"/>
                  </a:lnTo>
                  <a:lnTo>
                    <a:pt x="4842" y="9354"/>
                  </a:lnTo>
                  <a:lnTo>
                    <a:pt x="5136" y="9501"/>
                  </a:lnTo>
                  <a:lnTo>
                    <a:pt x="5392" y="9647"/>
                  </a:lnTo>
                  <a:lnTo>
                    <a:pt x="5869" y="10014"/>
                  </a:lnTo>
                  <a:lnTo>
                    <a:pt x="6346" y="10418"/>
                  </a:lnTo>
                  <a:lnTo>
                    <a:pt x="6786" y="10858"/>
                  </a:lnTo>
                  <a:lnTo>
                    <a:pt x="8584" y="12398"/>
                  </a:lnTo>
                  <a:lnTo>
                    <a:pt x="9501" y="13169"/>
                  </a:lnTo>
                  <a:lnTo>
                    <a:pt x="9721" y="13315"/>
                  </a:lnTo>
                  <a:lnTo>
                    <a:pt x="9941" y="13462"/>
                  </a:lnTo>
                  <a:lnTo>
                    <a:pt x="10161" y="13572"/>
                  </a:lnTo>
                  <a:lnTo>
                    <a:pt x="10271" y="13609"/>
                  </a:lnTo>
                  <a:lnTo>
                    <a:pt x="10381" y="13609"/>
                  </a:lnTo>
                  <a:lnTo>
                    <a:pt x="10454" y="13572"/>
                  </a:lnTo>
                  <a:lnTo>
                    <a:pt x="10491" y="13536"/>
                  </a:lnTo>
                  <a:lnTo>
                    <a:pt x="10528" y="13462"/>
                  </a:lnTo>
                  <a:lnTo>
                    <a:pt x="10491" y="13389"/>
                  </a:lnTo>
                  <a:lnTo>
                    <a:pt x="10418" y="13242"/>
                  </a:lnTo>
                  <a:lnTo>
                    <a:pt x="10271" y="13132"/>
                  </a:lnTo>
                  <a:lnTo>
                    <a:pt x="9978" y="12949"/>
                  </a:lnTo>
                  <a:lnTo>
                    <a:pt x="9537" y="12619"/>
                  </a:lnTo>
                  <a:lnTo>
                    <a:pt x="9134" y="12288"/>
                  </a:lnTo>
                  <a:lnTo>
                    <a:pt x="7557" y="10931"/>
                  </a:lnTo>
                  <a:lnTo>
                    <a:pt x="6823" y="10271"/>
                  </a:lnTo>
                  <a:lnTo>
                    <a:pt x="6089" y="9647"/>
                  </a:lnTo>
                  <a:lnTo>
                    <a:pt x="5686" y="9354"/>
                  </a:lnTo>
                  <a:lnTo>
                    <a:pt x="5246" y="9097"/>
                  </a:lnTo>
                  <a:lnTo>
                    <a:pt x="4769" y="8950"/>
                  </a:lnTo>
                  <a:lnTo>
                    <a:pt x="4549" y="8840"/>
                  </a:lnTo>
                  <a:lnTo>
                    <a:pt x="4475" y="8767"/>
                  </a:lnTo>
                  <a:lnTo>
                    <a:pt x="4439" y="8694"/>
                  </a:lnTo>
                  <a:close/>
                  <a:moveTo>
                    <a:pt x="1541" y="13022"/>
                  </a:moveTo>
                  <a:lnTo>
                    <a:pt x="2091" y="13389"/>
                  </a:lnTo>
                  <a:lnTo>
                    <a:pt x="2091" y="13572"/>
                  </a:lnTo>
                  <a:lnTo>
                    <a:pt x="2126" y="13749"/>
                  </a:lnTo>
                  <a:lnTo>
                    <a:pt x="1504" y="13389"/>
                  </a:lnTo>
                  <a:lnTo>
                    <a:pt x="1578" y="13352"/>
                  </a:lnTo>
                  <a:lnTo>
                    <a:pt x="1614" y="13315"/>
                  </a:lnTo>
                  <a:lnTo>
                    <a:pt x="1614" y="13279"/>
                  </a:lnTo>
                  <a:lnTo>
                    <a:pt x="1614" y="13205"/>
                  </a:lnTo>
                  <a:lnTo>
                    <a:pt x="1541" y="13095"/>
                  </a:lnTo>
                  <a:lnTo>
                    <a:pt x="1541" y="13022"/>
                  </a:lnTo>
                  <a:close/>
                  <a:moveTo>
                    <a:pt x="13206" y="12949"/>
                  </a:moveTo>
                  <a:lnTo>
                    <a:pt x="13169" y="13022"/>
                  </a:lnTo>
                  <a:lnTo>
                    <a:pt x="13059" y="13756"/>
                  </a:lnTo>
                  <a:lnTo>
                    <a:pt x="13059" y="13829"/>
                  </a:lnTo>
                  <a:lnTo>
                    <a:pt x="13096" y="13866"/>
                  </a:lnTo>
                  <a:lnTo>
                    <a:pt x="12912" y="14086"/>
                  </a:lnTo>
                  <a:lnTo>
                    <a:pt x="12912" y="13719"/>
                  </a:lnTo>
                  <a:lnTo>
                    <a:pt x="12875" y="13352"/>
                  </a:lnTo>
                  <a:lnTo>
                    <a:pt x="13206" y="12949"/>
                  </a:lnTo>
                  <a:close/>
                  <a:moveTo>
                    <a:pt x="2458" y="13646"/>
                  </a:moveTo>
                  <a:lnTo>
                    <a:pt x="2641" y="13792"/>
                  </a:lnTo>
                  <a:lnTo>
                    <a:pt x="2788" y="13902"/>
                  </a:lnTo>
                  <a:lnTo>
                    <a:pt x="2788" y="14086"/>
                  </a:lnTo>
                  <a:lnTo>
                    <a:pt x="2825" y="14233"/>
                  </a:lnTo>
                  <a:lnTo>
                    <a:pt x="2605" y="14086"/>
                  </a:lnTo>
                  <a:lnTo>
                    <a:pt x="2385" y="13939"/>
                  </a:lnTo>
                  <a:lnTo>
                    <a:pt x="2495" y="13939"/>
                  </a:lnTo>
                  <a:lnTo>
                    <a:pt x="2568" y="13866"/>
                  </a:lnTo>
                  <a:lnTo>
                    <a:pt x="2568" y="13829"/>
                  </a:lnTo>
                  <a:lnTo>
                    <a:pt x="2568" y="13756"/>
                  </a:lnTo>
                  <a:lnTo>
                    <a:pt x="2458" y="13646"/>
                  </a:lnTo>
                  <a:close/>
                  <a:moveTo>
                    <a:pt x="3595" y="9794"/>
                  </a:moveTo>
                  <a:lnTo>
                    <a:pt x="3558" y="9831"/>
                  </a:lnTo>
                  <a:lnTo>
                    <a:pt x="3522" y="9867"/>
                  </a:lnTo>
                  <a:lnTo>
                    <a:pt x="3558" y="9977"/>
                  </a:lnTo>
                  <a:lnTo>
                    <a:pt x="3595" y="10088"/>
                  </a:lnTo>
                  <a:lnTo>
                    <a:pt x="3815" y="10234"/>
                  </a:lnTo>
                  <a:lnTo>
                    <a:pt x="4659" y="10821"/>
                  </a:lnTo>
                  <a:lnTo>
                    <a:pt x="5466" y="11518"/>
                  </a:lnTo>
                  <a:lnTo>
                    <a:pt x="6236" y="12178"/>
                  </a:lnTo>
                  <a:lnTo>
                    <a:pt x="7080" y="12839"/>
                  </a:lnTo>
                  <a:lnTo>
                    <a:pt x="7923" y="13462"/>
                  </a:lnTo>
                  <a:lnTo>
                    <a:pt x="8730" y="14049"/>
                  </a:lnTo>
                  <a:lnTo>
                    <a:pt x="9134" y="14343"/>
                  </a:lnTo>
                  <a:lnTo>
                    <a:pt x="9574" y="14563"/>
                  </a:lnTo>
                  <a:lnTo>
                    <a:pt x="9684" y="14563"/>
                  </a:lnTo>
                  <a:lnTo>
                    <a:pt x="9794" y="14526"/>
                  </a:lnTo>
                  <a:lnTo>
                    <a:pt x="9868" y="14453"/>
                  </a:lnTo>
                  <a:lnTo>
                    <a:pt x="9904" y="14416"/>
                  </a:lnTo>
                  <a:lnTo>
                    <a:pt x="9904" y="14379"/>
                  </a:lnTo>
                  <a:lnTo>
                    <a:pt x="9904" y="14306"/>
                  </a:lnTo>
                  <a:lnTo>
                    <a:pt x="9868" y="14269"/>
                  </a:lnTo>
                  <a:lnTo>
                    <a:pt x="9794" y="14196"/>
                  </a:lnTo>
                  <a:lnTo>
                    <a:pt x="9721" y="14159"/>
                  </a:lnTo>
                  <a:lnTo>
                    <a:pt x="9501" y="14012"/>
                  </a:lnTo>
                  <a:lnTo>
                    <a:pt x="9281" y="13866"/>
                  </a:lnTo>
                  <a:lnTo>
                    <a:pt x="8290" y="13205"/>
                  </a:lnTo>
                  <a:lnTo>
                    <a:pt x="7373" y="12508"/>
                  </a:lnTo>
                  <a:lnTo>
                    <a:pt x="6493" y="11812"/>
                  </a:lnTo>
                  <a:lnTo>
                    <a:pt x="5649" y="11115"/>
                  </a:lnTo>
                  <a:lnTo>
                    <a:pt x="4769" y="10418"/>
                  </a:lnTo>
                  <a:lnTo>
                    <a:pt x="4549" y="10234"/>
                  </a:lnTo>
                  <a:lnTo>
                    <a:pt x="4145" y="9977"/>
                  </a:lnTo>
                  <a:lnTo>
                    <a:pt x="3925" y="9867"/>
                  </a:lnTo>
                  <a:lnTo>
                    <a:pt x="3742" y="9794"/>
                  </a:lnTo>
                  <a:close/>
                  <a:moveTo>
                    <a:pt x="3155" y="14122"/>
                  </a:moveTo>
                  <a:lnTo>
                    <a:pt x="3778" y="14563"/>
                  </a:lnTo>
                  <a:lnTo>
                    <a:pt x="3742" y="14746"/>
                  </a:lnTo>
                  <a:lnTo>
                    <a:pt x="3742" y="14856"/>
                  </a:lnTo>
                  <a:lnTo>
                    <a:pt x="3338" y="14563"/>
                  </a:lnTo>
                  <a:lnTo>
                    <a:pt x="3338" y="14489"/>
                  </a:lnTo>
                  <a:lnTo>
                    <a:pt x="3302" y="14416"/>
                  </a:lnTo>
                  <a:lnTo>
                    <a:pt x="3192" y="14269"/>
                  </a:lnTo>
                  <a:lnTo>
                    <a:pt x="3155" y="14122"/>
                  </a:lnTo>
                  <a:close/>
                  <a:moveTo>
                    <a:pt x="12692" y="13536"/>
                  </a:moveTo>
                  <a:lnTo>
                    <a:pt x="12619" y="13976"/>
                  </a:lnTo>
                  <a:lnTo>
                    <a:pt x="12582" y="14416"/>
                  </a:lnTo>
                  <a:lnTo>
                    <a:pt x="12582" y="14489"/>
                  </a:lnTo>
                  <a:lnTo>
                    <a:pt x="12142" y="15040"/>
                  </a:lnTo>
                  <a:lnTo>
                    <a:pt x="12142" y="14893"/>
                  </a:lnTo>
                  <a:lnTo>
                    <a:pt x="12142" y="14563"/>
                  </a:lnTo>
                  <a:lnTo>
                    <a:pt x="12105" y="14269"/>
                  </a:lnTo>
                  <a:lnTo>
                    <a:pt x="12692" y="13536"/>
                  </a:lnTo>
                  <a:close/>
                  <a:moveTo>
                    <a:pt x="4035" y="14746"/>
                  </a:moveTo>
                  <a:lnTo>
                    <a:pt x="4402" y="15003"/>
                  </a:lnTo>
                  <a:lnTo>
                    <a:pt x="4402" y="15040"/>
                  </a:lnTo>
                  <a:lnTo>
                    <a:pt x="4402" y="15150"/>
                  </a:lnTo>
                  <a:lnTo>
                    <a:pt x="4439" y="15223"/>
                  </a:lnTo>
                  <a:lnTo>
                    <a:pt x="4549" y="15370"/>
                  </a:lnTo>
                  <a:lnTo>
                    <a:pt x="4659" y="15553"/>
                  </a:lnTo>
                  <a:lnTo>
                    <a:pt x="4255" y="15223"/>
                  </a:lnTo>
                  <a:lnTo>
                    <a:pt x="4255" y="15150"/>
                  </a:lnTo>
                  <a:lnTo>
                    <a:pt x="4219" y="15076"/>
                  </a:lnTo>
                  <a:lnTo>
                    <a:pt x="4109" y="14966"/>
                  </a:lnTo>
                  <a:lnTo>
                    <a:pt x="4035" y="14856"/>
                  </a:lnTo>
                  <a:lnTo>
                    <a:pt x="4035" y="14746"/>
                  </a:lnTo>
                  <a:close/>
                  <a:moveTo>
                    <a:pt x="11922" y="14489"/>
                  </a:moveTo>
                  <a:lnTo>
                    <a:pt x="11885" y="14856"/>
                  </a:lnTo>
                  <a:lnTo>
                    <a:pt x="11848" y="15113"/>
                  </a:lnTo>
                  <a:lnTo>
                    <a:pt x="11848" y="15260"/>
                  </a:lnTo>
                  <a:lnTo>
                    <a:pt x="11848" y="15370"/>
                  </a:lnTo>
                  <a:lnTo>
                    <a:pt x="11555" y="15700"/>
                  </a:lnTo>
                  <a:lnTo>
                    <a:pt x="11592" y="15480"/>
                  </a:lnTo>
                  <a:lnTo>
                    <a:pt x="11555" y="15223"/>
                  </a:lnTo>
                  <a:lnTo>
                    <a:pt x="11555" y="15150"/>
                  </a:lnTo>
                  <a:lnTo>
                    <a:pt x="11482" y="15113"/>
                  </a:lnTo>
                  <a:lnTo>
                    <a:pt x="11445" y="15113"/>
                  </a:lnTo>
                  <a:lnTo>
                    <a:pt x="11922" y="14489"/>
                  </a:lnTo>
                  <a:close/>
                  <a:moveTo>
                    <a:pt x="4769" y="15223"/>
                  </a:moveTo>
                  <a:lnTo>
                    <a:pt x="5026" y="15406"/>
                  </a:lnTo>
                  <a:lnTo>
                    <a:pt x="5576" y="15810"/>
                  </a:lnTo>
                  <a:lnTo>
                    <a:pt x="5576" y="15883"/>
                  </a:lnTo>
                  <a:lnTo>
                    <a:pt x="5576" y="16177"/>
                  </a:lnTo>
                  <a:lnTo>
                    <a:pt x="5576" y="16287"/>
                  </a:lnTo>
                  <a:lnTo>
                    <a:pt x="4916" y="15773"/>
                  </a:lnTo>
                  <a:lnTo>
                    <a:pt x="4952" y="15663"/>
                  </a:lnTo>
                  <a:lnTo>
                    <a:pt x="4952" y="15553"/>
                  </a:lnTo>
                  <a:lnTo>
                    <a:pt x="4916" y="15480"/>
                  </a:lnTo>
                  <a:lnTo>
                    <a:pt x="4879" y="15370"/>
                  </a:lnTo>
                  <a:lnTo>
                    <a:pt x="4769" y="15223"/>
                  </a:lnTo>
                  <a:close/>
                  <a:moveTo>
                    <a:pt x="5833" y="15993"/>
                  </a:moveTo>
                  <a:lnTo>
                    <a:pt x="6456" y="16507"/>
                  </a:lnTo>
                  <a:lnTo>
                    <a:pt x="6420" y="16580"/>
                  </a:lnTo>
                  <a:lnTo>
                    <a:pt x="6383" y="16690"/>
                  </a:lnTo>
                  <a:lnTo>
                    <a:pt x="6346" y="16874"/>
                  </a:lnTo>
                  <a:lnTo>
                    <a:pt x="5869" y="16507"/>
                  </a:lnTo>
                  <a:lnTo>
                    <a:pt x="5869" y="16323"/>
                  </a:lnTo>
                  <a:lnTo>
                    <a:pt x="5869" y="16140"/>
                  </a:lnTo>
                  <a:lnTo>
                    <a:pt x="5833" y="15993"/>
                  </a:lnTo>
                  <a:close/>
                  <a:moveTo>
                    <a:pt x="11298" y="15260"/>
                  </a:moveTo>
                  <a:lnTo>
                    <a:pt x="11298" y="15443"/>
                  </a:lnTo>
                  <a:lnTo>
                    <a:pt x="11225" y="15957"/>
                  </a:lnTo>
                  <a:lnTo>
                    <a:pt x="11225" y="16030"/>
                  </a:lnTo>
                  <a:lnTo>
                    <a:pt x="11261" y="16067"/>
                  </a:lnTo>
                  <a:lnTo>
                    <a:pt x="10088" y="17387"/>
                  </a:lnTo>
                  <a:lnTo>
                    <a:pt x="10088" y="17130"/>
                  </a:lnTo>
                  <a:lnTo>
                    <a:pt x="10088" y="16984"/>
                  </a:lnTo>
                  <a:lnTo>
                    <a:pt x="10308" y="16653"/>
                  </a:lnTo>
                  <a:lnTo>
                    <a:pt x="10821" y="15920"/>
                  </a:lnTo>
                  <a:lnTo>
                    <a:pt x="10785" y="16067"/>
                  </a:lnTo>
                  <a:lnTo>
                    <a:pt x="10711" y="16287"/>
                  </a:lnTo>
                  <a:lnTo>
                    <a:pt x="10711" y="16397"/>
                  </a:lnTo>
                  <a:lnTo>
                    <a:pt x="10711" y="16507"/>
                  </a:lnTo>
                  <a:lnTo>
                    <a:pt x="10748" y="16543"/>
                  </a:lnTo>
                  <a:lnTo>
                    <a:pt x="10785" y="16543"/>
                  </a:lnTo>
                  <a:lnTo>
                    <a:pt x="10895" y="16470"/>
                  </a:lnTo>
                  <a:lnTo>
                    <a:pt x="10968" y="16360"/>
                  </a:lnTo>
                  <a:lnTo>
                    <a:pt x="11005" y="16103"/>
                  </a:lnTo>
                  <a:lnTo>
                    <a:pt x="11005" y="15663"/>
                  </a:lnTo>
                  <a:lnTo>
                    <a:pt x="11225" y="15370"/>
                  </a:lnTo>
                  <a:lnTo>
                    <a:pt x="11298" y="15260"/>
                  </a:lnTo>
                  <a:close/>
                  <a:moveTo>
                    <a:pt x="6566" y="16580"/>
                  </a:moveTo>
                  <a:lnTo>
                    <a:pt x="7006" y="17020"/>
                  </a:lnTo>
                  <a:lnTo>
                    <a:pt x="7006" y="17240"/>
                  </a:lnTo>
                  <a:lnTo>
                    <a:pt x="7006" y="17460"/>
                  </a:lnTo>
                  <a:lnTo>
                    <a:pt x="6896" y="17350"/>
                  </a:lnTo>
                  <a:lnTo>
                    <a:pt x="6640" y="17130"/>
                  </a:lnTo>
                  <a:lnTo>
                    <a:pt x="6640" y="17020"/>
                  </a:lnTo>
                  <a:lnTo>
                    <a:pt x="6603" y="16800"/>
                  </a:lnTo>
                  <a:lnTo>
                    <a:pt x="6566" y="16580"/>
                  </a:lnTo>
                  <a:close/>
                  <a:moveTo>
                    <a:pt x="9464" y="404"/>
                  </a:moveTo>
                  <a:lnTo>
                    <a:pt x="9684" y="440"/>
                  </a:lnTo>
                  <a:lnTo>
                    <a:pt x="9868" y="477"/>
                  </a:lnTo>
                  <a:lnTo>
                    <a:pt x="10051" y="587"/>
                  </a:lnTo>
                  <a:lnTo>
                    <a:pt x="10418" y="844"/>
                  </a:lnTo>
                  <a:lnTo>
                    <a:pt x="10711" y="1064"/>
                  </a:lnTo>
                  <a:lnTo>
                    <a:pt x="12582" y="2421"/>
                  </a:lnTo>
                  <a:lnTo>
                    <a:pt x="14489" y="3815"/>
                  </a:lnTo>
                  <a:lnTo>
                    <a:pt x="15443" y="4512"/>
                  </a:lnTo>
                  <a:lnTo>
                    <a:pt x="15700" y="4732"/>
                  </a:lnTo>
                  <a:lnTo>
                    <a:pt x="15847" y="4805"/>
                  </a:lnTo>
                  <a:lnTo>
                    <a:pt x="15993" y="4879"/>
                  </a:lnTo>
                  <a:lnTo>
                    <a:pt x="15590" y="5356"/>
                  </a:lnTo>
                  <a:lnTo>
                    <a:pt x="15223" y="5869"/>
                  </a:lnTo>
                  <a:lnTo>
                    <a:pt x="15040" y="6089"/>
                  </a:lnTo>
                  <a:lnTo>
                    <a:pt x="14856" y="6383"/>
                  </a:lnTo>
                  <a:lnTo>
                    <a:pt x="14783" y="6529"/>
                  </a:lnTo>
                  <a:lnTo>
                    <a:pt x="14746" y="6639"/>
                  </a:lnTo>
                  <a:lnTo>
                    <a:pt x="14746" y="6786"/>
                  </a:lnTo>
                  <a:lnTo>
                    <a:pt x="14856" y="6896"/>
                  </a:lnTo>
                  <a:lnTo>
                    <a:pt x="14966" y="7006"/>
                  </a:lnTo>
                  <a:lnTo>
                    <a:pt x="15076" y="7080"/>
                  </a:lnTo>
                  <a:lnTo>
                    <a:pt x="15370" y="7190"/>
                  </a:lnTo>
                  <a:lnTo>
                    <a:pt x="15957" y="7300"/>
                  </a:lnTo>
                  <a:lnTo>
                    <a:pt x="16727" y="7446"/>
                  </a:lnTo>
                  <a:lnTo>
                    <a:pt x="17021" y="7520"/>
                  </a:lnTo>
                  <a:lnTo>
                    <a:pt x="16984" y="7593"/>
                  </a:lnTo>
                  <a:lnTo>
                    <a:pt x="16470" y="8143"/>
                  </a:lnTo>
                  <a:lnTo>
                    <a:pt x="15993" y="8730"/>
                  </a:lnTo>
                  <a:lnTo>
                    <a:pt x="15040" y="9904"/>
                  </a:lnTo>
                  <a:lnTo>
                    <a:pt x="12912" y="12508"/>
                  </a:lnTo>
                  <a:lnTo>
                    <a:pt x="11848" y="13792"/>
                  </a:lnTo>
                  <a:lnTo>
                    <a:pt x="10821" y="15113"/>
                  </a:lnTo>
                  <a:lnTo>
                    <a:pt x="10344" y="15736"/>
                  </a:lnTo>
                  <a:lnTo>
                    <a:pt x="9904" y="16397"/>
                  </a:lnTo>
                  <a:lnTo>
                    <a:pt x="9464" y="17057"/>
                  </a:lnTo>
                  <a:lnTo>
                    <a:pt x="9317" y="17277"/>
                  </a:lnTo>
                  <a:lnTo>
                    <a:pt x="9207" y="17497"/>
                  </a:lnTo>
                  <a:lnTo>
                    <a:pt x="8987" y="17387"/>
                  </a:lnTo>
                  <a:lnTo>
                    <a:pt x="8767" y="17350"/>
                  </a:lnTo>
                  <a:lnTo>
                    <a:pt x="8290" y="17204"/>
                  </a:lnTo>
                  <a:lnTo>
                    <a:pt x="7997" y="17094"/>
                  </a:lnTo>
                  <a:lnTo>
                    <a:pt x="7740" y="16910"/>
                  </a:lnTo>
                  <a:lnTo>
                    <a:pt x="7483" y="16727"/>
                  </a:lnTo>
                  <a:lnTo>
                    <a:pt x="7227" y="16507"/>
                  </a:lnTo>
                  <a:lnTo>
                    <a:pt x="6750" y="16067"/>
                  </a:lnTo>
                  <a:lnTo>
                    <a:pt x="6273" y="15663"/>
                  </a:lnTo>
                  <a:lnTo>
                    <a:pt x="5723" y="15296"/>
                  </a:lnTo>
                  <a:lnTo>
                    <a:pt x="5209" y="14929"/>
                  </a:lnTo>
                  <a:lnTo>
                    <a:pt x="3045" y="13462"/>
                  </a:lnTo>
                  <a:lnTo>
                    <a:pt x="1908" y="12619"/>
                  </a:lnTo>
                  <a:lnTo>
                    <a:pt x="1321" y="12215"/>
                  </a:lnTo>
                  <a:lnTo>
                    <a:pt x="697" y="11848"/>
                  </a:lnTo>
                  <a:lnTo>
                    <a:pt x="624" y="11812"/>
                  </a:lnTo>
                  <a:lnTo>
                    <a:pt x="1614" y="10381"/>
                  </a:lnTo>
                  <a:lnTo>
                    <a:pt x="2641" y="8950"/>
                  </a:lnTo>
                  <a:lnTo>
                    <a:pt x="3668" y="7556"/>
                  </a:lnTo>
                  <a:lnTo>
                    <a:pt x="4732" y="6163"/>
                  </a:lnTo>
                  <a:lnTo>
                    <a:pt x="6970" y="3338"/>
                  </a:lnTo>
                  <a:lnTo>
                    <a:pt x="8144" y="1944"/>
                  </a:lnTo>
                  <a:lnTo>
                    <a:pt x="8730" y="1284"/>
                  </a:lnTo>
                  <a:lnTo>
                    <a:pt x="9244" y="550"/>
                  </a:lnTo>
                  <a:lnTo>
                    <a:pt x="9281" y="477"/>
                  </a:lnTo>
                  <a:lnTo>
                    <a:pt x="9281" y="404"/>
                  </a:lnTo>
                  <a:close/>
                  <a:moveTo>
                    <a:pt x="7227" y="17204"/>
                  </a:moveTo>
                  <a:lnTo>
                    <a:pt x="7667" y="17460"/>
                  </a:lnTo>
                  <a:lnTo>
                    <a:pt x="8107" y="17681"/>
                  </a:lnTo>
                  <a:lnTo>
                    <a:pt x="8070" y="17937"/>
                  </a:lnTo>
                  <a:lnTo>
                    <a:pt x="8107" y="18194"/>
                  </a:lnTo>
                  <a:lnTo>
                    <a:pt x="7850" y="18084"/>
                  </a:lnTo>
                  <a:lnTo>
                    <a:pt x="7447" y="17791"/>
                  </a:lnTo>
                  <a:lnTo>
                    <a:pt x="7410" y="17644"/>
                  </a:lnTo>
                  <a:lnTo>
                    <a:pt x="7337" y="17497"/>
                  </a:lnTo>
                  <a:lnTo>
                    <a:pt x="7227" y="17204"/>
                  </a:lnTo>
                  <a:close/>
                  <a:moveTo>
                    <a:pt x="9831" y="17460"/>
                  </a:moveTo>
                  <a:lnTo>
                    <a:pt x="9868" y="17534"/>
                  </a:lnTo>
                  <a:lnTo>
                    <a:pt x="9904" y="17571"/>
                  </a:lnTo>
                  <a:lnTo>
                    <a:pt x="9464" y="18084"/>
                  </a:lnTo>
                  <a:lnTo>
                    <a:pt x="9207" y="18341"/>
                  </a:lnTo>
                  <a:lnTo>
                    <a:pt x="9171" y="18231"/>
                  </a:lnTo>
                  <a:lnTo>
                    <a:pt x="9134" y="18121"/>
                  </a:lnTo>
                  <a:lnTo>
                    <a:pt x="9134" y="17974"/>
                  </a:lnTo>
                  <a:lnTo>
                    <a:pt x="9317" y="17974"/>
                  </a:lnTo>
                  <a:lnTo>
                    <a:pt x="9317" y="17937"/>
                  </a:lnTo>
                  <a:lnTo>
                    <a:pt x="9391" y="17937"/>
                  </a:lnTo>
                  <a:lnTo>
                    <a:pt x="9464" y="17901"/>
                  </a:lnTo>
                  <a:lnTo>
                    <a:pt x="9574" y="17827"/>
                  </a:lnTo>
                  <a:lnTo>
                    <a:pt x="9647" y="17681"/>
                  </a:lnTo>
                  <a:lnTo>
                    <a:pt x="9794" y="17460"/>
                  </a:lnTo>
                  <a:close/>
                  <a:moveTo>
                    <a:pt x="9464" y="0"/>
                  </a:moveTo>
                  <a:lnTo>
                    <a:pt x="9281" y="37"/>
                  </a:lnTo>
                  <a:lnTo>
                    <a:pt x="9134" y="110"/>
                  </a:lnTo>
                  <a:lnTo>
                    <a:pt x="9024" y="147"/>
                  </a:lnTo>
                  <a:lnTo>
                    <a:pt x="8951" y="257"/>
                  </a:lnTo>
                  <a:lnTo>
                    <a:pt x="8914" y="294"/>
                  </a:lnTo>
                  <a:lnTo>
                    <a:pt x="8914" y="330"/>
                  </a:lnTo>
                  <a:lnTo>
                    <a:pt x="8327" y="954"/>
                  </a:lnTo>
                  <a:lnTo>
                    <a:pt x="7740" y="1614"/>
                  </a:lnTo>
                  <a:lnTo>
                    <a:pt x="6640" y="2971"/>
                  </a:lnTo>
                  <a:lnTo>
                    <a:pt x="5502" y="4365"/>
                  </a:lnTo>
                  <a:lnTo>
                    <a:pt x="4402" y="5759"/>
                  </a:lnTo>
                  <a:lnTo>
                    <a:pt x="2421" y="8400"/>
                  </a:lnTo>
                  <a:lnTo>
                    <a:pt x="477" y="11041"/>
                  </a:lnTo>
                  <a:lnTo>
                    <a:pt x="330" y="11261"/>
                  </a:lnTo>
                  <a:lnTo>
                    <a:pt x="37" y="11701"/>
                  </a:lnTo>
                  <a:lnTo>
                    <a:pt x="0" y="11775"/>
                  </a:lnTo>
                  <a:lnTo>
                    <a:pt x="0" y="11885"/>
                  </a:lnTo>
                  <a:lnTo>
                    <a:pt x="37" y="11958"/>
                  </a:lnTo>
                  <a:lnTo>
                    <a:pt x="74" y="12032"/>
                  </a:lnTo>
                  <a:lnTo>
                    <a:pt x="147" y="12068"/>
                  </a:lnTo>
                  <a:lnTo>
                    <a:pt x="220" y="12105"/>
                  </a:lnTo>
                  <a:lnTo>
                    <a:pt x="294" y="12105"/>
                  </a:lnTo>
                  <a:lnTo>
                    <a:pt x="404" y="12068"/>
                  </a:lnTo>
                  <a:lnTo>
                    <a:pt x="440" y="12142"/>
                  </a:lnTo>
                  <a:lnTo>
                    <a:pt x="697" y="12398"/>
                  </a:lnTo>
                  <a:lnTo>
                    <a:pt x="587" y="12508"/>
                  </a:lnTo>
                  <a:lnTo>
                    <a:pt x="514" y="12655"/>
                  </a:lnTo>
                  <a:lnTo>
                    <a:pt x="440" y="12802"/>
                  </a:lnTo>
                  <a:lnTo>
                    <a:pt x="404" y="12949"/>
                  </a:lnTo>
                  <a:lnTo>
                    <a:pt x="404" y="13022"/>
                  </a:lnTo>
                  <a:lnTo>
                    <a:pt x="440" y="13059"/>
                  </a:lnTo>
                  <a:lnTo>
                    <a:pt x="514" y="13095"/>
                  </a:lnTo>
                  <a:lnTo>
                    <a:pt x="550" y="13095"/>
                  </a:lnTo>
                  <a:lnTo>
                    <a:pt x="624" y="13205"/>
                  </a:lnTo>
                  <a:lnTo>
                    <a:pt x="697" y="13315"/>
                  </a:lnTo>
                  <a:lnTo>
                    <a:pt x="881" y="13462"/>
                  </a:lnTo>
                  <a:lnTo>
                    <a:pt x="1284" y="13719"/>
                  </a:lnTo>
                  <a:lnTo>
                    <a:pt x="2385" y="14416"/>
                  </a:lnTo>
                  <a:lnTo>
                    <a:pt x="3558" y="15223"/>
                  </a:lnTo>
                  <a:lnTo>
                    <a:pt x="4659" y="16103"/>
                  </a:lnTo>
                  <a:lnTo>
                    <a:pt x="6420" y="17534"/>
                  </a:lnTo>
                  <a:lnTo>
                    <a:pt x="6420" y="17571"/>
                  </a:lnTo>
                  <a:lnTo>
                    <a:pt x="6493" y="17644"/>
                  </a:lnTo>
                  <a:lnTo>
                    <a:pt x="6566" y="17644"/>
                  </a:lnTo>
                  <a:lnTo>
                    <a:pt x="6823" y="17864"/>
                  </a:lnTo>
                  <a:lnTo>
                    <a:pt x="7300" y="18231"/>
                  </a:lnTo>
                  <a:lnTo>
                    <a:pt x="7777" y="18561"/>
                  </a:lnTo>
                  <a:lnTo>
                    <a:pt x="8034" y="18671"/>
                  </a:lnTo>
                  <a:lnTo>
                    <a:pt x="8254" y="18781"/>
                  </a:lnTo>
                  <a:lnTo>
                    <a:pt x="8510" y="18854"/>
                  </a:lnTo>
                  <a:lnTo>
                    <a:pt x="8620" y="18854"/>
                  </a:lnTo>
                  <a:lnTo>
                    <a:pt x="8767" y="18818"/>
                  </a:lnTo>
                  <a:lnTo>
                    <a:pt x="8804" y="18744"/>
                  </a:lnTo>
                  <a:lnTo>
                    <a:pt x="8840" y="18708"/>
                  </a:lnTo>
                  <a:lnTo>
                    <a:pt x="8840" y="18634"/>
                  </a:lnTo>
                  <a:lnTo>
                    <a:pt x="8804" y="18561"/>
                  </a:lnTo>
                  <a:lnTo>
                    <a:pt x="8730" y="18488"/>
                  </a:lnTo>
                  <a:lnTo>
                    <a:pt x="8620" y="18414"/>
                  </a:lnTo>
                  <a:lnTo>
                    <a:pt x="8437" y="18341"/>
                  </a:lnTo>
                  <a:lnTo>
                    <a:pt x="8400" y="18341"/>
                  </a:lnTo>
                  <a:lnTo>
                    <a:pt x="8400" y="18157"/>
                  </a:lnTo>
                  <a:lnTo>
                    <a:pt x="8400" y="17974"/>
                  </a:lnTo>
                  <a:lnTo>
                    <a:pt x="8364" y="17791"/>
                  </a:lnTo>
                  <a:lnTo>
                    <a:pt x="8620" y="17864"/>
                  </a:lnTo>
                  <a:lnTo>
                    <a:pt x="8951" y="17937"/>
                  </a:lnTo>
                  <a:lnTo>
                    <a:pt x="8877" y="18121"/>
                  </a:lnTo>
                  <a:lnTo>
                    <a:pt x="8877" y="18267"/>
                  </a:lnTo>
                  <a:lnTo>
                    <a:pt x="8914" y="18451"/>
                  </a:lnTo>
                  <a:lnTo>
                    <a:pt x="8987" y="18598"/>
                  </a:lnTo>
                  <a:lnTo>
                    <a:pt x="8877" y="18781"/>
                  </a:lnTo>
                  <a:lnTo>
                    <a:pt x="8877" y="18854"/>
                  </a:lnTo>
                  <a:lnTo>
                    <a:pt x="8914" y="18964"/>
                  </a:lnTo>
                  <a:lnTo>
                    <a:pt x="9024" y="19001"/>
                  </a:lnTo>
                  <a:lnTo>
                    <a:pt x="9097" y="18964"/>
                  </a:lnTo>
                  <a:lnTo>
                    <a:pt x="9281" y="18854"/>
                  </a:lnTo>
                  <a:lnTo>
                    <a:pt x="9427" y="18708"/>
                  </a:lnTo>
                  <a:lnTo>
                    <a:pt x="9721" y="18414"/>
                  </a:lnTo>
                  <a:lnTo>
                    <a:pt x="10344" y="17717"/>
                  </a:lnTo>
                  <a:lnTo>
                    <a:pt x="11555" y="16397"/>
                  </a:lnTo>
                  <a:lnTo>
                    <a:pt x="12802" y="14929"/>
                  </a:lnTo>
                  <a:lnTo>
                    <a:pt x="14013" y="13462"/>
                  </a:lnTo>
                  <a:lnTo>
                    <a:pt x="15150" y="11958"/>
                  </a:lnTo>
                  <a:lnTo>
                    <a:pt x="16214" y="10454"/>
                  </a:lnTo>
                  <a:lnTo>
                    <a:pt x="17314" y="8950"/>
                  </a:lnTo>
                  <a:lnTo>
                    <a:pt x="17791" y="8253"/>
                  </a:lnTo>
                  <a:lnTo>
                    <a:pt x="18011" y="7887"/>
                  </a:lnTo>
                  <a:lnTo>
                    <a:pt x="18231" y="7483"/>
                  </a:lnTo>
                  <a:lnTo>
                    <a:pt x="18304" y="7483"/>
                  </a:lnTo>
                  <a:lnTo>
                    <a:pt x="18341" y="7446"/>
                  </a:lnTo>
                  <a:lnTo>
                    <a:pt x="18378" y="7373"/>
                  </a:lnTo>
                  <a:lnTo>
                    <a:pt x="18378" y="7300"/>
                  </a:lnTo>
                  <a:lnTo>
                    <a:pt x="18268" y="7080"/>
                  </a:lnTo>
                  <a:lnTo>
                    <a:pt x="18158" y="6860"/>
                  </a:lnTo>
                  <a:lnTo>
                    <a:pt x="17828" y="6493"/>
                  </a:lnTo>
                  <a:lnTo>
                    <a:pt x="17644" y="6346"/>
                  </a:lnTo>
                  <a:lnTo>
                    <a:pt x="17424" y="6199"/>
                  </a:lnTo>
                  <a:lnTo>
                    <a:pt x="17277" y="6126"/>
                  </a:lnTo>
                  <a:lnTo>
                    <a:pt x="17131" y="6089"/>
                  </a:lnTo>
                  <a:lnTo>
                    <a:pt x="16910" y="5576"/>
                  </a:lnTo>
                  <a:lnTo>
                    <a:pt x="16837" y="5319"/>
                  </a:lnTo>
                  <a:lnTo>
                    <a:pt x="16800" y="5062"/>
                  </a:lnTo>
                  <a:lnTo>
                    <a:pt x="16800" y="4915"/>
                  </a:lnTo>
                  <a:lnTo>
                    <a:pt x="16727" y="4769"/>
                  </a:lnTo>
                  <a:lnTo>
                    <a:pt x="16654" y="4695"/>
                  </a:lnTo>
                  <a:lnTo>
                    <a:pt x="16470" y="4695"/>
                  </a:lnTo>
                  <a:lnTo>
                    <a:pt x="16397" y="4732"/>
                  </a:lnTo>
                  <a:lnTo>
                    <a:pt x="16360" y="4769"/>
                  </a:lnTo>
                  <a:lnTo>
                    <a:pt x="16397" y="4842"/>
                  </a:lnTo>
                  <a:lnTo>
                    <a:pt x="16434" y="4879"/>
                  </a:lnTo>
                  <a:lnTo>
                    <a:pt x="16434" y="4915"/>
                  </a:lnTo>
                  <a:lnTo>
                    <a:pt x="16434" y="5099"/>
                  </a:lnTo>
                  <a:lnTo>
                    <a:pt x="16434" y="5356"/>
                  </a:lnTo>
                  <a:lnTo>
                    <a:pt x="16470" y="5539"/>
                  </a:lnTo>
                  <a:lnTo>
                    <a:pt x="16544" y="5759"/>
                  </a:lnTo>
                  <a:lnTo>
                    <a:pt x="16690" y="6126"/>
                  </a:lnTo>
                  <a:lnTo>
                    <a:pt x="16984" y="7006"/>
                  </a:lnTo>
                  <a:lnTo>
                    <a:pt x="17021" y="7080"/>
                  </a:lnTo>
                  <a:lnTo>
                    <a:pt x="16544" y="6970"/>
                  </a:lnTo>
                  <a:lnTo>
                    <a:pt x="15920" y="6860"/>
                  </a:lnTo>
                  <a:lnTo>
                    <a:pt x="15296" y="6713"/>
                  </a:lnTo>
                  <a:lnTo>
                    <a:pt x="15186" y="6639"/>
                  </a:lnTo>
                  <a:lnTo>
                    <a:pt x="15223" y="6603"/>
                  </a:lnTo>
                  <a:lnTo>
                    <a:pt x="15333" y="6419"/>
                  </a:lnTo>
                  <a:lnTo>
                    <a:pt x="15700" y="5906"/>
                  </a:lnTo>
                  <a:lnTo>
                    <a:pt x="16030" y="5392"/>
                  </a:lnTo>
                  <a:lnTo>
                    <a:pt x="16287" y="4915"/>
                  </a:lnTo>
                  <a:lnTo>
                    <a:pt x="16360" y="4842"/>
                  </a:lnTo>
                  <a:lnTo>
                    <a:pt x="16360" y="4732"/>
                  </a:lnTo>
                  <a:lnTo>
                    <a:pt x="16324" y="4622"/>
                  </a:lnTo>
                  <a:lnTo>
                    <a:pt x="16250" y="4512"/>
                  </a:lnTo>
                  <a:lnTo>
                    <a:pt x="16067" y="4329"/>
                  </a:lnTo>
                  <a:lnTo>
                    <a:pt x="15590" y="4035"/>
                  </a:lnTo>
                  <a:lnTo>
                    <a:pt x="14526" y="3265"/>
                  </a:lnTo>
                  <a:lnTo>
                    <a:pt x="12435" y="1724"/>
                  </a:lnTo>
                  <a:lnTo>
                    <a:pt x="11445" y="1027"/>
                  </a:lnTo>
                  <a:lnTo>
                    <a:pt x="10454" y="330"/>
                  </a:lnTo>
                  <a:lnTo>
                    <a:pt x="10124" y="147"/>
                  </a:lnTo>
                  <a:lnTo>
                    <a:pt x="9794" y="37"/>
                  </a:lnTo>
                  <a:lnTo>
                    <a:pt x="9611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46" name="Google Shape;302;p5">
              <a:extLst>
                <a:ext uri="{FF2B5EF4-FFF2-40B4-BE49-F238E27FC236}">
                  <a16:creationId xmlns:a16="http://schemas.microsoft.com/office/drawing/2014/main" id="{BCD0B44C-BB81-4F47-89C7-710B8A4F57F7}"/>
                </a:ext>
              </a:extLst>
            </p:cNvPr>
            <p:cNvSpPr/>
            <p:nvPr/>
          </p:nvSpPr>
          <p:spPr>
            <a:xfrm>
              <a:off x="6855475" y="1544725"/>
              <a:ext cx="444800" cy="353100"/>
            </a:xfrm>
            <a:custGeom>
              <a:avLst/>
              <a:gdLst/>
              <a:ahLst/>
              <a:cxnLst/>
              <a:rect l="l" t="t" r="r" b="b"/>
              <a:pathLst>
                <a:path w="17792" h="14124" extrusionOk="0">
                  <a:moveTo>
                    <a:pt x="10565" y="2275"/>
                  </a:moveTo>
                  <a:lnTo>
                    <a:pt x="10785" y="2312"/>
                  </a:lnTo>
                  <a:lnTo>
                    <a:pt x="11189" y="2422"/>
                  </a:lnTo>
                  <a:lnTo>
                    <a:pt x="11555" y="2605"/>
                  </a:lnTo>
                  <a:lnTo>
                    <a:pt x="11445" y="2605"/>
                  </a:lnTo>
                  <a:lnTo>
                    <a:pt x="10638" y="2899"/>
                  </a:lnTo>
                  <a:lnTo>
                    <a:pt x="9868" y="3192"/>
                  </a:lnTo>
                  <a:lnTo>
                    <a:pt x="9245" y="3449"/>
                  </a:lnTo>
                  <a:lnTo>
                    <a:pt x="8584" y="3706"/>
                  </a:lnTo>
                  <a:lnTo>
                    <a:pt x="7961" y="4036"/>
                  </a:lnTo>
                  <a:lnTo>
                    <a:pt x="7667" y="4219"/>
                  </a:lnTo>
                  <a:lnTo>
                    <a:pt x="7410" y="4439"/>
                  </a:lnTo>
                  <a:lnTo>
                    <a:pt x="7631" y="4073"/>
                  </a:lnTo>
                  <a:lnTo>
                    <a:pt x="7887" y="3743"/>
                  </a:lnTo>
                  <a:lnTo>
                    <a:pt x="8144" y="3412"/>
                  </a:lnTo>
                  <a:lnTo>
                    <a:pt x="8438" y="3156"/>
                  </a:lnTo>
                  <a:lnTo>
                    <a:pt x="8768" y="2899"/>
                  </a:lnTo>
                  <a:lnTo>
                    <a:pt x="9098" y="2679"/>
                  </a:lnTo>
                  <a:lnTo>
                    <a:pt x="9501" y="2495"/>
                  </a:lnTo>
                  <a:lnTo>
                    <a:pt x="9905" y="2349"/>
                  </a:lnTo>
                  <a:lnTo>
                    <a:pt x="10125" y="2312"/>
                  </a:lnTo>
                  <a:lnTo>
                    <a:pt x="10345" y="2275"/>
                  </a:lnTo>
                  <a:close/>
                  <a:moveTo>
                    <a:pt x="1285" y="2129"/>
                  </a:moveTo>
                  <a:lnTo>
                    <a:pt x="1248" y="2165"/>
                  </a:lnTo>
                  <a:lnTo>
                    <a:pt x="1101" y="2275"/>
                  </a:lnTo>
                  <a:lnTo>
                    <a:pt x="991" y="2422"/>
                  </a:lnTo>
                  <a:lnTo>
                    <a:pt x="808" y="2715"/>
                  </a:lnTo>
                  <a:lnTo>
                    <a:pt x="588" y="2605"/>
                  </a:lnTo>
                  <a:lnTo>
                    <a:pt x="441" y="2422"/>
                  </a:lnTo>
                  <a:lnTo>
                    <a:pt x="258" y="2239"/>
                  </a:lnTo>
                  <a:lnTo>
                    <a:pt x="184" y="2202"/>
                  </a:lnTo>
                  <a:lnTo>
                    <a:pt x="111" y="2202"/>
                  </a:lnTo>
                  <a:lnTo>
                    <a:pt x="37" y="2239"/>
                  </a:lnTo>
                  <a:lnTo>
                    <a:pt x="1" y="2312"/>
                  </a:lnTo>
                  <a:lnTo>
                    <a:pt x="1" y="2495"/>
                  </a:lnTo>
                  <a:lnTo>
                    <a:pt x="74" y="2642"/>
                  </a:lnTo>
                  <a:lnTo>
                    <a:pt x="147" y="2789"/>
                  </a:lnTo>
                  <a:lnTo>
                    <a:pt x="258" y="2936"/>
                  </a:lnTo>
                  <a:lnTo>
                    <a:pt x="404" y="3046"/>
                  </a:lnTo>
                  <a:lnTo>
                    <a:pt x="588" y="3119"/>
                  </a:lnTo>
                  <a:lnTo>
                    <a:pt x="294" y="3706"/>
                  </a:lnTo>
                  <a:lnTo>
                    <a:pt x="74" y="4293"/>
                  </a:lnTo>
                  <a:lnTo>
                    <a:pt x="74" y="4403"/>
                  </a:lnTo>
                  <a:lnTo>
                    <a:pt x="74" y="4476"/>
                  </a:lnTo>
                  <a:lnTo>
                    <a:pt x="147" y="4549"/>
                  </a:lnTo>
                  <a:lnTo>
                    <a:pt x="221" y="4586"/>
                  </a:lnTo>
                  <a:lnTo>
                    <a:pt x="294" y="4623"/>
                  </a:lnTo>
                  <a:lnTo>
                    <a:pt x="368" y="4586"/>
                  </a:lnTo>
                  <a:lnTo>
                    <a:pt x="441" y="4549"/>
                  </a:lnTo>
                  <a:lnTo>
                    <a:pt x="514" y="4476"/>
                  </a:lnTo>
                  <a:lnTo>
                    <a:pt x="991" y="3339"/>
                  </a:lnTo>
                  <a:lnTo>
                    <a:pt x="1248" y="2789"/>
                  </a:lnTo>
                  <a:lnTo>
                    <a:pt x="1321" y="2495"/>
                  </a:lnTo>
                  <a:lnTo>
                    <a:pt x="1395" y="2202"/>
                  </a:lnTo>
                  <a:lnTo>
                    <a:pt x="1358" y="2165"/>
                  </a:lnTo>
                  <a:lnTo>
                    <a:pt x="1321" y="2129"/>
                  </a:lnTo>
                  <a:close/>
                  <a:moveTo>
                    <a:pt x="11702" y="2715"/>
                  </a:moveTo>
                  <a:lnTo>
                    <a:pt x="11959" y="2936"/>
                  </a:lnTo>
                  <a:lnTo>
                    <a:pt x="12142" y="3156"/>
                  </a:lnTo>
                  <a:lnTo>
                    <a:pt x="12216" y="3266"/>
                  </a:lnTo>
                  <a:lnTo>
                    <a:pt x="11812" y="3412"/>
                  </a:lnTo>
                  <a:lnTo>
                    <a:pt x="11445" y="3559"/>
                  </a:lnTo>
                  <a:lnTo>
                    <a:pt x="9758" y="4183"/>
                  </a:lnTo>
                  <a:lnTo>
                    <a:pt x="8254" y="4770"/>
                  </a:lnTo>
                  <a:lnTo>
                    <a:pt x="7484" y="5100"/>
                  </a:lnTo>
                  <a:lnTo>
                    <a:pt x="7117" y="5283"/>
                  </a:lnTo>
                  <a:lnTo>
                    <a:pt x="6787" y="5503"/>
                  </a:lnTo>
                  <a:lnTo>
                    <a:pt x="7337" y="4549"/>
                  </a:lnTo>
                  <a:lnTo>
                    <a:pt x="7374" y="4549"/>
                  </a:lnTo>
                  <a:lnTo>
                    <a:pt x="8364" y="4073"/>
                  </a:lnTo>
                  <a:lnTo>
                    <a:pt x="9355" y="3632"/>
                  </a:lnTo>
                  <a:lnTo>
                    <a:pt x="11409" y="2862"/>
                  </a:lnTo>
                  <a:lnTo>
                    <a:pt x="11445" y="2936"/>
                  </a:lnTo>
                  <a:lnTo>
                    <a:pt x="11519" y="2972"/>
                  </a:lnTo>
                  <a:lnTo>
                    <a:pt x="11592" y="3009"/>
                  </a:lnTo>
                  <a:lnTo>
                    <a:pt x="11666" y="2972"/>
                  </a:lnTo>
                  <a:lnTo>
                    <a:pt x="11739" y="2899"/>
                  </a:lnTo>
                  <a:lnTo>
                    <a:pt x="11739" y="2789"/>
                  </a:lnTo>
                  <a:lnTo>
                    <a:pt x="11702" y="2715"/>
                  </a:lnTo>
                  <a:close/>
                  <a:moveTo>
                    <a:pt x="12326" y="3522"/>
                  </a:moveTo>
                  <a:lnTo>
                    <a:pt x="12399" y="3596"/>
                  </a:lnTo>
                  <a:lnTo>
                    <a:pt x="12436" y="3596"/>
                  </a:lnTo>
                  <a:lnTo>
                    <a:pt x="12583" y="3926"/>
                  </a:lnTo>
                  <a:lnTo>
                    <a:pt x="12546" y="3926"/>
                  </a:lnTo>
                  <a:lnTo>
                    <a:pt x="12473" y="3963"/>
                  </a:lnTo>
                  <a:lnTo>
                    <a:pt x="12289" y="4109"/>
                  </a:lnTo>
                  <a:lnTo>
                    <a:pt x="12106" y="4219"/>
                  </a:lnTo>
                  <a:lnTo>
                    <a:pt x="11702" y="4403"/>
                  </a:lnTo>
                  <a:lnTo>
                    <a:pt x="11262" y="4586"/>
                  </a:lnTo>
                  <a:lnTo>
                    <a:pt x="10822" y="4733"/>
                  </a:lnTo>
                  <a:lnTo>
                    <a:pt x="9941" y="5026"/>
                  </a:lnTo>
                  <a:lnTo>
                    <a:pt x="9061" y="5393"/>
                  </a:lnTo>
                  <a:lnTo>
                    <a:pt x="8217" y="5723"/>
                  </a:lnTo>
                  <a:lnTo>
                    <a:pt x="7374" y="6127"/>
                  </a:lnTo>
                  <a:lnTo>
                    <a:pt x="6750" y="6384"/>
                  </a:lnTo>
                  <a:lnTo>
                    <a:pt x="6420" y="6567"/>
                  </a:lnTo>
                  <a:lnTo>
                    <a:pt x="6090" y="6750"/>
                  </a:lnTo>
                  <a:lnTo>
                    <a:pt x="6310" y="6384"/>
                  </a:lnTo>
                  <a:lnTo>
                    <a:pt x="6677" y="5650"/>
                  </a:lnTo>
                  <a:lnTo>
                    <a:pt x="7410" y="5467"/>
                  </a:lnTo>
                  <a:lnTo>
                    <a:pt x="8107" y="5173"/>
                  </a:lnTo>
                  <a:lnTo>
                    <a:pt x="9465" y="4623"/>
                  </a:lnTo>
                  <a:lnTo>
                    <a:pt x="10932" y="4073"/>
                  </a:lnTo>
                  <a:lnTo>
                    <a:pt x="11629" y="3816"/>
                  </a:lnTo>
                  <a:lnTo>
                    <a:pt x="12326" y="3522"/>
                  </a:lnTo>
                  <a:close/>
                  <a:moveTo>
                    <a:pt x="5100" y="8401"/>
                  </a:moveTo>
                  <a:lnTo>
                    <a:pt x="4989" y="8438"/>
                  </a:lnTo>
                  <a:lnTo>
                    <a:pt x="4953" y="8474"/>
                  </a:lnTo>
                  <a:lnTo>
                    <a:pt x="4953" y="8511"/>
                  </a:lnTo>
                  <a:lnTo>
                    <a:pt x="4916" y="8768"/>
                  </a:lnTo>
                  <a:lnTo>
                    <a:pt x="4879" y="8988"/>
                  </a:lnTo>
                  <a:lnTo>
                    <a:pt x="4879" y="9245"/>
                  </a:lnTo>
                  <a:lnTo>
                    <a:pt x="4916" y="9355"/>
                  </a:lnTo>
                  <a:lnTo>
                    <a:pt x="4989" y="9465"/>
                  </a:lnTo>
                  <a:lnTo>
                    <a:pt x="5026" y="9501"/>
                  </a:lnTo>
                  <a:lnTo>
                    <a:pt x="5173" y="9501"/>
                  </a:lnTo>
                  <a:lnTo>
                    <a:pt x="5210" y="9465"/>
                  </a:lnTo>
                  <a:lnTo>
                    <a:pt x="5283" y="9391"/>
                  </a:lnTo>
                  <a:lnTo>
                    <a:pt x="5320" y="9281"/>
                  </a:lnTo>
                  <a:lnTo>
                    <a:pt x="5320" y="9061"/>
                  </a:lnTo>
                  <a:lnTo>
                    <a:pt x="5320" y="8768"/>
                  </a:lnTo>
                  <a:lnTo>
                    <a:pt x="5283" y="8511"/>
                  </a:lnTo>
                  <a:lnTo>
                    <a:pt x="5246" y="8474"/>
                  </a:lnTo>
                  <a:lnTo>
                    <a:pt x="5210" y="8438"/>
                  </a:lnTo>
                  <a:lnTo>
                    <a:pt x="5100" y="8401"/>
                  </a:lnTo>
                  <a:close/>
                  <a:moveTo>
                    <a:pt x="5210" y="9685"/>
                  </a:moveTo>
                  <a:lnTo>
                    <a:pt x="5136" y="9722"/>
                  </a:lnTo>
                  <a:lnTo>
                    <a:pt x="5063" y="9758"/>
                  </a:lnTo>
                  <a:lnTo>
                    <a:pt x="5026" y="9795"/>
                  </a:lnTo>
                  <a:lnTo>
                    <a:pt x="4989" y="9905"/>
                  </a:lnTo>
                  <a:lnTo>
                    <a:pt x="4989" y="9978"/>
                  </a:lnTo>
                  <a:lnTo>
                    <a:pt x="4916" y="10308"/>
                  </a:lnTo>
                  <a:lnTo>
                    <a:pt x="4916" y="10639"/>
                  </a:lnTo>
                  <a:lnTo>
                    <a:pt x="4953" y="10749"/>
                  </a:lnTo>
                  <a:lnTo>
                    <a:pt x="4989" y="10785"/>
                  </a:lnTo>
                  <a:lnTo>
                    <a:pt x="5063" y="10822"/>
                  </a:lnTo>
                  <a:lnTo>
                    <a:pt x="5173" y="10822"/>
                  </a:lnTo>
                  <a:lnTo>
                    <a:pt x="5246" y="10785"/>
                  </a:lnTo>
                  <a:lnTo>
                    <a:pt x="5283" y="10749"/>
                  </a:lnTo>
                  <a:lnTo>
                    <a:pt x="5283" y="10639"/>
                  </a:lnTo>
                  <a:lnTo>
                    <a:pt x="5283" y="10272"/>
                  </a:lnTo>
                  <a:lnTo>
                    <a:pt x="5356" y="9905"/>
                  </a:lnTo>
                  <a:lnTo>
                    <a:pt x="5356" y="9832"/>
                  </a:lnTo>
                  <a:lnTo>
                    <a:pt x="5320" y="9758"/>
                  </a:lnTo>
                  <a:lnTo>
                    <a:pt x="5283" y="9722"/>
                  </a:lnTo>
                  <a:lnTo>
                    <a:pt x="5210" y="9685"/>
                  </a:lnTo>
                  <a:close/>
                  <a:moveTo>
                    <a:pt x="14600" y="9501"/>
                  </a:moveTo>
                  <a:lnTo>
                    <a:pt x="14563" y="9575"/>
                  </a:lnTo>
                  <a:lnTo>
                    <a:pt x="14490" y="9868"/>
                  </a:lnTo>
                  <a:lnTo>
                    <a:pt x="14417" y="10125"/>
                  </a:lnTo>
                  <a:lnTo>
                    <a:pt x="14380" y="10712"/>
                  </a:lnTo>
                  <a:lnTo>
                    <a:pt x="14417" y="10785"/>
                  </a:lnTo>
                  <a:lnTo>
                    <a:pt x="14453" y="10859"/>
                  </a:lnTo>
                  <a:lnTo>
                    <a:pt x="14527" y="10895"/>
                  </a:lnTo>
                  <a:lnTo>
                    <a:pt x="14600" y="10932"/>
                  </a:lnTo>
                  <a:lnTo>
                    <a:pt x="14673" y="10932"/>
                  </a:lnTo>
                  <a:lnTo>
                    <a:pt x="14747" y="10895"/>
                  </a:lnTo>
                  <a:lnTo>
                    <a:pt x="14783" y="10859"/>
                  </a:lnTo>
                  <a:lnTo>
                    <a:pt x="14820" y="10785"/>
                  </a:lnTo>
                  <a:lnTo>
                    <a:pt x="14820" y="10639"/>
                  </a:lnTo>
                  <a:lnTo>
                    <a:pt x="14820" y="10088"/>
                  </a:lnTo>
                  <a:lnTo>
                    <a:pt x="14820" y="9832"/>
                  </a:lnTo>
                  <a:lnTo>
                    <a:pt x="14747" y="9575"/>
                  </a:lnTo>
                  <a:lnTo>
                    <a:pt x="14710" y="9501"/>
                  </a:lnTo>
                  <a:close/>
                  <a:moveTo>
                    <a:pt x="12729" y="4183"/>
                  </a:moveTo>
                  <a:lnTo>
                    <a:pt x="12986" y="4880"/>
                  </a:lnTo>
                  <a:lnTo>
                    <a:pt x="12766" y="4990"/>
                  </a:lnTo>
                  <a:lnTo>
                    <a:pt x="12509" y="5100"/>
                  </a:lnTo>
                  <a:lnTo>
                    <a:pt x="12032" y="5320"/>
                  </a:lnTo>
                  <a:lnTo>
                    <a:pt x="10969" y="5833"/>
                  </a:lnTo>
                  <a:lnTo>
                    <a:pt x="9978" y="6310"/>
                  </a:lnTo>
                  <a:lnTo>
                    <a:pt x="8988" y="6714"/>
                  </a:lnTo>
                  <a:lnTo>
                    <a:pt x="8071" y="7007"/>
                  </a:lnTo>
                  <a:lnTo>
                    <a:pt x="7117" y="7301"/>
                  </a:lnTo>
                  <a:lnTo>
                    <a:pt x="6677" y="7484"/>
                  </a:lnTo>
                  <a:lnTo>
                    <a:pt x="6237" y="7704"/>
                  </a:lnTo>
                  <a:lnTo>
                    <a:pt x="5796" y="7924"/>
                  </a:lnTo>
                  <a:lnTo>
                    <a:pt x="5430" y="8218"/>
                  </a:lnTo>
                  <a:lnTo>
                    <a:pt x="5393" y="8254"/>
                  </a:lnTo>
                  <a:lnTo>
                    <a:pt x="5393" y="8291"/>
                  </a:lnTo>
                  <a:lnTo>
                    <a:pt x="5430" y="8328"/>
                  </a:lnTo>
                  <a:lnTo>
                    <a:pt x="5466" y="8328"/>
                  </a:lnTo>
                  <a:lnTo>
                    <a:pt x="6420" y="7961"/>
                  </a:lnTo>
                  <a:lnTo>
                    <a:pt x="7337" y="7594"/>
                  </a:lnTo>
                  <a:lnTo>
                    <a:pt x="8364" y="7264"/>
                  </a:lnTo>
                  <a:lnTo>
                    <a:pt x="9391" y="6897"/>
                  </a:lnTo>
                  <a:lnTo>
                    <a:pt x="10345" y="6530"/>
                  </a:lnTo>
                  <a:lnTo>
                    <a:pt x="11262" y="6090"/>
                  </a:lnTo>
                  <a:lnTo>
                    <a:pt x="12326" y="5577"/>
                  </a:lnTo>
                  <a:lnTo>
                    <a:pt x="12729" y="5393"/>
                  </a:lnTo>
                  <a:lnTo>
                    <a:pt x="12913" y="5283"/>
                  </a:lnTo>
                  <a:lnTo>
                    <a:pt x="13133" y="5210"/>
                  </a:lnTo>
                  <a:lnTo>
                    <a:pt x="13169" y="5356"/>
                  </a:lnTo>
                  <a:lnTo>
                    <a:pt x="13426" y="5870"/>
                  </a:lnTo>
                  <a:lnTo>
                    <a:pt x="13390" y="5870"/>
                  </a:lnTo>
                  <a:lnTo>
                    <a:pt x="13353" y="5797"/>
                  </a:lnTo>
                  <a:lnTo>
                    <a:pt x="13280" y="5760"/>
                  </a:lnTo>
                  <a:lnTo>
                    <a:pt x="13206" y="5723"/>
                  </a:lnTo>
                  <a:lnTo>
                    <a:pt x="13133" y="5760"/>
                  </a:lnTo>
                  <a:lnTo>
                    <a:pt x="12216" y="6237"/>
                  </a:lnTo>
                  <a:lnTo>
                    <a:pt x="11299" y="6677"/>
                  </a:lnTo>
                  <a:lnTo>
                    <a:pt x="10345" y="7081"/>
                  </a:lnTo>
                  <a:lnTo>
                    <a:pt x="9428" y="7484"/>
                  </a:lnTo>
                  <a:lnTo>
                    <a:pt x="8474" y="7851"/>
                  </a:lnTo>
                  <a:lnTo>
                    <a:pt x="7520" y="8181"/>
                  </a:lnTo>
                  <a:lnTo>
                    <a:pt x="6640" y="8474"/>
                  </a:lnTo>
                  <a:lnTo>
                    <a:pt x="6163" y="8658"/>
                  </a:lnTo>
                  <a:lnTo>
                    <a:pt x="5980" y="8768"/>
                  </a:lnTo>
                  <a:lnTo>
                    <a:pt x="5760" y="8878"/>
                  </a:lnTo>
                  <a:lnTo>
                    <a:pt x="5760" y="8915"/>
                  </a:lnTo>
                  <a:lnTo>
                    <a:pt x="5760" y="8951"/>
                  </a:lnTo>
                  <a:lnTo>
                    <a:pt x="6273" y="8951"/>
                  </a:lnTo>
                  <a:lnTo>
                    <a:pt x="6713" y="8805"/>
                  </a:lnTo>
                  <a:lnTo>
                    <a:pt x="7631" y="8511"/>
                  </a:lnTo>
                  <a:lnTo>
                    <a:pt x="8621" y="8144"/>
                  </a:lnTo>
                  <a:lnTo>
                    <a:pt x="9611" y="7777"/>
                  </a:lnTo>
                  <a:lnTo>
                    <a:pt x="10528" y="7411"/>
                  </a:lnTo>
                  <a:lnTo>
                    <a:pt x="11409" y="7007"/>
                  </a:lnTo>
                  <a:lnTo>
                    <a:pt x="12289" y="6604"/>
                  </a:lnTo>
                  <a:lnTo>
                    <a:pt x="13133" y="6163"/>
                  </a:lnTo>
                  <a:lnTo>
                    <a:pt x="13206" y="6200"/>
                  </a:lnTo>
                  <a:lnTo>
                    <a:pt x="13316" y="6200"/>
                  </a:lnTo>
                  <a:lnTo>
                    <a:pt x="13390" y="6163"/>
                  </a:lnTo>
                  <a:lnTo>
                    <a:pt x="13463" y="6090"/>
                  </a:lnTo>
                  <a:lnTo>
                    <a:pt x="13500" y="6053"/>
                  </a:lnTo>
                  <a:lnTo>
                    <a:pt x="13866" y="6714"/>
                  </a:lnTo>
                  <a:lnTo>
                    <a:pt x="13646" y="6787"/>
                  </a:lnTo>
                  <a:lnTo>
                    <a:pt x="13463" y="6860"/>
                  </a:lnTo>
                  <a:lnTo>
                    <a:pt x="12913" y="7081"/>
                  </a:lnTo>
                  <a:lnTo>
                    <a:pt x="12399" y="7337"/>
                  </a:lnTo>
                  <a:lnTo>
                    <a:pt x="11225" y="7961"/>
                  </a:lnTo>
                  <a:lnTo>
                    <a:pt x="10675" y="8254"/>
                  </a:lnTo>
                  <a:lnTo>
                    <a:pt x="10052" y="8548"/>
                  </a:lnTo>
                  <a:lnTo>
                    <a:pt x="9428" y="8768"/>
                  </a:lnTo>
                  <a:lnTo>
                    <a:pt x="8804" y="8951"/>
                  </a:lnTo>
                  <a:lnTo>
                    <a:pt x="7520" y="9318"/>
                  </a:lnTo>
                  <a:lnTo>
                    <a:pt x="6200" y="9722"/>
                  </a:lnTo>
                  <a:lnTo>
                    <a:pt x="5796" y="9868"/>
                  </a:lnTo>
                  <a:lnTo>
                    <a:pt x="5650" y="10015"/>
                  </a:lnTo>
                  <a:lnTo>
                    <a:pt x="5576" y="10052"/>
                  </a:lnTo>
                  <a:lnTo>
                    <a:pt x="5576" y="10015"/>
                  </a:lnTo>
                  <a:lnTo>
                    <a:pt x="5540" y="9978"/>
                  </a:lnTo>
                  <a:lnTo>
                    <a:pt x="5540" y="10015"/>
                  </a:lnTo>
                  <a:lnTo>
                    <a:pt x="5503" y="10088"/>
                  </a:lnTo>
                  <a:lnTo>
                    <a:pt x="5503" y="10198"/>
                  </a:lnTo>
                  <a:lnTo>
                    <a:pt x="5540" y="10235"/>
                  </a:lnTo>
                  <a:lnTo>
                    <a:pt x="5576" y="10235"/>
                  </a:lnTo>
                  <a:lnTo>
                    <a:pt x="5796" y="10125"/>
                  </a:lnTo>
                  <a:lnTo>
                    <a:pt x="6017" y="10052"/>
                  </a:lnTo>
                  <a:lnTo>
                    <a:pt x="6530" y="9942"/>
                  </a:lnTo>
                  <a:lnTo>
                    <a:pt x="7704" y="9575"/>
                  </a:lnTo>
                  <a:lnTo>
                    <a:pt x="8878" y="9281"/>
                  </a:lnTo>
                  <a:lnTo>
                    <a:pt x="9465" y="9098"/>
                  </a:lnTo>
                  <a:lnTo>
                    <a:pt x="10015" y="8878"/>
                  </a:lnTo>
                  <a:lnTo>
                    <a:pt x="10528" y="8695"/>
                  </a:lnTo>
                  <a:lnTo>
                    <a:pt x="11005" y="8438"/>
                  </a:lnTo>
                  <a:lnTo>
                    <a:pt x="11959" y="7924"/>
                  </a:lnTo>
                  <a:lnTo>
                    <a:pt x="12473" y="7667"/>
                  </a:lnTo>
                  <a:lnTo>
                    <a:pt x="12986" y="7411"/>
                  </a:lnTo>
                  <a:lnTo>
                    <a:pt x="13573" y="7191"/>
                  </a:lnTo>
                  <a:lnTo>
                    <a:pt x="13756" y="7117"/>
                  </a:lnTo>
                  <a:lnTo>
                    <a:pt x="14013" y="7044"/>
                  </a:lnTo>
                  <a:lnTo>
                    <a:pt x="14050" y="7081"/>
                  </a:lnTo>
                  <a:lnTo>
                    <a:pt x="14160" y="7081"/>
                  </a:lnTo>
                  <a:lnTo>
                    <a:pt x="14197" y="7191"/>
                  </a:lnTo>
                  <a:lnTo>
                    <a:pt x="13830" y="7374"/>
                  </a:lnTo>
                  <a:lnTo>
                    <a:pt x="13500" y="7594"/>
                  </a:lnTo>
                  <a:lnTo>
                    <a:pt x="12436" y="8218"/>
                  </a:lnTo>
                  <a:lnTo>
                    <a:pt x="11335" y="8768"/>
                  </a:lnTo>
                  <a:lnTo>
                    <a:pt x="10198" y="9245"/>
                  </a:lnTo>
                  <a:lnTo>
                    <a:pt x="9061" y="9685"/>
                  </a:lnTo>
                  <a:lnTo>
                    <a:pt x="7887" y="10088"/>
                  </a:lnTo>
                  <a:lnTo>
                    <a:pt x="6750" y="10455"/>
                  </a:lnTo>
                  <a:lnTo>
                    <a:pt x="6200" y="10639"/>
                  </a:lnTo>
                  <a:lnTo>
                    <a:pt x="5906" y="10749"/>
                  </a:lnTo>
                  <a:lnTo>
                    <a:pt x="5650" y="10895"/>
                  </a:lnTo>
                  <a:lnTo>
                    <a:pt x="5613" y="10932"/>
                  </a:lnTo>
                  <a:lnTo>
                    <a:pt x="5613" y="10969"/>
                  </a:lnTo>
                  <a:lnTo>
                    <a:pt x="5613" y="11005"/>
                  </a:lnTo>
                  <a:lnTo>
                    <a:pt x="5686" y="11042"/>
                  </a:lnTo>
                  <a:lnTo>
                    <a:pt x="5943" y="11005"/>
                  </a:lnTo>
                  <a:lnTo>
                    <a:pt x="6200" y="10969"/>
                  </a:lnTo>
                  <a:lnTo>
                    <a:pt x="6713" y="10822"/>
                  </a:lnTo>
                  <a:lnTo>
                    <a:pt x="7337" y="10602"/>
                  </a:lnTo>
                  <a:lnTo>
                    <a:pt x="7961" y="10419"/>
                  </a:lnTo>
                  <a:lnTo>
                    <a:pt x="9208" y="10015"/>
                  </a:lnTo>
                  <a:lnTo>
                    <a:pt x="10418" y="9538"/>
                  </a:lnTo>
                  <a:lnTo>
                    <a:pt x="11445" y="9061"/>
                  </a:lnTo>
                  <a:lnTo>
                    <a:pt x="12473" y="8584"/>
                  </a:lnTo>
                  <a:lnTo>
                    <a:pt x="13573" y="7961"/>
                  </a:lnTo>
                  <a:lnTo>
                    <a:pt x="14013" y="7741"/>
                  </a:lnTo>
                  <a:lnTo>
                    <a:pt x="14233" y="7594"/>
                  </a:lnTo>
                  <a:lnTo>
                    <a:pt x="14417" y="7447"/>
                  </a:lnTo>
                  <a:lnTo>
                    <a:pt x="14527" y="7594"/>
                  </a:lnTo>
                  <a:lnTo>
                    <a:pt x="14527" y="7631"/>
                  </a:lnTo>
                  <a:lnTo>
                    <a:pt x="14417" y="7961"/>
                  </a:lnTo>
                  <a:lnTo>
                    <a:pt x="14417" y="8328"/>
                  </a:lnTo>
                  <a:lnTo>
                    <a:pt x="14343" y="8254"/>
                  </a:lnTo>
                  <a:lnTo>
                    <a:pt x="14233" y="8254"/>
                  </a:lnTo>
                  <a:lnTo>
                    <a:pt x="13830" y="8438"/>
                  </a:lnTo>
                  <a:lnTo>
                    <a:pt x="13426" y="8658"/>
                  </a:lnTo>
                  <a:lnTo>
                    <a:pt x="12693" y="9135"/>
                  </a:lnTo>
                  <a:lnTo>
                    <a:pt x="12252" y="9428"/>
                  </a:lnTo>
                  <a:lnTo>
                    <a:pt x="11776" y="9685"/>
                  </a:lnTo>
                  <a:lnTo>
                    <a:pt x="11299" y="9942"/>
                  </a:lnTo>
                  <a:lnTo>
                    <a:pt x="10822" y="10125"/>
                  </a:lnTo>
                  <a:lnTo>
                    <a:pt x="8658" y="10822"/>
                  </a:lnTo>
                  <a:lnTo>
                    <a:pt x="7741" y="11115"/>
                  </a:lnTo>
                  <a:lnTo>
                    <a:pt x="7300" y="11262"/>
                  </a:lnTo>
                  <a:lnTo>
                    <a:pt x="6860" y="11446"/>
                  </a:lnTo>
                  <a:lnTo>
                    <a:pt x="5283" y="11409"/>
                  </a:lnTo>
                  <a:lnTo>
                    <a:pt x="5246" y="11189"/>
                  </a:lnTo>
                  <a:lnTo>
                    <a:pt x="5173" y="11115"/>
                  </a:lnTo>
                  <a:lnTo>
                    <a:pt x="5026" y="11115"/>
                  </a:lnTo>
                  <a:lnTo>
                    <a:pt x="4989" y="11189"/>
                  </a:lnTo>
                  <a:lnTo>
                    <a:pt x="4953" y="11409"/>
                  </a:lnTo>
                  <a:lnTo>
                    <a:pt x="4182" y="11336"/>
                  </a:lnTo>
                  <a:lnTo>
                    <a:pt x="3816" y="11336"/>
                  </a:lnTo>
                  <a:lnTo>
                    <a:pt x="3412" y="11372"/>
                  </a:lnTo>
                  <a:lnTo>
                    <a:pt x="3119" y="11409"/>
                  </a:lnTo>
                  <a:lnTo>
                    <a:pt x="2862" y="11556"/>
                  </a:lnTo>
                  <a:lnTo>
                    <a:pt x="2825" y="11005"/>
                  </a:lnTo>
                  <a:lnTo>
                    <a:pt x="2715" y="9428"/>
                  </a:lnTo>
                  <a:lnTo>
                    <a:pt x="2715" y="9171"/>
                  </a:lnTo>
                  <a:lnTo>
                    <a:pt x="2972" y="9171"/>
                  </a:lnTo>
                  <a:lnTo>
                    <a:pt x="3265" y="9135"/>
                  </a:lnTo>
                  <a:lnTo>
                    <a:pt x="3522" y="9061"/>
                  </a:lnTo>
                  <a:lnTo>
                    <a:pt x="3779" y="8988"/>
                  </a:lnTo>
                  <a:lnTo>
                    <a:pt x="4036" y="8841"/>
                  </a:lnTo>
                  <a:lnTo>
                    <a:pt x="4293" y="8695"/>
                  </a:lnTo>
                  <a:lnTo>
                    <a:pt x="4733" y="8401"/>
                  </a:lnTo>
                  <a:lnTo>
                    <a:pt x="5063" y="8108"/>
                  </a:lnTo>
                  <a:lnTo>
                    <a:pt x="5356" y="7777"/>
                  </a:lnTo>
                  <a:lnTo>
                    <a:pt x="5613" y="7447"/>
                  </a:lnTo>
                  <a:lnTo>
                    <a:pt x="5870" y="7117"/>
                  </a:lnTo>
                  <a:lnTo>
                    <a:pt x="6273" y="7007"/>
                  </a:lnTo>
                  <a:lnTo>
                    <a:pt x="6640" y="6824"/>
                  </a:lnTo>
                  <a:lnTo>
                    <a:pt x="7410" y="6420"/>
                  </a:lnTo>
                  <a:lnTo>
                    <a:pt x="8401" y="5980"/>
                  </a:lnTo>
                  <a:lnTo>
                    <a:pt x="9355" y="5577"/>
                  </a:lnTo>
                  <a:lnTo>
                    <a:pt x="10308" y="5246"/>
                  </a:lnTo>
                  <a:lnTo>
                    <a:pt x="11262" y="4880"/>
                  </a:lnTo>
                  <a:lnTo>
                    <a:pt x="12032" y="4623"/>
                  </a:lnTo>
                  <a:lnTo>
                    <a:pt x="12436" y="4403"/>
                  </a:lnTo>
                  <a:lnTo>
                    <a:pt x="12619" y="4219"/>
                  </a:lnTo>
                  <a:lnTo>
                    <a:pt x="12729" y="4183"/>
                  </a:lnTo>
                  <a:close/>
                  <a:moveTo>
                    <a:pt x="2385" y="1"/>
                  </a:moveTo>
                  <a:lnTo>
                    <a:pt x="2238" y="38"/>
                  </a:lnTo>
                  <a:lnTo>
                    <a:pt x="2202" y="74"/>
                  </a:lnTo>
                  <a:lnTo>
                    <a:pt x="2165" y="111"/>
                  </a:lnTo>
                  <a:lnTo>
                    <a:pt x="2055" y="368"/>
                  </a:lnTo>
                  <a:lnTo>
                    <a:pt x="1982" y="515"/>
                  </a:lnTo>
                  <a:lnTo>
                    <a:pt x="1578" y="1432"/>
                  </a:lnTo>
                  <a:lnTo>
                    <a:pt x="1541" y="1542"/>
                  </a:lnTo>
                  <a:lnTo>
                    <a:pt x="1578" y="1615"/>
                  </a:lnTo>
                  <a:lnTo>
                    <a:pt x="1615" y="1688"/>
                  </a:lnTo>
                  <a:lnTo>
                    <a:pt x="1688" y="1762"/>
                  </a:lnTo>
                  <a:lnTo>
                    <a:pt x="1761" y="1798"/>
                  </a:lnTo>
                  <a:lnTo>
                    <a:pt x="1835" y="1798"/>
                  </a:lnTo>
                  <a:lnTo>
                    <a:pt x="1908" y="1762"/>
                  </a:lnTo>
                  <a:lnTo>
                    <a:pt x="1982" y="1652"/>
                  </a:lnTo>
                  <a:lnTo>
                    <a:pt x="2128" y="1358"/>
                  </a:lnTo>
                  <a:lnTo>
                    <a:pt x="2092" y="2165"/>
                  </a:lnTo>
                  <a:lnTo>
                    <a:pt x="2092" y="2972"/>
                  </a:lnTo>
                  <a:lnTo>
                    <a:pt x="2055" y="4073"/>
                  </a:lnTo>
                  <a:lnTo>
                    <a:pt x="1982" y="4109"/>
                  </a:lnTo>
                  <a:lnTo>
                    <a:pt x="1835" y="4073"/>
                  </a:lnTo>
                  <a:lnTo>
                    <a:pt x="1725" y="3999"/>
                  </a:lnTo>
                  <a:lnTo>
                    <a:pt x="1615" y="3999"/>
                  </a:lnTo>
                  <a:lnTo>
                    <a:pt x="1541" y="4036"/>
                  </a:lnTo>
                  <a:lnTo>
                    <a:pt x="1505" y="4109"/>
                  </a:lnTo>
                  <a:lnTo>
                    <a:pt x="1541" y="4219"/>
                  </a:lnTo>
                  <a:lnTo>
                    <a:pt x="1651" y="4293"/>
                  </a:lnTo>
                  <a:lnTo>
                    <a:pt x="1761" y="4366"/>
                  </a:lnTo>
                  <a:lnTo>
                    <a:pt x="1908" y="4403"/>
                  </a:lnTo>
                  <a:lnTo>
                    <a:pt x="2055" y="4439"/>
                  </a:lnTo>
                  <a:lnTo>
                    <a:pt x="2055" y="5540"/>
                  </a:lnTo>
                  <a:lnTo>
                    <a:pt x="1908" y="5577"/>
                  </a:lnTo>
                  <a:lnTo>
                    <a:pt x="1651" y="5613"/>
                  </a:lnTo>
                  <a:lnTo>
                    <a:pt x="1615" y="5687"/>
                  </a:lnTo>
                  <a:lnTo>
                    <a:pt x="1541" y="5723"/>
                  </a:lnTo>
                  <a:lnTo>
                    <a:pt x="1541" y="5760"/>
                  </a:lnTo>
                  <a:lnTo>
                    <a:pt x="1505" y="5797"/>
                  </a:lnTo>
                  <a:lnTo>
                    <a:pt x="1541" y="5833"/>
                  </a:lnTo>
                  <a:lnTo>
                    <a:pt x="1578" y="5833"/>
                  </a:lnTo>
                  <a:lnTo>
                    <a:pt x="1651" y="5907"/>
                  </a:lnTo>
                  <a:lnTo>
                    <a:pt x="2055" y="5907"/>
                  </a:lnTo>
                  <a:lnTo>
                    <a:pt x="2092" y="6200"/>
                  </a:lnTo>
                  <a:lnTo>
                    <a:pt x="2092" y="7154"/>
                  </a:lnTo>
                  <a:lnTo>
                    <a:pt x="1835" y="7227"/>
                  </a:lnTo>
                  <a:lnTo>
                    <a:pt x="1541" y="7374"/>
                  </a:lnTo>
                  <a:lnTo>
                    <a:pt x="1505" y="7411"/>
                  </a:lnTo>
                  <a:lnTo>
                    <a:pt x="1505" y="7447"/>
                  </a:lnTo>
                  <a:lnTo>
                    <a:pt x="1541" y="7484"/>
                  </a:lnTo>
                  <a:lnTo>
                    <a:pt x="1578" y="7521"/>
                  </a:lnTo>
                  <a:lnTo>
                    <a:pt x="2092" y="7521"/>
                  </a:lnTo>
                  <a:lnTo>
                    <a:pt x="2165" y="8951"/>
                  </a:lnTo>
                  <a:lnTo>
                    <a:pt x="2165" y="8988"/>
                  </a:lnTo>
                  <a:lnTo>
                    <a:pt x="1982" y="8951"/>
                  </a:lnTo>
                  <a:lnTo>
                    <a:pt x="1578" y="8951"/>
                  </a:lnTo>
                  <a:lnTo>
                    <a:pt x="1505" y="8988"/>
                  </a:lnTo>
                  <a:lnTo>
                    <a:pt x="1468" y="9061"/>
                  </a:lnTo>
                  <a:lnTo>
                    <a:pt x="1468" y="9135"/>
                  </a:lnTo>
                  <a:lnTo>
                    <a:pt x="1541" y="9208"/>
                  </a:lnTo>
                  <a:lnTo>
                    <a:pt x="1688" y="9245"/>
                  </a:lnTo>
                  <a:lnTo>
                    <a:pt x="1835" y="9318"/>
                  </a:lnTo>
                  <a:lnTo>
                    <a:pt x="2202" y="9391"/>
                  </a:lnTo>
                  <a:lnTo>
                    <a:pt x="2238" y="10419"/>
                  </a:lnTo>
                  <a:lnTo>
                    <a:pt x="2018" y="10419"/>
                  </a:lnTo>
                  <a:lnTo>
                    <a:pt x="1798" y="10455"/>
                  </a:lnTo>
                  <a:lnTo>
                    <a:pt x="1725" y="10529"/>
                  </a:lnTo>
                  <a:lnTo>
                    <a:pt x="1651" y="10602"/>
                  </a:lnTo>
                  <a:lnTo>
                    <a:pt x="1578" y="10675"/>
                  </a:lnTo>
                  <a:lnTo>
                    <a:pt x="1615" y="10749"/>
                  </a:lnTo>
                  <a:lnTo>
                    <a:pt x="1688" y="10822"/>
                  </a:lnTo>
                  <a:lnTo>
                    <a:pt x="2128" y="10822"/>
                  </a:lnTo>
                  <a:lnTo>
                    <a:pt x="2275" y="10859"/>
                  </a:lnTo>
                  <a:lnTo>
                    <a:pt x="2275" y="10895"/>
                  </a:lnTo>
                  <a:lnTo>
                    <a:pt x="2312" y="11702"/>
                  </a:lnTo>
                  <a:lnTo>
                    <a:pt x="2348" y="11959"/>
                  </a:lnTo>
                  <a:lnTo>
                    <a:pt x="2385" y="12106"/>
                  </a:lnTo>
                  <a:lnTo>
                    <a:pt x="2495" y="12216"/>
                  </a:lnTo>
                  <a:lnTo>
                    <a:pt x="2568" y="12253"/>
                  </a:lnTo>
                  <a:lnTo>
                    <a:pt x="2679" y="12253"/>
                  </a:lnTo>
                  <a:lnTo>
                    <a:pt x="2752" y="12216"/>
                  </a:lnTo>
                  <a:lnTo>
                    <a:pt x="2789" y="12143"/>
                  </a:lnTo>
                  <a:lnTo>
                    <a:pt x="2825" y="12106"/>
                  </a:lnTo>
                  <a:lnTo>
                    <a:pt x="3009" y="11959"/>
                  </a:lnTo>
                  <a:lnTo>
                    <a:pt x="3265" y="11886"/>
                  </a:lnTo>
                  <a:lnTo>
                    <a:pt x="3486" y="11849"/>
                  </a:lnTo>
                  <a:lnTo>
                    <a:pt x="3742" y="11849"/>
                  </a:lnTo>
                  <a:lnTo>
                    <a:pt x="3742" y="12033"/>
                  </a:lnTo>
                  <a:lnTo>
                    <a:pt x="3742" y="12216"/>
                  </a:lnTo>
                  <a:lnTo>
                    <a:pt x="3816" y="12363"/>
                  </a:lnTo>
                  <a:lnTo>
                    <a:pt x="3889" y="12509"/>
                  </a:lnTo>
                  <a:lnTo>
                    <a:pt x="3962" y="12583"/>
                  </a:lnTo>
                  <a:lnTo>
                    <a:pt x="4036" y="12546"/>
                  </a:lnTo>
                  <a:lnTo>
                    <a:pt x="4109" y="12509"/>
                  </a:lnTo>
                  <a:lnTo>
                    <a:pt x="4146" y="12436"/>
                  </a:lnTo>
                  <a:lnTo>
                    <a:pt x="4072" y="12216"/>
                  </a:lnTo>
                  <a:lnTo>
                    <a:pt x="4036" y="12069"/>
                  </a:lnTo>
                  <a:lnTo>
                    <a:pt x="4036" y="11886"/>
                  </a:lnTo>
                  <a:lnTo>
                    <a:pt x="5063" y="11922"/>
                  </a:lnTo>
                  <a:lnTo>
                    <a:pt x="5063" y="12143"/>
                  </a:lnTo>
                  <a:lnTo>
                    <a:pt x="5100" y="12619"/>
                  </a:lnTo>
                  <a:lnTo>
                    <a:pt x="5136" y="12693"/>
                  </a:lnTo>
                  <a:lnTo>
                    <a:pt x="5173" y="12766"/>
                  </a:lnTo>
                  <a:lnTo>
                    <a:pt x="5320" y="12766"/>
                  </a:lnTo>
                  <a:lnTo>
                    <a:pt x="5466" y="12729"/>
                  </a:lnTo>
                  <a:lnTo>
                    <a:pt x="5503" y="12619"/>
                  </a:lnTo>
                  <a:lnTo>
                    <a:pt x="5540" y="12473"/>
                  </a:lnTo>
                  <a:lnTo>
                    <a:pt x="5466" y="12363"/>
                  </a:lnTo>
                  <a:lnTo>
                    <a:pt x="5393" y="12326"/>
                  </a:lnTo>
                  <a:lnTo>
                    <a:pt x="5356" y="12106"/>
                  </a:lnTo>
                  <a:lnTo>
                    <a:pt x="5283" y="11922"/>
                  </a:lnTo>
                  <a:lnTo>
                    <a:pt x="5906" y="11959"/>
                  </a:lnTo>
                  <a:lnTo>
                    <a:pt x="6493" y="11959"/>
                  </a:lnTo>
                  <a:lnTo>
                    <a:pt x="6493" y="11996"/>
                  </a:lnTo>
                  <a:lnTo>
                    <a:pt x="6457" y="12179"/>
                  </a:lnTo>
                  <a:lnTo>
                    <a:pt x="6420" y="12399"/>
                  </a:lnTo>
                  <a:lnTo>
                    <a:pt x="6457" y="12583"/>
                  </a:lnTo>
                  <a:lnTo>
                    <a:pt x="6567" y="12766"/>
                  </a:lnTo>
                  <a:lnTo>
                    <a:pt x="6603" y="12840"/>
                  </a:lnTo>
                  <a:lnTo>
                    <a:pt x="6677" y="12876"/>
                  </a:lnTo>
                  <a:lnTo>
                    <a:pt x="6750" y="12876"/>
                  </a:lnTo>
                  <a:lnTo>
                    <a:pt x="6824" y="12840"/>
                  </a:lnTo>
                  <a:lnTo>
                    <a:pt x="6897" y="12766"/>
                  </a:lnTo>
                  <a:lnTo>
                    <a:pt x="6897" y="12729"/>
                  </a:lnTo>
                  <a:lnTo>
                    <a:pt x="6897" y="12656"/>
                  </a:lnTo>
                  <a:lnTo>
                    <a:pt x="6824" y="12619"/>
                  </a:lnTo>
                  <a:lnTo>
                    <a:pt x="6787" y="12583"/>
                  </a:lnTo>
                  <a:lnTo>
                    <a:pt x="6713" y="12399"/>
                  </a:lnTo>
                  <a:lnTo>
                    <a:pt x="6677" y="12216"/>
                  </a:lnTo>
                  <a:lnTo>
                    <a:pt x="6640" y="11996"/>
                  </a:lnTo>
                  <a:lnTo>
                    <a:pt x="6640" y="11959"/>
                  </a:lnTo>
                  <a:lnTo>
                    <a:pt x="7924" y="11996"/>
                  </a:lnTo>
                  <a:lnTo>
                    <a:pt x="7851" y="12033"/>
                  </a:lnTo>
                  <a:lnTo>
                    <a:pt x="7814" y="12106"/>
                  </a:lnTo>
                  <a:lnTo>
                    <a:pt x="7777" y="12253"/>
                  </a:lnTo>
                  <a:lnTo>
                    <a:pt x="7777" y="12399"/>
                  </a:lnTo>
                  <a:lnTo>
                    <a:pt x="7777" y="12509"/>
                  </a:lnTo>
                  <a:lnTo>
                    <a:pt x="7814" y="12619"/>
                  </a:lnTo>
                  <a:lnTo>
                    <a:pt x="7887" y="12729"/>
                  </a:lnTo>
                  <a:lnTo>
                    <a:pt x="7961" y="12766"/>
                  </a:lnTo>
                  <a:lnTo>
                    <a:pt x="8034" y="12729"/>
                  </a:lnTo>
                  <a:lnTo>
                    <a:pt x="8107" y="12693"/>
                  </a:lnTo>
                  <a:lnTo>
                    <a:pt x="8144" y="12619"/>
                  </a:lnTo>
                  <a:lnTo>
                    <a:pt x="8107" y="12473"/>
                  </a:lnTo>
                  <a:lnTo>
                    <a:pt x="8071" y="12289"/>
                  </a:lnTo>
                  <a:lnTo>
                    <a:pt x="8071" y="12179"/>
                  </a:lnTo>
                  <a:lnTo>
                    <a:pt x="8034" y="12106"/>
                  </a:lnTo>
                  <a:lnTo>
                    <a:pt x="8034" y="12033"/>
                  </a:lnTo>
                  <a:lnTo>
                    <a:pt x="8034" y="11996"/>
                  </a:lnTo>
                  <a:lnTo>
                    <a:pt x="9391" y="11996"/>
                  </a:lnTo>
                  <a:lnTo>
                    <a:pt x="9318" y="12216"/>
                  </a:lnTo>
                  <a:lnTo>
                    <a:pt x="9318" y="12473"/>
                  </a:lnTo>
                  <a:lnTo>
                    <a:pt x="9355" y="12546"/>
                  </a:lnTo>
                  <a:lnTo>
                    <a:pt x="9428" y="12583"/>
                  </a:lnTo>
                  <a:lnTo>
                    <a:pt x="9611" y="12583"/>
                  </a:lnTo>
                  <a:lnTo>
                    <a:pt x="9685" y="12546"/>
                  </a:lnTo>
                  <a:lnTo>
                    <a:pt x="9721" y="12473"/>
                  </a:lnTo>
                  <a:lnTo>
                    <a:pt x="9721" y="12436"/>
                  </a:lnTo>
                  <a:lnTo>
                    <a:pt x="9721" y="12363"/>
                  </a:lnTo>
                  <a:lnTo>
                    <a:pt x="9611" y="12326"/>
                  </a:lnTo>
                  <a:lnTo>
                    <a:pt x="9611" y="11996"/>
                  </a:lnTo>
                  <a:lnTo>
                    <a:pt x="10638" y="11996"/>
                  </a:lnTo>
                  <a:lnTo>
                    <a:pt x="10675" y="12253"/>
                  </a:lnTo>
                  <a:lnTo>
                    <a:pt x="10748" y="12509"/>
                  </a:lnTo>
                  <a:lnTo>
                    <a:pt x="10822" y="12583"/>
                  </a:lnTo>
                  <a:lnTo>
                    <a:pt x="10969" y="12583"/>
                  </a:lnTo>
                  <a:lnTo>
                    <a:pt x="11005" y="12509"/>
                  </a:lnTo>
                  <a:lnTo>
                    <a:pt x="11042" y="12399"/>
                  </a:lnTo>
                  <a:lnTo>
                    <a:pt x="10969" y="12179"/>
                  </a:lnTo>
                  <a:lnTo>
                    <a:pt x="10895" y="11996"/>
                  </a:lnTo>
                  <a:lnTo>
                    <a:pt x="12106" y="11996"/>
                  </a:lnTo>
                  <a:lnTo>
                    <a:pt x="12069" y="12069"/>
                  </a:lnTo>
                  <a:lnTo>
                    <a:pt x="12032" y="12143"/>
                  </a:lnTo>
                  <a:lnTo>
                    <a:pt x="11996" y="12363"/>
                  </a:lnTo>
                  <a:lnTo>
                    <a:pt x="12032" y="12473"/>
                  </a:lnTo>
                  <a:lnTo>
                    <a:pt x="12069" y="12619"/>
                  </a:lnTo>
                  <a:lnTo>
                    <a:pt x="12142" y="12729"/>
                  </a:lnTo>
                  <a:lnTo>
                    <a:pt x="12216" y="12803"/>
                  </a:lnTo>
                  <a:lnTo>
                    <a:pt x="12289" y="12840"/>
                  </a:lnTo>
                  <a:lnTo>
                    <a:pt x="12362" y="12803"/>
                  </a:lnTo>
                  <a:lnTo>
                    <a:pt x="12399" y="12766"/>
                  </a:lnTo>
                  <a:lnTo>
                    <a:pt x="12399" y="12693"/>
                  </a:lnTo>
                  <a:lnTo>
                    <a:pt x="12362" y="12546"/>
                  </a:lnTo>
                  <a:lnTo>
                    <a:pt x="12289" y="12363"/>
                  </a:lnTo>
                  <a:lnTo>
                    <a:pt x="12252" y="12179"/>
                  </a:lnTo>
                  <a:lnTo>
                    <a:pt x="12252" y="11959"/>
                  </a:lnTo>
                  <a:lnTo>
                    <a:pt x="13353" y="11959"/>
                  </a:lnTo>
                  <a:lnTo>
                    <a:pt x="13280" y="12106"/>
                  </a:lnTo>
                  <a:lnTo>
                    <a:pt x="13243" y="12253"/>
                  </a:lnTo>
                  <a:lnTo>
                    <a:pt x="13243" y="12436"/>
                  </a:lnTo>
                  <a:lnTo>
                    <a:pt x="13316" y="12583"/>
                  </a:lnTo>
                  <a:lnTo>
                    <a:pt x="13353" y="12619"/>
                  </a:lnTo>
                  <a:lnTo>
                    <a:pt x="13426" y="12656"/>
                  </a:lnTo>
                  <a:lnTo>
                    <a:pt x="13500" y="12656"/>
                  </a:lnTo>
                  <a:lnTo>
                    <a:pt x="13573" y="12583"/>
                  </a:lnTo>
                  <a:lnTo>
                    <a:pt x="13610" y="12436"/>
                  </a:lnTo>
                  <a:lnTo>
                    <a:pt x="13536" y="12216"/>
                  </a:lnTo>
                  <a:lnTo>
                    <a:pt x="13536" y="12069"/>
                  </a:lnTo>
                  <a:lnTo>
                    <a:pt x="13573" y="11922"/>
                  </a:lnTo>
                  <a:lnTo>
                    <a:pt x="14563" y="11886"/>
                  </a:lnTo>
                  <a:lnTo>
                    <a:pt x="14563" y="11886"/>
                  </a:lnTo>
                  <a:lnTo>
                    <a:pt x="14527" y="12363"/>
                  </a:lnTo>
                  <a:lnTo>
                    <a:pt x="14563" y="12436"/>
                  </a:lnTo>
                  <a:lnTo>
                    <a:pt x="14637" y="12509"/>
                  </a:lnTo>
                  <a:lnTo>
                    <a:pt x="14747" y="12509"/>
                  </a:lnTo>
                  <a:lnTo>
                    <a:pt x="14820" y="12473"/>
                  </a:lnTo>
                  <a:lnTo>
                    <a:pt x="14893" y="12399"/>
                  </a:lnTo>
                  <a:lnTo>
                    <a:pt x="14967" y="12289"/>
                  </a:lnTo>
                  <a:lnTo>
                    <a:pt x="14967" y="12179"/>
                  </a:lnTo>
                  <a:lnTo>
                    <a:pt x="14967" y="12069"/>
                  </a:lnTo>
                  <a:lnTo>
                    <a:pt x="14930" y="11996"/>
                  </a:lnTo>
                  <a:lnTo>
                    <a:pt x="14857" y="11959"/>
                  </a:lnTo>
                  <a:lnTo>
                    <a:pt x="14857" y="11886"/>
                  </a:lnTo>
                  <a:lnTo>
                    <a:pt x="16618" y="11776"/>
                  </a:lnTo>
                  <a:lnTo>
                    <a:pt x="16654" y="11812"/>
                  </a:lnTo>
                  <a:lnTo>
                    <a:pt x="16544" y="11996"/>
                  </a:lnTo>
                  <a:lnTo>
                    <a:pt x="16361" y="12179"/>
                  </a:lnTo>
                  <a:lnTo>
                    <a:pt x="16287" y="12289"/>
                  </a:lnTo>
                  <a:lnTo>
                    <a:pt x="16251" y="12363"/>
                  </a:lnTo>
                  <a:lnTo>
                    <a:pt x="16287" y="12436"/>
                  </a:lnTo>
                  <a:lnTo>
                    <a:pt x="16324" y="12509"/>
                  </a:lnTo>
                  <a:lnTo>
                    <a:pt x="16397" y="12546"/>
                  </a:lnTo>
                  <a:lnTo>
                    <a:pt x="16471" y="12583"/>
                  </a:lnTo>
                  <a:lnTo>
                    <a:pt x="16544" y="12583"/>
                  </a:lnTo>
                  <a:lnTo>
                    <a:pt x="16581" y="12546"/>
                  </a:lnTo>
                  <a:lnTo>
                    <a:pt x="16728" y="12473"/>
                  </a:lnTo>
                  <a:lnTo>
                    <a:pt x="16801" y="12363"/>
                  </a:lnTo>
                  <a:lnTo>
                    <a:pt x="16984" y="12106"/>
                  </a:lnTo>
                  <a:lnTo>
                    <a:pt x="17461" y="11482"/>
                  </a:lnTo>
                  <a:lnTo>
                    <a:pt x="17461" y="11409"/>
                  </a:lnTo>
                  <a:lnTo>
                    <a:pt x="17461" y="11336"/>
                  </a:lnTo>
                  <a:lnTo>
                    <a:pt x="17461" y="11262"/>
                  </a:lnTo>
                  <a:lnTo>
                    <a:pt x="17425" y="11189"/>
                  </a:lnTo>
                  <a:lnTo>
                    <a:pt x="17058" y="10895"/>
                  </a:lnTo>
                  <a:lnTo>
                    <a:pt x="16728" y="10639"/>
                  </a:lnTo>
                  <a:lnTo>
                    <a:pt x="16654" y="10602"/>
                  </a:lnTo>
                  <a:lnTo>
                    <a:pt x="16581" y="10602"/>
                  </a:lnTo>
                  <a:lnTo>
                    <a:pt x="16544" y="10639"/>
                  </a:lnTo>
                  <a:lnTo>
                    <a:pt x="16471" y="10675"/>
                  </a:lnTo>
                  <a:lnTo>
                    <a:pt x="16434" y="10785"/>
                  </a:lnTo>
                  <a:lnTo>
                    <a:pt x="16434" y="10859"/>
                  </a:lnTo>
                  <a:lnTo>
                    <a:pt x="16471" y="10932"/>
                  </a:lnTo>
                  <a:lnTo>
                    <a:pt x="16801" y="11226"/>
                  </a:lnTo>
                  <a:lnTo>
                    <a:pt x="13940" y="11372"/>
                  </a:lnTo>
                  <a:lnTo>
                    <a:pt x="14050" y="11336"/>
                  </a:lnTo>
                  <a:lnTo>
                    <a:pt x="14270" y="11189"/>
                  </a:lnTo>
                  <a:lnTo>
                    <a:pt x="14343" y="11115"/>
                  </a:lnTo>
                  <a:lnTo>
                    <a:pt x="14417" y="11005"/>
                  </a:lnTo>
                  <a:lnTo>
                    <a:pt x="14417" y="10932"/>
                  </a:lnTo>
                  <a:lnTo>
                    <a:pt x="14380" y="10895"/>
                  </a:lnTo>
                  <a:lnTo>
                    <a:pt x="14233" y="10895"/>
                  </a:lnTo>
                  <a:lnTo>
                    <a:pt x="14123" y="10932"/>
                  </a:lnTo>
                  <a:lnTo>
                    <a:pt x="13903" y="11079"/>
                  </a:lnTo>
                  <a:lnTo>
                    <a:pt x="13720" y="11226"/>
                  </a:lnTo>
                  <a:lnTo>
                    <a:pt x="13573" y="11409"/>
                  </a:lnTo>
                  <a:lnTo>
                    <a:pt x="12289" y="11446"/>
                  </a:lnTo>
                  <a:lnTo>
                    <a:pt x="12546" y="11336"/>
                  </a:lnTo>
                  <a:lnTo>
                    <a:pt x="12839" y="11226"/>
                  </a:lnTo>
                  <a:lnTo>
                    <a:pt x="13169" y="11079"/>
                  </a:lnTo>
                  <a:lnTo>
                    <a:pt x="13500" y="10895"/>
                  </a:lnTo>
                  <a:lnTo>
                    <a:pt x="13793" y="10675"/>
                  </a:lnTo>
                  <a:lnTo>
                    <a:pt x="14050" y="10419"/>
                  </a:lnTo>
                  <a:lnTo>
                    <a:pt x="14087" y="10308"/>
                  </a:lnTo>
                  <a:lnTo>
                    <a:pt x="14050" y="10235"/>
                  </a:lnTo>
                  <a:lnTo>
                    <a:pt x="13976" y="10198"/>
                  </a:lnTo>
                  <a:lnTo>
                    <a:pt x="13903" y="10235"/>
                  </a:lnTo>
                  <a:lnTo>
                    <a:pt x="13646" y="10382"/>
                  </a:lnTo>
                  <a:lnTo>
                    <a:pt x="13390" y="10565"/>
                  </a:lnTo>
                  <a:lnTo>
                    <a:pt x="13133" y="10749"/>
                  </a:lnTo>
                  <a:lnTo>
                    <a:pt x="12876" y="10895"/>
                  </a:lnTo>
                  <a:lnTo>
                    <a:pt x="12583" y="11042"/>
                  </a:lnTo>
                  <a:lnTo>
                    <a:pt x="12289" y="11152"/>
                  </a:lnTo>
                  <a:lnTo>
                    <a:pt x="11996" y="11299"/>
                  </a:lnTo>
                  <a:lnTo>
                    <a:pt x="11702" y="11446"/>
                  </a:lnTo>
                  <a:lnTo>
                    <a:pt x="10162" y="11482"/>
                  </a:lnTo>
                  <a:lnTo>
                    <a:pt x="10602" y="11299"/>
                  </a:lnTo>
                  <a:lnTo>
                    <a:pt x="12216" y="10639"/>
                  </a:lnTo>
                  <a:lnTo>
                    <a:pt x="12766" y="10455"/>
                  </a:lnTo>
                  <a:lnTo>
                    <a:pt x="13316" y="10162"/>
                  </a:lnTo>
                  <a:lnTo>
                    <a:pt x="13573" y="10015"/>
                  </a:lnTo>
                  <a:lnTo>
                    <a:pt x="13793" y="9832"/>
                  </a:lnTo>
                  <a:lnTo>
                    <a:pt x="13976" y="9612"/>
                  </a:lnTo>
                  <a:lnTo>
                    <a:pt x="14087" y="9355"/>
                  </a:lnTo>
                  <a:lnTo>
                    <a:pt x="14087" y="9245"/>
                  </a:lnTo>
                  <a:lnTo>
                    <a:pt x="14050" y="9208"/>
                  </a:lnTo>
                  <a:lnTo>
                    <a:pt x="13940" y="9171"/>
                  </a:lnTo>
                  <a:lnTo>
                    <a:pt x="13866" y="9208"/>
                  </a:lnTo>
                  <a:lnTo>
                    <a:pt x="13463" y="9612"/>
                  </a:lnTo>
                  <a:lnTo>
                    <a:pt x="13243" y="9795"/>
                  </a:lnTo>
                  <a:lnTo>
                    <a:pt x="12986" y="9978"/>
                  </a:lnTo>
                  <a:lnTo>
                    <a:pt x="12693" y="10125"/>
                  </a:lnTo>
                  <a:lnTo>
                    <a:pt x="12399" y="10235"/>
                  </a:lnTo>
                  <a:lnTo>
                    <a:pt x="11776" y="10492"/>
                  </a:lnTo>
                  <a:lnTo>
                    <a:pt x="10418" y="11042"/>
                  </a:lnTo>
                  <a:lnTo>
                    <a:pt x="9905" y="11262"/>
                  </a:lnTo>
                  <a:lnTo>
                    <a:pt x="9428" y="11482"/>
                  </a:lnTo>
                  <a:lnTo>
                    <a:pt x="7667" y="11482"/>
                  </a:lnTo>
                  <a:lnTo>
                    <a:pt x="8621" y="11152"/>
                  </a:lnTo>
                  <a:lnTo>
                    <a:pt x="10895" y="10419"/>
                  </a:lnTo>
                  <a:lnTo>
                    <a:pt x="11335" y="10235"/>
                  </a:lnTo>
                  <a:lnTo>
                    <a:pt x="11776" y="10052"/>
                  </a:lnTo>
                  <a:lnTo>
                    <a:pt x="12179" y="9832"/>
                  </a:lnTo>
                  <a:lnTo>
                    <a:pt x="12583" y="9575"/>
                  </a:lnTo>
                  <a:lnTo>
                    <a:pt x="13426" y="9025"/>
                  </a:lnTo>
                  <a:lnTo>
                    <a:pt x="13866" y="8768"/>
                  </a:lnTo>
                  <a:lnTo>
                    <a:pt x="14307" y="8548"/>
                  </a:lnTo>
                  <a:lnTo>
                    <a:pt x="14380" y="8511"/>
                  </a:lnTo>
                  <a:lnTo>
                    <a:pt x="14417" y="8474"/>
                  </a:lnTo>
                  <a:lnTo>
                    <a:pt x="14417" y="8841"/>
                  </a:lnTo>
                  <a:lnTo>
                    <a:pt x="14453" y="8915"/>
                  </a:lnTo>
                  <a:lnTo>
                    <a:pt x="14490" y="8951"/>
                  </a:lnTo>
                  <a:lnTo>
                    <a:pt x="14527" y="8988"/>
                  </a:lnTo>
                  <a:lnTo>
                    <a:pt x="14600" y="9025"/>
                  </a:lnTo>
                  <a:lnTo>
                    <a:pt x="14673" y="8988"/>
                  </a:lnTo>
                  <a:lnTo>
                    <a:pt x="14747" y="8951"/>
                  </a:lnTo>
                  <a:lnTo>
                    <a:pt x="14783" y="8915"/>
                  </a:lnTo>
                  <a:lnTo>
                    <a:pt x="14783" y="8841"/>
                  </a:lnTo>
                  <a:lnTo>
                    <a:pt x="14783" y="8291"/>
                  </a:lnTo>
                  <a:lnTo>
                    <a:pt x="14747" y="8034"/>
                  </a:lnTo>
                  <a:lnTo>
                    <a:pt x="14673" y="7777"/>
                  </a:lnTo>
                  <a:lnTo>
                    <a:pt x="15077" y="8181"/>
                  </a:lnTo>
                  <a:lnTo>
                    <a:pt x="15517" y="8584"/>
                  </a:lnTo>
                  <a:lnTo>
                    <a:pt x="15737" y="8768"/>
                  </a:lnTo>
                  <a:lnTo>
                    <a:pt x="15847" y="8841"/>
                  </a:lnTo>
                  <a:lnTo>
                    <a:pt x="15994" y="8878"/>
                  </a:lnTo>
                  <a:lnTo>
                    <a:pt x="16361" y="8915"/>
                  </a:lnTo>
                  <a:lnTo>
                    <a:pt x="16764" y="8915"/>
                  </a:lnTo>
                  <a:lnTo>
                    <a:pt x="17204" y="8878"/>
                  </a:lnTo>
                  <a:lnTo>
                    <a:pt x="17608" y="8731"/>
                  </a:lnTo>
                  <a:lnTo>
                    <a:pt x="17681" y="8695"/>
                  </a:lnTo>
                  <a:lnTo>
                    <a:pt x="17755" y="8584"/>
                  </a:lnTo>
                  <a:lnTo>
                    <a:pt x="17791" y="8511"/>
                  </a:lnTo>
                  <a:lnTo>
                    <a:pt x="17755" y="8438"/>
                  </a:lnTo>
                  <a:lnTo>
                    <a:pt x="17718" y="8328"/>
                  </a:lnTo>
                  <a:lnTo>
                    <a:pt x="17681" y="8291"/>
                  </a:lnTo>
                  <a:lnTo>
                    <a:pt x="17571" y="8254"/>
                  </a:lnTo>
                  <a:lnTo>
                    <a:pt x="17461" y="8254"/>
                  </a:lnTo>
                  <a:lnTo>
                    <a:pt x="17131" y="8364"/>
                  </a:lnTo>
                  <a:lnTo>
                    <a:pt x="16764" y="8401"/>
                  </a:lnTo>
                  <a:lnTo>
                    <a:pt x="16397" y="8438"/>
                  </a:lnTo>
                  <a:lnTo>
                    <a:pt x="16177" y="8401"/>
                  </a:lnTo>
                  <a:lnTo>
                    <a:pt x="16031" y="8364"/>
                  </a:lnTo>
                  <a:lnTo>
                    <a:pt x="15480" y="7888"/>
                  </a:lnTo>
                  <a:lnTo>
                    <a:pt x="15004" y="7374"/>
                  </a:lnTo>
                  <a:lnTo>
                    <a:pt x="14563" y="6824"/>
                  </a:lnTo>
                  <a:lnTo>
                    <a:pt x="14160" y="6237"/>
                  </a:lnTo>
                  <a:lnTo>
                    <a:pt x="13830" y="5613"/>
                  </a:lnTo>
                  <a:lnTo>
                    <a:pt x="13536" y="4990"/>
                  </a:lnTo>
                  <a:lnTo>
                    <a:pt x="13096" y="3926"/>
                  </a:lnTo>
                  <a:lnTo>
                    <a:pt x="12803" y="3412"/>
                  </a:lnTo>
                  <a:lnTo>
                    <a:pt x="12509" y="2936"/>
                  </a:lnTo>
                  <a:lnTo>
                    <a:pt x="12326" y="2752"/>
                  </a:lnTo>
                  <a:lnTo>
                    <a:pt x="12142" y="2532"/>
                  </a:lnTo>
                  <a:lnTo>
                    <a:pt x="11959" y="2349"/>
                  </a:lnTo>
                  <a:lnTo>
                    <a:pt x="11739" y="2202"/>
                  </a:lnTo>
                  <a:lnTo>
                    <a:pt x="11482" y="2092"/>
                  </a:lnTo>
                  <a:lnTo>
                    <a:pt x="11225" y="1982"/>
                  </a:lnTo>
                  <a:lnTo>
                    <a:pt x="10932" y="1908"/>
                  </a:lnTo>
                  <a:lnTo>
                    <a:pt x="10602" y="1872"/>
                  </a:lnTo>
                  <a:lnTo>
                    <a:pt x="10308" y="1872"/>
                  </a:lnTo>
                  <a:lnTo>
                    <a:pt x="9978" y="1908"/>
                  </a:lnTo>
                  <a:lnTo>
                    <a:pt x="9685" y="1982"/>
                  </a:lnTo>
                  <a:lnTo>
                    <a:pt x="9391" y="2055"/>
                  </a:lnTo>
                  <a:lnTo>
                    <a:pt x="9098" y="2202"/>
                  </a:lnTo>
                  <a:lnTo>
                    <a:pt x="8841" y="2349"/>
                  </a:lnTo>
                  <a:lnTo>
                    <a:pt x="8584" y="2495"/>
                  </a:lnTo>
                  <a:lnTo>
                    <a:pt x="8327" y="2715"/>
                  </a:lnTo>
                  <a:lnTo>
                    <a:pt x="7887" y="3119"/>
                  </a:lnTo>
                  <a:lnTo>
                    <a:pt x="7484" y="3632"/>
                  </a:lnTo>
                  <a:lnTo>
                    <a:pt x="7117" y="4146"/>
                  </a:lnTo>
                  <a:lnTo>
                    <a:pt x="6787" y="4660"/>
                  </a:lnTo>
                  <a:lnTo>
                    <a:pt x="6127" y="5833"/>
                  </a:lnTo>
                  <a:lnTo>
                    <a:pt x="5796" y="6457"/>
                  </a:lnTo>
                  <a:lnTo>
                    <a:pt x="5430" y="7044"/>
                  </a:lnTo>
                  <a:lnTo>
                    <a:pt x="4989" y="7594"/>
                  </a:lnTo>
                  <a:lnTo>
                    <a:pt x="4769" y="7851"/>
                  </a:lnTo>
                  <a:lnTo>
                    <a:pt x="4513" y="8071"/>
                  </a:lnTo>
                  <a:lnTo>
                    <a:pt x="4256" y="8291"/>
                  </a:lnTo>
                  <a:lnTo>
                    <a:pt x="3962" y="8474"/>
                  </a:lnTo>
                  <a:lnTo>
                    <a:pt x="3669" y="8621"/>
                  </a:lnTo>
                  <a:lnTo>
                    <a:pt x="3339" y="8731"/>
                  </a:lnTo>
                  <a:lnTo>
                    <a:pt x="3009" y="8841"/>
                  </a:lnTo>
                  <a:lnTo>
                    <a:pt x="2715" y="8915"/>
                  </a:lnTo>
                  <a:lnTo>
                    <a:pt x="2605" y="6200"/>
                  </a:lnTo>
                  <a:lnTo>
                    <a:pt x="2568" y="3119"/>
                  </a:lnTo>
                  <a:lnTo>
                    <a:pt x="2605" y="1505"/>
                  </a:lnTo>
                  <a:lnTo>
                    <a:pt x="2568" y="1138"/>
                  </a:lnTo>
                  <a:lnTo>
                    <a:pt x="2715" y="1395"/>
                  </a:lnTo>
                  <a:lnTo>
                    <a:pt x="2862" y="1652"/>
                  </a:lnTo>
                  <a:lnTo>
                    <a:pt x="2899" y="1725"/>
                  </a:lnTo>
                  <a:lnTo>
                    <a:pt x="2972" y="1762"/>
                  </a:lnTo>
                  <a:lnTo>
                    <a:pt x="3119" y="1762"/>
                  </a:lnTo>
                  <a:lnTo>
                    <a:pt x="3192" y="1688"/>
                  </a:lnTo>
                  <a:lnTo>
                    <a:pt x="3229" y="1652"/>
                  </a:lnTo>
                  <a:lnTo>
                    <a:pt x="3265" y="1578"/>
                  </a:lnTo>
                  <a:lnTo>
                    <a:pt x="3265" y="1505"/>
                  </a:lnTo>
                  <a:lnTo>
                    <a:pt x="3155" y="1138"/>
                  </a:lnTo>
                  <a:lnTo>
                    <a:pt x="2972" y="771"/>
                  </a:lnTo>
                  <a:lnTo>
                    <a:pt x="2568" y="111"/>
                  </a:lnTo>
                  <a:lnTo>
                    <a:pt x="2495" y="38"/>
                  </a:lnTo>
                  <a:lnTo>
                    <a:pt x="2385" y="1"/>
                  </a:lnTo>
                  <a:close/>
                  <a:moveTo>
                    <a:pt x="15554" y="12546"/>
                  </a:moveTo>
                  <a:lnTo>
                    <a:pt x="15480" y="12583"/>
                  </a:lnTo>
                  <a:lnTo>
                    <a:pt x="15370" y="12619"/>
                  </a:lnTo>
                  <a:lnTo>
                    <a:pt x="15224" y="12766"/>
                  </a:lnTo>
                  <a:lnTo>
                    <a:pt x="15077" y="12913"/>
                  </a:lnTo>
                  <a:lnTo>
                    <a:pt x="15077" y="12950"/>
                  </a:lnTo>
                  <a:lnTo>
                    <a:pt x="14820" y="12803"/>
                  </a:lnTo>
                  <a:lnTo>
                    <a:pt x="14527" y="12693"/>
                  </a:lnTo>
                  <a:lnTo>
                    <a:pt x="14453" y="12693"/>
                  </a:lnTo>
                  <a:lnTo>
                    <a:pt x="14417" y="12729"/>
                  </a:lnTo>
                  <a:lnTo>
                    <a:pt x="14380" y="12803"/>
                  </a:lnTo>
                  <a:lnTo>
                    <a:pt x="14380" y="12876"/>
                  </a:lnTo>
                  <a:lnTo>
                    <a:pt x="14563" y="13096"/>
                  </a:lnTo>
                  <a:lnTo>
                    <a:pt x="14783" y="13316"/>
                  </a:lnTo>
                  <a:lnTo>
                    <a:pt x="14673" y="13463"/>
                  </a:lnTo>
                  <a:lnTo>
                    <a:pt x="14490" y="13720"/>
                  </a:lnTo>
                  <a:lnTo>
                    <a:pt x="14417" y="13867"/>
                  </a:lnTo>
                  <a:lnTo>
                    <a:pt x="14417" y="14013"/>
                  </a:lnTo>
                  <a:lnTo>
                    <a:pt x="14453" y="14087"/>
                  </a:lnTo>
                  <a:lnTo>
                    <a:pt x="14490" y="14123"/>
                  </a:lnTo>
                  <a:lnTo>
                    <a:pt x="14600" y="14123"/>
                  </a:lnTo>
                  <a:lnTo>
                    <a:pt x="14673" y="14087"/>
                  </a:lnTo>
                  <a:lnTo>
                    <a:pt x="14783" y="14050"/>
                  </a:lnTo>
                  <a:lnTo>
                    <a:pt x="14893" y="13903"/>
                  </a:lnTo>
                  <a:lnTo>
                    <a:pt x="15150" y="13573"/>
                  </a:lnTo>
                  <a:lnTo>
                    <a:pt x="15590" y="13903"/>
                  </a:lnTo>
                  <a:lnTo>
                    <a:pt x="15700" y="13940"/>
                  </a:lnTo>
                  <a:lnTo>
                    <a:pt x="15774" y="13940"/>
                  </a:lnTo>
                  <a:lnTo>
                    <a:pt x="15847" y="13903"/>
                  </a:lnTo>
                  <a:lnTo>
                    <a:pt x="15884" y="13830"/>
                  </a:lnTo>
                  <a:lnTo>
                    <a:pt x="15921" y="13757"/>
                  </a:lnTo>
                  <a:lnTo>
                    <a:pt x="15921" y="13647"/>
                  </a:lnTo>
                  <a:lnTo>
                    <a:pt x="15921" y="13573"/>
                  </a:lnTo>
                  <a:lnTo>
                    <a:pt x="15847" y="13500"/>
                  </a:lnTo>
                  <a:lnTo>
                    <a:pt x="15407" y="13170"/>
                  </a:lnTo>
                  <a:lnTo>
                    <a:pt x="15480" y="13096"/>
                  </a:lnTo>
                  <a:lnTo>
                    <a:pt x="15590" y="12876"/>
                  </a:lnTo>
                  <a:lnTo>
                    <a:pt x="15664" y="12803"/>
                  </a:lnTo>
                  <a:lnTo>
                    <a:pt x="15737" y="12766"/>
                  </a:lnTo>
                  <a:lnTo>
                    <a:pt x="15774" y="12729"/>
                  </a:lnTo>
                  <a:lnTo>
                    <a:pt x="15811" y="12693"/>
                  </a:lnTo>
                  <a:lnTo>
                    <a:pt x="15811" y="12656"/>
                  </a:lnTo>
                  <a:lnTo>
                    <a:pt x="15774" y="12656"/>
                  </a:lnTo>
                  <a:lnTo>
                    <a:pt x="15664" y="12583"/>
                  </a:lnTo>
                  <a:lnTo>
                    <a:pt x="15554" y="12546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47" name="Google Shape;303;p5">
              <a:extLst>
                <a:ext uri="{FF2B5EF4-FFF2-40B4-BE49-F238E27FC236}">
                  <a16:creationId xmlns:a16="http://schemas.microsoft.com/office/drawing/2014/main" id="{6FE430A8-4685-4660-84EE-98FECF0A178E}"/>
                </a:ext>
              </a:extLst>
            </p:cNvPr>
            <p:cNvSpPr/>
            <p:nvPr/>
          </p:nvSpPr>
          <p:spPr>
            <a:xfrm>
              <a:off x="6844475" y="1037625"/>
              <a:ext cx="414525" cy="389750"/>
            </a:xfrm>
            <a:custGeom>
              <a:avLst/>
              <a:gdLst/>
              <a:ahLst/>
              <a:cxnLst/>
              <a:rect l="l" t="t" r="r" b="b"/>
              <a:pathLst>
                <a:path w="16581" h="15590" extrusionOk="0">
                  <a:moveTo>
                    <a:pt x="13793" y="2568"/>
                  </a:moveTo>
                  <a:lnTo>
                    <a:pt x="14123" y="2641"/>
                  </a:lnTo>
                  <a:lnTo>
                    <a:pt x="14123" y="2678"/>
                  </a:lnTo>
                  <a:lnTo>
                    <a:pt x="14086" y="2825"/>
                  </a:lnTo>
                  <a:lnTo>
                    <a:pt x="14013" y="2935"/>
                  </a:lnTo>
                  <a:lnTo>
                    <a:pt x="13866" y="3045"/>
                  </a:lnTo>
                  <a:lnTo>
                    <a:pt x="13756" y="3081"/>
                  </a:lnTo>
                  <a:lnTo>
                    <a:pt x="13573" y="2971"/>
                  </a:lnTo>
                  <a:lnTo>
                    <a:pt x="13609" y="2788"/>
                  </a:lnTo>
                  <a:lnTo>
                    <a:pt x="13683" y="2678"/>
                  </a:lnTo>
                  <a:lnTo>
                    <a:pt x="13720" y="2605"/>
                  </a:lnTo>
                  <a:lnTo>
                    <a:pt x="13793" y="2568"/>
                  </a:lnTo>
                  <a:close/>
                  <a:moveTo>
                    <a:pt x="9428" y="3705"/>
                  </a:moveTo>
                  <a:lnTo>
                    <a:pt x="9831" y="4475"/>
                  </a:lnTo>
                  <a:lnTo>
                    <a:pt x="10161" y="5246"/>
                  </a:lnTo>
                  <a:lnTo>
                    <a:pt x="8327" y="4402"/>
                  </a:lnTo>
                  <a:lnTo>
                    <a:pt x="8878" y="4035"/>
                  </a:lnTo>
                  <a:lnTo>
                    <a:pt x="9428" y="3705"/>
                  </a:lnTo>
                  <a:close/>
                  <a:moveTo>
                    <a:pt x="5283" y="3668"/>
                  </a:moveTo>
                  <a:lnTo>
                    <a:pt x="6383" y="4072"/>
                  </a:lnTo>
                  <a:lnTo>
                    <a:pt x="7410" y="4512"/>
                  </a:lnTo>
                  <a:lnTo>
                    <a:pt x="6383" y="5319"/>
                  </a:lnTo>
                  <a:lnTo>
                    <a:pt x="5393" y="6163"/>
                  </a:lnTo>
                  <a:lnTo>
                    <a:pt x="5319" y="5282"/>
                  </a:lnTo>
                  <a:lnTo>
                    <a:pt x="5283" y="4365"/>
                  </a:lnTo>
                  <a:lnTo>
                    <a:pt x="5283" y="3668"/>
                  </a:lnTo>
                  <a:close/>
                  <a:moveTo>
                    <a:pt x="13096" y="2494"/>
                  </a:moveTo>
                  <a:lnTo>
                    <a:pt x="13023" y="2641"/>
                  </a:lnTo>
                  <a:lnTo>
                    <a:pt x="12986" y="2825"/>
                  </a:lnTo>
                  <a:lnTo>
                    <a:pt x="12949" y="3008"/>
                  </a:lnTo>
                  <a:lnTo>
                    <a:pt x="12986" y="3191"/>
                  </a:lnTo>
                  <a:lnTo>
                    <a:pt x="13096" y="3412"/>
                  </a:lnTo>
                  <a:lnTo>
                    <a:pt x="13243" y="3595"/>
                  </a:lnTo>
                  <a:lnTo>
                    <a:pt x="13426" y="3705"/>
                  </a:lnTo>
                  <a:lnTo>
                    <a:pt x="13646" y="3778"/>
                  </a:lnTo>
                  <a:lnTo>
                    <a:pt x="13793" y="3815"/>
                  </a:lnTo>
                  <a:lnTo>
                    <a:pt x="13536" y="4512"/>
                  </a:lnTo>
                  <a:lnTo>
                    <a:pt x="13243" y="5209"/>
                  </a:lnTo>
                  <a:lnTo>
                    <a:pt x="12913" y="5869"/>
                  </a:lnTo>
                  <a:lnTo>
                    <a:pt x="12546" y="6529"/>
                  </a:lnTo>
                  <a:lnTo>
                    <a:pt x="11665" y="6016"/>
                  </a:lnTo>
                  <a:lnTo>
                    <a:pt x="10785" y="5576"/>
                  </a:lnTo>
                  <a:lnTo>
                    <a:pt x="10602" y="5026"/>
                  </a:lnTo>
                  <a:lnTo>
                    <a:pt x="10345" y="4475"/>
                  </a:lnTo>
                  <a:lnTo>
                    <a:pt x="10125" y="3962"/>
                  </a:lnTo>
                  <a:lnTo>
                    <a:pt x="9831" y="3448"/>
                  </a:lnTo>
                  <a:lnTo>
                    <a:pt x="10602" y="3045"/>
                  </a:lnTo>
                  <a:lnTo>
                    <a:pt x="11005" y="2898"/>
                  </a:lnTo>
                  <a:lnTo>
                    <a:pt x="11409" y="2751"/>
                  </a:lnTo>
                  <a:lnTo>
                    <a:pt x="11849" y="2641"/>
                  </a:lnTo>
                  <a:lnTo>
                    <a:pt x="12252" y="2568"/>
                  </a:lnTo>
                  <a:lnTo>
                    <a:pt x="12692" y="2494"/>
                  </a:lnTo>
                  <a:close/>
                  <a:moveTo>
                    <a:pt x="2605" y="6713"/>
                  </a:moveTo>
                  <a:lnTo>
                    <a:pt x="2678" y="6750"/>
                  </a:lnTo>
                  <a:lnTo>
                    <a:pt x="2752" y="6823"/>
                  </a:lnTo>
                  <a:lnTo>
                    <a:pt x="2788" y="6970"/>
                  </a:lnTo>
                  <a:lnTo>
                    <a:pt x="2752" y="7116"/>
                  </a:lnTo>
                  <a:lnTo>
                    <a:pt x="2715" y="7153"/>
                  </a:lnTo>
                  <a:lnTo>
                    <a:pt x="2605" y="7226"/>
                  </a:lnTo>
                  <a:lnTo>
                    <a:pt x="2458" y="7336"/>
                  </a:lnTo>
                  <a:lnTo>
                    <a:pt x="2165" y="7116"/>
                  </a:lnTo>
                  <a:lnTo>
                    <a:pt x="2275" y="6970"/>
                  </a:lnTo>
                  <a:lnTo>
                    <a:pt x="2275" y="6896"/>
                  </a:lnTo>
                  <a:lnTo>
                    <a:pt x="2458" y="6860"/>
                  </a:lnTo>
                  <a:lnTo>
                    <a:pt x="2715" y="6860"/>
                  </a:lnTo>
                  <a:lnTo>
                    <a:pt x="2715" y="6823"/>
                  </a:lnTo>
                  <a:lnTo>
                    <a:pt x="2678" y="6786"/>
                  </a:lnTo>
                  <a:lnTo>
                    <a:pt x="2605" y="6713"/>
                  </a:lnTo>
                  <a:close/>
                  <a:moveTo>
                    <a:pt x="8364" y="6529"/>
                  </a:moveTo>
                  <a:lnTo>
                    <a:pt x="8547" y="6566"/>
                  </a:lnTo>
                  <a:lnTo>
                    <a:pt x="8657" y="6603"/>
                  </a:lnTo>
                  <a:lnTo>
                    <a:pt x="8657" y="6713"/>
                  </a:lnTo>
                  <a:lnTo>
                    <a:pt x="8694" y="6860"/>
                  </a:lnTo>
                  <a:lnTo>
                    <a:pt x="8694" y="6970"/>
                  </a:lnTo>
                  <a:lnTo>
                    <a:pt x="8694" y="7116"/>
                  </a:lnTo>
                  <a:lnTo>
                    <a:pt x="8657" y="7226"/>
                  </a:lnTo>
                  <a:lnTo>
                    <a:pt x="8621" y="7336"/>
                  </a:lnTo>
                  <a:lnTo>
                    <a:pt x="8547" y="7446"/>
                  </a:lnTo>
                  <a:lnTo>
                    <a:pt x="8364" y="7446"/>
                  </a:lnTo>
                  <a:lnTo>
                    <a:pt x="8107" y="7520"/>
                  </a:lnTo>
                  <a:lnTo>
                    <a:pt x="7850" y="7593"/>
                  </a:lnTo>
                  <a:lnTo>
                    <a:pt x="7704" y="7483"/>
                  </a:lnTo>
                  <a:lnTo>
                    <a:pt x="7630" y="7336"/>
                  </a:lnTo>
                  <a:lnTo>
                    <a:pt x="7557" y="7190"/>
                  </a:lnTo>
                  <a:lnTo>
                    <a:pt x="7594" y="7006"/>
                  </a:lnTo>
                  <a:lnTo>
                    <a:pt x="7667" y="6750"/>
                  </a:lnTo>
                  <a:lnTo>
                    <a:pt x="7777" y="6750"/>
                  </a:lnTo>
                  <a:lnTo>
                    <a:pt x="7850" y="6786"/>
                  </a:lnTo>
                  <a:lnTo>
                    <a:pt x="7924" y="6750"/>
                  </a:lnTo>
                  <a:lnTo>
                    <a:pt x="7960" y="6713"/>
                  </a:lnTo>
                  <a:lnTo>
                    <a:pt x="8071" y="6566"/>
                  </a:lnTo>
                  <a:lnTo>
                    <a:pt x="8364" y="6529"/>
                  </a:lnTo>
                  <a:close/>
                  <a:moveTo>
                    <a:pt x="3155" y="3191"/>
                  </a:moveTo>
                  <a:lnTo>
                    <a:pt x="3595" y="3228"/>
                  </a:lnTo>
                  <a:lnTo>
                    <a:pt x="4036" y="3301"/>
                  </a:lnTo>
                  <a:lnTo>
                    <a:pt x="4439" y="3412"/>
                  </a:lnTo>
                  <a:lnTo>
                    <a:pt x="4879" y="3522"/>
                  </a:lnTo>
                  <a:lnTo>
                    <a:pt x="4843" y="4072"/>
                  </a:lnTo>
                  <a:lnTo>
                    <a:pt x="4843" y="4659"/>
                  </a:lnTo>
                  <a:lnTo>
                    <a:pt x="4879" y="5282"/>
                  </a:lnTo>
                  <a:lnTo>
                    <a:pt x="4989" y="6529"/>
                  </a:lnTo>
                  <a:lnTo>
                    <a:pt x="4182" y="7263"/>
                  </a:lnTo>
                  <a:lnTo>
                    <a:pt x="3779" y="7630"/>
                  </a:lnTo>
                  <a:lnTo>
                    <a:pt x="3375" y="8033"/>
                  </a:lnTo>
                  <a:lnTo>
                    <a:pt x="3265" y="7960"/>
                  </a:lnTo>
                  <a:lnTo>
                    <a:pt x="2898" y="7667"/>
                  </a:lnTo>
                  <a:lnTo>
                    <a:pt x="3008" y="7520"/>
                  </a:lnTo>
                  <a:lnTo>
                    <a:pt x="3119" y="7410"/>
                  </a:lnTo>
                  <a:lnTo>
                    <a:pt x="3155" y="7336"/>
                  </a:lnTo>
                  <a:lnTo>
                    <a:pt x="3192" y="7300"/>
                  </a:lnTo>
                  <a:lnTo>
                    <a:pt x="3192" y="7153"/>
                  </a:lnTo>
                  <a:lnTo>
                    <a:pt x="3229" y="6933"/>
                  </a:lnTo>
                  <a:lnTo>
                    <a:pt x="3192" y="6823"/>
                  </a:lnTo>
                  <a:lnTo>
                    <a:pt x="3155" y="6676"/>
                  </a:lnTo>
                  <a:lnTo>
                    <a:pt x="3119" y="6566"/>
                  </a:lnTo>
                  <a:lnTo>
                    <a:pt x="3045" y="6456"/>
                  </a:lnTo>
                  <a:lnTo>
                    <a:pt x="2972" y="6383"/>
                  </a:lnTo>
                  <a:lnTo>
                    <a:pt x="2862" y="6309"/>
                  </a:lnTo>
                  <a:lnTo>
                    <a:pt x="2752" y="6273"/>
                  </a:lnTo>
                  <a:lnTo>
                    <a:pt x="2605" y="6236"/>
                  </a:lnTo>
                  <a:lnTo>
                    <a:pt x="2495" y="6236"/>
                  </a:lnTo>
                  <a:lnTo>
                    <a:pt x="2348" y="6273"/>
                  </a:lnTo>
                  <a:lnTo>
                    <a:pt x="2128" y="6383"/>
                  </a:lnTo>
                  <a:lnTo>
                    <a:pt x="1908" y="6529"/>
                  </a:lnTo>
                  <a:lnTo>
                    <a:pt x="1761" y="6713"/>
                  </a:lnTo>
                  <a:lnTo>
                    <a:pt x="1321" y="6309"/>
                  </a:lnTo>
                  <a:lnTo>
                    <a:pt x="954" y="5833"/>
                  </a:lnTo>
                  <a:lnTo>
                    <a:pt x="734" y="5502"/>
                  </a:lnTo>
                  <a:lnTo>
                    <a:pt x="624" y="5172"/>
                  </a:lnTo>
                  <a:lnTo>
                    <a:pt x="551" y="4805"/>
                  </a:lnTo>
                  <a:lnTo>
                    <a:pt x="514" y="4439"/>
                  </a:lnTo>
                  <a:lnTo>
                    <a:pt x="551" y="4255"/>
                  </a:lnTo>
                  <a:lnTo>
                    <a:pt x="624" y="4072"/>
                  </a:lnTo>
                  <a:lnTo>
                    <a:pt x="734" y="3925"/>
                  </a:lnTo>
                  <a:lnTo>
                    <a:pt x="844" y="3778"/>
                  </a:lnTo>
                  <a:lnTo>
                    <a:pt x="991" y="3668"/>
                  </a:lnTo>
                  <a:lnTo>
                    <a:pt x="1174" y="3558"/>
                  </a:lnTo>
                  <a:lnTo>
                    <a:pt x="1541" y="3412"/>
                  </a:lnTo>
                  <a:lnTo>
                    <a:pt x="1908" y="3265"/>
                  </a:lnTo>
                  <a:lnTo>
                    <a:pt x="2312" y="3191"/>
                  </a:lnTo>
                  <a:close/>
                  <a:moveTo>
                    <a:pt x="11005" y="6199"/>
                  </a:moveTo>
                  <a:lnTo>
                    <a:pt x="12289" y="6896"/>
                  </a:lnTo>
                  <a:lnTo>
                    <a:pt x="11885" y="7483"/>
                  </a:lnTo>
                  <a:lnTo>
                    <a:pt x="11482" y="8033"/>
                  </a:lnTo>
                  <a:lnTo>
                    <a:pt x="11335" y="7410"/>
                  </a:lnTo>
                  <a:lnTo>
                    <a:pt x="11188" y="6750"/>
                  </a:lnTo>
                  <a:lnTo>
                    <a:pt x="11005" y="6199"/>
                  </a:lnTo>
                  <a:close/>
                  <a:moveTo>
                    <a:pt x="7264" y="8180"/>
                  </a:moveTo>
                  <a:lnTo>
                    <a:pt x="7410" y="8253"/>
                  </a:lnTo>
                  <a:lnTo>
                    <a:pt x="7594" y="8290"/>
                  </a:lnTo>
                  <a:lnTo>
                    <a:pt x="7960" y="8290"/>
                  </a:lnTo>
                  <a:lnTo>
                    <a:pt x="7704" y="8327"/>
                  </a:lnTo>
                  <a:lnTo>
                    <a:pt x="7557" y="8327"/>
                  </a:lnTo>
                  <a:lnTo>
                    <a:pt x="7447" y="8290"/>
                  </a:lnTo>
                  <a:lnTo>
                    <a:pt x="7337" y="8253"/>
                  </a:lnTo>
                  <a:lnTo>
                    <a:pt x="7264" y="8180"/>
                  </a:lnTo>
                  <a:close/>
                  <a:moveTo>
                    <a:pt x="8181" y="5979"/>
                  </a:moveTo>
                  <a:lnTo>
                    <a:pt x="7997" y="6016"/>
                  </a:lnTo>
                  <a:lnTo>
                    <a:pt x="7814" y="6089"/>
                  </a:lnTo>
                  <a:lnTo>
                    <a:pt x="7667" y="6236"/>
                  </a:lnTo>
                  <a:lnTo>
                    <a:pt x="7410" y="6346"/>
                  </a:lnTo>
                  <a:lnTo>
                    <a:pt x="7190" y="6529"/>
                  </a:lnTo>
                  <a:lnTo>
                    <a:pt x="6970" y="6713"/>
                  </a:lnTo>
                  <a:lnTo>
                    <a:pt x="6787" y="6933"/>
                  </a:lnTo>
                  <a:lnTo>
                    <a:pt x="6677" y="7080"/>
                  </a:lnTo>
                  <a:lnTo>
                    <a:pt x="6640" y="7263"/>
                  </a:lnTo>
                  <a:lnTo>
                    <a:pt x="6567" y="7410"/>
                  </a:lnTo>
                  <a:lnTo>
                    <a:pt x="6567" y="7593"/>
                  </a:lnTo>
                  <a:lnTo>
                    <a:pt x="6567" y="7923"/>
                  </a:lnTo>
                  <a:lnTo>
                    <a:pt x="6677" y="8253"/>
                  </a:lnTo>
                  <a:lnTo>
                    <a:pt x="6787" y="8437"/>
                  </a:lnTo>
                  <a:lnTo>
                    <a:pt x="6897" y="8584"/>
                  </a:lnTo>
                  <a:lnTo>
                    <a:pt x="7043" y="8694"/>
                  </a:lnTo>
                  <a:lnTo>
                    <a:pt x="7190" y="8767"/>
                  </a:lnTo>
                  <a:lnTo>
                    <a:pt x="7374" y="8804"/>
                  </a:lnTo>
                  <a:lnTo>
                    <a:pt x="7557" y="8840"/>
                  </a:lnTo>
                  <a:lnTo>
                    <a:pt x="7924" y="8840"/>
                  </a:lnTo>
                  <a:lnTo>
                    <a:pt x="8254" y="8767"/>
                  </a:lnTo>
                  <a:lnTo>
                    <a:pt x="8584" y="8620"/>
                  </a:lnTo>
                  <a:lnTo>
                    <a:pt x="8914" y="8364"/>
                  </a:lnTo>
                  <a:lnTo>
                    <a:pt x="9208" y="8070"/>
                  </a:lnTo>
                  <a:lnTo>
                    <a:pt x="9464" y="7740"/>
                  </a:lnTo>
                  <a:lnTo>
                    <a:pt x="9538" y="7593"/>
                  </a:lnTo>
                  <a:lnTo>
                    <a:pt x="9611" y="7410"/>
                  </a:lnTo>
                  <a:lnTo>
                    <a:pt x="9648" y="7226"/>
                  </a:lnTo>
                  <a:lnTo>
                    <a:pt x="9648" y="7043"/>
                  </a:lnTo>
                  <a:lnTo>
                    <a:pt x="9648" y="6860"/>
                  </a:lnTo>
                  <a:lnTo>
                    <a:pt x="9574" y="6713"/>
                  </a:lnTo>
                  <a:lnTo>
                    <a:pt x="9464" y="6529"/>
                  </a:lnTo>
                  <a:lnTo>
                    <a:pt x="9354" y="6419"/>
                  </a:lnTo>
                  <a:lnTo>
                    <a:pt x="9208" y="6273"/>
                  </a:lnTo>
                  <a:lnTo>
                    <a:pt x="9061" y="6199"/>
                  </a:lnTo>
                  <a:lnTo>
                    <a:pt x="8731" y="6053"/>
                  </a:lnTo>
                  <a:lnTo>
                    <a:pt x="8364" y="5979"/>
                  </a:lnTo>
                  <a:close/>
                  <a:moveTo>
                    <a:pt x="5063" y="7080"/>
                  </a:moveTo>
                  <a:lnTo>
                    <a:pt x="5246" y="8180"/>
                  </a:lnTo>
                  <a:lnTo>
                    <a:pt x="5466" y="9281"/>
                  </a:lnTo>
                  <a:lnTo>
                    <a:pt x="4622" y="8804"/>
                  </a:lnTo>
                  <a:lnTo>
                    <a:pt x="3779" y="8290"/>
                  </a:lnTo>
                  <a:lnTo>
                    <a:pt x="4439" y="7667"/>
                  </a:lnTo>
                  <a:lnTo>
                    <a:pt x="5063" y="7080"/>
                  </a:lnTo>
                  <a:close/>
                  <a:moveTo>
                    <a:pt x="7887" y="4732"/>
                  </a:moveTo>
                  <a:lnTo>
                    <a:pt x="9171" y="5282"/>
                  </a:lnTo>
                  <a:lnTo>
                    <a:pt x="10381" y="5869"/>
                  </a:lnTo>
                  <a:lnTo>
                    <a:pt x="10602" y="6529"/>
                  </a:lnTo>
                  <a:lnTo>
                    <a:pt x="10785" y="7190"/>
                  </a:lnTo>
                  <a:lnTo>
                    <a:pt x="10932" y="7850"/>
                  </a:lnTo>
                  <a:lnTo>
                    <a:pt x="11078" y="8547"/>
                  </a:lnTo>
                  <a:lnTo>
                    <a:pt x="10565" y="9097"/>
                  </a:lnTo>
                  <a:lnTo>
                    <a:pt x="10015" y="9647"/>
                  </a:lnTo>
                  <a:lnTo>
                    <a:pt x="9428" y="10161"/>
                  </a:lnTo>
                  <a:lnTo>
                    <a:pt x="8841" y="10674"/>
                  </a:lnTo>
                  <a:lnTo>
                    <a:pt x="8107" y="10418"/>
                  </a:lnTo>
                  <a:lnTo>
                    <a:pt x="7374" y="10161"/>
                  </a:lnTo>
                  <a:lnTo>
                    <a:pt x="6677" y="9867"/>
                  </a:lnTo>
                  <a:lnTo>
                    <a:pt x="5980" y="9537"/>
                  </a:lnTo>
                  <a:lnTo>
                    <a:pt x="5723" y="8143"/>
                  </a:lnTo>
                  <a:lnTo>
                    <a:pt x="5466" y="6713"/>
                  </a:lnTo>
                  <a:lnTo>
                    <a:pt x="6677" y="5722"/>
                  </a:lnTo>
                  <a:lnTo>
                    <a:pt x="7887" y="4732"/>
                  </a:lnTo>
                  <a:close/>
                  <a:moveTo>
                    <a:pt x="11152" y="9171"/>
                  </a:moveTo>
                  <a:lnTo>
                    <a:pt x="11225" y="10161"/>
                  </a:lnTo>
                  <a:lnTo>
                    <a:pt x="11225" y="11188"/>
                  </a:lnTo>
                  <a:lnTo>
                    <a:pt x="11225" y="11225"/>
                  </a:lnTo>
                  <a:lnTo>
                    <a:pt x="10308" y="11041"/>
                  </a:lnTo>
                  <a:lnTo>
                    <a:pt x="9391" y="10821"/>
                  </a:lnTo>
                  <a:lnTo>
                    <a:pt x="10015" y="10308"/>
                  </a:lnTo>
                  <a:lnTo>
                    <a:pt x="10565" y="9794"/>
                  </a:lnTo>
                  <a:lnTo>
                    <a:pt x="11152" y="9171"/>
                  </a:lnTo>
                  <a:close/>
                  <a:moveTo>
                    <a:pt x="12729" y="7153"/>
                  </a:moveTo>
                  <a:lnTo>
                    <a:pt x="13243" y="7483"/>
                  </a:lnTo>
                  <a:lnTo>
                    <a:pt x="13756" y="7813"/>
                  </a:lnTo>
                  <a:lnTo>
                    <a:pt x="14233" y="8180"/>
                  </a:lnTo>
                  <a:lnTo>
                    <a:pt x="14673" y="8584"/>
                  </a:lnTo>
                  <a:lnTo>
                    <a:pt x="15113" y="9024"/>
                  </a:lnTo>
                  <a:lnTo>
                    <a:pt x="15480" y="9464"/>
                  </a:lnTo>
                  <a:lnTo>
                    <a:pt x="15810" y="9941"/>
                  </a:lnTo>
                  <a:lnTo>
                    <a:pt x="16067" y="10454"/>
                  </a:lnTo>
                  <a:lnTo>
                    <a:pt x="16251" y="11005"/>
                  </a:lnTo>
                  <a:lnTo>
                    <a:pt x="16177" y="11041"/>
                  </a:lnTo>
                  <a:lnTo>
                    <a:pt x="15957" y="11188"/>
                  </a:lnTo>
                  <a:lnTo>
                    <a:pt x="15700" y="11298"/>
                  </a:lnTo>
                  <a:lnTo>
                    <a:pt x="15444" y="11371"/>
                  </a:lnTo>
                  <a:lnTo>
                    <a:pt x="15187" y="11445"/>
                  </a:lnTo>
                  <a:lnTo>
                    <a:pt x="15113" y="11371"/>
                  </a:lnTo>
                  <a:lnTo>
                    <a:pt x="15077" y="11408"/>
                  </a:lnTo>
                  <a:lnTo>
                    <a:pt x="14233" y="11445"/>
                  </a:lnTo>
                  <a:lnTo>
                    <a:pt x="13389" y="11408"/>
                  </a:lnTo>
                  <a:lnTo>
                    <a:pt x="12582" y="11371"/>
                  </a:lnTo>
                  <a:lnTo>
                    <a:pt x="11739" y="11298"/>
                  </a:lnTo>
                  <a:lnTo>
                    <a:pt x="11702" y="10198"/>
                  </a:lnTo>
                  <a:lnTo>
                    <a:pt x="11665" y="9464"/>
                  </a:lnTo>
                  <a:lnTo>
                    <a:pt x="11592" y="8694"/>
                  </a:lnTo>
                  <a:lnTo>
                    <a:pt x="12179" y="7923"/>
                  </a:lnTo>
                  <a:lnTo>
                    <a:pt x="12729" y="7153"/>
                  </a:lnTo>
                  <a:close/>
                  <a:moveTo>
                    <a:pt x="6126" y="10161"/>
                  </a:moveTo>
                  <a:lnTo>
                    <a:pt x="6787" y="10454"/>
                  </a:lnTo>
                  <a:lnTo>
                    <a:pt x="7447" y="10711"/>
                  </a:lnTo>
                  <a:lnTo>
                    <a:pt x="8327" y="11005"/>
                  </a:lnTo>
                  <a:lnTo>
                    <a:pt x="7557" y="11555"/>
                  </a:lnTo>
                  <a:lnTo>
                    <a:pt x="6713" y="11995"/>
                  </a:lnTo>
                  <a:lnTo>
                    <a:pt x="6603" y="12068"/>
                  </a:lnTo>
                  <a:lnTo>
                    <a:pt x="6346" y="11078"/>
                  </a:lnTo>
                  <a:lnTo>
                    <a:pt x="6126" y="10161"/>
                  </a:lnTo>
                  <a:close/>
                  <a:moveTo>
                    <a:pt x="3449" y="8657"/>
                  </a:moveTo>
                  <a:lnTo>
                    <a:pt x="3889" y="8950"/>
                  </a:lnTo>
                  <a:lnTo>
                    <a:pt x="4733" y="9427"/>
                  </a:lnTo>
                  <a:lnTo>
                    <a:pt x="5613" y="9904"/>
                  </a:lnTo>
                  <a:lnTo>
                    <a:pt x="5870" y="11078"/>
                  </a:lnTo>
                  <a:lnTo>
                    <a:pt x="6016" y="11665"/>
                  </a:lnTo>
                  <a:lnTo>
                    <a:pt x="6200" y="12288"/>
                  </a:lnTo>
                  <a:lnTo>
                    <a:pt x="5686" y="12509"/>
                  </a:lnTo>
                  <a:lnTo>
                    <a:pt x="5136" y="12729"/>
                  </a:lnTo>
                  <a:lnTo>
                    <a:pt x="4622" y="12875"/>
                  </a:lnTo>
                  <a:lnTo>
                    <a:pt x="4072" y="12985"/>
                  </a:lnTo>
                  <a:lnTo>
                    <a:pt x="3705" y="12985"/>
                  </a:lnTo>
                  <a:lnTo>
                    <a:pt x="3375" y="12949"/>
                  </a:lnTo>
                  <a:lnTo>
                    <a:pt x="3045" y="12875"/>
                  </a:lnTo>
                  <a:lnTo>
                    <a:pt x="2715" y="12692"/>
                  </a:lnTo>
                  <a:lnTo>
                    <a:pt x="2568" y="12582"/>
                  </a:lnTo>
                  <a:lnTo>
                    <a:pt x="2458" y="12435"/>
                  </a:lnTo>
                  <a:lnTo>
                    <a:pt x="2348" y="12288"/>
                  </a:lnTo>
                  <a:lnTo>
                    <a:pt x="2275" y="12105"/>
                  </a:lnTo>
                  <a:lnTo>
                    <a:pt x="2165" y="11775"/>
                  </a:lnTo>
                  <a:lnTo>
                    <a:pt x="2165" y="11371"/>
                  </a:lnTo>
                  <a:lnTo>
                    <a:pt x="2201" y="11005"/>
                  </a:lnTo>
                  <a:lnTo>
                    <a:pt x="2275" y="10638"/>
                  </a:lnTo>
                  <a:lnTo>
                    <a:pt x="2385" y="10271"/>
                  </a:lnTo>
                  <a:lnTo>
                    <a:pt x="2532" y="9941"/>
                  </a:lnTo>
                  <a:lnTo>
                    <a:pt x="2715" y="9574"/>
                  </a:lnTo>
                  <a:lnTo>
                    <a:pt x="2935" y="9281"/>
                  </a:lnTo>
                  <a:lnTo>
                    <a:pt x="3192" y="8950"/>
                  </a:lnTo>
                  <a:lnTo>
                    <a:pt x="3449" y="8657"/>
                  </a:lnTo>
                  <a:close/>
                  <a:moveTo>
                    <a:pt x="8291" y="14049"/>
                  </a:moveTo>
                  <a:lnTo>
                    <a:pt x="8401" y="14086"/>
                  </a:lnTo>
                  <a:lnTo>
                    <a:pt x="8401" y="14196"/>
                  </a:lnTo>
                  <a:lnTo>
                    <a:pt x="8401" y="14343"/>
                  </a:lnTo>
                  <a:lnTo>
                    <a:pt x="8364" y="14489"/>
                  </a:lnTo>
                  <a:lnTo>
                    <a:pt x="8291" y="14599"/>
                  </a:lnTo>
                  <a:lnTo>
                    <a:pt x="8181" y="14673"/>
                  </a:lnTo>
                  <a:lnTo>
                    <a:pt x="7960" y="14489"/>
                  </a:lnTo>
                  <a:lnTo>
                    <a:pt x="7777" y="14306"/>
                  </a:lnTo>
                  <a:lnTo>
                    <a:pt x="7850" y="14159"/>
                  </a:lnTo>
                  <a:lnTo>
                    <a:pt x="7997" y="14086"/>
                  </a:lnTo>
                  <a:lnTo>
                    <a:pt x="8144" y="14049"/>
                  </a:lnTo>
                  <a:close/>
                  <a:moveTo>
                    <a:pt x="8914" y="11188"/>
                  </a:moveTo>
                  <a:lnTo>
                    <a:pt x="10051" y="11481"/>
                  </a:lnTo>
                  <a:lnTo>
                    <a:pt x="11225" y="11702"/>
                  </a:lnTo>
                  <a:lnTo>
                    <a:pt x="11188" y="12288"/>
                  </a:lnTo>
                  <a:lnTo>
                    <a:pt x="11115" y="12839"/>
                  </a:lnTo>
                  <a:lnTo>
                    <a:pt x="10968" y="13426"/>
                  </a:lnTo>
                  <a:lnTo>
                    <a:pt x="10822" y="13976"/>
                  </a:lnTo>
                  <a:lnTo>
                    <a:pt x="10638" y="14269"/>
                  </a:lnTo>
                  <a:lnTo>
                    <a:pt x="10455" y="14563"/>
                  </a:lnTo>
                  <a:lnTo>
                    <a:pt x="10198" y="14819"/>
                  </a:lnTo>
                  <a:lnTo>
                    <a:pt x="9905" y="15003"/>
                  </a:lnTo>
                  <a:lnTo>
                    <a:pt x="9648" y="15113"/>
                  </a:lnTo>
                  <a:lnTo>
                    <a:pt x="9391" y="15150"/>
                  </a:lnTo>
                  <a:lnTo>
                    <a:pt x="9098" y="15113"/>
                  </a:lnTo>
                  <a:lnTo>
                    <a:pt x="8841" y="15040"/>
                  </a:lnTo>
                  <a:lnTo>
                    <a:pt x="8951" y="14856"/>
                  </a:lnTo>
                  <a:lnTo>
                    <a:pt x="8988" y="14673"/>
                  </a:lnTo>
                  <a:lnTo>
                    <a:pt x="9061" y="14453"/>
                  </a:lnTo>
                  <a:lnTo>
                    <a:pt x="9061" y="14269"/>
                  </a:lnTo>
                  <a:lnTo>
                    <a:pt x="9024" y="14086"/>
                  </a:lnTo>
                  <a:lnTo>
                    <a:pt x="8951" y="13976"/>
                  </a:lnTo>
                  <a:lnTo>
                    <a:pt x="8841" y="13829"/>
                  </a:lnTo>
                  <a:lnTo>
                    <a:pt x="8731" y="13756"/>
                  </a:lnTo>
                  <a:lnTo>
                    <a:pt x="8547" y="13646"/>
                  </a:lnTo>
                  <a:lnTo>
                    <a:pt x="8401" y="13609"/>
                  </a:lnTo>
                  <a:lnTo>
                    <a:pt x="8254" y="13572"/>
                  </a:lnTo>
                  <a:lnTo>
                    <a:pt x="8071" y="13572"/>
                  </a:lnTo>
                  <a:lnTo>
                    <a:pt x="7887" y="13609"/>
                  </a:lnTo>
                  <a:lnTo>
                    <a:pt x="7740" y="13682"/>
                  </a:lnTo>
                  <a:lnTo>
                    <a:pt x="7594" y="13792"/>
                  </a:lnTo>
                  <a:lnTo>
                    <a:pt x="7447" y="13902"/>
                  </a:lnTo>
                  <a:lnTo>
                    <a:pt x="7264" y="13609"/>
                  </a:lnTo>
                  <a:lnTo>
                    <a:pt x="7080" y="13242"/>
                  </a:lnTo>
                  <a:lnTo>
                    <a:pt x="6897" y="12912"/>
                  </a:lnTo>
                  <a:lnTo>
                    <a:pt x="6750" y="12545"/>
                  </a:lnTo>
                  <a:lnTo>
                    <a:pt x="7814" y="11958"/>
                  </a:lnTo>
                  <a:lnTo>
                    <a:pt x="8364" y="11591"/>
                  </a:lnTo>
                  <a:lnTo>
                    <a:pt x="8914" y="11188"/>
                  </a:lnTo>
                  <a:close/>
                  <a:moveTo>
                    <a:pt x="6493" y="0"/>
                  </a:moveTo>
                  <a:lnTo>
                    <a:pt x="6163" y="294"/>
                  </a:lnTo>
                  <a:lnTo>
                    <a:pt x="5870" y="624"/>
                  </a:lnTo>
                  <a:lnTo>
                    <a:pt x="5613" y="991"/>
                  </a:lnTo>
                  <a:lnTo>
                    <a:pt x="5429" y="1394"/>
                  </a:lnTo>
                  <a:lnTo>
                    <a:pt x="5246" y="1798"/>
                  </a:lnTo>
                  <a:lnTo>
                    <a:pt x="5099" y="2201"/>
                  </a:lnTo>
                  <a:lnTo>
                    <a:pt x="5026" y="2641"/>
                  </a:lnTo>
                  <a:lnTo>
                    <a:pt x="4953" y="3081"/>
                  </a:lnTo>
                  <a:lnTo>
                    <a:pt x="4219" y="2898"/>
                  </a:lnTo>
                  <a:lnTo>
                    <a:pt x="3485" y="2788"/>
                  </a:lnTo>
                  <a:lnTo>
                    <a:pt x="2752" y="2715"/>
                  </a:lnTo>
                  <a:lnTo>
                    <a:pt x="2385" y="2751"/>
                  </a:lnTo>
                  <a:lnTo>
                    <a:pt x="2055" y="2788"/>
                  </a:lnTo>
                  <a:lnTo>
                    <a:pt x="1725" y="2825"/>
                  </a:lnTo>
                  <a:lnTo>
                    <a:pt x="1394" y="2898"/>
                  </a:lnTo>
                  <a:lnTo>
                    <a:pt x="1101" y="3045"/>
                  </a:lnTo>
                  <a:lnTo>
                    <a:pt x="808" y="3191"/>
                  </a:lnTo>
                  <a:lnTo>
                    <a:pt x="551" y="3338"/>
                  </a:lnTo>
                  <a:lnTo>
                    <a:pt x="367" y="3558"/>
                  </a:lnTo>
                  <a:lnTo>
                    <a:pt x="184" y="3815"/>
                  </a:lnTo>
                  <a:lnTo>
                    <a:pt x="74" y="4108"/>
                  </a:lnTo>
                  <a:lnTo>
                    <a:pt x="1" y="4402"/>
                  </a:lnTo>
                  <a:lnTo>
                    <a:pt x="1" y="4732"/>
                  </a:lnTo>
                  <a:lnTo>
                    <a:pt x="37" y="5026"/>
                  </a:lnTo>
                  <a:lnTo>
                    <a:pt x="147" y="5356"/>
                  </a:lnTo>
                  <a:lnTo>
                    <a:pt x="257" y="5649"/>
                  </a:lnTo>
                  <a:lnTo>
                    <a:pt x="441" y="5943"/>
                  </a:lnTo>
                  <a:lnTo>
                    <a:pt x="624" y="6236"/>
                  </a:lnTo>
                  <a:lnTo>
                    <a:pt x="844" y="6493"/>
                  </a:lnTo>
                  <a:lnTo>
                    <a:pt x="1211" y="6860"/>
                  </a:lnTo>
                  <a:lnTo>
                    <a:pt x="1615" y="7263"/>
                  </a:lnTo>
                  <a:lnTo>
                    <a:pt x="1615" y="7300"/>
                  </a:lnTo>
                  <a:lnTo>
                    <a:pt x="1615" y="7520"/>
                  </a:lnTo>
                  <a:lnTo>
                    <a:pt x="1688" y="7777"/>
                  </a:lnTo>
                  <a:lnTo>
                    <a:pt x="1725" y="7887"/>
                  </a:lnTo>
                  <a:lnTo>
                    <a:pt x="1835" y="7960"/>
                  </a:lnTo>
                  <a:lnTo>
                    <a:pt x="1908" y="8033"/>
                  </a:lnTo>
                  <a:lnTo>
                    <a:pt x="2055" y="8070"/>
                  </a:lnTo>
                  <a:lnTo>
                    <a:pt x="2165" y="8107"/>
                  </a:lnTo>
                  <a:lnTo>
                    <a:pt x="2275" y="8070"/>
                  </a:lnTo>
                  <a:lnTo>
                    <a:pt x="2532" y="7997"/>
                  </a:lnTo>
                  <a:lnTo>
                    <a:pt x="3045" y="8400"/>
                  </a:lnTo>
                  <a:lnTo>
                    <a:pt x="2642" y="8914"/>
                  </a:lnTo>
                  <a:lnTo>
                    <a:pt x="2312" y="9464"/>
                  </a:lnTo>
                  <a:lnTo>
                    <a:pt x="2018" y="10051"/>
                  </a:lnTo>
                  <a:lnTo>
                    <a:pt x="1871" y="10344"/>
                  </a:lnTo>
                  <a:lnTo>
                    <a:pt x="1798" y="10674"/>
                  </a:lnTo>
                  <a:lnTo>
                    <a:pt x="1725" y="10968"/>
                  </a:lnTo>
                  <a:lnTo>
                    <a:pt x="1688" y="11261"/>
                  </a:lnTo>
                  <a:lnTo>
                    <a:pt x="1688" y="11555"/>
                  </a:lnTo>
                  <a:lnTo>
                    <a:pt x="1725" y="11885"/>
                  </a:lnTo>
                  <a:lnTo>
                    <a:pt x="1798" y="12142"/>
                  </a:lnTo>
                  <a:lnTo>
                    <a:pt x="1908" y="12435"/>
                  </a:lnTo>
                  <a:lnTo>
                    <a:pt x="2055" y="12692"/>
                  </a:lnTo>
                  <a:lnTo>
                    <a:pt x="2238" y="12912"/>
                  </a:lnTo>
                  <a:lnTo>
                    <a:pt x="2495" y="13132"/>
                  </a:lnTo>
                  <a:lnTo>
                    <a:pt x="2788" y="13279"/>
                  </a:lnTo>
                  <a:lnTo>
                    <a:pt x="3045" y="13389"/>
                  </a:lnTo>
                  <a:lnTo>
                    <a:pt x="3375" y="13426"/>
                  </a:lnTo>
                  <a:lnTo>
                    <a:pt x="3669" y="13462"/>
                  </a:lnTo>
                  <a:lnTo>
                    <a:pt x="3999" y="13462"/>
                  </a:lnTo>
                  <a:lnTo>
                    <a:pt x="4292" y="13426"/>
                  </a:lnTo>
                  <a:lnTo>
                    <a:pt x="4586" y="13389"/>
                  </a:lnTo>
                  <a:lnTo>
                    <a:pt x="5026" y="13242"/>
                  </a:lnTo>
                  <a:lnTo>
                    <a:pt x="5503" y="13095"/>
                  </a:lnTo>
                  <a:lnTo>
                    <a:pt x="5906" y="12949"/>
                  </a:lnTo>
                  <a:lnTo>
                    <a:pt x="6346" y="12729"/>
                  </a:lnTo>
                  <a:lnTo>
                    <a:pt x="6530" y="13169"/>
                  </a:lnTo>
                  <a:lnTo>
                    <a:pt x="6713" y="13572"/>
                  </a:lnTo>
                  <a:lnTo>
                    <a:pt x="6970" y="13976"/>
                  </a:lnTo>
                  <a:lnTo>
                    <a:pt x="7227" y="14343"/>
                  </a:lnTo>
                  <a:lnTo>
                    <a:pt x="7153" y="14526"/>
                  </a:lnTo>
                  <a:lnTo>
                    <a:pt x="7117" y="14709"/>
                  </a:lnTo>
                  <a:lnTo>
                    <a:pt x="7153" y="14893"/>
                  </a:lnTo>
                  <a:lnTo>
                    <a:pt x="7227" y="15076"/>
                  </a:lnTo>
                  <a:lnTo>
                    <a:pt x="7337" y="15223"/>
                  </a:lnTo>
                  <a:lnTo>
                    <a:pt x="7484" y="15333"/>
                  </a:lnTo>
                  <a:lnTo>
                    <a:pt x="7630" y="15406"/>
                  </a:lnTo>
                  <a:lnTo>
                    <a:pt x="7777" y="15480"/>
                  </a:lnTo>
                  <a:lnTo>
                    <a:pt x="7924" y="15516"/>
                  </a:lnTo>
                  <a:lnTo>
                    <a:pt x="8107" y="15516"/>
                  </a:lnTo>
                  <a:lnTo>
                    <a:pt x="8254" y="15480"/>
                  </a:lnTo>
                  <a:lnTo>
                    <a:pt x="8437" y="15406"/>
                  </a:lnTo>
                  <a:lnTo>
                    <a:pt x="8474" y="15406"/>
                  </a:lnTo>
                  <a:lnTo>
                    <a:pt x="8804" y="15516"/>
                  </a:lnTo>
                  <a:lnTo>
                    <a:pt x="9171" y="15590"/>
                  </a:lnTo>
                  <a:lnTo>
                    <a:pt x="9501" y="15590"/>
                  </a:lnTo>
                  <a:lnTo>
                    <a:pt x="9868" y="15516"/>
                  </a:lnTo>
                  <a:lnTo>
                    <a:pt x="10161" y="15406"/>
                  </a:lnTo>
                  <a:lnTo>
                    <a:pt x="10418" y="15260"/>
                  </a:lnTo>
                  <a:lnTo>
                    <a:pt x="10675" y="15040"/>
                  </a:lnTo>
                  <a:lnTo>
                    <a:pt x="10858" y="14819"/>
                  </a:lnTo>
                  <a:lnTo>
                    <a:pt x="11042" y="14563"/>
                  </a:lnTo>
                  <a:lnTo>
                    <a:pt x="11188" y="14269"/>
                  </a:lnTo>
                  <a:lnTo>
                    <a:pt x="11299" y="13976"/>
                  </a:lnTo>
                  <a:lnTo>
                    <a:pt x="11409" y="13682"/>
                  </a:lnTo>
                  <a:lnTo>
                    <a:pt x="11519" y="13242"/>
                  </a:lnTo>
                  <a:lnTo>
                    <a:pt x="11629" y="12765"/>
                  </a:lnTo>
                  <a:lnTo>
                    <a:pt x="11665" y="12252"/>
                  </a:lnTo>
                  <a:lnTo>
                    <a:pt x="11702" y="11775"/>
                  </a:lnTo>
                  <a:lnTo>
                    <a:pt x="12619" y="11848"/>
                  </a:lnTo>
                  <a:lnTo>
                    <a:pt x="13499" y="11922"/>
                  </a:lnTo>
                  <a:lnTo>
                    <a:pt x="14416" y="11922"/>
                  </a:lnTo>
                  <a:lnTo>
                    <a:pt x="15297" y="11885"/>
                  </a:lnTo>
                  <a:lnTo>
                    <a:pt x="15333" y="11848"/>
                  </a:lnTo>
                  <a:lnTo>
                    <a:pt x="15333" y="11775"/>
                  </a:lnTo>
                  <a:lnTo>
                    <a:pt x="15590" y="11702"/>
                  </a:lnTo>
                  <a:lnTo>
                    <a:pt x="15884" y="11628"/>
                  </a:lnTo>
                  <a:lnTo>
                    <a:pt x="16140" y="11481"/>
                  </a:lnTo>
                  <a:lnTo>
                    <a:pt x="16397" y="11335"/>
                  </a:lnTo>
                  <a:lnTo>
                    <a:pt x="16507" y="11335"/>
                  </a:lnTo>
                  <a:lnTo>
                    <a:pt x="16544" y="11298"/>
                  </a:lnTo>
                  <a:lnTo>
                    <a:pt x="16581" y="11225"/>
                  </a:lnTo>
                  <a:lnTo>
                    <a:pt x="16544" y="10931"/>
                  </a:lnTo>
                  <a:lnTo>
                    <a:pt x="16471" y="10638"/>
                  </a:lnTo>
                  <a:lnTo>
                    <a:pt x="16397" y="10344"/>
                  </a:lnTo>
                  <a:lnTo>
                    <a:pt x="16287" y="10088"/>
                  </a:lnTo>
                  <a:lnTo>
                    <a:pt x="15994" y="9537"/>
                  </a:lnTo>
                  <a:lnTo>
                    <a:pt x="15627" y="9060"/>
                  </a:lnTo>
                  <a:lnTo>
                    <a:pt x="15223" y="8584"/>
                  </a:lnTo>
                  <a:lnTo>
                    <a:pt x="14783" y="8143"/>
                  </a:lnTo>
                  <a:lnTo>
                    <a:pt x="14306" y="7740"/>
                  </a:lnTo>
                  <a:lnTo>
                    <a:pt x="13793" y="7336"/>
                  </a:lnTo>
                  <a:lnTo>
                    <a:pt x="12949" y="6786"/>
                  </a:lnTo>
                  <a:lnTo>
                    <a:pt x="13353" y="6053"/>
                  </a:lnTo>
                  <a:lnTo>
                    <a:pt x="13720" y="5319"/>
                  </a:lnTo>
                  <a:lnTo>
                    <a:pt x="14050" y="4549"/>
                  </a:lnTo>
                  <a:lnTo>
                    <a:pt x="14306" y="3778"/>
                  </a:lnTo>
                  <a:lnTo>
                    <a:pt x="14306" y="3632"/>
                  </a:lnTo>
                  <a:lnTo>
                    <a:pt x="14453" y="3522"/>
                  </a:lnTo>
                  <a:lnTo>
                    <a:pt x="14600" y="3375"/>
                  </a:lnTo>
                  <a:lnTo>
                    <a:pt x="14747" y="3155"/>
                  </a:lnTo>
                  <a:lnTo>
                    <a:pt x="14820" y="2935"/>
                  </a:lnTo>
                  <a:lnTo>
                    <a:pt x="14820" y="2678"/>
                  </a:lnTo>
                  <a:lnTo>
                    <a:pt x="14747" y="2421"/>
                  </a:lnTo>
                  <a:lnTo>
                    <a:pt x="14637" y="2238"/>
                  </a:lnTo>
                  <a:lnTo>
                    <a:pt x="14490" y="2054"/>
                  </a:lnTo>
                  <a:lnTo>
                    <a:pt x="14270" y="1944"/>
                  </a:lnTo>
                  <a:lnTo>
                    <a:pt x="14160" y="1908"/>
                  </a:lnTo>
                  <a:lnTo>
                    <a:pt x="14013" y="1908"/>
                  </a:lnTo>
                  <a:lnTo>
                    <a:pt x="13830" y="1944"/>
                  </a:lnTo>
                  <a:lnTo>
                    <a:pt x="13683" y="2018"/>
                  </a:lnTo>
                  <a:lnTo>
                    <a:pt x="13536" y="2091"/>
                  </a:lnTo>
                  <a:lnTo>
                    <a:pt x="13389" y="2201"/>
                  </a:lnTo>
                  <a:lnTo>
                    <a:pt x="12949" y="2128"/>
                  </a:lnTo>
                  <a:lnTo>
                    <a:pt x="12472" y="2164"/>
                  </a:lnTo>
                  <a:lnTo>
                    <a:pt x="12032" y="2201"/>
                  </a:lnTo>
                  <a:lnTo>
                    <a:pt x="11592" y="2274"/>
                  </a:lnTo>
                  <a:lnTo>
                    <a:pt x="11115" y="2421"/>
                  </a:lnTo>
                  <a:lnTo>
                    <a:pt x="10675" y="2568"/>
                  </a:lnTo>
                  <a:lnTo>
                    <a:pt x="10271" y="2751"/>
                  </a:lnTo>
                  <a:lnTo>
                    <a:pt x="9831" y="2971"/>
                  </a:lnTo>
                  <a:lnTo>
                    <a:pt x="9611" y="3081"/>
                  </a:lnTo>
                  <a:lnTo>
                    <a:pt x="9208" y="2421"/>
                  </a:lnTo>
                  <a:lnTo>
                    <a:pt x="8767" y="1761"/>
                  </a:lnTo>
                  <a:lnTo>
                    <a:pt x="8254" y="1137"/>
                  </a:lnTo>
                  <a:lnTo>
                    <a:pt x="7740" y="550"/>
                  </a:lnTo>
                  <a:lnTo>
                    <a:pt x="7630" y="477"/>
                  </a:lnTo>
                  <a:lnTo>
                    <a:pt x="7520" y="477"/>
                  </a:lnTo>
                  <a:lnTo>
                    <a:pt x="7117" y="624"/>
                  </a:lnTo>
                  <a:lnTo>
                    <a:pt x="6713" y="807"/>
                  </a:lnTo>
                  <a:lnTo>
                    <a:pt x="6640" y="844"/>
                  </a:lnTo>
                  <a:lnTo>
                    <a:pt x="6603" y="881"/>
                  </a:lnTo>
                  <a:lnTo>
                    <a:pt x="6640" y="991"/>
                  </a:lnTo>
                  <a:lnTo>
                    <a:pt x="6677" y="1064"/>
                  </a:lnTo>
                  <a:lnTo>
                    <a:pt x="6787" y="1064"/>
                  </a:lnTo>
                  <a:lnTo>
                    <a:pt x="7153" y="1027"/>
                  </a:lnTo>
                  <a:lnTo>
                    <a:pt x="7484" y="991"/>
                  </a:lnTo>
                  <a:lnTo>
                    <a:pt x="7960" y="1541"/>
                  </a:lnTo>
                  <a:lnTo>
                    <a:pt x="8401" y="2091"/>
                  </a:lnTo>
                  <a:lnTo>
                    <a:pt x="8841" y="2715"/>
                  </a:lnTo>
                  <a:lnTo>
                    <a:pt x="9208" y="3301"/>
                  </a:lnTo>
                  <a:lnTo>
                    <a:pt x="8511" y="3742"/>
                  </a:lnTo>
                  <a:lnTo>
                    <a:pt x="7850" y="4219"/>
                  </a:lnTo>
                  <a:lnTo>
                    <a:pt x="6603" y="3668"/>
                  </a:lnTo>
                  <a:lnTo>
                    <a:pt x="5980" y="3412"/>
                  </a:lnTo>
                  <a:lnTo>
                    <a:pt x="5319" y="3191"/>
                  </a:lnTo>
                  <a:lnTo>
                    <a:pt x="5393" y="2788"/>
                  </a:lnTo>
                  <a:lnTo>
                    <a:pt x="5466" y="2384"/>
                  </a:lnTo>
                  <a:lnTo>
                    <a:pt x="5576" y="1981"/>
                  </a:lnTo>
                  <a:lnTo>
                    <a:pt x="5723" y="1577"/>
                  </a:lnTo>
                  <a:lnTo>
                    <a:pt x="5906" y="1211"/>
                  </a:lnTo>
                  <a:lnTo>
                    <a:pt x="6126" y="844"/>
                  </a:lnTo>
                  <a:lnTo>
                    <a:pt x="6383" y="514"/>
                  </a:lnTo>
                  <a:lnTo>
                    <a:pt x="6640" y="184"/>
                  </a:lnTo>
                  <a:lnTo>
                    <a:pt x="6677" y="110"/>
                  </a:lnTo>
                  <a:lnTo>
                    <a:pt x="6677" y="37"/>
                  </a:lnTo>
                  <a:lnTo>
                    <a:pt x="6603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48" name="Google Shape;304;p5">
              <a:extLst>
                <a:ext uri="{FF2B5EF4-FFF2-40B4-BE49-F238E27FC236}">
                  <a16:creationId xmlns:a16="http://schemas.microsoft.com/office/drawing/2014/main" id="{F34DAF67-4050-489C-8EA1-C47C9D8299F0}"/>
                </a:ext>
              </a:extLst>
            </p:cNvPr>
            <p:cNvSpPr/>
            <p:nvPr/>
          </p:nvSpPr>
          <p:spPr>
            <a:xfrm>
              <a:off x="6553775" y="1840025"/>
              <a:ext cx="234775" cy="276975"/>
            </a:xfrm>
            <a:custGeom>
              <a:avLst/>
              <a:gdLst/>
              <a:ahLst/>
              <a:cxnLst/>
              <a:rect l="l" t="t" r="r" b="b"/>
              <a:pathLst>
                <a:path w="9391" h="11079" extrusionOk="0">
                  <a:moveTo>
                    <a:pt x="4916" y="441"/>
                  </a:moveTo>
                  <a:lnTo>
                    <a:pt x="5026" y="477"/>
                  </a:lnTo>
                  <a:lnTo>
                    <a:pt x="5099" y="551"/>
                  </a:lnTo>
                  <a:lnTo>
                    <a:pt x="5099" y="771"/>
                  </a:lnTo>
                  <a:lnTo>
                    <a:pt x="5026" y="954"/>
                  </a:lnTo>
                  <a:lnTo>
                    <a:pt x="4953" y="1064"/>
                  </a:lnTo>
                  <a:lnTo>
                    <a:pt x="4842" y="1138"/>
                  </a:lnTo>
                  <a:lnTo>
                    <a:pt x="4732" y="1174"/>
                  </a:lnTo>
                  <a:lnTo>
                    <a:pt x="4622" y="1138"/>
                  </a:lnTo>
                  <a:lnTo>
                    <a:pt x="4366" y="1028"/>
                  </a:lnTo>
                  <a:lnTo>
                    <a:pt x="4439" y="917"/>
                  </a:lnTo>
                  <a:lnTo>
                    <a:pt x="4439" y="771"/>
                  </a:lnTo>
                  <a:lnTo>
                    <a:pt x="4402" y="697"/>
                  </a:lnTo>
                  <a:lnTo>
                    <a:pt x="4366" y="661"/>
                  </a:lnTo>
                  <a:lnTo>
                    <a:pt x="4476" y="551"/>
                  </a:lnTo>
                  <a:lnTo>
                    <a:pt x="4622" y="477"/>
                  </a:lnTo>
                  <a:lnTo>
                    <a:pt x="4769" y="441"/>
                  </a:lnTo>
                  <a:close/>
                  <a:moveTo>
                    <a:pt x="3375" y="6493"/>
                  </a:moveTo>
                  <a:lnTo>
                    <a:pt x="3375" y="6530"/>
                  </a:lnTo>
                  <a:lnTo>
                    <a:pt x="3339" y="6530"/>
                  </a:lnTo>
                  <a:lnTo>
                    <a:pt x="3375" y="6493"/>
                  </a:lnTo>
                  <a:close/>
                  <a:moveTo>
                    <a:pt x="4292" y="6933"/>
                  </a:moveTo>
                  <a:lnTo>
                    <a:pt x="4256" y="7007"/>
                  </a:lnTo>
                  <a:lnTo>
                    <a:pt x="4219" y="6970"/>
                  </a:lnTo>
                  <a:lnTo>
                    <a:pt x="4292" y="6933"/>
                  </a:lnTo>
                  <a:close/>
                  <a:moveTo>
                    <a:pt x="5209" y="4219"/>
                  </a:moveTo>
                  <a:lnTo>
                    <a:pt x="5429" y="4329"/>
                  </a:lnTo>
                  <a:lnTo>
                    <a:pt x="5649" y="4439"/>
                  </a:lnTo>
                  <a:lnTo>
                    <a:pt x="5686" y="4549"/>
                  </a:lnTo>
                  <a:lnTo>
                    <a:pt x="5723" y="4586"/>
                  </a:lnTo>
                  <a:lnTo>
                    <a:pt x="5796" y="4586"/>
                  </a:lnTo>
                  <a:lnTo>
                    <a:pt x="6016" y="4879"/>
                  </a:lnTo>
                  <a:lnTo>
                    <a:pt x="6163" y="5173"/>
                  </a:lnTo>
                  <a:lnTo>
                    <a:pt x="6200" y="5503"/>
                  </a:lnTo>
                  <a:lnTo>
                    <a:pt x="6200" y="5833"/>
                  </a:lnTo>
                  <a:lnTo>
                    <a:pt x="6090" y="6126"/>
                  </a:lnTo>
                  <a:lnTo>
                    <a:pt x="5943" y="6420"/>
                  </a:lnTo>
                  <a:lnTo>
                    <a:pt x="5796" y="6603"/>
                  </a:lnTo>
                  <a:lnTo>
                    <a:pt x="5649" y="6750"/>
                  </a:lnTo>
                  <a:lnTo>
                    <a:pt x="5649" y="6713"/>
                  </a:lnTo>
                  <a:lnTo>
                    <a:pt x="5649" y="6566"/>
                  </a:lnTo>
                  <a:lnTo>
                    <a:pt x="5649" y="6383"/>
                  </a:lnTo>
                  <a:lnTo>
                    <a:pt x="5613" y="6346"/>
                  </a:lnTo>
                  <a:lnTo>
                    <a:pt x="5576" y="6310"/>
                  </a:lnTo>
                  <a:lnTo>
                    <a:pt x="5539" y="6310"/>
                  </a:lnTo>
                  <a:lnTo>
                    <a:pt x="5503" y="6346"/>
                  </a:lnTo>
                  <a:lnTo>
                    <a:pt x="5393" y="6493"/>
                  </a:lnTo>
                  <a:lnTo>
                    <a:pt x="5356" y="6676"/>
                  </a:lnTo>
                  <a:lnTo>
                    <a:pt x="5319" y="6933"/>
                  </a:lnTo>
                  <a:lnTo>
                    <a:pt x="5099" y="7007"/>
                  </a:lnTo>
                  <a:lnTo>
                    <a:pt x="5099" y="6860"/>
                  </a:lnTo>
                  <a:lnTo>
                    <a:pt x="5099" y="6713"/>
                  </a:lnTo>
                  <a:lnTo>
                    <a:pt x="5136" y="6566"/>
                  </a:lnTo>
                  <a:lnTo>
                    <a:pt x="5209" y="6456"/>
                  </a:lnTo>
                  <a:lnTo>
                    <a:pt x="5246" y="6420"/>
                  </a:lnTo>
                  <a:lnTo>
                    <a:pt x="5209" y="6383"/>
                  </a:lnTo>
                  <a:lnTo>
                    <a:pt x="5173" y="6346"/>
                  </a:lnTo>
                  <a:lnTo>
                    <a:pt x="5136" y="6346"/>
                  </a:lnTo>
                  <a:lnTo>
                    <a:pt x="4953" y="6456"/>
                  </a:lnTo>
                  <a:lnTo>
                    <a:pt x="4842" y="6640"/>
                  </a:lnTo>
                  <a:lnTo>
                    <a:pt x="4769" y="6823"/>
                  </a:lnTo>
                  <a:lnTo>
                    <a:pt x="4769" y="7043"/>
                  </a:lnTo>
                  <a:lnTo>
                    <a:pt x="4696" y="7043"/>
                  </a:lnTo>
                  <a:lnTo>
                    <a:pt x="4659" y="7007"/>
                  </a:lnTo>
                  <a:lnTo>
                    <a:pt x="4622" y="6970"/>
                  </a:lnTo>
                  <a:lnTo>
                    <a:pt x="4586" y="6970"/>
                  </a:lnTo>
                  <a:lnTo>
                    <a:pt x="5026" y="6016"/>
                  </a:lnTo>
                  <a:lnTo>
                    <a:pt x="5026" y="5943"/>
                  </a:lnTo>
                  <a:lnTo>
                    <a:pt x="4989" y="5906"/>
                  </a:lnTo>
                  <a:lnTo>
                    <a:pt x="4953" y="5906"/>
                  </a:lnTo>
                  <a:lnTo>
                    <a:pt x="4916" y="5943"/>
                  </a:lnTo>
                  <a:lnTo>
                    <a:pt x="4402" y="6750"/>
                  </a:lnTo>
                  <a:lnTo>
                    <a:pt x="4366" y="6676"/>
                  </a:lnTo>
                  <a:lnTo>
                    <a:pt x="4329" y="6640"/>
                  </a:lnTo>
                  <a:lnTo>
                    <a:pt x="4256" y="6640"/>
                  </a:lnTo>
                  <a:lnTo>
                    <a:pt x="4439" y="6236"/>
                  </a:lnTo>
                  <a:lnTo>
                    <a:pt x="4659" y="5796"/>
                  </a:lnTo>
                  <a:lnTo>
                    <a:pt x="4696" y="5759"/>
                  </a:lnTo>
                  <a:lnTo>
                    <a:pt x="4659" y="5723"/>
                  </a:lnTo>
                  <a:lnTo>
                    <a:pt x="4586" y="5723"/>
                  </a:lnTo>
                  <a:lnTo>
                    <a:pt x="4182" y="6273"/>
                  </a:lnTo>
                  <a:lnTo>
                    <a:pt x="3999" y="6566"/>
                  </a:lnTo>
                  <a:lnTo>
                    <a:pt x="3852" y="6860"/>
                  </a:lnTo>
                  <a:lnTo>
                    <a:pt x="3669" y="6786"/>
                  </a:lnTo>
                  <a:lnTo>
                    <a:pt x="3779" y="6750"/>
                  </a:lnTo>
                  <a:lnTo>
                    <a:pt x="3852" y="6640"/>
                  </a:lnTo>
                  <a:lnTo>
                    <a:pt x="3889" y="6566"/>
                  </a:lnTo>
                  <a:lnTo>
                    <a:pt x="3889" y="6420"/>
                  </a:lnTo>
                  <a:lnTo>
                    <a:pt x="3889" y="6383"/>
                  </a:lnTo>
                  <a:lnTo>
                    <a:pt x="3815" y="6383"/>
                  </a:lnTo>
                  <a:lnTo>
                    <a:pt x="3999" y="6163"/>
                  </a:lnTo>
                  <a:lnTo>
                    <a:pt x="4512" y="5539"/>
                  </a:lnTo>
                  <a:lnTo>
                    <a:pt x="4512" y="5466"/>
                  </a:lnTo>
                  <a:lnTo>
                    <a:pt x="4476" y="5429"/>
                  </a:lnTo>
                  <a:lnTo>
                    <a:pt x="4402" y="5429"/>
                  </a:lnTo>
                  <a:lnTo>
                    <a:pt x="3779" y="6016"/>
                  </a:lnTo>
                  <a:lnTo>
                    <a:pt x="3632" y="6126"/>
                  </a:lnTo>
                  <a:lnTo>
                    <a:pt x="3595" y="6090"/>
                  </a:lnTo>
                  <a:lnTo>
                    <a:pt x="3559" y="6090"/>
                  </a:lnTo>
                  <a:lnTo>
                    <a:pt x="3485" y="6126"/>
                  </a:lnTo>
                  <a:lnTo>
                    <a:pt x="3669" y="5869"/>
                  </a:lnTo>
                  <a:lnTo>
                    <a:pt x="3889" y="5649"/>
                  </a:lnTo>
                  <a:lnTo>
                    <a:pt x="4146" y="5466"/>
                  </a:lnTo>
                  <a:lnTo>
                    <a:pt x="4402" y="5283"/>
                  </a:lnTo>
                  <a:lnTo>
                    <a:pt x="4439" y="5246"/>
                  </a:lnTo>
                  <a:lnTo>
                    <a:pt x="4402" y="5209"/>
                  </a:lnTo>
                  <a:lnTo>
                    <a:pt x="4402" y="5173"/>
                  </a:lnTo>
                  <a:lnTo>
                    <a:pt x="4329" y="5136"/>
                  </a:lnTo>
                  <a:lnTo>
                    <a:pt x="3962" y="5319"/>
                  </a:lnTo>
                  <a:lnTo>
                    <a:pt x="3632" y="5539"/>
                  </a:lnTo>
                  <a:lnTo>
                    <a:pt x="3339" y="5796"/>
                  </a:lnTo>
                  <a:lnTo>
                    <a:pt x="3082" y="6126"/>
                  </a:lnTo>
                  <a:lnTo>
                    <a:pt x="3045" y="6016"/>
                  </a:lnTo>
                  <a:lnTo>
                    <a:pt x="3082" y="5980"/>
                  </a:lnTo>
                  <a:lnTo>
                    <a:pt x="3339" y="5613"/>
                  </a:lnTo>
                  <a:lnTo>
                    <a:pt x="3632" y="5283"/>
                  </a:lnTo>
                  <a:lnTo>
                    <a:pt x="3962" y="4952"/>
                  </a:lnTo>
                  <a:lnTo>
                    <a:pt x="4292" y="4659"/>
                  </a:lnTo>
                  <a:lnTo>
                    <a:pt x="4292" y="4622"/>
                  </a:lnTo>
                  <a:lnTo>
                    <a:pt x="4256" y="4586"/>
                  </a:lnTo>
                  <a:lnTo>
                    <a:pt x="4219" y="4586"/>
                  </a:lnTo>
                  <a:lnTo>
                    <a:pt x="3925" y="4732"/>
                  </a:lnTo>
                  <a:lnTo>
                    <a:pt x="3632" y="4879"/>
                  </a:lnTo>
                  <a:lnTo>
                    <a:pt x="3375" y="5099"/>
                  </a:lnTo>
                  <a:lnTo>
                    <a:pt x="3155" y="5356"/>
                  </a:lnTo>
                  <a:lnTo>
                    <a:pt x="3228" y="5209"/>
                  </a:lnTo>
                  <a:lnTo>
                    <a:pt x="3339" y="5062"/>
                  </a:lnTo>
                  <a:lnTo>
                    <a:pt x="3559" y="4842"/>
                  </a:lnTo>
                  <a:lnTo>
                    <a:pt x="3852" y="4622"/>
                  </a:lnTo>
                  <a:lnTo>
                    <a:pt x="4146" y="4476"/>
                  </a:lnTo>
                  <a:lnTo>
                    <a:pt x="4402" y="4366"/>
                  </a:lnTo>
                  <a:lnTo>
                    <a:pt x="4659" y="4292"/>
                  </a:lnTo>
                  <a:lnTo>
                    <a:pt x="4953" y="4219"/>
                  </a:lnTo>
                  <a:close/>
                  <a:moveTo>
                    <a:pt x="807" y="8767"/>
                  </a:moveTo>
                  <a:lnTo>
                    <a:pt x="807" y="8841"/>
                  </a:lnTo>
                  <a:lnTo>
                    <a:pt x="844" y="8914"/>
                  </a:lnTo>
                  <a:lnTo>
                    <a:pt x="918" y="8951"/>
                  </a:lnTo>
                  <a:lnTo>
                    <a:pt x="1138" y="8951"/>
                  </a:lnTo>
                  <a:lnTo>
                    <a:pt x="1211" y="8987"/>
                  </a:lnTo>
                  <a:lnTo>
                    <a:pt x="1321" y="8987"/>
                  </a:lnTo>
                  <a:lnTo>
                    <a:pt x="1321" y="9061"/>
                  </a:lnTo>
                  <a:lnTo>
                    <a:pt x="1321" y="9097"/>
                  </a:lnTo>
                  <a:lnTo>
                    <a:pt x="1248" y="9171"/>
                  </a:lnTo>
                  <a:lnTo>
                    <a:pt x="1174" y="9207"/>
                  </a:lnTo>
                  <a:lnTo>
                    <a:pt x="954" y="9244"/>
                  </a:lnTo>
                  <a:lnTo>
                    <a:pt x="844" y="9207"/>
                  </a:lnTo>
                  <a:lnTo>
                    <a:pt x="697" y="9134"/>
                  </a:lnTo>
                  <a:lnTo>
                    <a:pt x="587" y="9061"/>
                  </a:lnTo>
                  <a:lnTo>
                    <a:pt x="551" y="8951"/>
                  </a:lnTo>
                  <a:lnTo>
                    <a:pt x="661" y="8841"/>
                  </a:lnTo>
                  <a:lnTo>
                    <a:pt x="807" y="8767"/>
                  </a:lnTo>
                  <a:close/>
                  <a:moveTo>
                    <a:pt x="8511" y="8657"/>
                  </a:moveTo>
                  <a:lnTo>
                    <a:pt x="8621" y="8694"/>
                  </a:lnTo>
                  <a:lnTo>
                    <a:pt x="8731" y="8731"/>
                  </a:lnTo>
                  <a:lnTo>
                    <a:pt x="8841" y="8804"/>
                  </a:lnTo>
                  <a:lnTo>
                    <a:pt x="8951" y="8877"/>
                  </a:lnTo>
                  <a:lnTo>
                    <a:pt x="8987" y="8987"/>
                  </a:lnTo>
                  <a:lnTo>
                    <a:pt x="9024" y="9097"/>
                  </a:lnTo>
                  <a:lnTo>
                    <a:pt x="9024" y="9134"/>
                  </a:lnTo>
                  <a:lnTo>
                    <a:pt x="8987" y="9134"/>
                  </a:lnTo>
                  <a:lnTo>
                    <a:pt x="8877" y="9097"/>
                  </a:lnTo>
                  <a:lnTo>
                    <a:pt x="8804" y="9134"/>
                  </a:lnTo>
                  <a:lnTo>
                    <a:pt x="8731" y="9171"/>
                  </a:lnTo>
                  <a:lnTo>
                    <a:pt x="8621" y="9281"/>
                  </a:lnTo>
                  <a:lnTo>
                    <a:pt x="8474" y="9354"/>
                  </a:lnTo>
                  <a:lnTo>
                    <a:pt x="8327" y="9318"/>
                  </a:lnTo>
                  <a:lnTo>
                    <a:pt x="8254" y="9244"/>
                  </a:lnTo>
                  <a:lnTo>
                    <a:pt x="8217" y="9171"/>
                  </a:lnTo>
                  <a:lnTo>
                    <a:pt x="8217" y="9024"/>
                  </a:lnTo>
                  <a:lnTo>
                    <a:pt x="8254" y="8841"/>
                  </a:lnTo>
                  <a:lnTo>
                    <a:pt x="8254" y="8694"/>
                  </a:lnTo>
                  <a:lnTo>
                    <a:pt x="8511" y="8657"/>
                  </a:lnTo>
                  <a:close/>
                  <a:moveTo>
                    <a:pt x="5026" y="9501"/>
                  </a:moveTo>
                  <a:lnTo>
                    <a:pt x="5063" y="9574"/>
                  </a:lnTo>
                  <a:lnTo>
                    <a:pt x="4989" y="9538"/>
                  </a:lnTo>
                  <a:lnTo>
                    <a:pt x="5026" y="9501"/>
                  </a:lnTo>
                  <a:close/>
                  <a:moveTo>
                    <a:pt x="4696" y="9868"/>
                  </a:moveTo>
                  <a:lnTo>
                    <a:pt x="4953" y="9941"/>
                  </a:lnTo>
                  <a:lnTo>
                    <a:pt x="4916" y="10014"/>
                  </a:lnTo>
                  <a:lnTo>
                    <a:pt x="4879" y="10271"/>
                  </a:lnTo>
                  <a:lnTo>
                    <a:pt x="4842" y="10308"/>
                  </a:lnTo>
                  <a:lnTo>
                    <a:pt x="4549" y="10308"/>
                  </a:lnTo>
                  <a:lnTo>
                    <a:pt x="4439" y="10235"/>
                  </a:lnTo>
                  <a:lnTo>
                    <a:pt x="4329" y="10125"/>
                  </a:lnTo>
                  <a:lnTo>
                    <a:pt x="4292" y="10051"/>
                  </a:lnTo>
                  <a:lnTo>
                    <a:pt x="4256" y="9941"/>
                  </a:lnTo>
                  <a:lnTo>
                    <a:pt x="4329" y="9904"/>
                  </a:lnTo>
                  <a:lnTo>
                    <a:pt x="4439" y="9868"/>
                  </a:lnTo>
                  <a:close/>
                  <a:moveTo>
                    <a:pt x="4806" y="0"/>
                  </a:moveTo>
                  <a:lnTo>
                    <a:pt x="4622" y="37"/>
                  </a:lnTo>
                  <a:lnTo>
                    <a:pt x="4476" y="110"/>
                  </a:lnTo>
                  <a:lnTo>
                    <a:pt x="4292" y="147"/>
                  </a:lnTo>
                  <a:lnTo>
                    <a:pt x="4146" y="257"/>
                  </a:lnTo>
                  <a:lnTo>
                    <a:pt x="3999" y="367"/>
                  </a:lnTo>
                  <a:lnTo>
                    <a:pt x="3889" y="477"/>
                  </a:lnTo>
                  <a:lnTo>
                    <a:pt x="3779" y="624"/>
                  </a:lnTo>
                  <a:lnTo>
                    <a:pt x="3705" y="807"/>
                  </a:lnTo>
                  <a:lnTo>
                    <a:pt x="3669" y="954"/>
                  </a:lnTo>
                  <a:lnTo>
                    <a:pt x="3669" y="1138"/>
                  </a:lnTo>
                  <a:lnTo>
                    <a:pt x="3705" y="1321"/>
                  </a:lnTo>
                  <a:lnTo>
                    <a:pt x="3815" y="1578"/>
                  </a:lnTo>
                  <a:lnTo>
                    <a:pt x="3999" y="1761"/>
                  </a:lnTo>
                  <a:lnTo>
                    <a:pt x="4182" y="1871"/>
                  </a:lnTo>
                  <a:lnTo>
                    <a:pt x="4402" y="1945"/>
                  </a:lnTo>
                  <a:lnTo>
                    <a:pt x="4366" y="2055"/>
                  </a:lnTo>
                  <a:lnTo>
                    <a:pt x="4329" y="2165"/>
                  </a:lnTo>
                  <a:lnTo>
                    <a:pt x="4329" y="2531"/>
                  </a:lnTo>
                  <a:lnTo>
                    <a:pt x="4329" y="2898"/>
                  </a:lnTo>
                  <a:lnTo>
                    <a:pt x="4329" y="3522"/>
                  </a:lnTo>
                  <a:lnTo>
                    <a:pt x="4329" y="3669"/>
                  </a:lnTo>
                  <a:lnTo>
                    <a:pt x="4366" y="3779"/>
                  </a:lnTo>
                  <a:lnTo>
                    <a:pt x="4072" y="3925"/>
                  </a:lnTo>
                  <a:lnTo>
                    <a:pt x="3815" y="4109"/>
                  </a:lnTo>
                  <a:lnTo>
                    <a:pt x="3742" y="4182"/>
                  </a:lnTo>
                  <a:lnTo>
                    <a:pt x="3742" y="4255"/>
                  </a:lnTo>
                  <a:lnTo>
                    <a:pt x="3522" y="4402"/>
                  </a:lnTo>
                  <a:lnTo>
                    <a:pt x="3339" y="4549"/>
                  </a:lnTo>
                  <a:lnTo>
                    <a:pt x="3155" y="4696"/>
                  </a:lnTo>
                  <a:lnTo>
                    <a:pt x="3008" y="4879"/>
                  </a:lnTo>
                  <a:lnTo>
                    <a:pt x="2862" y="5062"/>
                  </a:lnTo>
                  <a:lnTo>
                    <a:pt x="2752" y="5283"/>
                  </a:lnTo>
                  <a:lnTo>
                    <a:pt x="2678" y="5503"/>
                  </a:lnTo>
                  <a:lnTo>
                    <a:pt x="2642" y="5686"/>
                  </a:lnTo>
                  <a:lnTo>
                    <a:pt x="2642" y="5906"/>
                  </a:lnTo>
                  <a:lnTo>
                    <a:pt x="2678" y="6126"/>
                  </a:lnTo>
                  <a:lnTo>
                    <a:pt x="2752" y="6346"/>
                  </a:lnTo>
                  <a:lnTo>
                    <a:pt x="2825" y="6566"/>
                  </a:lnTo>
                  <a:lnTo>
                    <a:pt x="2898" y="6676"/>
                  </a:lnTo>
                  <a:lnTo>
                    <a:pt x="2421" y="7080"/>
                  </a:lnTo>
                  <a:lnTo>
                    <a:pt x="1908" y="7447"/>
                  </a:lnTo>
                  <a:lnTo>
                    <a:pt x="1431" y="7850"/>
                  </a:lnTo>
                  <a:lnTo>
                    <a:pt x="1211" y="8070"/>
                  </a:lnTo>
                  <a:lnTo>
                    <a:pt x="991" y="8327"/>
                  </a:lnTo>
                  <a:lnTo>
                    <a:pt x="771" y="8364"/>
                  </a:lnTo>
                  <a:lnTo>
                    <a:pt x="624" y="8327"/>
                  </a:lnTo>
                  <a:lnTo>
                    <a:pt x="477" y="8327"/>
                  </a:lnTo>
                  <a:lnTo>
                    <a:pt x="367" y="8364"/>
                  </a:lnTo>
                  <a:lnTo>
                    <a:pt x="257" y="8437"/>
                  </a:lnTo>
                  <a:lnTo>
                    <a:pt x="184" y="8511"/>
                  </a:lnTo>
                  <a:lnTo>
                    <a:pt x="111" y="8584"/>
                  </a:lnTo>
                  <a:lnTo>
                    <a:pt x="37" y="8804"/>
                  </a:lnTo>
                  <a:lnTo>
                    <a:pt x="0" y="9061"/>
                  </a:lnTo>
                  <a:lnTo>
                    <a:pt x="0" y="9318"/>
                  </a:lnTo>
                  <a:lnTo>
                    <a:pt x="74" y="9538"/>
                  </a:lnTo>
                  <a:lnTo>
                    <a:pt x="257" y="9684"/>
                  </a:lnTo>
                  <a:lnTo>
                    <a:pt x="477" y="9831"/>
                  </a:lnTo>
                  <a:lnTo>
                    <a:pt x="697" y="9904"/>
                  </a:lnTo>
                  <a:lnTo>
                    <a:pt x="954" y="9941"/>
                  </a:lnTo>
                  <a:lnTo>
                    <a:pt x="1174" y="9904"/>
                  </a:lnTo>
                  <a:lnTo>
                    <a:pt x="1431" y="9868"/>
                  </a:lnTo>
                  <a:lnTo>
                    <a:pt x="1651" y="9794"/>
                  </a:lnTo>
                  <a:lnTo>
                    <a:pt x="1798" y="9648"/>
                  </a:lnTo>
                  <a:lnTo>
                    <a:pt x="1908" y="9574"/>
                  </a:lnTo>
                  <a:lnTo>
                    <a:pt x="1945" y="9464"/>
                  </a:lnTo>
                  <a:lnTo>
                    <a:pt x="1981" y="9354"/>
                  </a:lnTo>
                  <a:lnTo>
                    <a:pt x="1981" y="9207"/>
                  </a:lnTo>
                  <a:lnTo>
                    <a:pt x="1908" y="8987"/>
                  </a:lnTo>
                  <a:lnTo>
                    <a:pt x="1798" y="8767"/>
                  </a:lnTo>
                  <a:lnTo>
                    <a:pt x="1651" y="8584"/>
                  </a:lnTo>
                  <a:lnTo>
                    <a:pt x="1431" y="8437"/>
                  </a:lnTo>
                  <a:lnTo>
                    <a:pt x="1394" y="8437"/>
                  </a:lnTo>
                  <a:lnTo>
                    <a:pt x="1578" y="8254"/>
                  </a:lnTo>
                  <a:lnTo>
                    <a:pt x="1761" y="8070"/>
                  </a:lnTo>
                  <a:lnTo>
                    <a:pt x="2165" y="7777"/>
                  </a:lnTo>
                  <a:lnTo>
                    <a:pt x="2421" y="7557"/>
                  </a:lnTo>
                  <a:lnTo>
                    <a:pt x="2642" y="7337"/>
                  </a:lnTo>
                  <a:lnTo>
                    <a:pt x="2862" y="7080"/>
                  </a:lnTo>
                  <a:lnTo>
                    <a:pt x="3008" y="6786"/>
                  </a:lnTo>
                  <a:lnTo>
                    <a:pt x="3118" y="6897"/>
                  </a:lnTo>
                  <a:lnTo>
                    <a:pt x="3302" y="7043"/>
                  </a:lnTo>
                  <a:lnTo>
                    <a:pt x="3632" y="7227"/>
                  </a:lnTo>
                  <a:lnTo>
                    <a:pt x="3999" y="7337"/>
                  </a:lnTo>
                  <a:lnTo>
                    <a:pt x="4366" y="7410"/>
                  </a:lnTo>
                  <a:lnTo>
                    <a:pt x="4439" y="7410"/>
                  </a:lnTo>
                  <a:lnTo>
                    <a:pt x="4402" y="7887"/>
                  </a:lnTo>
                  <a:lnTo>
                    <a:pt x="4402" y="8364"/>
                  </a:lnTo>
                  <a:lnTo>
                    <a:pt x="4439" y="9318"/>
                  </a:lnTo>
                  <a:lnTo>
                    <a:pt x="4256" y="9391"/>
                  </a:lnTo>
                  <a:lnTo>
                    <a:pt x="4109" y="9464"/>
                  </a:lnTo>
                  <a:lnTo>
                    <a:pt x="3999" y="9574"/>
                  </a:lnTo>
                  <a:lnTo>
                    <a:pt x="3925" y="9684"/>
                  </a:lnTo>
                  <a:lnTo>
                    <a:pt x="3889" y="9794"/>
                  </a:lnTo>
                  <a:lnTo>
                    <a:pt x="3852" y="9941"/>
                  </a:lnTo>
                  <a:lnTo>
                    <a:pt x="3815" y="10125"/>
                  </a:lnTo>
                  <a:lnTo>
                    <a:pt x="3852" y="10271"/>
                  </a:lnTo>
                  <a:lnTo>
                    <a:pt x="3925" y="10565"/>
                  </a:lnTo>
                  <a:lnTo>
                    <a:pt x="4072" y="10821"/>
                  </a:lnTo>
                  <a:lnTo>
                    <a:pt x="4182" y="10895"/>
                  </a:lnTo>
                  <a:lnTo>
                    <a:pt x="4329" y="10968"/>
                  </a:lnTo>
                  <a:lnTo>
                    <a:pt x="4439" y="11042"/>
                  </a:lnTo>
                  <a:lnTo>
                    <a:pt x="4586" y="11078"/>
                  </a:lnTo>
                  <a:lnTo>
                    <a:pt x="4879" y="11078"/>
                  </a:lnTo>
                  <a:lnTo>
                    <a:pt x="5173" y="11005"/>
                  </a:lnTo>
                  <a:lnTo>
                    <a:pt x="5283" y="10932"/>
                  </a:lnTo>
                  <a:lnTo>
                    <a:pt x="5393" y="10821"/>
                  </a:lnTo>
                  <a:lnTo>
                    <a:pt x="5466" y="10711"/>
                  </a:lnTo>
                  <a:lnTo>
                    <a:pt x="5503" y="10601"/>
                  </a:lnTo>
                  <a:lnTo>
                    <a:pt x="5576" y="10308"/>
                  </a:lnTo>
                  <a:lnTo>
                    <a:pt x="5539" y="10051"/>
                  </a:lnTo>
                  <a:lnTo>
                    <a:pt x="5503" y="9904"/>
                  </a:lnTo>
                  <a:lnTo>
                    <a:pt x="5393" y="9794"/>
                  </a:lnTo>
                  <a:lnTo>
                    <a:pt x="5319" y="9684"/>
                  </a:lnTo>
                  <a:lnTo>
                    <a:pt x="5173" y="9611"/>
                  </a:lnTo>
                  <a:lnTo>
                    <a:pt x="5136" y="9428"/>
                  </a:lnTo>
                  <a:lnTo>
                    <a:pt x="5099" y="9354"/>
                  </a:lnTo>
                  <a:lnTo>
                    <a:pt x="4842" y="9354"/>
                  </a:lnTo>
                  <a:lnTo>
                    <a:pt x="4806" y="8474"/>
                  </a:lnTo>
                  <a:lnTo>
                    <a:pt x="4806" y="7960"/>
                  </a:lnTo>
                  <a:lnTo>
                    <a:pt x="4769" y="7447"/>
                  </a:lnTo>
                  <a:lnTo>
                    <a:pt x="5136" y="7410"/>
                  </a:lnTo>
                  <a:lnTo>
                    <a:pt x="5503" y="7300"/>
                  </a:lnTo>
                  <a:lnTo>
                    <a:pt x="5833" y="7117"/>
                  </a:lnTo>
                  <a:lnTo>
                    <a:pt x="6126" y="6860"/>
                  </a:lnTo>
                  <a:lnTo>
                    <a:pt x="6200" y="6786"/>
                  </a:lnTo>
                  <a:lnTo>
                    <a:pt x="6310" y="6933"/>
                  </a:lnTo>
                  <a:lnTo>
                    <a:pt x="6493" y="7080"/>
                  </a:lnTo>
                  <a:lnTo>
                    <a:pt x="6677" y="7190"/>
                  </a:lnTo>
                  <a:lnTo>
                    <a:pt x="6860" y="7300"/>
                  </a:lnTo>
                  <a:lnTo>
                    <a:pt x="7043" y="7630"/>
                  </a:lnTo>
                  <a:lnTo>
                    <a:pt x="7263" y="7997"/>
                  </a:lnTo>
                  <a:lnTo>
                    <a:pt x="7557" y="8437"/>
                  </a:lnTo>
                  <a:lnTo>
                    <a:pt x="7667" y="8584"/>
                  </a:lnTo>
                  <a:lnTo>
                    <a:pt x="7557" y="8767"/>
                  </a:lnTo>
                  <a:lnTo>
                    <a:pt x="7484" y="8951"/>
                  </a:lnTo>
                  <a:lnTo>
                    <a:pt x="7447" y="9097"/>
                  </a:lnTo>
                  <a:lnTo>
                    <a:pt x="7447" y="9281"/>
                  </a:lnTo>
                  <a:lnTo>
                    <a:pt x="7484" y="9428"/>
                  </a:lnTo>
                  <a:lnTo>
                    <a:pt x="7520" y="9611"/>
                  </a:lnTo>
                  <a:lnTo>
                    <a:pt x="7594" y="9758"/>
                  </a:lnTo>
                  <a:lnTo>
                    <a:pt x="7704" y="9904"/>
                  </a:lnTo>
                  <a:lnTo>
                    <a:pt x="7850" y="10014"/>
                  </a:lnTo>
                  <a:lnTo>
                    <a:pt x="7960" y="10125"/>
                  </a:lnTo>
                  <a:lnTo>
                    <a:pt x="8107" y="10161"/>
                  </a:lnTo>
                  <a:lnTo>
                    <a:pt x="8254" y="10198"/>
                  </a:lnTo>
                  <a:lnTo>
                    <a:pt x="8547" y="10198"/>
                  </a:lnTo>
                  <a:lnTo>
                    <a:pt x="8694" y="10125"/>
                  </a:lnTo>
                  <a:lnTo>
                    <a:pt x="8877" y="10051"/>
                  </a:lnTo>
                  <a:lnTo>
                    <a:pt x="9098" y="9831"/>
                  </a:lnTo>
                  <a:lnTo>
                    <a:pt x="9281" y="9538"/>
                  </a:lnTo>
                  <a:lnTo>
                    <a:pt x="9354" y="9391"/>
                  </a:lnTo>
                  <a:lnTo>
                    <a:pt x="9391" y="9244"/>
                  </a:lnTo>
                  <a:lnTo>
                    <a:pt x="9391" y="9061"/>
                  </a:lnTo>
                  <a:lnTo>
                    <a:pt x="9391" y="8914"/>
                  </a:lnTo>
                  <a:lnTo>
                    <a:pt x="9318" y="8767"/>
                  </a:lnTo>
                  <a:lnTo>
                    <a:pt x="9244" y="8621"/>
                  </a:lnTo>
                  <a:lnTo>
                    <a:pt x="9134" y="8511"/>
                  </a:lnTo>
                  <a:lnTo>
                    <a:pt x="8987" y="8437"/>
                  </a:lnTo>
                  <a:lnTo>
                    <a:pt x="8841" y="8364"/>
                  </a:lnTo>
                  <a:lnTo>
                    <a:pt x="8694" y="8327"/>
                  </a:lnTo>
                  <a:lnTo>
                    <a:pt x="8364" y="8290"/>
                  </a:lnTo>
                  <a:lnTo>
                    <a:pt x="8180" y="8290"/>
                  </a:lnTo>
                  <a:lnTo>
                    <a:pt x="7997" y="8364"/>
                  </a:lnTo>
                  <a:lnTo>
                    <a:pt x="7924" y="8217"/>
                  </a:lnTo>
                  <a:lnTo>
                    <a:pt x="7814" y="8070"/>
                  </a:lnTo>
                  <a:lnTo>
                    <a:pt x="7557" y="7667"/>
                  </a:lnTo>
                  <a:lnTo>
                    <a:pt x="7300" y="7300"/>
                  </a:lnTo>
                  <a:lnTo>
                    <a:pt x="7227" y="7153"/>
                  </a:lnTo>
                  <a:lnTo>
                    <a:pt x="7153" y="7007"/>
                  </a:lnTo>
                  <a:lnTo>
                    <a:pt x="7043" y="6933"/>
                  </a:lnTo>
                  <a:lnTo>
                    <a:pt x="6897" y="6897"/>
                  </a:lnTo>
                  <a:lnTo>
                    <a:pt x="6640" y="6750"/>
                  </a:lnTo>
                  <a:lnTo>
                    <a:pt x="6346" y="6530"/>
                  </a:lnTo>
                  <a:lnTo>
                    <a:pt x="6530" y="6236"/>
                  </a:lnTo>
                  <a:lnTo>
                    <a:pt x="6603" y="5869"/>
                  </a:lnTo>
                  <a:lnTo>
                    <a:pt x="6603" y="5503"/>
                  </a:lnTo>
                  <a:lnTo>
                    <a:pt x="6567" y="5173"/>
                  </a:lnTo>
                  <a:lnTo>
                    <a:pt x="6456" y="4842"/>
                  </a:lnTo>
                  <a:lnTo>
                    <a:pt x="6310" y="4586"/>
                  </a:lnTo>
                  <a:lnTo>
                    <a:pt x="6126" y="4329"/>
                  </a:lnTo>
                  <a:lnTo>
                    <a:pt x="5870" y="4109"/>
                  </a:lnTo>
                  <a:lnTo>
                    <a:pt x="5613" y="3962"/>
                  </a:lnTo>
                  <a:lnTo>
                    <a:pt x="5356" y="3815"/>
                  </a:lnTo>
                  <a:lnTo>
                    <a:pt x="5026" y="3742"/>
                  </a:lnTo>
                  <a:lnTo>
                    <a:pt x="4732" y="3742"/>
                  </a:lnTo>
                  <a:lnTo>
                    <a:pt x="4732" y="3522"/>
                  </a:lnTo>
                  <a:lnTo>
                    <a:pt x="4696" y="2678"/>
                  </a:lnTo>
                  <a:lnTo>
                    <a:pt x="4732" y="2385"/>
                  </a:lnTo>
                  <a:lnTo>
                    <a:pt x="4696" y="2165"/>
                  </a:lnTo>
                  <a:lnTo>
                    <a:pt x="4659" y="1981"/>
                  </a:lnTo>
                  <a:lnTo>
                    <a:pt x="4842" y="1945"/>
                  </a:lnTo>
                  <a:lnTo>
                    <a:pt x="5063" y="1871"/>
                  </a:lnTo>
                  <a:lnTo>
                    <a:pt x="5246" y="1761"/>
                  </a:lnTo>
                  <a:lnTo>
                    <a:pt x="5393" y="1651"/>
                  </a:lnTo>
                  <a:lnTo>
                    <a:pt x="5539" y="1468"/>
                  </a:lnTo>
                  <a:lnTo>
                    <a:pt x="5613" y="1284"/>
                  </a:lnTo>
                  <a:lnTo>
                    <a:pt x="5686" y="1101"/>
                  </a:lnTo>
                  <a:lnTo>
                    <a:pt x="5686" y="844"/>
                  </a:lnTo>
                  <a:lnTo>
                    <a:pt x="5613" y="624"/>
                  </a:lnTo>
                  <a:lnTo>
                    <a:pt x="5503" y="404"/>
                  </a:lnTo>
                  <a:lnTo>
                    <a:pt x="5466" y="257"/>
                  </a:lnTo>
                  <a:lnTo>
                    <a:pt x="5429" y="184"/>
                  </a:lnTo>
                  <a:lnTo>
                    <a:pt x="5356" y="147"/>
                  </a:lnTo>
                  <a:lnTo>
                    <a:pt x="5209" y="147"/>
                  </a:lnTo>
                  <a:lnTo>
                    <a:pt x="5063" y="110"/>
                  </a:lnTo>
                  <a:lnTo>
                    <a:pt x="4989" y="37"/>
                  </a:lnTo>
                  <a:lnTo>
                    <a:pt x="4806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49" name="Google Shape;305;p5">
              <a:extLst>
                <a:ext uri="{FF2B5EF4-FFF2-40B4-BE49-F238E27FC236}">
                  <a16:creationId xmlns:a16="http://schemas.microsoft.com/office/drawing/2014/main" id="{7F9B4324-FE4B-46AA-B1FA-F80E82F71198}"/>
                </a:ext>
              </a:extLst>
            </p:cNvPr>
            <p:cNvSpPr/>
            <p:nvPr/>
          </p:nvSpPr>
          <p:spPr>
            <a:xfrm>
              <a:off x="6618875" y="2550725"/>
              <a:ext cx="408125" cy="156850"/>
            </a:xfrm>
            <a:custGeom>
              <a:avLst/>
              <a:gdLst/>
              <a:ahLst/>
              <a:cxnLst/>
              <a:rect l="l" t="t" r="r" b="b"/>
              <a:pathLst>
                <a:path w="16325" h="6274" extrusionOk="0">
                  <a:moveTo>
                    <a:pt x="14710" y="1"/>
                  </a:moveTo>
                  <a:lnTo>
                    <a:pt x="14527" y="74"/>
                  </a:lnTo>
                  <a:lnTo>
                    <a:pt x="14380" y="147"/>
                  </a:lnTo>
                  <a:lnTo>
                    <a:pt x="14270" y="221"/>
                  </a:lnTo>
                  <a:lnTo>
                    <a:pt x="14270" y="257"/>
                  </a:lnTo>
                  <a:lnTo>
                    <a:pt x="14197" y="221"/>
                  </a:lnTo>
                  <a:lnTo>
                    <a:pt x="14087" y="221"/>
                  </a:lnTo>
                  <a:lnTo>
                    <a:pt x="14013" y="294"/>
                  </a:lnTo>
                  <a:lnTo>
                    <a:pt x="13977" y="331"/>
                  </a:lnTo>
                  <a:lnTo>
                    <a:pt x="13977" y="441"/>
                  </a:lnTo>
                  <a:lnTo>
                    <a:pt x="14013" y="551"/>
                  </a:lnTo>
                  <a:lnTo>
                    <a:pt x="14050" y="587"/>
                  </a:lnTo>
                  <a:lnTo>
                    <a:pt x="14123" y="624"/>
                  </a:lnTo>
                  <a:lnTo>
                    <a:pt x="14343" y="624"/>
                  </a:lnTo>
                  <a:lnTo>
                    <a:pt x="14527" y="551"/>
                  </a:lnTo>
                  <a:lnTo>
                    <a:pt x="14710" y="477"/>
                  </a:lnTo>
                  <a:lnTo>
                    <a:pt x="14894" y="441"/>
                  </a:lnTo>
                  <a:lnTo>
                    <a:pt x="14967" y="477"/>
                  </a:lnTo>
                  <a:lnTo>
                    <a:pt x="15004" y="514"/>
                  </a:lnTo>
                  <a:lnTo>
                    <a:pt x="14967" y="587"/>
                  </a:lnTo>
                  <a:lnTo>
                    <a:pt x="14930" y="661"/>
                  </a:lnTo>
                  <a:lnTo>
                    <a:pt x="14747" y="881"/>
                  </a:lnTo>
                  <a:lnTo>
                    <a:pt x="14123" y="1725"/>
                  </a:lnTo>
                  <a:lnTo>
                    <a:pt x="14123" y="1798"/>
                  </a:lnTo>
                  <a:lnTo>
                    <a:pt x="14087" y="1871"/>
                  </a:lnTo>
                  <a:lnTo>
                    <a:pt x="14123" y="1981"/>
                  </a:lnTo>
                  <a:lnTo>
                    <a:pt x="14233" y="2055"/>
                  </a:lnTo>
                  <a:lnTo>
                    <a:pt x="14343" y="2091"/>
                  </a:lnTo>
                  <a:lnTo>
                    <a:pt x="14820" y="2091"/>
                  </a:lnTo>
                  <a:lnTo>
                    <a:pt x="15260" y="2055"/>
                  </a:lnTo>
                  <a:lnTo>
                    <a:pt x="15774" y="1945"/>
                  </a:lnTo>
                  <a:lnTo>
                    <a:pt x="16031" y="1871"/>
                  </a:lnTo>
                  <a:lnTo>
                    <a:pt x="16251" y="1761"/>
                  </a:lnTo>
                  <a:lnTo>
                    <a:pt x="16324" y="1651"/>
                  </a:lnTo>
                  <a:lnTo>
                    <a:pt x="16324" y="1541"/>
                  </a:lnTo>
                  <a:lnTo>
                    <a:pt x="16288" y="1468"/>
                  </a:lnTo>
                  <a:lnTo>
                    <a:pt x="16214" y="1431"/>
                  </a:lnTo>
                  <a:lnTo>
                    <a:pt x="16141" y="1394"/>
                  </a:lnTo>
                  <a:lnTo>
                    <a:pt x="15957" y="1431"/>
                  </a:lnTo>
                  <a:lnTo>
                    <a:pt x="15774" y="1468"/>
                  </a:lnTo>
                  <a:lnTo>
                    <a:pt x="15370" y="1541"/>
                  </a:lnTo>
                  <a:lnTo>
                    <a:pt x="14820" y="1615"/>
                  </a:lnTo>
                  <a:lnTo>
                    <a:pt x="14820" y="1615"/>
                  </a:lnTo>
                  <a:lnTo>
                    <a:pt x="15260" y="1028"/>
                  </a:lnTo>
                  <a:lnTo>
                    <a:pt x="15370" y="844"/>
                  </a:lnTo>
                  <a:lnTo>
                    <a:pt x="15481" y="698"/>
                  </a:lnTo>
                  <a:lnTo>
                    <a:pt x="15517" y="477"/>
                  </a:lnTo>
                  <a:lnTo>
                    <a:pt x="15517" y="404"/>
                  </a:lnTo>
                  <a:lnTo>
                    <a:pt x="15481" y="294"/>
                  </a:lnTo>
                  <a:lnTo>
                    <a:pt x="15370" y="184"/>
                  </a:lnTo>
                  <a:lnTo>
                    <a:pt x="15224" y="74"/>
                  </a:lnTo>
                  <a:lnTo>
                    <a:pt x="15077" y="37"/>
                  </a:lnTo>
                  <a:lnTo>
                    <a:pt x="14894" y="1"/>
                  </a:lnTo>
                  <a:close/>
                  <a:moveTo>
                    <a:pt x="6604" y="2788"/>
                  </a:moveTo>
                  <a:lnTo>
                    <a:pt x="6163" y="2898"/>
                  </a:lnTo>
                  <a:lnTo>
                    <a:pt x="5576" y="2972"/>
                  </a:lnTo>
                  <a:lnTo>
                    <a:pt x="5283" y="3045"/>
                  </a:lnTo>
                  <a:lnTo>
                    <a:pt x="4990" y="3118"/>
                  </a:lnTo>
                  <a:lnTo>
                    <a:pt x="4953" y="3155"/>
                  </a:lnTo>
                  <a:lnTo>
                    <a:pt x="4880" y="3229"/>
                  </a:lnTo>
                  <a:lnTo>
                    <a:pt x="4880" y="3302"/>
                  </a:lnTo>
                  <a:lnTo>
                    <a:pt x="4880" y="3339"/>
                  </a:lnTo>
                  <a:lnTo>
                    <a:pt x="4880" y="3412"/>
                  </a:lnTo>
                  <a:lnTo>
                    <a:pt x="4916" y="3485"/>
                  </a:lnTo>
                  <a:lnTo>
                    <a:pt x="4990" y="3522"/>
                  </a:lnTo>
                  <a:lnTo>
                    <a:pt x="5063" y="3522"/>
                  </a:lnTo>
                  <a:lnTo>
                    <a:pt x="5613" y="3485"/>
                  </a:lnTo>
                  <a:lnTo>
                    <a:pt x="6163" y="3412"/>
                  </a:lnTo>
                  <a:lnTo>
                    <a:pt x="6640" y="3339"/>
                  </a:lnTo>
                  <a:lnTo>
                    <a:pt x="6860" y="3265"/>
                  </a:lnTo>
                  <a:lnTo>
                    <a:pt x="6970" y="3192"/>
                  </a:lnTo>
                  <a:lnTo>
                    <a:pt x="7044" y="3118"/>
                  </a:lnTo>
                  <a:lnTo>
                    <a:pt x="7044" y="3008"/>
                  </a:lnTo>
                  <a:lnTo>
                    <a:pt x="7044" y="2972"/>
                  </a:lnTo>
                  <a:lnTo>
                    <a:pt x="7007" y="2898"/>
                  </a:lnTo>
                  <a:lnTo>
                    <a:pt x="6897" y="2862"/>
                  </a:lnTo>
                  <a:lnTo>
                    <a:pt x="6824" y="2825"/>
                  </a:lnTo>
                  <a:lnTo>
                    <a:pt x="6604" y="2788"/>
                  </a:lnTo>
                  <a:close/>
                  <a:moveTo>
                    <a:pt x="13500" y="1945"/>
                  </a:moveTo>
                  <a:lnTo>
                    <a:pt x="13280" y="1981"/>
                  </a:lnTo>
                  <a:lnTo>
                    <a:pt x="13060" y="2018"/>
                  </a:lnTo>
                  <a:lnTo>
                    <a:pt x="12876" y="2055"/>
                  </a:lnTo>
                  <a:lnTo>
                    <a:pt x="12693" y="2201"/>
                  </a:lnTo>
                  <a:lnTo>
                    <a:pt x="12546" y="2275"/>
                  </a:lnTo>
                  <a:lnTo>
                    <a:pt x="12436" y="2422"/>
                  </a:lnTo>
                  <a:lnTo>
                    <a:pt x="12289" y="2678"/>
                  </a:lnTo>
                  <a:lnTo>
                    <a:pt x="12179" y="3008"/>
                  </a:lnTo>
                  <a:lnTo>
                    <a:pt x="12179" y="3339"/>
                  </a:lnTo>
                  <a:lnTo>
                    <a:pt x="12179" y="3522"/>
                  </a:lnTo>
                  <a:lnTo>
                    <a:pt x="12216" y="3669"/>
                  </a:lnTo>
                  <a:lnTo>
                    <a:pt x="12289" y="3815"/>
                  </a:lnTo>
                  <a:lnTo>
                    <a:pt x="12363" y="3962"/>
                  </a:lnTo>
                  <a:lnTo>
                    <a:pt x="12473" y="4109"/>
                  </a:lnTo>
                  <a:lnTo>
                    <a:pt x="12583" y="4219"/>
                  </a:lnTo>
                  <a:lnTo>
                    <a:pt x="12729" y="4292"/>
                  </a:lnTo>
                  <a:lnTo>
                    <a:pt x="12876" y="4366"/>
                  </a:lnTo>
                  <a:lnTo>
                    <a:pt x="12986" y="4402"/>
                  </a:lnTo>
                  <a:lnTo>
                    <a:pt x="13096" y="4402"/>
                  </a:lnTo>
                  <a:lnTo>
                    <a:pt x="13353" y="4329"/>
                  </a:lnTo>
                  <a:lnTo>
                    <a:pt x="13757" y="4146"/>
                  </a:lnTo>
                  <a:lnTo>
                    <a:pt x="14197" y="3999"/>
                  </a:lnTo>
                  <a:lnTo>
                    <a:pt x="14417" y="3852"/>
                  </a:lnTo>
                  <a:lnTo>
                    <a:pt x="14564" y="3705"/>
                  </a:lnTo>
                  <a:lnTo>
                    <a:pt x="14600" y="3632"/>
                  </a:lnTo>
                  <a:lnTo>
                    <a:pt x="14564" y="3559"/>
                  </a:lnTo>
                  <a:lnTo>
                    <a:pt x="14527" y="3485"/>
                  </a:lnTo>
                  <a:lnTo>
                    <a:pt x="14453" y="3449"/>
                  </a:lnTo>
                  <a:lnTo>
                    <a:pt x="14343" y="3412"/>
                  </a:lnTo>
                  <a:lnTo>
                    <a:pt x="14197" y="3449"/>
                  </a:lnTo>
                  <a:lnTo>
                    <a:pt x="13940" y="3522"/>
                  </a:lnTo>
                  <a:lnTo>
                    <a:pt x="13426" y="3742"/>
                  </a:lnTo>
                  <a:lnTo>
                    <a:pt x="13280" y="3815"/>
                  </a:lnTo>
                  <a:lnTo>
                    <a:pt x="13133" y="3852"/>
                  </a:lnTo>
                  <a:lnTo>
                    <a:pt x="12986" y="3852"/>
                  </a:lnTo>
                  <a:lnTo>
                    <a:pt x="12839" y="3779"/>
                  </a:lnTo>
                  <a:lnTo>
                    <a:pt x="12766" y="3669"/>
                  </a:lnTo>
                  <a:lnTo>
                    <a:pt x="12729" y="3559"/>
                  </a:lnTo>
                  <a:lnTo>
                    <a:pt x="12656" y="3339"/>
                  </a:lnTo>
                  <a:lnTo>
                    <a:pt x="12656" y="3118"/>
                  </a:lnTo>
                  <a:lnTo>
                    <a:pt x="12729" y="2898"/>
                  </a:lnTo>
                  <a:lnTo>
                    <a:pt x="12839" y="2715"/>
                  </a:lnTo>
                  <a:lnTo>
                    <a:pt x="12986" y="2532"/>
                  </a:lnTo>
                  <a:lnTo>
                    <a:pt x="13133" y="2458"/>
                  </a:lnTo>
                  <a:lnTo>
                    <a:pt x="13280" y="2422"/>
                  </a:lnTo>
                  <a:lnTo>
                    <a:pt x="13610" y="2385"/>
                  </a:lnTo>
                  <a:lnTo>
                    <a:pt x="13940" y="2348"/>
                  </a:lnTo>
                  <a:lnTo>
                    <a:pt x="14307" y="2348"/>
                  </a:lnTo>
                  <a:lnTo>
                    <a:pt x="14307" y="2311"/>
                  </a:lnTo>
                  <a:lnTo>
                    <a:pt x="14307" y="2275"/>
                  </a:lnTo>
                  <a:lnTo>
                    <a:pt x="14307" y="2238"/>
                  </a:lnTo>
                  <a:lnTo>
                    <a:pt x="14123" y="2128"/>
                  </a:lnTo>
                  <a:lnTo>
                    <a:pt x="13903" y="2055"/>
                  </a:lnTo>
                  <a:lnTo>
                    <a:pt x="13720" y="1981"/>
                  </a:lnTo>
                  <a:lnTo>
                    <a:pt x="13500" y="1945"/>
                  </a:lnTo>
                  <a:close/>
                  <a:moveTo>
                    <a:pt x="6787" y="4182"/>
                  </a:moveTo>
                  <a:lnTo>
                    <a:pt x="6347" y="4292"/>
                  </a:lnTo>
                  <a:lnTo>
                    <a:pt x="5907" y="4366"/>
                  </a:lnTo>
                  <a:lnTo>
                    <a:pt x="5466" y="4439"/>
                  </a:lnTo>
                  <a:lnTo>
                    <a:pt x="5063" y="4549"/>
                  </a:lnTo>
                  <a:lnTo>
                    <a:pt x="4990" y="4622"/>
                  </a:lnTo>
                  <a:lnTo>
                    <a:pt x="4953" y="4696"/>
                  </a:lnTo>
                  <a:lnTo>
                    <a:pt x="4953" y="4806"/>
                  </a:lnTo>
                  <a:lnTo>
                    <a:pt x="5063" y="4843"/>
                  </a:lnTo>
                  <a:lnTo>
                    <a:pt x="5283" y="4879"/>
                  </a:lnTo>
                  <a:lnTo>
                    <a:pt x="5980" y="4879"/>
                  </a:lnTo>
                  <a:lnTo>
                    <a:pt x="6457" y="4769"/>
                  </a:lnTo>
                  <a:lnTo>
                    <a:pt x="6897" y="4659"/>
                  </a:lnTo>
                  <a:lnTo>
                    <a:pt x="6970" y="4622"/>
                  </a:lnTo>
                  <a:lnTo>
                    <a:pt x="7044" y="4586"/>
                  </a:lnTo>
                  <a:lnTo>
                    <a:pt x="7080" y="4512"/>
                  </a:lnTo>
                  <a:lnTo>
                    <a:pt x="7117" y="4439"/>
                  </a:lnTo>
                  <a:lnTo>
                    <a:pt x="7080" y="4292"/>
                  </a:lnTo>
                  <a:lnTo>
                    <a:pt x="7007" y="4219"/>
                  </a:lnTo>
                  <a:lnTo>
                    <a:pt x="6934" y="4182"/>
                  </a:lnTo>
                  <a:close/>
                  <a:moveTo>
                    <a:pt x="11079" y="2055"/>
                  </a:moveTo>
                  <a:lnTo>
                    <a:pt x="10785" y="2091"/>
                  </a:lnTo>
                  <a:lnTo>
                    <a:pt x="10565" y="2165"/>
                  </a:lnTo>
                  <a:lnTo>
                    <a:pt x="10382" y="2311"/>
                  </a:lnTo>
                  <a:lnTo>
                    <a:pt x="10235" y="2495"/>
                  </a:lnTo>
                  <a:lnTo>
                    <a:pt x="10198" y="2385"/>
                  </a:lnTo>
                  <a:lnTo>
                    <a:pt x="10088" y="2348"/>
                  </a:lnTo>
                  <a:lnTo>
                    <a:pt x="9942" y="2311"/>
                  </a:lnTo>
                  <a:lnTo>
                    <a:pt x="9611" y="2311"/>
                  </a:lnTo>
                  <a:lnTo>
                    <a:pt x="9501" y="2348"/>
                  </a:lnTo>
                  <a:lnTo>
                    <a:pt x="9208" y="2495"/>
                  </a:lnTo>
                  <a:lnTo>
                    <a:pt x="8988" y="2678"/>
                  </a:lnTo>
                  <a:lnTo>
                    <a:pt x="8951" y="2568"/>
                  </a:lnTo>
                  <a:lnTo>
                    <a:pt x="8915" y="2532"/>
                  </a:lnTo>
                  <a:lnTo>
                    <a:pt x="8878" y="2532"/>
                  </a:lnTo>
                  <a:lnTo>
                    <a:pt x="8804" y="2568"/>
                  </a:lnTo>
                  <a:lnTo>
                    <a:pt x="8731" y="2752"/>
                  </a:lnTo>
                  <a:lnTo>
                    <a:pt x="8658" y="2935"/>
                  </a:lnTo>
                  <a:lnTo>
                    <a:pt x="8621" y="3339"/>
                  </a:lnTo>
                  <a:lnTo>
                    <a:pt x="8584" y="3705"/>
                  </a:lnTo>
                  <a:lnTo>
                    <a:pt x="8621" y="4072"/>
                  </a:lnTo>
                  <a:lnTo>
                    <a:pt x="8694" y="4439"/>
                  </a:lnTo>
                  <a:lnTo>
                    <a:pt x="8768" y="4806"/>
                  </a:lnTo>
                  <a:lnTo>
                    <a:pt x="8804" y="4879"/>
                  </a:lnTo>
                  <a:lnTo>
                    <a:pt x="8878" y="4953"/>
                  </a:lnTo>
                  <a:lnTo>
                    <a:pt x="8951" y="4989"/>
                  </a:lnTo>
                  <a:lnTo>
                    <a:pt x="9061" y="4953"/>
                  </a:lnTo>
                  <a:lnTo>
                    <a:pt x="9135" y="4916"/>
                  </a:lnTo>
                  <a:lnTo>
                    <a:pt x="9208" y="4879"/>
                  </a:lnTo>
                  <a:lnTo>
                    <a:pt x="9245" y="4769"/>
                  </a:lnTo>
                  <a:lnTo>
                    <a:pt x="9208" y="4659"/>
                  </a:lnTo>
                  <a:lnTo>
                    <a:pt x="9135" y="4182"/>
                  </a:lnTo>
                  <a:lnTo>
                    <a:pt x="9098" y="3669"/>
                  </a:lnTo>
                  <a:lnTo>
                    <a:pt x="9135" y="3339"/>
                  </a:lnTo>
                  <a:lnTo>
                    <a:pt x="9208" y="3118"/>
                  </a:lnTo>
                  <a:lnTo>
                    <a:pt x="9391" y="2972"/>
                  </a:lnTo>
                  <a:lnTo>
                    <a:pt x="9575" y="2825"/>
                  </a:lnTo>
                  <a:lnTo>
                    <a:pt x="9795" y="2788"/>
                  </a:lnTo>
                  <a:lnTo>
                    <a:pt x="9868" y="4072"/>
                  </a:lnTo>
                  <a:lnTo>
                    <a:pt x="9905" y="4146"/>
                  </a:lnTo>
                  <a:lnTo>
                    <a:pt x="9942" y="4219"/>
                  </a:lnTo>
                  <a:lnTo>
                    <a:pt x="10015" y="4292"/>
                  </a:lnTo>
                  <a:lnTo>
                    <a:pt x="10125" y="4292"/>
                  </a:lnTo>
                  <a:lnTo>
                    <a:pt x="10198" y="4329"/>
                  </a:lnTo>
                  <a:lnTo>
                    <a:pt x="10272" y="4292"/>
                  </a:lnTo>
                  <a:lnTo>
                    <a:pt x="10308" y="4219"/>
                  </a:lnTo>
                  <a:lnTo>
                    <a:pt x="10345" y="4146"/>
                  </a:lnTo>
                  <a:lnTo>
                    <a:pt x="10455" y="3559"/>
                  </a:lnTo>
                  <a:lnTo>
                    <a:pt x="10565" y="3008"/>
                  </a:lnTo>
                  <a:lnTo>
                    <a:pt x="10602" y="2862"/>
                  </a:lnTo>
                  <a:lnTo>
                    <a:pt x="10675" y="2752"/>
                  </a:lnTo>
                  <a:lnTo>
                    <a:pt x="10785" y="2642"/>
                  </a:lnTo>
                  <a:lnTo>
                    <a:pt x="10895" y="2568"/>
                  </a:lnTo>
                  <a:lnTo>
                    <a:pt x="11079" y="2568"/>
                  </a:lnTo>
                  <a:lnTo>
                    <a:pt x="11115" y="2642"/>
                  </a:lnTo>
                  <a:lnTo>
                    <a:pt x="11115" y="2752"/>
                  </a:lnTo>
                  <a:lnTo>
                    <a:pt x="11115" y="2862"/>
                  </a:lnTo>
                  <a:lnTo>
                    <a:pt x="11189" y="3449"/>
                  </a:lnTo>
                  <a:lnTo>
                    <a:pt x="11299" y="4036"/>
                  </a:lnTo>
                  <a:lnTo>
                    <a:pt x="11372" y="4256"/>
                  </a:lnTo>
                  <a:lnTo>
                    <a:pt x="11446" y="4512"/>
                  </a:lnTo>
                  <a:lnTo>
                    <a:pt x="11556" y="4732"/>
                  </a:lnTo>
                  <a:lnTo>
                    <a:pt x="11629" y="4806"/>
                  </a:lnTo>
                  <a:lnTo>
                    <a:pt x="11739" y="4843"/>
                  </a:lnTo>
                  <a:lnTo>
                    <a:pt x="11849" y="4843"/>
                  </a:lnTo>
                  <a:lnTo>
                    <a:pt x="11922" y="4806"/>
                  </a:lnTo>
                  <a:lnTo>
                    <a:pt x="11996" y="4769"/>
                  </a:lnTo>
                  <a:lnTo>
                    <a:pt x="12032" y="4696"/>
                  </a:lnTo>
                  <a:lnTo>
                    <a:pt x="12069" y="4586"/>
                  </a:lnTo>
                  <a:lnTo>
                    <a:pt x="11996" y="4476"/>
                  </a:lnTo>
                  <a:lnTo>
                    <a:pt x="11922" y="4402"/>
                  </a:lnTo>
                  <a:lnTo>
                    <a:pt x="11886" y="4256"/>
                  </a:lnTo>
                  <a:lnTo>
                    <a:pt x="11812" y="4072"/>
                  </a:lnTo>
                  <a:lnTo>
                    <a:pt x="11776" y="3779"/>
                  </a:lnTo>
                  <a:lnTo>
                    <a:pt x="11666" y="3339"/>
                  </a:lnTo>
                  <a:lnTo>
                    <a:pt x="11629" y="2862"/>
                  </a:lnTo>
                  <a:lnTo>
                    <a:pt x="11629" y="2532"/>
                  </a:lnTo>
                  <a:lnTo>
                    <a:pt x="11592" y="2385"/>
                  </a:lnTo>
                  <a:lnTo>
                    <a:pt x="11482" y="2275"/>
                  </a:lnTo>
                  <a:lnTo>
                    <a:pt x="11299" y="2128"/>
                  </a:lnTo>
                  <a:lnTo>
                    <a:pt x="11189" y="2091"/>
                  </a:lnTo>
                  <a:lnTo>
                    <a:pt x="11079" y="2055"/>
                  </a:lnTo>
                  <a:close/>
                  <a:moveTo>
                    <a:pt x="2715" y="1138"/>
                  </a:moveTo>
                  <a:lnTo>
                    <a:pt x="2569" y="1174"/>
                  </a:lnTo>
                  <a:lnTo>
                    <a:pt x="2422" y="1284"/>
                  </a:lnTo>
                  <a:lnTo>
                    <a:pt x="2385" y="1358"/>
                  </a:lnTo>
                  <a:lnTo>
                    <a:pt x="2165" y="1284"/>
                  </a:lnTo>
                  <a:lnTo>
                    <a:pt x="1762" y="1284"/>
                  </a:lnTo>
                  <a:lnTo>
                    <a:pt x="1542" y="1358"/>
                  </a:lnTo>
                  <a:lnTo>
                    <a:pt x="771" y="1504"/>
                  </a:lnTo>
                  <a:lnTo>
                    <a:pt x="368" y="1651"/>
                  </a:lnTo>
                  <a:lnTo>
                    <a:pt x="184" y="1725"/>
                  </a:lnTo>
                  <a:lnTo>
                    <a:pt x="38" y="1835"/>
                  </a:lnTo>
                  <a:lnTo>
                    <a:pt x="1" y="1908"/>
                  </a:lnTo>
                  <a:lnTo>
                    <a:pt x="1" y="1981"/>
                  </a:lnTo>
                  <a:lnTo>
                    <a:pt x="38" y="2018"/>
                  </a:lnTo>
                  <a:lnTo>
                    <a:pt x="111" y="2055"/>
                  </a:lnTo>
                  <a:lnTo>
                    <a:pt x="74" y="2348"/>
                  </a:lnTo>
                  <a:lnTo>
                    <a:pt x="74" y="2642"/>
                  </a:lnTo>
                  <a:lnTo>
                    <a:pt x="74" y="3705"/>
                  </a:lnTo>
                  <a:lnTo>
                    <a:pt x="111" y="4843"/>
                  </a:lnTo>
                  <a:lnTo>
                    <a:pt x="148" y="5980"/>
                  </a:lnTo>
                  <a:lnTo>
                    <a:pt x="184" y="6090"/>
                  </a:lnTo>
                  <a:lnTo>
                    <a:pt x="294" y="6200"/>
                  </a:lnTo>
                  <a:lnTo>
                    <a:pt x="404" y="6236"/>
                  </a:lnTo>
                  <a:lnTo>
                    <a:pt x="514" y="6200"/>
                  </a:lnTo>
                  <a:lnTo>
                    <a:pt x="624" y="6236"/>
                  </a:lnTo>
                  <a:lnTo>
                    <a:pt x="845" y="6273"/>
                  </a:lnTo>
                  <a:lnTo>
                    <a:pt x="1028" y="6236"/>
                  </a:lnTo>
                  <a:lnTo>
                    <a:pt x="1395" y="6163"/>
                  </a:lnTo>
                  <a:lnTo>
                    <a:pt x="2385" y="5980"/>
                  </a:lnTo>
                  <a:lnTo>
                    <a:pt x="2605" y="5943"/>
                  </a:lnTo>
                  <a:lnTo>
                    <a:pt x="2752" y="5906"/>
                  </a:lnTo>
                  <a:lnTo>
                    <a:pt x="2899" y="5833"/>
                  </a:lnTo>
                  <a:lnTo>
                    <a:pt x="2972" y="5686"/>
                  </a:lnTo>
                  <a:lnTo>
                    <a:pt x="2972" y="5576"/>
                  </a:lnTo>
                  <a:lnTo>
                    <a:pt x="2935" y="5503"/>
                  </a:lnTo>
                  <a:lnTo>
                    <a:pt x="2825" y="5429"/>
                  </a:lnTo>
                  <a:lnTo>
                    <a:pt x="2679" y="5393"/>
                  </a:lnTo>
                  <a:lnTo>
                    <a:pt x="2532" y="5393"/>
                  </a:lnTo>
                  <a:lnTo>
                    <a:pt x="2385" y="5429"/>
                  </a:lnTo>
                  <a:lnTo>
                    <a:pt x="2055" y="5503"/>
                  </a:lnTo>
                  <a:lnTo>
                    <a:pt x="1762" y="5576"/>
                  </a:lnTo>
                  <a:lnTo>
                    <a:pt x="1028" y="5723"/>
                  </a:lnTo>
                  <a:lnTo>
                    <a:pt x="698" y="5796"/>
                  </a:lnTo>
                  <a:lnTo>
                    <a:pt x="661" y="4953"/>
                  </a:lnTo>
                  <a:lnTo>
                    <a:pt x="624" y="4109"/>
                  </a:lnTo>
                  <a:lnTo>
                    <a:pt x="845" y="4109"/>
                  </a:lnTo>
                  <a:lnTo>
                    <a:pt x="1028" y="4072"/>
                  </a:lnTo>
                  <a:lnTo>
                    <a:pt x="1431" y="3962"/>
                  </a:lnTo>
                  <a:lnTo>
                    <a:pt x="2459" y="3742"/>
                  </a:lnTo>
                  <a:lnTo>
                    <a:pt x="2495" y="3779"/>
                  </a:lnTo>
                  <a:lnTo>
                    <a:pt x="2605" y="3779"/>
                  </a:lnTo>
                  <a:lnTo>
                    <a:pt x="2679" y="3742"/>
                  </a:lnTo>
                  <a:lnTo>
                    <a:pt x="2752" y="3705"/>
                  </a:lnTo>
                  <a:lnTo>
                    <a:pt x="2789" y="3669"/>
                  </a:lnTo>
                  <a:lnTo>
                    <a:pt x="2862" y="3559"/>
                  </a:lnTo>
                  <a:lnTo>
                    <a:pt x="2899" y="3485"/>
                  </a:lnTo>
                  <a:lnTo>
                    <a:pt x="2899" y="3412"/>
                  </a:lnTo>
                  <a:lnTo>
                    <a:pt x="2862" y="3339"/>
                  </a:lnTo>
                  <a:lnTo>
                    <a:pt x="2825" y="3265"/>
                  </a:lnTo>
                  <a:lnTo>
                    <a:pt x="2715" y="3155"/>
                  </a:lnTo>
                  <a:lnTo>
                    <a:pt x="2532" y="3155"/>
                  </a:lnTo>
                  <a:lnTo>
                    <a:pt x="1431" y="3449"/>
                  </a:lnTo>
                  <a:lnTo>
                    <a:pt x="1028" y="3522"/>
                  </a:lnTo>
                  <a:lnTo>
                    <a:pt x="808" y="3595"/>
                  </a:lnTo>
                  <a:lnTo>
                    <a:pt x="624" y="3632"/>
                  </a:lnTo>
                  <a:lnTo>
                    <a:pt x="588" y="2788"/>
                  </a:lnTo>
                  <a:lnTo>
                    <a:pt x="588" y="2458"/>
                  </a:lnTo>
                  <a:lnTo>
                    <a:pt x="551" y="2091"/>
                  </a:lnTo>
                  <a:lnTo>
                    <a:pt x="1065" y="1981"/>
                  </a:lnTo>
                  <a:lnTo>
                    <a:pt x="1615" y="1835"/>
                  </a:lnTo>
                  <a:lnTo>
                    <a:pt x="1798" y="1798"/>
                  </a:lnTo>
                  <a:lnTo>
                    <a:pt x="2055" y="1798"/>
                  </a:lnTo>
                  <a:lnTo>
                    <a:pt x="2165" y="1871"/>
                  </a:lnTo>
                  <a:lnTo>
                    <a:pt x="2238" y="1908"/>
                  </a:lnTo>
                  <a:lnTo>
                    <a:pt x="2312" y="1945"/>
                  </a:lnTo>
                  <a:lnTo>
                    <a:pt x="2422" y="1945"/>
                  </a:lnTo>
                  <a:lnTo>
                    <a:pt x="2495" y="1908"/>
                  </a:lnTo>
                  <a:lnTo>
                    <a:pt x="3009" y="1651"/>
                  </a:lnTo>
                  <a:lnTo>
                    <a:pt x="3082" y="1615"/>
                  </a:lnTo>
                  <a:lnTo>
                    <a:pt x="3119" y="1578"/>
                  </a:lnTo>
                  <a:lnTo>
                    <a:pt x="3156" y="1431"/>
                  </a:lnTo>
                  <a:lnTo>
                    <a:pt x="3119" y="1284"/>
                  </a:lnTo>
                  <a:lnTo>
                    <a:pt x="3082" y="1248"/>
                  </a:lnTo>
                  <a:lnTo>
                    <a:pt x="3009" y="1174"/>
                  </a:lnTo>
                  <a:lnTo>
                    <a:pt x="2862" y="1138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50" name="Google Shape;306;p5">
              <a:extLst>
                <a:ext uri="{FF2B5EF4-FFF2-40B4-BE49-F238E27FC236}">
                  <a16:creationId xmlns:a16="http://schemas.microsoft.com/office/drawing/2014/main" id="{858354B7-6DBC-4D09-8DD5-9B860AFEE789}"/>
                </a:ext>
              </a:extLst>
            </p:cNvPr>
            <p:cNvSpPr/>
            <p:nvPr/>
          </p:nvSpPr>
          <p:spPr>
            <a:xfrm>
              <a:off x="6336425" y="4507675"/>
              <a:ext cx="520000" cy="365000"/>
            </a:xfrm>
            <a:custGeom>
              <a:avLst/>
              <a:gdLst/>
              <a:ahLst/>
              <a:cxnLst/>
              <a:rect l="l" t="t" r="r" b="b"/>
              <a:pathLst>
                <a:path w="20800" h="14600" extrusionOk="0">
                  <a:moveTo>
                    <a:pt x="5466" y="441"/>
                  </a:moveTo>
                  <a:lnTo>
                    <a:pt x="5650" y="478"/>
                  </a:lnTo>
                  <a:lnTo>
                    <a:pt x="5577" y="478"/>
                  </a:lnTo>
                  <a:lnTo>
                    <a:pt x="5466" y="441"/>
                  </a:lnTo>
                  <a:close/>
                  <a:moveTo>
                    <a:pt x="4843" y="478"/>
                  </a:moveTo>
                  <a:lnTo>
                    <a:pt x="4806" y="514"/>
                  </a:lnTo>
                  <a:lnTo>
                    <a:pt x="4586" y="551"/>
                  </a:lnTo>
                  <a:lnTo>
                    <a:pt x="4843" y="478"/>
                  </a:lnTo>
                  <a:close/>
                  <a:moveTo>
                    <a:pt x="5173" y="808"/>
                  </a:moveTo>
                  <a:lnTo>
                    <a:pt x="5210" y="844"/>
                  </a:lnTo>
                  <a:lnTo>
                    <a:pt x="5246" y="918"/>
                  </a:lnTo>
                  <a:lnTo>
                    <a:pt x="5356" y="991"/>
                  </a:lnTo>
                  <a:lnTo>
                    <a:pt x="5503" y="1028"/>
                  </a:lnTo>
                  <a:lnTo>
                    <a:pt x="5760" y="1028"/>
                  </a:lnTo>
                  <a:lnTo>
                    <a:pt x="5870" y="991"/>
                  </a:lnTo>
                  <a:lnTo>
                    <a:pt x="5980" y="991"/>
                  </a:lnTo>
                  <a:lnTo>
                    <a:pt x="6017" y="1028"/>
                  </a:lnTo>
                  <a:lnTo>
                    <a:pt x="6053" y="1101"/>
                  </a:lnTo>
                  <a:lnTo>
                    <a:pt x="6163" y="1431"/>
                  </a:lnTo>
                  <a:lnTo>
                    <a:pt x="6163" y="1725"/>
                  </a:lnTo>
                  <a:lnTo>
                    <a:pt x="6127" y="2055"/>
                  </a:lnTo>
                  <a:lnTo>
                    <a:pt x="6053" y="2348"/>
                  </a:lnTo>
                  <a:lnTo>
                    <a:pt x="5980" y="2532"/>
                  </a:lnTo>
                  <a:lnTo>
                    <a:pt x="5907" y="2715"/>
                  </a:lnTo>
                  <a:lnTo>
                    <a:pt x="5650" y="3009"/>
                  </a:lnTo>
                  <a:lnTo>
                    <a:pt x="5393" y="3229"/>
                  </a:lnTo>
                  <a:lnTo>
                    <a:pt x="5063" y="3412"/>
                  </a:lnTo>
                  <a:lnTo>
                    <a:pt x="5063" y="3375"/>
                  </a:lnTo>
                  <a:lnTo>
                    <a:pt x="5063" y="3302"/>
                  </a:lnTo>
                  <a:lnTo>
                    <a:pt x="5026" y="3265"/>
                  </a:lnTo>
                  <a:lnTo>
                    <a:pt x="4953" y="3229"/>
                  </a:lnTo>
                  <a:lnTo>
                    <a:pt x="4880" y="3229"/>
                  </a:lnTo>
                  <a:lnTo>
                    <a:pt x="5063" y="2789"/>
                  </a:lnTo>
                  <a:lnTo>
                    <a:pt x="5063" y="2715"/>
                  </a:lnTo>
                  <a:lnTo>
                    <a:pt x="4990" y="2679"/>
                  </a:lnTo>
                  <a:lnTo>
                    <a:pt x="4953" y="2679"/>
                  </a:lnTo>
                  <a:lnTo>
                    <a:pt x="4880" y="2715"/>
                  </a:lnTo>
                  <a:lnTo>
                    <a:pt x="4549" y="3229"/>
                  </a:lnTo>
                  <a:lnTo>
                    <a:pt x="4329" y="3559"/>
                  </a:lnTo>
                  <a:lnTo>
                    <a:pt x="4109" y="3522"/>
                  </a:lnTo>
                  <a:lnTo>
                    <a:pt x="3853" y="3486"/>
                  </a:lnTo>
                  <a:lnTo>
                    <a:pt x="3706" y="3449"/>
                  </a:lnTo>
                  <a:lnTo>
                    <a:pt x="3999" y="3192"/>
                  </a:lnTo>
                  <a:lnTo>
                    <a:pt x="4586" y="2642"/>
                  </a:lnTo>
                  <a:lnTo>
                    <a:pt x="4586" y="2568"/>
                  </a:lnTo>
                  <a:lnTo>
                    <a:pt x="4586" y="2495"/>
                  </a:lnTo>
                  <a:lnTo>
                    <a:pt x="4513" y="2458"/>
                  </a:lnTo>
                  <a:lnTo>
                    <a:pt x="4439" y="2458"/>
                  </a:lnTo>
                  <a:lnTo>
                    <a:pt x="3486" y="3119"/>
                  </a:lnTo>
                  <a:lnTo>
                    <a:pt x="3302" y="3265"/>
                  </a:lnTo>
                  <a:lnTo>
                    <a:pt x="3229" y="3192"/>
                  </a:lnTo>
                  <a:lnTo>
                    <a:pt x="3266" y="3082"/>
                  </a:lnTo>
                  <a:lnTo>
                    <a:pt x="3302" y="3009"/>
                  </a:lnTo>
                  <a:lnTo>
                    <a:pt x="3266" y="2935"/>
                  </a:lnTo>
                  <a:lnTo>
                    <a:pt x="3229" y="2899"/>
                  </a:lnTo>
                  <a:lnTo>
                    <a:pt x="3339" y="2935"/>
                  </a:lnTo>
                  <a:lnTo>
                    <a:pt x="3669" y="2752"/>
                  </a:lnTo>
                  <a:lnTo>
                    <a:pt x="4733" y="2055"/>
                  </a:lnTo>
                  <a:lnTo>
                    <a:pt x="4770" y="1982"/>
                  </a:lnTo>
                  <a:lnTo>
                    <a:pt x="4770" y="1945"/>
                  </a:lnTo>
                  <a:lnTo>
                    <a:pt x="4733" y="1872"/>
                  </a:lnTo>
                  <a:lnTo>
                    <a:pt x="4660" y="1872"/>
                  </a:lnTo>
                  <a:lnTo>
                    <a:pt x="4329" y="1982"/>
                  </a:lnTo>
                  <a:lnTo>
                    <a:pt x="3816" y="2202"/>
                  </a:lnTo>
                  <a:lnTo>
                    <a:pt x="3302" y="2458"/>
                  </a:lnTo>
                  <a:lnTo>
                    <a:pt x="3082" y="2642"/>
                  </a:lnTo>
                  <a:lnTo>
                    <a:pt x="2935" y="2789"/>
                  </a:lnTo>
                  <a:lnTo>
                    <a:pt x="2899" y="2605"/>
                  </a:lnTo>
                  <a:lnTo>
                    <a:pt x="2899" y="2458"/>
                  </a:lnTo>
                  <a:lnTo>
                    <a:pt x="3082" y="2385"/>
                  </a:lnTo>
                  <a:lnTo>
                    <a:pt x="3266" y="2238"/>
                  </a:lnTo>
                  <a:lnTo>
                    <a:pt x="3632" y="2018"/>
                  </a:lnTo>
                  <a:lnTo>
                    <a:pt x="4109" y="1725"/>
                  </a:lnTo>
                  <a:lnTo>
                    <a:pt x="4586" y="1505"/>
                  </a:lnTo>
                  <a:lnTo>
                    <a:pt x="4660" y="1431"/>
                  </a:lnTo>
                  <a:lnTo>
                    <a:pt x="4660" y="1358"/>
                  </a:lnTo>
                  <a:lnTo>
                    <a:pt x="4586" y="1321"/>
                  </a:lnTo>
                  <a:lnTo>
                    <a:pt x="4513" y="1285"/>
                  </a:lnTo>
                  <a:lnTo>
                    <a:pt x="4256" y="1358"/>
                  </a:lnTo>
                  <a:lnTo>
                    <a:pt x="3963" y="1431"/>
                  </a:lnTo>
                  <a:lnTo>
                    <a:pt x="3706" y="1505"/>
                  </a:lnTo>
                  <a:lnTo>
                    <a:pt x="3449" y="1651"/>
                  </a:lnTo>
                  <a:lnTo>
                    <a:pt x="3156" y="1798"/>
                  </a:lnTo>
                  <a:lnTo>
                    <a:pt x="3302" y="1578"/>
                  </a:lnTo>
                  <a:lnTo>
                    <a:pt x="3486" y="1358"/>
                  </a:lnTo>
                  <a:lnTo>
                    <a:pt x="3779" y="1211"/>
                  </a:lnTo>
                  <a:lnTo>
                    <a:pt x="4109" y="1065"/>
                  </a:lnTo>
                  <a:lnTo>
                    <a:pt x="4733" y="844"/>
                  </a:lnTo>
                  <a:lnTo>
                    <a:pt x="4770" y="918"/>
                  </a:lnTo>
                  <a:lnTo>
                    <a:pt x="4843" y="991"/>
                  </a:lnTo>
                  <a:lnTo>
                    <a:pt x="4916" y="991"/>
                  </a:lnTo>
                  <a:lnTo>
                    <a:pt x="4990" y="1028"/>
                  </a:lnTo>
                  <a:lnTo>
                    <a:pt x="5063" y="991"/>
                  </a:lnTo>
                  <a:lnTo>
                    <a:pt x="5100" y="955"/>
                  </a:lnTo>
                  <a:lnTo>
                    <a:pt x="5173" y="881"/>
                  </a:lnTo>
                  <a:lnTo>
                    <a:pt x="5173" y="808"/>
                  </a:lnTo>
                  <a:close/>
                  <a:moveTo>
                    <a:pt x="9648" y="3302"/>
                  </a:moveTo>
                  <a:lnTo>
                    <a:pt x="9905" y="3375"/>
                  </a:lnTo>
                  <a:lnTo>
                    <a:pt x="9905" y="3412"/>
                  </a:lnTo>
                  <a:lnTo>
                    <a:pt x="10125" y="3632"/>
                  </a:lnTo>
                  <a:lnTo>
                    <a:pt x="10308" y="3889"/>
                  </a:lnTo>
                  <a:lnTo>
                    <a:pt x="10162" y="4036"/>
                  </a:lnTo>
                  <a:lnTo>
                    <a:pt x="9978" y="4182"/>
                  </a:lnTo>
                  <a:lnTo>
                    <a:pt x="9795" y="4293"/>
                  </a:lnTo>
                  <a:lnTo>
                    <a:pt x="9612" y="4329"/>
                  </a:lnTo>
                  <a:lnTo>
                    <a:pt x="9501" y="4293"/>
                  </a:lnTo>
                  <a:lnTo>
                    <a:pt x="9428" y="4256"/>
                  </a:lnTo>
                  <a:lnTo>
                    <a:pt x="9501" y="4146"/>
                  </a:lnTo>
                  <a:lnTo>
                    <a:pt x="9501" y="4072"/>
                  </a:lnTo>
                  <a:lnTo>
                    <a:pt x="9465" y="3999"/>
                  </a:lnTo>
                  <a:lnTo>
                    <a:pt x="9391" y="3926"/>
                  </a:lnTo>
                  <a:lnTo>
                    <a:pt x="9245" y="3926"/>
                  </a:lnTo>
                  <a:lnTo>
                    <a:pt x="9465" y="3816"/>
                  </a:lnTo>
                  <a:lnTo>
                    <a:pt x="9501" y="3779"/>
                  </a:lnTo>
                  <a:lnTo>
                    <a:pt x="9538" y="3742"/>
                  </a:lnTo>
                  <a:lnTo>
                    <a:pt x="9538" y="3632"/>
                  </a:lnTo>
                  <a:lnTo>
                    <a:pt x="9465" y="3559"/>
                  </a:lnTo>
                  <a:lnTo>
                    <a:pt x="9391" y="3522"/>
                  </a:lnTo>
                  <a:lnTo>
                    <a:pt x="9355" y="3522"/>
                  </a:lnTo>
                  <a:lnTo>
                    <a:pt x="9061" y="3632"/>
                  </a:lnTo>
                  <a:lnTo>
                    <a:pt x="9208" y="3375"/>
                  </a:lnTo>
                  <a:lnTo>
                    <a:pt x="9281" y="3412"/>
                  </a:lnTo>
                  <a:lnTo>
                    <a:pt x="9355" y="3412"/>
                  </a:lnTo>
                  <a:lnTo>
                    <a:pt x="9501" y="3375"/>
                  </a:lnTo>
                  <a:lnTo>
                    <a:pt x="9648" y="3302"/>
                  </a:lnTo>
                  <a:close/>
                  <a:moveTo>
                    <a:pt x="1505" y="4329"/>
                  </a:moveTo>
                  <a:lnTo>
                    <a:pt x="1615" y="4366"/>
                  </a:lnTo>
                  <a:lnTo>
                    <a:pt x="1725" y="4439"/>
                  </a:lnTo>
                  <a:lnTo>
                    <a:pt x="1872" y="4586"/>
                  </a:lnTo>
                  <a:lnTo>
                    <a:pt x="1908" y="4769"/>
                  </a:lnTo>
                  <a:lnTo>
                    <a:pt x="1945" y="4916"/>
                  </a:lnTo>
                  <a:lnTo>
                    <a:pt x="1908" y="5100"/>
                  </a:lnTo>
                  <a:lnTo>
                    <a:pt x="1872" y="5246"/>
                  </a:lnTo>
                  <a:lnTo>
                    <a:pt x="1762" y="5393"/>
                  </a:lnTo>
                  <a:lnTo>
                    <a:pt x="1615" y="5503"/>
                  </a:lnTo>
                  <a:lnTo>
                    <a:pt x="1468" y="5576"/>
                  </a:lnTo>
                  <a:lnTo>
                    <a:pt x="1432" y="5430"/>
                  </a:lnTo>
                  <a:lnTo>
                    <a:pt x="1432" y="5283"/>
                  </a:lnTo>
                  <a:lnTo>
                    <a:pt x="1432" y="5210"/>
                  </a:lnTo>
                  <a:lnTo>
                    <a:pt x="1395" y="5136"/>
                  </a:lnTo>
                  <a:lnTo>
                    <a:pt x="1395" y="5063"/>
                  </a:lnTo>
                  <a:lnTo>
                    <a:pt x="1321" y="4989"/>
                  </a:lnTo>
                  <a:lnTo>
                    <a:pt x="1285" y="4953"/>
                  </a:lnTo>
                  <a:lnTo>
                    <a:pt x="1175" y="4989"/>
                  </a:lnTo>
                  <a:lnTo>
                    <a:pt x="1028" y="5063"/>
                  </a:lnTo>
                  <a:lnTo>
                    <a:pt x="1138" y="4989"/>
                  </a:lnTo>
                  <a:lnTo>
                    <a:pt x="1321" y="4879"/>
                  </a:lnTo>
                  <a:lnTo>
                    <a:pt x="1468" y="4769"/>
                  </a:lnTo>
                  <a:lnTo>
                    <a:pt x="1542" y="4696"/>
                  </a:lnTo>
                  <a:lnTo>
                    <a:pt x="1505" y="4623"/>
                  </a:lnTo>
                  <a:lnTo>
                    <a:pt x="1468" y="4549"/>
                  </a:lnTo>
                  <a:lnTo>
                    <a:pt x="1395" y="4513"/>
                  </a:lnTo>
                  <a:lnTo>
                    <a:pt x="1432" y="4476"/>
                  </a:lnTo>
                  <a:lnTo>
                    <a:pt x="1468" y="4439"/>
                  </a:lnTo>
                  <a:lnTo>
                    <a:pt x="1468" y="4403"/>
                  </a:lnTo>
                  <a:lnTo>
                    <a:pt x="1432" y="4329"/>
                  </a:lnTo>
                  <a:close/>
                  <a:moveTo>
                    <a:pt x="1138" y="5576"/>
                  </a:moveTo>
                  <a:lnTo>
                    <a:pt x="1138" y="5650"/>
                  </a:lnTo>
                  <a:lnTo>
                    <a:pt x="1028" y="5613"/>
                  </a:lnTo>
                  <a:lnTo>
                    <a:pt x="1138" y="5576"/>
                  </a:lnTo>
                  <a:close/>
                  <a:moveTo>
                    <a:pt x="7887" y="5907"/>
                  </a:moveTo>
                  <a:lnTo>
                    <a:pt x="8218" y="5980"/>
                  </a:lnTo>
                  <a:lnTo>
                    <a:pt x="8291" y="6090"/>
                  </a:lnTo>
                  <a:lnTo>
                    <a:pt x="8401" y="6163"/>
                  </a:lnTo>
                  <a:lnTo>
                    <a:pt x="8511" y="6273"/>
                  </a:lnTo>
                  <a:lnTo>
                    <a:pt x="8621" y="6383"/>
                  </a:lnTo>
                  <a:lnTo>
                    <a:pt x="8694" y="6530"/>
                  </a:lnTo>
                  <a:lnTo>
                    <a:pt x="8768" y="6677"/>
                  </a:lnTo>
                  <a:lnTo>
                    <a:pt x="8805" y="6934"/>
                  </a:lnTo>
                  <a:lnTo>
                    <a:pt x="8768" y="7154"/>
                  </a:lnTo>
                  <a:lnTo>
                    <a:pt x="8658" y="7374"/>
                  </a:lnTo>
                  <a:lnTo>
                    <a:pt x="8548" y="7557"/>
                  </a:lnTo>
                  <a:lnTo>
                    <a:pt x="8438" y="7704"/>
                  </a:lnTo>
                  <a:lnTo>
                    <a:pt x="8291" y="7814"/>
                  </a:lnTo>
                  <a:lnTo>
                    <a:pt x="8144" y="7887"/>
                  </a:lnTo>
                  <a:lnTo>
                    <a:pt x="7998" y="7961"/>
                  </a:lnTo>
                  <a:lnTo>
                    <a:pt x="8071" y="7594"/>
                  </a:lnTo>
                  <a:lnTo>
                    <a:pt x="8071" y="7520"/>
                  </a:lnTo>
                  <a:lnTo>
                    <a:pt x="8034" y="7484"/>
                  </a:lnTo>
                  <a:lnTo>
                    <a:pt x="7961" y="7484"/>
                  </a:lnTo>
                  <a:lnTo>
                    <a:pt x="7924" y="7520"/>
                  </a:lnTo>
                  <a:lnTo>
                    <a:pt x="7741" y="7741"/>
                  </a:lnTo>
                  <a:lnTo>
                    <a:pt x="7557" y="7997"/>
                  </a:lnTo>
                  <a:lnTo>
                    <a:pt x="7264" y="7924"/>
                  </a:lnTo>
                  <a:lnTo>
                    <a:pt x="7484" y="7594"/>
                  </a:lnTo>
                  <a:lnTo>
                    <a:pt x="7741" y="7337"/>
                  </a:lnTo>
                  <a:lnTo>
                    <a:pt x="7741" y="7264"/>
                  </a:lnTo>
                  <a:lnTo>
                    <a:pt x="7741" y="7227"/>
                  </a:lnTo>
                  <a:lnTo>
                    <a:pt x="7631" y="7227"/>
                  </a:lnTo>
                  <a:lnTo>
                    <a:pt x="7447" y="7337"/>
                  </a:lnTo>
                  <a:lnTo>
                    <a:pt x="7264" y="7447"/>
                  </a:lnTo>
                  <a:lnTo>
                    <a:pt x="7080" y="7594"/>
                  </a:lnTo>
                  <a:lnTo>
                    <a:pt x="6934" y="7777"/>
                  </a:lnTo>
                  <a:lnTo>
                    <a:pt x="6860" y="7704"/>
                  </a:lnTo>
                  <a:lnTo>
                    <a:pt x="6714" y="7557"/>
                  </a:lnTo>
                  <a:lnTo>
                    <a:pt x="7227" y="7264"/>
                  </a:lnTo>
                  <a:lnTo>
                    <a:pt x="7741" y="6934"/>
                  </a:lnTo>
                  <a:lnTo>
                    <a:pt x="7741" y="6897"/>
                  </a:lnTo>
                  <a:lnTo>
                    <a:pt x="7704" y="6860"/>
                  </a:lnTo>
                  <a:lnTo>
                    <a:pt x="7411" y="6860"/>
                  </a:lnTo>
                  <a:lnTo>
                    <a:pt x="7080" y="6934"/>
                  </a:lnTo>
                  <a:lnTo>
                    <a:pt x="6787" y="7044"/>
                  </a:lnTo>
                  <a:lnTo>
                    <a:pt x="6530" y="7227"/>
                  </a:lnTo>
                  <a:lnTo>
                    <a:pt x="6494" y="7007"/>
                  </a:lnTo>
                  <a:lnTo>
                    <a:pt x="6494" y="6750"/>
                  </a:lnTo>
                  <a:lnTo>
                    <a:pt x="6604" y="6713"/>
                  </a:lnTo>
                  <a:lnTo>
                    <a:pt x="6970" y="6603"/>
                  </a:lnTo>
                  <a:lnTo>
                    <a:pt x="7117" y="6530"/>
                  </a:lnTo>
                  <a:lnTo>
                    <a:pt x="7301" y="6420"/>
                  </a:lnTo>
                  <a:lnTo>
                    <a:pt x="7337" y="6347"/>
                  </a:lnTo>
                  <a:lnTo>
                    <a:pt x="7337" y="6310"/>
                  </a:lnTo>
                  <a:lnTo>
                    <a:pt x="7301" y="6310"/>
                  </a:lnTo>
                  <a:lnTo>
                    <a:pt x="7007" y="6273"/>
                  </a:lnTo>
                  <a:lnTo>
                    <a:pt x="6750" y="6310"/>
                  </a:lnTo>
                  <a:lnTo>
                    <a:pt x="6750" y="6310"/>
                  </a:lnTo>
                  <a:lnTo>
                    <a:pt x="6860" y="6200"/>
                  </a:lnTo>
                  <a:lnTo>
                    <a:pt x="6970" y="6090"/>
                  </a:lnTo>
                  <a:lnTo>
                    <a:pt x="7117" y="6017"/>
                  </a:lnTo>
                  <a:lnTo>
                    <a:pt x="7264" y="5943"/>
                  </a:lnTo>
                  <a:lnTo>
                    <a:pt x="7557" y="5907"/>
                  </a:lnTo>
                  <a:close/>
                  <a:moveTo>
                    <a:pt x="4953" y="1"/>
                  </a:moveTo>
                  <a:lnTo>
                    <a:pt x="4733" y="37"/>
                  </a:lnTo>
                  <a:lnTo>
                    <a:pt x="4476" y="111"/>
                  </a:lnTo>
                  <a:lnTo>
                    <a:pt x="4256" y="184"/>
                  </a:lnTo>
                  <a:lnTo>
                    <a:pt x="4036" y="294"/>
                  </a:lnTo>
                  <a:lnTo>
                    <a:pt x="3632" y="551"/>
                  </a:lnTo>
                  <a:lnTo>
                    <a:pt x="3302" y="881"/>
                  </a:lnTo>
                  <a:lnTo>
                    <a:pt x="2972" y="1248"/>
                  </a:lnTo>
                  <a:lnTo>
                    <a:pt x="2679" y="1651"/>
                  </a:lnTo>
                  <a:lnTo>
                    <a:pt x="2569" y="1872"/>
                  </a:lnTo>
                  <a:lnTo>
                    <a:pt x="2495" y="2092"/>
                  </a:lnTo>
                  <a:lnTo>
                    <a:pt x="2422" y="2348"/>
                  </a:lnTo>
                  <a:lnTo>
                    <a:pt x="2385" y="2568"/>
                  </a:lnTo>
                  <a:lnTo>
                    <a:pt x="2422" y="2789"/>
                  </a:lnTo>
                  <a:lnTo>
                    <a:pt x="2459" y="2935"/>
                  </a:lnTo>
                  <a:lnTo>
                    <a:pt x="2532" y="3119"/>
                  </a:lnTo>
                  <a:lnTo>
                    <a:pt x="2605" y="3265"/>
                  </a:lnTo>
                  <a:lnTo>
                    <a:pt x="2495" y="3339"/>
                  </a:lnTo>
                  <a:lnTo>
                    <a:pt x="2018" y="3559"/>
                  </a:lnTo>
                  <a:lnTo>
                    <a:pt x="1798" y="3706"/>
                  </a:lnTo>
                  <a:lnTo>
                    <a:pt x="1688" y="3779"/>
                  </a:lnTo>
                  <a:lnTo>
                    <a:pt x="1578" y="3852"/>
                  </a:lnTo>
                  <a:lnTo>
                    <a:pt x="1065" y="3852"/>
                  </a:lnTo>
                  <a:lnTo>
                    <a:pt x="881" y="3926"/>
                  </a:lnTo>
                  <a:lnTo>
                    <a:pt x="735" y="3999"/>
                  </a:lnTo>
                  <a:lnTo>
                    <a:pt x="588" y="4109"/>
                  </a:lnTo>
                  <a:lnTo>
                    <a:pt x="478" y="4256"/>
                  </a:lnTo>
                  <a:lnTo>
                    <a:pt x="368" y="4403"/>
                  </a:lnTo>
                  <a:lnTo>
                    <a:pt x="184" y="4623"/>
                  </a:lnTo>
                  <a:lnTo>
                    <a:pt x="74" y="4879"/>
                  </a:lnTo>
                  <a:lnTo>
                    <a:pt x="38" y="4989"/>
                  </a:lnTo>
                  <a:lnTo>
                    <a:pt x="1" y="5136"/>
                  </a:lnTo>
                  <a:lnTo>
                    <a:pt x="38" y="5283"/>
                  </a:lnTo>
                  <a:lnTo>
                    <a:pt x="74" y="5430"/>
                  </a:lnTo>
                  <a:lnTo>
                    <a:pt x="184" y="5576"/>
                  </a:lnTo>
                  <a:lnTo>
                    <a:pt x="258" y="5723"/>
                  </a:lnTo>
                  <a:lnTo>
                    <a:pt x="404" y="5833"/>
                  </a:lnTo>
                  <a:lnTo>
                    <a:pt x="514" y="5943"/>
                  </a:lnTo>
                  <a:lnTo>
                    <a:pt x="661" y="6017"/>
                  </a:lnTo>
                  <a:lnTo>
                    <a:pt x="845" y="6053"/>
                  </a:lnTo>
                  <a:lnTo>
                    <a:pt x="1175" y="6127"/>
                  </a:lnTo>
                  <a:lnTo>
                    <a:pt x="1358" y="6127"/>
                  </a:lnTo>
                  <a:lnTo>
                    <a:pt x="1505" y="6090"/>
                  </a:lnTo>
                  <a:lnTo>
                    <a:pt x="1688" y="6053"/>
                  </a:lnTo>
                  <a:lnTo>
                    <a:pt x="1835" y="5980"/>
                  </a:lnTo>
                  <a:lnTo>
                    <a:pt x="2055" y="5760"/>
                  </a:lnTo>
                  <a:lnTo>
                    <a:pt x="2275" y="5503"/>
                  </a:lnTo>
                  <a:lnTo>
                    <a:pt x="2385" y="5210"/>
                  </a:lnTo>
                  <a:lnTo>
                    <a:pt x="2422" y="5063"/>
                  </a:lnTo>
                  <a:lnTo>
                    <a:pt x="2422" y="4879"/>
                  </a:lnTo>
                  <a:lnTo>
                    <a:pt x="2385" y="4733"/>
                  </a:lnTo>
                  <a:lnTo>
                    <a:pt x="2349" y="4586"/>
                  </a:lnTo>
                  <a:lnTo>
                    <a:pt x="2275" y="4403"/>
                  </a:lnTo>
                  <a:lnTo>
                    <a:pt x="2202" y="4256"/>
                  </a:lnTo>
                  <a:lnTo>
                    <a:pt x="2092" y="4146"/>
                  </a:lnTo>
                  <a:lnTo>
                    <a:pt x="2055" y="4109"/>
                  </a:lnTo>
                  <a:lnTo>
                    <a:pt x="2165" y="4036"/>
                  </a:lnTo>
                  <a:lnTo>
                    <a:pt x="2495" y="3816"/>
                  </a:lnTo>
                  <a:lnTo>
                    <a:pt x="2679" y="3669"/>
                  </a:lnTo>
                  <a:lnTo>
                    <a:pt x="2862" y="3522"/>
                  </a:lnTo>
                  <a:lnTo>
                    <a:pt x="3119" y="3706"/>
                  </a:lnTo>
                  <a:lnTo>
                    <a:pt x="3156" y="3779"/>
                  </a:lnTo>
                  <a:lnTo>
                    <a:pt x="3229" y="3816"/>
                  </a:lnTo>
                  <a:lnTo>
                    <a:pt x="3339" y="3816"/>
                  </a:lnTo>
                  <a:lnTo>
                    <a:pt x="3706" y="3962"/>
                  </a:lnTo>
                  <a:lnTo>
                    <a:pt x="4109" y="4036"/>
                  </a:lnTo>
                  <a:lnTo>
                    <a:pt x="4513" y="4072"/>
                  </a:lnTo>
                  <a:lnTo>
                    <a:pt x="4880" y="3999"/>
                  </a:lnTo>
                  <a:lnTo>
                    <a:pt x="5246" y="3889"/>
                  </a:lnTo>
                  <a:lnTo>
                    <a:pt x="5283" y="3962"/>
                  </a:lnTo>
                  <a:lnTo>
                    <a:pt x="5320" y="4036"/>
                  </a:lnTo>
                  <a:lnTo>
                    <a:pt x="5540" y="4219"/>
                  </a:lnTo>
                  <a:lnTo>
                    <a:pt x="5723" y="4439"/>
                  </a:lnTo>
                  <a:lnTo>
                    <a:pt x="5980" y="4916"/>
                  </a:lnTo>
                  <a:lnTo>
                    <a:pt x="6200" y="5430"/>
                  </a:lnTo>
                  <a:lnTo>
                    <a:pt x="6347" y="5650"/>
                  </a:lnTo>
                  <a:lnTo>
                    <a:pt x="6530" y="5870"/>
                  </a:lnTo>
                  <a:lnTo>
                    <a:pt x="6347" y="6017"/>
                  </a:lnTo>
                  <a:lnTo>
                    <a:pt x="6237" y="6200"/>
                  </a:lnTo>
                  <a:lnTo>
                    <a:pt x="6127" y="6383"/>
                  </a:lnTo>
                  <a:lnTo>
                    <a:pt x="6053" y="6567"/>
                  </a:lnTo>
                  <a:lnTo>
                    <a:pt x="5797" y="6713"/>
                  </a:lnTo>
                  <a:lnTo>
                    <a:pt x="5723" y="6824"/>
                  </a:lnTo>
                  <a:lnTo>
                    <a:pt x="5723" y="6934"/>
                  </a:lnTo>
                  <a:lnTo>
                    <a:pt x="5760" y="7044"/>
                  </a:lnTo>
                  <a:lnTo>
                    <a:pt x="5833" y="7080"/>
                  </a:lnTo>
                  <a:lnTo>
                    <a:pt x="6017" y="7080"/>
                  </a:lnTo>
                  <a:lnTo>
                    <a:pt x="6053" y="7300"/>
                  </a:lnTo>
                  <a:lnTo>
                    <a:pt x="6127" y="7520"/>
                  </a:lnTo>
                  <a:lnTo>
                    <a:pt x="6127" y="7631"/>
                  </a:lnTo>
                  <a:lnTo>
                    <a:pt x="6127" y="7741"/>
                  </a:lnTo>
                  <a:lnTo>
                    <a:pt x="6200" y="7814"/>
                  </a:lnTo>
                  <a:lnTo>
                    <a:pt x="6310" y="7851"/>
                  </a:lnTo>
                  <a:lnTo>
                    <a:pt x="6347" y="7851"/>
                  </a:lnTo>
                  <a:lnTo>
                    <a:pt x="6494" y="8034"/>
                  </a:lnTo>
                  <a:lnTo>
                    <a:pt x="6640" y="8144"/>
                  </a:lnTo>
                  <a:lnTo>
                    <a:pt x="6787" y="8254"/>
                  </a:lnTo>
                  <a:lnTo>
                    <a:pt x="6860" y="8291"/>
                  </a:lnTo>
                  <a:lnTo>
                    <a:pt x="6934" y="8327"/>
                  </a:lnTo>
                  <a:lnTo>
                    <a:pt x="7191" y="8438"/>
                  </a:lnTo>
                  <a:lnTo>
                    <a:pt x="7447" y="8474"/>
                  </a:lnTo>
                  <a:lnTo>
                    <a:pt x="7741" y="8474"/>
                  </a:lnTo>
                  <a:lnTo>
                    <a:pt x="7998" y="8438"/>
                  </a:lnTo>
                  <a:lnTo>
                    <a:pt x="8254" y="8364"/>
                  </a:lnTo>
                  <a:lnTo>
                    <a:pt x="8511" y="8254"/>
                  </a:lnTo>
                  <a:lnTo>
                    <a:pt x="8731" y="8071"/>
                  </a:lnTo>
                  <a:lnTo>
                    <a:pt x="8915" y="7887"/>
                  </a:lnTo>
                  <a:lnTo>
                    <a:pt x="9098" y="7631"/>
                  </a:lnTo>
                  <a:lnTo>
                    <a:pt x="9245" y="7300"/>
                  </a:lnTo>
                  <a:lnTo>
                    <a:pt x="9281" y="7007"/>
                  </a:lnTo>
                  <a:lnTo>
                    <a:pt x="9318" y="6824"/>
                  </a:lnTo>
                  <a:lnTo>
                    <a:pt x="9281" y="6677"/>
                  </a:lnTo>
                  <a:lnTo>
                    <a:pt x="9208" y="6457"/>
                  </a:lnTo>
                  <a:lnTo>
                    <a:pt x="9135" y="6200"/>
                  </a:lnTo>
                  <a:lnTo>
                    <a:pt x="8951" y="5980"/>
                  </a:lnTo>
                  <a:lnTo>
                    <a:pt x="8878" y="5907"/>
                  </a:lnTo>
                  <a:lnTo>
                    <a:pt x="8768" y="5833"/>
                  </a:lnTo>
                  <a:lnTo>
                    <a:pt x="8805" y="5686"/>
                  </a:lnTo>
                  <a:lnTo>
                    <a:pt x="9025" y="5246"/>
                  </a:lnTo>
                  <a:lnTo>
                    <a:pt x="9208" y="4769"/>
                  </a:lnTo>
                  <a:lnTo>
                    <a:pt x="9428" y="4806"/>
                  </a:lnTo>
                  <a:lnTo>
                    <a:pt x="9648" y="4806"/>
                  </a:lnTo>
                  <a:lnTo>
                    <a:pt x="9832" y="4733"/>
                  </a:lnTo>
                  <a:lnTo>
                    <a:pt x="10052" y="4659"/>
                  </a:lnTo>
                  <a:lnTo>
                    <a:pt x="10235" y="4549"/>
                  </a:lnTo>
                  <a:lnTo>
                    <a:pt x="10419" y="4403"/>
                  </a:lnTo>
                  <a:lnTo>
                    <a:pt x="10712" y="4109"/>
                  </a:lnTo>
                  <a:lnTo>
                    <a:pt x="10785" y="3962"/>
                  </a:lnTo>
                  <a:lnTo>
                    <a:pt x="10785" y="3816"/>
                  </a:lnTo>
                  <a:lnTo>
                    <a:pt x="10639" y="3559"/>
                  </a:lnTo>
                  <a:lnTo>
                    <a:pt x="10492" y="3339"/>
                  </a:lnTo>
                  <a:lnTo>
                    <a:pt x="10345" y="3155"/>
                  </a:lnTo>
                  <a:lnTo>
                    <a:pt x="10125" y="2972"/>
                  </a:lnTo>
                  <a:lnTo>
                    <a:pt x="9905" y="2825"/>
                  </a:lnTo>
                  <a:lnTo>
                    <a:pt x="9795" y="2789"/>
                  </a:lnTo>
                  <a:lnTo>
                    <a:pt x="9685" y="2752"/>
                  </a:lnTo>
                  <a:lnTo>
                    <a:pt x="9501" y="2862"/>
                  </a:lnTo>
                  <a:lnTo>
                    <a:pt x="9391" y="2825"/>
                  </a:lnTo>
                  <a:lnTo>
                    <a:pt x="9318" y="2862"/>
                  </a:lnTo>
                  <a:lnTo>
                    <a:pt x="9025" y="3009"/>
                  </a:lnTo>
                  <a:lnTo>
                    <a:pt x="8768" y="3192"/>
                  </a:lnTo>
                  <a:lnTo>
                    <a:pt x="8658" y="3302"/>
                  </a:lnTo>
                  <a:lnTo>
                    <a:pt x="8548" y="3449"/>
                  </a:lnTo>
                  <a:lnTo>
                    <a:pt x="8474" y="3559"/>
                  </a:lnTo>
                  <a:lnTo>
                    <a:pt x="8438" y="3742"/>
                  </a:lnTo>
                  <a:lnTo>
                    <a:pt x="8438" y="3852"/>
                  </a:lnTo>
                  <a:lnTo>
                    <a:pt x="8438" y="3962"/>
                  </a:lnTo>
                  <a:lnTo>
                    <a:pt x="8474" y="4182"/>
                  </a:lnTo>
                  <a:lnTo>
                    <a:pt x="8621" y="4403"/>
                  </a:lnTo>
                  <a:lnTo>
                    <a:pt x="8768" y="4549"/>
                  </a:lnTo>
                  <a:lnTo>
                    <a:pt x="8878" y="4623"/>
                  </a:lnTo>
                  <a:lnTo>
                    <a:pt x="8694" y="4879"/>
                  </a:lnTo>
                  <a:lnTo>
                    <a:pt x="8548" y="5136"/>
                  </a:lnTo>
                  <a:lnTo>
                    <a:pt x="8291" y="5613"/>
                  </a:lnTo>
                  <a:lnTo>
                    <a:pt x="8144" y="5540"/>
                  </a:lnTo>
                  <a:lnTo>
                    <a:pt x="7961" y="5503"/>
                  </a:lnTo>
                  <a:lnTo>
                    <a:pt x="7777" y="5466"/>
                  </a:lnTo>
                  <a:lnTo>
                    <a:pt x="7411" y="5466"/>
                  </a:lnTo>
                  <a:lnTo>
                    <a:pt x="7227" y="5503"/>
                  </a:lnTo>
                  <a:lnTo>
                    <a:pt x="7044" y="5540"/>
                  </a:lnTo>
                  <a:lnTo>
                    <a:pt x="6860" y="5650"/>
                  </a:lnTo>
                  <a:lnTo>
                    <a:pt x="6750" y="5320"/>
                  </a:lnTo>
                  <a:lnTo>
                    <a:pt x="6604" y="5026"/>
                  </a:lnTo>
                  <a:lnTo>
                    <a:pt x="6273" y="4476"/>
                  </a:lnTo>
                  <a:lnTo>
                    <a:pt x="6163" y="4256"/>
                  </a:lnTo>
                  <a:lnTo>
                    <a:pt x="6053" y="4072"/>
                  </a:lnTo>
                  <a:lnTo>
                    <a:pt x="5870" y="3889"/>
                  </a:lnTo>
                  <a:lnTo>
                    <a:pt x="5687" y="3779"/>
                  </a:lnTo>
                  <a:lnTo>
                    <a:pt x="5723" y="3706"/>
                  </a:lnTo>
                  <a:lnTo>
                    <a:pt x="5723" y="3632"/>
                  </a:lnTo>
                  <a:lnTo>
                    <a:pt x="5907" y="3486"/>
                  </a:lnTo>
                  <a:lnTo>
                    <a:pt x="6053" y="3339"/>
                  </a:lnTo>
                  <a:lnTo>
                    <a:pt x="6200" y="3155"/>
                  </a:lnTo>
                  <a:lnTo>
                    <a:pt x="6347" y="2972"/>
                  </a:lnTo>
                  <a:lnTo>
                    <a:pt x="6457" y="2752"/>
                  </a:lnTo>
                  <a:lnTo>
                    <a:pt x="6530" y="2532"/>
                  </a:lnTo>
                  <a:lnTo>
                    <a:pt x="6604" y="2312"/>
                  </a:lnTo>
                  <a:lnTo>
                    <a:pt x="6677" y="2055"/>
                  </a:lnTo>
                  <a:lnTo>
                    <a:pt x="6677" y="1615"/>
                  </a:lnTo>
                  <a:lnTo>
                    <a:pt x="6677" y="1358"/>
                  </a:lnTo>
                  <a:lnTo>
                    <a:pt x="6640" y="1138"/>
                  </a:lnTo>
                  <a:lnTo>
                    <a:pt x="6567" y="881"/>
                  </a:lnTo>
                  <a:lnTo>
                    <a:pt x="6457" y="698"/>
                  </a:lnTo>
                  <a:lnTo>
                    <a:pt x="6273" y="551"/>
                  </a:lnTo>
                  <a:lnTo>
                    <a:pt x="6200" y="478"/>
                  </a:lnTo>
                  <a:lnTo>
                    <a:pt x="6090" y="478"/>
                  </a:lnTo>
                  <a:lnTo>
                    <a:pt x="6017" y="331"/>
                  </a:lnTo>
                  <a:lnTo>
                    <a:pt x="5907" y="221"/>
                  </a:lnTo>
                  <a:lnTo>
                    <a:pt x="5760" y="148"/>
                  </a:lnTo>
                  <a:lnTo>
                    <a:pt x="5613" y="74"/>
                  </a:lnTo>
                  <a:lnTo>
                    <a:pt x="5283" y="1"/>
                  </a:lnTo>
                  <a:close/>
                  <a:moveTo>
                    <a:pt x="15114" y="6750"/>
                  </a:moveTo>
                  <a:lnTo>
                    <a:pt x="15187" y="6787"/>
                  </a:lnTo>
                  <a:lnTo>
                    <a:pt x="15481" y="6897"/>
                  </a:lnTo>
                  <a:lnTo>
                    <a:pt x="15591" y="6970"/>
                  </a:lnTo>
                  <a:lnTo>
                    <a:pt x="15737" y="7044"/>
                  </a:lnTo>
                  <a:lnTo>
                    <a:pt x="15847" y="7190"/>
                  </a:lnTo>
                  <a:lnTo>
                    <a:pt x="15921" y="7337"/>
                  </a:lnTo>
                  <a:lnTo>
                    <a:pt x="16068" y="7667"/>
                  </a:lnTo>
                  <a:lnTo>
                    <a:pt x="16141" y="8034"/>
                  </a:lnTo>
                  <a:lnTo>
                    <a:pt x="16178" y="8438"/>
                  </a:lnTo>
                  <a:lnTo>
                    <a:pt x="16178" y="8621"/>
                  </a:lnTo>
                  <a:lnTo>
                    <a:pt x="16141" y="8804"/>
                  </a:lnTo>
                  <a:lnTo>
                    <a:pt x="16068" y="8988"/>
                  </a:lnTo>
                  <a:lnTo>
                    <a:pt x="15957" y="9134"/>
                  </a:lnTo>
                  <a:lnTo>
                    <a:pt x="15701" y="9355"/>
                  </a:lnTo>
                  <a:lnTo>
                    <a:pt x="15407" y="9575"/>
                  </a:lnTo>
                  <a:lnTo>
                    <a:pt x="15077" y="9758"/>
                  </a:lnTo>
                  <a:lnTo>
                    <a:pt x="14710" y="9905"/>
                  </a:lnTo>
                  <a:lnTo>
                    <a:pt x="14710" y="9905"/>
                  </a:lnTo>
                  <a:lnTo>
                    <a:pt x="15187" y="9208"/>
                  </a:lnTo>
                  <a:lnTo>
                    <a:pt x="15187" y="9134"/>
                  </a:lnTo>
                  <a:lnTo>
                    <a:pt x="15150" y="9098"/>
                  </a:lnTo>
                  <a:lnTo>
                    <a:pt x="15114" y="9061"/>
                  </a:lnTo>
                  <a:lnTo>
                    <a:pt x="15040" y="9098"/>
                  </a:lnTo>
                  <a:lnTo>
                    <a:pt x="14564" y="9538"/>
                  </a:lnTo>
                  <a:lnTo>
                    <a:pt x="14123" y="9978"/>
                  </a:lnTo>
                  <a:lnTo>
                    <a:pt x="13940" y="9978"/>
                  </a:lnTo>
                  <a:lnTo>
                    <a:pt x="13757" y="9905"/>
                  </a:lnTo>
                  <a:lnTo>
                    <a:pt x="13940" y="9648"/>
                  </a:lnTo>
                  <a:lnTo>
                    <a:pt x="14160" y="9391"/>
                  </a:lnTo>
                  <a:lnTo>
                    <a:pt x="14380" y="9134"/>
                  </a:lnTo>
                  <a:lnTo>
                    <a:pt x="14637" y="8914"/>
                  </a:lnTo>
                  <a:lnTo>
                    <a:pt x="14674" y="8841"/>
                  </a:lnTo>
                  <a:lnTo>
                    <a:pt x="14674" y="8804"/>
                  </a:lnTo>
                  <a:lnTo>
                    <a:pt x="14637" y="8731"/>
                  </a:lnTo>
                  <a:lnTo>
                    <a:pt x="14564" y="8731"/>
                  </a:lnTo>
                  <a:lnTo>
                    <a:pt x="14784" y="8584"/>
                  </a:lnTo>
                  <a:lnTo>
                    <a:pt x="14820" y="8511"/>
                  </a:lnTo>
                  <a:lnTo>
                    <a:pt x="14784" y="8438"/>
                  </a:lnTo>
                  <a:lnTo>
                    <a:pt x="14710" y="8401"/>
                  </a:lnTo>
                  <a:lnTo>
                    <a:pt x="14637" y="8401"/>
                  </a:lnTo>
                  <a:lnTo>
                    <a:pt x="14233" y="8621"/>
                  </a:lnTo>
                  <a:lnTo>
                    <a:pt x="13867" y="8841"/>
                  </a:lnTo>
                  <a:lnTo>
                    <a:pt x="13500" y="9061"/>
                  </a:lnTo>
                  <a:lnTo>
                    <a:pt x="13170" y="9318"/>
                  </a:lnTo>
                  <a:lnTo>
                    <a:pt x="13060" y="9098"/>
                  </a:lnTo>
                  <a:lnTo>
                    <a:pt x="13720" y="8658"/>
                  </a:lnTo>
                  <a:lnTo>
                    <a:pt x="14417" y="8291"/>
                  </a:lnTo>
                  <a:lnTo>
                    <a:pt x="14454" y="8217"/>
                  </a:lnTo>
                  <a:lnTo>
                    <a:pt x="14454" y="8144"/>
                  </a:lnTo>
                  <a:lnTo>
                    <a:pt x="14417" y="8107"/>
                  </a:lnTo>
                  <a:lnTo>
                    <a:pt x="14343" y="8107"/>
                  </a:lnTo>
                  <a:lnTo>
                    <a:pt x="13647" y="8364"/>
                  </a:lnTo>
                  <a:lnTo>
                    <a:pt x="12986" y="8658"/>
                  </a:lnTo>
                  <a:lnTo>
                    <a:pt x="12986" y="8474"/>
                  </a:lnTo>
                  <a:lnTo>
                    <a:pt x="13133" y="8401"/>
                  </a:lnTo>
                  <a:lnTo>
                    <a:pt x="13243" y="8327"/>
                  </a:lnTo>
                  <a:lnTo>
                    <a:pt x="13500" y="8144"/>
                  </a:lnTo>
                  <a:lnTo>
                    <a:pt x="14013" y="7924"/>
                  </a:lnTo>
                  <a:lnTo>
                    <a:pt x="14307" y="7814"/>
                  </a:lnTo>
                  <a:lnTo>
                    <a:pt x="14564" y="7777"/>
                  </a:lnTo>
                  <a:lnTo>
                    <a:pt x="14600" y="7741"/>
                  </a:lnTo>
                  <a:lnTo>
                    <a:pt x="14600" y="7704"/>
                  </a:lnTo>
                  <a:lnTo>
                    <a:pt x="14564" y="7667"/>
                  </a:lnTo>
                  <a:lnTo>
                    <a:pt x="14233" y="7667"/>
                  </a:lnTo>
                  <a:lnTo>
                    <a:pt x="13903" y="7704"/>
                  </a:lnTo>
                  <a:lnTo>
                    <a:pt x="13573" y="7777"/>
                  </a:lnTo>
                  <a:lnTo>
                    <a:pt x="13280" y="7851"/>
                  </a:lnTo>
                  <a:lnTo>
                    <a:pt x="13500" y="7594"/>
                  </a:lnTo>
                  <a:lnTo>
                    <a:pt x="14087" y="7484"/>
                  </a:lnTo>
                  <a:lnTo>
                    <a:pt x="14380" y="7410"/>
                  </a:lnTo>
                  <a:lnTo>
                    <a:pt x="14674" y="7264"/>
                  </a:lnTo>
                  <a:lnTo>
                    <a:pt x="14710" y="7227"/>
                  </a:lnTo>
                  <a:lnTo>
                    <a:pt x="14710" y="7190"/>
                  </a:lnTo>
                  <a:lnTo>
                    <a:pt x="14710" y="7154"/>
                  </a:lnTo>
                  <a:lnTo>
                    <a:pt x="14637" y="7117"/>
                  </a:lnTo>
                  <a:lnTo>
                    <a:pt x="14343" y="7080"/>
                  </a:lnTo>
                  <a:lnTo>
                    <a:pt x="14013" y="7080"/>
                  </a:lnTo>
                  <a:lnTo>
                    <a:pt x="14270" y="6934"/>
                  </a:lnTo>
                  <a:lnTo>
                    <a:pt x="14527" y="6824"/>
                  </a:lnTo>
                  <a:lnTo>
                    <a:pt x="14820" y="6750"/>
                  </a:lnTo>
                  <a:close/>
                  <a:moveTo>
                    <a:pt x="5246" y="9098"/>
                  </a:moveTo>
                  <a:lnTo>
                    <a:pt x="5320" y="9208"/>
                  </a:lnTo>
                  <a:lnTo>
                    <a:pt x="5393" y="9245"/>
                  </a:lnTo>
                  <a:lnTo>
                    <a:pt x="5577" y="9245"/>
                  </a:lnTo>
                  <a:lnTo>
                    <a:pt x="5650" y="9281"/>
                  </a:lnTo>
                  <a:lnTo>
                    <a:pt x="5760" y="9318"/>
                  </a:lnTo>
                  <a:lnTo>
                    <a:pt x="5833" y="9391"/>
                  </a:lnTo>
                  <a:lnTo>
                    <a:pt x="5870" y="9465"/>
                  </a:lnTo>
                  <a:lnTo>
                    <a:pt x="5907" y="9538"/>
                  </a:lnTo>
                  <a:lnTo>
                    <a:pt x="5907" y="9648"/>
                  </a:lnTo>
                  <a:lnTo>
                    <a:pt x="5870" y="9758"/>
                  </a:lnTo>
                  <a:lnTo>
                    <a:pt x="5797" y="9831"/>
                  </a:lnTo>
                  <a:lnTo>
                    <a:pt x="5723" y="9905"/>
                  </a:lnTo>
                  <a:lnTo>
                    <a:pt x="5650" y="9978"/>
                  </a:lnTo>
                  <a:lnTo>
                    <a:pt x="5540" y="10015"/>
                  </a:lnTo>
                  <a:lnTo>
                    <a:pt x="5466" y="9868"/>
                  </a:lnTo>
                  <a:lnTo>
                    <a:pt x="5356" y="9758"/>
                  </a:lnTo>
                  <a:lnTo>
                    <a:pt x="5210" y="9685"/>
                  </a:lnTo>
                  <a:lnTo>
                    <a:pt x="5026" y="9648"/>
                  </a:lnTo>
                  <a:lnTo>
                    <a:pt x="5063" y="9648"/>
                  </a:lnTo>
                  <a:lnTo>
                    <a:pt x="5210" y="9575"/>
                  </a:lnTo>
                  <a:lnTo>
                    <a:pt x="5283" y="9538"/>
                  </a:lnTo>
                  <a:lnTo>
                    <a:pt x="5283" y="9501"/>
                  </a:lnTo>
                  <a:lnTo>
                    <a:pt x="5283" y="9355"/>
                  </a:lnTo>
                  <a:lnTo>
                    <a:pt x="5210" y="9245"/>
                  </a:lnTo>
                  <a:lnTo>
                    <a:pt x="5100" y="9245"/>
                  </a:lnTo>
                  <a:lnTo>
                    <a:pt x="4953" y="9281"/>
                  </a:lnTo>
                  <a:lnTo>
                    <a:pt x="4806" y="9355"/>
                  </a:lnTo>
                  <a:lnTo>
                    <a:pt x="4806" y="9355"/>
                  </a:lnTo>
                  <a:lnTo>
                    <a:pt x="4843" y="9281"/>
                  </a:lnTo>
                  <a:lnTo>
                    <a:pt x="4880" y="9208"/>
                  </a:lnTo>
                  <a:lnTo>
                    <a:pt x="4843" y="9171"/>
                  </a:lnTo>
                  <a:lnTo>
                    <a:pt x="5026" y="9134"/>
                  </a:lnTo>
                  <a:lnTo>
                    <a:pt x="5246" y="9098"/>
                  </a:lnTo>
                  <a:close/>
                  <a:moveTo>
                    <a:pt x="6347" y="8034"/>
                  </a:moveTo>
                  <a:lnTo>
                    <a:pt x="6347" y="8071"/>
                  </a:lnTo>
                  <a:lnTo>
                    <a:pt x="6310" y="8181"/>
                  </a:lnTo>
                  <a:lnTo>
                    <a:pt x="6127" y="8254"/>
                  </a:lnTo>
                  <a:lnTo>
                    <a:pt x="5980" y="8364"/>
                  </a:lnTo>
                  <a:lnTo>
                    <a:pt x="5687" y="8621"/>
                  </a:lnTo>
                  <a:lnTo>
                    <a:pt x="5577" y="8621"/>
                  </a:lnTo>
                  <a:lnTo>
                    <a:pt x="5466" y="8694"/>
                  </a:lnTo>
                  <a:lnTo>
                    <a:pt x="5393" y="8768"/>
                  </a:lnTo>
                  <a:lnTo>
                    <a:pt x="5246" y="8731"/>
                  </a:lnTo>
                  <a:lnTo>
                    <a:pt x="4806" y="8731"/>
                  </a:lnTo>
                  <a:lnTo>
                    <a:pt x="4549" y="8841"/>
                  </a:lnTo>
                  <a:lnTo>
                    <a:pt x="4293" y="9024"/>
                  </a:lnTo>
                  <a:lnTo>
                    <a:pt x="4183" y="9171"/>
                  </a:lnTo>
                  <a:lnTo>
                    <a:pt x="4073" y="9355"/>
                  </a:lnTo>
                  <a:lnTo>
                    <a:pt x="4073" y="9501"/>
                  </a:lnTo>
                  <a:lnTo>
                    <a:pt x="4073" y="9648"/>
                  </a:lnTo>
                  <a:lnTo>
                    <a:pt x="4073" y="9721"/>
                  </a:lnTo>
                  <a:lnTo>
                    <a:pt x="4146" y="9831"/>
                  </a:lnTo>
                  <a:lnTo>
                    <a:pt x="4256" y="9978"/>
                  </a:lnTo>
                  <a:lnTo>
                    <a:pt x="4439" y="10162"/>
                  </a:lnTo>
                  <a:lnTo>
                    <a:pt x="4623" y="10308"/>
                  </a:lnTo>
                  <a:lnTo>
                    <a:pt x="4843" y="10382"/>
                  </a:lnTo>
                  <a:lnTo>
                    <a:pt x="5026" y="10455"/>
                  </a:lnTo>
                  <a:lnTo>
                    <a:pt x="5246" y="10492"/>
                  </a:lnTo>
                  <a:lnTo>
                    <a:pt x="5466" y="10492"/>
                  </a:lnTo>
                  <a:lnTo>
                    <a:pt x="5723" y="10455"/>
                  </a:lnTo>
                  <a:lnTo>
                    <a:pt x="5907" y="10345"/>
                  </a:lnTo>
                  <a:lnTo>
                    <a:pt x="6090" y="10235"/>
                  </a:lnTo>
                  <a:lnTo>
                    <a:pt x="6237" y="10052"/>
                  </a:lnTo>
                  <a:lnTo>
                    <a:pt x="6347" y="9868"/>
                  </a:lnTo>
                  <a:lnTo>
                    <a:pt x="6384" y="9575"/>
                  </a:lnTo>
                  <a:lnTo>
                    <a:pt x="6310" y="9355"/>
                  </a:lnTo>
                  <a:lnTo>
                    <a:pt x="6200" y="9134"/>
                  </a:lnTo>
                  <a:lnTo>
                    <a:pt x="6017" y="8951"/>
                  </a:lnTo>
                  <a:lnTo>
                    <a:pt x="6310" y="8658"/>
                  </a:lnTo>
                  <a:lnTo>
                    <a:pt x="6420" y="8548"/>
                  </a:lnTo>
                  <a:lnTo>
                    <a:pt x="6567" y="8401"/>
                  </a:lnTo>
                  <a:lnTo>
                    <a:pt x="6567" y="8327"/>
                  </a:lnTo>
                  <a:lnTo>
                    <a:pt x="6567" y="8254"/>
                  </a:lnTo>
                  <a:lnTo>
                    <a:pt x="6530" y="8217"/>
                  </a:lnTo>
                  <a:lnTo>
                    <a:pt x="6494" y="8181"/>
                  </a:lnTo>
                  <a:lnTo>
                    <a:pt x="6384" y="8071"/>
                  </a:lnTo>
                  <a:lnTo>
                    <a:pt x="6347" y="8034"/>
                  </a:lnTo>
                  <a:close/>
                  <a:moveTo>
                    <a:pt x="19992" y="10418"/>
                  </a:moveTo>
                  <a:lnTo>
                    <a:pt x="20139" y="10492"/>
                  </a:lnTo>
                  <a:lnTo>
                    <a:pt x="20139" y="10602"/>
                  </a:lnTo>
                  <a:lnTo>
                    <a:pt x="20176" y="10638"/>
                  </a:lnTo>
                  <a:lnTo>
                    <a:pt x="20213" y="10638"/>
                  </a:lnTo>
                  <a:lnTo>
                    <a:pt x="20249" y="10602"/>
                  </a:lnTo>
                  <a:lnTo>
                    <a:pt x="20286" y="10785"/>
                  </a:lnTo>
                  <a:lnTo>
                    <a:pt x="20286" y="11042"/>
                  </a:lnTo>
                  <a:lnTo>
                    <a:pt x="20286" y="11189"/>
                  </a:lnTo>
                  <a:lnTo>
                    <a:pt x="20213" y="11372"/>
                  </a:lnTo>
                  <a:lnTo>
                    <a:pt x="20139" y="11519"/>
                  </a:lnTo>
                  <a:lnTo>
                    <a:pt x="20066" y="11665"/>
                  </a:lnTo>
                  <a:lnTo>
                    <a:pt x="19956" y="11812"/>
                  </a:lnTo>
                  <a:lnTo>
                    <a:pt x="19809" y="11886"/>
                  </a:lnTo>
                  <a:lnTo>
                    <a:pt x="19662" y="11959"/>
                  </a:lnTo>
                  <a:lnTo>
                    <a:pt x="19479" y="11959"/>
                  </a:lnTo>
                  <a:lnTo>
                    <a:pt x="19442" y="11886"/>
                  </a:lnTo>
                  <a:lnTo>
                    <a:pt x="19222" y="11776"/>
                  </a:lnTo>
                  <a:lnTo>
                    <a:pt x="19626" y="11702"/>
                  </a:lnTo>
                  <a:lnTo>
                    <a:pt x="19662" y="11665"/>
                  </a:lnTo>
                  <a:lnTo>
                    <a:pt x="19736" y="11629"/>
                  </a:lnTo>
                  <a:lnTo>
                    <a:pt x="19736" y="11482"/>
                  </a:lnTo>
                  <a:lnTo>
                    <a:pt x="19699" y="11372"/>
                  </a:lnTo>
                  <a:lnTo>
                    <a:pt x="19626" y="11335"/>
                  </a:lnTo>
                  <a:lnTo>
                    <a:pt x="19406" y="11335"/>
                  </a:lnTo>
                  <a:lnTo>
                    <a:pt x="19662" y="11152"/>
                  </a:lnTo>
                  <a:lnTo>
                    <a:pt x="19736" y="11115"/>
                  </a:lnTo>
                  <a:lnTo>
                    <a:pt x="19736" y="11042"/>
                  </a:lnTo>
                  <a:lnTo>
                    <a:pt x="19736" y="10969"/>
                  </a:lnTo>
                  <a:lnTo>
                    <a:pt x="19736" y="10932"/>
                  </a:lnTo>
                  <a:lnTo>
                    <a:pt x="19699" y="10858"/>
                  </a:lnTo>
                  <a:lnTo>
                    <a:pt x="19626" y="10822"/>
                  </a:lnTo>
                  <a:lnTo>
                    <a:pt x="19552" y="10822"/>
                  </a:lnTo>
                  <a:lnTo>
                    <a:pt x="19479" y="10858"/>
                  </a:lnTo>
                  <a:lnTo>
                    <a:pt x="19332" y="10895"/>
                  </a:lnTo>
                  <a:lnTo>
                    <a:pt x="19185" y="10932"/>
                  </a:lnTo>
                  <a:lnTo>
                    <a:pt x="19185" y="10932"/>
                  </a:lnTo>
                  <a:lnTo>
                    <a:pt x="19626" y="10748"/>
                  </a:lnTo>
                  <a:lnTo>
                    <a:pt x="19662" y="10712"/>
                  </a:lnTo>
                  <a:lnTo>
                    <a:pt x="19662" y="10675"/>
                  </a:lnTo>
                  <a:lnTo>
                    <a:pt x="19626" y="10638"/>
                  </a:lnTo>
                  <a:lnTo>
                    <a:pt x="19479" y="10602"/>
                  </a:lnTo>
                  <a:lnTo>
                    <a:pt x="19295" y="10602"/>
                  </a:lnTo>
                  <a:lnTo>
                    <a:pt x="19369" y="10565"/>
                  </a:lnTo>
                  <a:lnTo>
                    <a:pt x="19589" y="10455"/>
                  </a:lnTo>
                  <a:lnTo>
                    <a:pt x="19772" y="10418"/>
                  </a:lnTo>
                  <a:close/>
                  <a:moveTo>
                    <a:pt x="16691" y="13390"/>
                  </a:moveTo>
                  <a:lnTo>
                    <a:pt x="16801" y="13463"/>
                  </a:lnTo>
                  <a:lnTo>
                    <a:pt x="16874" y="13536"/>
                  </a:lnTo>
                  <a:lnTo>
                    <a:pt x="16728" y="13646"/>
                  </a:lnTo>
                  <a:lnTo>
                    <a:pt x="16581" y="13756"/>
                  </a:lnTo>
                  <a:lnTo>
                    <a:pt x="16434" y="13903"/>
                  </a:lnTo>
                  <a:lnTo>
                    <a:pt x="16361" y="14050"/>
                  </a:lnTo>
                  <a:lnTo>
                    <a:pt x="16104" y="14013"/>
                  </a:lnTo>
                  <a:lnTo>
                    <a:pt x="16068" y="13976"/>
                  </a:lnTo>
                  <a:lnTo>
                    <a:pt x="16691" y="13390"/>
                  </a:lnTo>
                  <a:close/>
                  <a:moveTo>
                    <a:pt x="16654" y="11959"/>
                  </a:moveTo>
                  <a:lnTo>
                    <a:pt x="17058" y="12326"/>
                  </a:lnTo>
                  <a:lnTo>
                    <a:pt x="17278" y="12546"/>
                  </a:lnTo>
                  <a:lnTo>
                    <a:pt x="17498" y="12803"/>
                  </a:lnTo>
                  <a:lnTo>
                    <a:pt x="17681" y="13059"/>
                  </a:lnTo>
                  <a:lnTo>
                    <a:pt x="17755" y="13169"/>
                  </a:lnTo>
                  <a:lnTo>
                    <a:pt x="17792" y="13279"/>
                  </a:lnTo>
                  <a:lnTo>
                    <a:pt x="17792" y="13426"/>
                  </a:lnTo>
                  <a:lnTo>
                    <a:pt x="17755" y="13536"/>
                  </a:lnTo>
                  <a:lnTo>
                    <a:pt x="17718" y="13646"/>
                  </a:lnTo>
                  <a:lnTo>
                    <a:pt x="17608" y="13756"/>
                  </a:lnTo>
                  <a:lnTo>
                    <a:pt x="17498" y="13866"/>
                  </a:lnTo>
                  <a:lnTo>
                    <a:pt x="17351" y="13940"/>
                  </a:lnTo>
                  <a:lnTo>
                    <a:pt x="17278" y="13866"/>
                  </a:lnTo>
                  <a:lnTo>
                    <a:pt x="17168" y="13866"/>
                  </a:lnTo>
                  <a:lnTo>
                    <a:pt x="17095" y="13903"/>
                  </a:lnTo>
                  <a:lnTo>
                    <a:pt x="17058" y="13940"/>
                  </a:lnTo>
                  <a:lnTo>
                    <a:pt x="17021" y="13940"/>
                  </a:lnTo>
                  <a:lnTo>
                    <a:pt x="16948" y="13976"/>
                  </a:lnTo>
                  <a:lnTo>
                    <a:pt x="16911" y="14050"/>
                  </a:lnTo>
                  <a:lnTo>
                    <a:pt x="16874" y="14050"/>
                  </a:lnTo>
                  <a:lnTo>
                    <a:pt x="16948" y="13940"/>
                  </a:lnTo>
                  <a:lnTo>
                    <a:pt x="17095" y="13793"/>
                  </a:lnTo>
                  <a:lnTo>
                    <a:pt x="17168" y="13683"/>
                  </a:lnTo>
                  <a:lnTo>
                    <a:pt x="17205" y="13573"/>
                  </a:lnTo>
                  <a:lnTo>
                    <a:pt x="17168" y="13500"/>
                  </a:lnTo>
                  <a:lnTo>
                    <a:pt x="17131" y="13426"/>
                  </a:lnTo>
                  <a:lnTo>
                    <a:pt x="17021" y="13316"/>
                  </a:lnTo>
                  <a:lnTo>
                    <a:pt x="16874" y="13206"/>
                  </a:lnTo>
                  <a:lnTo>
                    <a:pt x="16691" y="13169"/>
                  </a:lnTo>
                  <a:lnTo>
                    <a:pt x="16618" y="13169"/>
                  </a:lnTo>
                  <a:lnTo>
                    <a:pt x="16581" y="13206"/>
                  </a:lnTo>
                  <a:lnTo>
                    <a:pt x="15627" y="13793"/>
                  </a:lnTo>
                  <a:lnTo>
                    <a:pt x="15517" y="13756"/>
                  </a:lnTo>
                  <a:lnTo>
                    <a:pt x="15407" y="13646"/>
                  </a:lnTo>
                  <a:lnTo>
                    <a:pt x="15884" y="13353"/>
                  </a:lnTo>
                  <a:lnTo>
                    <a:pt x="16361" y="13096"/>
                  </a:lnTo>
                  <a:lnTo>
                    <a:pt x="16398" y="13023"/>
                  </a:lnTo>
                  <a:lnTo>
                    <a:pt x="16398" y="12986"/>
                  </a:lnTo>
                  <a:lnTo>
                    <a:pt x="16361" y="12913"/>
                  </a:lnTo>
                  <a:lnTo>
                    <a:pt x="16288" y="12913"/>
                  </a:lnTo>
                  <a:lnTo>
                    <a:pt x="15994" y="12949"/>
                  </a:lnTo>
                  <a:lnTo>
                    <a:pt x="15701" y="13059"/>
                  </a:lnTo>
                  <a:lnTo>
                    <a:pt x="15407" y="13169"/>
                  </a:lnTo>
                  <a:lnTo>
                    <a:pt x="15150" y="13279"/>
                  </a:lnTo>
                  <a:lnTo>
                    <a:pt x="15040" y="13023"/>
                  </a:lnTo>
                  <a:lnTo>
                    <a:pt x="15077" y="12986"/>
                  </a:lnTo>
                  <a:lnTo>
                    <a:pt x="16068" y="12399"/>
                  </a:lnTo>
                  <a:lnTo>
                    <a:pt x="16104" y="12362"/>
                  </a:lnTo>
                  <a:lnTo>
                    <a:pt x="16104" y="12326"/>
                  </a:lnTo>
                  <a:lnTo>
                    <a:pt x="16068" y="12289"/>
                  </a:lnTo>
                  <a:lnTo>
                    <a:pt x="15994" y="12252"/>
                  </a:lnTo>
                  <a:lnTo>
                    <a:pt x="15554" y="12362"/>
                  </a:lnTo>
                  <a:lnTo>
                    <a:pt x="15150" y="12472"/>
                  </a:lnTo>
                  <a:lnTo>
                    <a:pt x="15150" y="12472"/>
                  </a:lnTo>
                  <a:lnTo>
                    <a:pt x="15297" y="12326"/>
                  </a:lnTo>
                  <a:lnTo>
                    <a:pt x="15517" y="12179"/>
                  </a:lnTo>
                  <a:lnTo>
                    <a:pt x="15737" y="12069"/>
                  </a:lnTo>
                  <a:lnTo>
                    <a:pt x="15994" y="11996"/>
                  </a:lnTo>
                  <a:lnTo>
                    <a:pt x="16324" y="11959"/>
                  </a:lnTo>
                  <a:close/>
                  <a:moveTo>
                    <a:pt x="14857" y="6310"/>
                  </a:moveTo>
                  <a:lnTo>
                    <a:pt x="14600" y="6347"/>
                  </a:lnTo>
                  <a:lnTo>
                    <a:pt x="14380" y="6383"/>
                  </a:lnTo>
                  <a:lnTo>
                    <a:pt x="14197" y="6457"/>
                  </a:lnTo>
                  <a:lnTo>
                    <a:pt x="13793" y="6677"/>
                  </a:lnTo>
                  <a:lnTo>
                    <a:pt x="13426" y="6970"/>
                  </a:lnTo>
                  <a:lnTo>
                    <a:pt x="13243" y="7154"/>
                  </a:lnTo>
                  <a:lnTo>
                    <a:pt x="12950" y="7190"/>
                  </a:lnTo>
                  <a:lnTo>
                    <a:pt x="12840" y="7227"/>
                  </a:lnTo>
                  <a:lnTo>
                    <a:pt x="12803" y="7300"/>
                  </a:lnTo>
                  <a:lnTo>
                    <a:pt x="12766" y="7374"/>
                  </a:lnTo>
                  <a:lnTo>
                    <a:pt x="12766" y="7447"/>
                  </a:lnTo>
                  <a:lnTo>
                    <a:pt x="11042" y="7631"/>
                  </a:lnTo>
                  <a:lnTo>
                    <a:pt x="10052" y="7667"/>
                  </a:lnTo>
                  <a:lnTo>
                    <a:pt x="9575" y="7704"/>
                  </a:lnTo>
                  <a:lnTo>
                    <a:pt x="9098" y="7741"/>
                  </a:lnTo>
                  <a:lnTo>
                    <a:pt x="9025" y="7777"/>
                  </a:lnTo>
                  <a:lnTo>
                    <a:pt x="8988" y="7814"/>
                  </a:lnTo>
                  <a:lnTo>
                    <a:pt x="8951" y="7924"/>
                  </a:lnTo>
                  <a:lnTo>
                    <a:pt x="9025" y="8034"/>
                  </a:lnTo>
                  <a:lnTo>
                    <a:pt x="9061" y="8071"/>
                  </a:lnTo>
                  <a:lnTo>
                    <a:pt x="9135" y="8107"/>
                  </a:lnTo>
                  <a:lnTo>
                    <a:pt x="9612" y="8144"/>
                  </a:lnTo>
                  <a:lnTo>
                    <a:pt x="10125" y="8144"/>
                  </a:lnTo>
                  <a:lnTo>
                    <a:pt x="11152" y="8071"/>
                  </a:lnTo>
                  <a:lnTo>
                    <a:pt x="11922" y="8034"/>
                  </a:lnTo>
                  <a:lnTo>
                    <a:pt x="12693" y="7961"/>
                  </a:lnTo>
                  <a:lnTo>
                    <a:pt x="12546" y="8254"/>
                  </a:lnTo>
                  <a:lnTo>
                    <a:pt x="12473" y="8438"/>
                  </a:lnTo>
                  <a:lnTo>
                    <a:pt x="12473" y="8584"/>
                  </a:lnTo>
                  <a:lnTo>
                    <a:pt x="12509" y="8914"/>
                  </a:lnTo>
                  <a:lnTo>
                    <a:pt x="12363" y="9024"/>
                  </a:lnTo>
                  <a:lnTo>
                    <a:pt x="12253" y="9134"/>
                  </a:lnTo>
                  <a:lnTo>
                    <a:pt x="12253" y="9245"/>
                  </a:lnTo>
                  <a:lnTo>
                    <a:pt x="12289" y="9355"/>
                  </a:lnTo>
                  <a:lnTo>
                    <a:pt x="12399" y="9428"/>
                  </a:lnTo>
                  <a:lnTo>
                    <a:pt x="12546" y="9465"/>
                  </a:lnTo>
                  <a:lnTo>
                    <a:pt x="12693" y="9465"/>
                  </a:lnTo>
                  <a:lnTo>
                    <a:pt x="12803" y="9685"/>
                  </a:lnTo>
                  <a:lnTo>
                    <a:pt x="12950" y="9868"/>
                  </a:lnTo>
                  <a:lnTo>
                    <a:pt x="13096" y="10052"/>
                  </a:lnTo>
                  <a:lnTo>
                    <a:pt x="13243" y="10198"/>
                  </a:lnTo>
                  <a:lnTo>
                    <a:pt x="13426" y="10308"/>
                  </a:lnTo>
                  <a:lnTo>
                    <a:pt x="13647" y="10418"/>
                  </a:lnTo>
                  <a:lnTo>
                    <a:pt x="13867" y="10455"/>
                  </a:lnTo>
                  <a:lnTo>
                    <a:pt x="14087" y="10492"/>
                  </a:lnTo>
                  <a:lnTo>
                    <a:pt x="14233" y="10492"/>
                  </a:lnTo>
                  <a:lnTo>
                    <a:pt x="14600" y="10418"/>
                  </a:lnTo>
                  <a:lnTo>
                    <a:pt x="14967" y="10345"/>
                  </a:lnTo>
                  <a:lnTo>
                    <a:pt x="14930" y="10455"/>
                  </a:lnTo>
                  <a:lnTo>
                    <a:pt x="14930" y="10602"/>
                  </a:lnTo>
                  <a:lnTo>
                    <a:pt x="15004" y="10895"/>
                  </a:lnTo>
                  <a:lnTo>
                    <a:pt x="15077" y="11079"/>
                  </a:lnTo>
                  <a:lnTo>
                    <a:pt x="15150" y="11299"/>
                  </a:lnTo>
                  <a:lnTo>
                    <a:pt x="15297" y="11482"/>
                  </a:lnTo>
                  <a:lnTo>
                    <a:pt x="15481" y="11629"/>
                  </a:lnTo>
                  <a:lnTo>
                    <a:pt x="15481" y="11665"/>
                  </a:lnTo>
                  <a:lnTo>
                    <a:pt x="15261" y="11739"/>
                  </a:lnTo>
                  <a:lnTo>
                    <a:pt x="15077" y="11886"/>
                  </a:lnTo>
                  <a:lnTo>
                    <a:pt x="14894" y="11996"/>
                  </a:lnTo>
                  <a:lnTo>
                    <a:pt x="14784" y="12142"/>
                  </a:lnTo>
                  <a:lnTo>
                    <a:pt x="14674" y="12326"/>
                  </a:lnTo>
                  <a:lnTo>
                    <a:pt x="14600" y="12509"/>
                  </a:lnTo>
                  <a:lnTo>
                    <a:pt x="14564" y="12693"/>
                  </a:lnTo>
                  <a:lnTo>
                    <a:pt x="14527" y="12876"/>
                  </a:lnTo>
                  <a:lnTo>
                    <a:pt x="14527" y="12986"/>
                  </a:lnTo>
                  <a:lnTo>
                    <a:pt x="14527" y="13059"/>
                  </a:lnTo>
                  <a:lnTo>
                    <a:pt x="14600" y="13353"/>
                  </a:lnTo>
                  <a:lnTo>
                    <a:pt x="14747" y="13610"/>
                  </a:lnTo>
                  <a:lnTo>
                    <a:pt x="14747" y="13720"/>
                  </a:lnTo>
                  <a:lnTo>
                    <a:pt x="14784" y="13830"/>
                  </a:lnTo>
                  <a:lnTo>
                    <a:pt x="14930" y="13903"/>
                  </a:lnTo>
                  <a:lnTo>
                    <a:pt x="15004" y="13976"/>
                  </a:lnTo>
                  <a:lnTo>
                    <a:pt x="15297" y="14197"/>
                  </a:lnTo>
                  <a:lnTo>
                    <a:pt x="15627" y="14380"/>
                  </a:lnTo>
                  <a:lnTo>
                    <a:pt x="15994" y="14527"/>
                  </a:lnTo>
                  <a:lnTo>
                    <a:pt x="16398" y="14600"/>
                  </a:lnTo>
                  <a:lnTo>
                    <a:pt x="16801" y="14600"/>
                  </a:lnTo>
                  <a:lnTo>
                    <a:pt x="17205" y="14527"/>
                  </a:lnTo>
                  <a:lnTo>
                    <a:pt x="17571" y="14417"/>
                  </a:lnTo>
                  <a:lnTo>
                    <a:pt x="17902" y="14233"/>
                  </a:lnTo>
                  <a:lnTo>
                    <a:pt x="18122" y="14013"/>
                  </a:lnTo>
                  <a:lnTo>
                    <a:pt x="18268" y="13793"/>
                  </a:lnTo>
                  <a:lnTo>
                    <a:pt x="18305" y="13536"/>
                  </a:lnTo>
                  <a:lnTo>
                    <a:pt x="18305" y="13316"/>
                  </a:lnTo>
                  <a:lnTo>
                    <a:pt x="18232" y="13059"/>
                  </a:lnTo>
                  <a:lnTo>
                    <a:pt x="18122" y="12803"/>
                  </a:lnTo>
                  <a:lnTo>
                    <a:pt x="17975" y="12546"/>
                  </a:lnTo>
                  <a:lnTo>
                    <a:pt x="17792" y="12326"/>
                  </a:lnTo>
                  <a:lnTo>
                    <a:pt x="17902" y="12289"/>
                  </a:lnTo>
                  <a:lnTo>
                    <a:pt x="18232" y="12106"/>
                  </a:lnTo>
                  <a:lnTo>
                    <a:pt x="18599" y="11849"/>
                  </a:lnTo>
                  <a:lnTo>
                    <a:pt x="18709" y="12032"/>
                  </a:lnTo>
                  <a:lnTo>
                    <a:pt x="18855" y="12179"/>
                  </a:lnTo>
                  <a:lnTo>
                    <a:pt x="19002" y="12289"/>
                  </a:lnTo>
                  <a:lnTo>
                    <a:pt x="19149" y="12362"/>
                  </a:lnTo>
                  <a:lnTo>
                    <a:pt x="19406" y="12436"/>
                  </a:lnTo>
                  <a:lnTo>
                    <a:pt x="19662" y="12399"/>
                  </a:lnTo>
                  <a:lnTo>
                    <a:pt x="19919" y="12326"/>
                  </a:lnTo>
                  <a:lnTo>
                    <a:pt x="20139" y="12179"/>
                  </a:lnTo>
                  <a:lnTo>
                    <a:pt x="20359" y="11996"/>
                  </a:lnTo>
                  <a:lnTo>
                    <a:pt x="20543" y="11776"/>
                  </a:lnTo>
                  <a:lnTo>
                    <a:pt x="20653" y="11519"/>
                  </a:lnTo>
                  <a:lnTo>
                    <a:pt x="20726" y="11225"/>
                  </a:lnTo>
                  <a:lnTo>
                    <a:pt x="20799" y="10858"/>
                  </a:lnTo>
                  <a:lnTo>
                    <a:pt x="20763" y="10675"/>
                  </a:lnTo>
                  <a:lnTo>
                    <a:pt x="20726" y="10528"/>
                  </a:lnTo>
                  <a:lnTo>
                    <a:pt x="20689" y="10382"/>
                  </a:lnTo>
                  <a:lnTo>
                    <a:pt x="20579" y="10272"/>
                  </a:lnTo>
                  <a:lnTo>
                    <a:pt x="20359" y="10088"/>
                  </a:lnTo>
                  <a:lnTo>
                    <a:pt x="20066" y="9978"/>
                  </a:lnTo>
                  <a:lnTo>
                    <a:pt x="19919" y="9941"/>
                  </a:lnTo>
                  <a:lnTo>
                    <a:pt x="19626" y="9941"/>
                  </a:lnTo>
                  <a:lnTo>
                    <a:pt x="19516" y="10015"/>
                  </a:lnTo>
                  <a:lnTo>
                    <a:pt x="19479" y="10088"/>
                  </a:lnTo>
                  <a:lnTo>
                    <a:pt x="19185" y="10198"/>
                  </a:lnTo>
                  <a:lnTo>
                    <a:pt x="18929" y="10308"/>
                  </a:lnTo>
                  <a:lnTo>
                    <a:pt x="18819" y="10418"/>
                  </a:lnTo>
                  <a:lnTo>
                    <a:pt x="18672" y="10528"/>
                  </a:lnTo>
                  <a:lnTo>
                    <a:pt x="18599" y="10675"/>
                  </a:lnTo>
                  <a:lnTo>
                    <a:pt x="18525" y="10822"/>
                  </a:lnTo>
                  <a:lnTo>
                    <a:pt x="18452" y="11115"/>
                  </a:lnTo>
                  <a:lnTo>
                    <a:pt x="18452" y="11409"/>
                  </a:lnTo>
                  <a:lnTo>
                    <a:pt x="18048" y="11702"/>
                  </a:lnTo>
                  <a:lnTo>
                    <a:pt x="17645" y="11996"/>
                  </a:lnTo>
                  <a:lnTo>
                    <a:pt x="17608" y="12032"/>
                  </a:lnTo>
                  <a:lnTo>
                    <a:pt x="17608" y="12106"/>
                  </a:lnTo>
                  <a:lnTo>
                    <a:pt x="17241" y="11776"/>
                  </a:lnTo>
                  <a:lnTo>
                    <a:pt x="16911" y="11519"/>
                  </a:lnTo>
                  <a:lnTo>
                    <a:pt x="16838" y="11482"/>
                  </a:lnTo>
                  <a:lnTo>
                    <a:pt x="16691" y="11482"/>
                  </a:lnTo>
                  <a:lnTo>
                    <a:pt x="16654" y="11555"/>
                  </a:lnTo>
                  <a:lnTo>
                    <a:pt x="16434" y="11519"/>
                  </a:lnTo>
                  <a:lnTo>
                    <a:pt x="16214" y="11519"/>
                  </a:lnTo>
                  <a:lnTo>
                    <a:pt x="15774" y="11555"/>
                  </a:lnTo>
                  <a:lnTo>
                    <a:pt x="15811" y="11445"/>
                  </a:lnTo>
                  <a:lnTo>
                    <a:pt x="15774" y="11335"/>
                  </a:lnTo>
                  <a:lnTo>
                    <a:pt x="15664" y="11152"/>
                  </a:lnTo>
                  <a:lnTo>
                    <a:pt x="15554" y="11005"/>
                  </a:lnTo>
                  <a:lnTo>
                    <a:pt x="15444" y="10822"/>
                  </a:lnTo>
                  <a:lnTo>
                    <a:pt x="15371" y="10602"/>
                  </a:lnTo>
                  <a:lnTo>
                    <a:pt x="15334" y="10418"/>
                  </a:lnTo>
                  <a:lnTo>
                    <a:pt x="15297" y="10308"/>
                  </a:lnTo>
                  <a:lnTo>
                    <a:pt x="15224" y="10235"/>
                  </a:lnTo>
                  <a:lnTo>
                    <a:pt x="15627" y="10015"/>
                  </a:lnTo>
                  <a:lnTo>
                    <a:pt x="16031" y="9758"/>
                  </a:lnTo>
                  <a:lnTo>
                    <a:pt x="16361" y="9428"/>
                  </a:lnTo>
                  <a:lnTo>
                    <a:pt x="16471" y="9281"/>
                  </a:lnTo>
                  <a:lnTo>
                    <a:pt x="16581" y="9098"/>
                  </a:lnTo>
                  <a:lnTo>
                    <a:pt x="16654" y="8878"/>
                  </a:lnTo>
                  <a:lnTo>
                    <a:pt x="16691" y="8621"/>
                  </a:lnTo>
                  <a:lnTo>
                    <a:pt x="16691" y="8364"/>
                  </a:lnTo>
                  <a:lnTo>
                    <a:pt x="16691" y="8107"/>
                  </a:lnTo>
                  <a:lnTo>
                    <a:pt x="16581" y="7631"/>
                  </a:lnTo>
                  <a:lnTo>
                    <a:pt x="16398" y="7190"/>
                  </a:lnTo>
                  <a:lnTo>
                    <a:pt x="16251" y="6897"/>
                  </a:lnTo>
                  <a:lnTo>
                    <a:pt x="16031" y="6640"/>
                  </a:lnTo>
                  <a:lnTo>
                    <a:pt x="15884" y="6530"/>
                  </a:lnTo>
                  <a:lnTo>
                    <a:pt x="15737" y="6457"/>
                  </a:lnTo>
                  <a:lnTo>
                    <a:pt x="15591" y="6420"/>
                  </a:lnTo>
                  <a:lnTo>
                    <a:pt x="15407" y="6383"/>
                  </a:lnTo>
                  <a:lnTo>
                    <a:pt x="15077" y="631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51" name="Google Shape;307;p5">
              <a:extLst>
                <a:ext uri="{FF2B5EF4-FFF2-40B4-BE49-F238E27FC236}">
                  <a16:creationId xmlns:a16="http://schemas.microsoft.com/office/drawing/2014/main" id="{DA625892-EC39-4C8F-A40C-7B3930626C76}"/>
                </a:ext>
              </a:extLst>
            </p:cNvPr>
            <p:cNvSpPr/>
            <p:nvPr/>
          </p:nvSpPr>
          <p:spPr>
            <a:xfrm>
              <a:off x="6425400" y="3728200"/>
              <a:ext cx="342075" cy="360425"/>
            </a:xfrm>
            <a:custGeom>
              <a:avLst/>
              <a:gdLst/>
              <a:ahLst/>
              <a:cxnLst/>
              <a:rect l="l" t="t" r="r" b="b"/>
              <a:pathLst>
                <a:path w="13683" h="14417" extrusionOk="0">
                  <a:moveTo>
                    <a:pt x="9281" y="2311"/>
                  </a:moveTo>
                  <a:lnTo>
                    <a:pt x="9170" y="2385"/>
                  </a:lnTo>
                  <a:lnTo>
                    <a:pt x="9134" y="2495"/>
                  </a:lnTo>
                  <a:lnTo>
                    <a:pt x="9097" y="2568"/>
                  </a:lnTo>
                  <a:lnTo>
                    <a:pt x="9097" y="2678"/>
                  </a:lnTo>
                  <a:lnTo>
                    <a:pt x="9134" y="2862"/>
                  </a:lnTo>
                  <a:lnTo>
                    <a:pt x="9207" y="3082"/>
                  </a:lnTo>
                  <a:lnTo>
                    <a:pt x="9464" y="3742"/>
                  </a:lnTo>
                  <a:lnTo>
                    <a:pt x="9721" y="4402"/>
                  </a:lnTo>
                  <a:lnTo>
                    <a:pt x="9647" y="4439"/>
                  </a:lnTo>
                  <a:lnTo>
                    <a:pt x="9060" y="5283"/>
                  </a:lnTo>
                  <a:lnTo>
                    <a:pt x="8804" y="5649"/>
                  </a:lnTo>
                  <a:lnTo>
                    <a:pt x="8694" y="5833"/>
                  </a:lnTo>
                  <a:lnTo>
                    <a:pt x="8657" y="5943"/>
                  </a:lnTo>
                  <a:lnTo>
                    <a:pt x="8694" y="6053"/>
                  </a:lnTo>
                  <a:lnTo>
                    <a:pt x="8804" y="6016"/>
                  </a:lnTo>
                  <a:lnTo>
                    <a:pt x="8877" y="5980"/>
                  </a:lnTo>
                  <a:lnTo>
                    <a:pt x="9024" y="5833"/>
                  </a:lnTo>
                  <a:lnTo>
                    <a:pt x="9281" y="5503"/>
                  </a:lnTo>
                  <a:lnTo>
                    <a:pt x="9941" y="4659"/>
                  </a:lnTo>
                  <a:lnTo>
                    <a:pt x="10014" y="4659"/>
                  </a:lnTo>
                  <a:lnTo>
                    <a:pt x="10124" y="4622"/>
                  </a:lnTo>
                  <a:lnTo>
                    <a:pt x="10161" y="4549"/>
                  </a:lnTo>
                  <a:lnTo>
                    <a:pt x="10161" y="4439"/>
                  </a:lnTo>
                  <a:lnTo>
                    <a:pt x="9684" y="3229"/>
                  </a:lnTo>
                  <a:lnTo>
                    <a:pt x="9427" y="2715"/>
                  </a:lnTo>
                  <a:lnTo>
                    <a:pt x="9354" y="2532"/>
                  </a:lnTo>
                  <a:lnTo>
                    <a:pt x="9317" y="2422"/>
                  </a:lnTo>
                  <a:lnTo>
                    <a:pt x="9317" y="2348"/>
                  </a:lnTo>
                  <a:lnTo>
                    <a:pt x="9317" y="2311"/>
                  </a:lnTo>
                  <a:close/>
                  <a:moveTo>
                    <a:pt x="8694" y="1615"/>
                  </a:moveTo>
                  <a:lnTo>
                    <a:pt x="8767" y="1798"/>
                  </a:lnTo>
                  <a:lnTo>
                    <a:pt x="8804" y="1908"/>
                  </a:lnTo>
                  <a:lnTo>
                    <a:pt x="8914" y="1981"/>
                  </a:lnTo>
                  <a:lnTo>
                    <a:pt x="9024" y="2055"/>
                  </a:lnTo>
                  <a:lnTo>
                    <a:pt x="9170" y="2018"/>
                  </a:lnTo>
                  <a:lnTo>
                    <a:pt x="9391" y="1908"/>
                  </a:lnTo>
                  <a:lnTo>
                    <a:pt x="9611" y="1725"/>
                  </a:lnTo>
                  <a:lnTo>
                    <a:pt x="9867" y="2275"/>
                  </a:lnTo>
                  <a:lnTo>
                    <a:pt x="10161" y="2752"/>
                  </a:lnTo>
                  <a:lnTo>
                    <a:pt x="10454" y="3265"/>
                  </a:lnTo>
                  <a:lnTo>
                    <a:pt x="10674" y="3779"/>
                  </a:lnTo>
                  <a:lnTo>
                    <a:pt x="10528" y="3925"/>
                  </a:lnTo>
                  <a:lnTo>
                    <a:pt x="10381" y="4072"/>
                  </a:lnTo>
                  <a:lnTo>
                    <a:pt x="10271" y="4256"/>
                  </a:lnTo>
                  <a:lnTo>
                    <a:pt x="10234" y="4476"/>
                  </a:lnTo>
                  <a:lnTo>
                    <a:pt x="10271" y="4586"/>
                  </a:lnTo>
                  <a:lnTo>
                    <a:pt x="10344" y="4659"/>
                  </a:lnTo>
                  <a:lnTo>
                    <a:pt x="10344" y="4806"/>
                  </a:lnTo>
                  <a:lnTo>
                    <a:pt x="10381" y="4879"/>
                  </a:lnTo>
                  <a:lnTo>
                    <a:pt x="10491" y="4916"/>
                  </a:lnTo>
                  <a:lnTo>
                    <a:pt x="10491" y="4953"/>
                  </a:lnTo>
                  <a:lnTo>
                    <a:pt x="10344" y="5173"/>
                  </a:lnTo>
                  <a:lnTo>
                    <a:pt x="9977" y="5649"/>
                  </a:lnTo>
                  <a:lnTo>
                    <a:pt x="9647" y="6163"/>
                  </a:lnTo>
                  <a:lnTo>
                    <a:pt x="9501" y="6090"/>
                  </a:lnTo>
                  <a:lnTo>
                    <a:pt x="9317" y="6053"/>
                  </a:lnTo>
                  <a:lnTo>
                    <a:pt x="9134" y="6126"/>
                  </a:lnTo>
                  <a:lnTo>
                    <a:pt x="8950" y="6200"/>
                  </a:lnTo>
                  <a:lnTo>
                    <a:pt x="8840" y="6346"/>
                  </a:lnTo>
                  <a:lnTo>
                    <a:pt x="8730" y="6493"/>
                  </a:lnTo>
                  <a:lnTo>
                    <a:pt x="8327" y="6493"/>
                  </a:lnTo>
                  <a:lnTo>
                    <a:pt x="7556" y="6530"/>
                  </a:lnTo>
                  <a:lnTo>
                    <a:pt x="7520" y="6456"/>
                  </a:lnTo>
                  <a:lnTo>
                    <a:pt x="7410" y="6383"/>
                  </a:lnTo>
                  <a:lnTo>
                    <a:pt x="7080" y="6273"/>
                  </a:lnTo>
                  <a:lnTo>
                    <a:pt x="7043" y="6273"/>
                  </a:lnTo>
                  <a:lnTo>
                    <a:pt x="6970" y="6236"/>
                  </a:lnTo>
                  <a:lnTo>
                    <a:pt x="6786" y="6236"/>
                  </a:lnTo>
                  <a:lnTo>
                    <a:pt x="6639" y="6200"/>
                  </a:lnTo>
                  <a:lnTo>
                    <a:pt x="5832" y="5429"/>
                  </a:lnTo>
                  <a:lnTo>
                    <a:pt x="5246" y="4879"/>
                  </a:lnTo>
                  <a:lnTo>
                    <a:pt x="5319" y="4696"/>
                  </a:lnTo>
                  <a:lnTo>
                    <a:pt x="5319" y="4512"/>
                  </a:lnTo>
                  <a:lnTo>
                    <a:pt x="5282" y="4439"/>
                  </a:lnTo>
                  <a:lnTo>
                    <a:pt x="5246" y="4366"/>
                  </a:lnTo>
                  <a:lnTo>
                    <a:pt x="5099" y="4256"/>
                  </a:lnTo>
                  <a:lnTo>
                    <a:pt x="5282" y="3815"/>
                  </a:lnTo>
                  <a:lnTo>
                    <a:pt x="5796" y="2715"/>
                  </a:lnTo>
                  <a:lnTo>
                    <a:pt x="6126" y="2018"/>
                  </a:lnTo>
                  <a:lnTo>
                    <a:pt x="6273" y="2018"/>
                  </a:lnTo>
                  <a:lnTo>
                    <a:pt x="6419" y="1981"/>
                  </a:lnTo>
                  <a:lnTo>
                    <a:pt x="6566" y="1908"/>
                  </a:lnTo>
                  <a:lnTo>
                    <a:pt x="6713" y="1798"/>
                  </a:lnTo>
                  <a:lnTo>
                    <a:pt x="6823" y="1688"/>
                  </a:lnTo>
                  <a:lnTo>
                    <a:pt x="7483" y="1651"/>
                  </a:lnTo>
                  <a:lnTo>
                    <a:pt x="8694" y="1615"/>
                  </a:lnTo>
                  <a:close/>
                  <a:moveTo>
                    <a:pt x="6823" y="6823"/>
                  </a:moveTo>
                  <a:lnTo>
                    <a:pt x="6933" y="6897"/>
                  </a:lnTo>
                  <a:lnTo>
                    <a:pt x="6749" y="6897"/>
                  </a:lnTo>
                  <a:lnTo>
                    <a:pt x="6713" y="6860"/>
                  </a:lnTo>
                  <a:lnTo>
                    <a:pt x="6823" y="6823"/>
                  </a:lnTo>
                  <a:close/>
                  <a:moveTo>
                    <a:pt x="2714" y="5393"/>
                  </a:moveTo>
                  <a:lnTo>
                    <a:pt x="2641" y="5429"/>
                  </a:lnTo>
                  <a:lnTo>
                    <a:pt x="2531" y="5503"/>
                  </a:lnTo>
                  <a:lnTo>
                    <a:pt x="2458" y="5576"/>
                  </a:lnTo>
                  <a:lnTo>
                    <a:pt x="2274" y="5796"/>
                  </a:lnTo>
                  <a:lnTo>
                    <a:pt x="1981" y="6310"/>
                  </a:lnTo>
                  <a:lnTo>
                    <a:pt x="1651" y="6860"/>
                  </a:lnTo>
                  <a:lnTo>
                    <a:pt x="1504" y="7080"/>
                  </a:lnTo>
                  <a:lnTo>
                    <a:pt x="1431" y="7190"/>
                  </a:lnTo>
                  <a:lnTo>
                    <a:pt x="1394" y="7263"/>
                  </a:lnTo>
                  <a:lnTo>
                    <a:pt x="1394" y="7337"/>
                  </a:lnTo>
                  <a:lnTo>
                    <a:pt x="1321" y="7374"/>
                  </a:lnTo>
                  <a:lnTo>
                    <a:pt x="1321" y="7410"/>
                  </a:lnTo>
                  <a:lnTo>
                    <a:pt x="1321" y="7520"/>
                  </a:lnTo>
                  <a:lnTo>
                    <a:pt x="1394" y="7557"/>
                  </a:lnTo>
                  <a:lnTo>
                    <a:pt x="1504" y="7594"/>
                  </a:lnTo>
                  <a:lnTo>
                    <a:pt x="1614" y="7520"/>
                  </a:lnTo>
                  <a:lnTo>
                    <a:pt x="1724" y="7447"/>
                  </a:lnTo>
                  <a:lnTo>
                    <a:pt x="1834" y="7337"/>
                  </a:lnTo>
                  <a:lnTo>
                    <a:pt x="2018" y="7043"/>
                  </a:lnTo>
                  <a:lnTo>
                    <a:pt x="2128" y="6823"/>
                  </a:lnTo>
                  <a:lnTo>
                    <a:pt x="2568" y="6200"/>
                  </a:lnTo>
                  <a:lnTo>
                    <a:pt x="2751" y="5870"/>
                  </a:lnTo>
                  <a:lnTo>
                    <a:pt x="2861" y="5723"/>
                  </a:lnTo>
                  <a:lnTo>
                    <a:pt x="2861" y="5539"/>
                  </a:lnTo>
                  <a:lnTo>
                    <a:pt x="2861" y="5466"/>
                  </a:lnTo>
                  <a:lnTo>
                    <a:pt x="2788" y="5429"/>
                  </a:lnTo>
                  <a:lnTo>
                    <a:pt x="2714" y="5393"/>
                  </a:lnTo>
                  <a:close/>
                  <a:moveTo>
                    <a:pt x="4072" y="4843"/>
                  </a:moveTo>
                  <a:lnTo>
                    <a:pt x="4182" y="5026"/>
                  </a:lnTo>
                  <a:lnTo>
                    <a:pt x="4328" y="5173"/>
                  </a:lnTo>
                  <a:lnTo>
                    <a:pt x="4475" y="5209"/>
                  </a:lnTo>
                  <a:lnTo>
                    <a:pt x="4622" y="5246"/>
                  </a:lnTo>
                  <a:lnTo>
                    <a:pt x="4769" y="5246"/>
                  </a:lnTo>
                  <a:lnTo>
                    <a:pt x="4915" y="5209"/>
                  </a:lnTo>
                  <a:lnTo>
                    <a:pt x="5319" y="5576"/>
                  </a:lnTo>
                  <a:lnTo>
                    <a:pt x="6163" y="6456"/>
                  </a:lnTo>
                  <a:lnTo>
                    <a:pt x="6126" y="6530"/>
                  </a:lnTo>
                  <a:lnTo>
                    <a:pt x="6089" y="6640"/>
                  </a:lnTo>
                  <a:lnTo>
                    <a:pt x="6126" y="6787"/>
                  </a:lnTo>
                  <a:lnTo>
                    <a:pt x="6163" y="6897"/>
                  </a:lnTo>
                  <a:lnTo>
                    <a:pt x="6236" y="7007"/>
                  </a:lnTo>
                  <a:lnTo>
                    <a:pt x="6236" y="7080"/>
                  </a:lnTo>
                  <a:lnTo>
                    <a:pt x="5942" y="7410"/>
                  </a:lnTo>
                  <a:lnTo>
                    <a:pt x="5686" y="7777"/>
                  </a:lnTo>
                  <a:lnTo>
                    <a:pt x="5172" y="8511"/>
                  </a:lnTo>
                  <a:lnTo>
                    <a:pt x="4695" y="9134"/>
                  </a:lnTo>
                  <a:lnTo>
                    <a:pt x="4585" y="9061"/>
                  </a:lnTo>
                  <a:lnTo>
                    <a:pt x="4439" y="9061"/>
                  </a:lnTo>
                  <a:lnTo>
                    <a:pt x="4255" y="9098"/>
                  </a:lnTo>
                  <a:lnTo>
                    <a:pt x="4108" y="9208"/>
                  </a:lnTo>
                  <a:lnTo>
                    <a:pt x="3998" y="9354"/>
                  </a:lnTo>
                  <a:lnTo>
                    <a:pt x="3925" y="9538"/>
                  </a:lnTo>
                  <a:lnTo>
                    <a:pt x="3595" y="9501"/>
                  </a:lnTo>
                  <a:lnTo>
                    <a:pt x="2825" y="9538"/>
                  </a:lnTo>
                  <a:lnTo>
                    <a:pt x="2788" y="9354"/>
                  </a:lnTo>
                  <a:lnTo>
                    <a:pt x="2678" y="9208"/>
                  </a:lnTo>
                  <a:lnTo>
                    <a:pt x="2531" y="9098"/>
                  </a:lnTo>
                  <a:lnTo>
                    <a:pt x="2384" y="9061"/>
                  </a:lnTo>
                  <a:lnTo>
                    <a:pt x="2238" y="9061"/>
                  </a:lnTo>
                  <a:lnTo>
                    <a:pt x="2054" y="9098"/>
                  </a:lnTo>
                  <a:lnTo>
                    <a:pt x="1577" y="8437"/>
                  </a:lnTo>
                  <a:lnTo>
                    <a:pt x="1394" y="8107"/>
                  </a:lnTo>
                  <a:lnTo>
                    <a:pt x="1137" y="7777"/>
                  </a:lnTo>
                  <a:lnTo>
                    <a:pt x="1211" y="7594"/>
                  </a:lnTo>
                  <a:lnTo>
                    <a:pt x="1247" y="7447"/>
                  </a:lnTo>
                  <a:lnTo>
                    <a:pt x="1211" y="7263"/>
                  </a:lnTo>
                  <a:lnTo>
                    <a:pt x="1174" y="7117"/>
                  </a:lnTo>
                  <a:lnTo>
                    <a:pt x="1064" y="7007"/>
                  </a:lnTo>
                  <a:lnTo>
                    <a:pt x="1101" y="6933"/>
                  </a:lnTo>
                  <a:lnTo>
                    <a:pt x="1174" y="6823"/>
                  </a:lnTo>
                  <a:lnTo>
                    <a:pt x="1247" y="6640"/>
                  </a:lnTo>
                  <a:lnTo>
                    <a:pt x="1614" y="5980"/>
                  </a:lnTo>
                  <a:lnTo>
                    <a:pt x="1944" y="5356"/>
                  </a:lnTo>
                  <a:lnTo>
                    <a:pt x="2164" y="5356"/>
                  </a:lnTo>
                  <a:lnTo>
                    <a:pt x="2384" y="5283"/>
                  </a:lnTo>
                  <a:lnTo>
                    <a:pt x="2531" y="5136"/>
                  </a:lnTo>
                  <a:lnTo>
                    <a:pt x="2604" y="5063"/>
                  </a:lnTo>
                  <a:lnTo>
                    <a:pt x="2641" y="4953"/>
                  </a:lnTo>
                  <a:lnTo>
                    <a:pt x="2678" y="4916"/>
                  </a:lnTo>
                  <a:lnTo>
                    <a:pt x="3118" y="4953"/>
                  </a:lnTo>
                  <a:lnTo>
                    <a:pt x="3705" y="4916"/>
                  </a:lnTo>
                  <a:lnTo>
                    <a:pt x="4072" y="4843"/>
                  </a:lnTo>
                  <a:close/>
                  <a:moveTo>
                    <a:pt x="8877" y="7740"/>
                  </a:moveTo>
                  <a:lnTo>
                    <a:pt x="8877" y="7777"/>
                  </a:lnTo>
                  <a:lnTo>
                    <a:pt x="8877" y="7814"/>
                  </a:lnTo>
                  <a:lnTo>
                    <a:pt x="8914" y="7997"/>
                  </a:lnTo>
                  <a:lnTo>
                    <a:pt x="8914" y="8070"/>
                  </a:lnTo>
                  <a:lnTo>
                    <a:pt x="8950" y="8181"/>
                  </a:lnTo>
                  <a:lnTo>
                    <a:pt x="9391" y="8731"/>
                  </a:lnTo>
                  <a:lnTo>
                    <a:pt x="9794" y="9281"/>
                  </a:lnTo>
                  <a:lnTo>
                    <a:pt x="9941" y="9464"/>
                  </a:lnTo>
                  <a:lnTo>
                    <a:pt x="10014" y="9538"/>
                  </a:lnTo>
                  <a:lnTo>
                    <a:pt x="10124" y="9574"/>
                  </a:lnTo>
                  <a:lnTo>
                    <a:pt x="10234" y="9574"/>
                  </a:lnTo>
                  <a:lnTo>
                    <a:pt x="10308" y="9538"/>
                  </a:lnTo>
                  <a:lnTo>
                    <a:pt x="10381" y="9501"/>
                  </a:lnTo>
                  <a:lnTo>
                    <a:pt x="10418" y="9391"/>
                  </a:lnTo>
                  <a:lnTo>
                    <a:pt x="10418" y="9354"/>
                  </a:lnTo>
                  <a:lnTo>
                    <a:pt x="10418" y="9244"/>
                  </a:lnTo>
                  <a:lnTo>
                    <a:pt x="10381" y="9171"/>
                  </a:lnTo>
                  <a:lnTo>
                    <a:pt x="10308" y="9134"/>
                  </a:lnTo>
                  <a:lnTo>
                    <a:pt x="10198" y="9098"/>
                  </a:lnTo>
                  <a:lnTo>
                    <a:pt x="10088" y="8951"/>
                  </a:lnTo>
                  <a:lnTo>
                    <a:pt x="10014" y="8841"/>
                  </a:lnTo>
                  <a:lnTo>
                    <a:pt x="9647" y="8401"/>
                  </a:lnTo>
                  <a:lnTo>
                    <a:pt x="9281" y="7924"/>
                  </a:lnTo>
                  <a:lnTo>
                    <a:pt x="9207" y="7850"/>
                  </a:lnTo>
                  <a:lnTo>
                    <a:pt x="9134" y="7814"/>
                  </a:lnTo>
                  <a:lnTo>
                    <a:pt x="8950" y="7740"/>
                  </a:lnTo>
                  <a:close/>
                  <a:moveTo>
                    <a:pt x="2128" y="9721"/>
                  </a:moveTo>
                  <a:lnTo>
                    <a:pt x="2054" y="9758"/>
                  </a:lnTo>
                  <a:lnTo>
                    <a:pt x="2054" y="9721"/>
                  </a:lnTo>
                  <a:close/>
                  <a:moveTo>
                    <a:pt x="5612" y="9281"/>
                  </a:moveTo>
                  <a:lnTo>
                    <a:pt x="5576" y="9318"/>
                  </a:lnTo>
                  <a:lnTo>
                    <a:pt x="5576" y="9354"/>
                  </a:lnTo>
                  <a:lnTo>
                    <a:pt x="5576" y="9538"/>
                  </a:lnTo>
                  <a:lnTo>
                    <a:pt x="5649" y="9684"/>
                  </a:lnTo>
                  <a:lnTo>
                    <a:pt x="5796" y="9941"/>
                  </a:lnTo>
                  <a:lnTo>
                    <a:pt x="6163" y="10455"/>
                  </a:lnTo>
                  <a:lnTo>
                    <a:pt x="6456" y="10895"/>
                  </a:lnTo>
                  <a:lnTo>
                    <a:pt x="6603" y="11115"/>
                  </a:lnTo>
                  <a:lnTo>
                    <a:pt x="6823" y="11298"/>
                  </a:lnTo>
                  <a:lnTo>
                    <a:pt x="6860" y="11372"/>
                  </a:lnTo>
                  <a:lnTo>
                    <a:pt x="6970" y="11482"/>
                  </a:lnTo>
                  <a:lnTo>
                    <a:pt x="7043" y="11519"/>
                  </a:lnTo>
                  <a:lnTo>
                    <a:pt x="7116" y="11519"/>
                  </a:lnTo>
                  <a:lnTo>
                    <a:pt x="7190" y="11482"/>
                  </a:lnTo>
                  <a:lnTo>
                    <a:pt x="7226" y="11408"/>
                  </a:lnTo>
                  <a:lnTo>
                    <a:pt x="7263" y="11188"/>
                  </a:lnTo>
                  <a:lnTo>
                    <a:pt x="7226" y="11078"/>
                  </a:lnTo>
                  <a:lnTo>
                    <a:pt x="7153" y="10968"/>
                  </a:lnTo>
                  <a:lnTo>
                    <a:pt x="7080" y="10932"/>
                  </a:lnTo>
                  <a:lnTo>
                    <a:pt x="7006" y="10895"/>
                  </a:lnTo>
                  <a:lnTo>
                    <a:pt x="6933" y="10785"/>
                  </a:lnTo>
                  <a:lnTo>
                    <a:pt x="6860" y="10675"/>
                  </a:lnTo>
                  <a:lnTo>
                    <a:pt x="6713" y="10455"/>
                  </a:lnTo>
                  <a:lnTo>
                    <a:pt x="6273" y="9831"/>
                  </a:lnTo>
                  <a:lnTo>
                    <a:pt x="6016" y="9501"/>
                  </a:lnTo>
                  <a:lnTo>
                    <a:pt x="5869" y="9391"/>
                  </a:lnTo>
                  <a:lnTo>
                    <a:pt x="5722" y="9281"/>
                  </a:lnTo>
                  <a:close/>
                  <a:moveTo>
                    <a:pt x="8730" y="6970"/>
                  </a:moveTo>
                  <a:lnTo>
                    <a:pt x="8804" y="7080"/>
                  </a:lnTo>
                  <a:lnTo>
                    <a:pt x="8914" y="7153"/>
                  </a:lnTo>
                  <a:lnTo>
                    <a:pt x="8987" y="7227"/>
                  </a:lnTo>
                  <a:lnTo>
                    <a:pt x="9097" y="7263"/>
                  </a:lnTo>
                  <a:lnTo>
                    <a:pt x="9391" y="7227"/>
                  </a:lnTo>
                  <a:lnTo>
                    <a:pt x="9501" y="7263"/>
                  </a:lnTo>
                  <a:lnTo>
                    <a:pt x="9574" y="7300"/>
                  </a:lnTo>
                  <a:lnTo>
                    <a:pt x="9721" y="7557"/>
                  </a:lnTo>
                  <a:lnTo>
                    <a:pt x="9867" y="7814"/>
                  </a:lnTo>
                  <a:lnTo>
                    <a:pt x="10234" y="8364"/>
                  </a:lnTo>
                  <a:lnTo>
                    <a:pt x="10711" y="9098"/>
                  </a:lnTo>
                  <a:lnTo>
                    <a:pt x="10638" y="9281"/>
                  </a:lnTo>
                  <a:lnTo>
                    <a:pt x="10601" y="9428"/>
                  </a:lnTo>
                  <a:lnTo>
                    <a:pt x="10564" y="9758"/>
                  </a:lnTo>
                  <a:lnTo>
                    <a:pt x="10528" y="9941"/>
                  </a:lnTo>
                  <a:lnTo>
                    <a:pt x="10528" y="10125"/>
                  </a:lnTo>
                  <a:lnTo>
                    <a:pt x="10528" y="10235"/>
                  </a:lnTo>
                  <a:lnTo>
                    <a:pt x="10564" y="10271"/>
                  </a:lnTo>
                  <a:lnTo>
                    <a:pt x="10344" y="10638"/>
                  </a:lnTo>
                  <a:lnTo>
                    <a:pt x="9794" y="11555"/>
                  </a:lnTo>
                  <a:lnTo>
                    <a:pt x="9684" y="11519"/>
                  </a:lnTo>
                  <a:lnTo>
                    <a:pt x="9537" y="11519"/>
                  </a:lnTo>
                  <a:lnTo>
                    <a:pt x="9391" y="11555"/>
                  </a:lnTo>
                  <a:lnTo>
                    <a:pt x="9281" y="11629"/>
                  </a:lnTo>
                  <a:lnTo>
                    <a:pt x="9170" y="11702"/>
                  </a:lnTo>
                  <a:lnTo>
                    <a:pt x="9097" y="11812"/>
                  </a:lnTo>
                  <a:lnTo>
                    <a:pt x="9024" y="11922"/>
                  </a:lnTo>
                  <a:lnTo>
                    <a:pt x="8987" y="12032"/>
                  </a:lnTo>
                  <a:lnTo>
                    <a:pt x="8400" y="12069"/>
                  </a:lnTo>
                  <a:lnTo>
                    <a:pt x="7483" y="12142"/>
                  </a:lnTo>
                  <a:lnTo>
                    <a:pt x="7006" y="12142"/>
                  </a:lnTo>
                  <a:lnTo>
                    <a:pt x="6970" y="11959"/>
                  </a:lnTo>
                  <a:lnTo>
                    <a:pt x="6823" y="11775"/>
                  </a:lnTo>
                  <a:lnTo>
                    <a:pt x="6749" y="11739"/>
                  </a:lnTo>
                  <a:lnTo>
                    <a:pt x="6676" y="11702"/>
                  </a:lnTo>
                  <a:lnTo>
                    <a:pt x="6493" y="11665"/>
                  </a:lnTo>
                  <a:lnTo>
                    <a:pt x="6419" y="11629"/>
                  </a:lnTo>
                  <a:lnTo>
                    <a:pt x="6346" y="11665"/>
                  </a:lnTo>
                  <a:lnTo>
                    <a:pt x="6273" y="11739"/>
                  </a:lnTo>
                  <a:lnTo>
                    <a:pt x="6199" y="11739"/>
                  </a:lnTo>
                  <a:lnTo>
                    <a:pt x="5979" y="11225"/>
                  </a:lnTo>
                  <a:lnTo>
                    <a:pt x="5722" y="10712"/>
                  </a:lnTo>
                  <a:lnTo>
                    <a:pt x="5466" y="10308"/>
                  </a:lnTo>
                  <a:lnTo>
                    <a:pt x="5172" y="9868"/>
                  </a:lnTo>
                  <a:lnTo>
                    <a:pt x="5209" y="9758"/>
                  </a:lnTo>
                  <a:lnTo>
                    <a:pt x="5246" y="9648"/>
                  </a:lnTo>
                  <a:lnTo>
                    <a:pt x="5246" y="9501"/>
                  </a:lnTo>
                  <a:lnTo>
                    <a:pt x="5209" y="9391"/>
                  </a:lnTo>
                  <a:lnTo>
                    <a:pt x="5135" y="9318"/>
                  </a:lnTo>
                  <a:lnTo>
                    <a:pt x="5099" y="9318"/>
                  </a:lnTo>
                  <a:lnTo>
                    <a:pt x="5209" y="9171"/>
                  </a:lnTo>
                  <a:lnTo>
                    <a:pt x="5759" y="8401"/>
                  </a:lnTo>
                  <a:lnTo>
                    <a:pt x="6163" y="7850"/>
                  </a:lnTo>
                  <a:lnTo>
                    <a:pt x="6383" y="7594"/>
                  </a:lnTo>
                  <a:lnTo>
                    <a:pt x="6529" y="7300"/>
                  </a:lnTo>
                  <a:lnTo>
                    <a:pt x="6676" y="7337"/>
                  </a:lnTo>
                  <a:lnTo>
                    <a:pt x="6933" y="7337"/>
                  </a:lnTo>
                  <a:lnTo>
                    <a:pt x="7080" y="7300"/>
                  </a:lnTo>
                  <a:lnTo>
                    <a:pt x="7190" y="7263"/>
                  </a:lnTo>
                  <a:lnTo>
                    <a:pt x="7300" y="7153"/>
                  </a:lnTo>
                  <a:lnTo>
                    <a:pt x="7410" y="7080"/>
                  </a:lnTo>
                  <a:lnTo>
                    <a:pt x="7483" y="6970"/>
                  </a:lnTo>
                  <a:close/>
                  <a:moveTo>
                    <a:pt x="4769" y="1"/>
                  </a:moveTo>
                  <a:lnTo>
                    <a:pt x="4769" y="37"/>
                  </a:lnTo>
                  <a:lnTo>
                    <a:pt x="4805" y="184"/>
                  </a:lnTo>
                  <a:lnTo>
                    <a:pt x="4879" y="294"/>
                  </a:lnTo>
                  <a:lnTo>
                    <a:pt x="4989" y="367"/>
                  </a:lnTo>
                  <a:lnTo>
                    <a:pt x="5099" y="404"/>
                  </a:lnTo>
                  <a:lnTo>
                    <a:pt x="5172" y="551"/>
                  </a:lnTo>
                  <a:lnTo>
                    <a:pt x="5282" y="697"/>
                  </a:lnTo>
                  <a:lnTo>
                    <a:pt x="5466" y="991"/>
                  </a:lnTo>
                  <a:lnTo>
                    <a:pt x="5539" y="1101"/>
                  </a:lnTo>
                  <a:lnTo>
                    <a:pt x="5466" y="1284"/>
                  </a:lnTo>
                  <a:lnTo>
                    <a:pt x="5466" y="1468"/>
                  </a:lnTo>
                  <a:lnTo>
                    <a:pt x="5539" y="1688"/>
                  </a:lnTo>
                  <a:lnTo>
                    <a:pt x="5649" y="1835"/>
                  </a:lnTo>
                  <a:lnTo>
                    <a:pt x="5722" y="1908"/>
                  </a:lnTo>
                  <a:lnTo>
                    <a:pt x="5356" y="2605"/>
                  </a:lnTo>
                  <a:lnTo>
                    <a:pt x="4879" y="3595"/>
                  </a:lnTo>
                  <a:lnTo>
                    <a:pt x="4769" y="3852"/>
                  </a:lnTo>
                  <a:lnTo>
                    <a:pt x="4622" y="4072"/>
                  </a:lnTo>
                  <a:lnTo>
                    <a:pt x="4402" y="4072"/>
                  </a:lnTo>
                  <a:lnTo>
                    <a:pt x="4292" y="4109"/>
                  </a:lnTo>
                  <a:lnTo>
                    <a:pt x="4182" y="4182"/>
                  </a:lnTo>
                  <a:lnTo>
                    <a:pt x="4108" y="4292"/>
                  </a:lnTo>
                  <a:lnTo>
                    <a:pt x="4072" y="4402"/>
                  </a:lnTo>
                  <a:lnTo>
                    <a:pt x="3485" y="4476"/>
                  </a:lnTo>
                  <a:lnTo>
                    <a:pt x="3045" y="4512"/>
                  </a:lnTo>
                  <a:lnTo>
                    <a:pt x="2678" y="4549"/>
                  </a:lnTo>
                  <a:lnTo>
                    <a:pt x="2568" y="4366"/>
                  </a:lnTo>
                  <a:lnTo>
                    <a:pt x="2458" y="4219"/>
                  </a:lnTo>
                  <a:lnTo>
                    <a:pt x="2274" y="4146"/>
                  </a:lnTo>
                  <a:lnTo>
                    <a:pt x="2091" y="4109"/>
                  </a:lnTo>
                  <a:lnTo>
                    <a:pt x="1907" y="4109"/>
                  </a:lnTo>
                  <a:lnTo>
                    <a:pt x="1797" y="4182"/>
                  </a:lnTo>
                  <a:lnTo>
                    <a:pt x="1651" y="4292"/>
                  </a:lnTo>
                  <a:lnTo>
                    <a:pt x="1577" y="4402"/>
                  </a:lnTo>
                  <a:lnTo>
                    <a:pt x="1504" y="4512"/>
                  </a:lnTo>
                  <a:lnTo>
                    <a:pt x="1504" y="4622"/>
                  </a:lnTo>
                  <a:lnTo>
                    <a:pt x="1431" y="4769"/>
                  </a:lnTo>
                  <a:lnTo>
                    <a:pt x="1431" y="4953"/>
                  </a:lnTo>
                  <a:lnTo>
                    <a:pt x="1467" y="5099"/>
                  </a:lnTo>
                  <a:lnTo>
                    <a:pt x="1504" y="5173"/>
                  </a:lnTo>
                  <a:lnTo>
                    <a:pt x="1504" y="5209"/>
                  </a:lnTo>
                  <a:lnTo>
                    <a:pt x="1247" y="5760"/>
                  </a:lnTo>
                  <a:lnTo>
                    <a:pt x="880" y="6420"/>
                  </a:lnTo>
                  <a:lnTo>
                    <a:pt x="770" y="6640"/>
                  </a:lnTo>
                  <a:lnTo>
                    <a:pt x="770" y="6713"/>
                  </a:lnTo>
                  <a:lnTo>
                    <a:pt x="734" y="6823"/>
                  </a:lnTo>
                  <a:lnTo>
                    <a:pt x="734" y="6787"/>
                  </a:lnTo>
                  <a:lnTo>
                    <a:pt x="624" y="6787"/>
                  </a:lnTo>
                  <a:lnTo>
                    <a:pt x="550" y="6823"/>
                  </a:lnTo>
                  <a:lnTo>
                    <a:pt x="404" y="6933"/>
                  </a:lnTo>
                  <a:lnTo>
                    <a:pt x="330" y="6970"/>
                  </a:lnTo>
                  <a:lnTo>
                    <a:pt x="257" y="7007"/>
                  </a:lnTo>
                  <a:lnTo>
                    <a:pt x="183" y="7117"/>
                  </a:lnTo>
                  <a:lnTo>
                    <a:pt x="110" y="7227"/>
                  </a:lnTo>
                  <a:lnTo>
                    <a:pt x="110" y="7447"/>
                  </a:lnTo>
                  <a:lnTo>
                    <a:pt x="0" y="7777"/>
                  </a:lnTo>
                  <a:lnTo>
                    <a:pt x="37" y="7850"/>
                  </a:lnTo>
                  <a:lnTo>
                    <a:pt x="73" y="7887"/>
                  </a:lnTo>
                  <a:lnTo>
                    <a:pt x="110" y="7960"/>
                  </a:lnTo>
                  <a:lnTo>
                    <a:pt x="183" y="7960"/>
                  </a:lnTo>
                  <a:lnTo>
                    <a:pt x="367" y="8034"/>
                  </a:lnTo>
                  <a:lnTo>
                    <a:pt x="660" y="8034"/>
                  </a:lnTo>
                  <a:lnTo>
                    <a:pt x="660" y="7997"/>
                  </a:lnTo>
                  <a:lnTo>
                    <a:pt x="770" y="7997"/>
                  </a:lnTo>
                  <a:lnTo>
                    <a:pt x="880" y="8181"/>
                  </a:lnTo>
                  <a:lnTo>
                    <a:pt x="990" y="8364"/>
                  </a:lnTo>
                  <a:lnTo>
                    <a:pt x="1211" y="8657"/>
                  </a:lnTo>
                  <a:lnTo>
                    <a:pt x="1651" y="9281"/>
                  </a:lnTo>
                  <a:lnTo>
                    <a:pt x="1687" y="9354"/>
                  </a:lnTo>
                  <a:lnTo>
                    <a:pt x="1651" y="9501"/>
                  </a:lnTo>
                  <a:lnTo>
                    <a:pt x="1614" y="9648"/>
                  </a:lnTo>
                  <a:lnTo>
                    <a:pt x="1577" y="9831"/>
                  </a:lnTo>
                  <a:lnTo>
                    <a:pt x="1577" y="9941"/>
                  </a:lnTo>
                  <a:lnTo>
                    <a:pt x="1614" y="10051"/>
                  </a:lnTo>
                  <a:lnTo>
                    <a:pt x="1541" y="10235"/>
                  </a:lnTo>
                  <a:lnTo>
                    <a:pt x="1431" y="10418"/>
                  </a:lnTo>
                  <a:lnTo>
                    <a:pt x="1357" y="10601"/>
                  </a:lnTo>
                  <a:lnTo>
                    <a:pt x="1211" y="10785"/>
                  </a:lnTo>
                  <a:lnTo>
                    <a:pt x="1137" y="10858"/>
                  </a:lnTo>
                  <a:lnTo>
                    <a:pt x="1137" y="10968"/>
                  </a:lnTo>
                  <a:lnTo>
                    <a:pt x="1174" y="11078"/>
                  </a:lnTo>
                  <a:lnTo>
                    <a:pt x="1247" y="11152"/>
                  </a:lnTo>
                  <a:lnTo>
                    <a:pt x="1357" y="11188"/>
                  </a:lnTo>
                  <a:lnTo>
                    <a:pt x="1467" y="11152"/>
                  </a:lnTo>
                  <a:lnTo>
                    <a:pt x="1541" y="11078"/>
                  </a:lnTo>
                  <a:lnTo>
                    <a:pt x="1577" y="10968"/>
                  </a:lnTo>
                  <a:lnTo>
                    <a:pt x="1614" y="10932"/>
                  </a:lnTo>
                  <a:lnTo>
                    <a:pt x="1687" y="10822"/>
                  </a:lnTo>
                  <a:lnTo>
                    <a:pt x="1761" y="10638"/>
                  </a:lnTo>
                  <a:lnTo>
                    <a:pt x="1834" y="10491"/>
                  </a:lnTo>
                  <a:lnTo>
                    <a:pt x="1907" y="10198"/>
                  </a:lnTo>
                  <a:lnTo>
                    <a:pt x="2164" y="10198"/>
                  </a:lnTo>
                  <a:lnTo>
                    <a:pt x="2348" y="10161"/>
                  </a:lnTo>
                  <a:lnTo>
                    <a:pt x="2494" y="10088"/>
                  </a:lnTo>
                  <a:lnTo>
                    <a:pt x="2641" y="10015"/>
                  </a:lnTo>
                  <a:lnTo>
                    <a:pt x="2714" y="9905"/>
                  </a:lnTo>
                  <a:lnTo>
                    <a:pt x="3338" y="9905"/>
                  </a:lnTo>
                  <a:lnTo>
                    <a:pt x="3998" y="9941"/>
                  </a:lnTo>
                  <a:lnTo>
                    <a:pt x="4035" y="10051"/>
                  </a:lnTo>
                  <a:lnTo>
                    <a:pt x="4072" y="10088"/>
                  </a:lnTo>
                  <a:lnTo>
                    <a:pt x="4145" y="10161"/>
                  </a:lnTo>
                  <a:lnTo>
                    <a:pt x="4292" y="10235"/>
                  </a:lnTo>
                  <a:lnTo>
                    <a:pt x="4439" y="10308"/>
                  </a:lnTo>
                  <a:lnTo>
                    <a:pt x="4622" y="10308"/>
                  </a:lnTo>
                  <a:lnTo>
                    <a:pt x="4805" y="10271"/>
                  </a:lnTo>
                  <a:lnTo>
                    <a:pt x="4879" y="10235"/>
                  </a:lnTo>
                  <a:lnTo>
                    <a:pt x="5282" y="10822"/>
                  </a:lnTo>
                  <a:lnTo>
                    <a:pt x="5429" y="11115"/>
                  </a:lnTo>
                  <a:lnTo>
                    <a:pt x="5576" y="11408"/>
                  </a:lnTo>
                  <a:lnTo>
                    <a:pt x="5796" y="11995"/>
                  </a:lnTo>
                  <a:lnTo>
                    <a:pt x="5759" y="12105"/>
                  </a:lnTo>
                  <a:lnTo>
                    <a:pt x="5759" y="12215"/>
                  </a:lnTo>
                  <a:lnTo>
                    <a:pt x="5759" y="12362"/>
                  </a:lnTo>
                  <a:lnTo>
                    <a:pt x="5759" y="12472"/>
                  </a:lnTo>
                  <a:lnTo>
                    <a:pt x="5759" y="12509"/>
                  </a:lnTo>
                  <a:lnTo>
                    <a:pt x="5722" y="12619"/>
                  </a:lnTo>
                  <a:lnTo>
                    <a:pt x="5722" y="12692"/>
                  </a:lnTo>
                  <a:lnTo>
                    <a:pt x="5759" y="12766"/>
                  </a:lnTo>
                  <a:lnTo>
                    <a:pt x="5979" y="12876"/>
                  </a:lnTo>
                  <a:lnTo>
                    <a:pt x="5759" y="13169"/>
                  </a:lnTo>
                  <a:lnTo>
                    <a:pt x="5612" y="13463"/>
                  </a:lnTo>
                  <a:lnTo>
                    <a:pt x="5502" y="13793"/>
                  </a:lnTo>
                  <a:lnTo>
                    <a:pt x="5429" y="14123"/>
                  </a:lnTo>
                  <a:lnTo>
                    <a:pt x="5392" y="14196"/>
                  </a:lnTo>
                  <a:lnTo>
                    <a:pt x="5429" y="14270"/>
                  </a:lnTo>
                  <a:lnTo>
                    <a:pt x="5502" y="14343"/>
                  </a:lnTo>
                  <a:lnTo>
                    <a:pt x="5576" y="14380"/>
                  </a:lnTo>
                  <a:lnTo>
                    <a:pt x="5649" y="14416"/>
                  </a:lnTo>
                  <a:lnTo>
                    <a:pt x="5722" y="14416"/>
                  </a:lnTo>
                  <a:lnTo>
                    <a:pt x="5759" y="14380"/>
                  </a:lnTo>
                  <a:lnTo>
                    <a:pt x="5832" y="14306"/>
                  </a:lnTo>
                  <a:lnTo>
                    <a:pt x="5832" y="14233"/>
                  </a:lnTo>
                  <a:lnTo>
                    <a:pt x="5869" y="14086"/>
                  </a:lnTo>
                  <a:lnTo>
                    <a:pt x="5979" y="13793"/>
                  </a:lnTo>
                  <a:lnTo>
                    <a:pt x="6089" y="13463"/>
                  </a:lnTo>
                  <a:lnTo>
                    <a:pt x="6309" y="13022"/>
                  </a:lnTo>
                  <a:lnTo>
                    <a:pt x="6566" y="13022"/>
                  </a:lnTo>
                  <a:lnTo>
                    <a:pt x="6713" y="12986"/>
                  </a:lnTo>
                  <a:lnTo>
                    <a:pt x="6786" y="12876"/>
                  </a:lnTo>
                  <a:lnTo>
                    <a:pt x="6860" y="12582"/>
                  </a:lnTo>
                  <a:lnTo>
                    <a:pt x="7593" y="12582"/>
                  </a:lnTo>
                  <a:lnTo>
                    <a:pt x="8253" y="12546"/>
                  </a:lnTo>
                  <a:lnTo>
                    <a:pt x="8914" y="12509"/>
                  </a:lnTo>
                  <a:lnTo>
                    <a:pt x="8950" y="12509"/>
                  </a:lnTo>
                  <a:lnTo>
                    <a:pt x="8950" y="12619"/>
                  </a:lnTo>
                  <a:lnTo>
                    <a:pt x="9024" y="12692"/>
                  </a:lnTo>
                  <a:lnTo>
                    <a:pt x="9170" y="12802"/>
                  </a:lnTo>
                  <a:lnTo>
                    <a:pt x="9354" y="12876"/>
                  </a:lnTo>
                  <a:lnTo>
                    <a:pt x="9537" y="12912"/>
                  </a:lnTo>
                  <a:lnTo>
                    <a:pt x="9647" y="13279"/>
                  </a:lnTo>
                  <a:lnTo>
                    <a:pt x="9794" y="13829"/>
                  </a:lnTo>
                  <a:lnTo>
                    <a:pt x="9904" y="14050"/>
                  </a:lnTo>
                  <a:lnTo>
                    <a:pt x="9977" y="14160"/>
                  </a:lnTo>
                  <a:lnTo>
                    <a:pt x="10051" y="14270"/>
                  </a:lnTo>
                  <a:lnTo>
                    <a:pt x="10198" y="14270"/>
                  </a:lnTo>
                  <a:lnTo>
                    <a:pt x="10271" y="14233"/>
                  </a:lnTo>
                  <a:lnTo>
                    <a:pt x="10308" y="14160"/>
                  </a:lnTo>
                  <a:lnTo>
                    <a:pt x="10308" y="14013"/>
                  </a:lnTo>
                  <a:lnTo>
                    <a:pt x="10308" y="13903"/>
                  </a:lnTo>
                  <a:lnTo>
                    <a:pt x="10198" y="13609"/>
                  </a:lnTo>
                  <a:lnTo>
                    <a:pt x="9977" y="12949"/>
                  </a:lnTo>
                  <a:lnTo>
                    <a:pt x="9904" y="12729"/>
                  </a:lnTo>
                  <a:lnTo>
                    <a:pt x="9977" y="12619"/>
                  </a:lnTo>
                  <a:lnTo>
                    <a:pt x="10088" y="12399"/>
                  </a:lnTo>
                  <a:lnTo>
                    <a:pt x="10124" y="12215"/>
                  </a:lnTo>
                  <a:lnTo>
                    <a:pt x="10161" y="12032"/>
                  </a:lnTo>
                  <a:lnTo>
                    <a:pt x="10161" y="11885"/>
                  </a:lnTo>
                  <a:lnTo>
                    <a:pt x="10124" y="11849"/>
                  </a:lnTo>
                  <a:lnTo>
                    <a:pt x="10601" y="11042"/>
                  </a:lnTo>
                  <a:lnTo>
                    <a:pt x="11115" y="10235"/>
                  </a:lnTo>
                  <a:lnTo>
                    <a:pt x="11371" y="10088"/>
                  </a:lnTo>
                  <a:lnTo>
                    <a:pt x="11518" y="9978"/>
                  </a:lnTo>
                  <a:lnTo>
                    <a:pt x="11628" y="9868"/>
                  </a:lnTo>
                  <a:lnTo>
                    <a:pt x="11665" y="9831"/>
                  </a:lnTo>
                  <a:lnTo>
                    <a:pt x="11738" y="9758"/>
                  </a:lnTo>
                  <a:lnTo>
                    <a:pt x="11812" y="9611"/>
                  </a:lnTo>
                  <a:lnTo>
                    <a:pt x="11885" y="9464"/>
                  </a:lnTo>
                  <a:lnTo>
                    <a:pt x="12068" y="9501"/>
                  </a:lnTo>
                  <a:lnTo>
                    <a:pt x="12288" y="9501"/>
                  </a:lnTo>
                  <a:lnTo>
                    <a:pt x="12875" y="9538"/>
                  </a:lnTo>
                  <a:lnTo>
                    <a:pt x="13426" y="9501"/>
                  </a:lnTo>
                  <a:lnTo>
                    <a:pt x="13499" y="9501"/>
                  </a:lnTo>
                  <a:lnTo>
                    <a:pt x="13572" y="9464"/>
                  </a:lnTo>
                  <a:lnTo>
                    <a:pt x="13646" y="9391"/>
                  </a:lnTo>
                  <a:lnTo>
                    <a:pt x="13646" y="9318"/>
                  </a:lnTo>
                  <a:lnTo>
                    <a:pt x="13682" y="9244"/>
                  </a:lnTo>
                  <a:lnTo>
                    <a:pt x="13646" y="9171"/>
                  </a:lnTo>
                  <a:lnTo>
                    <a:pt x="13609" y="9098"/>
                  </a:lnTo>
                  <a:lnTo>
                    <a:pt x="13536" y="9024"/>
                  </a:lnTo>
                  <a:lnTo>
                    <a:pt x="13426" y="9024"/>
                  </a:lnTo>
                  <a:lnTo>
                    <a:pt x="13059" y="8988"/>
                  </a:lnTo>
                  <a:lnTo>
                    <a:pt x="12655" y="8988"/>
                  </a:lnTo>
                  <a:lnTo>
                    <a:pt x="11885" y="9024"/>
                  </a:lnTo>
                  <a:lnTo>
                    <a:pt x="11812" y="8951"/>
                  </a:lnTo>
                  <a:lnTo>
                    <a:pt x="11738" y="8877"/>
                  </a:lnTo>
                  <a:lnTo>
                    <a:pt x="11518" y="8767"/>
                  </a:lnTo>
                  <a:lnTo>
                    <a:pt x="11445" y="8767"/>
                  </a:lnTo>
                  <a:lnTo>
                    <a:pt x="11335" y="8804"/>
                  </a:lnTo>
                  <a:lnTo>
                    <a:pt x="11225" y="8767"/>
                  </a:lnTo>
                  <a:lnTo>
                    <a:pt x="11078" y="8804"/>
                  </a:lnTo>
                  <a:lnTo>
                    <a:pt x="10638" y="8107"/>
                  </a:lnTo>
                  <a:lnTo>
                    <a:pt x="10271" y="7594"/>
                  </a:lnTo>
                  <a:lnTo>
                    <a:pt x="10088" y="7300"/>
                  </a:lnTo>
                  <a:lnTo>
                    <a:pt x="9904" y="7080"/>
                  </a:lnTo>
                  <a:lnTo>
                    <a:pt x="9977" y="6970"/>
                  </a:lnTo>
                  <a:lnTo>
                    <a:pt x="10051" y="6823"/>
                  </a:lnTo>
                  <a:lnTo>
                    <a:pt x="10088" y="6713"/>
                  </a:lnTo>
                  <a:lnTo>
                    <a:pt x="10124" y="6567"/>
                  </a:lnTo>
                  <a:lnTo>
                    <a:pt x="10088" y="6493"/>
                  </a:lnTo>
                  <a:lnTo>
                    <a:pt x="10051" y="6456"/>
                  </a:lnTo>
                  <a:lnTo>
                    <a:pt x="9941" y="6456"/>
                  </a:lnTo>
                  <a:lnTo>
                    <a:pt x="10124" y="6236"/>
                  </a:lnTo>
                  <a:lnTo>
                    <a:pt x="10308" y="5980"/>
                  </a:lnTo>
                  <a:lnTo>
                    <a:pt x="10638" y="5503"/>
                  </a:lnTo>
                  <a:lnTo>
                    <a:pt x="11005" y="4953"/>
                  </a:lnTo>
                  <a:lnTo>
                    <a:pt x="11078" y="4953"/>
                  </a:lnTo>
                  <a:lnTo>
                    <a:pt x="11151" y="4916"/>
                  </a:lnTo>
                  <a:lnTo>
                    <a:pt x="11225" y="4843"/>
                  </a:lnTo>
                  <a:lnTo>
                    <a:pt x="11298" y="4769"/>
                  </a:lnTo>
                  <a:lnTo>
                    <a:pt x="11518" y="4586"/>
                  </a:lnTo>
                  <a:lnTo>
                    <a:pt x="11591" y="4476"/>
                  </a:lnTo>
                  <a:lnTo>
                    <a:pt x="11665" y="4366"/>
                  </a:lnTo>
                  <a:lnTo>
                    <a:pt x="11702" y="4256"/>
                  </a:lnTo>
                  <a:lnTo>
                    <a:pt x="11702" y="4146"/>
                  </a:lnTo>
                  <a:lnTo>
                    <a:pt x="11665" y="3999"/>
                  </a:lnTo>
                  <a:lnTo>
                    <a:pt x="11591" y="3889"/>
                  </a:lnTo>
                  <a:lnTo>
                    <a:pt x="11518" y="3779"/>
                  </a:lnTo>
                  <a:lnTo>
                    <a:pt x="11408" y="3742"/>
                  </a:lnTo>
                  <a:lnTo>
                    <a:pt x="11298" y="3705"/>
                  </a:lnTo>
                  <a:lnTo>
                    <a:pt x="11151" y="3669"/>
                  </a:lnTo>
                  <a:lnTo>
                    <a:pt x="10931" y="3192"/>
                  </a:lnTo>
                  <a:lnTo>
                    <a:pt x="10674" y="2752"/>
                  </a:lnTo>
                  <a:lnTo>
                    <a:pt x="10344" y="2091"/>
                  </a:lnTo>
                  <a:lnTo>
                    <a:pt x="10124" y="1725"/>
                  </a:lnTo>
                  <a:lnTo>
                    <a:pt x="9904" y="1431"/>
                  </a:lnTo>
                  <a:lnTo>
                    <a:pt x="9941" y="1284"/>
                  </a:lnTo>
                  <a:lnTo>
                    <a:pt x="9941" y="1211"/>
                  </a:lnTo>
                  <a:lnTo>
                    <a:pt x="9977" y="1064"/>
                  </a:lnTo>
                  <a:lnTo>
                    <a:pt x="9941" y="954"/>
                  </a:lnTo>
                  <a:lnTo>
                    <a:pt x="9904" y="844"/>
                  </a:lnTo>
                  <a:lnTo>
                    <a:pt x="9831" y="697"/>
                  </a:lnTo>
                  <a:lnTo>
                    <a:pt x="9721" y="587"/>
                  </a:lnTo>
                  <a:lnTo>
                    <a:pt x="9574" y="514"/>
                  </a:lnTo>
                  <a:lnTo>
                    <a:pt x="9427" y="477"/>
                  </a:lnTo>
                  <a:lnTo>
                    <a:pt x="9244" y="514"/>
                  </a:lnTo>
                  <a:lnTo>
                    <a:pt x="9097" y="551"/>
                  </a:lnTo>
                  <a:lnTo>
                    <a:pt x="8987" y="661"/>
                  </a:lnTo>
                  <a:lnTo>
                    <a:pt x="8914" y="808"/>
                  </a:lnTo>
                  <a:lnTo>
                    <a:pt x="8877" y="954"/>
                  </a:lnTo>
                  <a:lnTo>
                    <a:pt x="8840" y="1028"/>
                  </a:lnTo>
                  <a:lnTo>
                    <a:pt x="7887" y="1101"/>
                  </a:lnTo>
                  <a:lnTo>
                    <a:pt x="7080" y="1174"/>
                  </a:lnTo>
                  <a:lnTo>
                    <a:pt x="6933" y="1174"/>
                  </a:lnTo>
                  <a:lnTo>
                    <a:pt x="6860" y="1064"/>
                  </a:lnTo>
                  <a:lnTo>
                    <a:pt x="6749" y="918"/>
                  </a:lnTo>
                  <a:lnTo>
                    <a:pt x="6713" y="881"/>
                  </a:lnTo>
                  <a:lnTo>
                    <a:pt x="6639" y="808"/>
                  </a:lnTo>
                  <a:lnTo>
                    <a:pt x="6529" y="771"/>
                  </a:lnTo>
                  <a:lnTo>
                    <a:pt x="6456" y="771"/>
                  </a:lnTo>
                  <a:lnTo>
                    <a:pt x="6383" y="808"/>
                  </a:lnTo>
                  <a:lnTo>
                    <a:pt x="5942" y="808"/>
                  </a:lnTo>
                  <a:lnTo>
                    <a:pt x="5686" y="477"/>
                  </a:lnTo>
                  <a:lnTo>
                    <a:pt x="5576" y="294"/>
                  </a:lnTo>
                  <a:lnTo>
                    <a:pt x="5466" y="111"/>
                  </a:lnTo>
                  <a:lnTo>
                    <a:pt x="5429" y="37"/>
                  </a:lnTo>
                  <a:lnTo>
                    <a:pt x="5356" y="1"/>
                  </a:lnTo>
                  <a:lnTo>
                    <a:pt x="5209" y="1"/>
                  </a:lnTo>
                  <a:lnTo>
                    <a:pt x="5025" y="37"/>
                  </a:lnTo>
                  <a:lnTo>
                    <a:pt x="4915" y="1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52" name="Google Shape;308;p5">
              <a:extLst>
                <a:ext uri="{FF2B5EF4-FFF2-40B4-BE49-F238E27FC236}">
                  <a16:creationId xmlns:a16="http://schemas.microsoft.com/office/drawing/2014/main" id="{67CCF9F0-4AFD-442E-9E09-8E90BF1278FA}"/>
                </a:ext>
              </a:extLst>
            </p:cNvPr>
            <p:cNvSpPr/>
            <p:nvPr/>
          </p:nvSpPr>
          <p:spPr>
            <a:xfrm>
              <a:off x="6789450" y="3384325"/>
              <a:ext cx="262300" cy="186175"/>
            </a:xfrm>
            <a:custGeom>
              <a:avLst/>
              <a:gdLst/>
              <a:ahLst/>
              <a:cxnLst/>
              <a:rect l="l" t="t" r="r" b="b"/>
              <a:pathLst>
                <a:path w="10492" h="7447" extrusionOk="0">
                  <a:moveTo>
                    <a:pt x="7300" y="1761"/>
                  </a:moveTo>
                  <a:lnTo>
                    <a:pt x="7117" y="1797"/>
                  </a:lnTo>
                  <a:lnTo>
                    <a:pt x="6897" y="1834"/>
                  </a:lnTo>
                  <a:lnTo>
                    <a:pt x="6713" y="1907"/>
                  </a:lnTo>
                  <a:lnTo>
                    <a:pt x="6530" y="2017"/>
                  </a:lnTo>
                  <a:lnTo>
                    <a:pt x="6383" y="2128"/>
                  </a:lnTo>
                  <a:lnTo>
                    <a:pt x="6273" y="2274"/>
                  </a:lnTo>
                  <a:lnTo>
                    <a:pt x="6200" y="2458"/>
                  </a:lnTo>
                  <a:lnTo>
                    <a:pt x="6200" y="2531"/>
                  </a:lnTo>
                  <a:lnTo>
                    <a:pt x="6237" y="2604"/>
                  </a:lnTo>
                  <a:lnTo>
                    <a:pt x="6310" y="2641"/>
                  </a:lnTo>
                  <a:lnTo>
                    <a:pt x="6383" y="2641"/>
                  </a:lnTo>
                  <a:lnTo>
                    <a:pt x="6530" y="2604"/>
                  </a:lnTo>
                  <a:lnTo>
                    <a:pt x="6640" y="2531"/>
                  </a:lnTo>
                  <a:lnTo>
                    <a:pt x="6860" y="2384"/>
                  </a:lnTo>
                  <a:lnTo>
                    <a:pt x="7007" y="2348"/>
                  </a:lnTo>
                  <a:lnTo>
                    <a:pt x="7154" y="2274"/>
                  </a:lnTo>
                  <a:lnTo>
                    <a:pt x="7484" y="2274"/>
                  </a:lnTo>
                  <a:lnTo>
                    <a:pt x="7667" y="2311"/>
                  </a:lnTo>
                  <a:lnTo>
                    <a:pt x="7851" y="2384"/>
                  </a:lnTo>
                  <a:lnTo>
                    <a:pt x="7924" y="2458"/>
                  </a:lnTo>
                  <a:lnTo>
                    <a:pt x="7961" y="2531"/>
                  </a:lnTo>
                  <a:lnTo>
                    <a:pt x="7997" y="2641"/>
                  </a:lnTo>
                  <a:lnTo>
                    <a:pt x="7997" y="2751"/>
                  </a:lnTo>
                  <a:lnTo>
                    <a:pt x="7961" y="2898"/>
                  </a:lnTo>
                  <a:lnTo>
                    <a:pt x="7887" y="3045"/>
                  </a:lnTo>
                  <a:lnTo>
                    <a:pt x="7667" y="3338"/>
                  </a:lnTo>
                  <a:lnTo>
                    <a:pt x="7190" y="3998"/>
                  </a:lnTo>
                  <a:lnTo>
                    <a:pt x="6713" y="4622"/>
                  </a:lnTo>
                  <a:lnTo>
                    <a:pt x="5686" y="5869"/>
                  </a:lnTo>
                  <a:lnTo>
                    <a:pt x="5613" y="6016"/>
                  </a:lnTo>
                  <a:lnTo>
                    <a:pt x="5650" y="6162"/>
                  </a:lnTo>
                  <a:lnTo>
                    <a:pt x="5686" y="6236"/>
                  </a:lnTo>
                  <a:lnTo>
                    <a:pt x="5723" y="6273"/>
                  </a:lnTo>
                  <a:lnTo>
                    <a:pt x="5796" y="6309"/>
                  </a:lnTo>
                  <a:lnTo>
                    <a:pt x="5870" y="6309"/>
                  </a:lnTo>
                  <a:lnTo>
                    <a:pt x="6567" y="6273"/>
                  </a:lnTo>
                  <a:lnTo>
                    <a:pt x="7264" y="6309"/>
                  </a:lnTo>
                  <a:lnTo>
                    <a:pt x="8034" y="6346"/>
                  </a:lnTo>
                  <a:lnTo>
                    <a:pt x="8401" y="6419"/>
                  </a:lnTo>
                  <a:lnTo>
                    <a:pt x="8547" y="6419"/>
                  </a:lnTo>
                  <a:lnTo>
                    <a:pt x="8731" y="6383"/>
                  </a:lnTo>
                  <a:lnTo>
                    <a:pt x="8841" y="6309"/>
                  </a:lnTo>
                  <a:lnTo>
                    <a:pt x="8878" y="6199"/>
                  </a:lnTo>
                  <a:lnTo>
                    <a:pt x="8878" y="6089"/>
                  </a:lnTo>
                  <a:lnTo>
                    <a:pt x="8768" y="6016"/>
                  </a:lnTo>
                  <a:lnTo>
                    <a:pt x="8658" y="5942"/>
                  </a:lnTo>
                  <a:lnTo>
                    <a:pt x="8474" y="5869"/>
                  </a:lnTo>
                  <a:lnTo>
                    <a:pt x="8107" y="5796"/>
                  </a:lnTo>
                  <a:lnTo>
                    <a:pt x="7410" y="5759"/>
                  </a:lnTo>
                  <a:lnTo>
                    <a:pt x="6457" y="5759"/>
                  </a:lnTo>
                  <a:lnTo>
                    <a:pt x="7557" y="4365"/>
                  </a:lnTo>
                  <a:lnTo>
                    <a:pt x="7851" y="3998"/>
                  </a:lnTo>
                  <a:lnTo>
                    <a:pt x="8144" y="3595"/>
                  </a:lnTo>
                  <a:lnTo>
                    <a:pt x="8291" y="3375"/>
                  </a:lnTo>
                  <a:lnTo>
                    <a:pt x="8401" y="3191"/>
                  </a:lnTo>
                  <a:lnTo>
                    <a:pt x="8474" y="2935"/>
                  </a:lnTo>
                  <a:lnTo>
                    <a:pt x="8511" y="2714"/>
                  </a:lnTo>
                  <a:lnTo>
                    <a:pt x="8511" y="2494"/>
                  </a:lnTo>
                  <a:lnTo>
                    <a:pt x="8437" y="2311"/>
                  </a:lnTo>
                  <a:lnTo>
                    <a:pt x="8327" y="2164"/>
                  </a:lnTo>
                  <a:lnTo>
                    <a:pt x="8217" y="2017"/>
                  </a:lnTo>
                  <a:lnTo>
                    <a:pt x="8071" y="1907"/>
                  </a:lnTo>
                  <a:lnTo>
                    <a:pt x="7887" y="1834"/>
                  </a:lnTo>
                  <a:lnTo>
                    <a:pt x="7667" y="1797"/>
                  </a:lnTo>
                  <a:lnTo>
                    <a:pt x="7484" y="1761"/>
                  </a:lnTo>
                  <a:close/>
                  <a:moveTo>
                    <a:pt x="954" y="0"/>
                  </a:moveTo>
                  <a:lnTo>
                    <a:pt x="771" y="37"/>
                  </a:lnTo>
                  <a:lnTo>
                    <a:pt x="624" y="110"/>
                  </a:lnTo>
                  <a:lnTo>
                    <a:pt x="441" y="183"/>
                  </a:lnTo>
                  <a:lnTo>
                    <a:pt x="294" y="257"/>
                  </a:lnTo>
                  <a:lnTo>
                    <a:pt x="147" y="404"/>
                  </a:lnTo>
                  <a:lnTo>
                    <a:pt x="37" y="514"/>
                  </a:lnTo>
                  <a:lnTo>
                    <a:pt x="1" y="587"/>
                  </a:lnTo>
                  <a:lnTo>
                    <a:pt x="1" y="660"/>
                  </a:lnTo>
                  <a:lnTo>
                    <a:pt x="74" y="770"/>
                  </a:lnTo>
                  <a:lnTo>
                    <a:pt x="184" y="844"/>
                  </a:lnTo>
                  <a:lnTo>
                    <a:pt x="257" y="844"/>
                  </a:lnTo>
                  <a:lnTo>
                    <a:pt x="331" y="807"/>
                  </a:lnTo>
                  <a:lnTo>
                    <a:pt x="661" y="660"/>
                  </a:lnTo>
                  <a:lnTo>
                    <a:pt x="844" y="624"/>
                  </a:lnTo>
                  <a:lnTo>
                    <a:pt x="1028" y="587"/>
                  </a:lnTo>
                  <a:lnTo>
                    <a:pt x="991" y="624"/>
                  </a:lnTo>
                  <a:lnTo>
                    <a:pt x="991" y="844"/>
                  </a:lnTo>
                  <a:lnTo>
                    <a:pt x="991" y="1064"/>
                  </a:lnTo>
                  <a:lnTo>
                    <a:pt x="1101" y="1467"/>
                  </a:lnTo>
                  <a:lnTo>
                    <a:pt x="1358" y="2641"/>
                  </a:lnTo>
                  <a:lnTo>
                    <a:pt x="2312" y="7263"/>
                  </a:lnTo>
                  <a:lnTo>
                    <a:pt x="2348" y="7336"/>
                  </a:lnTo>
                  <a:lnTo>
                    <a:pt x="2422" y="7410"/>
                  </a:lnTo>
                  <a:lnTo>
                    <a:pt x="2495" y="7446"/>
                  </a:lnTo>
                  <a:lnTo>
                    <a:pt x="2678" y="7446"/>
                  </a:lnTo>
                  <a:lnTo>
                    <a:pt x="2752" y="7410"/>
                  </a:lnTo>
                  <a:lnTo>
                    <a:pt x="2825" y="7336"/>
                  </a:lnTo>
                  <a:lnTo>
                    <a:pt x="2862" y="7263"/>
                  </a:lnTo>
                  <a:lnTo>
                    <a:pt x="4072" y="4108"/>
                  </a:lnTo>
                  <a:lnTo>
                    <a:pt x="5246" y="990"/>
                  </a:lnTo>
                  <a:lnTo>
                    <a:pt x="6457" y="917"/>
                  </a:lnTo>
                  <a:lnTo>
                    <a:pt x="7667" y="880"/>
                  </a:lnTo>
                  <a:lnTo>
                    <a:pt x="8988" y="917"/>
                  </a:lnTo>
                  <a:lnTo>
                    <a:pt x="9648" y="990"/>
                  </a:lnTo>
                  <a:lnTo>
                    <a:pt x="9978" y="990"/>
                  </a:lnTo>
                  <a:lnTo>
                    <a:pt x="10308" y="954"/>
                  </a:lnTo>
                  <a:lnTo>
                    <a:pt x="10382" y="917"/>
                  </a:lnTo>
                  <a:lnTo>
                    <a:pt x="10455" y="880"/>
                  </a:lnTo>
                  <a:lnTo>
                    <a:pt x="10492" y="807"/>
                  </a:lnTo>
                  <a:lnTo>
                    <a:pt x="10492" y="734"/>
                  </a:lnTo>
                  <a:lnTo>
                    <a:pt x="10418" y="587"/>
                  </a:lnTo>
                  <a:lnTo>
                    <a:pt x="10382" y="514"/>
                  </a:lnTo>
                  <a:lnTo>
                    <a:pt x="10308" y="477"/>
                  </a:lnTo>
                  <a:lnTo>
                    <a:pt x="10015" y="404"/>
                  </a:lnTo>
                  <a:lnTo>
                    <a:pt x="9721" y="367"/>
                  </a:lnTo>
                  <a:lnTo>
                    <a:pt x="9134" y="330"/>
                  </a:lnTo>
                  <a:lnTo>
                    <a:pt x="7814" y="293"/>
                  </a:lnTo>
                  <a:lnTo>
                    <a:pt x="6420" y="330"/>
                  </a:lnTo>
                  <a:lnTo>
                    <a:pt x="5026" y="404"/>
                  </a:lnTo>
                  <a:lnTo>
                    <a:pt x="4916" y="440"/>
                  </a:lnTo>
                  <a:lnTo>
                    <a:pt x="4843" y="477"/>
                  </a:lnTo>
                  <a:lnTo>
                    <a:pt x="4806" y="550"/>
                  </a:lnTo>
                  <a:lnTo>
                    <a:pt x="4733" y="624"/>
                  </a:lnTo>
                  <a:lnTo>
                    <a:pt x="2678" y="6162"/>
                  </a:lnTo>
                  <a:lnTo>
                    <a:pt x="2128" y="3705"/>
                  </a:lnTo>
                  <a:lnTo>
                    <a:pt x="1725" y="1981"/>
                  </a:lnTo>
                  <a:lnTo>
                    <a:pt x="1541" y="1210"/>
                  </a:lnTo>
                  <a:lnTo>
                    <a:pt x="1468" y="844"/>
                  </a:lnTo>
                  <a:lnTo>
                    <a:pt x="1431" y="660"/>
                  </a:lnTo>
                  <a:lnTo>
                    <a:pt x="1395" y="550"/>
                  </a:lnTo>
                  <a:lnTo>
                    <a:pt x="1431" y="550"/>
                  </a:lnTo>
                  <a:lnTo>
                    <a:pt x="1468" y="514"/>
                  </a:lnTo>
                  <a:lnTo>
                    <a:pt x="1468" y="477"/>
                  </a:lnTo>
                  <a:lnTo>
                    <a:pt x="1505" y="367"/>
                  </a:lnTo>
                  <a:lnTo>
                    <a:pt x="1505" y="220"/>
                  </a:lnTo>
                  <a:lnTo>
                    <a:pt x="1468" y="110"/>
                  </a:lnTo>
                  <a:lnTo>
                    <a:pt x="1395" y="73"/>
                  </a:lnTo>
                  <a:lnTo>
                    <a:pt x="1321" y="37"/>
                  </a:lnTo>
                  <a:lnTo>
                    <a:pt x="1138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53" name="Google Shape;309;p5">
              <a:extLst>
                <a:ext uri="{FF2B5EF4-FFF2-40B4-BE49-F238E27FC236}">
                  <a16:creationId xmlns:a16="http://schemas.microsoft.com/office/drawing/2014/main" id="{6BC26ED3-D3E2-4545-8776-D97BEAEE735F}"/>
                </a:ext>
              </a:extLst>
            </p:cNvPr>
            <p:cNvSpPr/>
            <p:nvPr/>
          </p:nvSpPr>
          <p:spPr>
            <a:xfrm>
              <a:off x="6950850" y="4617725"/>
              <a:ext cx="254050" cy="162350"/>
            </a:xfrm>
            <a:custGeom>
              <a:avLst/>
              <a:gdLst/>
              <a:ahLst/>
              <a:cxnLst/>
              <a:rect l="l" t="t" r="r" b="b"/>
              <a:pathLst>
                <a:path w="10162" h="6494" extrusionOk="0">
                  <a:moveTo>
                    <a:pt x="8291" y="587"/>
                  </a:moveTo>
                  <a:lnTo>
                    <a:pt x="8291" y="698"/>
                  </a:lnTo>
                  <a:lnTo>
                    <a:pt x="8327" y="771"/>
                  </a:lnTo>
                  <a:lnTo>
                    <a:pt x="8401" y="808"/>
                  </a:lnTo>
                  <a:lnTo>
                    <a:pt x="8474" y="808"/>
                  </a:lnTo>
                  <a:lnTo>
                    <a:pt x="8768" y="771"/>
                  </a:lnTo>
                  <a:lnTo>
                    <a:pt x="8914" y="771"/>
                  </a:lnTo>
                  <a:lnTo>
                    <a:pt x="8988" y="808"/>
                  </a:lnTo>
                  <a:lnTo>
                    <a:pt x="9024" y="844"/>
                  </a:lnTo>
                  <a:lnTo>
                    <a:pt x="9208" y="1101"/>
                  </a:lnTo>
                  <a:lnTo>
                    <a:pt x="9318" y="1321"/>
                  </a:lnTo>
                  <a:lnTo>
                    <a:pt x="9465" y="1615"/>
                  </a:lnTo>
                  <a:lnTo>
                    <a:pt x="9538" y="1871"/>
                  </a:lnTo>
                  <a:lnTo>
                    <a:pt x="9611" y="2165"/>
                  </a:lnTo>
                  <a:lnTo>
                    <a:pt x="9648" y="2458"/>
                  </a:lnTo>
                  <a:lnTo>
                    <a:pt x="9648" y="2715"/>
                  </a:lnTo>
                  <a:lnTo>
                    <a:pt x="9575" y="2972"/>
                  </a:lnTo>
                  <a:lnTo>
                    <a:pt x="9501" y="3229"/>
                  </a:lnTo>
                  <a:lnTo>
                    <a:pt x="9354" y="3485"/>
                  </a:lnTo>
                  <a:lnTo>
                    <a:pt x="9171" y="3669"/>
                  </a:lnTo>
                  <a:lnTo>
                    <a:pt x="8988" y="3852"/>
                  </a:lnTo>
                  <a:lnTo>
                    <a:pt x="8731" y="3962"/>
                  </a:lnTo>
                  <a:lnTo>
                    <a:pt x="8474" y="3999"/>
                  </a:lnTo>
                  <a:lnTo>
                    <a:pt x="8327" y="3999"/>
                  </a:lnTo>
                  <a:lnTo>
                    <a:pt x="8217" y="3925"/>
                  </a:lnTo>
                  <a:lnTo>
                    <a:pt x="8107" y="3852"/>
                  </a:lnTo>
                  <a:lnTo>
                    <a:pt x="7997" y="3742"/>
                  </a:lnTo>
                  <a:lnTo>
                    <a:pt x="7851" y="3485"/>
                  </a:lnTo>
                  <a:lnTo>
                    <a:pt x="7740" y="3229"/>
                  </a:lnTo>
                  <a:lnTo>
                    <a:pt x="7630" y="2935"/>
                  </a:lnTo>
                  <a:lnTo>
                    <a:pt x="7594" y="2605"/>
                  </a:lnTo>
                  <a:lnTo>
                    <a:pt x="7557" y="2311"/>
                  </a:lnTo>
                  <a:lnTo>
                    <a:pt x="7594" y="1981"/>
                  </a:lnTo>
                  <a:lnTo>
                    <a:pt x="7630" y="1578"/>
                  </a:lnTo>
                  <a:lnTo>
                    <a:pt x="7777" y="1211"/>
                  </a:lnTo>
                  <a:lnTo>
                    <a:pt x="7887" y="1028"/>
                  </a:lnTo>
                  <a:lnTo>
                    <a:pt x="7997" y="844"/>
                  </a:lnTo>
                  <a:lnTo>
                    <a:pt x="8107" y="698"/>
                  </a:lnTo>
                  <a:lnTo>
                    <a:pt x="8291" y="587"/>
                  </a:lnTo>
                  <a:close/>
                  <a:moveTo>
                    <a:pt x="8401" y="147"/>
                  </a:moveTo>
                  <a:lnTo>
                    <a:pt x="8181" y="221"/>
                  </a:lnTo>
                  <a:lnTo>
                    <a:pt x="7961" y="294"/>
                  </a:lnTo>
                  <a:lnTo>
                    <a:pt x="7814" y="404"/>
                  </a:lnTo>
                  <a:lnTo>
                    <a:pt x="7667" y="551"/>
                  </a:lnTo>
                  <a:lnTo>
                    <a:pt x="7520" y="698"/>
                  </a:lnTo>
                  <a:lnTo>
                    <a:pt x="7410" y="881"/>
                  </a:lnTo>
                  <a:lnTo>
                    <a:pt x="7264" y="1284"/>
                  </a:lnTo>
                  <a:lnTo>
                    <a:pt x="7154" y="1688"/>
                  </a:lnTo>
                  <a:lnTo>
                    <a:pt x="7117" y="2055"/>
                  </a:lnTo>
                  <a:lnTo>
                    <a:pt x="7080" y="2458"/>
                  </a:lnTo>
                  <a:lnTo>
                    <a:pt x="7154" y="2935"/>
                  </a:lnTo>
                  <a:lnTo>
                    <a:pt x="7264" y="3375"/>
                  </a:lnTo>
                  <a:lnTo>
                    <a:pt x="7410" y="3779"/>
                  </a:lnTo>
                  <a:lnTo>
                    <a:pt x="7520" y="3962"/>
                  </a:lnTo>
                  <a:lnTo>
                    <a:pt x="7667" y="4146"/>
                  </a:lnTo>
                  <a:lnTo>
                    <a:pt x="7814" y="4292"/>
                  </a:lnTo>
                  <a:lnTo>
                    <a:pt x="7961" y="4402"/>
                  </a:lnTo>
                  <a:lnTo>
                    <a:pt x="8144" y="4476"/>
                  </a:lnTo>
                  <a:lnTo>
                    <a:pt x="8364" y="4512"/>
                  </a:lnTo>
                  <a:lnTo>
                    <a:pt x="8584" y="4512"/>
                  </a:lnTo>
                  <a:lnTo>
                    <a:pt x="8768" y="4476"/>
                  </a:lnTo>
                  <a:lnTo>
                    <a:pt x="8988" y="4439"/>
                  </a:lnTo>
                  <a:lnTo>
                    <a:pt x="9134" y="4366"/>
                  </a:lnTo>
                  <a:lnTo>
                    <a:pt x="9318" y="4256"/>
                  </a:lnTo>
                  <a:lnTo>
                    <a:pt x="9465" y="4146"/>
                  </a:lnTo>
                  <a:lnTo>
                    <a:pt x="9721" y="3852"/>
                  </a:lnTo>
                  <a:lnTo>
                    <a:pt x="9905" y="3522"/>
                  </a:lnTo>
                  <a:lnTo>
                    <a:pt x="10051" y="3118"/>
                  </a:lnTo>
                  <a:lnTo>
                    <a:pt x="10161" y="2752"/>
                  </a:lnTo>
                  <a:lnTo>
                    <a:pt x="10161" y="2348"/>
                  </a:lnTo>
                  <a:lnTo>
                    <a:pt x="10125" y="2091"/>
                  </a:lnTo>
                  <a:lnTo>
                    <a:pt x="10051" y="1761"/>
                  </a:lnTo>
                  <a:lnTo>
                    <a:pt x="9941" y="1394"/>
                  </a:lnTo>
                  <a:lnTo>
                    <a:pt x="9758" y="1064"/>
                  </a:lnTo>
                  <a:lnTo>
                    <a:pt x="9575" y="734"/>
                  </a:lnTo>
                  <a:lnTo>
                    <a:pt x="9354" y="441"/>
                  </a:lnTo>
                  <a:lnTo>
                    <a:pt x="9244" y="331"/>
                  </a:lnTo>
                  <a:lnTo>
                    <a:pt x="9098" y="257"/>
                  </a:lnTo>
                  <a:lnTo>
                    <a:pt x="8988" y="221"/>
                  </a:lnTo>
                  <a:lnTo>
                    <a:pt x="8841" y="184"/>
                  </a:lnTo>
                  <a:lnTo>
                    <a:pt x="8621" y="147"/>
                  </a:lnTo>
                  <a:close/>
                  <a:moveTo>
                    <a:pt x="3999" y="1"/>
                  </a:moveTo>
                  <a:lnTo>
                    <a:pt x="3926" y="37"/>
                  </a:lnTo>
                  <a:lnTo>
                    <a:pt x="3852" y="111"/>
                  </a:lnTo>
                  <a:lnTo>
                    <a:pt x="3816" y="404"/>
                  </a:lnTo>
                  <a:lnTo>
                    <a:pt x="3779" y="734"/>
                  </a:lnTo>
                  <a:lnTo>
                    <a:pt x="3705" y="1321"/>
                  </a:lnTo>
                  <a:lnTo>
                    <a:pt x="3632" y="2458"/>
                  </a:lnTo>
                  <a:lnTo>
                    <a:pt x="2898" y="2385"/>
                  </a:lnTo>
                  <a:lnTo>
                    <a:pt x="2128" y="2385"/>
                  </a:lnTo>
                  <a:lnTo>
                    <a:pt x="1395" y="2422"/>
                  </a:lnTo>
                  <a:lnTo>
                    <a:pt x="1028" y="2495"/>
                  </a:lnTo>
                  <a:lnTo>
                    <a:pt x="661" y="2568"/>
                  </a:lnTo>
                  <a:lnTo>
                    <a:pt x="661" y="2495"/>
                  </a:lnTo>
                  <a:lnTo>
                    <a:pt x="588" y="2458"/>
                  </a:lnTo>
                  <a:lnTo>
                    <a:pt x="551" y="2495"/>
                  </a:lnTo>
                  <a:lnTo>
                    <a:pt x="478" y="1651"/>
                  </a:lnTo>
                  <a:lnTo>
                    <a:pt x="441" y="918"/>
                  </a:lnTo>
                  <a:lnTo>
                    <a:pt x="404" y="551"/>
                  </a:lnTo>
                  <a:lnTo>
                    <a:pt x="367" y="184"/>
                  </a:lnTo>
                  <a:lnTo>
                    <a:pt x="331" y="111"/>
                  </a:lnTo>
                  <a:lnTo>
                    <a:pt x="147" y="111"/>
                  </a:lnTo>
                  <a:lnTo>
                    <a:pt x="111" y="184"/>
                  </a:lnTo>
                  <a:lnTo>
                    <a:pt x="37" y="514"/>
                  </a:lnTo>
                  <a:lnTo>
                    <a:pt x="1" y="881"/>
                  </a:lnTo>
                  <a:lnTo>
                    <a:pt x="1" y="1578"/>
                  </a:lnTo>
                  <a:lnTo>
                    <a:pt x="37" y="2275"/>
                  </a:lnTo>
                  <a:lnTo>
                    <a:pt x="111" y="2972"/>
                  </a:lnTo>
                  <a:lnTo>
                    <a:pt x="184" y="3632"/>
                  </a:lnTo>
                  <a:lnTo>
                    <a:pt x="294" y="4329"/>
                  </a:lnTo>
                  <a:lnTo>
                    <a:pt x="404" y="4989"/>
                  </a:lnTo>
                  <a:lnTo>
                    <a:pt x="478" y="5356"/>
                  </a:lnTo>
                  <a:lnTo>
                    <a:pt x="551" y="5503"/>
                  </a:lnTo>
                  <a:lnTo>
                    <a:pt x="588" y="5650"/>
                  </a:lnTo>
                  <a:lnTo>
                    <a:pt x="551" y="5723"/>
                  </a:lnTo>
                  <a:lnTo>
                    <a:pt x="588" y="5833"/>
                  </a:lnTo>
                  <a:lnTo>
                    <a:pt x="661" y="5906"/>
                  </a:lnTo>
                  <a:lnTo>
                    <a:pt x="734" y="5943"/>
                  </a:lnTo>
                  <a:lnTo>
                    <a:pt x="881" y="5943"/>
                  </a:lnTo>
                  <a:lnTo>
                    <a:pt x="954" y="5906"/>
                  </a:lnTo>
                  <a:lnTo>
                    <a:pt x="1028" y="5833"/>
                  </a:lnTo>
                  <a:lnTo>
                    <a:pt x="1064" y="5760"/>
                  </a:lnTo>
                  <a:lnTo>
                    <a:pt x="1064" y="5650"/>
                  </a:lnTo>
                  <a:lnTo>
                    <a:pt x="1064" y="5466"/>
                  </a:lnTo>
                  <a:lnTo>
                    <a:pt x="881" y="4696"/>
                  </a:lnTo>
                  <a:lnTo>
                    <a:pt x="734" y="3889"/>
                  </a:lnTo>
                  <a:lnTo>
                    <a:pt x="624" y="3082"/>
                  </a:lnTo>
                  <a:lnTo>
                    <a:pt x="588" y="2935"/>
                  </a:lnTo>
                  <a:lnTo>
                    <a:pt x="991" y="2972"/>
                  </a:lnTo>
                  <a:lnTo>
                    <a:pt x="1358" y="2935"/>
                  </a:lnTo>
                  <a:lnTo>
                    <a:pt x="2128" y="2898"/>
                  </a:lnTo>
                  <a:lnTo>
                    <a:pt x="2862" y="2898"/>
                  </a:lnTo>
                  <a:lnTo>
                    <a:pt x="3632" y="2972"/>
                  </a:lnTo>
                  <a:lnTo>
                    <a:pt x="3559" y="4256"/>
                  </a:lnTo>
                  <a:lnTo>
                    <a:pt x="3485" y="4843"/>
                  </a:lnTo>
                  <a:lnTo>
                    <a:pt x="3485" y="4989"/>
                  </a:lnTo>
                  <a:lnTo>
                    <a:pt x="3522" y="5173"/>
                  </a:lnTo>
                  <a:lnTo>
                    <a:pt x="3559" y="5283"/>
                  </a:lnTo>
                  <a:lnTo>
                    <a:pt x="3632" y="5393"/>
                  </a:lnTo>
                  <a:lnTo>
                    <a:pt x="3669" y="5429"/>
                  </a:lnTo>
                  <a:lnTo>
                    <a:pt x="3742" y="5466"/>
                  </a:lnTo>
                  <a:lnTo>
                    <a:pt x="3852" y="5393"/>
                  </a:lnTo>
                  <a:lnTo>
                    <a:pt x="3926" y="5319"/>
                  </a:lnTo>
                  <a:lnTo>
                    <a:pt x="3999" y="5209"/>
                  </a:lnTo>
                  <a:lnTo>
                    <a:pt x="4036" y="4916"/>
                  </a:lnTo>
                  <a:lnTo>
                    <a:pt x="4036" y="4366"/>
                  </a:lnTo>
                  <a:lnTo>
                    <a:pt x="4109" y="2935"/>
                  </a:lnTo>
                  <a:lnTo>
                    <a:pt x="4146" y="1468"/>
                  </a:lnTo>
                  <a:lnTo>
                    <a:pt x="4182" y="771"/>
                  </a:lnTo>
                  <a:lnTo>
                    <a:pt x="4182" y="441"/>
                  </a:lnTo>
                  <a:lnTo>
                    <a:pt x="4146" y="111"/>
                  </a:lnTo>
                  <a:lnTo>
                    <a:pt x="4072" y="37"/>
                  </a:lnTo>
                  <a:lnTo>
                    <a:pt x="3999" y="1"/>
                  </a:lnTo>
                  <a:close/>
                  <a:moveTo>
                    <a:pt x="5503" y="3779"/>
                  </a:moveTo>
                  <a:lnTo>
                    <a:pt x="5246" y="3815"/>
                  </a:lnTo>
                  <a:lnTo>
                    <a:pt x="5026" y="3925"/>
                  </a:lnTo>
                  <a:lnTo>
                    <a:pt x="4879" y="3999"/>
                  </a:lnTo>
                  <a:lnTo>
                    <a:pt x="4806" y="4109"/>
                  </a:lnTo>
                  <a:lnTo>
                    <a:pt x="4806" y="4146"/>
                  </a:lnTo>
                  <a:lnTo>
                    <a:pt x="4843" y="4182"/>
                  </a:lnTo>
                  <a:lnTo>
                    <a:pt x="4916" y="4256"/>
                  </a:lnTo>
                  <a:lnTo>
                    <a:pt x="5246" y="4256"/>
                  </a:lnTo>
                  <a:lnTo>
                    <a:pt x="5723" y="4219"/>
                  </a:lnTo>
                  <a:lnTo>
                    <a:pt x="5723" y="4219"/>
                  </a:lnTo>
                  <a:lnTo>
                    <a:pt x="5686" y="4329"/>
                  </a:lnTo>
                  <a:lnTo>
                    <a:pt x="5576" y="4439"/>
                  </a:lnTo>
                  <a:lnTo>
                    <a:pt x="5393" y="4622"/>
                  </a:lnTo>
                  <a:lnTo>
                    <a:pt x="5026" y="5099"/>
                  </a:lnTo>
                  <a:lnTo>
                    <a:pt x="4659" y="5613"/>
                  </a:lnTo>
                  <a:lnTo>
                    <a:pt x="4366" y="6126"/>
                  </a:lnTo>
                  <a:lnTo>
                    <a:pt x="4329" y="6273"/>
                  </a:lnTo>
                  <a:lnTo>
                    <a:pt x="4366" y="6420"/>
                  </a:lnTo>
                  <a:lnTo>
                    <a:pt x="4476" y="6493"/>
                  </a:lnTo>
                  <a:lnTo>
                    <a:pt x="4623" y="6493"/>
                  </a:lnTo>
                  <a:lnTo>
                    <a:pt x="6310" y="6126"/>
                  </a:lnTo>
                  <a:lnTo>
                    <a:pt x="6383" y="6090"/>
                  </a:lnTo>
                  <a:lnTo>
                    <a:pt x="6457" y="6016"/>
                  </a:lnTo>
                  <a:lnTo>
                    <a:pt x="6493" y="5943"/>
                  </a:lnTo>
                  <a:lnTo>
                    <a:pt x="6457" y="5833"/>
                  </a:lnTo>
                  <a:lnTo>
                    <a:pt x="6420" y="5760"/>
                  </a:lnTo>
                  <a:lnTo>
                    <a:pt x="6383" y="5686"/>
                  </a:lnTo>
                  <a:lnTo>
                    <a:pt x="6273" y="5650"/>
                  </a:lnTo>
                  <a:lnTo>
                    <a:pt x="6163" y="5650"/>
                  </a:lnTo>
                  <a:lnTo>
                    <a:pt x="5026" y="5906"/>
                  </a:lnTo>
                  <a:lnTo>
                    <a:pt x="5319" y="5466"/>
                  </a:lnTo>
                  <a:lnTo>
                    <a:pt x="5650" y="5063"/>
                  </a:lnTo>
                  <a:lnTo>
                    <a:pt x="5870" y="4806"/>
                  </a:lnTo>
                  <a:lnTo>
                    <a:pt x="6053" y="4549"/>
                  </a:lnTo>
                  <a:lnTo>
                    <a:pt x="6126" y="4402"/>
                  </a:lnTo>
                  <a:lnTo>
                    <a:pt x="6200" y="4256"/>
                  </a:lnTo>
                  <a:lnTo>
                    <a:pt x="6200" y="4109"/>
                  </a:lnTo>
                  <a:lnTo>
                    <a:pt x="6200" y="3925"/>
                  </a:lnTo>
                  <a:lnTo>
                    <a:pt x="6163" y="3889"/>
                  </a:lnTo>
                  <a:lnTo>
                    <a:pt x="6126" y="3815"/>
                  </a:lnTo>
                  <a:lnTo>
                    <a:pt x="5980" y="3779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54" name="Google Shape;310;p5">
              <a:extLst>
                <a:ext uri="{FF2B5EF4-FFF2-40B4-BE49-F238E27FC236}">
                  <a16:creationId xmlns:a16="http://schemas.microsoft.com/office/drawing/2014/main" id="{5A383DC0-9873-4D2D-A33A-05FE168F9BE9}"/>
                </a:ext>
              </a:extLst>
            </p:cNvPr>
            <p:cNvSpPr/>
            <p:nvPr/>
          </p:nvSpPr>
          <p:spPr>
            <a:xfrm>
              <a:off x="6051225" y="1090800"/>
              <a:ext cx="285225" cy="283400"/>
            </a:xfrm>
            <a:custGeom>
              <a:avLst/>
              <a:gdLst/>
              <a:ahLst/>
              <a:cxnLst/>
              <a:rect l="l" t="t" r="r" b="b"/>
              <a:pathLst>
                <a:path w="11409" h="11336" extrusionOk="0">
                  <a:moveTo>
                    <a:pt x="5173" y="4219"/>
                  </a:moveTo>
                  <a:lnTo>
                    <a:pt x="5136" y="4256"/>
                  </a:lnTo>
                  <a:lnTo>
                    <a:pt x="5100" y="4292"/>
                  </a:lnTo>
                  <a:lnTo>
                    <a:pt x="4990" y="4366"/>
                  </a:lnTo>
                  <a:lnTo>
                    <a:pt x="4916" y="4476"/>
                  </a:lnTo>
                  <a:lnTo>
                    <a:pt x="4916" y="4512"/>
                  </a:lnTo>
                  <a:lnTo>
                    <a:pt x="4843" y="4659"/>
                  </a:lnTo>
                  <a:lnTo>
                    <a:pt x="4843" y="4769"/>
                  </a:lnTo>
                  <a:lnTo>
                    <a:pt x="4880" y="4843"/>
                  </a:lnTo>
                  <a:lnTo>
                    <a:pt x="4990" y="4916"/>
                  </a:lnTo>
                  <a:lnTo>
                    <a:pt x="5100" y="4989"/>
                  </a:lnTo>
                  <a:lnTo>
                    <a:pt x="5283" y="4989"/>
                  </a:lnTo>
                  <a:lnTo>
                    <a:pt x="5430" y="4916"/>
                  </a:lnTo>
                  <a:lnTo>
                    <a:pt x="5540" y="4769"/>
                  </a:lnTo>
                  <a:lnTo>
                    <a:pt x="5577" y="4696"/>
                  </a:lnTo>
                  <a:lnTo>
                    <a:pt x="5613" y="4623"/>
                  </a:lnTo>
                  <a:lnTo>
                    <a:pt x="5577" y="4549"/>
                  </a:lnTo>
                  <a:lnTo>
                    <a:pt x="5577" y="4476"/>
                  </a:lnTo>
                  <a:lnTo>
                    <a:pt x="5430" y="4402"/>
                  </a:lnTo>
                  <a:lnTo>
                    <a:pt x="5320" y="4366"/>
                  </a:lnTo>
                  <a:lnTo>
                    <a:pt x="5320" y="4292"/>
                  </a:lnTo>
                  <a:lnTo>
                    <a:pt x="5246" y="4256"/>
                  </a:lnTo>
                  <a:lnTo>
                    <a:pt x="5173" y="4219"/>
                  </a:lnTo>
                  <a:close/>
                  <a:moveTo>
                    <a:pt x="5980" y="6016"/>
                  </a:moveTo>
                  <a:lnTo>
                    <a:pt x="6017" y="6053"/>
                  </a:lnTo>
                  <a:lnTo>
                    <a:pt x="6053" y="6126"/>
                  </a:lnTo>
                  <a:lnTo>
                    <a:pt x="6053" y="6200"/>
                  </a:lnTo>
                  <a:lnTo>
                    <a:pt x="5907" y="6237"/>
                  </a:lnTo>
                  <a:lnTo>
                    <a:pt x="5943" y="6090"/>
                  </a:lnTo>
                  <a:lnTo>
                    <a:pt x="5980" y="6016"/>
                  </a:lnTo>
                  <a:close/>
                  <a:moveTo>
                    <a:pt x="5833" y="5613"/>
                  </a:moveTo>
                  <a:lnTo>
                    <a:pt x="5723" y="5650"/>
                  </a:lnTo>
                  <a:lnTo>
                    <a:pt x="5650" y="5723"/>
                  </a:lnTo>
                  <a:lnTo>
                    <a:pt x="5613" y="5796"/>
                  </a:lnTo>
                  <a:lnTo>
                    <a:pt x="5613" y="5870"/>
                  </a:lnTo>
                  <a:lnTo>
                    <a:pt x="5687" y="5943"/>
                  </a:lnTo>
                  <a:lnTo>
                    <a:pt x="5577" y="6163"/>
                  </a:lnTo>
                  <a:lnTo>
                    <a:pt x="5540" y="6420"/>
                  </a:lnTo>
                  <a:lnTo>
                    <a:pt x="5577" y="6530"/>
                  </a:lnTo>
                  <a:lnTo>
                    <a:pt x="5687" y="6567"/>
                  </a:lnTo>
                  <a:lnTo>
                    <a:pt x="5833" y="6603"/>
                  </a:lnTo>
                  <a:lnTo>
                    <a:pt x="5980" y="6603"/>
                  </a:lnTo>
                  <a:lnTo>
                    <a:pt x="6090" y="6567"/>
                  </a:lnTo>
                  <a:lnTo>
                    <a:pt x="6237" y="6530"/>
                  </a:lnTo>
                  <a:lnTo>
                    <a:pt x="6347" y="6457"/>
                  </a:lnTo>
                  <a:lnTo>
                    <a:pt x="6420" y="6347"/>
                  </a:lnTo>
                  <a:lnTo>
                    <a:pt x="6457" y="6200"/>
                  </a:lnTo>
                  <a:lnTo>
                    <a:pt x="6457" y="6053"/>
                  </a:lnTo>
                  <a:lnTo>
                    <a:pt x="6420" y="5943"/>
                  </a:lnTo>
                  <a:lnTo>
                    <a:pt x="6347" y="5833"/>
                  </a:lnTo>
                  <a:lnTo>
                    <a:pt x="6274" y="5760"/>
                  </a:lnTo>
                  <a:lnTo>
                    <a:pt x="6163" y="5686"/>
                  </a:lnTo>
                  <a:lnTo>
                    <a:pt x="6053" y="5650"/>
                  </a:lnTo>
                  <a:lnTo>
                    <a:pt x="5943" y="5613"/>
                  </a:lnTo>
                  <a:close/>
                  <a:moveTo>
                    <a:pt x="3926" y="441"/>
                  </a:moveTo>
                  <a:lnTo>
                    <a:pt x="4623" y="478"/>
                  </a:lnTo>
                  <a:lnTo>
                    <a:pt x="5356" y="478"/>
                  </a:lnTo>
                  <a:lnTo>
                    <a:pt x="6824" y="551"/>
                  </a:lnTo>
                  <a:lnTo>
                    <a:pt x="7631" y="551"/>
                  </a:lnTo>
                  <a:lnTo>
                    <a:pt x="7704" y="734"/>
                  </a:lnTo>
                  <a:lnTo>
                    <a:pt x="7777" y="1064"/>
                  </a:lnTo>
                  <a:lnTo>
                    <a:pt x="7521" y="1174"/>
                  </a:lnTo>
                  <a:lnTo>
                    <a:pt x="7191" y="1211"/>
                  </a:lnTo>
                  <a:lnTo>
                    <a:pt x="7044" y="1211"/>
                  </a:lnTo>
                  <a:lnTo>
                    <a:pt x="6860" y="1174"/>
                  </a:lnTo>
                  <a:lnTo>
                    <a:pt x="6714" y="1174"/>
                  </a:lnTo>
                  <a:lnTo>
                    <a:pt x="6530" y="1211"/>
                  </a:lnTo>
                  <a:lnTo>
                    <a:pt x="6494" y="1248"/>
                  </a:lnTo>
                  <a:lnTo>
                    <a:pt x="6457" y="1321"/>
                  </a:lnTo>
                  <a:lnTo>
                    <a:pt x="6420" y="1395"/>
                  </a:lnTo>
                  <a:lnTo>
                    <a:pt x="6457" y="1468"/>
                  </a:lnTo>
                  <a:lnTo>
                    <a:pt x="6457" y="1505"/>
                  </a:lnTo>
                  <a:lnTo>
                    <a:pt x="6494" y="1578"/>
                  </a:lnTo>
                  <a:lnTo>
                    <a:pt x="6567" y="1651"/>
                  </a:lnTo>
                  <a:lnTo>
                    <a:pt x="6567" y="1871"/>
                  </a:lnTo>
                  <a:lnTo>
                    <a:pt x="6567" y="2092"/>
                  </a:lnTo>
                  <a:lnTo>
                    <a:pt x="6640" y="2642"/>
                  </a:lnTo>
                  <a:lnTo>
                    <a:pt x="6677" y="3192"/>
                  </a:lnTo>
                  <a:lnTo>
                    <a:pt x="6714" y="3632"/>
                  </a:lnTo>
                  <a:lnTo>
                    <a:pt x="6714" y="4072"/>
                  </a:lnTo>
                  <a:lnTo>
                    <a:pt x="6677" y="4586"/>
                  </a:lnTo>
                  <a:lnTo>
                    <a:pt x="6640" y="4843"/>
                  </a:lnTo>
                  <a:lnTo>
                    <a:pt x="6640" y="5099"/>
                  </a:lnTo>
                  <a:lnTo>
                    <a:pt x="6677" y="5246"/>
                  </a:lnTo>
                  <a:lnTo>
                    <a:pt x="6640" y="5319"/>
                  </a:lnTo>
                  <a:lnTo>
                    <a:pt x="6640" y="5393"/>
                  </a:lnTo>
                  <a:lnTo>
                    <a:pt x="6640" y="5466"/>
                  </a:lnTo>
                  <a:lnTo>
                    <a:pt x="6714" y="5540"/>
                  </a:lnTo>
                  <a:lnTo>
                    <a:pt x="7117" y="5796"/>
                  </a:lnTo>
                  <a:lnTo>
                    <a:pt x="7484" y="6016"/>
                  </a:lnTo>
                  <a:lnTo>
                    <a:pt x="7851" y="6310"/>
                  </a:lnTo>
                  <a:lnTo>
                    <a:pt x="8218" y="6640"/>
                  </a:lnTo>
                  <a:lnTo>
                    <a:pt x="8915" y="7300"/>
                  </a:lnTo>
                  <a:lnTo>
                    <a:pt x="8621" y="7337"/>
                  </a:lnTo>
                  <a:lnTo>
                    <a:pt x="8328" y="7300"/>
                  </a:lnTo>
                  <a:lnTo>
                    <a:pt x="8108" y="7227"/>
                  </a:lnTo>
                  <a:lnTo>
                    <a:pt x="7887" y="7154"/>
                  </a:lnTo>
                  <a:lnTo>
                    <a:pt x="7484" y="6933"/>
                  </a:lnTo>
                  <a:lnTo>
                    <a:pt x="7117" y="6823"/>
                  </a:lnTo>
                  <a:lnTo>
                    <a:pt x="6750" y="6787"/>
                  </a:lnTo>
                  <a:lnTo>
                    <a:pt x="6384" y="6823"/>
                  </a:lnTo>
                  <a:lnTo>
                    <a:pt x="5980" y="6933"/>
                  </a:lnTo>
                  <a:lnTo>
                    <a:pt x="5577" y="7044"/>
                  </a:lnTo>
                  <a:lnTo>
                    <a:pt x="5210" y="7227"/>
                  </a:lnTo>
                  <a:lnTo>
                    <a:pt x="4843" y="7374"/>
                  </a:lnTo>
                  <a:lnTo>
                    <a:pt x="4439" y="7520"/>
                  </a:lnTo>
                  <a:lnTo>
                    <a:pt x="4109" y="7557"/>
                  </a:lnTo>
                  <a:lnTo>
                    <a:pt x="3816" y="7594"/>
                  </a:lnTo>
                  <a:lnTo>
                    <a:pt x="3889" y="7557"/>
                  </a:lnTo>
                  <a:lnTo>
                    <a:pt x="3926" y="7484"/>
                  </a:lnTo>
                  <a:lnTo>
                    <a:pt x="3926" y="7374"/>
                  </a:lnTo>
                  <a:lnTo>
                    <a:pt x="3926" y="7300"/>
                  </a:lnTo>
                  <a:lnTo>
                    <a:pt x="3889" y="7227"/>
                  </a:lnTo>
                  <a:lnTo>
                    <a:pt x="3816" y="7190"/>
                  </a:lnTo>
                  <a:lnTo>
                    <a:pt x="2789" y="7190"/>
                  </a:lnTo>
                  <a:lnTo>
                    <a:pt x="2935" y="7044"/>
                  </a:lnTo>
                  <a:lnTo>
                    <a:pt x="3266" y="6677"/>
                  </a:lnTo>
                  <a:lnTo>
                    <a:pt x="3559" y="6713"/>
                  </a:lnTo>
                  <a:lnTo>
                    <a:pt x="3853" y="6713"/>
                  </a:lnTo>
                  <a:lnTo>
                    <a:pt x="4403" y="6677"/>
                  </a:lnTo>
                  <a:lnTo>
                    <a:pt x="4549" y="6640"/>
                  </a:lnTo>
                  <a:lnTo>
                    <a:pt x="4623" y="6530"/>
                  </a:lnTo>
                  <a:lnTo>
                    <a:pt x="4623" y="6457"/>
                  </a:lnTo>
                  <a:lnTo>
                    <a:pt x="4586" y="6383"/>
                  </a:lnTo>
                  <a:lnTo>
                    <a:pt x="4513" y="6310"/>
                  </a:lnTo>
                  <a:lnTo>
                    <a:pt x="4403" y="6273"/>
                  </a:lnTo>
                  <a:lnTo>
                    <a:pt x="3669" y="6273"/>
                  </a:lnTo>
                  <a:lnTo>
                    <a:pt x="3926" y="6016"/>
                  </a:lnTo>
                  <a:lnTo>
                    <a:pt x="4183" y="5723"/>
                  </a:lnTo>
                  <a:lnTo>
                    <a:pt x="4293" y="5723"/>
                  </a:lnTo>
                  <a:lnTo>
                    <a:pt x="4366" y="5686"/>
                  </a:lnTo>
                  <a:lnTo>
                    <a:pt x="4439" y="5576"/>
                  </a:lnTo>
                  <a:lnTo>
                    <a:pt x="4476" y="5466"/>
                  </a:lnTo>
                  <a:lnTo>
                    <a:pt x="4403" y="3449"/>
                  </a:lnTo>
                  <a:lnTo>
                    <a:pt x="4366" y="2495"/>
                  </a:lnTo>
                  <a:lnTo>
                    <a:pt x="4329" y="2018"/>
                  </a:lnTo>
                  <a:lnTo>
                    <a:pt x="4293" y="1541"/>
                  </a:lnTo>
                  <a:lnTo>
                    <a:pt x="4256" y="1431"/>
                  </a:lnTo>
                  <a:lnTo>
                    <a:pt x="4549" y="1505"/>
                  </a:lnTo>
                  <a:lnTo>
                    <a:pt x="4953" y="1578"/>
                  </a:lnTo>
                  <a:lnTo>
                    <a:pt x="5173" y="1578"/>
                  </a:lnTo>
                  <a:lnTo>
                    <a:pt x="5356" y="1505"/>
                  </a:lnTo>
                  <a:lnTo>
                    <a:pt x="5393" y="1468"/>
                  </a:lnTo>
                  <a:lnTo>
                    <a:pt x="5430" y="1431"/>
                  </a:lnTo>
                  <a:lnTo>
                    <a:pt x="5430" y="1358"/>
                  </a:lnTo>
                  <a:lnTo>
                    <a:pt x="5393" y="1321"/>
                  </a:lnTo>
                  <a:lnTo>
                    <a:pt x="5246" y="1211"/>
                  </a:lnTo>
                  <a:lnTo>
                    <a:pt x="5063" y="1174"/>
                  </a:lnTo>
                  <a:lnTo>
                    <a:pt x="4733" y="1138"/>
                  </a:lnTo>
                  <a:lnTo>
                    <a:pt x="4219" y="1064"/>
                  </a:lnTo>
                  <a:lnTo>
                    <a:pt x="4183" y="1028"/>
                  </a:lnTo>
                  <a:lnTo>
                    <a:pt x="4146" y="991"/>
                  </a:lnTo>
                  <a:lnTo>
                    <a:pt x="3999" y="991"/>
                  </a:lnTo>
                  <a:lnTo>
                    <a:pt x="3853" y="1028"/>
                  </a:lnTo>
                  <a:lnTo>
                    <a:pt x="3706" y="1064"/>
                  </a:lnTo>
                  <a:lnTo>
                    <a:pt x="3596" y="1064"/>
                  </a:lnTo>
                  <a:lnTo>
                    <a:pt x="3522" y="1028"/>
                  </a:lnTo>
                  <a:lnTo>
                    <a:pt x="3486" y="991"/>
                  </a:lnTo>
                  <a:lnTo>
                    <a:pt x="3412" y="881"/>
                  </a:lnTo>
                  <a:lnTo>
                    <a:pt x="3412" y="771"/>
                  </a:lnTo>
                  <a:lnTo>
                    <a:pt x="3412" y="698"/>
                  </a:lnTo>
                  <a:lnTo>
                    <a:pt x="3486" y="624"/>
                  </a:lnTo>
                  <a:lnTo>
                    <a:pt x="3559" y="551"/>
                  </a:lnTo>
                  <a:lnTo>
                    <a:pt x="3742" y="478"/>
                  </a:lnTo>
                  <a:lnTo>
                    <a:pt x="3926" y="441"/>
                  </a:lnTo>
                  <a:close/>
                  <a:moveTo>
                    <a:pt x="6090" y="8071"/>
                  </a:moveTo>
                  <a:lnTo>
                    <a:pt x="6127" y="8144"/>
                  </a:lnTo>
                  <a:lnTo>
                    <a:pt x="6127" y="8217"/>
                  </a:lnTo>
                  <a:lnTo>
                    <a:pt x="6090" y="8291"/>
                  </a:lnTo>
                  <a:lnTo>
                    <a:pt x="6053" y="8364"/>
                  </a:lnTo>
                  <a:lnTo>
                    <a:pt x="5980" y="8401"/>
                  </a:lnTo>
                  <a:lnTo>
                    <a:pt x="5907" y="8401"/>
                  </a:lnTo>
                  <a:lnTo>
                    <a:pt x="5833" y="8364"/>
                  </a:lnTo>
                  <a:lnTo>
                    <a:pt x="5760" y="8291"/>
                  </a:lnTo>
                  <a:lnTo>
                    <a:pt x="5760" y="8181"/>
                  </a:lnTo>
                  <a:lnTo>
                    <a:pt x="5833" y="8144"/>
                  </a:lnTo>
                  <a:lnTo>
                    <a:pt x="5943" y="8071"/>
                  </a:lnTo>
                  <a:lnTo>
                    <a:pt x="6017" y="8107"/>
                  </a:lnTo>
                  <a:lnTo>
                    <a:pt x="6053" y="8107"/>
                  </a:lnTo>
                  <a:lnTo>
                    <a:pt x="6090" y="8071"/>
                  </a:lnTo>
                  <a:close/>
                  <a:moveTo>
                    <a:pt x="5907" y="7630"/>
                  </a:moveTo>
                  <a:lnTo>
                    <a:pt x="5797" y="7667"/>
                  </a:lnTo>
                  <a:lnTo>
                    <a:pt x="5687" y="7704"/>
                  </a:lnTo>
                  <a:lnTo>
                    <a:pt x="5577" y="7777"/>
                  </a:lnTo>
                  <a:lnTo>
                    <a:pt x="5467" y="7887"/>
                  </a:lnTo>
                  <a:lnTo>
                    <a:pt x="5467" y="7924"/>
                  </a:lnTo>
                  <a:lnTo>
                    <a:pt x="5430" y="7997"/>
                  </a:lnTo>
                  <a:lnTo>
                    <a:pt x="5503" y="8071"/>
                  </a:lnTo>
                  <a:lnTo>
                    <a:pt x="5430" y="8217"/>
                  </a:lnTo>
                  <a:lnTo>
                    <a:pt x="5430" y="8364"/>
                  </a:lnTo>
                  <a:lnTo>
                    <a:pt x="5467" y="8474"/>
                  </a:lnTo>
                  <a:lnTo>
                    <a:pt x="5540" y="8584"/>
                  </a:lnTo>
                  <a:lnTo>
                    <a:pt x="5650" y="8694"/>
                  </a:lnTo>
                  <a:lnTo>
                    <a:pt x="5797" y="8731"/>
                  </a:lnTo>
                  <a:lnTo>
                    <a:pt x="5907" y="8768"/>
                  </a:lnTo>
                  <a:lnTo>
                    <a:pt x="6053" y="8768"/>
                  </a:lnTo>
                  <a:lnTo>
                    <a:pt x="6200" y="8731"/>
                  </a:lnTo>
                  <a:lnTo>
                    <a:pt x="6310" y="8658"/>
                  </a:lnTo>
                  <a:lnTo>
                    <a:pt x="6384" y="8584"/>
                  </a:lnTo>
                  <a:lnTo>
                    <a:pt x="6457" y="8474"/>
                  </a:lnTo>
                  <a:lnTo>
                    <a:pt x="6494" y="8327"/>
                  </a:lnTo>
                  <a:lnTo>
                    <a:pt x="6494" y="8217"/>
                  </a:lnTo>
                  <a:lnTo>
                    <a:pt x="6494" y="8071"/>
                  </a:lnTo>
                  <a:lnTo>
                    <a:pt x="6457" y="7961"/>
                  </a:lnTo>
                  <a:lnTo>
                    <a:pt x="6384" y="7851"/>
                  </a:lnTo>
                  <a:lnTo>
                    <a:pt x="6310" y="7777"/>
                  </a:lnTo>
                  <a:lnTo>
                    <a:pt x="6200" y="7704"/>
                  </a:lnTo>
                  <a:lnTo>
                    <a:pt x="6053" y="7667"/>
                  </a:lnTo>
                  <a:lnTo>
                    <a:pt x="5907" y="7630"/>
                  </a:lnTo>
                  <a:close/>
                  <a:moveTo>
                    <a:pt x="4476" y="9134"/>
                  </a:moveTo>
                  <a:lnTo>
                    <a:pt x="4513" y="9281"/>
                  </a:lnTo>
                  <a:lnTo>
                    <a:pt x="4476" y="9391"/>
                  </a:lnTo>
                  <a:lnTo>
                    <a:pt x="4403" y="9538"/>
                  </a:lnTo>
                  <a:lnTo>
                    <a:pt x="4256" y="9648"/>
                  </a:lnTo>
                  <a:lnTo>
                    <a:pt x="4183" y="9685"/>
                  </a:lnTo>
                  <a:lnTo>
                    <a:pt x="4109" y="9685"/>
                  </a:lnTo>
                  <a:lnTo>
                    <a:pt x="4036" y="9648"/>
                  </a:lnTo>
                  <a:lnTo>
                    <a:pt x="3963" y="9575"/>
                  </a:lnTo>
                  <a:lnTo>
                    <a:pt x="3926" y="9501"/>
                  </a:lnTo>
                  <a:lnTo>
                    <a:pt x="3926" y="9428"/>
                  </a:lnTo>
                  <a:lnTo>
                    <a:pt x="3963" y="9354"/>
                  </a:lnTo>
                  <a:lnTo>
                    <a:pt x="4036" y="9281"/>
                  </a:lnTo>
                  <a:lnTo>
                    <a:pt x="4219" y="9208"/>
                  </a:lnTo>
                  <a:lnTo>
                    <a:pt x="4403" y="9171"/>
                  </a:lnTo>
                  <a:lnTo>
                    <a:pt x="4439" y="9171"/>
                  </a:lnTo>
                  <a:lnTo>
                    <a:pt x="4476" y="9134"/>
                  </a:lnTo>
                  <a:close/>
                  <a:moveTo>
                    <a:pt x="7741" y="9391"/>
                  </a:moveTo>
                  <a:lnTo>
                    <a:pt x="7814" y="9464"/>
                  </a:lnTo>
                  <a:lnTo>
                    <a:pt x="7851" y="9575"/>
                  </a:lnTo>
                  <a:lnTo>
                    <a:pt x="7851" y="9685"/>
                  </a:lnTo>
                  <a:lnTo>
                    <a:pt x="7814" y="9795"/>
                  </a:lnTo>
                  <a:lnTo>
                    <a:pt x="7704" y="9868"/>
                  </a:lnTo>
                  <a:lnTo>
                    <a:pt x="7557" y="9905"/>
                  </a:lnTo>
                  <a:lnTo>
                    <a:pt x="7447" y="9905"/>
                  </a:lnTo>
                  <a:lnTo>
                    <a:pt x="7301" y="9868"/>
                  </a:lnTo>
                  <a:lnTo>
                    <a:pt x="7227" y="9795"/>
                  </a:lnTo>
                  <a:lnTo>
                    <a:pt x="7301" y="9648"/>
                  </a:lnTo>
                  <a:lnTo>
                    <a:pt x="7374" y="9538"/>
                  </a:lnTo>
                  <a:lnTo>
                    <a:pt x="7484" y="9464"/>
                  </a:lnTo>
                  <a:lnTo>
                    <a:pt x="7631" y="9428"/>
                  </a:lnTo>
                  <a:lnTo>
                    <a:pt x="7704" y="9391"/>
                  </a:lnTo>
                  <a:close/>
                  <a:moveTo>
                    <a:pt x="4439" y="8658"/>
                  </a:moveTo>
                  <a:lnTo>
                    <a:pt x="4293" y="8694"/>
                  </a:lnTo>
                  <a:lnTo>
                    <a:pt x="4146" y="8694"/>
                  </a:lnTo>
                  <a:lnTo>
                    <a:pt x="4073" y="8731"/>
                  </a:lnTo>
                  <a:lnTo>
                    <a:pt x="3999" y="8804"/>
                  </a:lnTo>
                  <a:lnTo>
                    <a:pt x="3963" y="8951"/>
                  </a:lnTo>
                  <a:lnTo>
                    <a:pt x="3742" y="9061"/>
                  </a:lnTo>
                  <a:lnTo>
                    <a:pt x="3596" y="9244"/>
                  </a:lnTo>
                  <a:lnTo>
                    <a:pt x="3559" y="9354"/>
                  </a:lnTo>
                  <a:lnTo>
                    <a:pt x="3522" y="9501"/>
                  </a:lnTo>
                  <a:lnTo>
                    <a:pt x="3559" y="9611"/>
                  </a:lnTo>
                  <a:lnTo>
                    <a:pt x="3596" y="9758"/>
                  </a:lnTo>
                  <a:lnTo>
                    <a:pt x="3706" y="9868"/>
                  </a:lnTo>
                  <a:lnTo>
                    <a:pt x="3779" y="9978"/>
                  </a:lnTo>
                  <a:lnTo>
                    <a:pt x="3926" y="10051"/>
                  </a:lnTo>
                  <a:lnTo>
                    <a:pt x="4036" y="10088"/>
                  </a:lnTo>
                  <a:lnTo>
                    <a:pt x="4366" y="10088"/>
                  </a:lnTo>
                  <a:lnTo>
                    <a:pt x="4513" y="10015"/>
                  </a:lnTo>
                  <a:lnTo>
                    <a:pt x="4623" y="9905"/>
                  </a:lnTo>
                  <a:lnTo>
                    <a:pt x="4733" y="9795"/>
                  </a:lnTo>
                  <a:lnTo>
                    <a:pt x="4843" y="9648"/>
                  </a:lnTo>
                  <a:lnTo>
                    <a:pt x="4880" y="9501"/>
                  </a:lnTo>
                  <a:lnTo>
                    <a:pt x="4916" y="9354"/>
                  </a:lnTo>
                  <a:lnTo>
                    <a:pt x="4916" y="9171"/>
                  </a:lnTo>
                  <a:lnTo>
                    <a:pt x="4880" y="9024"/>
                  </a:lnTo>
                  <a:lnTo>
                    <a:pt x="4806" y="8878"/>
                  </a:lnTo>
                  <a:lnTo>
                    <a:pt x="4733" y="8768"/>
                  </a:lnTo>
                  <a:lnTo>
                    <a:pt x="4586" y="8694"/>
                  </a:lnTo>
                  <a:lnTo>
                    <a:pt x="4439" y="8658"/>
                  </a:lnTo>
                  <a:close/>
                  <a:moveTo>
                    <a:pt x="7447" y="8951"/>
                  </a:moveTo>
                  <a:lnTo>
                    <a:pt x="7337" y="8988"/>
                  </a:lnTo>
                  <a:lnTo>
                    <a:pt x="7264" y="9061"/>
                  </a:lnTo>
                  <a:lnTo>
                    <a:pt x="7227" y="9134"/>
                  </a:lnTo>
                  <a:lnTo>
                    <a:pt x="7227" y="9208"/>
                  </a:lnTo>
                  <a:lnTo>
                    <a:pt x="7117" y="9318"/>
                  </a:lnTo>
                  <a:lnTo>
                    <a:pt x="7007" y="9391"/>
                  </a:lnTo>
                  <a:lnTo>
                    <a:pt x="6934" y="9501"/>
                  </a:lnTo>
                  <a:lnTo>
                    <a:pt x="6897" y="9611"/>
                  </a:lnTo>
                  <a:lnTo>
                    <a:pt x="6897" y="9575"/>
                  </a:lnTo>
                  <a:lnTo>
                    <a:pt x="6860" y="9611"/>
                  </a:lnTo>
                  <a:lnTo>
                    <a:pt x="6824" y="9758"/>
                  </a:lnTo>
                  <a:lnTo>
                    <a:pt x="6824" y="9905"/>
                  </a:lnTo>
                  <a:lnTo>
                    <a:pt x="6860" y="9978"/>
                  </a:lnTo>
                  <a:lnTo>
                    <a:pt x="6897" y="10051"/>
                  </a:lnTo>
                  <a:lnTo>
                    <a:pt x="7007" y="10125"/>
                  </a:lnTo>
                  <a:lnTo>
                    <a:pt x="7044" y="10161"/>
                  </a:lnTo>
                  <a:lnTo>
                    <a:pt x="7044" y="10198"/>
                  </a:lnTo>
                  <a:lnTo>
                    <a:pt x="7227" y="10271"/>
                  </a:lnTo>
                  <a:lnTo>
                    <a:pt x="7374" y="10345"/>
                  </a:lnTo>
                  <a:lnTo>
                    <a:pt x="7704" y="10345"/>
                  </a:lnTo>
                  <a:lnTo>
                    <a:pt x="7851" y="10271"/>
                  </a:lnTo>
                  <a:lnTo>
                    <a:pt x="7998" y="10198"/>
                  </a:lnTo>
                  <a:lnTo>
                    <a:pt x="8108" y="10088"/>
                  </a:lnTo>
                  <a:lnTo>
                    <a:pt x="8181" y="9941"/>
                  </a:lnTo>
                  <a:lnTo>
                    <a:pt x="8254" y="9795"/>
                  </a:lnTo>
                  <a:lnTo>
                    <a:pt x="8291" y="9611"/>
                  </a:lnTo>
                  <a:lnTo>
                    <a:pt x="8254" y="9464"/>
                  </a:lnTo>
                  <a:lnTo>
                    <a:pt x="8218" y="9318"/>
                  </a:lnTo>
                  <a:lnTo>
                    <a:pt x="8144" y="9171"/>
                  </a:lnTo>
                  <a:lnTo>
                    <a:pt x="7998" y="9024"/>
                  </a:lnTo>
                  <a:lnTo>
                    <a:pt x="7924" y="8988"/>
                  </a:lnTo>
                  <a:lnTo>
                    <a:pt x="7851" y="8951"/>
                  </a:lnTo>
                  <a:close/>
                  <a:moveTo>
                    <a:pt x="6970" y="7227"/>
                  </a:moveTo>
                  <a:lnTo>
                    <a:pt x="7227" y="7300"/>
                  </a:lnTo>
                  <a:lnTo>
                    <a:pt x="7741" y="7520"/>
                  </a:lnTo>
                  <a:lnTo>
                    <a:pt x="8071" y="7667"/>
                  </a:lnTo>
                  <a:lnTo>
                    <a:pt x="8474" y="7740"/>
                  </a:lnTo>
                  <a:lnTo>
                    <a:pt x="8658" y="7777"/>
                  </a:lnTo>
                  <a:lnTo>
                    <a:pt x="8878" y="7777"/>
                  </a:lnTo>
                  <a:lnTo>
                    <a:pt x="9061" y="7740"/>
                  </a:lnTo>
                  <a:lnTo>
                    <a:pt x="9245" y="7667"/>
                  </a:lnTo>
                  <a:lnTo>
                    <a:pt x="9575" y="8071"/>
                  </a:lnTo>
                  <a:lnTo>
                    <a:pt x="10125" y="8841"/>
                  </a:lnTo>
                  <a:lnTo>
                    <a:pt x="10639" y="9648"/>
                  </a:lnTo>
                  <a:lnTo>
                    <a:pt x="10785" y="9868"/>
                  </a:lnTo>
                  <a:lnTo>
                    <a:pt x="10822" y="10015"/>
                  </a:lnTo>
                  <a:lnTo>
                    <a:pt x="10785" y="10161"/>
                  </a:lnTo>
                  <a:lnTo>
                    <a:pt x="10749" y="10235"/>
                  </a:lnTo>
                  <a:lnTo>
                    <a:pt x="10639" y="10345"/>
                  </a:lnTo>
                  <a:lnTo>
                    <a:pt x="10455" y="10455"/>
                  </a:lnTo>
                  <a:lnTo>
                    <a:pt x="10235" y="10602"/>
                  </a:lnTo>
                  <a:lnTo>
                    <a:pt x="9758" y="10565"/>
                  </a:lnTo>
                  <a:lnTo>
                    <a:pt x="9281" y="10492"/>
                  </a:lnTo>
                  <a:lnTo>
                    <a:pt x="8328" y="10455"/>
                  </a:lnTo>
                  <a:lnTo>
                    <a:pt x="7374" y="10492"/>
                  </a:lnTo>
                  <a:lnTo>
                    <a:pt x="6420" y="10528"/>
                  </a:lnTo>
                  <a:lnTo>
                    <a:pt x="2092" y="10675"/>
                  </a:lnTo>
                  <a:lnTo>
                    <a:pt x="1065" y="10712"/>
                  </a:lnTo>
                  <a:lnTo>
                    <a:pt x="735" y="10712"/>
                  </a:lnTo>
                  <a:lnTo>
                    <a:pt x="625" y="10638"/>
                  </a:lnTo>
                  <a:lnTo>
                    <a:pt x="588" y="10602"/>
                  </a:lnTo>
                  <a:lnTo>
                    <a:pt x="551" y="10565"/>
                  </a:lnTo>
                  <a:lnTo>
                    <a:pt x="588" y="10418"/>
                  </a:lnTo>
                  <a:lnTo>
                    <a:pt x="735" y="10198"/>
                  </a:lnTo>
                  <a:lnTo>
                    <a:pt x="1065" y="9685"/>
                  </a:lnTo>
                  <a:lnTo>
                    <a:pt x="1542" y="9575"/>
                  </a:lnTo>
                  <a:lnTo>
                    <a:pt x="1762" y="9538"/>
                  </a:lnTo>
                  <a:lnTo>
                    <a:pt x="2018" y="9501"/>
                  </a:lnTo>
                  <a:lnTo>
                    <a:pt x="2092" y="9464"/>
                  </a:lnTo>
                  <a:lnTo>
                    <a:pt x="2128" y="9428"/>
                  </a:lnTo>
                  <a:lnTo>
                    <a:pt x="2165" y="9281"/>
                  </a:lnTo>
                  <a:lnTo>
                    <a:pt x="2128" y="9171"/>
                  </a:lnTo>
                  <a:lnTo>
                    <a:pt x="2092" y="9134"/>
                  </a:lnTo>
                  <a:lnTo>
                    <a:pt x="2018" y="9098"/>
                  </a:lnTo>
                  <a:lnTo>
                    <a:pt x="1872" y="9061"/>
                  </a:lnTo>
                  <a:lnTo>
                    <a:pt x="1725" y="9061"/>
                  </a:lnTo>
                  <a:lnTo>
                    <a:pt x="1395" y="9134"/>
                  </a:lnTo>
                  <a:lnTo>
                    <a:pt x="1395" y="9134"/>
                  </a:lnTo>
                  <a:lnTo>
                    <a:pt x="1798" y="8547"/>
                  </a:lnTo>
                  <a:lnTo>
                    <a:pt x="1835" y="8511"/>
                  </a:lnTo>
                  <a:lnTo>
                    <a:pt x="1945" y="8547"/>
                  </a:lnTo>
                  <a:lnTo>
                    <a:pt x="2092" y="8584"/>
                  </a:lnTo>
                  <a:lnTo>
                    <a:pt x="2459" y="8621"/>
                  </a:lnTo>
                  <a:lnTo>
                    <a:pt x="2972" y="8621"/>
                  </a:lnTo>
                  <a:lnTo>
                    <a:pt x="3082" y="8584"/>
                  </a:lnTo>
                  <a:lnTo>
                    <a:pt x="3156" y="8511"/>
                  </a:lnTo>
                  <a:lnTo>
                    <a:pt x="3192" y="8401"/>
                  </a:lnTo>
                  <a:lnTo>
                    <a:pt x="3156" y="8291"/>
                  </a:lnTo>
                  <a:lnTo>
                    <a:pt x="3082" y="8217"/>
                  </a:lnTo>
                  <a:lnTo>
                    <a:pt x="2972" y="8181"/>
                  </a:lnTo>
                  <a:lnTo>
                    <a:pt x="2055" y="8181"/>
                  </a:lnTo>
                  <a:lnTo>
                    <a:pt x="2532" y="7520"/>
                  </a:lnTo>
                  <a:lnTo>
                    <a:pt x="2752" y="7557"/>
                  </a:lnTo>
                  <a:lnTo>
                    <a:pt x="2899" y="7704"/>
                  </a:lnTo>
                  <a:lnTo>
                    <a:pt x="3046" y="7777"/>
                  </a:lnTo>
                  <a:lnTo>
                    <a:pt x="3192" y="7851"/>
                  </a:lnTo>
                  <a:lnTo>
                    <a:pt x="3376" y="7924"/>
                  </a:lnTo>
                  <a:lnTo>
                    <a:pt x="3742" y="7961"/>
                  </a:lnTo>
                  <a:lnTo>
                    <a:pt x="4073" y="7961"/>
                  </a:lnTo>
                  <a:lnTo>
                    <a:pt x="4549" y="7887"/>
                  </a:lnTo>
                  <a:lnTo>
                    <a:pt x="4953" y="7777"/>
                  </a:lnTo>
                  <a:lnTo>
                    <a:pt x="5797" y="7410"/>
                  </a:lnTo>
                  <a:lnTo>
                    <a:pt x="6237" y="7264"/>
                  </a:lnTo>
                  <a:lnTo>
                    <a:pt x="6494" y="7227"/>
                  </a:lnTo>
                  <a:close/>
                  <a:moveTo>
                    <a:pt x="4036" y="1"/>
                  </a:moveTo>
                  <a:lnTo>
                    <a:pt x="3816" y="37"/>
                  </a:lnTo>
                  <a:lnTo>
                    <a:pt x="3596" y="74"/>
                  </a:lnTo>
                  <a:lnTo>
                    <a:pt x="3412" y="147"/>
                  </a:lnTo>
                  <a:lnTo>
                    <a:pt x="3229" y="257"/>
                  </a:lnTo>
                  <a:lnTo>
                    <a:pt x="3119" y="404"/>
                  </a:lnTo>
                  <a:lnTo>
                    <a:pt x="3009" y="551"/>
                  </a:lnTo>
                  <a:lnTo>
                    <a:pt x="2972" y="771"/>
                  </a:lnTo>
                  <a:lnTo>
                    <a:pt x="3009" y="991"/>
                  </a:lnTo>
                  <a:lnTo>
                    <a:pt x="3082" y="1174"/>
                  </a:lnTo>
                  <a:lnTo>
                    <a:pt x="3156" y="1285"/>
                  </a:lnTo>
                  <a:lnTo>
                    <a:pt x="3266" y="1358"/>
                  </a:lnTo>
                  <a:lnTo>
                    <a:pt x="3412" y="1431"/>
                  </a:lnTo>
                  <a:lnTo>
                    <a:pt x="3559" y="1468"/>
                  </a:lnTo>
                  <a:lnTo>
                    <a:pt x="3706" y="1468"/>
                  </a:lnTo>
                  <a:lnTo>
                    <a:pt x="3853" y="1431"/>
                  </a:lnTo>
                  <a:lnTo>
                    <a:pt x="3999" y="1395"/>
                  </a:lnTo>
                  <a:lnTo>
                    <a:pt x="4073" y="1395"/>
                  </a:lnTo>
                  <a:lnTo>
                    <a:pt x="3963" y="1468"/>
                  </a:lnTo>
                  <a:lnTo>
                    <a:pt x="3926" y="1578"/>
                  </a:lnTo>
                  <a:lnTo>
                    <a:pt x="3889" y="2055"/>
                  </a:lnTo>
                  <a:lnTo>
                    <a:pt x="3889" y="2532"/>
                  </a:lnTo>
                  <a:lnTo>
                    <a:pt x="3926" y="3449"/>
                  </a:lnTo>
                  <a:lnTo>
                    <a:pt x="3926" y="5099"/>
                  </a:lnTo>
                  <a:lnTo>
                    <a:pt x="3926" y="5283"/>
                  </a:lnTo>
                  <a:lnTo>
                    <a:pt x="3963" y="5466"/>
                  </a:lnTo>
                  <a:lnTo>
                    <a:pt x="3963" y="5503"/>
                  </a:lnTo>
                  <a:lnTo>
                    <a:pt x="3742" y="5613"/>
                  </a:lnTo>
                  <a:lnTo>
                    <a:pt x="3559" y="5723"/>
                  </a:lnTo>
                  <a:lnTo>
                    <a:pt x="3229" y="6016"/>
                  </a:lnTo>
                  <a:lnTo>
                    <a:pt x="2899" y="6347"/>
                  </a:lnTo>
                  <a:lnTo>
                    <a:pt x="2605" y="6677"/>
                  </a:lnTo>
                  <a:lnTo>
                    <a:pt x="2239" y="7080"/>
                  </a:lnTo>
                  <a:lnTo>
                    <a:pt x="1908" y="7484"/>
                  </a:lnTo>
                  <a:lnTo>
                    <a:pt x="1285" y="8364"/>
                  </a:lnTo>
                  <a:lnTo>
                    <a:pt x="698" y="9244"/>
                  </a:lnTo>
                  <a:lnTo>
                    <a:pt x="148" y="10125"/>
                  </a:lnTo>
                  <a:lnTo>
                    <a:pt x="38" y="10308"/>
                  </a:lnTo>
                  <a:lnTo>
                    <a:pt x="1" y="10492"/>
                  </a:lnTo>
                  <a:lnTo>
                    <a:pt x="38" y="10675"/>
                  </a:lnTo>
                  <a:lnTo>
                    <a:pt x="111" y="10858"/>
                  </a:lnTo>
                  <a:lnTo>
                    <a:pt x="221" y="11005"/>
                  </a:lnTo>
                  <a:lnTo>
                    <a:pt x="368" y="11115"/>
                  </a:lnTo>
                  <a:lnTo>
                    <a:pt x="551" y="11225"/>
                  </a:lnTo>
                  <a:lnTo>
                    <a:pt x="771" y="11262"/>
                  </a:lnTo>
                  <a:lnTo>
                    <a:pt x="1321" y="11299"/>
                  </a:lnTo>
                  <a:lnTo>
                    <a:pt x="1872" y="11262"/>
                  </a:lnTo>
                  <a:lnTo>
                    <a:pt x="3009" y="11189"/>
                  </a:lnTo>
                  <a:lnTo>
                    <a:pt x="5503" y="11115"/>
                  </a:lnTo>
                  <a:lnTo>
                    <a:pt x="7447" y="11042"/>
                  </a:lnTo>
                  <a:lnTo>
                    <a:pt x="8401" y="11005"/>
                  </a:lnTo>
                  <a:lnTo>
                    <a:pt x="9355" y="11042"/>
                  </a:lnTo>
                  <a:lnTo>
                    <a:pt x="9391" y="11152"/>
                  </a:lnTo>
                  <a:lnTo>
                    <a:pt x="9465" y="11225"/>
                  </a:lnTo>
                  <a:lnTo>
                    <a:pt x="9612" y="11299"/>
                  </a:lnTo>
                  <a:lnTo>
                    <a:pt x="9795" y="11335"/>
                  </a:lnTo>
                  <a:lnTo>
                    <a:pt x="9978" y="11335"/>
                  </a:lnTo>
                  <a:lnTo>
                    <a:pt x="10125" y="11299"/>
                  </a:lnTo>
                  <a:lnTo>
                    <a:pt x="10272" y="11299"/>
                  </a:lnTo>
                  <a:lnTo>
                    <a:pt x="10382" y="11262"/>
                  </a:lnTo>
                  <a:lnTo>
                    <a:pt x="10455" y="11189"/>
                  </a:lnTo>
                  <a:lnTo>
                    <a:pt x="10565" y="11115"/>
                  </a:lnTo>
                  <a:lnTo>
                    <a:pt x="10785" y="10968"/>
                  </a:lnTo>
                  <a:lnTo>
                    <a:pt x="10969" y="10785"/>
                  </a:lnTo>
                  <a:lnTo>
                    <a:pt x="11152" y="10602"/>
                  </a:lnTo>
                  <a:lnTo>
                    <a:pt x="11299" y="10455"/>
                  </a:lnTo>
                  <a:lnTo>
                    <a:pt x="11336" y="10308"/>
                  </a:lnTo>
                  <a:lnTo>
                    <a:pt x="11372" y="10198"/>
                  </a:lnTo>
                  <a:lnTo>
                    <a:pt x="11409" y="10051"/>
                  </a:lnTo>
                  <a:lnTo>
                    <a:pt x="11372" y="9941"/>
                  </a:lnTo>
                  <a:lnTo>
                    <a:pt x="11299" y="9685"/>
                  </a:lnTo>
                  <a:lnTo>
                    <a:pt x="11189" y="9464"/>
                  </a:lnTo>
                  <a:lnTo>
                    <a:pt x="10859" y="8914"/>
                  </a:lnTo>
                  <a:lnTo>
                    <a:pt x="10492" y="8364"/>
                  </a:lnTo>
                  <a:lnTo>
                    <a:pt x="10125" y="7887"/>
                  </a:lnTo>
                  <a:lnTo>
                    <a:pt x="9722" y="7410"/>
                  </a:lnTo>
                  <a:lnTo>
                    <a:pt x="9318" y="6933"/>
                  </a:lnTo>
                  <a:lnTo>
                    <a:pt x="8878" y="6493"/>
                  </a:lnTo>
                  <a:lnTo>
                    <a:pt x="8474" y="6126"/>
                  </a:lnTo>
                  <a:lnTo>
                    <a:pt x="8071" y="5760"/>
                  </a:lnTo>
                  <a:lnTo>
                    <a:pt x="7851" y="5576"/>
                  </a:lnTo>
                  <a:lnTo>
                    <a:pt x="7594" y="5430"/>
                  </a:lnTo>
                  <a:lnTo>
                    <a:pt x="7374" y="5319"/>
                  </a:lnTo>
                  <a:lnTo>
                    <a:pt x="7117" y="5209"/>
                  </a:lnTo>
                  <a:lnTo>
                    <a:pt x="7117" y="5173"/>
                  </a:lnTo>
                  <a:lnTo>
                    <a:pt x="7191" y="4953"/>
                  </a:lnTo>
                  <a:lnTo>
                    <a:pt x="7227" y="4696"/>
                  </a:lnTo>
                  <a:lnTo>
                    <a:pt x="7227" y="4182"/>
                  </a:lnTo>
                  <a:lnTo>
                    <a:pt x="7227" y="3669"/>
                  </a:lnTo>
                  <a:lnTo>
                    <a:pt x="7191" y="3192"/>
                  </a:lnTo>
                  <a:lnTo>
                    <a:pt x="7154" y="2825"/>
                  </a:lnTo>
                  <a:lnTo>
                    <a:pt x="7117" y="2385"/>
                  </a:lnTo>
                  <a:lnTo>
                    <a:pt x="7044" y="2165"/>
                  </a:lnTo>
                  <a:lnTo>
                    <a:pt x="7007" y="1945"/>
                  </a:lnTo>
                  <a:lnTo>
                    <a:pt x="6934" y="1761"/>
                  </a:lnTo>
                  <a:lnTo>
                    <a:pt x="6824" y="1615"/>
                  </a:lnTo>
                  <a:lnTo>
                    <a:pt x="7191" y="1651"/>
                  </a:lnTo>
                  <a:lnTo>
                    <a:pt x="7521" y="1651"/>
                  </a:lnTo>
                  <a:lnTo>
                    <a:pt x="7851" y="1541"/>
                  </a:lnTo>
                  <a:lnTo>
                    <a:pt x="7998" y="1468"/>
                  </a:lnTo>
                  <a:lnTo>
                    <a:pt x="8144" y="1358"/>
                  </a:lnTo>
                  <a:lnTo>
                    <a:pt x="8254" y="1248"/>
                  </a:lnTo>
                  <a:lnTo>
                    <a:pt x="8254" y="1174"/>
                  </a:lnTo>
                  <a:lnTo>
                    <a:pt x="8254" y="1101"/>
                  </a:lnTo>
                  <a:lnTo>
                    <a:pt x="8144" y="624"/>
                  </a:lnTo>
                  <a:lnTo>
                    <a:pt x="8071" y="404"/>
                  </a:lnTo>
                  <a:lnTo>
                    <a:pt x="7998" y="294"/>
                  </a:lnTo>
                  <a:lnTo>
                    <a:pt x="7924" y="221"/>
                  </a:lnTo>
                  <a:lnTo>
                    <a:pt x="7851" y="147"/>
                  </a:lnTo>
                  <a:lnTo>
                    <a:pt x="7777" y="147"/>
                  </a:lnTo>
                  <a:lnTo>
                    <a:pt x="7631" y="111"/>
                  </a:lnTo>
                  <a:lnTo>
                    <a:pt x="6824" y="74"/>
                  </a:lnTo>
                  <a:lnTo>
                    <a:pt x="4036" y="1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55" name="Google Shape;311;p5">
              <a:extLst>
                <a:ext uri="{FF2B5EF4-FFF2-40B4-BE49-F238E27FC236}">
                  <a16:creationId xmlns:a16="http://schemas.microsoft.com/office/drawing/2014/main" id="{B7F30F45-4AFC-427C-B83D-FEB17C1E7C4D}"/>
                </a:ext>
              </a:extLst>
            </p:cNvPr>
            <p:cNvSpPr/>
            <p:nvPr/>
          </p:nvSpPr>
          <p:spPr>
            <a:xfrm>
              <a:off x="6849975" y="3631900"/>
              <a:ext cx="270550" cy="339350"/>
            </a:xfrm>
            <a:custGeom>
              <a:avLst/>
              <a:gdLst/>
              <a:ahLst/>
              <a:cxnLst/>
              <a:rect l="l" t="t" r="r" b="b"/>
              <a:pathLst>
                <a:path w="10822" h="13574" extrusionOk="0">
                  <a:moveTo>
                    <a:pt x="10235" y="1358"/>
                  </a:moveTo>
                  <a:lnTo>
                    <a:pt x="10345" y="1652"/>
                  </a:lnTo>
                  <a:lnTo>
                    <a:pt x="10345" y="1982"/>
                  </a:lnTo>
                  <a:lnTo>
                    <a:pt x="10345" y="2312"/>
                  </a:lnTo>
                  <a:lnTo>
                    <a:pt x="10235" y="2605"/>
                  </a:lnTo>
                  <a:lnTo>
                    <a:pt x="10235" y="2569"/>
                  </a:lnTo>
                  <a:lnTo>
                    <a:pt x="10198" y="1945"/>
                  </a:lnTo>
                  <a:lnTo>
                    <a:pt x="10235" y="1358"/>
                  </a:lnTo>
                  <a:close/>
                  <a:moveTo>
                    <a:pt x="9538" y="2092"/>
                  </a:moveTo>
                  <a:lnTo>
                    <a:pt x="9538" y="2422"/>
                  </a:lnTo>
                  <a:lnTo>
                    <a:pt x="9538" y="2789"/>
                  </a:lnTo>
                  <a:lnTo>
                    <a:pt x="9465" y="2202"/>
                  </a:lnTo>
                  <a:lnTo>
                    <a:pt x="9538" y="2092"/>
                  </a:lnTo>
                  <a:close/>
                  <a:moveTo>
                    <a:pt x="9941" y="1285"/>
                  </a:moveTo>
                  <a:lnTo>
                    <a:pt x="9868" y="1835"/>
                  </a:lnTo>
                  <a:lnTo>
                    <a:pt x="9831" y="2129"/>
                  </a:lnTo>
                  <a:lnTo>
                    <a:pt x="9831" y="2459"/>
                  </a:lnTo>
                  <a:lnTo>
                    <a:pt x="9831" y="2642"/>
                  </a:lnTo>
                  <a:lnTo>
                    <a:pt x="9868" y="2789"/>
                  </a:lnTo>
                  <a:lnTo>
                    <a:pt x="9941" y="2936"/>
                  </a:lnTo>
                  <a:lnTo>
                    <a:pt x="10015" y="3046"/>
                  </a:lnTo>
                  <a:lnTo>
                    <a:pt x="10051" y="3046"/>
                  </a:lnTo>
                  <a:lnTo>
                    <a:pt x="9941" y="3229"/>
                  </a:lnTo>
                  <a:lnTo>
                    <a:pt x="9648" y="3632"/>
                  </a:lnTo>
                  <a:lnTo>
                    <a:pt x="9575" y="3046"/>
                  </a:lnTo>
                  <a:lnTo>
                    <a:pt x="9611" y="3119"/>
                  </a:lnTo>
                  <a:lnTo>
                    <a:pt x="9648" y="3156"/>
                  </a:lnTo>
                  <a:lnTo>
                    <a:pt x="9721" y="3192"/>
                  </a:lnTo>
                  <a:lnTo>
                    <a:pt x="9795" y="3156"/>
                  </a:lnTo>
                  <a:lnTo>
                    <a:pt x="9868" y="3156"/>
                  </a:lnTo>
                  <a:lnTo>
                    <a:pt x="9905" y="3082"/>
                  </a:lnTo>
                  <a:lnTo>
                    <a:pt x="9905" y="3046"/>
                  </a:lnTo>
                  <a:lnTo>
                    <a:pt x="9905" y="2972"/>
                  </a:lnTo>
                  <a:lnTo>
                    <a:pt x="9868" y="2936"/>
                  </a:lnTo>
                  <a:lnTo>
                    <a:pt x="9831" y="2899"/>
                  </a:lnTo>
                  <a:lnTo>
                    <a:pt x="9758" y="2899"/>
                  </a:lnTo>
                  <a:lnTo>
                    <a:pt x="9758" y="2642"/>
                  </a:lnTo>
                  <a:lnTo>
                    <a:pt x="9721" y="2092"/>
                  </a:lnTo>
                  <a:lnTo>
                    <a:pt x="9685" y="2018"/>
                  </a:lnTo>
                  <a:lnTo>
                    <a:pt x="9587" y="2018"/>
                  </a:lnTo>
                  <a:lnTo>
                    <a:pt x="9611" y="1982"/>
                  </a:lnTo>
                  <a:lnTo>
                    <a:pt x="9721" y="1762"/>
                  </a:lnTo>
                  <a:lnTo>
                    <a:pt x="9831" y="1542"/>
                  </a:lnTo>
                  <a:lnTo>
                    <a:pt x="9941" y="1285"/>
                  </a:lnTo>
                  <a:close/>
                  <a:moveTo>
                    <a:pt x="9318" y="2385"/>
                  </a:moveTo>
                  <a:lnTo>
                    <a:pt x="9281" y="3119"/>
                  </a:lnTo>
                  <a:lnTo>
                    <a:pt x="9318" y="3889"/>
                  </a:lnTo>
                  <a:lnTo>
                    <a:pt x="9354" y="3963"/>
                  </a:lnTo>
                  <a:lnTo>
                    <a:pt x="9098" y="4183"/>
                  </a:lnTo>
                  <a:lnTo>
                    <a:pt x="9098" y="3963"/>
                  </a:lnTo>
                  <a:lnTo>
                    <a:pt x="9098" y="3743"/>
                  </a:lnTo>
                  <a:lnTo>
                    <a:pt x="9024" y="3302"/>
                  </a:lnTo>
                  <a:lnTo>
                    <a:pt x="8988" y="2715"/>
                  </a:lnTo>
                  <a:lnTo>
                    <a:pt x="9134" y="2569"/>
                  </a:lnTo>
                  <a:lnTo>
                    <a:pt x="9318" y="2385"/>
                  </a:lnTo>
                  <a:close/>
                  <a:moveTo>
                    <a:pt x="8107" y="3596"/>
                  </a:moveTo>
                  <a:lnTo>
                    <a:pt x="7997" y="3889"/>
                  </a:lnTo>
                  <a:lnTo>
                    <a:pt x="7924" y="4219"/>
                  </a:lnTo>
                  <a:lnTo>
                    <a:pt x="7887" y="3779"/>
                  </a:lnTo>
                  <a:lnTo>
                    <a:pt x="8107" y="3596"/>
                  </a:lnTo>
                  <a:close/>
                  <a:moveTo>
                    <a:pt x="8731" y="2972"/>
                  </a:moveTo>
                  <a:lnTo>
                    <a:pt x="8731" y="3302"/>
                  </a:lnTo>
                  <a:lnTo>
                    <a:pt x="8731" y="3816"/>
                  </a:lnTo>
                  <a:lnTo>
                    <a:pt x="8768" y="4109"/>
                  </a:lnTo>
                  <a:lnTo>
                    <a:pt x="8841" y="4366"/>
                  </a:lnTo>
                  <a:lnTo>
                    <a:pt x="8841" y="4403"/>
                  </a:lnTo>
                  <a:lnTo>
                    <a:pt x="8621" y="4586"/>
                  </a:lnTo>
                  <a:lnTo>
                    <a:pt x="8621" y="4586"/>
                  </a:lnTo>
                  <a:lnTo>
                    <a:pt x="8658" y="4219"/>
                  </a:lnTo>
                  <a:lnTo>
                    <a:pt x="8694" y="3816"/>
                  </a:lnTo>
                  <a:lnTo>
                    <a:pt x="8694" y="3449"/>
                  </a:lnTo>
                  <a:lnTo>
                    <a:pt x="8658" y="3082"/>
                  </a:lnTo>
                  <a:lnTo>
                    <a:pt x="8731" y="2972"/>
                  </a:lnTo>
                  <a:close/>
                  <a:moveTo>
                    <a:pt x="8364" y="3339"/>
                  </a:moveTo>
                  <a:lnTo>
                    <a:pt x="8254" y="4733"/>
                  </a:lnTo>
                  <a:lnTo>
                    <a:pt x="8291" y="4806"/>
                  </a:lnTo>
                  <a:lnTo>
                    <a:pt x="8291" y="4843"/>
                  </a:lnTo>
                  <a:lnTo>
                    <a:pt x="8217" y="4916"/>
                  </a:lnTo>
                  <a:lnTo>
                    <a:pt x="8181" y="4880"/>
                  </a:lnTo>
                  <a:lnTo>
                    <a:pt x="8327" y="3522"/>
                  </a:lnTo>
                  <a:lnTo>
                    <a:pt x="8291" y="3486"/>
                  </a:lnTo>
                  <a:lnTo>
                    <a:pt x="8254" y="3449"/>
                  </a:lnTo>
                  <a:lnTo>
                    <a:pt x="8364" y="3339"/>
                  </a:lnTo>
                  <a:close/>
                  <a:moveTo>
                    <a:pt x="7704" y="3963"/>
                  </a:moveTo>
                  <a:lnTo>
                    <a:pt x="7667" y="4329"/>
                  </a:lnTo>
                  <a:lnTo>
                    <a:pt x="7594" y="4696"/>
                  </a:lnTo>
                  <a:lnTo>
                    <a:pt x="7520" y="5026"/>
                  </a:lnTo>
                  <a:lnTo>
                    <a:pt x="7410" y="5393"/>
                  </a:lnTo>
                  <a:lnTo>
                    <a:pt x="7410" y="5467"/>
                  </a:lnTo>
                  <a:lnTo>
                    <a:pt x="7337" y="5430"/>
                  </a:lnTo>
                  <a:lnTo>
                    <a:pt x="7300" y="5430"/>
                  </a:lnTo>
                  <a:lnTo>
                    <a:pt x="7300" y="4990"/>
                  </a:lnTo>
                  <a:lnTo>
                    <a:pt x="7264" y="4696"/>
                  </a:lnTo>
                  <a:lnTo>
                    <a:pt x="7227" y="4366"/>
                  </a:lnTo>
                  <a:lnTo>
                    <a:pt x="7704" y="3963"/>
                  </a:lnTo>
                  <a:close/>
                  <a:moveTo>
                    <a:pt x="7044" y="4513"/>
                  </a:moveTo>
                  <a:lnTo>
                    <a:pt x="6970" y="5026"/>
                  </a:lnTo>
                  <a:lnTo>
                    <a:pt x="6970" y="5320"/>
                  </a:lnTo>
                  <a:lnTo>
                    <a:pt x="6970" y="5540"/>
                  </a:lnTo>
                  <a:lnTo>
                    <a:pt x="7007" y="5650"/>
                  </a:lnTo>
                  <a:lnTo>
                    <a:pt x="7080" y="5760"/>
                  </a:lnTo>
                  <a:lnTo>
                    <a:pt x="6677" y="6053"/>
                  </a:lnTo>
                  <a:lnTo>
                    <a:pt x="6677" y="6053"/>
                  </a:lnTo>
                  <a:lnTo>
                    <a:pt x="6713" y="5797"/>
                  </a:lnTo>
                  <a:lnTo>
                    <a:pt x="6750" y="5540"/>
                  </a:lnTo>
                  <a:lnTo>
                    <a:pt x="6750" y="5173"/>
                  </a:lnTo>
                  <a:lnTo>
                    <a:pt x="6677" y="4843"/>
                  </a:lnTo>
                  <a:lnTo>
                    <a:pt x="7044" y="4513"/>
                  </a:lnTo>
                  <a:close/>
                  <a:moveTo>
                    <a:pt x="6603" y="4916"/>
                  </a:moveTo>
                  <a:lnTo>
                    <a:pt x="6567" y="5173"/>
                  </a:lnTo>
                  <a:lnTo>
                    <a:pt x="6530" y="5430"/>
                  </a:lnTo>
                  <a:lnTo>
                    <a:pt x="6457" y="5613"/>
                  </a:lnTo>
                  <a:lnTo>
                    <a:pt x="6383" y="5760"/>
                  </a:lnTo>
                  <a:lnTo>
                    <a:pt x="6310" y="5943"/>
                  </a:lnTo>
                  <a:lnTo>
                    <a:pt x="6310" y="6127"/>
                  </a:lnTo>
                  <a:lnTo>
                    <a:pt x="6310" y="6200"/>
                  </a:lnTo>
                  <a:lnTo>
                    <a:pt x="6383" y="6237"/>
                  </a:lnTo>
                  <a:lnTo>
                    <a:pt x="5980" y="6494"/>
                  </a:lnTo>
                  <a:lnTo>
                    <a:pt x="6053" y="6090"/>
                  </a:lnTo>
                  <a:lnTo>
                    <a:pt x="6053" y="5760"/>
                  </a:lnTo>
                  <a:lnTo>
                    <a:pt x="6016" y="5393"/>
                  </a:lnTo>
                  <a:lnTo>
                    <a:pt x="6603" y="4916"/>
                  </a:lnTo>
                  <a:close/>
                  <a:moveTo>
                    <a:pt x="5870" y="5540"/>
                  </a:moveTo>
                  <a:lnTo>
                    <a:pt x="5796" y="5943"/>
                  </a:lnTo>
                  <a:lnTo>
                    <a:pt x="5686" y="6347"/>
                  </a:lnTo>
                  <a:lnTo>
                    <a:pt x="5613" y="6567"/>
                  </a:lnTo>
                  <a:lnTo>
                    <a:pt x="5613" y="6677"/>
                  </a:lnTo>
                  <a:lnTo>
                    <a:pt x="5613" y="6750"/>
                  </a:lnTo>
                  <a:lnTo>
                    <a:pt x="5173" y="7081"/>
                  </a:lnTo>
                  <a:lnTo>
                    <a:pt x="5393" y="5943"/>
                  </a:lnTo>
                  <a:lnTo>
                    <a:pt x="5870" y="5540"/>
                  </a:lnTo>
                  <a:close/>
                  <a:moveTo>
                    <a:pt x="9134" y="478"/>
                  </a:moveTo>
                  <a:lnTo>
                    <a:pt x="9428" y="588"/>
                  </a:lnTo>
                  <a:lnTo>
                    <a:pt x="9318" y="735"/>
                  </a:lnTo>
                  <a:lnTo>
                    <a:pt x="9318" y="845"/>
                  </a:lnTo>
                  <a:lnTo>
                    <a:pt x="9354" y="918"/>
                  </a:lnTo>
                  <a:lnTo>
                    <a:pt x="9428" y="955"/>
                  </a:lnTo>
                  <a:lnTo>
                    <a:pt x="9538" y="955"/>
                  </a:lnTo>
                  <a:lnTo>
                    <a:pt x="9538" y="1101"/>
                  </a:lnTo>
                  <a:lnTo>
                    <a:pt x="9465" y="1285"/>
                  </a:lnTo>
                  <a:lnTo>
                    <a:pt x="9318" y="1615"/>
                  </a:lnTo>
                  <a:lnTo>
                    <a:pt x="9134" y="1908"/>
                  </a:lnTo>
                  <a:lnTo>
                    <a:pt x="8914" y="2202"/>
                  </a:lnTo>
                  <a:lnTo>
                    <a:pt x="8841" y="2165"/>
                  </a:lnTo>
                  <a:lnTo>
                    <a:pt x="8804" y="2202"/>
                  </a:lnTo>
                  <a:lnTo>
                    <a:pt x="8768" y="2202"/>
                  </a:lnTo>
                  <a:lnTo>
                    <a:pt x="8731" y="2275"/>
                  </a:lnTo>
                  <a:lnTo>
                    <a:pt x="8731" y="2349"/>
                  </a:lnTo>
                  <a:lnTo>
                    <a:pt x="8364" y="2715"/>
                  </a:lnTo>
                  <a:lnTo>
                    <a:pt x="7740" y="3339"/>
                  </a:lnTo>
                  <a:lnTo>
                    <a:pt x="7667" y="3339"/>
                  </a:lnTo>
                  <a:lnTo>
                    <a:pt x="7667" y="3412"/>
                  </a:lnTo>
                  <a:lnTo>
                    <a:pt x="6493" y="4439"/>
                  </a:lnTo>
                  <a:lnTo>
                    <a:pt x="5650" y="5173"/>
                  </a:lnTo>
                  <a:lnTo>
                    <a:pt x="4806" y="5870"/>
                  </a:lnTo>
                  <a:lnTo>
                    <a:pt x="4769" y="5870"/>
                  </a:lnTo>
                  <a:lnTo>
                    <a:pt x="4733" y="5907"/>
                  </a:lnTo>
                  <a:lnTo>
                    <a:pt x="4623" y="6017"/>
                  </a:lnTo>
                  <a:lnTo>
                    <a:pt x="3889" y="6567"/>
                  </a:lnTo>
                  <a:lnTo>
                    <a:pt x="3852" y="6567"/>
                  </a:lnTo>
                  <a:lnTo>
                    <a:pt x="3816" y="6604"/>
                  </a:lnTo>
                  <a:lnTo>
                    <a:pt x="3632" y="6714"/>
                  </a:lnTo>
                  <a:lnTo>
                    <a:pt x="3339" y="6897"/>
                  </a:lnTo>
                  <a:lnTo>
                    <a:pt x="3155" y="7007"/>
                  </a:lnTo>
                  <a:lnTo>
                    <a:pt x="3045" y="7154"/>
                  </a:lnTo>
                  <a:lnTo>
                    <a:pt x="2972" y="7117"/>
                  </a:lnTo>
                  <a:lnTo>
                    <a:pt x="2605" y="6824"/>
                  </a:lnTo>
                  <a:lnTo>
                    <a:pt x="2312" y="6457"/>
                  </a:lnTo>
                  <a:lnTo>
                    <a:pt x="2128" y="6274"/>
                  </a:lnTo>
                  <a:lnTo>
                    <a:pt x="1945" y="6090"/>
                  </a:lnTo>
                  <a:lnTo>
                    <a:pt x="2202" y="5943"/>
                  </a:lnTo>
                  <a:lnTo>
                    <a:pt x="2458" y="5723"/>
                  </a:lnTo>
                  <a:lnTo>
                    <a:pt x="2605" y="5943"/>
                  </a:lnTo>
                  <a:lnTo>
                    <a:pt x="2825" y="6127"/>
                  </a:lnTo>
                  <a:lnTo>
                    <a:pt x="2935" y="6200"/>
                  </a:lnTo>
                  <a:lnTo>
                    <a:pt x="3082" y="6237"/>
                  </a:lnTo>
                  <a:lnTo>
                    <a:pt x="3229" y="6237"/>
                  </a:lnTo>
                  <a:lnTo>
                    <a:pt x="3339" y="6127"/>
                  </a:lnTo>
                  <a:lnTo>
                    <a:pt x="3375" y="6090"/>
                  </a:lnTo>
                  <a:lnTo>
                    <a:pt x="3412" y="6017"/>
                  </a:lnTo>
                  <a:lnTo>
                    <a:pt x="3375" y="5870"/>
                  </a:lnTo>
                  <a:lnTo>
                    <a:pt x="3339" y="5797"/>
                  </a:lnTo>
                  <a:lnTo>
                    <a:pt x="3265" y="5760"/>
                  </a:lnTo>
                  <a:lnTo>
                    <a:pt x="3119" y="5760"/>
                  </a:lnTo>
                  <a:lnTo>
                    <a:pt x="3082" y="5797"/>
                  </a:lnTo>
                  <a:lnTo>
                    <a:pt x="3082" y="5760"/>
                  </a:lnTo>
                  <a:lnTo>
                    <a:pt x="2935" y="5650"/>
                  </a:lnTo>
                  <a:lnTo>
                    <a:pt x="2752" y="5503"/>
                  </a:lnTo>
                  <a:lnTo>
                    <a:pt x="2825" y="5430"/>
                  </a:lnTo>
                  <a:lnTo>
                    <a:pt x="3302" y="4990"/>
                  </a:lnTo>
                  <a:lnTo>
                    <a:pt x="3375" y="5173"/>
                  </a:lnTo>
                  <a:lnTo>
                    <a:pt x="3449" y="5283"/>
                  </a:lnTo>
                  <a:lnTo>
                    <a:pt x="3559" y="5393"/>
                  </a:lnTo>
                  <a:lnTo>
                    <a:pt x="3669" y="5503"/>
                  </a:lnTo>
                  <a:lnTo>
                    <a:pt x="3816" y="5540"/>
                  </a:lnTo>
                  <a:lnTo>
                    <a:pt x="3926" y="5540"/>
                  </a:lnTo>
                  <a:lnTo>
                    <a:pt x="3999" y="5467"/>
                  </a:lnTo>
                  <a:lnTo>
                    <a:pt x="4036" y="5393"/>
                  </a:lnTo>
                  <a:lnTo>
                    <a:pt x="4036" y="5283"/>
                  </a:lnTo>
                  <a:lnTo>
                    <a:pt x="3889" y="5136"/>
                  </a:lnTo>
                  <a:lnTo>
                    <a:pt x="3742" y="4990"/>
                  </a:lnTo>
                  <a:lnTo>
                    <a:pt x="3632" y="4843"/>
                  </a:lnTo>
                  <a:lnTo>
                    <a:pt x="3595" y="4770"/>
                  </a:lnTo>
                  <a:lnTo>
                    <a:pt x="3595" y="4733"/>
                  </a:lnTo>
                  <a:lnTo>
                    <a:pt x="3926" y="4439"/>
                  </a:lnTo>
                  <a:lnTo>
                    <a:pt x="4146" y="4256"/>
                  </a:lnTo>
                  <a:lnTo>
                    <a:pt x="4182" y="4403"/>
                  </a:lnTo>
                  <a:lnTo>
                    <a:pt x="4256" y="4513"/>
                  </a:lnTo>
                  <a:lnTo>
                    <a:pt x="4329" y="4623"/>
                  </a:lnTo>
                  <a:lnTo>
                    <a:pt x="4439" y="4770"/>
                  </a:lnTo>
                  <a:lnTo>
                    <a:pt x="4586" y="4843"/>
                  </a:lnTo>
                  <a:lnTo>
                    <a:pt x="4696" y="4880"/>
                  </a:lnTo>
                  <a:lnTo>
                    <a:pt x="4806" y="4843"/>
                  </a:lnTo>
                  <a:lnTo>
                    <a:pt x="4843" y="4770"/>
                  </a:lnTo>
                  <a:lnTo>
                    <a:pt x="4879" y="4733"/>
                  </a:lnTo>
                  <a:lnTo>
                    <a:pt x="4879" y="4623"/>
                  </a:lnTo>
                  <a:lnTo>
                    <a:pt x="4843" y="4549"/>
                  </a:lnTo>
                  <a:lnTo>
                    <a:pt x="4769" y="4476"/>
                  </a:lnTo>
                  <a:lnTo>
                    <a:pt x="4623" y="4329"/>
                  </a:lnTo>
                  <a:lnTo>
                    <a:pt x="4513" y="4219"/>
                  </a:lnTo>
                  <a:lnTo>
                    <a:pt x="4476" y="4073"/>
                  </a:lnTo>
                  <a:lnTo>
                    <a:pt x="4476" y="3999"/>
                  </a:lnTo>
                  <a:lnTo>
                    <a:pt x="4989" y="3522"/>
                  </a:lnTo>
                  <a:lnTo>
                    <a:pt x="5063" y="3632"/>
                  </a:lnTo>
                  <a:lnTo>
                    <a:pt x="5173" y="3853"/>
                  </a:lnTo>
                  <a:lnTo>
                    <a:pt x="5356" y="4036"/>
                  </a:lnTo>
                  <a:lnTo>
                    <a:pt x="5430" y="4073"/>
                  </a:lnTo>
                  <a:lnTo>
                    <a:pt x="5503" y="4109"/>
                  </a:lnTo>
                  <a:lnTo>
                    <a:pt x="5576" y="4073"/>
                  </a:lnTo>
                  <a:lnTo>
                    <a:pt x="5650" y="4036"/>
                  </a:lnTo>
                  <a:lnTo>
                    <a:pt x="5686" y="3963"/>
                  </a:lnTo>
                  <a:lnTo>
                    <a:pt x="5686" y="3926"/>
                  </a:lnTo>
                  <a:lnTo>
                    <a:pt x="5686" y="3853"/>
                  </a:lnTo>
                  <a:lnTo>
                    <a:pt x="5650" y="3779"/>
                  </a:lnTo>
                  <a:lnTo>
                    <a:pt x="5246" y="3302"/>
                  </a:lnTo>
                  <a:lnTo>
                    <a:pt x="5980" y="2642"/>
                  </a:lnTo>
                  <a:lnTo>
                    <a:pt x="6016" y="2715"/>
                  </a:lnTo>
                  <a:lnTo>
                    <a:pt x="6163" y="3082"/>
                  </a:lnTo>
                  <a:lnTo>
                    <a:pt x="6200" y="3156"/>
                  </a:lnTo>
                  <a:lnTo>
                    <a:pt x="6237" y="3192"/>
                  </a:lnTo>
                  <a:lnTo>
                    <a:pt x="6383" y="3192"/>
                  </a:lnTo>
                  <a:lnTo>
                    <a:pt x="6457" y="3156"/>
                  </a:lnTo>
                  <a:lnTo>
                    <a:pt x="6493" y="3082"/>
                  </a:lnTo>
                  <a:lnTo>
                    <a:pt x="6530" y="3009"/>
                  </a:lnTo>
                  <a:lnTo>
                    <a:pt x="6493" y="2936"/>
                  </a:lnTo>
                  <a:lnTo>
                    <a:pt x="6383" y="2605"/>
                  </a:lnTo>
                  <a:lnTo>
                    <a:pt x="6273" y="2422"/>
                  </a:lnTo>
                  <a:lnTo>
                    <a:pt x="7007" y="1725"/>
                  </a:lnTo>
                  <a:lnTo>
                    <a:pt x="7044" y="1945"/>
                  </a:lnTo>
                  <a:lnTo>
                    <a:pt x="7080" y="2129"/>
                  </a:lnTo>
                  <a:lnTo>
                    <a:pt x="7154" y="2349"/>
                  </a:lnTo>
                  <a:lnTo>
                    <a:pt x="7227" y="2532"/>
                  </a:lnTo>
                  <a:lnTo>
                    <a:pt x="7300" y="2605"/>
                  </a:lnTo>
                  <a:lnTo>
                    <a:pt x="7410" y="2642"/>
                  </a:lnTo>
                  <a:lnTo>
                    <a:pt x="7557" y="2569"/>
                  </a:lnTo>
                  <a:lnTo>
                    <a:pt x="7630" y="2495"/>
                  </a:lnTo>
                  <a:lnTo>
                    <a:pt x="7667" y="2385"/>
                  </a:lnTo>
                  <a:lnTo>
                    <a:pt x="7667" y="2312"/>
                  </a:lnTo>
                  <a:lnTo>
                    <a:pt x="7630" y="2239"/>
                  </a:lnTo>
                  <a:lnTo>
                    <a:pt x="7557" y="2165"/>
                  </a:lnTo>
                  <a:lnTo>
                    <a:pt x="7484" y="2165"/>
                  </a:lnTo>
                  <a:lnTo>
                    <a:pt x="7337" y="1835"/>
                  </a:lnTo>
                  <a:lnTo>
                    <a:pt x="7227" y="1542"/>
                  </a:lnTo>
                  <a:lnTo>
                    <a:pt x="7740" y="1101"/>
                  </a:lnTo>
                  <a:lnTo>
                    <a:pt x="8217" y="735"/>
                  </a:lnTo>
                  <a:lnTo>
                    <a:pt x="8364" y="625"/>
                  </a:lnTo>
                  <a:lnTo>
                    <a:pt x="8511" y="551"/>
                  </a:lnTo>
                  <a:lnTo>
                    <a:pt x="8841" y="478"/>
                  </a:lnTo>
                  <a:close/>
                  <a:moveTo>
                    <a:pt x="3485" y="7264"/>
                  </a:moveTo>
                  <a:lnTo>
                    <a:pt x="3449" y="7447"/>
                  </a:lnTo>
                  <a:lnTo>
                    <a:pt x="3302" y="7337"/>
                  </a:lnTo>
                  <a:lnTo>
                    <a:pt x="3485" y="7264"/>
                  </a:lnTo>
                  <a:close/>
                  <a:moveTo>
                    <a:pt x="5099" y="6163"/>
                  </a:moveTo>
                  <a:lnTo>
                    <a:pt x="4733" y="7264"/>
                  </a:lnTo>
                  <a:lnTo>
                    <a:pt x="4733" y="7337"/>
                  </a:lnTo>
                  <a:lnTo>
                    <a:pt x="4586" y="7447"/>
                  </a:lnTo>
                  <a:lnTo>
                    <a:pt x="4586" y="7337"/>
                  </a:lnTo>
                  <a:lnTo>
                    <a:pt x="4586" y="7301"/>
                  </a:lnTo>
                  <a:lnTo>
                    <a:pt x="4623" y="6860"/>
                  </a:lnTo>
                  <a:lnTo>
                    <a:pt x="4733" y="6457"/>
                  </a:lnTo>
                  <a:lnTo>
                    <a:pt x="5026" y="6237"/>
                  </a:lnTo>
                  <a:lnTo>
                    <a:pt x="5099" y="6163"/>
                  </a:lnTo>
                  <a:close/>
                  <a:moveTo>
                    <a:pt x="4292" y="6750"/>
                  </a:moveTo>
                  <a:lnTo>
                    <a:pt x="4219" y="7117"/>
                  </a:lnTo>
                  <a:lnTo>
                    <a:pt x="4219" y="7484"/>
                  </a:lnTo>
                  <a:lnTo>
                    <a:pt x="4219" y="7594"/>
                  </a:lnTo>
                  <a:lnTo>
                    <a:pt x="4292" y="7631"/>
                  </a:lnTo>
                  <a:lnTo>
                    <a:pt x="3889" y="7924"/>
                  </a:lnTo>
                  <a:lnTo>
                    <a:pt x="3816" y="7851"/>
                  </a:lnTo>
                  <a:lnTo>
                    <a:pt x="3889" y="7777"/>
                  </a:lnTo>
                  <a:lnTo>
                    <a:pt x="3926" y="7667"/>
                  </a:lnTo>
                  <a:lnTo>
                    <a:pt x="3926" y="7594"/>
                  </a:lnTo>
                  <a:lnTo>
                    <a:pt x="3889" y="7521"/>
                  </a:lnTo>
                  <a:lnTo>
                    <a:pt x="3852" y="7484"/>
                  </a:lnTo>
                  <a:lnTo>
                    <a:pt x="3816" y="7484"/>
                  </a:lnTo>
                  <a:lnTo>
                    <a:pt x="3889" y="7227"/>
                  </a:lnTo>
                  <a:lnTo>
                    <a:pt x="3926" y="7007"/>
                  </a:lnTo>
                  <a:lnTo>
                    <a:pt x="3926" y="6970"/>
                  </a:lnTo>
                  <a:lnTo>
                    <a:pt x="4292" y="6750"/>
                  </a:lnTo>
                  <a:close/>
                  <a:moveTo>
                    <a:pt x="1101" y="6127"/>
                  </a:moveTo>
                  <a:lnTo>
                    <a:pt x="1358" y="6200"/>
                  </a:lnTo>
                  <a:lnTo>
                    <a:pt x="1578" y="6310"/>
                  </a:lnTo>
                  <a:lnTo>
                    <a:pt x="1761" y="6457"/>
                  </a:lnTo>
                  <a:lnTo>
                    <a:pt x="1945" y="6677"/>
                  </a:lnTo>
                  <a:lnTo>
                    <a:pt x="2312" y="7081"/>
                  </a:lnTo>
                  <a:lnTo>
                    <a:pt x="2715" y="7447"/>
                  </a:lnTo>
                  <a:lnTo>
                    <a:pt x="3155" y="7777"/>
                  </a:lnTo>
                  <a:lnTo>
                    <a:pt x="3339" y="7961"/>
                  </a:lnTo>
                  <a:lnTo>
                    <a:pt x="3522" y="8144"/>
                  </a:lnTo>
                  <a:lnTo>
                    <a:pt x="3522" y="8181"/>
                  </a:lnTo>
                  <a:lnTo>
                    <a:pt x="3485" y="8291"/>
                  </a:lnTo>
                  <a:lnTo>
                    <a:pt x="3485" y="8401"/>
                  </a:lnTo>
                  <a:lnTo>
                    <a:pt x="3559" y="8474"/>
                  </a:lnTo>
                  <a:lnTo>
                    <a:pt x="3669" y="8511"/>
                  </a:lnTo>
                  <a:lnTo>
                    <a:pt x="3669" y="8621"/>
                  </a:lnTo>
                  <a:lnTo>
                    <a:pt x="3669" y="8658"/>
                  </a:lnTo>
                  <a:lnTo>
                    <a:pt x="3595" y="8695"/>
                  </a:lnTo>
                  <a:lnTo>
                    <a:pt x="3229" y="8731"/>
                  </a:lnTo>
                  <a:lnTo>
                    <a:pt x="3009" y="8474"/>
                  </a:lnTo>
                  <a:lnTo>
                    <a:pt x="2825" y="8254"/>
                  </a:lnTo>
                  <a:lnTo>
                    <a:pt x="2165" y="7484"/>
                  </a:lnTo>
                  <a:lnTo>
                    <a:pt x="1615" y="6897"/>
                  </a:lnTo>
                  <a:lnTo>
                    <a:pt x="1321" y="6604"/>
                  </a:lnTo>
                  <a:lnTo>
                    <a:pt x="1174" y="6494"/>
                  </a:lnTo>
                  <a:lnTo>
                    <a:pt x="991" y="6420"/>
                  </a:lnTo>
                  <a:lnTo>
                    <a:pt x="1101" y="6127"/>
                  </a:lnTo>
                  <a:close/>
                  <a:moveTo>
                    <a:pt x="8731" y="1"/>
                  </a:moveTo>
                  <a:lnTo>
                    <a:pt x="8474" y="74"/>
                  </a:lnTo>
                  <a:lnTo>
                    <a:pt x="8217" y="184"/>
                  </a:lnTo>
                  <a:lnTo>
                    <a:pt x="7997" y="331"/>
                  </a:lnTo>
                  <a:lnTo>
                    <a:pt x="7777" y="478"/>
                  </a:lnTo>
                  <a:lnTo>
                    <a:pt x="7154" y="1028"/>
                  </a:lnTo>
                  <a:lnTo>
                    <a:pt x="6530" y="1578"/>
                  </a:lnTo>
                  <a:lnTo>
                    <a:pt x="4036" y="3779"/>
                  </a:lnTo>
                  <a:lnTo>
                    <a:pt x="2825" y="4843"/>
                  </a:lnTo>
                  <a:lnTo>
                    <a:pt x="2312" y="5283"/>
                  </a:lnTo>
                  <a:lnTo>
                    <a:pt x="2092" y="5540"/>
                  </a:lnTo>
                  <a:lnTo>
                    <a:pt x="1871" y="5797"/>
                  </a:lnTo>
                  <a:lnTo>
                    <a:pt x="1761" y="5833"/>
                  </a:lnTo>
                  <a:lnTo>
                    <a:pt x="1725" y="5943"/>
                  </a:lnTo>
                  <a:lnTo>
                    <a:pt x="1541" y="5833"/>
                  </a:lnTo>
                  <a:lnTo>
                    <a:pt x="1358" y="5797"/>
                  </a:lnTo>
                  <a:lnTo>
                    <a:pt x="1174" y="5760"/>
                  </a:lnTo>
                  <a:lnTo>
                    <a:pt x="954" y="5760"/>
                  </a:lnTo>
                  <a:lnTo>
                    <a:pt x="844" y="5797"/>
                  </a:lnTo>
                  <a:lnTo>
                    <a:pt x="771" y="5907"/>
                  </a:lnTo>
                  <a:lnTo>
                    <a:pt x="624" y="6420"/>
                  </a:lnTo>
                  <a:lnTo>
                    <a:pt x="624" y="6494"/>
                  </a:lnTo>
                  <a:lnTo>
                    <a:pt x="661" y="6567"/>
                  </a:lnTo>
                  <a:lnTo>
                    <a:pt x="698" y="6604"/>
                  </a:lnTo>
                  <a:lnTo>
                    <a:pt x="771" y="6640"/>
                  </a:lnTo>
                  <a:lnTo>
                    <a:pt x="918" y="6860"/>
                  </a:lnTo>
                  <a:lnTo>
                    <a:pt x="1101" y="7081"/>
                  </a:lnTo>
                  <a:lnTo>
                    <a:pt x="1505" y="7484"/>
                  </a:lnTo>
                  <a:lnTo>
                    <a:pt x="2385" y="8511"/>
                  </a:lnTo>
                  <a:lnTo>
                    <a:pt x="2715" y="8951"/>
                  </a:lnTo>
                  <a:lnTo>
                    <a:pt x="2935" y="9171"/>
                  </a:lnTo>
                  <a:lnTo>
                    <a:pt x="3155" y="9318"/>
                  </a:lnTo>
                  <a:lnTo>
                    <a:pt x="3302" y="9355"/>
                  </a:lnTo>
                  <a:lnTo>
                    <a:pt x="3412" y="9355"/>
                  </a:lnTo>
                  <a:lnTo>
                    <a:pt x="3522" y="9281"/>
                  </a:lnTo>
                  <a:lnTo>
                    <a:pt x="3595" y="9171"/>
                  </a:lnTo>
                  <a:lnTo>
                    <a:pt x="3816" y="9135"/>
                  </a:lnTo>
                  <a:lnTo>
                    <a:pt x="3962" y="9061"/>
                  </a:lnTo>
                  <a:lnTo>
                    <a:pt x="4072" y="8951"/>
                  </a:lnTo>
                  <a:lnTo>
                    <a:pt x="4146" y="8805"/>
                  </a:lnTo>
                  <a:lnTo>
                    <a:pt x="4146" y="8548"/>
                  </a:lnTo>
                  <a:lnTo>
                    <a:pt x="4109" y="8328"/>
                  </a:lnTo>
                  <a:lnTo>
                    <a:pt x="5320" y="7557"/>
                  </a:lnTo>
                  <a:lnTo>
                    <a:pt x="6530" y="6750"/>
                  </a:lnTo>
                  <a:lnTo>
                    <a:pt x="7667" y="5907"/>
                  </a:lnTo>
                  <a:lnTo>
                    <a:pt x="8804" y="5026"/>
                  </a:lnTo>
                  <a:lnTo>
                    <a:pt x="9281" y="4660"/>
                  </a:lnTo>
                  <a:lnTo>
                    <a:pt x="9721" y="4219"/>
                  </a:lnTo>
                  <a:lnTo>
                    <a:pt x="10125" y="3743"/>
                  </a:lnTo>
                  <a:lnTo>
                    <a:pt x="10308" y="3486"/>
                  </a:lnTo>
                  <a:lnTo>
                    <a:pt x="10455" y="3229"/>
                  </a:lnTo>
                  <a:lnTo>
                    <a:pt x="10602" y="2972"/>
                  </a:lnTo>
                  <a:lnTo>
                    <a:pt x="10712" y="2679"/>
                  </a:lnTo>
                  <a:lnTo>
                    <a:pt x="10785" y="2385"/>
                  </a:lnTo>
                  <a:lnTo>
                    <a:pt x="10822" y="2129"/>
                  </a:lnTo>
                  <a:lnTo>
                    <a:pt x="10822" y="1835"/>
                  </a:lnTo>
                  <a:lnTo>
                    <a:pt x="10785" y="1542"/>
                  </a:lnTo>
                  <a:lnTo>
                    <a:pt x="10675" y="1248"/>
                  </a:lnTo>
                  <a:lnTo>
                    <a:pt x="10528" y="955"/>
                  </a:lnTo>
                  <a:lnTo>
                    <a:pt x="10382" y="735"/>
                  </a:lnTo>
                  <a:lnTo>
                    <a:pt x="10198" y="515"/>
                  </a:lnTo>
                  <a:lnTo>
                    <a:pt x="9978" y="368"/>
                  </a:lnTo>
                  <a:lnTo>
                    <a:pt x="9758" y="221"/>
                  </a:lnTo>
                  <a:lnTo>
                    <a:pt x="9501" y="111"/>
                  </a:lnTo>
                  <a:lnTo>
                    <a:pt x="9281" y="38"/>
                  </a:lnTo>
                  <a:lnTo>
                    <a:pt x="8988" y="1"/>
                  </a:lnTo>
                  <a:close/>
                  <a:moveTo>
                    <a:pt x="1981" y="12399"/>
                  </a:moveTo>
                  <a:lnTo>
                    <a:pt x="1981" y="12509"/>
                  </a:lnTo>
                  <a:lnTo>
                    <a:pt x="1981" y="12656"/>
                  </a:lnTo>
                  <a:lnTo>
                    <a:pt x="1908" y="12913"/>
                  </a:lnTo>
                  <a:lnTo>
                    <a:pt x="1798" y="12913"/>
                  </a:lnTo>
                  <a:lnTo>
                    <a:pt x="1871" y="12656"/>
                  </a:lnTo>
                  <a:lnTo>
                    <a:pt x="1981" y="12399"/>
                  </a:lnTo>
                  <a:close/>
                  <a:moveTo>
                    <a:pt x="1651" y="9391"/>
                  </a:moveTo>
                  <a:lnTo>
                    <a:pt x="1688" y="9575"/>
                  </a:lnTo>
                  <a:lnTo>
                    <a:pt x="1908" y="10198"/>
                  </a:lnTo>
                  <a:lnTo>
                    <a:pt x="2348" y="11372"/>
                  </a:lnTo>
                  <a:lnTo>
                    <a:pt x="2422" y="11739"/>
                  </a:lnTo>
                  <a:lnTo>
                    <a:pt x="2458" y="12106"/>
                  </a:lnTo>
                  <a:lnTo>
                    <a:pt x="2422" y="12436"/>
                  </a:lnTo>
                  <a:lnTo>
                    <a:pt x="2348" y="12619"/>
                  </a:lnTo>
                  <a:lnTo>
                    <a:pt x="2275" y="12766"/>
                  </a:lnTo>
                  <a:lnTo>
                    <a:pt x="2312" y="12583"/>
                  </a:lnTo>
                  <a:lnTo>
                    <a:pt x="2275" y="12436"/>
                  </a:lnTo>
                  <a:lnTo>
                    <a:pt x="2202" y="12326"/>
                  </a:lnTo>
                  <a:lnTo>
                    <a:pt x="2128" y="12216"/>
                  </a:lnTo>
                  <a:lnTo>
                    <a:pt x="2018" y="12179"/>
                  </a:lnTo>
                  <a:lnTo>
                    <a:pt x="1871" y="12179"/>
                  </a:lnTo>
                  <a:lnTo>
                    <a:pt x="1835" y="12253"/>
                  </a:lnTo>
                  <a:lnTo>
                    <a:pt x="1835" y="12326"/>
                  </a:lnTo>
                  <a:lnTo>
                    <a:pt x="1578" y="12656"/>
                  </a:lnTo>
                  <a:lnTo>
                    <a:pt x="1505" y="12840"/>
                  </a:lnTo>
                  <a:lnTo>
                    <a:pt x="1431" y="13023"/>
                  </a:lnTo>
                  <a:lnTo>
                    <a:pt x="1358" y="13023"/>
                  </a:lnTo>
                  <a:lnTo>
                    <a:pt x="1578" y="12509"/>
                  </a:lnTo>
                  <a:lnTo>
                    <a:pt x="1761" y="11996"/>
                  </a:lnTo>
                  <a:lnTo>
                    <a:pt x="1761" y="11959"/>
                  </a:lnTo>
                  <a:lnTo>
                    <a:pt x="1725" y="11922"/>
                  </a:lnTo>
                  <a:lnTo>
                    <a:pt x="1688" y="11922"/>
                  </a:lnTo>
                  <a:lnTo>
                    <a:pt x="1651" y="11959"/>
                  </a:lnTo>
                  <a:lnTo>
                    <a:pt x="1321" y="12399"/>
                  </a:lnTo>
                  <a:lnTo>
                    <a:pt x="1028" y="12913"/>
                  </a:lnTo>
                  <a:lnTo>
                    <a:pt x="881" y="12840"/>
                  </a:lnTo>
                  <a:lnTo>
                    <a:pt x="881" y="12729"/>
                  </a:lnTo>
                  <a:lnTo>
                    <a:pt x="1028" y="12436"/>
                  </a:lnTo>
                  <a:lnTo>
                    <a:pt x="1174" y="12143"/>
                  </a:lnTo>
                  <a:lnTo>
                    <a:pt x="1358" y="11849"/>
                  </a:lnTo>
                  <a:lnTo>
                    <a:pt x="1541" y="11556"/>
                  </a:lnTo>
                  <a:lnTo>
                    <a:pt x="1541" y="11519"/>
                  </a:lnTo>
                  <a:lnTo>
                    <a:pt x="1505" y="11482"/>
                  </a:lnTo>
                  <a:lnTo>
                    <a:pt x="1468" y="11519"/>
                  </a:lnTo>
                  <a:lnTo>
                    <a:pt x="1138" y="11812"/>
                  </a:lnTo>
                  <a:lnTo>
                    <a:pt x="954" y="11996"/>
                  </a:lnTo>
                  <a:lnTo>
                    <a:pt x="808" y="12179"/>
                  </a:lnTo>
                  <a:lnTo>
                    <a:pt x="698" y="12399"/>
                  </a:lnTo>
                  <a:lnTo>
                    <a:pt x="588" y="12619"/>
                  </a:lnTo>
                  <a:lnTo>
                    <a:pt x="551" y="12583"/>
                  </a:lnTo>
                  <a:lnTo>
                    <a:pt x="624" y="12473"/>
                  </a:lnTo>
                  <a:lnTo>
                    <a:pt x="661" y="12363"/>
                  </a:lnTo>
                  <a:lnTo>
                    <a:pt x="1138" y="11629"/>
                  </a:lnTo>
                  <a:lnTo>
                    <a:pt x="1321" y="11262"/>
                  </a:lnTo>
                  <a:lnTo>
                    <a:pt x="1468" y="10859"/>
                  </a:lnTo>
                  <a:lnTo>
                    <a:pt x="1431" y="10822"/>
                  </a:lnTo>
                  <a:lnTo>
                    <a:pt x="1395" y="10822"/>
                  </a:lnTo>
                  <a:lnTo>
                    <a:pt x="1064" y="11189"/>
                  </a:lnTo>
                  <a:lnTo>
                    <a:pt x="734" y="11556"/>
                  </a:lnTo>
                  <a:lnTo>
                    <a:pt x="844" y="11372"/>
                  </a:lnTo>
                  <a:lnTo>
                    <a:pt x="1248" y="10749"/>
                  </a:lnTo>
                  <a:lnTo>
                    <a:pt x="1651" y="10125"/>
                  </a:lnTo>
                  <a:lnTo>
                    <a:pt x="1651" y="10052"/>
                  </a:lnTo>
                  <a:lnTo>
                    <a:pt x="1615" y="9978"/>
                  </a:lnTo>
                  <a:lnTo>
                    <a:pt x="1505" y="9978"/>
                  </a:lnTo>
                  <a:lnTo>
                    <a:pt x="1321" y="10162"/>
                  </a:lnTo>
                  <a:lnTo>
                    <a:pt x="1505" y="9795"/>
                  </a:lnTo>
                  <a:lnTo>
                    <a:pt x="1651" y="9391"/>
                  </a:lnTo>
                  <a:close/>
                  <a:moveTo>
                    <a:pt x="1541" y="8768"/>
                  </a:moveTo>
                  <a:lnTo>
                    <a:pt x="1468" y="8805"/>
                  </a:lnTo>
                  <a:lnTo>
                    <a:pt x="1395" y="8915"/>
                  </a:lnTo>
                  <a:lnTo>
                    <a:pt x="1395" y="9025"/>
                  </a:lnTo>
                  <a:lnTo>
                    <a:pt x="1395" y="9061"/>
                  </a:lnTo>
                  <a:lnTo>
                    <a:pt x="1211" y="9355"/>
                  </a:lnTo>
                  <a:lnTo>
                    <a:pt x="1101" y="9648"/>
                  </a:lnTo>
                  <a:lnTo>
                    <a:pt x="661" y="10602"/>
                  </a:lnTo>
                  <a:lnTo>
                    <a:pt x="294" y="11409"/>
                  </a:lnTo>
                  <a:lnTo>
                    <a:pt x="147" y="11812"/>
                  </a:lnTo>
                  <a:lnTo>
                    <a:pt x="37" y="12253"/>
                  </a:lnTo>
                  <a:lnTo>
                    <a:pt x="1" y="12399"/>
                  </a:lnTo>
                  <a:lnTo>
                    <a:pt x="1" y="12509"/>
                  </a:lnTo>
                  <a:lnTo>
                    <a:pt x="74" y="12729"/>
                  </a:lnTo>
                  <a:lnTo>
                    <a:pt x="221" y="12913"/>
                  </a:lnTo>
                  <a:lnTo>
                    <a:pt x="404" y="13096"/>
                  </a:lnTo>
                  <a:lnTo>
                    <a:pt x="441" y="13170"/>
                  </a:lnTo>
                  <a:lnTo>
                    <a:pt x="514" y="13206"/>
                  </a:lnTo>
                  <a:lnTo>
                    <a:pt x="588" y="13243"/>
                  </a:lnTo>
                  <a:lnTo>
                    <a:pt x="661" y="13243"/>
                  </a:lnTo>
                  <a:lnTo>
                    <a:pt x="734" y="13280"/>
                  </a:lnTo>
                  <a:lnTo>
                    <a:pt x="881" y="13353"/>
                  </a:lnTo>
                  <a:lnTo>
                    <a:pt x="954" y="13426"/>
                  </a:lnTo>
                  <a:lnTo>
                    <a:pt x="1101" y="13426"/>
                  </a:lnTo>
                  <a:lnTo>
                    <a:pt x="1431" y="13536"/>
                  </a:lnTo>
                  <a:lnTo>
                    <a:pt x="1468" y="13573"/>
                  </a:lnTo>
                  <a:lnTo>
                    <a:pt x="1688" y="13573"/>
                  </a:lnTo>
                  <a:lnTo>
                    <a:pt x="1908" y="13536"/>
                  </a:lnTo>
                  <a:lnTo>
                    <a:pt x="2128" y="13463"/>
                  </a:lnTo>
                  <a:lnTo>
                    <a:pt x="2312" y="13390"/>
                  </a:lnTo>
                  <a:lnTo>
                    <a:pt x="2495" y="13280"/>
                  </a:lnTo>
                  <a:lnTo>
                    <a:pt x="2605" y="13133"/>
                  </a:lnTo>
                  <a:lnTo>
                    <a:pt x="2715" y="12986"/>
                  </a:lnTo>
                  <a:lnTo>
                    <a:pt x="2788" y="12840"/>
                  </a:lnTo>
                  <a:lnTo>
                    <a:pt x="2862" y="12693"/>
                  </a:lnTo>
                  <a:lnTo>
                    <a:pt x="2935" y="12326"/>
                  </a:lnTo>
                  <a:lnTo>
                    <a:pt x="2935" y="11959"/>
                  </a:lnTo>
                  <a:lnTo>
                    <a:pt x="2862" y="11592"/>
                  </a:lnTo>
                  <a:lnTo>
                    <a:pt x="2788" y="11226"/>
                  </a:lnTo>
                  <a:lnTo>
                    <a:pt x="2678" y="10895"/>
                  </a:lnTo>
                  <a:lnTo>
                    <a:pt x="2055" y="9061"/>
                  </a:lnTo>
                  <a:lnTo>
                    <a:pt x="1981" y="8951"/>
                  </a:lnTo>
                  <a:lnTo>
                    <a:pt x="1871" y="8878"/>
                  </a:lnTo>
                  <a:lnTo>
                    <a:pt x="1761" y="8805"/>
                  </a:lnTo>
                  <a:lnTo>
                    <a:pt x="1651" y="8768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56" name="Google Shape;312;p5">
              <a:extLst>
                <a:ext uri="{FF2B5EF4-FFF2-40B4-BE49-F238E27FC236}">
                  <a16:creationId xmlns:a16="http://schemas.microsoft.com/office/drawing/2014/main" id="{C82542C3-5C1E-4EDD-8EB3-37686C29AF2A}"/>
                </a:ext>
              </a:extLst>
            </p:cNvPr>
            <p:cNvSpPr/>
            <p:nvPr/>
          </p:nvSpPr>
          <p:spPr>
            <a:xfrm>
              <a:off x="6351100" y="3281600"/>
              <a:ext cx="366850" cy="361350"/>
            </a:xfrm>
            <a:custGeom>
              <a:avLst/>
              <a:gdLst/>
              <a:ahLst/>
              <a:cxnLst/>
              <a:rect l="l" t="t" r="r" b="b"/>
              <a:pathLst>
                <a:path w="14674" h="14454" extrusionOk="0">
                  <a:moveTo>
                    <a:pt x="7887" y="3779"/>
                  </a:moveTo>
                  <a:lnTo>
                    <a:pt x="7961" y="3816"/>
                  </a:lnTo>
                  <a:lnTo>
                    <a:pt x="8071" y="3889"/>
                  </a:lnTo>
                  <a:lnTo>
                    <a:pt x="8218" y="4072"/>
                  </a:lnTo>
                  <a:lnTo>
                    <a:pt x="8291" y="4292"/>
                  </a:lnTo>
                  <a:lnTo>
                    <a:pt x="8364" y="4513"/>
                  </a:lnTo>
                  <a:lnTo>
                    <a:pt x="8401" y="4696"/>
                  </a:lnTo>
                  <a:lnTo>
                    <a:pt x="8401" y="4916"/>
                  </a:lnTo>
                  <a:lnTo>
                    <a:pt x="8401" y="5099"/>
                  </a:lnTo>
                  <a:lnTo>
                    <a:pt x="8291" y="5283"/>
                  </a:lnTo>
                  <a:lnTo>
                    <a:pt x="8144" y="4659"/>
                  </a:lnTo>
                  <a:lnTo>
                    <a:pt x="8034" y="4219"/>
                  </a:lnTo>
                  <a:lnTo>
                    <a:pt x="7961" y="3999"/>
                  </a:lnTo>
                  <a:lnTo>
                    <a:pt x="7887" y="3779"/>
                  </a:lnTo>
                  <a:close/>
                  <a:moveTo>
                    <a:pt x="4329" y="5063"/>
                  </a:moveTo>
                  <a:lnTo>
                    <a:pt x="4476" y="5209"/>
                  </a:lnTo>
                  <a:lnTo>
                    <a:pt x="4586" y="5356"/>
                  </a:lnTo>
                  <a:lnTo>
                    <a:pt x="4696" y="5503"/>
                  </a:lnTo>
                  <a:lnTo>
                    <a:pt x="4769" y="5686"/>
                  </a:lnTo>
                  <a:lnTo>
                    <a:pt x="4769" y="5870"/>
                  </a:lnTo>
                  <a:lnTo>
                    <a:pt x="4769" y="6053"/>
                  </a:lnTo>
                  <a:lnTo>
                    <a:pt x="4659" y="6126"/>
                  </a:lnTo>
                  <a:lnTo>
                    <a:pt x="4549" y="6237"/>
                  </a:lnTo>
                  <a:lnTo>
                    <a:pt x="4439" y="5980"/>
                  </a:lnTo>
                  <a:lnTo>
                    <a:pt x="4329" y="5686"/>
                  </a:lnTo>
                  <a:lnTo>
                    <a:pt x="4293" y="5393"/>
                  </a:lnTo>
                  <a:lnTo>
                    <a:pt x="4293" y="5209"/>
                  </a:lnTo>
                  <a:lnTo>
                    <a:pt x="4293" y="5136"/>
                  </a:lnTo>
                  <a:lnTo>
                    <a:pt x="4329" y="5063"/>
                  </a:lnTo>
                  <a:close/>
                  <a:moveTo>
                    <a:pt x="6604" y="7594"/>
                  </a:moveTo>
                  <a:lnTo>
                    <a:pt x="6714" y="7667"/>
                  </a:lnTo>
                  <a:lnTo>
                    <a:pt x="6787" y="7814"/>
                  </a:lnTo>
                  <a:lnTo>
                    <a:pt x="6934" y="8071"/>
                  </a:lnTo>
                  <a:lnTo>
                    <a:pt x="7337" y="8694"/>
                  </a:lnTo>
                  <a:lnTo>
                    <a:pt x="7117" y="8878"/>
                  </a:lnTo>
                  <a:lnTo>
                    <a:pt x="7080" y="8768"/>
                  </a:lnTo>
                  <a:lnTo>
                    <a:pt x="6860" y="8474"/>
                  </a:lnTo>
                  <a:lnTo>
                    <a:pt x="6677" y="8144"/>
                  </a:lnTo>
                  <a:lnTo>
                    <a:pt x="6567" y="7887"/>
                  </a:lnTo>
                  <a:lnTo>
                    <a:pt x="6420" y="7667"/>
                  </a:lnTo>
                  <a:lnTo>
                    <a:pt x="6604" y="7594"/>
                  </a:lnTo>
                  <a:close/>
                  <a:moveTo>
                    <a:pt x="5283" y="8107"/>
                  </a:moveTo>
                  <a:lnTo>
                    <a:pt x="5356" y="8144"/>
                  </a:lnTo>
                  <a:lnTo>
                    <a:pt x="5833" y="9428"/>
                  </a:lnTo>
                  <a:lnTo>
                    <a:pt x="5650" y="9501"/>
                  </a:lnTo>
                  <a:lnTo>
                    <a:pt x="5686" y="9318"/>
                  </a:lnTo>
                  <a:lnTo>
                    <a:pt x="5650" y="9208"/>
                  </a:lnTo>
                  <a:lnTo>
                    <a:pt x="5613" y="9061"/>
                  </a:lnTo>
                  <a:lnTo>
                    <a:pt x="5503" y="8768"/>
                  </a:lnTo>
                  <a:lnTo>
                    <a:pt x="5246" y="8107"/>
                  </a:lnTo>
                  <a:close/>
                  <a:moveTo>
                    <a:pt x="7337" y="9905"/>
                  </a:moveTo>
                  <a:lnTo>
                    <a:pt x="7337" y="10235"/>
                  </a:lnTo>
                  <a:lnTo>
                    <a:pt x="7190" y="9978"/>
                  </a:lnTo>
                  <a:lnTo>
                    <a:pt x="7337" y="9905"/>
                  </a:lnTo>
                  <a:close/>
                  <a:moveTo>
                    <a:pt x="9721" y="9061"/>
                  </a:moveTo>
                  <a:lnTo>
                    <a:pt x="9832" y="9281"/>
                  </a:lnTo>
                  <a:lnTo>
                    <a:pt x="9942" y="9501"/>
                  </a:lnTo>
                  <a:lnTo>
                    <a:pt x="10052" y="9685"/>
                  </a:lnTo>
                  <a:lnTo>
                    <a:pt x="10162" y="9868"/>
                  </a:lnTo>
                  <a:lnTo>
                    <a:pt x="10198" y="10015"/>
                  </a:lnTo>
                  <a:lnTo>
                    <a:pt x="10198" y="10161"/>
                  </a:lnTo>
                  <a:lnTo>
                    <a:pt x="10198" y="10308"/>
                  </a:lnTo>
                  <a:lnTo>
                    <a:pt x="10125" y="10455"/>
                  </a:lnTo>
                  <a:lnTo>
                    <a:pt x="10052" y="10345"/>
                  </a:lnTo>
                  <a:lnTo>
                    <a:pt x="9978" y="10308"/>
                  </a:lnTo>
                  <a:lnTo>
                    <a:pt x="9758" y="9758"/>
                  </a:lnTo>
                  <a:lnTo>
                    <a:pt x="9685" y="9464"/>
                  </a:lnTo>
                  <a:lnTo>
                    <a:pt x="9575" y="9171"/>
                  </a:lnTo>
                  <a:lnTo>
                    <a:pt x="9648" y="9134"/>
                  </a:lnTo>
                  <a:lnTo>
                    <a:pt x="9721" y="9061"/>
                  </a:lnTo>
                  <a:close/>
                  <a:moveTo>
                    <a:pt x="7667" y="9758"/>
                  </a:moveTo>
                  <a:lnTo>
                    <a:pt x="7777" y="9795"/>
                  </a:lnTo>
                  <a:lnTo>
                    <a:pt x="7924" y="9868"/>
                  </a:lnTo>
                  <a:lnTo>
                    <a:pt x="8071" y="10015"/>
                  </a:lnTo>
                  <a:lnTo>
                    <a:pt x="8181" y="10235"/>
                  </a:lnTo>
                  <a:lnTo>
                    <a:pt x="8291" y="10638"/>
                  </a:lnTo>
                  <a:lnTo>
                    <a:pt x="8328" y="10822"/>
                  </a:lnTo>
                  <a:lnTo>
                    <a:pt x="8328" y="10968"/>
                  </a:lnTo>
                  <a:lnTo>
                    <a:pt x="8291" y="11115"/>
                  </a:lnTo>
                  <a:lnTo>
                    <a:pt x="8181" y="11189"/>
                  </a:lnTo>
                  <a:lnTo>
                    <a:pt x="8181" y="11115"/>
                  </a:lnTo>
                  <a:lnTo>
                    <a:pt x="8144" y="11005"/>
                  </a:lnTo>
                  <a:lnTo>
                    <a:pt x="8071" y="10968"/>
                  </a:lnTo>
                  <a:lnTo>
                    <a:pt x="7997" y="10895"/>
                  </a:lnTo>
                  <a:lnTo>
                    <a:pt x="7887" y="10675"/>
                  </a:lnTo>
                  <a:lnTo>
                    <a:pt x="7814" y="10382"/>
                  </a:lnTo>
                  <a:lnTo>
                    <a:pt x="7741" y="9831"/>
                  </a:lnTo>
                  <a:lnTo>
                    <a:pt x="7667" y="9758"/>
                  </a:lnTo>
                  <a:close/>
                  <a:moveTo>
                    <a:pt x="10162" y="1321"/>
                  </a:moveTo>
                  <a:lnTo>
                    <a:pt x="10198" y="1541"/>
                  </a:lnTo>
                  <a:lnTo>
                    <a:pt x="10272" y="1725"/>
                  </a:lnTo>
                  <a:lnTo>
                    <a:pt x="10455" y="2092"/>
                  </a:lnTo>
                  <a:lnTo>
                    <a:pt x="10932" y="3229"/>
                  </a:lnTo>
                  <a:lnTo>
                    <a:pt x="10969" y="3302"/>
                  </a:lnTo>
                  <a:lnTo>
                    <a:pt x="10749" y="3375"/>
                  </a:lnTo>
                  <a:lnTo>
                    <a:pt x="10528" y="3449"/>
                  </a:lnTo>
                  <a:lnTo>
                    <a:pt x="9758" y="3742"/>
                  </a:lnTo>
                  <a:lnTo>
                    <a:pt x="8988" y="4146"/>
                  </a:lnTo>
                  <a:lnTo>
                    <a:pt x="8841" y="4219"/>
                  </a:lnTo>
                  <a:lnTo>
                    <a:pt x="8731" y="4329"/>
                  </a:lnTo>
                  <a:lnTo>
                    <a:pt x="8658" y="4072"/>
                  </a:lnTo>
                  <a:lnTo>
                    <a:pt x="8511" y="3816"/>
                  </a:lnTo>
                  <a:lnTo>
                    <a:pt x="8364" y="3595"/>
                  </a:lnTo>
                  <a:lnTo>
                    <a:pt x="8254" y="3522"/>
                  </a:lnTo>
                  <a:lnTo>
                    <a:pt x="8144" y="3449"/>
                  </a:lnTo>
                  <a:lnTo>
                    <a:pt x="7997" y="3412"/>
                  </a:lnTo>
                  <a:lnTo>
                    <a:pt x="7851" y="3375"/>
                  </a:lnTo>
                  <a:lnTo>
                    <a:pt x="7777" y="3375"/>
                  </a:lnTo>
                  <a:lnTo>
                    <a:pt x="7704" y="3412"/>
                  </a:lnTo>
                  <a:lnTo>
                    <a:pt x="7667" y="3485"/>
                  </a:lnTo>
                  <a:lnTo>
                    <a:pt x="7667" y="3559"/>
                  </a:lnTo>
                  <a:lnTo>
                    <a:pt x="7484" y="3595"/>
                  </a:lnTo>
                  <a:lnTo>
                    <a:pt x="7337" y="3706"/>
                  </a:lnTo>
                  <a:lnTo>
                    <a:pt x="7190" y="3852"/>
                  </a:lnTo>
                  <a:lnTo>
                    <a:pt x="7044" y="3999"/>
                  </a:lnTo>
                  <a:lnTo>
                    <a:pt x="7007" y="4109"/>
                  </a:lnTo>
                  <a:lnTo>
                    <a:pt x="7044" y="4219"/>
                  </a:lnTo>
                  <a:lnTo>
                    <a:pt x="7264" y="4696"/>
                  </a:lnTo>
                  <a:lnTo>
                    <a:pt x="7080" y="4769"/>
                  </a:lnTo>
                  <a:lnTo>
                    <a:pt x="6310" y="5026"/>
                  </a:lnTo>
                  <a:lnTo>
                    <a:pt x="5576" y="5283"/>
                  </a:lnTo>
                  <a:lnTo>
                    <a:pt x="5320" y="5356"/>
                  </a:lnTo>
                  <a:lnTo>
                    <a:pt x="5210" y="5393"/>
                  </a:lnTo>
                  <a:lnTo>
                    <a:pt x="5136" y="5466"/>
                  </a:lnTo>
                  <a:lnTo>
                    <a:pt x="5100" y="5356"/>
                  </a:lnTo>
                  <a:lnTo>
                    <a:pt x="4916" y="5063"/>
                  </a:lnTo>
                  <a:lnTo>
                    <a:pt x="4806" y="4879"/>
                  </a:lnTo>
                  <a:lnTo>
                    <a:pt x="4659" y="4733"/>
                  </a:lnTo>
                  <a:lnTo>
                    <a:pt x="4513" y="4623"/>
                  </a:lnTo>
                  <a:lnTo>
                    <a:pt x="4329" y="4549"/>
                  </a:lnTo>
                  <a:lnTo>
                    <a:pt x="4183" y="4513"/>
                  </a:lnTo>
                  <a:lnTo>
                    <a:pt x="4036" y="4586"/>
                  </a:lnTo>
                  <a:lnTo>
                    <a:pt x="3852" y="4586"/>
                  </a:lnTo>
                  <a:lnTo>
                    <a:pt x="3779" y="4623"/>
                  </a:lnTo>
                  <a:lnTo>
                    <a:pt x="3742" y="4696"/>
                  </a:lnTo>
                  <a:lnTo>
                    <a:pt x="3706" y="4989"/>
                  </a:lnTo>
                  <a:lnTo>
                    <a:pt x="3706" y="5283"/>
                  </a:lnTo>
                  <a:lnTo>
                    <a:pt x="3742" y="5576"/>
                  </a:lnTo>
                  <a:lnTo>
                    <a:pt x="3816" y="5870"/>
                  </a:lnTo>
                  <a:lnTo>
                    <a:pt x="3596" y="5833"/>
                  </a:lnTo>
                  <a:lnTo>
                    <a:pt x="3376" y="5870"/>
                  </a:lnTo>
                  <a:lnTo>
                    <a:pt x="2972" y="6016"/>
                  </a:lnTo>
                  <a:lnTo>
                    <a:pt x="2422" y="6163"/>
                  </a:lnTo>
                  <a:lnTo>
                    <a:pt x="2165" y="6273"/>
                  </a:lnTo>
                  <a:lnTo>
                    <a:pt x="2055" y="6347"/>
                  </a:lnTo>
                  <a:lnTo>
                    <a:pt x="1945" y="6457"/>
                  </a:lnTo>
                  <a:lnTo>
                    <a:pt x="1945" y="6530"/>
                  </a:lnTo>
                  <a:lnTo>
                    <a:pt x="1982" y="6567"/>
                  </a:lnTo>
                  <a:lnTo>
                    <a:pt x="2238" y="6603"/>
                  </a:lnTo>
                  <a:lnTo>
                    <a:pt x="2459" y="6567"/>
                  </a:lnTo>
                  <a:lnTo>
                    <a:pt x="2972" y="6457"/>
                  </a:lnTo>
                  <a:lnTo>
                    <a:pt x="3449" y="6347"/>
                  </a:lnTo>
                  <a:lnTo>
                    <a:pt x="3706" y="6237"/>
                  </a:lnTo>
                  <a:lnTo>
                    <a:pt x="3816" y="6163"/>
                  </a:lnTo>
                  <a:lnTo>
                    <a:pt x="3889" y="6090"/>
                  </a:lnTo>
                  <a:lnTo>
                    <a:pt x="4073" y="6383"/>
                  </a:lnTo>
                  <a:lnTo>
                    <a:pt x="4256" y="6677"/>
                  </a:lnTo>
                  <a:lnTo>
                    <a:pt x="4293" y="6713"/>
                  </a:lnTo>
                  <a:lnTo>
                    <a:pt x="4366" y="6823"/>
                  </a:lnTo>
                  <a:lnTo>
                    <a:pt x="4549" y="6970"/>
                  </a:lnTo>
                  <a:lnTo>
                    <a:pt x="4659" y="7007"/>
                  </a:lnTo>
                  <a:lnTo>
                    <a:pt x="4733" y="7044"/>
                  </a:lnTo>
                  <a:lnTo>
                    <a:pt x="4806" y="7007"/>
                  </a:lnTo>
                  <a:lnTo>
                    <a:pt x="4879" y="6933"/>
                  </a:lnTo>
                  <a:lnTo>
                    <a:pt x="5063" y="6640"/>
                  </a:lnTo>
                  <a:lnTo>
                    <a:pt x="5173" y="6347"/>
                  </a:lnTo>
                  <a:lnTo>
                    <a:pt x="5210" y="6053"/>
                  </a:lnTo>
                  <a:lnTo>
                    <a:pt x="5210" y="5760"/>
                  </a:lnTo>
                  <a:lnTo>
                    <a:pt x="5320" y="5760"/>
                  </a:lnTo>
                  <a:lnTo>
                    <a:pt x="5430" y="5723"/>
                  </a:lnTo>
                  <a:lnTo>
                    <a:pt x="5686" y="5650"/>
                  </a:lnTo>
                  <a:lnTo>
                    <a:pt x="6457" y="5430"/>
                  </a:lnTo>
                  <a:lnTo>
                    <a:pt x="7190" y="5173"/>
                  </a:lnTo>
                  <a:lnTo>
                    <a:pt x="7447" y="5063"/>
                  </a:lnTo>
                  <a:lnTo>
                    <a:pt x="7631" y="5430"/>
                  </a:lnTo>
                  <a:lnTo>
                    <a:pt x="7704" y="5613"/>
                  </a:lnTo>
                  <a:lnTo>
                    <a:pt x="7814" y="5760"/>
                  </a:lnTo>
                  <a:lnTo>
                    <a:pt x="7924" y="5833"/>
                  </a:lnTo>
                  <a:lnTo>
                    <a:pt x="8218" y="5833"/>
                  </a:lnTo>
                  <a:lnTo>
                    <a:pt x="8328" y="5760"/>
                  </a:lnTo>
                  <a:lnTo>
                    <a:pt x="8548" y="5576"/>
                  </a:lnTo>
                  <a:lnTo>
                    <a:pt x="8731" y="5356"/>
                  </a:lnTo>
                  <a:lnTo>
                    <a:pt x="8804" y="5173"/>
                  </a:lnTo>
                  <a:lnTo>
                    <a:pt x="8841" y="4989"/>
                  </a:lnTo>
                  <a:lnTo>
                    <a:pt x="8841" y="4806"/>
                  </a:lnTo>
                  <a:lnTo>
                    <a:pt x="8804" y="4586"/>
                  </a:lnTo>
                  <a:lnTo>
                    <a:pt x="8914" y="4586"/>
                  </a:lnTo>
                  <a:lnTo>
                    <a:pt x="9061" y="4513"/>
                  </a:lnTo>
                  <a:lnTo>
                    <a:pt x="9942" y="4109"/>
                  </a:lnTo>
                  <a:lnTo>
                    <a:pt x="10639" y="3852"/>
                  </a:lnTo>
                  <a:lnTo>
                    <a:pt x="10895" y="3742"/>
                  </a:lnTo>
                  <a:lnTo>
                    <a:pt x="11115" y="3669"/>
                  </a:lnTo>
                  <a:lnTo>
                    <a:pt x="11519" y="4586"/>
                  </a:lnTo>
                  <a:lnTo>
                    <a:pt x="11849" y="5540"/>
                  </a:lnTo>
                  <a:lnTo>
                    <a:pt x="12069" y="6237"/>
                  </a:lnTo>
                  <a:lnTo>
                    <a:pt x="12032" y="6347"/>
                  </a:lnTo>
                  <a:lnTo>
                    <a:pt x="11996" y="6457"/>
                  </a:lnTo>
                  <a:lnTo>
                    <a:pt x="11959" y="6457"/>
                  </a:lnTo>
                  <a:lnTo>
                    <a:pt x="11592" y="6603"/>
                  </a:lnTo>
                  <a:lnTo>
                    <a:pt x="10969" y="6787"/>
                  </a:lnTo>
                  <a:lnTo>
                    <a:pt x="9685" y="7227"/>
                  </a:lnTo>
                  <a:lnTo>
                    <a:pt x="8438" y="7630"/>
                  </a:lnTo>
                  <a:lnTo>
                    <a:pt x="7887" y="7777"/>
                  </a:lnTo>
                  <a:lnTo>
                    <a:pt x="7631" y="7924"/>
                  </a:lnTo>
                  <a:lnTo>
                    <a:pt x="7521" y="7997"/>
                  </a:lnTo>
                  <a:lnTo>
                    <a:pt x="7447" y="8107"/>
                  </a:lnTo>
                  <a:lnTo>
                    <a:pt x="7447" y="8144"/>
                  </a:lnTo>
                  <a:lnTo>
                    <a:pt x="7631" y="8181"/>
                  </a:lnTo>
                  <a:lnTo>
                    <a:pt x="7997" y="8181"/>
                  </a:lnTo>
                  <a:lnTo>
                    <a:pt x="8181" y="8107"/>
                  </a:lnTo>
                  <a:lnTo>
                    <a:pt x="8914" y="7887"/>
                  </a:lnTo>
                  <a:lnTo>
                    <a:pt x="10565" y="7374"/>
                  </a:lnTo>
                  <a:lnTo>
                    <a:pt x="12216" y="6860"/>
                  </a:lnTo>
                  <a:lnTo>
                    <a:pt x="12289" y="6823"/>
                  </a:lnTo>
                  <a:lnTo>
                    <a:pt x="12546" y="7777"/>
                  </a:lnTo>
                  <a:lnTo>
                    <a:pt x="12766" y="8474"/>
                  </a:lnTo>
                  <a:lnTo>
                    <a:pt x="12729" y="8511"/>
                  </a:lnTo>
                  <a:lnTo>
                    <a:pt x="12693" y="8584"/>
                  </a:lnTo>
                  <a:lnTo>
                    <a:pt x="11629" y="8988"/>
                  </a:lnTo>
                  <a:lnTo>
                    <a:pt x="11042" y="9208"/>
                  </a:lnTo>
                  <a:lnTo>
                    <a:pt x="10859" y="9281"/>
                  </a:lnTo>
                  <a:lnTo>
                    <a:pt x="10749" y="9391"/>
                  </a:lnTo>
                  <a:lnTo>
                    <a:pt x="10455" y="9575"/>
                  </a:lnTo>
                  <a:lnTo>
                    <a:pt x="10455" y="9611"/>
                  </a:lnTo>
                  <a:lnTo>
                    <a:pt x="10418" y="9501"/>
                  </a:lnTo>
                  <a:lnTo>
                    <a:pt x="10198" y="9024"/>
                  </a:lnTo>
                  <a:lnTo>
                    <a:pt x="10052" y="8804"/>
                  </a:lnTo>
                  <a:lnTo>
                    <a:pt x="9942" y="8731"/>
                  </a:lnTo>
                  <a:lnTo>
                    <a:pt x="9832" y="8694"/>
                  </a:lnTo>
                  <a:lnTo>
                    <a:pt x="9758" y="8694"/>
                  </a:lnTo>
                  <a:lnTo>
                    <a:pt x="9721" y="8768"/>
                  </a:lnTo>
                  <a:lnTo>
                    <a:pt x="9685" y="8841"/>
                  </a:lnTo>
                  <a:lnTo>
                    <a:pt x="9501" y="8841"/>
                  </a:lnTo>
                  <a:lnTo>
                    <a:pt x="9355" y="8804"/>
                  </a:lnTo>
                  <a:lnTo>
                    <a:pt x="9208" y="8841"/>
                  </a:lnTo>
                  <a:lnTo>
                    <a:pt x="9061" y="8878"/>
                  </a:lnTo>
                  <a:lnTo>
                    <a:pt x="8988" y="8988"/>
                  </a:lnTo>
                  <a:lnTo>
                    <a:pt x="8914" y="9098"/>
                  </a:lnTo>
                  <a:lnTo>
                    <a:pt x="8914" y="9208"/>
                  </a:lnTo>
                  <a:lnTo>
                    <a:pt x="9025" y="9611"/>
                  </a:lnTo>
                  <a:lnTo>
                    <a:pt x="9135" y="10051"/>
                  </a:lnTo>
                  <a:lnTo>
                    <a:pt x="8694" y="10161"/>
                  </a:lnTo>
                  <a:lnTo>
                    <a:pt x="8658" y="10198"/>
                  </a:lnTo>
                  <a:lnTo>
                    <a:pt x="8621" y="10235"/>
                  </a:lnTo>
                  <a:lnTo>
                    <a:pt x="8584" y="10345"/>
                  </a:lnTo>
                  <a:lnTo>
                    <a:pt x="8511" y="10125"/>
                  </a:lnTo>
                  <a:lnTo>
                    <a:pt x="8401" y="9905"/>
                  </a:lnTo>
                  <a:lnTo>
                    <a:pt x="8254" y="9685"/>
                  </a:lnTo>
                  <a:lnTo>
                    <a:pt x="8034" y="9501"/>
                  </a:lnTo>
                  <a:lnTo>
                    <a:pt x="7777" y="9391"/>
                  </a:lnTo>
                  <a:lnTo>
                    <a:pt x="7557" y="9391"/>
                  </a:lnTo>
                  <a:lnTo>
                    <a:pt x="7411" y="9428"/>
                  </a:lnTo>
                  <a:lnTo>
                    <a:pt x="7300" y="9464"/>
                  </a:lnTo>
                  <a:lnTo>
                    <a:pt x="7190" y="9538"/>
                  </a:lnTo>
                  <a:lnTo>
                    <a:pt x="7080" y="9611"/>
                  </a:lnTo>
                  <a:lnTo>
                    <a:pt x="7044" y="9721"/>
                  </a:lnTo>
                  <a:lnTo>
                    <a:pt x="7007" y="9868"/>
                  </a:lnTo>
                  <a:lnTo>
                    <a:pt x="7044" y="9941"/>
                  </a:lnTo>
                  <a:lnTo>
                    <a:pt x="7117" y="9978"/>
                  </a:lnTo>
                  <a:lnTo>
                    <a:pt x="7044" y="10235"/>
                  </a:lnTo>
                  <a:lnTo>
                    <a:pt x="7080" y="10492"/>
                  </a:lnTo>
                  <a:lnTo>
                    <a:pt x="4806" y="11152"/>
                  </a:lnTo>
                  <a:lnTo>
                    <a:pt x="4219" y="11335"/>
                  </a:lnTo>
                  <a:lnTo>
                    <a:pt x="3632" y="11519"/>
                  </a:lnTo>
                  <a:lnTo>
                    <a:pt x="3449" y="11629"/>
                  </a:lnTo>
                  <a:lnTo>
                    <a:pt x="3192" y="10602"/>
                  </a:lnTo>
                  <a:lnTo>
                    <a:pt x="2862" y="9611"/>
                  </a:lnTo>
                  <a:lnTo>
                    <a:pt x="3339" y="9538"/>
                  </a:lnTo>
                  <a:lnTo>
                    <a:pt x="3816" y="9428"/>
                  </a:lnTo>
                  <a:lnTo>
                    <a:pt x="4769" y="9134"/>
                  </a:lnTo>
                  <a:lnTo>
                    <a:pt x="4843" y="9318"/>
                  </a:lnTo>
                  <a:lnTo>
                    <a:pt x="4953" y="9501"/>
                  </a:lnTo>
                  <a:lnTo>
                    <a:pt x="5063" y="9685"/>
                  </a:lnTo>
                  <a:lnTo>
                    <a:pt x="5246" y="9831"/>
                  </a:lnTo>
                  <a:lnTo>
                    <a:pt x="5356" y="9868"/>
                  </a:lnTo>
                  <a:lnTo>
                    <a:pt x="5466" y="9905"/>
                  </a:lnTo>
                  <a:lnTo>
                    <a:pt x="5613" y="9905"/>
                  </a:lnTo>
                  <a:lnTo>
                    <a:pt x="5723" y="9868"/>
                  </a:lnTo>
                  <a:lnTo>
                    <a:pt x="5980" y="9758"/>
                  </a:lnTo>
                  <a:lnTo>
                    <a:pt x="6163" y="9648"/>
                  </a:lnTo>
                  <a:lnTo>
                    <a:pt x="6237" y="9538"/>
                  </a:lnTo>
                  <a:lnTo>
                    <a:pt x="6273" y="9501"/>
                  </a:lnTo>
                  <a:lnTo>
                    <a:pt x="6237" y="9428"/>
                  </a:lnTo>
                  <a:lnTo>
                    <a:pt x="5980" y="8731"/>
                  </a:lnTo>
                  <a:lnTo>
                    <a:pt x="6200" y="8731"/>
                  </a:lnTo>
                  <a:lnTo>
                    <a:pt x="6383" y="8658"/>
                  </a:lnTo>
                  <a:lnTo>
                    <a:pt x="6604" y="9244"/>
                  </a:lnTo>
                  <a:lnTo>
                    <a:pt x="6677" y="9318"/>
                  </a:lnTo>
                  <a:lnTo>
                    <a:pt x="6714" y="9354"/>
                  </a:lnTo>
                  <a:lnTo>
                    <a:pt x="6787" y="9354"/>
                  </a:lnTo>
                  <a:lnTo>
                    <a:pt x="7044" y="9318"/>
                  </a:lnTo>
                  <a:lnTo>
                    <a:pt x="7300" y="9208"/>
                  </a:lnTo>
                  <a:lnTo>
                    <a:pt x="7521" y="9061"/>
                  </a:lnTo>
                  <a:lnTo>
                    <a:pt x="7704" y="8878"/>
                  </a:lnTo>
                  <a:lnTo>
                    <a:pt x="7741" y="8841"/>
                  </a:lnTo>
                  <a:lnTo>
                    <a:pt x="7777" y="8768"/>
                  </a:lnTo>
                  <a:lnTo>
                    <a:pt x="7741" y="8658"/>
                  </a:lnTo>
                  <a:lnTo>
                    <a:pt x="7264" y="7887"/>
                  </a:lnTo>
                  <a:lnTo>
                    <a:pt x="7080" y="7520"/>
                  </a:lnTo>
                  <a:lnTo>
                    <a:pt x="6970" y="7337"/>
                  </a:lnTo>
                  <a:lnTo>
                    <a:pt x="6824" y="7227"/>
                  </a:lnTo>
                  <a:lnTo>
                    <a:pt x="6640" y="7154"/>
                  </a:lnTo>
                  <a:lnTo>
                    <a:pt x="6457" y="7190"/>
                  </a:lnTo>
                  <a:lnTo>
                    <a:pt x="6383" y="7227"/>
                  </a:lnTo>
                  <a:lnTo>
                    <a:pt x="6310" y="7264"/>
                  </a:lnTo>
                  <a:lnTo>
                    <a:pt x="6237" y="7337"/>
                  </a:lnTo>
                  <a:lnTo>
                    <a:pt x="6200" y="7410"/>
                  </a:lnTo>
                  <a:lnTo>
                    <a:pt x="6017" y="7447"/>
                  </a:lnTo>
                  <a:lnTo>
                    <a:pt x="5980" y="7484"/>
                  </a:lnTo>
                  <a:lnTo>
                    <a:pt x="5943" y="7520"/>
                  </a:lnTo>
                  <a:lnTo>
                    <a:pt x="5907" y="7594"/>
                  </a:lnTo>
                  <a:lnTo>
                    <a:pt x="5907" y="7667"/>
                  </a:lnTo>
                  <a:lnTo>
                    <a:pt x="6200" y="8291"/>
                  </a:lnTo>
                  <a:lnTo>
                    <a:pt x="6163" y="8364"/>
                  </a:lnTo>
                  <a:lnTo>
                    <a:pt x="6127" y="8401"/>
                  </a:lnTo>
                  <a:lnTo>
                    <a:pt x="6090" y="8401"/>
                  </a:lnTo>
                  <a:lnTo>
                    <a:pt x="6053" y="8437"/>
                  </a:lnTo>
                  <a:lnTo>
                    <a:pt x="5943" y="8474"/>
                  </a:lnTo>
                  <a:lnTo>
                    <a:pt x="5907" y="8511"/>
                  </a:lnTo>
                  <a:lnTo>
                    <a:pt x="5613" y="7814"/>
                  </a:lnTo>
                  <a:lnTo>
                    <a:pt x="5576" y="7777"/>
                  </a:lnTo>
                  <a:lnTo>
                    <a:pt x="5540" y="7704"/>
                  </a:lnTo>
                  <a:lnTo>
                    <a:pt x="5393" y="7704"/>
                  </a:lnTo>
                  <a:lnTo>
                    <a:pt x="5356" y="7667"/>
                  </a:lnTo>
                  <a:lnTo>
                    <a:pt x="5173" y="7667"/>
                  </a:lnTo>
                  <a:lnTo>
                    <a:pt x="4990" y="7704"/>
                  </a:lnTo>
                  <a:lnTo>
                    <a:pt x="4843" y="7814"/>
                  </a:lnTo>
                  <a:lnTo>
                    <a:pt x="4733" y="7961"/>
                  </a:lnTo>
                  <a:lnTo>
                    <a:pt x="4659" y="8144"/>
                  </a:lnTo>
                  <a:lnTo>
                    <a:pt x="4623" y="8327"/>
                  </a:lnTo>
                  <a:lnTo>
                    <a:pt x="4623" y="8511"/>
                  </a:lnTo>
                  <a:lnTo>
                    <a:pt x="4623" y="8694"/>
                  </a:lnTo>
                  <a:lnTo>
                    <a:pt x="3669" y="8951"/>
                  </a:lnTo>
                  <a:lnTo>
                    <a:pt x="3229" y="9134"/>
                  </a:lnTo>
                  <a:lnTo>
                    <a:pt x="2752" y="9318"/>
                  </a:lnTo>
                  <a:lnTo>
                    <a:pt x="2348" y="7997"/>
                  </a:lnTo>
                  <a:lnTo>
                    <a:pt x="1908" y="6677"/>
                  </a:lnTo>
                  <a:lnTo>
                    <a:pt x="1541" y="5356"/>
                  </a:lnTo>
                  <a:lnTo>
                    <a:pt x="1395" y="4696"/>
                  </a:lnTo>
                  <a:lnTo>
                    <a:pt x="1285" y="3999"/>
                  </a:lnTo>
                  <a:lnTo>
                    <a:pt x="1505" y="3962"/>
                  </a:lnTo>
                  <a:lnTo>
                    <a:pt x="1725" y="3926"/>
                  </a:lnTo>
                  <a:lnTo>
                    <a:pt x="2165" y="3816"/>
                  </a:lnTo>
                  <a:lnTo>
                    <a:pt x="3302" y="3485"/>
                  </a:lnTo>
                  <a:lnTo>
                    <a:pt x="5760" y="2825"/>
                  </a:lnTo>
                  <a:lnTo>
                    <a:pt x="6934" y="2495"/>
                  </a:lnTo>
                  <a:lnTo>
                    <a:pt x="8071" y="2092"/>
                  </a:lnTo>
                  <a:lnTo>
                    <a:pt x="9135" y="1725"/>
                  </a:lnTo>
                  <a:lnTo>
                    <a:pt x="9758" y="1505"/>
                  </a:lnTo>
                  <a:lnTo>
                    <a:pt x="9978" y="1395"/>
                  </a:lnTo>
                  <a:lnTo>
                    <a:pt x="10088" y="1358"/>
                  </a:lnTo>
                  <a:lnTo>
                    <a:pt x="10162" y="1321"/>
                  </a:lnTo>
                  <a:close/>
                  <a:moveTo>
                    <a:pt x="12876" y="8988"/>
                  </a:moveTo>
                  <a:lnTo>
                    <a:pt x="13023" y="9575"/>
                  </a:lnTo>
                  <a:lnTo>
                    <a:pt x="13096" y="9905"/>
                  </a:lnTo>
                  <a:lnTo>
                    <a:pt x="13206" y="10198"/>
                  </a:lnTo>
                  <a:lnTo>
                    <a:pt x="12619" y="10271"/>
                  </a:lnTo>
                  <a:lnTo>
                    <a:pt x="12069" y="10418"/>
                  </a:lnTo>
                  <a:lnTo>
                    <a:pt x="11519" y="10565"/>
                  </a:lnTo>
                  <a:lnTo>
                    <a:pt x="10969" y="10748"/>
                  </a:lnTo>
                  <a:lnTo>
                    <a:pt x="9685" y="11225"/>
                  </a:lnTo>
                  <a:lnTo>
                    <a:pt x="8438" y="11702"/>
                  </a:lnTo>
                  <a:lnTo>
                    <a:pt x="5980" y="12619"/>
                  </a:lnTo>
                  <a:lnTo>
                    <a:pt x="4879" y="13023"/>
                  </a:lnTo>
                  <a:lnTo>
                    <a:pt x="4329" y="13243"/>
                  </a:lnTo>
                  <a:lnTo>
                    <a:pt x="3816" y="13499"/>
                  </a:lnTo>
                  <a:lnTo>
                    <a:pt x="3669" y="12692"/>
                  </a:lnTo>
                  <a:lnTo>
                    <a:pt x="3522" y="11885"/>
                  </a:lnTo>
                  <a:lnTo>
                    <a:pt x="3742" y="11885"/>
                  </a:lnTo>
                  <a:lnTo>
                    <a:pt x="3999" y="11812"/>
                  </a:lnTo>
                  <a:lnTo>
                    <a:pt x="5173" y="11482"/>
                  </a:lnTo>
                  <a:lnTo>
                    <a:pt x="7190" y="10932"/>
                  </a:lnTo>
                  <a:lnTo>
                    <a:pt x="7374" y="11335"/>
                  </a:lnTo>
                  <a:lnTo>
                    <a:pt x="7594" y="11702"/>
                  </a:lnTo>
                  <a:lnTo>
                    <a:pt x="7631" y="11775"/>
                  </a:lnTo>
                  <a:lnTo>
                    <a:pt x="7814" y="11775"/>
                  </a:lnTo>
                  <a:lnTo>
                    <a:pt x="7887" y="11702"/>
                  </a:lnTo>
                  <a:lnTo>
                    <a:pt x="7961" y="11629"/>
                  </a:lnTo>
                  <a:lnTo>
                    <a:pt x="8107" y="11592"/>
                  </a:lnTo>
                  <a:lnTo>
                    <a:pt x="8401" y="11519"/>
                  </a:lnTo>
                  <a:lnTo>
                    <a:pt x="8474" y="11445"/>
                  </a:lnTo>
                  <a:lnTo>
                    <a:pt x="8548" y="11372"/>
                  </a:lnTo>
                  <a:lnTo>
                    <a:pt x="8658" y="11189"/>
                  </a:lnTo>
                  <a:lnTo>
                    <a:pt x="8694" y="11005"/>
                  </a:lnTo>
                  <a:lnTo>
                    <a:pt x="8694" y="10785"/>
                  </a:lnTo>
                  <a:lnTo>
                    <a:pt x="8658" y="10602"/>
                  </a:lnTo>
                  <a:lnTo>
                    <a:pt x="8621" y="10418"/>
                  </a:lnTo>
                  <a:lnTo>
                    <a:pt x="8658" y="10492"/>
                  </a:lnTo>
                  <a:lnTo>
                    <a:pt x="8768" y="10528"/>
                  </a:lnTo>
                  <a:lnTo>
                    <a:pt x="9025" y="10492"/>
                  </a:lnTo>
                  <a:lnTo>
                    <a:pt x="9281" y="10418"/>
                  </a:lnTo>
                  <a:lnTo>
                    <a:pt x="9428" y="10638"/>
                  </a:lnTo>
                  <a:lnTo>
                    <a:pt x="9611" y="10822"/>
                  </a:lnTo>
                  <a:lnTo>
                    <a:pt x="9758" y="10895"/>
                  </a:lnTo>
                  <a:lnTo>
                    <a:pt x="9942" y="10932"/>
                  </a:lnTo>
                  <a:lnTo>
                    <a:pt x="10088" y="10932"/>
                  </a:lnTo>
                  <a:lnTo>
                    <a:pt x="10235" y="10858"/>
                  </a:lnTo>
                  <a:lnTo>
                    <a:pt x="10382" y="10785"/>
                  </a:lnTo>
                  <a:lnTo>
                    <a:pt x="10492" y="10638"/>
                  </a:lnTo>
                  <a:lnTo>
                    <a:pt x="10565" y="10492"/>
                  </a:lnTo>
                  <a:lnTo>
                    <a:pt x="10602" y="10345"/>
                  </a:lnTo>
                  <a:lnTo>
                    <a:pt x="10639" y="10161"/>
                  </a:lnTo>
                  <a:lnTo>
                    <a:pt x="10602" y="9978"/>
                  </a:lnTo>
                  <a:lnTo>
                    <a:pt x="10492" y="9648"/>
                  </a:lnTo>
                  <a:lnTo>
                    <a:pt x="10749" y="9648"/>
                  </a:lnTo>
                  <a:lnTo>
                    <a:pt x="11005" y="9611"/>
                  </a:lnTo>
                  <a:lnTo>
                    <a:pt x="11629" y="9428"/>
                  </a:lnTo>
                  <a:lnTo>
                    <a:pt x="12876" y="8988"/>
                  </a:lnTo>
                  <a:close/>
                  <a:moveTo>
                    <a:pt x="13206" y="10675"/>
                  </a:moveTo>
                  <a:lnTo>
                    <a:pt x="13096" y="10712"/>
                  </a:lnTo>
                  <a:lnTo>
                    <a:pt x="11592" y="11262"/>
                  </a:lnTo>
                  <a:lnTo>
                    <a:pt x="8731" y="12362"/>
                  </a:lnTo>
                  <a:lnTo>
                    <a:pt x="7300" y="12876"/>
                  </a:lnTo>
                  <a:lnTo>
                    <a:pt x="6604" y="13133"/>
                  </a:lnTo>
                  <a:lnTo>
                    <a:pt x="5870" y="13316"/>
                  </a:lnTo>
                  <a:lnTo>
                    <a:pt x="4696" y="13573"/>
                  </a:lnTo>
                  <a:lnTo>
                    <a:pt x="5393" y="13279"/>
                  </a:lnTo>
                  <a:lnTo>
                    <a:pt x="6090" y="13023"/>
                  </a:lnTo>
                  <a:lnTo>
                    <a:pt x="8438" y="12179"/>
                  </a:lnTo>
                  <a:lnTo>
                    <a:pt x="9611" y="11702"/>
                  </a:lnTo>
                  <a:lnTo>
                    <a:pt x="10822" y="11299"/>
                  </a:lnTo>
                  <a:lnTo>
                    <a:pt x="11409" y="11078"/>
                  </a:lnTo>
                  <a:lnTo>
                    <a:pt x="11996" y="10895"/>
                  </a:lnTo>
                  <a:lnTo>
                    <a:pt x="12619" y="10748"/>
                  </a:lnTo>
                  <a:lnTo>
                    <a:pt x="13206" y="10675"/>
                  </a:lnTo>
                  <a:close/>
                  <a:moveTo>
                    <a:pt x="10492" y="478"/>
                  </a:moveTo>
                  <a:lnTo>
                    <a:pt x="10712" y="1064"/>
                  </a:lnTo>
                  <a:lnTo>
                    <a:pt x="10969" y="1688"/>
                  </a:lnTo>
                  <a:lnTo>
                    <a:pt x="11482" y="2862"/>
                  </a:lnTo>
                  <a:lnTo>
                    <a:pt x="11996" y="4182"/>
                  </a:lnTo>
                  <a:lnTo>
                    <a:pt x="12473" y="5466"/>
                  </a:lnTo>
                  <a:lnTo>
                    <a:pt x="12876" y="6713"/>
                  </a:lnTo>
                  <a:lnTo>
                    <a:pt x="13280" y="7924"/>
                  </a:lnTo>
                  <a:lnTo>
                    <a:pt x="13683" y="9171"/>
                  </a:lnTo>
                  <a:lnTo>
                    <a:pt x="14013" y="10418"/>
                  </a:lnTo>
                  <a:lnTo>
                    <a:pt x="13793" y="10418"/>
                  </a:lnTo>
                  <a:lnTo>
                    <a:pt x="13573" y="10492"/>
                  </a:lnTo>
                  <a:lnTo>
                    <a:pt x="13573" y="10418"/>
                  </a:lnTo>
                  <a:lnTo>
                    <a:pt x="13573" y="10308"/>
                  </a:lnTo>
                  <a:lnTo>
                    <a:pt x="13646" y="10235"/>
                  </a:lnTo>
                  <a:lnTo>
                    <a:pt x="13646" y="10125"/>
                  </a:lnTo>
                  <a:lnTo>
                    <a:pt x="13610" y="9831"/>
                  </a:lnTo>
                  <a:lnTo>
                    <a:pt x="13610" y="9758"/>
                  </a:lnTo>
                  <a:lnTo>
                    <a:pt x="13610" y="9721"/>
                  </a:lnTo>
                  <a:lnTo>
                    <a:pt x="13426" y="9024"/>
                  </a:lnTo>
                  <a:lnTo>
                    <a:pt x="13096" y="7777"/>
                  </a:lnTo>
                  <a:lnTo>
                    <a:pt x="12693" y="6603"/>
                  </a:lnTo>
                  <a:lnTo>
                    <a:pt x="12289" y="5430"/>
                  </a:lnTo>
                  <a:lnTo>
                    <a:pt x="11849" y="4256"/>
                  </a:lnTo>
                  <a:lnTo>
                    <a:pt x="11372" y="3119"/>
                  </a:lnTo>
                  <a:lnTo>
                    <a:pt x="10859" y="1981"/>
                  </a:lnTo>
                  <a:lnTo>
                    <a:pt x="10675" y="1651"/>
                  </a:lnTo>
                  <a:lnTo>
                    <a:pt x="10492" y="1358"/>
                  </a:lnTo>
                  <a:lnTo>
                    <a:pt x="10602" y="1285"/>
                  </a:lnTo>
                  <a:lnTo>
                    <a:pt x="10639" y="1174"/>
                  </a:lnTo>
                  <a:lnTo>
                    <a:pt x="10602" y="1064"/>
                  </a:lnTo>
                  <a:lnTo>
                    <a:pt x="10565" y="991"/>
                  </a:lnTo>
                  <a:lnTo>
                    <a:pt x="10528" y="954"/>
                  </a:lnTo>
                  <a:lnTo>
                    <a:pt x="10455" y="918"/>
                  </a:lnTo>
                  <a:lnTo>
                    <a:pt x="10272" y="881"/>
                  </a:lnTo>
                  <a:lnTo>
                    <a:pt x="10088" y="918"/>
                  </a:lnTo>
                  <a:lnTo>
                    <a:pt x="9391" y="1138"/>
                  </a:lnTo>
                  <a:lnTo>
                    <a:pt x="8658" y="1431"/>
                  </a:lnTo>
                  <a:lnTo>
                    <a:pt x="7924" y="1688"/>
                  </a:lnTo>
                  <a:lnTo>
                    <a:pt x="7190" y="1945"/>
                  </a:lnTo>
                  <a:lnTo>
                    <a:pt x="5650" y="2422"/>
                  </a:lnTo>
                  <a:lnTo>
                    <a:pt x="4109" y="2862"/>
                  </a:lnTo>
                  <a:lnTo>
                    <a:pt x="2569" y="3265"/>
                  </a:lnTo>
                  <a:lnTo>
                    <a:pt x="1762" y="3485"/>
                  </a:lnTo>
                  <a:lnTo>
                    <a:pt x="1358" y="3632"/>
                  </a:lnTo>
                  <a:lnTo>
                    <a:pt x="1175" y="3706"/>
                  </a:lnTo>
                  <a:lnTo>
                    <a:pt x="1028" y="3816"/>
                  </a:lnTo>
                  <a:lnTo>
                    <a:pt x="991" y="3816"/>
                  </a:lnTo>
                  <a:lnTo>
                    <a:pt x="955" y="3889"/>
                  </a:lnTo>
                  <a:lnTo>
                    <a:pt x="918" y="3962"/>
                  </a:lnTo>
                  <a:lnTo>
                    <a:pt x="991" y="4586"/>
                  </a:lnTo>
                  <a:lnTo>
                    <a:pt x="1101" y="5209"/>
                  </a:lnTo>
                  <a:lnTo>
                    <a:pt x="1248" y="5796"/>
                  </a:lnTo>
                  <a:lnTo>
                    <a:pt x="1395" y="6420"/>
                  </a:lnTo>
                  <a:lnTo>
                    <a:pt x="1725" y="7594"/>
                  </a:lnTo>
                  <a:lnTo>
                    <a:pt x="2128" y="8768"/>
                  </a:lnTo>
                  <a:lnTo>
                    <a:pt x="2532" y="9978"/>
                  </a:lnTo>
                  <a:lnTo>
                    <a:pt x="2899" y="11152"/>
                  </a:lnTo>
                  <a:lnTo>
                    <a:pt x="3045" y="11739"/>
                  </a:lnTo>
                  <a:lnTo>
                    <a:pt x="3192" y="12362"/>
                  </a:lnTo>
                  <a:lnTo>
                    <a:pt x="3302" y="12949"/>
                  </a:lnTo>
                  <a:lnTo>
                    <a:pt x="3412" y="13573"/>
                  </a:lnTo>
                  <a:lnTo>
                    <a:pt x="3412" y="13683"/>
                  </a:lnTo>
                  <a:lnTo>
                    <a:pt x="3486" y="13720"/>
                  </a:lnTo>
                  <a:lnTo>
                    <a:pt x="3559" y="13756"/>
                  </a:lnTo>
                  <a:lnTo>
                    <a:pt x="3632" y="13793"/>
                  </a:lnTo>
                  <a:lnTo>
                    <a:pt x="3669" y="13830"/>
                  </a:lnTo>
                  <a:lnTo>
                    <a:pt x="3742" y="13830"/>
                  </a:lnTo>
                  <a:lnTo>
                    <a:pt x="4036" y="13756"/>
                  </a:lnTo>
                  <a:lnTo>
                    <a:pt x="3706" y="13903"/>
                  </a:lnTo>
                  <a:lnTo>
                    <a:pt x="3412" y="14086"/>
                  </a:lnTo>
                  <a:lnTo>
                    <a:pt x="2569" y="11115"/>
                  </a:lnTo>
                  <a:lnTo>
                    <a:pt x="2128" y="9611"/>
                  </a:lnTo>
                  <a:lnTo>
                    <a:pt x="1725" y="8144"/>
                  </a:lnTo>
                  <a:lnTo>
                    <a:pt x="955" y="5136"/>
                  </a:lnTo>
                  <a:lnTo>
                    <a:pt x="808" y="4439"/>
                  </a:lnTo>
                  <a:lnTo>
                    <a:pt x="661" y="3999"/>
                  </a:lnTo>
                  <a:lnTo>
                    <a:pt x="588" y="3779"/>
                  </a:lnTo>
                  <a:lnTo>
                    <a:pt x="478" y="3632"/>
                  </a:lnTo>
                  <a:lnTo>
                    <a:pt x="1065" y="3522"/>
                  </a:lnTo>
                  <a:lnTo>
                    <a:pt x="1652" y="3412"/>
                  </a:lnTo>
                  <a:lnTo>
                    <a:pt x="2825" y="3045"/>
                  </a:lnTo>
                  <a:lnTo>
                    <a:pt x="4183" y="2642"/>
                  </a:lnTo>
                  <a:lnTo>
                    <a:pt x="5503" y="2202"/>
                  </a:lnTo>
                  <a:lnTo>
                    <a:pt x="8034" y="1358"/>
                  </a:lnTo>
                  <a:lnTo>
                    <a:pt x="9281" y="918"/>
                  </a:lnTo>
                  <a:lnTo>
                    <a:pt x="9905" y="734"/>
                  </a:lnTo>
                  <a:lnTo>
                    <a:pt x="10198" y="624"/>
                  </a:lnTo>
                  <a:lnTo>
                    <a:pt x="10492" y="478"/>
                  </a:lnTo>
                  <a:close/>
                  <a:moveTo>
                    <a:pt x="10455" y="1"/>
                  </a:moveTo>
                  <a:lnTo>
                    <a:pt x="10162" y="37"/>
                  </a:lnTo>
                  <a:lnTo>
                    <a:pt x="9832" y="147"/>
                  </a:lnTo>
                  <a:lnTo>
                    <a:pt x="9245" y="367"/>
                  </a:lnTo>
                  <a:lnTo>
                    <a:pt x="7997" y="808"/>
                  </a:lnTo>
                  <a:lnTo>
                    <a:pt x="5503" y="1651"/>
                  </a:lnTo>
                  <a:lnTo>
                    <a:pt x="2935" y="2495"/>
                  </a:lnTo>
                  <a:lnTo>
                    <a:pt x="1615" y="2899"/>
                  </a:lnTo>
                  <a:lnTo>
                    <a:pt x="918" y="3082"/>
                  </a:lnTo>
                  <a:lnTo>
                    <a:pt x="258" y="3339"/>
                  </a:lnTo>
                  <a:lnTo>
                    <a:pt x="184" y="3412"/>
                  </a:lnTo>
                  <a:lnTo>
                    <a:pt x="148" y="3522"/>
                  </a:lnTo>
                  <a:lnTo>
                    <a:pt x="38" y="3559"/>
                  </a:lnTo>
                  <a:lnTo>
                    <a:pt x="1" y="3595"/>
                  </a:lnTo>
                  <a:lnTo>
                    <a:pt x="1" y="3632"/>
                  </a:lnTo>
                  <a:lnTo>
                    <a:pt x="38" y="3779"/>
                  </a:lnTo>
                  <a:lnTo>
                    <a:pt x="111" y="3926"/>
                  </a:lnTo>
                  <a:lnTo>
                    <a:pt x="184" y="4036"/>
                  </a:lnTo>
                  <a:lnTo>
                    <a:pt x="221" y="4146"/>
                  </a:lnTo>
                  <a:lnTo>
                    <a:pt x="294" y="4366"/>
                  </a:lnTo>
                  <a:lnTo>
                    <a:pt x="588" y="5796"/>
                  </a:lnTo>
                  <a:lnTo>
                    <a:pt x="955" y="7227"/>
                  </a:lnTo>
                  <a:lnTo>
                    <a:pt x="1285" y="8658"/>
                  </a:lnTo>
                  <a:lnTo>
                    <a:pt x="2055" y="11482"/>
                  </a:lnTo>
                  <a:lnTo>
                    <a:pt x="2459" y="12876"/>
                  </a:lnTo>
                  <a:lnTo>
                    <a:pt x="2899" y="14233"/>
                  </a:lnTo>
                  <a:lnTo>
                    <a:pt x="2935" y="14380"/>
                  </a:lnTo>
                  <a:lnTo>
                    <a:pt x="3045" y="14416"/>
                  </a:lnTo>
                  <a:lnTo>
                    <a:pt x="3155" y="14453"/>
                  </a:lnTo>
                  <a:lnTo>
                    <a:pt x="3302" y="14416"/>
                  </a:lnTo>
                  <a:lnTo>
                    <a:pt x="3596" y="14343"/>
                  </a:lnTo>
                  <a:lnTo>
                    <a:pt x="3889" y="14270"/>
                  </a:lnTo>
                  <a:lnTo>
                    <a:pt x="4513" y="14086"/>
                  </a:lnTo>
                  <a:lnTo>
                    <a:pt x="5980" y="13793"/>
                  </a:lnTo>
                  <a:lnTo>
                    <a:pt x="6714" y="13610"/>
                  </a:lnTo>
                  <a:lnTo>
                    <a:pt x="7447" y="13353"/>
                  </a:lnTo>
                  <a:lnTo>
                    <a:pt x="8878" y="12839"/>
                  </a:lnTo>
                  <a:lnTo>
                    <a:pt x="11739" y="11775"/>
                  </a:lnTo>
                  <a:lnTo>
                    <a:pt x="13133" y="11225"/>
                  </a:lnTo>
                  <a:lnTo>
                    <a:pt x="13646" y="11078"/>
                  </a:lnTo>
                  <a:lnTo>
                    <a:pt x="13903" y="10968"/>
                  </a:lnTo>
                  <a:lnTo>
                    <a:pt x="14160" y="10822"/>
                  </a:lnTo>
                  <a:lnTo>
                    <a:pt x="14197" y="10932"/>
                  </a:lnTo>
                  <a:lnTo>
                    <a:pt x="14270" y="10968"/>
                  </a:lnTo>
                  <a:lnTo>
                    <a:pt x="14380" y="11005"/>
                  </a:lnTo>
                  <a:lnTo>
                    <a:pt x="14490" y="11005"/>
                  </a:lnTo>
                  <a:lnTo>
                    <a:pt x="14563" y="10932"/>
                  </a:lnTo>
                  <a:lnTo>
                    <a:pt x="14637" y="10895"/>
                  </a:lnTo>
                  <a:lnTo>
                    <a:pt x="14674" y="10785"/>
                  </a:lnTo>
                  <a:lnTo>
                    <a:pt x="14637" y="10675"/>
                  </a:lnTo>
                  <a:lnTo>
                    <a:pt x="14270" y="9318"/>
                  </a:lnTo>
                  <a:lnTo>
                    <a:pt x="13867" y="7997"/>
                  </a:lnTo>
                  <a:lnTo>
                    <a:pt x="13426" y="6640"/>
                  </a:lnTo>
                  <a:lnTo>
                    <a:pt x="12949" y="5356"/>
                  </a:lnTo>
                  <a:lnTo>
                    <a:pt x="12473" y="4036"/>
                  </a:lnTo>
                  <a:lnTo>
                    <a:pt x="11922" y="2752"/>
                  </a:lnTo>
                  <a:lnTo>
                    <a:pt x="11409" y="1468"/>
                  </a:lnTo>
                  <a:lnTo>
                    <a:pt x="11115" y="881"/>
                  </a:lnTo>
                  <a:lnTo>
                    <a:pt x="10785" y="257"/>
                  </a:lnTo>
                  <a:lnTo>
                    <a:pt x="10749" y="221"/>
                  </a:lnTo>
                  <a:lnTo>
                    <a:pt x="10675" y="184"/>
                  </a:lnTo>
                  <a:lnTo>
                    <a:pt x="10639" y="111"/>
                  </a:lnTo>
                  <a:lnTo>
                    <a:pt x="10602" y="74"/>
                  </a:lnTo>
                  <a:lnTo>
                    <a:pt x="10528" y="37"/>
                  </a:lnTo>
                  <a:lnTo>
                    <a:pt x="10455" y="1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57" name="Google Shape;313;p5">
              <a:extLst>
                <a:ext uri="{FF2B5EF4-FFF2-40B4-BE49-F238E27FC236}">
                  <a16:creationId xmlns:a16="http://schemas.microsoft.com/office/drawing/2014/main" id="{56D63C3D-5A7C-4476-B8FB-D4BC12007E29}"/>
                </a:ext>
              </a:extLst>
            </p:cNvPr>
            <p:cNvSpPr/>
            <p:nvPr/>
          </p:nvSpPr>
          <p:spPr>
            <a:xfrm>
              <a:off x="6316250" y="3040425"/>
              <a:ext cx="137600" cy="122000"/>
            </a:xfrm>
            <a:custGeom>
              <a:avLst/>
              <a:gdLst/>
              <a:ahLst/>
              <a:cxnLst/>
              <a:rect l="l" t="t" r="r" b="b"/>
              <a:pathLst>
                <a:path w="5504" h="4880" extrusionOk="0">
                  <a:moveTo>
                    <a:pt x="5173" y="0"/>
                  </a:moveTo>
                  <a:lnTo>
                    <a:pt x="5063" y="37"/>
                  </a:lnTo>
                  <a:lnTo>
                    <a:pt x="4990" y="110"/>
                  </a:lnTo>
                  <a:lnTo>
                    <a:pt x="4770" y="404"/>
                  </a:lnTo>
                  <a:lnTo>
                    <a:pt x="4513" y="624"/>
                  </a:lnTo>
                  <a:lnTo>
                    <a:pt x="4219" y="844"/>
                  </a:lnTo>
                  <a:lnTo>
                    <a:pt x="3926" y="991"/>
                  </a:lnTo>
                  <a:lnTo>
                    <a:pt x="3742" y="1064"/>
                  </a:lnTo>
                  <a:lnTo>
                    <a:pt x="3559" y="1101"/>
                  </a:lnTo>
                  <a:lnTo>
                    <a:pt x="3229" y="1101"/>
                  </a:lnTo>
                  <a:lnTo>
                    <a:pt x="2862" y="1028"/>
                  </a:lnTo>
                  <a:lnTo>
                    <a:pt x="2532" y="917"/>
                  </a:lnTo>
                  <a:lnTo>
                    <a:pt x="2239" y="807"/>
                  </a:lnTo>
                  <a:lnTo>
                    <a:pt x="1908" y="734"/>
                  </a:lnTo>
                  <a:lnTo>
                    <a:pt x="1578" y="661"/>
                  </a:lnTo>
                  <a:lnTo>
                    <a:pt x="1248" y="624"/>
                  </a:lnTo>
                  <a:lnTo>
                    <a:pt x="918" y="661"/>
                  </a:lnTo>
                  <a:lnTo>
                    <a:pt x="625" y="771"/>
                  </a:lnTo>
                  <a:lnTo>
                    <a:pt x="478" y="844"/>
                  </a:lnTo>
                  <a:lnTo>
                    <a:pt x="368" y="954"/>
                  </a:lnTo>
                  <a:lnTo>
                    <a:pt x="258" y="1064"/>
                  </a:lnTo>
                  <a:lnTo>
                    <a:pt x="148" y="1211"/>
                  </a:lnTo>
                  <a:lnTo>
                    <a:pt x="111" y="1284"/>
                  </a:lnTo>
                  <a:lnTo>
                    <a:pt x="111" y="1321"/>
                  </a:lnTo>
                  <a:lnTo>
                    <a:pt x="148" y="1431"/>
                  </a:lnTo>
                  <a:lnTo>
                    <a:pt x="258" y="1468"/>
                  </a:lnTo>
                  <a:lnTo>
                    <a:pt x="368" y="1468"/>
                  </a:lnTo>
                  <a:lnTo>
                    <a:pt x="698" y="1284"/>
                  </a:lnTo>
                  <a:lnTo>
                    <a:pt x="1028" y="1174"/>
                  </a:lnTo>
                  <a:lnTo>
                    <a:pt x="1028" y="2531"/>
                  </a:lnTo>
                  <a:lnTo>
                    <a:pt x="955" y="3228"/>
                  </a:lnTo>
                  <a:lnTo>
                    <a:pt x="881" y="3925"/>
                  </a:lnTo>
                  <a:lnTo>
                    <a:pt x="698" y="3852"/>
                  </a:lnTo>
                  <a:lnTo>
                    <a:pt x="551" y="3742"/>
                  </a:lnTo>
                  <a:lnTo>
                    <a:pt x="368" y="3632"/>
                  </a:lnTo>
                  <a:lnTo>
                    <a:pt x="184" y="3522"/>
                  </a:lnTo>
                  <a:lnTo>
                    <a:pt x="111" y="3522"/>
                  </a:lnTo>
                  <a:lnTo>
                    <a:pt x="38" y="3595"/>
                  </a:lnTo>
                  <a:lnTo>
                    <a:pt x="1" y="3669"/>
                  </a:lnTo>
                  <a:lnTo>
                    <a:pt x="1" y="3779"/>
                  </a:lnTo>
                  <a:lnTo>
                    <a:pt x="38" y="3962"/>
                  </a:lnTo>
                  <a:lnTo>
                    <a:pt x="148" y="4145"/>
                  </a:lnTo>
                  <a:lnTo>
                    <a:pt x="294" y="4256"/>
                  </a:lnTo>
                  <a:lnTo>
                    <a:pt x="514" y="4402"/>
                  </a:lnTo>
                  <a:lnTo>
                    <a:pt x="735" y="4476"/>
                  </a:lnTo>
                  <a:lnTo>
                    <a:pt x="1175" y="4476"/>
                  </a:lnTo>
                  <a:lnTo>
                    <a:pt x="1248" y="4439"/>
                  </a:lnTo>
                  <a:lnTo>
                    <a:pt x="1321" y="4402"/>
                  </a:lnTo>
                  <a:lnTo>
                    <a:pt x="1395" y="4256"/>
                  </a:lnTo>
                  <a:lnTo>
                    <a:pt x="1505" y="3485"/>
                  </a:lnTo>
                  <a:lnTo>
                    <a:pt x="1578" y="2715"/>
                  </a:lnTo>
                  <a:lnTo>
                    <a:pt x="1578" y="1908"/>
                  </a:lnTo>
                  <a:lnTo>
                    <a:pt x="1542" y="1504"/>
                  </a:lnTo>
                  <a:lnTo>
                    <a:pt x="1505" y="1138"/>
                  </a:lnTo>
                  <a:lnTo>
                    <a:pt x="1762" y="1174"/>
                  </a:lnTo>
                  <a:lnTo>
                    <a:pt x="2128" y="1321"/>
                  </a:lnTo>
                  <a:lnTo>
                    <a:pt x="2459" y="1431"/>
                  </a:lnTo>
                  <a:lnTo>
                    <a:pt x="2825" y="1578"/>
                  </a:lnTo>
                  <a:lnTo>
                    <a:pt x="3192" y="1651"/>
                  </a:lnTo>
                  <a:lnTo>
                    <a:pt x="3486" y="1651"/>
                  </a:lnTo>
                  <a:lnTo>
                    <a:pt x="3449" y="2531"/>
                  </a:lnTo>
                  <a:lnTo>
                    <a:pt x="3412" y="3449"/>
                  </a:lnTo>
                  <a:lnTo>
                    <a:pt x="3412" y="3999"/>
                  </a:lnTo>
                  <a:lnTo>
                    <a:pt x="3412" y="4256"/>
                  </a:lnTo>
                  <a:lnTo>
                    <a:pt x="3412" y="4366"/>
                  </a:lnTo>
                  <a:lnTo>
                    <a:pt x="3412" y="4402"/>
                  </a:lnTo>
                  <a:lnTo>
                    <a:pt x="3449" y="4402"/>
                  </a:lnTo>
                  <a:lnTo>
                    <a:pt x="3412" y="4476"/>
                  </a:lnTo>
                  <a:lnTo>
                    <a:pt x="3376" y="4512"/>
                  </a:lnTo>
                  <a:lnTo>
                    <a:pt x="3376" y="4659"/>
                  </a:lnTo>
                  <a:lnTo>
                    <a:pt x="3376" y="4696"/>
                  </a:lnTo>
                  <a:lnTo>
                    <a:pt x="3412" y="4806"/>
                  </a:lnTo>
                  <a:lnTo>
                    <a:pt x="3522" y="4879"/>
                  </a:lnTo>
                  <a:lnTo>
                    <a:pt x="3632" y="4879"/>
                  </a:lnTo>
                  <a:lnTo>
                    <a:pt x="3742" y="4842"/>
                  </a:lnTo>
                  <a:lnTo>
                    <a:pt x="3853" y="4732"/>
                  </a:lnTo>
                  <a:lnTo>
                    <a:pt x="3926" y="4586"/>
                  </a:lnTo>
                  <a:lnTo>
                    <a:pt x="3926" y="4439"/>
                  </a:lnTo>
                  <a:lnTo>
                    <a:pt x="3926" y="4256"/>
                  </a:lnTo>
                  <a:lnTo>
                    <a:pt x="3963" y="3045"/>
                  </a:lnTo>
                  <a:lnTo>
                    <a:pt x="3963" y="1871"/>
                  </a:lnTo>
                  <a:lnTo>
                    <a:pt x="3963" y="1541"/>
                  </a:lnTo>
                  <a:lnTo>
                    <a:pt x="4366" y="1394"/>
                  </a:lnTo>
                  <a:lnTo>
                    <a:pt x="4733" y="1138"/>
                  </a:lnTo>
                  <a:lnTo>
                    <a:pt x="5063" y="844"/>
                  </a:lnTo>
                  <a:lnTo>
                    <a:pt x="5320" y="551"/>
                  </a:lnTo>
                  <a:lnTo>
                    <a:pt x="5467" y="367"/>
                  </a:lnTo>
                  <a:lnTo>
                    <a:pt x="5503" y="257"/>
                  </a:lnTo>
                  <a:lnTo>
                    <a:pt x="5503" y="184"/>
                  </a:lnTo>
                  <a:lnTo>
                    <a:pt x="5430" y="74"/>
                  </a:lnTo>
                  <a:lnTo>
                    <a:pt x="5356" y="37"/>
                  </a:lnTo>
                  <a:lnTo>
                    <a:pt x="5283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58" name="Google Shape;314;p5">
              <a:extLst>
                <a:ext uri="{FF2B5EF4-FFF2-40B4-BE49-F238E27FC236}">
                  <a16:creationId xmlns:a16="http://schemas.microsoft.com/office/drawing/2014/main" id="{5B165CDE-275A-452F-BC67-E69AE00D5833}"/>
                </a:ext>
              </a:extLst>
            </p:cNvPr>
            <p:cNvSpPr/>
            <p:nvPr/>
          </p:nvSpPr>
          <p:spPr>
            <a:xfrm>
              <a:off x="6879325" y="4294925"/>
              <a:ext cx="344825" cy="254975"/>
            </a:xfrm>
            <a:custGeom>
              <a:avLst/>
              <a:gdLst/>
              <a:ahLst/>
              <a:cxnLst/>
              <a:rect l="l" t="t" r="r" b="b"/>
              <a:pathLst>
                <a:path w="13793" h="10199" extrusionOk="0">
                  <a:moveTo>
                    <a:pt x="5649" y="2128"/>
                  </a:moveTo>
                  <a:lnTo>
                    <a:pt x="5503" y="2165"/>
                  </a:lnTo>
                  <a:lnTo>
                    <a:pt x="5356" y="2238"/>
                  </a:lnTo>
                  <a:lnTo>
                    <a:pt x="5209" y="2312"/>
                  </a:lnTo>
                  <a:lnTo>
                    <a:pt x="5099" y="2422"/>
                  </a:lnTo>
                  <a:lnTo>
                    <a:pt x="4989" y="2532"/>
                  </a:lnTo>
                  <a:lnTo>
                    <a:pt x="4916" y="2642"/>
                  </a:lnTo>
                  <a:lnTo>
                    <a:pt x="4879" y="2788"/>
                  </a:lnTo>
                  <a:lnTo>
                    <a:pt x="4842" y="2935"/>
                  </a:lnTo>
                  <a:lnTo>
                    <a:pt x="4842" y="3119"/>
                  </a:lnTo>
                  <a:lnTo>
                    <a:pt x="4879" y="3265"/>
                  </a:lnTo>
                  <a:lnTo>
                    <a:pt x="4916" y="3375"/>
                  </a:lnTo>
                  <a:lnTo>
                    <a:pt x="5026" y="3485"/>
                  </a:lnTo>
                  <a:lnTo>
                    <a:pt x="5136" y="3522"/>
                  </a:lnTo>
                  <a:lnTo>
                    <a:pt x="5209" y="3522"/>
                  </a:lnTo>
                  <a:lnTo>
                    <a:pt x="5319" y="3449"/>
                  </a:lnTo>
                  <a:lnTo>
                    <a:pt x="5356" y="3375"/>
                  </a:lnTo>
                  <a:lnTo>
                    <a:pt x="5393" y="3119"/>
                  </a:lnTo>
                  <a:lnTo>
                    <a:pt x="5393" y="2899"/>
                  </a:lnTo>
                  <a:lnTo>
                    <a:pt x="5429" y="3045"/>
                  </a:lnTo>
                  <a:lnTo>
                    <a:pt x="5466" y="3229"/>
                  </a:lnTo>
                  <a:lnTo>
                    <a:pt x="5503" y="3632"/>
                  </a:lnTo>
                  <a:lnTo>
                    <a:pt x="5576" y="3926"/>
                  </a:lnTo>
                  <a:lnTo>
                    <a:pt x="5613" y="4072"/>
                  </a:lnTo>
                  <a:lnTo>
                    <a:pt x="5723" y="4219"/>
                  </a:lnTo>
                  <a:lnTo>
                    <a:pt x="5796" y="4256"/>
                  </a:lnTo>
                  <a:lnTo>
                    <a:pt x="5833" y="4256"/>
                  </a:lnTo>
                  <a:lnTo>
                    <a:pt x="5906" y="4219"/>
                  </a:lnTo>
                  <a:lnTo>
                    <a:pt x="5943" y="4146"/>
                  </a:lnTo>
                  <a:lnTo>
                    <a:pt x="5980" y="4036"/>
                  </a:lnTo>
                  <a:lnTo>
                    <a:pt x="5980" y="3926"/>
                  </a:lnTo>
                  <a:lnTo>
                    <a:pt x="5943" y="3669"/>
                  </a:lnTo>
                  <a:lnTo>
                    <a:pt x="5833" y="3082"/>
                  </a:lnTo>
                  <a:lnTo>
                    <a:pt x="5759" y="2825"/>
                  </a:lnTo>
                  <a:lnTo>
                    <a:pt x="5686" y="2715"/>
                  </a:lnTo>
                  <a:lnTo>
                    <a:pt x="5613" y="2642"/>
                  </a:lnTo>
                  <a:lnTo>
                    <a:pt x="5723" y="2605"/>
                  </a:lnTo>
                  <a:lnTo>
                    <a:pt x="6016" y="2605"/>
                  </a:lnTo>
                  <a:lnTo>
                    <a:pt x="6163" y="2642"/>
                  </a:lnTo>
                  <a:lnTo>
                    <a:pt x="6310" y="3045"/>
                  </a:lnTo>
                  <a:lnTo>
                    <a:pt x="6456" y="3522"/>
                  </a:lnTo>
                  <a:lnTo>
                    <a:pt x="6603" y="3999"/>
                  </a:lnTo>
                  <a:lnTo>
                    <a:pt x="6640" y="4072"/>
                  </a:lnTo>
                  <a:lnTo>
                    <a:pt x="6677" y="4109"/>
                  </a:lnTo>
                  <a:lnTo>
                    <a:pt x="6750" y="4146"/>
                  </a:lnTo>
                  <a:lnTo>
                    <a:pt x="6823" y="4109"/>
                  </a:lnTo>
                  <a:lnTo>
                    <a:pt x="6897" y="4072"/>
                  </a:lnTo>
                  <a:lnTo>
                    <a:pt x="6970" y="4036"/>
                  </a:lnTo>
                  <a:lnTo>
                    <a:pt x="7007" y="3926"/>
                  </a:lnTo>
                  <a:lnTo>
                    <a:pt x="7007" y="3852"/>
                  </a:lnTo>
                  <a:lnTo>
                    <a:pt x="6860" y="3412"/>
                  </a:lnTo>
                  <a:lnTo>
                    <a:pt x="6750" y="3009"/>
                  </a:lnTo>
                  <a:lnTo>
                    <a:pt x="6677" y="2862"/>
                  </a:lnTo>
                  <a:lnTo>
                    <a:pt x="6970" y="3045"/>
                  </a:lnTo>
                  <a:lnTo>
                    <a:pt x="7227" y="3229"/>
                  </a:lnTo>
                  <a:lnTo>
                    <a:pt x="7227" y="3449"/>
                  </a:lnTo>
                  <a:lnTo>
                    <a:pt x="7263" y="3669"/>
                  </a:lnTo>
                  <a:lnTo>
                    <a:pt x="7410" y="4072"/>
                  </a:lnTo>
                  <a:lnTo>
                    <a:pt x="7484" y="4146"/>
                  </a:lnTo>
                  <a:lnTo>
                    <a:pt x="7520" y="4182"/>
                  </a:lnTo>
                  <a:lnTo>
                    <a:pt x="7667" y="4182"/>
                  </a:lnTo>
                  <a:lnTo>
                    <a:pt x="7740" y="4146"/>
                  </a:lnTo>
                  <a:lnTo>
                    <a:pt x="7777" y="4109"/>
                  </a:lnTo>
                  <a:lnTo>
                    <a:pt x="7814" y="4036"/>
                  </a:lnTo>
                  <a:lnTo>
                    <a:pt x="7777" y="3926"/>
                  </a:lnTo>
                  <a:lnTo>
                    <a:pt x="7704" y="3669"/>
                  </a:lnTo>
                  <a:lnTo>
                    <a:pt x="8034" y="3962"/>
                  </a:lnTo>
                  <a:lnTo>
                    <a:pt x="8070" y="3999"/>
                  </a:lnTo>
                  <a:lnTo>
                    <a:pt x="8107" y="3999"/>
                  </a:lnTo>
                  <a:lnTo>
                    <a:pt x="8144" y="3962"/>
                  </a:lnTo>
                  <a:lnTo>
                    <a:pt x="8144" y="3926"/>
                  </a:lnTo>
                  <a:lnTo>
                    <a:pt x="8144" y="3742"/>
                  </a:lnTo>
                  <a:lnTo>
                    <a:pt x="8107" y="3595"/>
                  </a:lnTo>
                  <a:lnTo>
                    <a:pt x="7960" y="3302"/>
                  </a:lnTo>
                  <a:lnTo>
                    <a:pt x="7740" y="3009"/>
                  </a:lnTo>
                  <a:lnTo>
                    <a:pt x="7484" y="2788"/>
                  </a:lnTo>
                  <a:lnTo>
                    <a:pt x="7190" y="2568"/>
                  </a:lnTo>
                  <a:lnTo>
                    <a:pt x="6897" y="2422"/>
                  </a:lnTo>
                  <a:lnTo>
                    <a:pt x="6566" y="2275"/>
                  </a:lnTo>
                  <a:lnTo>
                    <a:pt x="6273" y="2165"/>
                  </a:lnTo>
                  <a:lnTo>
                    <a:pt x="5943" y="2128"/>
                  </a:lnTo>
                  <a:close/>
                  <a:moveTo>
                    <a:pt x="12215" y="3485"/>
                  </a:moveTo>
                  <a:lnTo>
                    <a:pt x="12142" y="3522"/>
                  </a:lnTo>
                  <a:lnTo>
                    <a:pt x="12142" y="3559"/>
                  </a:lnTo>
                  <a:lnTo>
                    <a:pt x="12142" y="3742"/>
                  </a:lnTo>
                  <a:lnTo>
                    <a:pt x="12142" y="3926"/>
                  </a:lnTo>
                  <a:lnTo>
                    <a:pt x="12252" y="4292"/>
                  </a:lnTo>
                  <a:lnTo>
                    <a:pt x="12436" y="4769"/>
                  </a:lnTo>
                  <a:lnTo>
                    <a:pt x="12582" y="5136"/>
                  </a:lnTo>
                  <a:lnTo>
                    <a:pt x="12546" y="5209"/>
                  </a:lnTo>
                  <a:lnTo>
                    <a:pt x="12546" y="5320"/>
                  </a:lnTo>
                  <a:lnTo>
                    <a:pt x="12582" y="5356"/>
                  </a:lnTo>
                  <a:lnTo>
                    <a:pt x="12582" y="5430"/>
                  </a:lnTo>
                  <a:lnTo>
                    <a:pt x="11885" y="5613"/>
                  </a:lnTo>
                  <a:lnTo>
                    <a:pt x="11885" y="5430"/>
                  </a:lnTo>
                  <a:lnTo>
                    <a:pt x="11849" y="5246"/>
                  </a:lnTo>
                  <a:lnTo>
                    <a:pt x="11702" y="4843"/>
                  </a:lnTo>
                  <a:lnTo>
                    <a:pt x="11629" y="4549"/>
                  </a:lnTo>
                  <a:lnTo>
                    <a:pt x="11482" y="4256"/>
                  </a:lnTo>
                  <a:lnTo>
                    <a:pt x="11335" y="3999"/>
                  </a:lnTo>
                  <a:lnTo>
                    <a:pt x="11115" y="3742"/>
                  </a:lnTo>
                  <a:lnTo>
                    <a:pt x="11005" y="3742"/>
                  </a:lnTo>
                  <a:lnTo>
                    <a:pt x="10968" y="3779"/>
                  </a:lnTo>
                  <a:lnTo>
                    <a:pt x="10932" y="3852"/>
                  </a:lnTo>
                  <a:lnTo>
                    <a:pt x="10968" y="4109"/>
                  </a:lnTo>
                  <a:lnTo>
                    <a:pt x="11078" y="4366"/>
                  </a:lnTo>
                  <a:lnTo>
                    <a:pt x="11262" y="4879"/>
                  </a:lnTo>
                  <a:lnTo>
                    <a:pt x="11372" y="5320"/>
                  </a:lnTo>
                  <a:lnTo>
                    <a:pt x="11445" y="5540"/>
                  </a:lnTo>
                  <a:lnTo>
                    <a:pt x="11555" y="5686"/>
                  </a:lnTo>
                  <a:lnTo>
                    <a:pt x="11482" y="5723"/>
                  </a:lnTo>
                  <a:lnTo>
                    <a:pt x="11372" y="5723"/>
                  </a:lnTo>
                  <a:lnTo>
                    <a:pt x="11262" y="5686"/>
                  </a:lnTo>
                  <a:lnTo>
                    <a:pt x="11152" y="5650"/>
                  </a:lnTo>
                  <a:lnTo>
                    <a:pt x="11078" y="5576"/>
                  </a:lnTo>
                  <a:lnTo>
                    <a:pt x="10895" y="5393"/>
                  </a:lnTo>
                  <a:lnTo>
                    <a:pt x="10785" y="5209"/>
                  </a:lnTo>
                  <a:lnTo>
                    <a:pt x="10712" y="5173"/>
                  </a:lnTo>
                  <a:lnTo>
                    <a:pt x="10675" y="4916"/>
                  </a:lnTo>
                  <a:lnTo>
                    <a:pt x="10601" y="4696"/>
                  </a:lnTo>
                  <a:lnTo>
                    <a:pt x="10418" y="4292"/>
                  </a:lnTo>
                  <a:lnTo>
                    <a:pt x="10381" y="4256"/>
                  </a:lnTo>
                  <a:lnTo>
                    <a:pt x="10345" y="4219"/>
                  </a:lnTo>
                  <a:lnTo>
                    <a:pt x="10198" y="4219"/>
                  </a:lnTo>
                  <a:lnTo>
                    <a:pt x="10125" y="4292"/>
                  </a:lnTo>
                  <a:lnTo>
                    <a:pt x="10088" y="4366"/>
                  </a:lnTo>
                  <a:lnTo>
                    <a:pt x="10088" y="4402"/>
                  </a:lnTo>
                  <a:lnTo>
                    <a:pt x="10125" y="4659"/>
                  </a:lnTo>
                  <a:lnTo>
                    <a:pt x="10051" y="4623"/>
                  </a:lnTo>
                  <a:lnTo>
                    <a:pt x="9941" y="4586"/>
                  </a:lnTo>
                  <a:lnTo>
                    <a:pt x="9868" y="4623"/>
                  </a:lnTo>
                  <a:lnTo>
                    <a:pt x="9794" y="4696"/>
                  </a:lnTo>
                  <a:lnTo>
                    <a:pt x="9721" y="4806"/>
                  </a:lnTo>
                  <a:lnTo>
                    <a:pt x="9684" y="4916"/>
                  </a:lnTo>
                  <a:lnTo>
                    <a:pt x="9721" y="5026"/>
                  </a:lnTo>
                  <a:lnTo>
                    <a:pt x="9758" y="5099"/>
                  </a:lnTo>
                  <a:lnTo>
                    <a:pt x="9905" y="5246"/>
                  </a:lnTo>
                  <a:lnTo>
                    <a:pt x="10125" y="5356"/>
                  </a:lnTo>
                  <a:lnTo>
                    <a:pt x="10271" y="5430"/>
                  </a:lnTo>
                  <a:lnTo>
                    <a:pt x="10345" y="5540"/>
                  </a:lnTo>
                  <a:lnTo>
                    <a:pt x="10528" y="5796"/>
                  </a:lnTo>
                  <a:lnTo>
                    <a:pt x="10712" y="5980"/>
                  </a:lnTo>
                  <a:lnTo>
                    <a:pt x="10932" y="6163"/>
                  </a:lnTo>
                  <a:lnTo>
                    <a:pt x="11078" y="6200"/>
                  </a:lnTo>
                  <a:lnTo>
                    <a:pt x="11225" y="6237"/>
                  </a:lnTo>
                  <a:lnTo>
                    <a:pt x="11519" y="6237"/>
                  </a:lnTo>
                  <a:lnTo>
                    <a:pt x="11849" y="6163"/>
                  </a:lnTo>
                  <a:lnTo>
                    <a:pt x="12142" y="6090"/>
                  </a:lnTo>
                  <a:lnTo>
                    <a:pt x="12986" y="5833"/>
                  </a:lnTo>
                  <a:lnTo>
                    <a:pt x="13353" y="5686"/>
                  </a:lnTo>
                  <a:lnTo>
                    <a:pt x="13536" y="5613"/>
                  </a:lnTo>
                  <a:lnTo>
                    <a:pt x="13719" y="5540"/>
                  </a:lnTo>
                  <a:lnTo>
                    <a:pt x="13793" y="5466"/>
                  </a:lnTo>
                  <a:lnTo>
                    <a:pt x="13793" y="5356"/>
                  </a:lnTo>
                  <a:lnTo>
                    <a:pt x="13756" y="5283"/>
                  </a:lnTo>
                  <a:lnTo>
                    <a:pt x="13646" y="5246"/>
                  </a:lnTo>
                  <a:lnTo>
                    <a:pt x="13353" y="5246"/>
                  </a:lnTo>
                  <a:lnTo>
                    <a:pt x="13059" y="5320"/>
                  </a:lnTo>
                  <a:lnTo>
                    <a:pt x="13059" y="5099"/>
                  </a:lnTo>
                  <a:lnTo>
                    <a:pt x="12986" y="4879"/>
                  </a:lnTo>
                  <a:lnTo>
                    <a:pt x="12839" y="4513"/>
                  </a:lnTo>
                  <a:lnTo>
                    <a:pt x="12619" y="3962"/>
                  </a:lnTo>
                  <a:lnTo>
                    <a:pt x="12509" y="3706"/>
                  </a:lnTo>
                  <a:lnTo>
                    <a:pt x="12326" y="3485"/>
                  </a:lnTo>
                  <a:close/>
                  <a:moveTo>
                    <a:pt x="12069" y="1"/>
                  </a:moveTo>
                  <a:lnTo>
                    <a:pt x="11702" y="37"/>
                  </a:lnTo>
                  <a:lnTo>
                    <a:pt x="11335" y="147"/>
                  </a:lnTo>
                  <a:lnTo>
                    <a:pt x="10638" y="368"/>
                  </a:lnTo>
                  <a:lnTo>
                    <a:pt x="9905" y="588"/>
                  </a:lnTo>
                  <a:lnTo>
                    <a:pt x="9538" y="698"/>
                  </a:lnTo>
                  <a:lnTo>
                    <a:pt x="9171" y="844"/>
                  </a:lnTo>
                  <a:lnTo>
                    <a:pt x="8914" y="1028"/>
                  </a:lnTo>
                  <a:lnTo>
                    <a:pt x="8694" y="1211"/>
                  </a:lnTo>
                  <a:lnTo>
                    <a:pt x="8547" y="1431"/>
                  </a:lnTo>
                  <a:lnTo>
                    <a:pt x="8437" y="1688"/>
                  </a:lnTo>
                  <a:lnTo>
                    <a:pt x="8401" y="1945"/>
                  </a:lnTo>
                  <a:lnTo>
                    <a:pt x="8401" y="2238"/>
                  </a:lnTo>
                  <a:lnTo>
                    <a:pt x="8401" y="2532"/>
                  </a:lnTo>
                  <a:lnTo>
                    <a:pt x="8474" y="2825"/>
                  </a:lnTo>
                  <a:lnTo>
                    <a:pt x="8804" y="4402"/>
                  </a:lnTo>
                  <a:lnTo>
                    <a:pt x="8951" y="5173"/>
                  </a:lnTo>
                  <a:lnTo>
                    <a:pt x="9098" y="5980"/>
                  </a:lnTo>
                  <a:lnTo>
                    <a:pt x="9134" y="6347"/>
                  </a:lnTo>
                  <a:lnTo>
                    <a:pt x="9134" y="6713"/>
                  </a:lnTo>
                  <a:lnTo>
                    <a:pt x="8914" y="6126"/>
                  </a:lnTo>
                  <a:lnTo>
                    <a:pt x="8841" y="5796"/>
                  </a:lnTo>
                  <a:lnTo>
                    <a:pt x="8731" y="5430"/>
                  </a:lnTo>
                  <a:lnTo>
                    <a:pt x="8657" y="5246"/>
                  </a:lnTo>
                  <a:lnTo>
                    <a:pt x="8547" y="5099"/>
                  </a:lnTo>
                  <a:lnTo>
                    <a:pt x="8437" y="4953"/>
                  </a:lnTo>
                  <a:lnTo>
                    <a:pt x="8327" y="4879"/>
                  </a:lnTo>
                  <a:lnTo>
                    <a:pt x="8254" y="4879"/>
                  </a:lnTo>
                  <a:lnTo>
                    <a:pt x="8217" y="4916"/>
                  </a:lnTo>
                  <a:lnTo>
                    <a:pt x="8180" y="5026"/>
                  </a:lnTo>
                  <a:lnTo>
                    <a:pt x="8180" y="5136"/>
                  </a:lnTo>
                  <a:lnTo>
                    <a:pt x="8217" y="5393"/>
                  </a:lnTo>
                  <a:lnTo>
                    <a:pt x="8364" y="5906"/>
                  </a:lnTo>
                  <a:lnTo>
                    <a:pt x="8584" y="6567"/>
                  </a:lnTo>
                  <a:lnTo>
                    <a:pt x="8767" y="7227"/>
                  </a:lnTo>
                  <a:lnTo>
                    <a:pt x="8731" y="7374"/>
                  </a:lnTo>
                  <a:lnTo>
                    <a:pt x="8731" y="7447"/>
                  </a:lnTo>
                  <a:lnTo>
                    <a:pt x="8731" y="7520"/>
                  </a:lnTo>
                  <a:lnTo>
                    <a:pt x="8804" y="7594"/>
                  </a:lnTo>
                  <a:lnTo>
                    <a:pt x="8694" y="7740"/>
                  </a:lnTo>
                  <a:lnTo>
                    <a:pt x="8547" y="7887"/>
                  </a:lnTo>
                  <a:lnTo>
                    <a:pt x="8401" y="7997"/>
                  </a:lnTo>
                  <a:lnTo>
                    <a:pt x="8180" y="8107"/>
                  </a:lnTo>
                  <a:lnTo>
                    <a:pt x="8144" y="8034"/>
                  </a:lnTo>
                  <a:lnTo>
                    <a:pt x="8144" y="7997"/>
                  </a:lnTo>
                  <a:lnTo>
                    <a:pt x="8070" y="7961"/>
                  </a:lnTo>
                  <a:lnTo>
                    <a:pt x="7630" y="6530"/>
                  </a:lnTo>
                  <a:lnTo>
                    <a:pt x="7337" y="5650"/>
                  </a:lnTo>
                  <a:lnTo>
                    <a:pt x="7153" y="5283"/>
                  </a:lnTo>
                  <a:lnTo>
                    <a:pt x="7080" y="5026"/>
                  </a:lnTo>
                  <a:lnTo>
                    <a:pt x="7080" y="4953"/>
                  </a:lnTo>
                  <a:lnTo>
                    <a:pt x="7080" y="4879"/>
                  </a:lnTo>
                  <a:lnTo>
                    <a:pt x="7117" y="4806"/>
                  </a:lnTo>
                  <a:lnTo>
                    <a:pt x="7153" y="4733"/>
                  </a:lnTo>
                  <a:lnTo>
                    <a:pt x="7117" y="4659"/>
                  </a:lnTo>
                  <a:lnTo>
                    <a:pt x="7080" y="4623"/>
                  </a:lnTo>
                  <a:lnTo>
                    <a:pt x="6860" y="4476"/>
                  </a:lnTo>
                  <a:lnTo>
                    <a:pt x="6750" y="4439"/>
                  </a:lnTo>
                  <a:lnTo>
                    <a:pt x="6640" y="4476"/>
                  </a:lnTo>
                  <a:lnTo>
                    <a:pt x="6603" y="4549"/>
                  </a:lnTo>
                  <a:lnTo>
                    <a:pt x="6603" y="4623"/>
                  </a:lnTo>
                  <a:lnTo>
                    <a:pt x="6640" y="4659"/>
                  </a:lnTo>
                  <a:lnTo>
                    <a:pt x="6677" y="4769"/>
                  </a:lnTo>
                  <a:lnTo>
                    <a:pt x="6640" y="4879"/>
                  </a:lnTo>
                  <a:lnTo>
                    <a:pt x="6640" y="5063"/>
                  </a:lnTo>
                  <a:lnTo>
                    <a:pt x="6713" y="5320"/>
                  </a:lnTo>
                  <a:lnTo>
                    <a:pt x="6787" y="5576"/>
                  </a:lnTo>
                  <a:lnTo>
                    <a:pt x="6970" y="6090"/>
                  </a:lnTo>
                  <a:lnTo>
                    <a:pt x="7667" y="8254"/>
                  </a:lnTo>
                  <a:lnTo>
                    <a:pt x="7300" y="8254"/>
                  </a:lnTo>
                  <a:lnTo>
                    <a:pt x="6970" y="8181"/>
                  </a:lnTo>
                  <a:lnTo>
                    <a:pt x="6970" y="8107"/>
                  </a:lnTo>
                  <a:lnTo>
                    <a:pt x="6970" y="8034"/>
                  </a:lnTo>
                  <a:lnTo>
                    <a:pt x="6897" y="7997"/>
                  </a:lnTo>
                  <a:lnTo>
                    <a:pt x="6530" y="6383"/>
                  </a:lnTo>
                  <a:lnTo>
                    <a:pt x="6310" y="5503"/>
                  </a:lnTo>
                  <a:lnTo>
                    <a:pt x="6200" y="5099"/>
                  </a:lnTo>
                  <a:lnTo>
                    <a:pt x="6090" y="4916"/>
                  </a:lnTo>
                  <a:lnTo>
                    <a:pt x="5980" y="4733"/>
                  </a:lnTo>
                  <a:lnTo>
                    <a:pt x="5943" y="4696"/>
                  </a:lnTo>
                  <a:lnTo>
                    <a:pt x="5906" y="4696"/>
                  </a:lnTo>
                  <a:lnTo>
                    <a:pt x="5833" y="4733"/>
                  </a:lnTo>
                  <a:lnTo>
                    <a:pt x="5833" y="4769"/>
                  </a:lnTo>
                  <a:lnTo>
                    <a:pt x="5796" y="4989"/>
                  </a:lnTo>
                  <a:lnTo>
                    <a:pt x="5796" y="5173"/>
                  </a:lnTo>
                  <a:lnTo>
                    <a:pt x="5870" y="5576"/>
                  </a:lnTo>
                  <a:lnTo>
                    <a:pt x="6053" y="6383"/>
                  </a:lnTo>
                  <a:lnTo>
                    <a:pt x="6420" y="7887"/>
                  </a:lnTo>
                  <a:lnTo>
                    <a:pt x="6420" y="7887"/>
                  </a:lnTo>
                  <a:lnTo>
                    <a:pt x="6163" y="7740"/>
                  </a:lnTo>
                  <a:lnTo>
                    <a:pt x="5980" y="7520"/>
                  </a:lnTo>
                  <a:lnTo>
                    <a:pt x="5759" y="7227"/>
                  </a:lnTo>
                  <a:lnTo>
                    <a:pt x="5576" y="6897"/>
                  </a:lnTo>
                  <a:lnTo>
                    <a:pt x="5466" y="6567"/>
                  </a:lnTo>
                  <a:lnTo>
                    <a:pt x="5393" y="6237"/>
                  </a:lnTo>
                  <a:lnTo>
                    <a:pt x="5246" y="5540"/>
                  </a:lnTo>
                  <a:lnTo>
                    <a:pt x="5173" y="5209"/>
                  </a:lnTo>
                  <a:lnTo>
                    <a:pt x="5063" y="4879"/>
                  </a:lnTo>
                  <a:lnTo>
                    <a:pt x="4916" y="4586"/>
                  </a:lnTo>
                  <a:lnTo>
                    <a:pt x="4732" y="4366"/>
                  </a:lnTo>
                  <a:lnTo>
                    <a:pt x="4512" y="4146"/>
                  </a:lnTo>
                  <a:lnTo>
                    <a:pt x="4292" y="3962"/>
                  </a:lnTo>
                  <a:lnTo>
                    <a:pt x="4035" y="3816"/>
                  </a:lnTo>
                  <a:lnTo>
                    <a:pt x="3779" y="3706"/>
                  </a:lnTo>
                  <a:lnTo>
                    <a:pt x="3485" y="3595"/>
                  </a:lnTo>
                  <a:lnTo>
                    <a:pt x="3192" y="3522"/>
                  </a:lnTo>
                  <a:lnTo>
                    <a:pt x="2862" y="3449"/>
                  </a:lnTo>
                  <a:lnTo>
                    <a:pt x="2128" y="3449"/>
                  </a:lnTo>
                  <a:lnTo>
                    <a:pt x="1798" y="3522"/>
                  </a:lnTo>
                  <a:lnTo>
                    <a:pt x="1101" y="3669"/>
                  </a:lnTo>
                  <a:lnTo>
                    <a:pt x="404" y="3889"/>
                  </a:lnTo>
                  <a:lnTo>
                    <a:pt x="184" y="3962"/>
                  </a:lnTo>
                  <a:lnTo>
                    <a:pt x="74" y="4036"/>
                  </a:lnTo>
                  <a:lnTo>
                    <a:pt x="0" y="4109"/>
                  </a:lnTo>
                  <a:lnTo>
                    <a:pt x="0" y="4182"/>
                  </a:lnTo>
                  <a:lnTo>
                    <a:pt x="0" y="4219"/>
                  </a:lnTo>
                  <a:lnTo>
                    <a:pt x="0" y="4402"/>
                  </a:lnTo>
                  <a:lnTo>
                    <a:pt x="37" y="4439"/>
                  </a:lnTo>
                  <a:lnTo>
                    <a:pt x="74" y="4513"/>
                  </a:lnTo>
                  <a:lnTo>
                    <a:pt x="257" y="4586"/>
                  </a:lnTo>
                  <a:lnTo>
                    <a:pt x="404" y="4586"/>
                  </a:lnTo>
                  <a:lnTo>
                    <a:pt x="514" y="4513"/>
                  </a:lnTo>
                  <a:lnTo>
                    <a:pt x="624" y="4439"/>
                  </a:lnTo>
                  <a:lnTo>
                    <a:pt x="881" y="4329"/>
                  </a:lnTo>
                  <a:lnTo>
                    <a:pt x="881" y="4366"/>
                  </a:lnTo>
                  <a:lnTo>
                    <a:pt x="881" y="4549"/>
                  </a:lnTo>
                  <a:lnTo>
                    <a:pt x="881" y="4696"/>
                  </a:lnTo>
                  <a:lnTo>
                    <a:pt x="954" y="5026"/>
                  </a:lnTo>
                  <a:lnTo>
                    <a:pt x="1211" y="5686"/>
                  </a:lnTo>
                  <a:lnTo>
                    <a:pt x="1468" y="6493"/>
                  </a:lnTo>
                  <a:lnTo>
                    <a:pt x="1761" y="7300"/>
                  </a:lnTo>
                  <a:lnTo>
                    <a:pt x="1798" y="7374"/>
                  </a:lnTo>
                  <a:lnTo>
                    <a:pt x="1871" y="7447"/>
                  </a:lnTo>
                  <a:lnTo>
                    <a:pt x="2055" y="7447"/>
                  </a:lnTo>
                  <a:lnTo>
                    <a:pt x="2128" y="7410"/>
                  </a:lnTo>
                  <a:lnTo>
                    <a:pt x="2165" y="7337"/>
                  </a:lnTo>
                  <a:lnTo>
                    <a:pt x="2201" y="7227"/>
                  </a:lnTo>
                  <a:lnTo>
                    <a:pt x="2201" y="7154"/>
                  </a:lnTo>
                  <a:lnTo>
                    <a:pt x="1945" y="6383"/>
                  </a:lnTo>
                  <a:lnTo>
                    <a:pt x="1688" y="5650"/>
                  </a:lnTo>
                  <a:lnTo>
                    <a:pt x="1468" y="4989"/>
                  </a:lnTo>
                  <a:lnTo>
                    <a:pt x="1321" y="4696"/>
                  </a:lnTo>
                  <a:lnTo>
                    <a:pt x="1138" y="4402"/>
                  </a:lnTo>
                  <a:lnTo>
                    <a:pt x="1211" y="4329"/>
                  </a:lnTo>
                  <a:lnTo>
                    <a:pt x="1248" y="4329"/>
                  </a:lnTo>
                  <a:lnTo>
                    <a:pt x="1248" y="4292"/>
                  </a:lnTo>
                  <a:lnTo>
                    <a:pt x="1211" y="4292"/>
                  </a:lnTo>
                  <a:lnTo>
                    <a:pt x="1174" y="4256"/>
                  </a:lnTo>
                  <a:lnTo>
                    <a:pt x="1138" y="4256"/>
                  </a:lnTo>
                  <a:lnTo>
                    <a:pt x="1504" y="4182"/>
                  </a:lnTo>
                  <a:lnTo>
                    <a:pt x="1871" y="4109"/>
                  </a:lnTo>
                  <a:lnTo>
                    <a:pt x="1945" y="4256"/>
                  </a:lnTo>
                  <a:lnTo>
                    <a:pt x="2055" y="4439"/>
                  </a:lnTo>
                  <a:lnTo>
                    <a:pt x="2238" y="4879"/>
                  </a:lnTo>
                  <a:lnTo>
                    <a:pt x="2421" y="5320"/>
                  </a:lnTo>
                  <a:lnTo>
                    <a:pt x="2495" y="5760"/>
                  </a:lnTo>
                  <a:lnTo>
                    <a:pt x="2605" y="6200"/>
                  </a:lnTo>
                  <a:lnTo>
                    <a:pt x="2715" y="6420"/>
                  </a:lnTo>
                  <a:lnTo>
                    <a:pt x="2788" y="6603"/>
                  </a:lnTo>
                  <a:lnTo>
                    <a:pt x="2935" y="6787"/>
                  </a:lnTo>
                  <a:lnTo>
                    <a:pt x="3082" y="6933"/>
                  </a:lnTo>
                  <a:lnTo>
                    <a:pt x="3228" y="6970"/>
                  </a:lnTo>
                  <a:lnTo>
                    <a:pt x="3302" y="6933"/>
                  </a:lnTo>
                  <a:lnTo>
                    <a:pt x="3375" y="6860"/>
                  </a:lnTo>
                  <a:lnTo>
                    <a:pt x="3375" y="6750"/>
                  </a:lnTo>
                  <a:lnTo>
                    <a:pt x="3302" y="6530"/>
                  </a:lnTo>
                  <a:lnTo>
                    <a:pt x="3192" y="6347"/>
                  </a:lnTo>
                  <a:lnTo>
                    <a:pt x="3082" y="6126"/>
                  </a:lnTo>
                  <a:lnTo>
                    <a:pt x="3008" y="5943"/>
                  </a:lnTo>
                  <a:lnTo>
                    <a:pt x="2898" y="5503"/>
                  </a:lnTo>
                  <a:lnTo>
                    <a:pt x="2788" y="5063"/>
                  </a:lnTo>
                  <a:lnTo>
                    <a:pt x="2605" y="4549"/>
                  </a:lnTo>
                  <a:lnTo>
                    <a:pt x="2458" y="4292"/>
                  </a:lnTo>
                  <a:lnTo>
                    <a:pt x="2311" y="4036"/>
                  </a:lnTo>
                  <a:lnTo>
                    <a:pt x="2752" y="4036"/>
                  </a:lnTo>
                  <a:lnTo>
                    <a:pt x="3192" y="4109"/>
                  </a:lnTo>
                  <a:lnTo>
                    <a:pt x="3192" y="4219"/>
                  </a:lnTo>
                  <a:lnTo>
                    <a:pt x="3228" y="4366"/>
                  </a:lnTo>
                  <a:lnTo>
                    <a:pt x="3302" y="4623"/>
                  </a:lnTo>
                  <a:lnTo>
                    <a:pt x="3522" y="5063"/>
                  </a:lnTo>
                  <a:lnTo>
                    <a:pt x="3779" y="5833"/>
                  </a:lnTo>
                  <a:lnTo>
                    <a:pt x="3852" y="5943"/>
                  </a:lnTo>
                  <a:lnTo>
                    <a:pt x="3889" y="6016"/>
                  </a:lnTo>
                  <a:lnTo>
                    <a:pt x="3962" y="6090"/>
                  </a:lnTo>
                  <a:lnTo>
                    <a:pt x="4109" y="6126"/>
                  </a:lnTo>
                  <a:lnTo>
                    <a:pt x="4146" y="6090"/>
                  </a:lnTo>
                  <a:lnTo>
                    <a:pt x="4219" y="6053"/>
                  </a:lnTo>
                  <a:lnTo>
                    <a:pt x="4292" y="5943"/>
                  </a:lnTo>
                  <a:lnTo>
                    <a:pt x="4292" y="5796"/>
                  </a:lnTo>
                  <a:lnTo>
                    <a:pt x="4256" y="5686"/>
                  </a:lnTo>
                  <a:lnTo>
                    <a:pt x="4182" y="5540"/>
                  </a:lnTo>
                  <a:lnTo>
                    <a:pt x="3852" y="4659"/>
                  </a:lnTo>
                  <a:lnTo>
                    <a:pt x="3669" y="4292"/>
                  </a:lnTo>
                  <a:lnTo>
                    <a:pt x="4035" y="4513"/>
                  </a:lnTo>
                  <a:lnTo>
                    <a:pt x="4182" y="4623"/>
                  </a:lnTo>
                  <a:lnTo>
                    <a:pt x="4329" y="4769"/>
                  </a:lnTo>
                  <a:lnTo>
                    <a:pt x="4439" y="4953"/>
                  </a:lnTo>
                  <a:lnTo>
                    <a:pt x="4512" y="5136"/>
                  </a:lnTo>
                  <a:lnTo>
                    <a:pt x="4659" y="5540"/>
                  </a:lnTo>
                  <a:lnTo>
                    <a:pt x="4806" y="6347"/>
                  </a:lnTo>
                  <a:lnTo>
                    <a:pt x="4842" y="6640"/>
                  </a:lnTo>
                  <a:lnTo>
                    <a:pt x="4952" y="6933"/>
                  </a:lnTo>
                  <a:lnTo>
                    <a:pt x="5063" y="7190"/>
                  </a:lnTo>
                  <a:lnTo>
                    <a:pt x="5209" y="7447"/>
                  </a:lnTo>
                  <a:lnTo>
                    <a:pt x="5393" y="7704"/>
                  </a:lnTo>
                  <a:lnTo>
                    <a:pt x="5576" y="7924"/>
                  </a:lnTo>
                  <a:lnTo>
                    <a:pt x="5759" y="8144"/>
                  </a:lnTo>
                  <a:lnTo>
                    <a:pt x="5980" y="8327"/>
                  </a:lnTo>
                  <a:lnTo>
                    <a:pt x="6236" y="8474"/>
                  </a:lnTo>
                  <a:lnTo>
                    <a:pt x="6493" y="8621"/>
                  </a:lnTo>
                  <a:lnTo>
                    <a:pt x="6750" y="8694"/>
                  </a:lnTo>
                  <a:lnTo>
                    <a:pt x="7043" y="8768"/>
                  </a:lnTo>
                  <a:lnTo>
                    <a:pt x="7300" y="8804"/>
                  </a:lnTo>
                  <a:lnTo>
                    <a:pt x="7924" y="8804"/>
                  </a:lnTo>
                  <a:lnTo>
                    <a:pt x="8217" y="8694"/>
                  </a:lnTo>
                  <a:lnTo>
                    <a:pt x="8511" y="8621"/>
                  </a:lnTo>
                  <a:lnTo>
                    <a:pt x="8731" y="8474"/>
                  </a:lnTo>
                  <a:lnTo>
                    <a:pt x="8951" y="8291"/>
                  </a:lnTo>
                  <a:lnTo>
                    <a:pt x="9171" y="8107"/>
                  </a:lnTo>
                  <a:lnTo>
                    <a:pt x="9354" y="7887"/>
                  </a:lnTo>
                  <a:lnTo>
                    <a:pt x="9464" y="7667"/>
                  </a:lnTo>
                  <a:lnTo>
                    <a:pt x="9611" y="7410"/>
                  </a:lnTo>
                  <a:lnTo>
                    <a:pt x="9684" y="7117"/>
                  </a:lnTo>
                  <a:lnTo>
                    <a:pt x="9721" y="6787"/>
                  </a:lnTo>
                  <a:lnTo>
                    <a:pt x="9758" y="6457"/>
                  </a:lnTo>
                  <a:lnTo>
                    <a:pt x="9721" y="6090"/>
                  </a:lnTo>
                  <a:lnTo>
                    <a:pt x="9684" y="5760"/>
                  </a:lnTo>
                  <a:lnTo>
                    <a:pt x="9538" y="5063"/>
                  </a:lnTo>
                  <a:lnTo>
                    <a:pt x="9354" y="4366"/>
                  </a:lnTo>
                  <a:lnTo>
                    <a:pt x="9024" y="2788"/>
                  </a:lnTo>
                  <a:lnTo>
                    <a:pt x="8951" y="2422"/>
                  </a:lnTo>
                  <a:lnTo>
                    <a:pt x="8951" y="2238"/>
                  </a:lnTo>
                  <a:lnTo>
                    <a:pt x="8951" y="2055"/>
                  </a:lnTo>
                  <a:lnTo>
                    <a:pt x="9024" y="2348"/>
                  </a:lnTo>
                  <a:lnTo>
                    <a:pt x="9098" y="2568"/>
                  </a:lnTo>
                  <a:lnTo>
                    <a:pt x="9244" y="2788"/>
                  </a:lnTo>
                  <a:lnTo>
                    <a:pt x="9391" y="3009"/>
                  </a:lnTo>
                  <a:lnTo>
                    <a:pt x="9501" y="3082"/>
                  </a:lnTo>
                  <a:lnTo>
                    <a:pt x="9611" y="3119"/>
                  </a:lnTo>
                  <a:lnTo>
                    <a:pt x="9684" y="3119"/>
                  </a:lnTo>
                  <a:lnTo>
                    <a:pt x="9758" y="3082"/>
                  </a:lnTo>
                  <a:lnTo>
                    <a:pt x="9794" y="3045"/>
                  </a:lnTo>
                  <a:lnTo>
                    <a:pt x="9831" y="2972"/>
                  </a:lnTo>
                  <a:lnTo>
                    <a:pt x="9758" y="2788"/>
                  </a:lnTo>
                  <a:lnTo>
                    <a:pt x="9648" y="2605"/>
                  </a:lnTo>
                  <a:lnTo>
                    <a:pt x="9464" y="2275"/>
                  </a:lnTo>
                  <a:lnTo>
                    <a:pt x="9318" y="1908"/>
                  </a:lnTo>
                  <a:lnTo>
                    <a:pt x="9244" y="1725"/>
                  </a:lnTo>
                  <a:lnTo>
                    <a:pt x="9134" y="1541"/>
                  </a:lnTo>
                  <a:lnTo>
                    <a:pt x="9171" y="1505"/>
                  </a:lnTo>
                  <a:lnTo>
                    <a:pt x="9354" y="1358"/>
                  </a:lnTo>
                  <a:lnTo>
                    <a:pt x="9538" y="1248"/>
                  </a:lnTo>
                  <a:lnTo>
                    <a:pt x="9978" y="1101"/>
                  </a:lnTo>
                  <a:lnTo>
                    <a:pt x="10051" y="1395"/>
                  </a:lnTo>
                  <a:lnTo>
                    <a:pt x="10125" y="1688"/>
                  </a:lnTo>
                  <a:lnTo>
                    <a:pt x="10345" y="2238"/>
                  </a:lnTo>
                  <a:lnTo>
                    <a:pt x="10418" y="2495"/>
                  </a:lnTo>
                  <a:lnTo>
                    <a:pt x="10491" y="2825"/>
                  </a:lnTo>
                  <a:lnTo>
                    <a:pt x="10565" y="2972"/>
                  </a:lnTo>
                  <a:lnTo>
                    <a:pt x="10638" y="3082"/>
                  </a:lnTo>
                  <a:lnTo>
                    <a:pt x="10748" y="3192"/>
                  </a:lnTo>
                  <a:lnTo>
                    <a:pt x="10858" y="3229"/>
                  </a:lnTo>
                  <a:lnTo>
                    <a:pt x="10968" y="3229"/>
                  </a:lnTo>
                  <a:lnTo>
                    <a:pt x="11042" y="3192"/>
                  </a:lnTo>
                  <a:lnTo>
                    <a:pt x="11115" y="3119"/>
                  </a:lnTo>
                  <a:lnTo>
                    <a:pt x="11115" y="3009"/>
                  </a:lnTo>
                  <a:lnTo>
                    <a:pt x="11115" y="2972"/>
                  </a:lnTo>
                  <a:lnTo>
                    <a:pt x="11078" y="2899"/>
                  </a:lnTo>
                  <a:lnTo>
                    <a:pt x="11005" y="2825"/>
                  </a:lnTo>
                  <a:lnTo>
                    <a:pt x="10932" y="2642"/>
                  </a:lnTo>
                  <a:lnTo>
                    <a:pt x="10895" y="2458"/>
                  </a:lnTo>
                  <a:lnTo>
                    <a:pt x="10675" y="1835"/>
                  </a:lnTo>
                  <a:lnTo>
                    <a:pt x="10528" y="1395"/>
                  </a:lnTo>
                  <a:lnTo>
                    <a:pt x="10418" y="1174"/>
                  </a:lnTo>
                  <a:lnTo>
                    <a:pt x="10308" y="991"/>
                  </a:lnTo>
                  <a:lnTo>
                    <a:pt x="10455" y="918"/>
                  </a:lnTo>
                  <a:lnTo>
                    <a:pt x="11005" y="734"/>
                  </a:lnTo>
                  <a:lnTo>
                    <a:pt x="11152" y="1174"/>
                  </a:lnTo>
                  <a:lnTo>
                    <a:pt x="11298" y="1615"/>
                  </a:lnTo>
                  <a:lnTo>
                    <a:pt x="11555" y="2348"/>
                  </a:lnTo>
                  <a:lnTo>
                    <a:pt x="11702" y="2678"/>
                  </a:lnTo>
                  <a:lnTo>
                    <a:pt x="11775" y="2788"/>
                  </a:lnTo>
                  <a:lnTo>
                    <a:pt x="11922" y="2899"/>
                  </a:lnTo>
                  <a:lnTo>
                    <a:pt x="11959" y="2935"/>
                  </a:lnTo>
                  <a:lnTo>
                    <a:pt x="12032" y="2899"/>
                  </a:lnTo>
                  <a:lnTo>
                    <a:pt x="12069" y="2899"/>
                  </a:lnTo>
                  <a:lnTo>
                    <a:pt x="12105" y="2825"/>
                  </a:lnTo>
                  <a:lnTo>
                    <a:pt x="12142" y="2715"/>
                  </a:lnTo>
                  <a:lnTo>
                    <a:pt x="12142" y="2568"/>
                  </a:lnTo>
                  <a:lnTo>
                    <a:pt x="12069" y="2275"/>
                  </a:lnTo>
                  <a:lnTo>
                    <a:pt x="11812" y="1688"/>
                  </a:lnTo>
                  <a:lnTo>
                    <a:pt x="11592" y="1101"/>
                  </a:lnTo>
                  <a:lnTo>
                    <a:pt x="11445" y="698"/>
                  </a:lnTo>
                  <a:lnTo>
                    <a:pt x="11372" y="588"/>
                  </a:lnTo>
                  <a:lnTo>
                    <a:pt x="11665" y="441"/>
                  </a:lnTo>
                  <a:lnTo>
                    <a:pt x="11922" y="294"/>
                  </a:lnTo>
                  <a:lnTo>
                    <a:pt x="12105" y="147"/>
                  </a:lnTo>
                  <a:lnTo>
                    <a:pt x="12142" y="111"/>
                  </a:lnTo>
                  <a:lnTo>
                    <a:pt x="12142" y="74"/>
                  </a:lnTo>
                  <a:lnTo>
                    <a:pt x="12105" y="37"/>
                  </a:lnTo>
                  <a:lnTo>
                    <a:pt x="12069" y="1"/>
                  </a:lnTo>
                  <a:close/>
                  <a:moveTo>
                    <a:pt x="4072" y="7080"/>
                  </a:moveTo>
                  <a:lnTo>
                    <a:pt x="4035" y="7117"/>
                  </a:lnTo>
                  <a:lnTo>
                    <a:pt x="3999" y="7154"/>
                  </a:lnTo>
                  <a:lnTo>
                    <a:pt x="3999" y="7337"/>
                  </a:lnTo>
                  <a:lnTo>
                    <a:pt x="3999" y="7557"/>
                  </a:lnTo>
                  <a:lnTo>
                    <a:pt x="4072" y="7961"/>
                  </a:lnTo>
                  <a:lnTo>
                    <a:pt x="4219" y="8327"/>
                  </a:lnTo>
                  <a:lnTo>
                    <a:pt x="4366" y="8731"/>
                  </a:lnTo>
                  <a:lnTo>
                    <a:pt x="4439" y="8804"/>
                  </a:lnTo>
                  <a:lnTo>
                    <a:pt x="4182" y="8988"/>
                  </a:lnTo>
                  <a:lnTo>
                    <a:pt x="3889" y="9098"/>
                  </a:lnTo>
                  <a:lnTo>
                    <a:pt x="3852" y="8951"/>
                  </a:lnTo>
                  <a:lnTo>
                    <a:pt x="3815" y="8804"/>
                  </a:lnTo>
                  <a:lnTo>
                    <a:pt x="3669" y="8511"/>
                  </a:lnTo>
                  <a:lnTo>
                    <a:pt x="3522" y="8071"/>
                  </a:lnTo>
                  <a:lnTo>
                    <a:pt x="3449" y="7887"/>
                  </a:lnTo>
                  <a:lnTo>
                    <a:pt x="3339" y="7667"/>
                  </a:lnTo>
                  <a:lnTo>
                    <a:pt x="3228" y="7630"/>
                  </a:lnTo>
                  <a:lnTo>
                    <a:pt x="3155" y="7630"/>
                  </a:lnTo>
                  <a:lnTo>
                    <a:pt x="3045" y="7704"/>
                  </a:lnTo>
                  <a:lnTo>
                    <a:pt x="3045" y="7777"/>
                  </a:lnTo>
                  <a:lnTo>
                    <a:pt x="3082" y="7997"/>
                  </a:lnTo>
                  <a:lnTo>
                    <a:pt x="3118" y="8217"/>
                  </a:lnTo>
                  <a:lnTo>
                    <a:pt x="3265" y="8658"/>
                  </a:lnTo>
                  <a:lnTo>
                    <a:pt x="3339" y="8951"/>
                  </a:lnTo>
                  <a:lnTo>
                    <a:pt x="3412" y="9098"/>
                  </a:lnTo>
                  <a:lnTo>
                    <a:pt x="3485" y="9244"/>
                  </a:lnTo>
                  <a:lnTo>
                    <a:pt x="2825" y="9428"/>
                  </a:lnTo>
                  <a:lnTo>
                    <a:pt x="2788" y="9281"/>
                  </a:lnTo>
                  <a:lnTo>
                    <a:pt x="2642" y="8768"/>
                  </a:lnTo>
                  <a:lnTo>
                    <a:pt x="2532" y="8547"/>
                  </a:lnTo>
                  <a:lnTo>
                    <a:pt x="2385" y="8327"/>
                  </a:lnTo>
                  <a:lnTo>
                    <a:pt x="2385" y="8254"/>
                  </a:lnTo>
                  <a:lnTo>
                    <a:pt x="2385" y="8217"/>
                  </a:lnTo>
                  <a:lnTo>
                    <a:pt x="2421" y="8181"/>
                  </a:lnTo>
                  <a:lnTo>
                    <a:pt x="2421" y="8144"/>
                  </a:lnTo>
                  <a:lnTo>
                    <a:pt x="2421" y="8107"/>
                  </a:lnTo>
                  <a:lnTo>
                    <a:pt x="2385" y="8107"/>
                  </a:lnTo>
                  <a:lnTo>
                    <a:pt x="2275" y="8144"/>
                  </a:lnTo>
                  <a:lnTo>
                    <a:pt x="2128" y="8144"/>
                  </a:lnTo>
                  <a:lnTo>
                    <a:pt x="2055" y="8181"/>
                  </a:lnTo>
                  <a:lnTo>
                    <a:pt x="2018" y="8254"/>
                  </a:lnTo>
                  <a:lnTo>
                    <a:pt x="1981" y="8327"/>
                  </a:lnTo>
                  <a:lnTo>
                    <a:pt x="1981" y="8401"/>
                  </a:lnTo>
                  <a:lnTo>
                    <a:pt x="2165" y="8841"/>
                  </a:lnTo>
                  <a:lnTo>
                    <a:pt x="2348" y="9318"/>
                  </a:lnTo>
                  <a:lnTo>
                    <a:pt x="2385" y="9575"/>
                  </a:lnTo>
                  <a:lnTo>
                    <a:pt x="1945" y="9685"/>
                  </a:lnTo>
                  <a:lnTo>
                    <a:pt x="1871" y="9721"/>
                  </a:lnTo>
                  <a:lnTo>
                    <a:pt x="1798" y="9795"/>
                  </a:lnTo>
                  <a:lnTo>
                    <a:pt x="1798" y="9868"/>
                  </a:lnTo>
                  <a:lnTo>
                    <a:pt x="1761" y="9941"/>
                  </a:lnTo>
                  <a:lnTo>
                    <a:pt x="1798" y="10015"/>
                  </a:lnTo>
                  <a:lnTo>
                    <a:pt x="1835" y="10088"/>
                  </a:lnTo>
                  <a:lnTo>
                    <a:pt x="1908" y="10161"/>
                  </a:lnTo>
                  <a:lnTo>
                    <a:pt x="1981" y="10198"/>
                  </a:lnTo>
                  <a:lnTo>
                    <a:pt x="2275" y="10198"/>
                  </a:lnTo>
                  <a:lnTo>
                    <a:pt x="2385" y="10125"/>
                  </a:lnTo>
                  <a:lnTo>
                    <a:pt x="2495" y="10088"/>
                  </a:lnTo>
                  <a:lnTo>
                    <a:pt x="2532" y="10051"/>
                  </a:lnTo>
                  <a:lnTo>
                    <a:pt x="2568" y="10088"/>
                  </a:lnTo>
                  <a:lnTo>
                    <a:pt x="2605" y="10125"/>
                  </a:lnTo>
                  <a:lnTo>
                    <a:pt x="2678" y="10125"/>
                  </a:lnTo>
                  <a:lnTo>
                    <a:pt x="2788" y="10088"/>
                  </a:lnTo>
                  <a:lnTo>
                    <a:pt x="2825" y="9978"/>
                  </a:lnTo>
                  <a:lnTo>
                    <a:pt x="3265" y="9868"/>
                  </a:lnTo>
                  <a:lnTo>
                    <a:pt x="3742" y="9721"/>
                  </a:lnTo>
                  <a:lnTo>
                    <a:pt x="4146" y="9575"/>
                  </a:lnTo>
                  <a:lnTo>
                    <a:pt x="4549" y="9354"/>
                  </a:lnTo>
                  <a:lnTo>
                    <a:pt x="4732" y="9208"/>
                  </a:lnTo>
                  <a:lnTo>
                    <a:pt x="4879" y="9061"/>
                  </a:lnTo>
                  <a:lnTo>
                    <a:pt x="5026" y="8841"/>
                  </a:lnTo>
                  <a:lnTo>
                    <a:pt x="5136" y="8621"/>
                  </a:lnTo>
                  <a:lnTo>
                    <a:pt x="5209" y="8401"/>
                  </a:lnTo>
                  <a:lnTo>
                    <a:pt x="5173" y="8181"/>
                  </a:lnTo>
                  <a:lnTo>
                    <a:pt x="5099" y="7997"/>
                  </a:lnTo>
                  <a:lnTo>
                    <a:pt x="5026" y="7887"/>
                  </a:lnTo>
                  <a:lnTo>
                    <a:pt x="4952" y="7814"/>
                  </a:lnTo>
                  <a:lnTo>
                    <a:pt x="4842" y="7814"/>
                  </a:lnTo>
                  <a:lnTo>
                    <a:pt x="4806" y="7851"/>
                  </a:lnTo>
                  <a:lnTo>
                    <a:pt x="4806" y="7887"/>
                  </a:lnTo>
                  <a:lnTo>
                    <a:pt x="4732" y="8327"/>
                  </a:lnTo>
                  <a:lnTo>
                    <a:pt x="4512" y="7667"/>
                  </a:lnTo>
                  <a:lnTo>
                    <a:pt x="4366" y="7374"/>
                  </a:lnTo>
                  <a:lnTo>
                    <a:pt x="4182" y="7117"/>
                  </a:lnTo>
                  <a:lnTo>
                    <a:pt x="4146" y="708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59" name="Google Shape;315;p5">
              <a:extLst>
                <a:ext uri="{FF2B5EF4-FFF2-40B4-BE49-F238E27FC236}">
                  <a16:creationId xmlns:a16="http://schemas.microsoft.com/office/drawing/2014/main" id="{56F87171-DEA2-4ABF-8B18-FB21C185C31B}"/>
                </a:ext>
              </a:extLst>
            </p:cNvPr>
            <p:cNvSpPr/>
            <p:nvPr/>
          </p:nvSpPr>
          <p:spPr>
            <a:xfrm>
              <a:off x="6114500" y="2324225"/>
              <a:ext cx="158675" cy="329225"/>
            </a:xfrm>
            <a:custGeom>
              <a:avLst/>
              <a:gdLst/>
              <a:ahLst/>
              <a:cxnLst/>
              <a:rect l="l" t="t" r="r" b="b"/>
              <a:pathLst>
                <a:path w="6347" h="13169" extrusionOk="0">
                  <a:moveTo>
                    <a:pt x="588" y="330"/>
                  </a:moveTo>
                  <a:lnTo>
                    <a:pt x="808" y="367"/>
                  </a:lnTo>
                  <a:lnTo>
                    <a:pt x="1028" y="440"/>
                  </a:lnTo>
                  <a:lnTo>
                    <a:pt x="1211" y="550"/>
                  </a:lnTo>
                  <a:lnTo>
                    <a:pt x="1395" y="734"/>
                  </a:lnTo>
                  <a:lnTo>
                    <a:pt x="1578" y="917"/>
                  </a:lnTo>
                  <a:lnTo>
                    <a:pt x="1688" y="1101"/>
                  </a:lnTo>
                  <a:lnTo>
                    <a:pt x="1798" y="1321"/>
                  </a:lnTo>
                  <a:lnTo>
                    <a:pt x="1908" y="1541"/>
                  </a:lnTo>
                  <a:lnTo>
                    <a:pt x="1982" y="1761"/>
                  </a:lnTo>
                  <a:lnTo>
                    <a:pt x="2018" y="2018"/>
                  </a:lnTo>
                  <a:lnTo>
                    <a:pt x="2018" y="2458"/>
                  </a:lnTo>
                  <a:lnTo>
                    <a:pt x="2018" y="2495"/>
                  </a:lnTo>
                  <a:lnTo>
                    <a:pt x="1982" y="2421"/>
                  </a:lnTo>
                  <a:lnTo>
                    <a:pt x="1762" y="1944"/>
                  </a:lnTo>
                  <a:lnTo>
                    <a:pt x="1615" y="1724"/>
                  </a:lnTo>
                  <a:lnTo>
                    <a:pt x="1432" y="1504"/>
                  </a:lnTo>
                  <a:lnTo>
                    <a:pt x="1395" y="1467"/>
                  </a:lnTo>
                  <a:lnTo>
                    <a:pt x="1322" y="1467"/>
                  </a:lnTo>
                  <a:lnTo>
                    <a:pt x="1285" y="1504"/>
                  </a:lnTo>
                  <a:lnTo>
                    <a:pt x="1285" y="1578"/>
                  </a:lnTo>
                  <a:lnTo>
                    <a:pt x="1322" y="1834"/>
                  </a:lnTo>
                  <a:lnTo>
                    <a:pt x="1395" y="2128"/>
                  </a:lnTo>
                  <a:lnTo>
                    <a:pt x="1615" y="2641"/>
                  </a:lnTo>
                  <a:lnTo>
                    <a:pt x="1725" y="2935"/>
                  </a:lnTo>
                  <a:lnTo>
                    <a:pt x="1615" y="2861"/>
                  </a:lnTo>
                  <a:lnTo>
                    <a:pt x="1468" y="2715"/>
                  </a:lnTo>
                  <a:lnTo>
                    <a:pt x="1248" y="2348"/>
                  </a:lnTo>
                  <a:lnTo>
                    <a:pt x="1065" y="1981"/>
                  </a:lnTo>
                  <a:lnTo>
                    <a:pt x="955" y="1724"/>
                  </a:lnTo>
                  <a:lnTo>
                    <a:pt x="845" y="1394"/>
                  </a:lnTo>
                  <a:lnTo>
                    <a:pt x="735" y="1027"/>
                  </a:lnTo>
                  <a:lnTo>
                    <a:pt x="661" y="697"/>
                  </a:lnTo>
                  <a:lnTo>
                    <a:pt x="588" y="330"/>
                  </a:lnTo>
                  <a:close/>
                  <a:moveTo>
                    <a:pt x="3706" y="2825"/>
                  </a:moveTo>
                  <a:lnTo>
                    <a:pt x="3926" y="2861"/>
                  </a:lnTo>
                  <a:lnTo>
                    <a:pt x="4109" y="2935"/>
                  </a:lnTo>
                  <a:lnTo>
                    <a:pt x="4733" y="3118"/>
                  </a:lnTo>
                  <a:lnTo>
                    <a:pt x="4990" y="3228"/>
                  </a:lnTo>
                  <a:lnTo>
                    <a:pt x="5283" y="3375"/>
                  </a:lnTo>
                  <a:lnTo>
                    <a:pt x="5503" y="3522"/>
                  </a:lnTo>
                  <a:lnTo>
                    <a:pt x="5687" y="3668"/>
                  </a:lnTo>
                  <a:lnTo>
                    <a:pt x="5687" y="3668"/>
                  </a:lnTo>
                  <a:lnTo>
                    <a:pt x="5540" y="3632"/>
                  </a:lnTo>
                  <a:lnTo>
                    <a:pt x="5467" y="3632"/>
                  </a:lnTo>
                  <a:lnTo>
                    <a:pt x="5393" y="3705"/>
                  </a:lnTo>
                  <a:lnTo>
                    <a:pt x="5356" y="3778"/>
                  </a:lnTo>
                  <a:lnTo>
                    <a:pt x="5393" y="3888"/>
                  </a:lnTo>
                  <a:lnTo>
                    <a:pt x="5026" y="4035"/>
                  </a:lnTo>
                  <a:lnTo>
                    <a:pt x="4660" y="4109"/>
                  </a:lnTo>
                  <a:lnTo>
                    <a:pt x="4293" y="4182"/>
                  </a:lnTo>
                  <a:lnTo>
                    <a:pt x="3889" y="4182"/>
                  </a:lnTo>
                  <a:lnTo>
                    <a:pt x="3449" y="4109"/>
                  </a:lnTo>
                  <a:lnTo>
                    <a:pt x="3046" y="3999"/>
                  </a:lnTo>
                  <a:lnTo>
                    <a:pt x="2862" y="3925"/>
                  </a:lnTo>
                  <a:lnTo>
                    <a:pt x="2642" y="3815"/>
                  </a:lnTo>
                  <a:lnTo>
                    <a:pt x="2459" y="3668"/>
                  </a:lnTo>
                  <a:lnTo>
                    <a:pt x="2349" y="3595"/>
                  </a:lnTo>
                  <a:lnTo>
                    <a:pt x="2312" y="3522"/>
                  </a:lnTo>
                  <a:lnTo>
                    <a:pt x="2532" y="3668"/>
                  </a:lnTo>
                  <a:lnTo>
                    <a:pt x="2789" y="3815"/>
                  </a:lnTo>
                  <a:lnTo>
                    <a:pt x="3046" y="3888"/>
                  </a:lnTo>
                  <a:lnTo>
                    <a:pt x="3339" y="3999"/>
                  </a:lnTo>
                  <a:lnTo>
                    <a:pt x="3596" y="4035"/>
                  </a:lnTo>
                  <a:lnTo>
                    <a:pt x="3889" y="4109"/>
                  </a:lnTo>
                  <a:lnTo>
                    <a:pt x="4073" y="4109"/>
                  </a:lnTo>
                  <a:lnTo>
                    <a:pt x="4183" y="4072"/>
                  </a:lnTo>
                  <a:lnTo>
                    <a:pt x="4329" y="4035"/>
                  </a:lnTo>
                  <a:lnTo>
                    <a:pt x="4439" y="3962"/>
                  </a:lnTo>
                  <a:lnTo>
                    <a:pt x="4476" y="3888"/>
                  </a:lnTo>
                  <a:lnTo>
                    <a:pt x="4439" y="3778"/>
                  </a:lnTo>
                  <a:lnTo>
                    <a:pt x="4329" y="3705"/>
                  </a:lnTo>
                  <a:lnTo>
                    <a:pt x="4219" y="3632"/>
                  </a:lnTo>
                  <a:lnTo>
                    <a:pt x="3963" y="3595"/>
                  </a:lnTo>
                  <a:lnTo>
                    <a:pt x="3706" y="3558"/>
                  </a:lnTo>
                  <a:lnTo>
                    <a:pt x="3449" y="3522"/>
                  </a:lnTo>
                  <a:lnTo>
                    <a:pt x="2715" y="3338"/>
                  </a:lnTo>
                  <a:lnTo>
                    <a:pt x="2862" y="3228"/>
                  </a:lnTo>
                  <a:lnTo>
                    <a:pt x="3082" y="3081"/>
                  </a:lnTo>
                  <a:lnTo>
                    <a:pt x="3302" y="2935"/>
                  </a:lnTo>
                  <a:lnTo>
                    <a:pt x="3486" y="2861"/>
                  </a:lnTo>
                  <a:lnTo>
                    <a:pt x="3706" y="2825"/>
                  </a:lnTo>
                  <a:close/>
                  <a:moveTo>
                    <a:pt x="1285" y="5686"/>
                  </a:moveTo>
                  <a:lnTo>
                    <a:pt x="1725" y="5723"/>
                  </a:lnTo>
                  <a:lnTo>
                    <a:pt x="1762" y="5723"/>
                  </a:lnTo>
                  <a:lnTo>
                    <a:pt x="1835" y="5869"/>
                  </a:lnTo>
                  <a:lnTo>
                    <a:pt x="1908" y="5943"/>
                  </a:lnTo>
                  <a:lnTo>
                    <a:pt x="2018" y="5943"/>
                  </a:lnTo>
                  <a:lnTo>
                    <a:pt x="2129" y="5869"/>
                  </a:lnTo>
                  <a:lnTo>
                    <a:pt x="2165" y="5759"/>
                  </a:lnTo>
                  <a:lnTo>
                    <a:pt x="2642" y="5796"/>
                  </a:lnTo>
                  <a:lnTo>
                    <a:pt x="3082" y="5796"/>
                  </a:lnTo>
                  <a:lnTo>
                    <a:pt x="3339" y="5833"/>
                  </a:lnTo>
                  <a:lnTo>
                    <a:pt x="3522" y="5869"/>
                  </a:lnTo>
                  <a:lnTo>
                    <a:pt x="3522" y="6016"/>
                  </a:lnTo>
                  <a:lnTo>
                    <a:pt x="3376" y="5979"/>
                  </a:lnTo>
                  <a:lnTo>
                    <a:pt x="3266" y="6016"/>
                  </a:lnTo>
                  <a:lnTo>
                    <a:pt x="3119" y="6089"/>
                  </a:lnTo>
                  <a:lnTo>
                    <a:pt x="3082" y="6163"/>
                  </a:lnTo>
                  <a:lnTo>
                    <a:pt x="3082" y="6236"/>
                  </a:lnTo>
                  <a:lnTo>
                    <a:pt x="2752" y="6236"/>
                  </a:lnTo>
                  <a:lnTo>
                    <a:pt x="1322" y="6163"/>
                  </a:lnTo>
                  <a:lnTo>
                    <a:pt x="808" y="6089"/>
                  </a:lnTo>
                  <a:lnTo>
                    <a:pt x="515" y="6053"/>
                  </a:lnTo>
                  <a:lnTo>
                    <a:pt x="258" y="6089"/>
                  </a:lnTo>
                  <a:lnTo>
                    <a:pt x="368" y="5943"/>
                  </a:lnTo>
                  <a:lnTo>
                    <a:pt x="515" y="5833"/>
                  </a:lnTo>
                  <a:lnTo>
                    <a:pt x="661" y="5723"/>
                  </a:lnTo>
                  <a:lnTo>
                    <a:pt x="808" y="5686"/>
                  </a:lnTo>
                  <a:close/>
                  <a:moveTo>
                    <a:pt x="2239" y="6676"/>
                  </a:moveTo>
                  <a:lnTo>
                    <a:pt x="3009" y="6713"/>
                  </a:lnTo>
                  <a:lnTo>
                    <a:pt x="3156" y="6750"/>
                  </a:lnTo>
                  <a:lnTo>
                    <a:pt x="3156" y="7997"/>
                  </a:lnTo>
                  <a:lnTo>
                    <a:pt x="3119" y="9244"/>
                  </a:lnTo>
                  <a:lnTo>
                    <a:pt x="2422" y="9354"/>
                  </a:lnTo>
                  <a:lnTo>
                    <a:pt x="2422" y="8951"/>
                  </a:lnTo>
                  <a:lnTo>
                    <a:pt x="2312" y="7630"/>
                  </a:lnTo>
                  <a:lnTo>
                    <a:pt x="2275" y="6933"/>
                  </a:lnTo>
                  <a:lnTo>
                    <a:pt x="2239" y="6676"/>
                  </a:lnTo>
                  <a:close/>
                  <a:moveTo>
                    <a:pt x="1065" y="6566"/>
                  </a:moveTo>
                  <a:lnTo>
                    <a:pt x="1872" y="6676"/>
                  </a:lnTo>
                  <a:lnTo>
                    <a:pt x="1835" y="6786"/>
                  </a:lnTo>
                  <a:lnTo>
                    <a:pt x="1835" y="6933"/>
                  </a:lnTo>
                  <a:lnTo>
                    <a:pt x="1872" y="7226"/>
                  </a:lnTo>
                  <a:lnTo>
                    <a:pt x="1945" y="8804"/>
                  </a:lnTo>
                  <a:lnTo>
                    <a:pt x="1982" y="9391"/>
                  </a:lnTo>
                  <a:lnTo>
                    <a:pt x="1542" y="9391"/>
                  </a:lnTo>
                  <a:lnTo>
                    <a:pt x="1101" y="9427"/>
                  </a:lnTo>
                  <a:lnTo>
                    <a:pt x="1028" y="8254"/>
                  </a:lnTo>
                  <a:lnTo>
                    <a:pt x="955" y="7410"/>
                  </a:lnTo>
                  <a:lnTo>
                    <a:pt x="918" y="6970"/>
                  </a:lnTo>
                  <a:lnTo>
                    <a:pt x="808" y="6566"/>
                  </a:lnTo>
                  <a:close/>
                  <a:moveTo>
                    <a:pt x="3082" y="9721"/>
                  </a:moveTo>
                  <a:lnTo>
                    <a:pt x="3009" y="10454"/>
                  </a:lnTo>
                  <a:lnTo>
                    <a:pt x="2972" y="10454"/>
                  </a:lnTo>
                  <a:lnTo>
                    <a:pt x="2862" y="10418"/>
                  </a:lnTo>
                  <a:lnTo>
                    <a:pt x="2752" y="10418"/>
                  </a:lnTo>
                  <a:lnTo>
                    <a:pt x="2605" y="10454"/>
                  </a:lnTo>
                  <a:lnTo>
                    <a:pt x="2495" y="10528"/>
                  </a:lnTo>
                  <a:lnTo>
                    <a:pt x="2495" y="10418"/>
                  </a:lnTo>
                  <a:lnTo>
                    <a:pt x="2459" y="9831"/>
                  </a:lnTo>
                  <a:lnTo>
                    <a:pt x="2789" y="9794"/>
                  </a:lnTo>
                  <a:lnTo>
                    <a:pt x="3082" y="9721"/>
                  </a:lnTo>
                  <a:close/>
                  <a:moveTo>
                    <a:pt x="1138" y="9758"/>
                  </a:moveTo>
                  <a:lnTo>
                    <a:pt x="1358" y="9831"/>
                  </a:lnTo>
                  <a:lnTo>
                    <a:pt x="1542" y="9831"/>
                  </a:lnTo>
                  <a:lnTo>
                    <a:pt x="1982" y="9868"/>
                  </a:lnTo>
                  <a:lnTo>
                    <a:pt x="2018" y="10088"/>
                  </a:lnTo>
                  <a:lnTo>
                    <a:pt x="1982" y="10124"/>
                  </a:lnTo>
                  <a:lnTo>
                    <a:pt x="1688" y="10088"/>
                  </a:lnTo>
                  <a:lnTo>
                    <a:pt x="1615" y="10124"/>
                  </a:lnTo>
                  <a:lnTo>
                    <a:pt x="1542" y="10161"/>
                  </a:lnTo>
                  <a:lnTo>
                    <a:pt x="1542" y="10234"/>
                  </a:lnTo>
                  <a:lnTo>
                    <a:pt x="1578" y="10308"/>
                  </a:lnTo>
                  <a:lnTo>
                    <a:pt x="1725" y="10454"/>
                  </a:lnTo>
                  <a:lnTo>
                    <a:pt x="1945" y="10491"/>
                  </a:lnTo>
                  <a:lnTo>
                    <a:pt x="2018" y="10491"/>
                  </a:lnTo>
                  <a:lnTo>
                    <a:pt x="2018" y="10748"/>
                  </a:lnTo>
                  <a:lnTo>
                    <a:pt x="1798" y="10785"/>
                  </a:lnTo>
                  <a:lnTo>
                    <a:pt x="1798" y="10748"/>
                  </a:lnTo>
                  <a:lnTo>
                    <a:pt x="1762" y="10748"/>
                  </a:lnTo>
                  <a:lnTo>
                    <a:pt x="1688" y="10785"/>
                  </a:lnTo>
                  <a:lnTo>
                    <a:pt x="1615" y="10821"/>
                  </a:lnTo>
                  <a:lnTo>
                    <a:pt x="1542" y="10895"/>
                  </a:lnTo>
                  <a:lnTo>
                    <a:pt x="1505" y="11005"/>
                  </a:lnTo>
                  <a:lnTo>
                    <a:pt x="1542" y="11078"/>
                  </a:lnTo>
                  <a:lnTo>
                    <a:pt x="1652" y="11151"/>
                  </a:lnTo>
                  <a:lnTo>
                    <a:pt x="2055" y="11151"/>
                  </a:lnTo>
                  <a:lnTo>
                    <a:pt x="2129" y="11408"/>
                  </a:lnTo>
                  <a:lnTo>
                    <a:pt x="2239" y="11592"/>
                  </a:lnTo>
                  <a:lnTo>
                    <a:pt x="2275" y="11628"/>
                  </a:lnTo>
                  <a:lnTo>
                    <a:pt x="2349" y="11628"/>
                  </a:lnTo>
                  <a:lnTo>
                    <a:pt x="2422" y="11592"/>
                  </a:lnTo>
                  <a:lnTo>
                    <a:pt x="2459" y="11555"/>
                  </a:lnTo>
                  <a:lnTo>
                    <a:pt x="2532" y="11371"/>
                  </a:lnTo>
                  <a:lnTo>
                    <a:pt x="2569" y="11188"/>
                  </a:lnTo>
                  <a:lnTo>
                    <a:pt x="2569" y="11005"/>
                  </a:lnTo>
                  <a:lnTo>
                    <a:pt x="2532" y="10785"/>
                  </a:lnTo>
                  <a:lnTo>
                    <a:pt x="2679" y="10821"/>
                  </a:lnTo>
                  <a:lnTo>
                    <a:pt x="3009" y="10821"/>
                  </a:lnTo>
                  <a:lnTo>
                    <a:pt x="2936" y="11408"/>
                  </a:lnTo>
                  <a:lnTo>
                    <a:pt x="2862" y="11812"/>
                  </a:lnTo>
                  <a:lnTo>
                    <a:pt x="2825" y="11995"/>
                  </a:lnTo>
                  <a:lnTo>
                    <a:pt x="2752" y="12178"/>
                  </a:lnTo>
                  <a:lnTo>
                    <a:pt x="2642" y="12362"/>
                  </a:lnTo>
                  <a:lnTo>
                    <a:pt x="2532" y="12472"/>
                  </a:lnTo>
                  <a:lnTo>
                    <a:pt x="2349" y="12582"/>
                  </a:lnTo>
                  <a:lnTo>
                    <a:pt x="2129" y="12619"/>
                  </a:lnTo>
                  <a:lnTo>
                    <a:pt x="1945" y="12619"/>
                  </a:lnTo>
                  <a:lnTo>
                    <a:pt x="1798" y="12582"/>
                  </a:lnTo>
                  <a:lnTo>
                    <a:pt x="1652" y="12472"/>
                  </a:lnTo>
                  <a:lnTo>
                    <a:pt x="1505" y="12362"/>
                  </a:lnTo>
                  <a:lnTo>
                    <a:pt x="1432" y="12215"/>
                  </a:lnTo>
                  <a:lnTo>
                    <a:pt x="1322" y="12068"/>
                  </a:lnTo>
                  <a:lnTo>
                    <a:pt x="1211" y="11738"/>
                  </a:lnTo>
                  <a:lnTo>
                    <a:pt x="1138" y="11335"/>
                  </a:lnTo>
                  <a:lnTo>
                    <a:pt x="1138" y="10858"/>
                  </a:lnTo>
                  <a:lnTo>
                    <a:pt x="1138" y="10014"/>
                  </a:lnTo>
                  <a:lnTo>
                    <a:pt x="1138" y="9758"/>
                  </a:lnTo>
                  <a:close/>
                  <a:moveTo>
                    <a:pt x="625" y="0"/>
                  </a:moveTo>
                  <a:lnTo>
                    <a:pt x="478" y="37"/>
                  </a:lnTo>
                  <a:lnTo>
                    <a:pt x="331" y="110"/>
                  </a:lnTo>
                  <a:lnTo>
                    <a:pt x="294" y="184"/>
                  </a:lnTo>
                  <a:lnTo>
                    <a:pt x="294" y="220"/>
                  </a:lnTo>
                  <a:lnTo>
                    <a:pt x="294" y="294"/>
                  </a:lnTo>
                  <a:lnTo>
                    <a:pt x="331" y="330"/>
                  </a:lnTo>
                  <a:lnTo>
                    <a:pt x="294" y="587"/>
                  </a:lnTo>
                  <a:lnTo>
                    <a:pt x="294" y="844"/>
                  </a:lnTo>
                  <a:lnTo>
                    <a:pt x="331" y="1101"/>
                  </a:lnTo>
                  <a:lnTo>
                    <a:pt x="368" y="1321"/>
                  </a:lnTo>
                  <a:lnTo>
                    <a:pt x="551" y="1834"/>
                  </a:lnTo>
                  <a:lnTo>
                    <a:pt x="735" y="2274"/>
                  </a:lnTo>
                  <a:lnTo>
                    <a:pt x="918" y="2641"/>
                  </a:lnTo>
                  <a:lnTo>
                    <a:pt x="1175" y="3008"/>
                  </a:lnTo>
                  <a:lnTo>
                    <a:pt x="1322" y="3155"/>
                  </a:lnTo>
                  <a:lnTo>
                    <a:pt x="1505" y="3265"/>
                  </a:lnTo>
                  <a:lnTo>
                    <a:pt x="1652" y="3375"/>
                  </a:lnTo>
                  <a:lnTo>
                    <a:pt x="1872" y="3375"/>
                  </a:lnTo>
                  <a:lnTo>
                    <a:pt x="1798" y="3815"/>
                  </a:lnTo>
                  <a:lnTo>
                    <a:pt x="1725" y="4365"/>
                  </a:lnTo>
                  <a:lnTo>
                    <a:pt x="1725" y="4659"/>
                  </a:lnTo>
                  <a:lnTo>
                    <a:pt x="1762" y="4806"/>
                  </a:lnTo>
                  <a:lnTo>
                    <a:pt x="1798" y="4916"/>
                  </a:lnTo>
                  <a:lnTo>
                    <a:pt x="1762" y="5319"/>
                  </a:lnTo>
                  <a:lnTo>
                    <a:pt x="1615" y="5319"/>
                  </a:lnTo>
                  <a:lnTo>
                    <a:pt x="1138" y="5282"/>
                  </a:lnTo>
                  <a:lnTo>
                    <a:pt x="918" y="5246"/>
                  </a:lnTo>
                  <a:lnTo>
                    <a:pt x="698" y="5282"/>
                  </a:lnTo>
                  <a:lnTo>
                    <a:pt x="404" y="5392"/>
                  </a:lnTo>
                  <a:lnTo>
                    <a:pt x="294" y="5466"/>
                  </a:lnTo>
                  <a:lnTo>
                    <a:pt x="184" y="5576"/>
                  </a:lnTo>
                  <a:lnTo>
                    <a:pt x="111" y="5686"/>
                  </a:lnTo>
                  <a:lnTo>
                    <a:pt x="74" y="5796"/>
                  </a:lnTo>
                  <a:lnTo>
                    <a:pt x="38" y="5943"/>
                  </a:lnTo>
                  <a:lnTo>
                    <a:pt x="1" y="6089"/>
                  </a:lnTo>
                  <a:lnTo>
                    <a:pt x="38" y="6163"/>
                  </a:lnTo>
                  <a:lnTo>
                    <a:pt x="111" y="6199"/>
                  </a:lnTo>
                  <a:lnTo>
                    <a:pt x="38" y="6273"/>
                  </a:lnTo>
                  <a:lnTo>
                    <a:pt x="38" y="6346"/>
                  </a:lnTo>
                  <a:lnTo>
                    <a:pt x="38" y="6456"/>
                  </a:lnTo>
                  <a:lnTo>
                    <a:pt x="111" y="6530"/>
                  </a:lnTo>
                  <a:lnTo>
                    <a:pt x="184" y="6566"/>
                  </a:lnTo>
                  <a:lnTo>
                    <a:pt x="294" y="6566"/>
                  </a:lnTo>
                  <a:lnTo>
                    <a:pt x="368" y="6493"/>
                  </a:lnTo>
                  <a:lnTo>
                    <a:pt x="441" y="6493"/>
                  </a:lnTo>
                  <a:lnTo>
                    <a:pt x="441" y="6530"/>
                  </a:lnTo>
                  <a:lnTo>
                    <a:pt x="441" y="6786"/>
                  </a:lnTo>
                  <a:lnTo>
                    <a:pt x="441" y="7080"/>
                  </a:lnTo>
                  <a:lnTo>
                    <a:pt x="515" y="7593"/>
                  </a:lnTo>
                  <a:lnTo>
                    <a:pt x="588" y="8657"/>
                  </a:lnTo>
                  <a:lnTo>
                    <a:pt x="625" y="9721"/>
                  </a:lnTo>
                  <a:lnTo>
                    <a:pt x="625" y="10785"/>
                  </a:lnTo>
                  <a:lnTo>
                    <a:pt x="661" y="11225"/>
                  </a:lnTo>
                  <a:lnTo>
                    <a:pt x="698" y="11665"/>
                  </a:lnTo>
                  <a:lnTo>
                    <a:pt x="808" y="12105"/>
                  </a:lnTo>
                  <a:lnTo>
                    <a:pt x="881" y="12289"/>
                  </a:lnTo>
                  <a:lnTo>
                    <a:pt x="991" y="12509"/>
                  </a:lnTo>
                  <a:lnTo>
                    <a:pt x="1065" y="12655"/>
                  </a:lnTo>
                  <a:lnTo>
                    <a:pt x="1175" y="12765"/>
                  </a:lnTo>
                  <a:lnTo>
                    <a:pt x="1322" y="12912"/>
                  </a:lnTo>
                  <a:lnTo>
                    <a:pt x="1468" y="12985"/>
                  </a:lnTo>
                  <a:lnTo>
                    <a:pt x="1615" y="13059"/>
                  </a:lnTo>
                  <a:lnTo>
                    <a:pt x="1798" y="13096"/>
                  </a:lnTo>
                  <a:lnTo>
                    <a:pt x="1945" y="13132"/>
                  </a:lnTo>
                  <a:lnTo>
                    <a:pt x="2129" y="13169"/>
                  </a:lnTo>
                  <a:lnTo>
                    <a:pt x="2349" y="13132"/>
                  </a:lnTo>
                  <a:lnTo>
                    <a:pt x="2569" y="13096"/>
                  </a:lnTo>
                  <a:lnTo>
                    <a:pt x="2752" y="12985"/>
                  </a:lnTo>
                  <a:lnTo>
                    <a:pt x="2899" y="12875"/>
                  </a:lnTo>
                  <a:lnTo>
                    <a:pt x="3009" y="12765"/>
                  </a:lnTo>
                  <a:lnTo>
                    <a:pt x="3119" y="12582"/>
                  </a:lnTo>
                  <a:lnTo>
                    <a:pt x="3302" y="12215"/>
                  </a:lnTo>
                  <a:lnTo>
                    <a:pt x="3412" y="11812"/>
                  </a:lnTo>
                  <a:lnTo>
                    <a:pt x="3449" y="11408"/>
                  </a:lnTo>
                  <a:lnTo>
                    <a:pt x="3522" y="10601"/>
                  </a:lnTo>
                  <a:lnTo>
                    <a:pt x="3632" y="9647"/>
                  </a:lnTo>
                  <a:lnTo>
                    <a:pt x="3669" y="8657"/>
                  </a:lnTo>
                  <a:lnTo>
                    <a:pt x="3669" y="7667"/>
                  </a:lnTo>
                  <a:lnTo>
                    <a:pt x="3669" y="6676"/>
                  </a:lnTo>
                  <a:lnTo>
                    <a:pt x="3743" y="6603"/>
                  </a:lnTo>
                  <a:lnTo>
                    <a:pt x="3779" y="6530"/>
                  </a:lnTo>
                  <a:lnTo>
                    <a:pt x="3779" y="6456"/>
                  </a:lnTo>
                  <a:lnTo>
                    <a:pt x="3889" y="6273"/>
                  </a:lnTo>
                  <a:lnTo>
                    <a:pt x="3963" y="6053"/>
                  </a:lnTo>
                  <a:lnTo>
                    <a:pt x="3999" y="5833"/>
                  </a:lnTo>
                  <a:lnTo>
                    <a:pt x="3963" y="5723"/>
                  </a:lnTo>
                  <a:lnTo>
                    <a:pt x="3926" y="5612"/>
                  </a:lnTo>
                  <a:lnTo>
                    <a:pt x="3816" y="5502"/>
                  </a:lnTo>
                  <a:lnTo>
                    <a:pt x="3669" y="5429"/>
                  </a:lnTo>
                  <a:lnTo>
                    <a:pt x="3486" y="5392"/>
                  </a:lnTo>
                  <a:lnTo>
                    <a:pt x="3266" y="5356"/>
                  </a:lnTo>
                  <a:lnTo>
                    <a:pt x="2532" y="5356"/>
                  </a:lnTo>
                  <a:lnTo>
                    <a:pt x="2165" y="5319"/>
                  </a:lnTo>
                  <a:lnTo>
                    <a:pt x="2092" y="4806"/>
                  </a:lnTo>
                  <a:lnTo>
                    <a:pt x="2165" y="4585"/>
                  </a:lnTo>
                  <a:lnTo>
                    <a:pt x="2165" y="4365"/>
                  </a:lnTo>
                  <a:lnTo>
                    <a:pt x="2202" y="3962"/>
                  </a:lnTo>
                  <a:lnTo>
                    <a:pt x="2459" y="4145"/>
                  </a:lnTo>
                  <a:lnTo>
                    <a:pt x="2715" y="4292"/>
                  </a:lnTo>
                  <a:lnTo>
                    <a:pt x="2972" y="4402"/>
                  </a:lnTo>
                  <a:lnTo>
                    <a:pt x="3266" y="4475"/>
                  </a:lnTo>
                  <a:lnTo>
                    <a:pt x="3522" y="4549"/>
                  </a:lnTo>
                  <a:lnTo>
                    <a:pt x="3816" y="4585"/>
                  </a:lnTo>
                  <a:lnTo>
                    <a:pt x="4403" y="4585"/>
                  </a:lnTo>
                  <a:lnTo>
                    <a:pt x="4660" y="4549"/>
                  </a:lnTo>
                  <a:lnTo>
                    <a:pt x="4953" y="4475"/>
                  </a:lnTo>
                  <a:lnTo>
                    <a:pt x="5210" y="4402"/>
                  </a:lnTo>
                  <a:lnTo>
                    <a:pt x="5503" y="4292"/>
                  </a:lnTo>
                  <a:lnTo>
                    <a:pt x="5760" y="4182"/>
                  </a:lnTo>
                  <a:lnTo>
                    <a:pt x="5833" y="4109"/>
                  </a:lnTo>
                  <a:lnTo>
                    <a:pt x="5833" y="3999"/>
                  </a:lnTo>
                  <a:lnTo>
                    <a:pt x="5833" y="3888"/>
                  </a:lnTo>
                  <a:lnTo>
                    <a:pt x="5797" y="3778"/>
                  </a:lnTo>
                  <a:lnTo>
                    <a:pt x="5797" y="3778"/>
                  </a:lnTo>
                  <a:lnTo>
                    <a:pt x="5833" y="3815"/>
                  </a:lnTo>
                  <a:lnTo>
                    <a:pt x="5980" y="3962"/>
                  </a:lnTo>
                  <a:lnTo>
                    <a:pt x="6053" y="3999"/>
                  </a:lnTo>
                  <a:lnTo>
                    <a:pt x="6200" y="4035"/>
                  </a:lnTo>
                  <a:lnTo>
                    <a:pt x="6237" y="4035"/>
                  </a:lnTo>
                  <a:lnTo>
                    <a:pt x="6274" y="3999"/>
                  </a:lnTo>
                  <a:lnTo>
                    <a:pt x="6347" y="3888"/>
                  </a:lnTo>
                  <a:lnTo>
                    <a:pt x="6310" y="3742"/>
                  </a:lnTo>
                  <a:lnTo>
                    <a:pt x="6274" y="3632"/>
                  </a:lnTo>
                  <a:lnTo>
                    <a:pt x="6200" y="3522"/>
                  </a:lnTo>
                  <a:lnTo>
                    <a:pt x="6090" y="3375"/>
                  </a:lnTo>
                  <a:lnTo>
                    <a:pt x="5833" y="3192"/>
                  </a:lnTo>
                  <a:lnTo>
                    <a:pt x="5613" y="3045"/>
                  </a:lnTo>
                  <a:lnTo>
                    <a:pt x="5283" y="2861"/>
                  </a:lnTo>
                  <a:lnTo>
                    <a:pt x="4953" y="2715"/>
                  </a:lnTo>
                  <a:lnTo>
                    <a:pt x="4256" y="2495"/>
                  </a:lnTo>
                  <a:lnTo>
                    <a:pt x="3926" y="2421"/>
                  </a:lnTo>
                  <a:lnTo>
                    <a:pt x="3596" y="2385"/>
                  </a:lnTo>
                  <a:lnTo>
                    <a:pt x="3302" y="2458"/>
                  </a:lnTo>
                  <a:lnTo>
                    <a:pt x="2972" y="2605"/>
                  </a:lnTo>
                  <a:lnTo>
                    <a:pt x="2679" y="2788"/>
                  </a:lnTo>
                  <a:lnTo>
                    <a:pt x="2349" y="3081"/>
                  </a:lnTo>
                  <a:lnTo>
                    <a:pt x="2349" y="3045"/>
                  </a:lnTo>
                  <a:lnTo>
                    <a:pt x="2385" y="2788"/>
                  </a:lnTo>
                  <a:lnTo>
                    <a:pt x="2459" y="2568"/>
                  </a:lnTo>
                  <a:lnTo>
                    <a:pt x="2495" y="2458"/>
                  </a:lnTo>
                  <a:lnTo>
                    <a:pt x="2495" y="2311"/>
                  </a:lnTo>
                  <a:lnTo>
                    <a:pt x="2495" y="2201"/>
                  </a:lnTo>
                  <a:lnTo>
                    <a:pt x="2422" y="2128"/>
                  </a:lnTo>
                  <a:lnTo>
                    <a:pt x="2385" y="1871"/>
                  </a:lnTo>
                  <a:lnTo>
                    <a:pt x="2312" y="1614"/>
                  </a:lnTo>
                  <a:lnTo>
                    <a:pt x="2129" y="1137"/>
                  </a:lnTo>
                  <a:lnTo>
                    <a:pt x="2018" y="917"/>
                  </a:lnTo>
                  <a:lnTo>
                    <a:pt x="1835" y="661"/>
                  </a:lnTo>
                  <a:lnTo>
                    <a:pt x="1652" y="440"/>
                  </a:lnTo>
                  <a:lnTo>
                    <a:pt x="1395" y="220"/>
                  </a:lnTo>
                  <a:lnTo>
                    <a:pt x="1138" y="74"/>
                  </a:lnTo>
                  <a:lnTo>
                    <a:pt x="881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60" name="Google Shape;316;p5">
              <a:extLst>
                <a:ext uri="{FF2B5EF4-FFF2-40B4-BE49-F238E27FC236}">
                  <a16:creationId xmlns:a16="http://schemas.microsoft.com/office/drawing/2014/main" id="{27B1906B-B5A9-4BA8-A2E2-31DAB3706AC0}"/>
                </a:ext>
              </a:extLst>
            </p:cNvPr>
            <p:cNvSpPr/>
            <p:nvPr/>
          </p:nvSpPr>
          <p:spPr>
            <a:xfrm>
              <a:off x="6335525" y="1405350"/>
              <a:ext cx="442025" cy="375100"/>
            </a:xfrm>
            <a:custGeom>
              <a:avLst/>
              <a:gdLst/>
              <a:ahLst/>
              <a:cxnLst/>
              <a:rect l="l" t="t" r="r" b="b"/>
              <a:pathLst>
                <a:path w="17681" h="15004" extrusionOk="0">
                  <a:moveTo>
                    <a:pt x="6823" y="1981"/>
                  </a:moveTo>
                  <a:lnTo>
                    <a:pt x="6676" y="2018"/>
                  </a:lnTo>
                  <a:lnTo>
                    <a:pt x="6566" y="2055"/>
                  </a:lnTo>
                  <a:lnTo>
                    <a:pt x="6493" y="2201"/>
                  </a:lnTo>
                  <a:lnTo>
                    <a:pt x="6420" y="2385"/>
                  </a:lnTo>
                  <a:lnTo>
                    <a:pt x="6383" y="2531"/>
                  </a:lnTo>
                  <a:lnTo>
                    <a:pt x="6383" y="2641"/>
                  </a:lnTo>
                  <a:lnTo>
                    <a:pt x="6420" y="2752"/>
                  </a:lnTo>
                  <a:lnTo>
                    <a:pt x="6493" y="2825"/>
                  </a:lnTo>
                  <a:lnTo>
                    <a:pt x="6566" y="2862"/>
                  </a:lnTo>
                  <a:lnTo>
                    <a:pt x="6713" y="2862"/>
                  </a:lnTo>
                  <a:lnTo>
                    <a:pt x="6860" y="2825"/>
                  </a:lnTo>
                  <a:lnTo>
                    <a:pt x="6933" y="2752"/>
                  </a:lnTo>
                  <a:lnTo>
                    <a:pt x="7006" y="2641"/>
                  </a:lnTo>
                  <a:lnTo>
                    <a:pt x="7080" y="2531"/>
                  </a:lnTo>
                  <a:lnTo>
                    <a:pt x="7080" y="2421"/>
                  </a:lnTo>
                  <a:lnTo>
                    <a:pt x="7080" y="2275"/>
                  </a:lnTo>
                  <a:lnTo>
                    <a:pt x="7006" y="2165"/>
                  </a:lnTo>
                  <a:lnTo>
                    <a:pt x="6933" y="2055"/>
                  </a:lnTo>
                  <a:lnTo>
                    <a:pt x="6823" y="1981"/>
                  </a:lnTo>
                  <a:close/>
                  <a:moveTo>
                    <a:pt x="5282" y="2641"/>
                  </a:moveTo>
                  <a:lnTo>
                    <a:pt x="5209" y="2678"/>
                  </a:lnTo>
                  <a:lnTo>
                    <a:pt x="5136" y="2715"/>
                  </a:lnTo>
                  <a:lnTo>
                    <a:pt x="5062" y="2788"/>
                  </a:lnTo>
                  <a:lnTo>
                    <a:pt x="5062" y="2898"/>
                  </a:lnTo>
                  <a:lnTo>
                    <a:pt x="5062" y="2935"/>
                  </a:lnTo>
                  <a:lnTo>
                    <a:pt x="4989" y="2972"/>
                  </a:lnTo>
                  <a:lnTo>
                    <a:pt x="4952" y="3045"/>
                  </a:lnTo>
                  <a:lnTo>
                    <a:pt x="4952" y="3118"/>
                  </a:lnTo>
                  <a:lnTo>
                    <a:pt x="4952" y="3228"/>
                  </a:lnTo>
                  <a:lnTo>
                    <a:pt x="5026" y="3338"/>
                  </a:lnTo>
                  <a:lnTo>
                    <a:pt x="5099" y="3412"/>
                  </a:lnTo>
                  <a:lnTo>
                    <a:pt x="5319" y="3412"/>
                  </a:lnTo>
                  <a:lnTo>
                    <a:pt x="5429" y="3338"/>
                  </a:lnTo>
                  <a:lnTo>
                    <a:pt x="5502" y="3265"/>
                  </a:lnTo>
                  <a:lnTo>
                    <a:pt x="5576" y="3155"/>
                  </a:lnTo>
                  <a:lnTo>
                    <a:pt x="5613" y="3008"/>
                  </a:lnTo>
                  <a:lnTo>
                    <a:pt x="5576" y="2862"/>
                  </a:lnTo>
                  <a:lnTo>
                    <a:pt x="5502" y="2752"/>
                  </a:lnTo>
                  <a:lnTo>
                    <a:pt x="5392" y="2678"/>
                  </a:lnTo>
                  <a:lnTo>
                    <a:pt x="5282" y="2641"/>
                  </a:lnTo>
                  <a:close/>
                  <a:moveTo>
                    <a:pt x="6786" y="3559"/>
                  </a:moveTo>
                  <a:lnTo>
                    <a:pt x="6640" y="3595"/>
                  </a:lnTo>
                  <a:lnTo>
                    <a:pt x="6493" y="3705"/>
                  </a:lnTo>
                  <a:lnTo>
                    <a:pt x="6383" y="3815"/>
                  </a:lnTo>
                  <a:lnTo>
                    <a:pt x="6309" y="3962"/>
                  </a:lnTo>
                  <a:lnTo>
                    <a:pt x="6273" y="4109"/>
                  </a:lnTo>
                  <a:lnTo>
                    <a:pt x="6273" y="4255"/>
                  </a:lnTo>
                  <a:lnTo>
                    <a:pt x="6273" y="4366"/>
                  </a:lnTo>
                  <a:lnTo>
                    <a:pt x="6383" y="4439"/>
                  </a:lnTo>
                  <a:lnTo>
                    <a:pt x="6493" y="4476"/>
                  </a:lnTo>
                  <a:lnTo>
                    <a:pt x="6603" y="4439"/>
                  </a:lnTo>
                  <a:lnTo>
                    <a:pt x="6750" y="4329"/>
                  </a:lnTo>
                  <a:lnTo>
                    <a:pt x="6860" y="4329"/>
                  </a:lnTo>
                  <a:lnTo>
                    <a:pt x="6970" y="4292"/>
                  </a:lnTo>
                  <a:lnTo>
                    <a:pt x="7080" y="4182"/>
                  </a:lnTo>
                  <a:lnTo>
                    <a:pt x="7153" y="4035"/>
                  </a:lnTo>
                  <a:lnTo>
                    <a:pt x="7153" y="3852"/>
                  </a:lnTo>
                  <a:lnTo>
                    <a:pt x="7080" y="3705"/>
                  </a:lnTo>
                  <a:lnTo>
                    <a:pt x="7043" y="3632"/>
                  </a:lnTo>
                  <a:lnTo>
                    <a:pt x="6970" y="3595"/>
                  </a:lnTo>
                  <a:lnTo>
                    <a:pt x="6786" y="3559"/>
                  </a:lnTo>
                  <a:close/>
                  <a:moveTo>
                    <a:pt x="4806" y="5979"/>
                  </a:moveTo>
                  <a:lnTo>
                    <a:pt x="4622" y="6090"/>
                  </a:lnTo>
                  <a:lnTo>
                    <a:pt x="4439" y="6200"/>
                  </a:lnTo>
                  <a:lnTo>
                    <a:pt x="4402" y="6236"/>
                  </a:lnTo>
                  <a:lnTo>
                    <a:pt x="4329" y="6310"/>
                  </a:lnTo>
                  <a:lnTo>
                    <a:pt x="4255" y="6383"/>
                  </a:lnTo>
                  <a:lnTo>
                    <a:pt x="4219" y="6493"/>
                  </a:lnTo>
                  <a:lnTo>
                    <a:pt x="4219" y="6566"/>
                  </a:lnTo>
                  <a:lnTo>
                    <a:pt x="4255" y="6713"/>
                  </a:lnTo>
                  <a:lnTo>
                    <a:pt x="4329" y="6860"/>
                  </a:lnTo>
                  <a:lnTo>
                    <a:pt x="4365" y="6897"/>
                  </a:lnTo>
                  <a:lnTo>
                    <a:pt x="4475" y="6970"/>
                  </a:lnTo>
                  <a:lnTo>
                    <a:pt x="4585" y="7007"/>
                  </a:lnTo>
                  <a:lnTo>
                    <a:pt x="4696" y="7043"/>
                  </a:lnTo>
                  <a:lnTo>
                    <a:pt x="4842" y="7007"/>
                  </a:lnTo>
                  <a:lnTo>
                    <a:pt x="4952" y="6970"/>
                  </a:lnTo>
                  <a:lnTo>
                    <a:pt x="5026" y="6897"/>
                  </a:lnTo>
                  <a:lnTo>
                    <a:pt x="5209" y="6750"/>
                  </a:lnTo>
                  <a:lnTo>
                    <a:pt x="5282" y="6640"/>
                  </a:lnTo>
                  <a:lnTo>
                    <a:pt x="5319" y="6493"/>
                  </a:lnTo>
                  <a:lnTo>
                    <a:pt x="5356" y="6346"/>
                  </a:lnTo>
                  <a:lnTo>
                    <a:pt x="5356" y="6236"/>
                  </a:lnTo>
                  <a:lnTo>
                    <a:pt x="5282" y="6126"/>
                  </a:lnTo>
                  <a:lnTo>
                    <a:pt x="5209" y="6053"/>
                  </a:lnTo>
                  <a:lnTo>
                    <a:pt x="5136" y="5979"/>
                  </a:lnTo>
                  <a:close/>
                  <a:moveTo>
                    <a:pt x="4219" y="4916"/>
                  </a:moveTo>
                  <a:lnTo>
                    <a:pt x="4219" y="5062"/>
                  </a:lnTo>
                  <a:lnTo>
                    <a:pt x="4255" y="5136"/>
                  </a:lnTo>
                  <a:lnTo>
                    <a:pt x="4292" y="5173"/>
                  </a:lnTo>
                  <a:lnTo>
                    <a:pt x="4439" y="5209"/>
                  </a:lnTo>
                  <a:lnTo>
                    <a:pt x="4549" y="5173"/>
                  </a:lnTo>
                  <a:lnTo>
                    <a:pt x="4585" y="5136"/>
                  </a:lnTo>
                  <a:lnTo>
                    <a:pt x="4622" y="5062"/>
                  </a:lnTo>
                  <a:lnTo>
                    <a:pt x="4659" y="5026"/>
                  </a:lnTo>
                  <a:lnTo>
                    <a:pt x="4989" y="5136"/>
                  </a:lnTo>
                  <a:lnTo>
                    <a:pt x="5319" y="5209"/>
                  </a:lnTo>
                  <a:lnTo>
                    <a:pt x="5392" y="5319"/>
                  </a:lnTo>
                  <a:lnTo>
                    <a:pt x="5466" y="5429"/>
                  </a:lnTo>
                  <a:lnTo>
                    <a:pt x="5686" y="5613"/>
                  </a:lnTo>
                  <a:lnTo>
                    <a:pt x="5869" y="5833"/>
                  </a:lnTo>
                  <a:lnTo>
                    <a:pt x="5979" y="6053"/>
                  </a:lnTo>
                  <a:lnTo>
                    <a:pt x="6016" y="6273"/>
                  </a:lnTo>
                  <a:lnTo>
                    <a:pt x="5979" y="6530"/>
                  </a:lnTo>
                  <a:lnTo>
                    <a:pt x="5943" y="6676"/>
                  </a:lnTo>
                  <a:lnTo>
                    <a:pt x="5869" y="6823"/>
                  </a:lnTo>
                  <a:lnTo>
                    <a:pt x="5686" y="7080"/>
                  </a:lnTo>
                  <a:lnTo>
                    <a:pt x="5466" y="7227"/>
                  </a:lnTo>
                  <a:lnTo>
                    <a:pt x="5209" y="7373"/>
                  </a:lnTo>
                  <a:lnTo>
                    <a:pt x="4916" y="7447"/>
                  </a:lnTo>
                  <a:lnTo>
                    <a:pt x="4622" y="7483"/>
                  </a:lnTo>
                  <a:lnTo>
                    <a:pt x="4329" y="7520"/>
                  </a:lnTo>
                  <a:lnTo>
                    <a:pt x="4035" y="7483"/>
                  </a:lnTo>
                  <a:lnTo>
                    <a:pt x="3778" y="7447"/>
                  </a:lnTo>
                  <a:lnTo>
                    <a:pt x="3485" y="7337"/>
                  </a:lnTo>
                  <a:lnTo>
                    <a:pt x="3338" y="7227"/>
                  </a:lnTo>
                  <a:lnTo>
                    <a:pt x="3228" y="7080"/>
                  </a:lnTo>
                  <a:lnTo>
                    <a:pt x="3155" y="6897"/>
                  </a:lnTo>
                  <a:lnTo>
                    <a:pt x="3118" y="6713"/>
                  </a:lnTo>
                  <a:lnTo>
                    <a:pt x="3082" y="6383"/>
                  </a:lnTo>
                  <a:lnTo>
                    <a:pt x="3155" y="6090"/>
                  </a:lnTo>
                  <a:lnTo>
                    <a:pt x="3228" y="5796"/>
                  </a:lnTo>
                  <a:lnTo>
                    <a:pt x="3375" y="5539"/>
                  </a:lnTo>
                  <a:lnTo>
                    <a:pt x="3558" y="5319"/>
                  </a:lnTo>
                  <a:lnTo>
                    <a:pt x="3742" y="5173"/>
                  </a:lnTo>
                  <a:lnTo>
                    <a:pt x="3962" y="5026"/>
                  </a:lnTo>
                  <a:lnTo>
                    <a:pt x="4219" y="4916"/>
                  </a:lnTo>
                  <a:close/>
                  <a:moveTo>
                    <a:pt x="11628" y="7190"/>
                  </a:moveTo>
                  <a:lnTo>
                    <a:pt x="11958" y="7263"/>
                  </a:lnTo>
                  <a:lnTo>
                    <a:pt x="12252" y="7263"/>
                  </a:lnTo>
                  <a:lnTo>
                    <a:pt x="12362" y="7227"/>
                  </a:lnTo>
                  <a:lnTo>
                    <a:pt x="12435" y="7447"/>
                  </a:lnTo>
                  <a:lnTo>
                    <a:pt x="12509" y="7704"/>
                  </a:lnTo>
                  <a:lnTo>
                    <a:pt x="12509" y="7814"/>
                  </a:lnTo>
                  <a:lnTo>
                    <a:pt x="12472" y="7814"/>
                  </a:lnTo>
                  <a:lnTo>
                    <a:pt x="12399" y="7850"/>
                  </a:lnTo>
                  <a:lnTo>
                    <a:pt x="12399" y="7887"/>
                  </a:lnTo>
                  <a:lnTo>
                    <a:pt x="12252" y="7814"/>
                  </a:lnTo>
                  <a:lnTo>
                    <a:pt x="11738" y="7557"/>
                  </a:lnTo>
                  <a:lnTo>
                    <a:pt x="11702" y="7483"/>
                  </a:lnTo>
                  <a:lnTo>
                    <a:pt x="11628" y="7373"/>
                  </a:lnTo>
                  <a:lnTo>
                    <a:pt x="11628" y="7190"/>
                  </a:lnTo>
                  <a:close/>
                  <a:moveTo>
                    <a:pt x="4329" y="4402"/>
                  </a:moveTo>
                  <a:lnTo>
                    <a:pt x="4255" y="4476"/>
                  </a:lnTo>
                  <a:lnTo>
                    <a:pt x="4035" y="4512"/>
                  </a:lnTo>
                  <a:lnTo>
                    <a:pt x="3815" y="4622"/>
                  </a:lnTo>
                  <a:lnTo>
                    <a:pt x="3632" y="4732"/>
                  </a:lnTo>
                  <a:lnTo>
                    <a:pt x="3448" y="4842"/>
                  </a:lnTo>
                  <a:lnTo>
                    <a:pt x="3265" y="4989"/>
                  </a:lnTo>
                  <a:lnTo>
                    <a:pt x="3082" y="5173"/>
                  </a:lnTo>
                  <a:lnTo>
                    <a:pt x="2971" y="5356"/>
                  </a:lnTo>
                  <a:lnTo>
                    <a:pt x="2825" y="5576"/>
                  </a:lnTo>
                  <a:lnTo>
                    <a:pt x="2715" y="5906"/>
                  </a:lnTo>
                  <a:lnTo>
                    <a:pt x="2641" y="6236"/>
                  </a:lnTo>
                  <a:lnTo>
                    <a:pt x="2641" y="6603"/>
                  </a:lnTo>
                  <a:lnTo>
                    <a:pt x="2678" y="6933"/>
                  </a:lnTo>
                  <a:lnTo>
                    <a:pt x="2825" y="7263"/>
                  </a:lnTo>
                  <a:lnTo>
                    <a:pt x="3008" y="7520"/>
                  </a:lnTo>
                  <a:lnTo>
                    <a:pt x="3118" y="7667"/>
                  </a:lnTo>
                  <a:lnTo>
                    <a:pt x="3265" y="7740"/>
                  </a:lnTo>
                  <a:lnTo>
                    <a:pt x="3412" y="7850"/>
                  </a:lnTo>
                  <a:lnTo>
                    <a:pt x="3595" y="7887"/>
                  </a:lnTo>
                  <a:lnTo>
                    <a:pt x="3962" y="7997"/>
                  </a:lnTo>
                  <a:lnTo>
                    <a:pt x="4292" y="8034"/>
                  </a:lnTo>
                  <a:lnTo>
                    <a:pt x="4659" y="7997"/>
                  </a:lnTo>
                  <a:lnTo>
                    <a:pt x="5026" y="7960"/>
                  </a:lnTo>
                  <a:lnTo>
                    <a:pt x="5356" y="7850"/>
                  </a:lnTo>
                  <a:lnTo>
                    <a:pt x="5686" y="7704"/>
                  </a:lnTo>
                  <a:lnTo>
                    <a:pt x="5979" y="7483"/>
                  </a:lnTo>
                  <a:lnTo>
                    <a:pt x="6236" y="7227"/>
                  </a:lnTo>
                  <a:lnTo>
                    <a:pt x="6383" y="6933"/>
                  </a:lnTo>
                  <a:lnTo>
                    <a:pt x="6456" y="6640"/>
                  </a:lnTo>
                  <a:lnTo>
                    <a:pt x="6530" y="6346"/>
                  </a:lnTo>
                  <a:lnTo>
                    <a:pt x="6493" y="6016"/>
                  </a:lnTo>
                  <a:lnTo>
                    <a:pt x="6420" y="5759"/>
                  </a:lnTo>
                  <a:lnTo>
                    <a:pt x="6273" y="5503"/>
                  </a:lnTo>
                  <a:lnTo>
                    <a:pt x="6163" y="5393"/>
                  </a:lnTo>
                  <a:lnTo>
                    <a:pt x="5979" y="5246"/>
                  </a:lnTo>
                  <a:lnTo>
                    <a:pt x="5833" y="5099"/>
                  </a:lnTo>
                  <a:lnTo>
                    <a:pt x="5796" y="5026"/>
                  </a:lnTo>
                  <a:lnTo>
                    <a:pt x="5796" y="4952"/>
                  </a:lnTo>
                  <a:lnTo>
                    <a:pt x="5759" y="4879"/>
                  </a:lnTo>
                  <a:lnTo>
                    <a:pt x="5723" y="4806"/>
                  </a:lnTo>
                  <a:lnTo>
                    <a:pt x="5649" y="4732"/>
                  </a:lnTo>
                  <a:lnTo>
                    <a:pt x="5539" y="4696"/>
                  </a:lnTo>
                  <a:lnTo>
                    <a:pt x="5209" y="4659"/>
                  </a:lnTo>
                  <a:lnTo>
                    <a:pt x="5136" y="4586"/>
                  </a:lnTo>
                  <a:lnTo>
                    <a:pt x="5136" y="4512"/>
                  </a:lnTo>
                  <a:lnTo>
                    <a:pt x="5062" y="4439"/>
                  </a:lnTo>
                  <a:lnTo>
                    <a:pt x="4585" y="4439"/>
                  </a:lnTo>
                  <a:lnTo>
                    <a:pt x="4475" y="4402"/>
                  </a:lnTo>
                  <a:close/>
                  <a:moveTo>
                    <a:pt x="1761" y="7447"/>
                  </a:moveTo>
                  <a:lnTo>
                    <a:pt x="1908" y="7483"/>
                  </a:lnTo>
                  <a:lnTo>
                    <a:pt x="2054" y="7520"/>
                  </a:lnTo>
                  <a:lnTo>
                    <a:pt x="2164" y="7630"/>
                  </a:lnTo>
                  <a:lnTo>
                    <a:pt x="2275" y="7740"/>
                  </a:lnTo>
                  <a:lnTo>
                    <a:pt x="2348" y="7887"/>
                  </a:lnTo>
                  <a:lnTo>
                    <a:pt x="2348" y="8070"/>
                  </a:lnTo>
                  <a:lnTo>
                    <a:pt x="2348" y="8107"/>
                  </a:lnTo>
                  <a:lnTo>
                    <a:pt x="2311" y="8144"/>
                  </a:lnTo>
                  <a:lnTo>
                    <a:pt x="2238" y="8144"/>
                  </a:lnTo>
                  <a:lnTo>
                    <a:pt x="2128" y="8070"/>
                  </a:lnTo>
                  <a:lnTo>
                    <a:pt x="2018" y="7960"/>
                  </a:lnTo>
                  <a:lnTo>
                    <a:pt x="1908" y="7814"/>
                  </a:lnTo>
                  <a:lnTo>
                    <a:pt x="1724" y="7520"/>
                  </a:lnTo>
                  <a:lnTo>
                    <a:pt x="1651" y="7447"/>
                  </a:lnTo>
                  <a:close/>
                  <a:moveTo>
                    <a:pt x="14233" y="7630"/>
                  </a:moveTo>
                  <a:lnTo>
                    <a:pt x="14159" y="7667"/>
                  </a:lnTo>
                  <a:lnTo>
                    <a:pt x="14123" y="7740"/>
                  </a:lnTo>
                  <a:lnTo>
                    <a:pt x="14013" y="7960"/>
                  </a:lnTo>
                  <a:lnTo>
                    <a:pt x="14013" y="8070"/>
                  </a:lnTo>
                  <a:lnTo>
                    <a:pt x="14049" y="8180"/>
                  </a:lnTo>
                  <a:lnTo>
                    <a:pt x="14086" y="8254"/>
                  </a:lnTo>
                  <a:lnTo>
                    <a:pt x="14159" y="8290"/>
                  </a:lnTo>
                  <a:lnTo>
                    <a:pt x="14306" y="8290"/>
                  </a:lnTo>
                  <a:lnTo>
                    <a:pt x="14416" y="8254"/>
                  </a:lnTo>
                  <a:lnTo>
                    <a:pt x="14453" y="8180"/>
                  </a:lnTo>
                  <a:lnTo>
                    <a:pt x="14490" y="8107"/>
                  </a:lnTo>
                  <a:lnTo>
                    <a:pt x="14490" y="7997"/>
                  </a:lnTo>
                  <a:lnTo>
                    <a:pt x="14490" y="7924"/>
                  </a:lnTo>
                  <a:lnTo>
                    <a:pt x="14490" y="7777"/>
                  </a:lnTo>
                  <a:lnTo>
                    <a:pt x="14453" y="7704"/>
                  </a:lnTo>
                  <a:lnTo>
                    <a:pt x="14416" y="7667"/>
                  </a:lnTo>
                  <a:lnTo>
                    <a:pt x="14306" y="7630"/>
                  </a:lnTo>
                  <a:close/>
                  <a:moveTo>
                    <a:pt x="7410" y="6236"/>
                  </a:moveTo>
                  <a:lnTo>
                    <a:pt x="7300" y="6310"/>
                  </a:lnTo>
                  <a:lnTo>
                    <a:pt x="7227" y="6346"/>
                  </a:lnTo>
                  <a:lnTo>
                    <a:pt x="7190" y="6420"/>
                  </a:lnTo>
                  <a:lnTo>
                    <a:pt x="7153" y="6566"/>
                  </a:lnTo>
                  <a:lnTo>
                    <a:pt x="7153" y="6750"/>
                  </a:lnTo>
                  <a:lnTo>
                    <a:pt x="7190" y="6933"/>
                  </a:lnTo>
                  <a:lnTo>
                    <a:pt x="7227" y="7007"/>
                  </a:lnTo>
                  <a:lnTo>
                    <a:pt x="7300" y="7080"/>
                  </a:lnTo>
                  <a:lnTo>
                    <a:pt x="7667" y="7153"/>
                  </a:lnTo>
                  <a:lnTo>
                    <a:pt x="7410" y="7373"/>
                  </a:lnTo>
                  <a:lnTo>
                    <a:pt x="7263" y="7520"/>
                  </a:lnTo>
                  <a:lnTo>
                    <a:pt x="7190" y="7593"/>
                  </a:lnTo>
                  <a:lnTo>
                    <a:pt x="7153" y="7704"/>
                  </a:lnTo>
                  <a:lnTo>
                    <a:pt x="7153" y="7887"/>
                  </a:lnTo>
                  <a:lnTo>
                    <a:pt x="7227" y="8070"/>
                  </a:lnTo>
                  <a:lnTo>
                    <a:pt x="7337" y="8180"/>
                  </a:lnTo>
                  <a:lnTo>
                    <a:pt x="7483" y="8290"/>
                  </a:lnTo>
                  <a:lnTo>
                    <a:pt x="7520" y="8400"/>
                  </a:lnTo>
                  <a:lnTo>
                    <a:pt x="7557" y="8474"/>
                  </a:lnTo>
                  <a:lnTo>
                    <a:pt x="7593" y="8511"/>
                  </a:lnTo>
                  <a:lnTo>
                    <a:pt x="7740" y="8511"/>
                  </a:lnTo>
                  <a:lnTo>
                    <a:pt x="7813" y="8437"/>
                  </a:lnTo>
                  <a:lnTo>
                    <a:pt x="7850" y="8364"/>
                  </a:lnTo>
                  <a:lnTo>
                    <a:pt x="7923" y="8217"/>
                  </a:lnTo>
                  <a:lnTo>
                    <a:pt x="7923" y="8144"/>
                  </a:lnTo>
                  <a:lnTo>
                    <a:pt x="7887" y="8070"/>
                  </a:lnTo>
                  <a:lnTo>
                    <a:pt x="7850" y="7997"/>
                  </a:lnTo>
                  <a:lnTo>
                    <a:pt x="7777" y="7960"/>
                  </a:lnTo>
                  <a:lnTo>
                    <a:pt x="7667" y="7924"/>
                  </a:lnTo>
                  <a:lnTo>
                    <a:pt x="7630" y="7887"/>
                  </a:lnTo>
                  <a:lnTo>
                    <a:pt x="7630" y="7814"/>
                  </a:lnTo>
                  <a:lnTo>
                    <a:pt x="7630" y="7777"/>
                  </a:lnTo>
                  <a:lnTo>
                    <a:pt x="7703" y="7667"/>
                  </a:lnTo>
                  <a:lnTo>
                    <a:pt x="7850" y="7593"/>
                  </a:lnTo>
                  <a:lnTo>
                    <a:pt x="7997" y="7410"/>
                  </a:lnTo>
                  <a:lnTo>
                    <a:pt x="8107" y="7190"/>
                  </a:lnTo>
                  <a:lnTo>
                    <a:pt x="8107" y="7080"/>
                  </a:lnTo>
                  <a:lnTo>
                    <a:pt x="8070" y="6970"/>
                  </a:lnTo>
                  <a:lnTo>
                    <a:pt x="8034" y="6897"/>
                  </a:lnTo>
                  <a:lnTo>
                    <a:pt x="7960" y="6823"/>
                  </a:lnTo>
                  <a:lnTo>
                    <a:pt x="7740" y="6750"/>
                  </a:lnTo>
                  <a:lnTo>
                    <a:pt x="7520" y="6713"/>
                  </a:lnTo>
                  <a:lnTo>
                    <a:pt x="7557" y="6566"/>
                  </a:lnTo>
                  <a:lnTo>
                    <a:pt x="7593" y="6493"/>
                  </a:lnTo>
                  <a:lnTo>
                    <a:pt x="7667" y="6456"/>
                  </a:lnTo>
                  <a:lnTo>
                    <a:pt x="7703" y="6383"/>
                  </a:lnTo>
                  <a:lnTo>
                    <a:pt x="7667" y="6310"/>
                  </a:lnTo>
                  <a:lnTo>
                    <a:pt x="7593" y="6236"/>
                  </a:lnTo>
                  <a:close/>
                  <a:moveTo>
                    <a:pt x="1651" y="6897"/>
                  </a:moveTo>
                  <a:lnTo>
                    <a:pt x="1578" y="6933"/>
                  </a:lnTo>
                  <a:lnTo>
                    <a:pt x="1541" y="7007"/>
                  </a:lnTo>
                  <a:lnTo>
                    <a:pt x="1504" y="7080"/>
                  </a:lnTo>
                  <a:lnTo>
                    <a:pt x="1504" y="7227"/>
                  </a:lnTo>
                  <a:lnTo>
                    <a:pt x="1541" y="7300"/>
                  </a:lnTo>
                  <a:lnTo>
                    <a:pt x="1578" y="7373"/>
                  </a:lnTo>
                  <a:lnTo>
                    <a:pt x="1541" y="7410"/>
                  </a:lnTo>
                  <a:lnTo>
                    <a:pt x="1504" y="7410"/>
                  </a:lnTo>
                  <a:lnTo>
                    <a:pt x="1468" y="7483"/>
                  </a:lnTo>
                  <a:lnTo>
                    <a:pt x="1431" y="7557"/>
                  </a:lnTo>
                  <a:lnTo>
                    <a:pt x="1468" y="7814"/>
                  </a:lnTo>
                  <a:lnTo>
                    <a:pt x="1578" y="8034"/>
                  </a:lnTo>
                  <a:lnTo>
                    <a:pt x="1724" y="8254"/>
                  </a:lnTo>
                  <a:lnTo>
                    <a:pt x="1908" y="8437"/>
                  </a:lnTo>
                  <a:lnTo>
                    <a:pt x="2128" y="8547"/>
                  </a:lnTo>
                  <a:lnTo>
                    <a:pt x="2238" y="8584"/>
                  </a:lnTo>
                  <a:lnTo>
                    <a:pt x="2348" y="8621"/>
                  </a:lnTo>
                  <a:lnTo>
                    <a:pt x="2458" y="8621"/>
                  </a:lnTo>
                  <a:lnTo>
                    <a:pt x="2568" y="8547"/>
                  </a:lnTo>
                  <a:lnTo>
                    <a:pt x="2641" y="8474"/>
                  </a:lnTo>
                  <a:lnTo>
                    <a:pt x="2715" y="8364"/>
                  </a:lnTo>
                  <a:lnTo>
                    <a:pt x="2788" y="8144"/>
                  </a:lnTo>
                  <a:lnTo>
                    <a:pt x="2788" y="7960"/>
                  </a:lnTo>
                  <a:lnTo>
                    <a:pt x="2751" y="7740"/>
                  </a:lnTo>
                  <a:lnTo>
                    <a:pt x="2678" y="7557"/>
                  </a:lnTo>
                  <a:lnTo>
                    <a:pt x="2531" y="7373"/>
                  </a:lnTo>
                  <a:lnTo>
                    <a:pt x="2385" y="7227"/>
                  </a:lnTo>
                  <a:lnTo>
                    <a:pt x="2201" y="7117"/>
                  </a:lnTo>
                  <a:lnTo>
                    <a:pt x="1981" y="7043"/>
                  </a:lnTo>
                  <a:lnTo>
                    <a:pt x="1908" y="6933"/>
                  </a:lnTo>
                  <a:lnTo>
                    <a:pt x="1834" y="6897"/>
                  </a:lnTo>
                  <a:close/>
                  <a:moveTo>
                    <a:pt x="14306" y="7227"/>
                  </a:moveTo>
                  <a:lnTo>
                    <a:pt x="14453" y="7263"/>
                  </a:lnTo>
                  <a:lnTo>
                    <a:pt x="14563" y="7300"/>
                  </a:lnTo>
                  <a:lnTo>
                    <a:pt x="14636" y="7410"/>
                  </a:lnTo>
                  <a:lnTo>
                    <a:pt x="14673" y="7520"/>
                  </a:lnTo>
                  <a:lnTo>
                    <a:pt x="14673" y="7667"/>
                  </a:lnTo>
                  <a:lnTo>
                    <a:pt x="14673" y="7814"/>
                  </a:lnTo>
                  <a:lnTo>
                    <a:pt x="14600" y="8070"/>
                  </a:lnTo>
                  <a:lnTo>
                    <a:pt x="14490" y="8290"/>
                  </a:lnTo>
                  <a:lnTo>
                    <a:pt x="14343" y="8511"/>
                  </a:lnTo>
                  <a:lnTo>
                    <a:pt x="14269" y="8584"/>
                  </a:lnTo>
                  <a:lnTo>
                    <a:pt x="14196" y="8621"/>
                  </a:lnTo>
                  <a:lnTo>
                    <a:pt x="14123" y="8621"/>
                  </a:lnTo>
                  <a:lnTo>
                    <a:pt x="14049" y="8584"/>
                  </a:lnTo>
                  <a:lnTo>
                    <a:pt x="14013" y="8547"/>
                  </a:lnTo>
                  <a:lnTo>
                    <a:pt x="13976" y="8474"/>
                  </a:lnTo>
                  <a:lnTo>
                    <a:pt x="13903" y="8290"/>
                  </a:lnTo>
                  <a:lnTo>
                    <a:pt x="13939" y="8034"/>
                  </a:lnTo>
                  <a:lnTo>
                    <a:pt x="13976" y="7777"/>
                  </a:lnTo>
                  <a:lnTo>
                    <a:pt x="14086" y="7263"/>
                  </a:lnTo>
                  <a:lnTo>
                    <a:pt x="14306" y="7227"/>
                  </a:lnTo>
                  <a:close/>
                  <a:moveTo>
                    <a:pt x="14233" y="6750"/>
                  </a:moveTo>
                  <a:lnTo>
                    <a:pt x="14123" y="6786"/>
                  </a:lnTo>
                  <a:lnTo>
                    <a:pt x="13866" y="6786"/>
                  </a:lnTo>
                  <a:lnTo>
                    <a:pt x="13829" y="6823"/>
                  </a:lnTo>
                  <a:lnTo>
                    <a:pt x="13756" y="6933"/>
                  </a:lnTo>
                  <a:lnTo>
                    <a:pt x="13609" y="7373"/>
                  </a:lnTo>
                  <a:lnTo>
                    <a:pt x="13499" y="7850"/>
                  </a:lnTo>
                  <a:lnTo>
                    <a:pt x="13462" y="8107"/>
                  </a:lnTo>
                  <a:lnTo>
                    <a:pt x="13462" y="8327"/>
                  </a:lnTo>
                  <a:lnTo>
                    <a:pt x="13499" y="8584"/>
                  </a:lnTo>
                  <a:lnTo>
                    <a:pt x="13572" y="8804"/>
                  </a:lnTo>
                  <a:lnTo>
                    <a:pt x="13683" y="8914"/>
                  </a:lnTo>
                  <a:lnTo>
                    <a:pt x="13829" y="9024"/>
                  </a:lnTo>
                  <a:lnTo>
                    <a:pt x="13976" y="9097"/>
                  </a:lnTo>
                  <a:lnTo>
                    <a:pt x="14123" y="9134"/>
                  </a:lnTo>
                  <a:lnTo>
                    <a:pt x="14343" y="9097"/>
                  </a:lnTo>
                  <a:lnTo>
                    <a:pt x="14490" y="9024"/>
                  </a:lnTo>
                  <a:lnTo>
                    <a:pt x="14600" y="8877"/>
                  </a:lnTo>
                  <a:lnTo>
                    <a:pt x="14746" y="8731"/>
                  </a:lnTo>
                  <a:lnTo>
                    <a:pt x="14966" y="8400"/>
                  </a:lnTo>
                  <a:lnTo>
                    <a:pt x="15076" y="8180"/>
                  </a:lnTo>
                  <a:lnTo>
                    <a:pt x="15113" y="7997"/>
                  </a:lnTo>
                  <a:lnTo>
                    <a:pt x="15150" y="7814"/>
                  </a:lnTo>
                  <a:lnTo>
                    <a:pt x="15150" y="7593"/>
                  </a:lnTo>
                  <a:lnTo>
                    <a:pt x="15113" y="7410"/>
                  </a:lnTo>
                  <a:lnTo>
                    <a:pt x="15040" y="7190"/>
                  </a:lnTo>
                  <a:lnTo>
                    <a:pt x="15003" y="7080"/>
                  </a:lnTo>
                  <a:lnTo>
                    <a:pt x="14893" y="7007"/>
                  </a:lnTo>
                  <a:lnTo>
                    <a:pt x="14673" y="6823"/>
                  </a:lnTo>
                  <a:lnTo>
                    <a:pt x="14526" y="6786"/>
                  </a:lnTo>
                  <a:lnTo>
                    <a:pt x="14379" y="6750"/>
                  </a:lnTo>
                  <a:close/>
                  <a:moveTo>
                    <a:pt x="6273" y="7887"/>
                  </a:moveTo>
                  <a:lnTo>
                    <a:pt x="6199" y="7924"/>
                  </a:lnTo>
                  <a:lnTo>
                    <a:pt x="6126" y="7997"/>
                  </a:lnTo>
                  <a:lnTo>
                    <a:pt x="5979" y="8107"/>
                  </a:lnTo>
                  <a:lnTo>
                    <a:pt x="5869" y="8290"/>
                  </a:lnTo>
                  <a:lnTo>
                    <a:pt x="5796" y="8474"/>
                  </a:lnTo>
                  <a:lnTo>
                    <a:pt x="5796" y="8584"/>
                  </a:lnTo>
                  <a:lnTo>
                    <a:pt x="5833" y="8657"/>
                  </a:lnTo>
                  <a:lnTo>
                    <a:pt x="5906" y="8694"/>
                  </a:lnTo>
                  <a:lnTo>
                    <a:pt x="6236" y="8694"/>
                  </a:lnTo>
                  <a:lnTo>
                    <a:pt x="6420" y="8767"/>
                  </a:lnTo>
                  <a:lnTo>
                    <a:pt x="6199" y="9024"/>
                  </a:lnTo>
                  <a:lnTo>
                    <a:pt x="6199" y="9061"/>
                  </a:lnTo>
                  <a:lnTo>
                    <a:pt x="6199" y="9134"/>
                  </a:lnTo>
                  <a:lnTo>
                    <a:pt x="6236" y="9244"/>
                  </a:lnTo>
                  <a:lnTo>
                    <a:pt x="6346" y="9354"/>
                  </a:lnTo>
                  <a:lnTo>
                    <a:pt x="6456" y="9391"/>
                  </a:lnTo>
                  <a:lnTo>
                    <a:pt x="6713" y="9391"/>
                  </a:lnTo>
                  <a:lnTo>
                    <a:pt x="6786" y="9318"/>
                  </a:lnTo>
                  <a:lnTo>
                    <a:pt x="6860" y="9207"/>
                  </a:lnTo>
                  <a:lnTo>
                    <a:pt x="6823" y="9097"/>
                  </a:lnTo>
                  <a:lnTo>
                    <a:pt x="6750" y="9024"/>
                  </a:lnTo>
                  <a:lnTo>
                    <a:pt x="6860" y="8951"/>
                  </a:lnTo>
                  <a:lnTo>
                    <a:pt x="6933" y="8877"/>
                  </a:lnTo>
                  <a:lnTo>
                    <a:pt x="6933" y="8804"/>
                  </a:lnTo>
                  <a:lnTo>
                    <a:pt x="6933" y="8731"/>
                  </a:lnTo>
                  <a:lnTo>
                    <a:pt x="6896" y="8621"/>
                  </a:lnTo>
                  <a:lnTo>
                    <a:pt x="6750" y="8511"/>
                  </a:lnTo>
                  <a:lnTo>
                    <a:pt x="6603" y="8437"/>
                  </a:lnTo>
                  <a:lnTo>
                    <a:pt x="6456" y="8364"/>
                  </a:lnTo>
                  <a:lnTo>
                    <a:pt x="6273" y="8327"/>
                  </a:lnTo>
                  <a:lnTo>
                    <a:pt x="6346" y="8180"/>
                  </a:lnTo>
                  <a:lnTo>
                    <a:pt x="6420" y="8034"/>
                  </a:lnTo>
                  <a:lnTo>
                    <a:pt x="6420" y="7960"/>
                  </a:lnTo>
                  <a:lnTo>
                    <a:pt x="6383" y="7924"/>
                  </a:lnTo>
                  <a:lnTo>
                    <a:pt x="6346" y="7924"/>
                  </a:lnTo>
                  <a:lnTo>
                    <a:pt x="6273" y="7887"/>
                  </a:lnTo>
                  <a:close/>
                  <a:moveTo>
                    <a:pt x="7630" y="551"/>
                  </a:moveTo>
                  <a:lnTo>
                    <a:pt x="7777" y="587"/>
                  </a:lnTo>
                  <a:lnTo>
                    <a:pt x="7923" y="661"/>
                  </a:lnTo>
                  <a:lnTo>
                    <a:pt x="8437" y="1101"/>
                  </a:lnTo>
                  <a:lnTo>
                    <a:pt x="8657" y="1321"/>
                  </a:lnTo>
                  <a:lnTo>
                    <a:pt x="8877" y="1578"/>
                  </a:lnTo>
                  <a:lnTo>
                    <a:pt x="9061" y="1834"/>
                  </a:lnTo>
                  <a:lnTo>
                    <a:pt x="9207" y="2128"/>
                  </a:lnTo>
                  <a:lnTo>
                    <a:pt x="9281" y="2421"/>
                  </a:lnTo>
                  <a:lnTo>
                    <a:pt x="9317" y="2752"/>
                  </a:lnTo>
                  <a:lnTo>
                    <a:pt x="9281" y="3082"/>
                  </a:lnTo>
                  <a:lnTo>
                    <a:pt x="9244" y="3375"/>
                  </a:lnTo>
                  <a:lnTo>
                    <a:pt x="9024" y="3962"/>
                  </a:lnTo>
                  <a:lnTo>
                    <a:pt x="8804" y="4512"/>
                  </a:lnTo>
                  <a:lnTo>
                    <a:pt x="8584" y="5099"/>
                  </a:lnTo>
                  <a:lnTo>
                    <a:pt x="8547" y="5356"/>
                  </a:lnTo>
                  <a:lnTo>
                    <a:pt x="8510" y="5613"/>
                  </a:lnTo>
                  <a:lnTo>
                    <a:pt x="8510" y="5869"/>
                  </a:lnTo>
                  <a:lnTo>
                    <a:pt x="8547" y="6163"/>
                  </a:lnTo>
                  <a:lnTo>
                    <a:pt x="8584" y="6310"/>
                  </a:lnTo>
                  <a:lnTo>
                    <a:pt x="8657" y="6493"/>
                  </a:lnTo>
                  <a:lnTo>
                    <a:pt x="8804" y="6823"/>
                  </a:lnTo>
                  <a:lnTo>
                    <a:pt x="8987" y="7117"/>
                  </a:lnTo>
                  <a:lnTo>
                    <a:pt x="9134" y="7447"/>
                  </a:lnTo>
                  <a:lnTo>
                    <a:pt x="9207" y="7777"/>
                  </a:lnTo>
                  <a:lnTo>
                    <a:pt x="9244" y="8144"/>
                  </a:lnTo>
                  <a:lnTo>
                    <a:pt x="9207" y="8474"/>
                  </a:lnTo>
                  <a:lnTo>
                    <a:pt x="9097" y="8804"/>
                  </a:lnTo>
                  <a:lnTo>
                    <a:pt x="8951" y="9134"/>
                  </a:lnTo>
                  <a:lnTo>
                    <a:pt x="8767" y="9428"/>
                  </a:lnTo>
                  <a:lnTo>
                    <a:pt x="8510" y="9684"/>
                  </a:lnTo>
                  <a:lnTo>
                    <a:pt x="8254" y="9904"/>
                  </a:lnTo>
                  <a:lnTo>
                    <a:pt x="7960" y="10051"/>
                  </a:lnTo>
                  <a:lnTo>
                    <a:pt x="7667" y="10198"/>
                  </a:lnTo>
                  <a:lnTo>
                    <a:pt x="7373" y="10308"/>
                  </a:lnTo>
                  <a:lnTo>
                    <a:pt x="7043" y="10345"/>
                  </a:lnTo>
                  <a:lnTo>
                    <a:pt x="6676" y="10418"/>
                  </a:lnTo>
                  <a:lnTo>
                    <a:pt x="6493" y="10381"/>
                  </a:lnTo>
                  <a:lnTo>
                    <a:pt x="6309" y="10345"/>
                  </a:lnTo>
                  <a:lnTo>
                    <a:pt x="6163" y="10235"/>
                  </a:lnTo>
                  <a:lnTo>
                    <a:pt x="6016" y="10088"/>
                  </a:lnTo>
                  <a:lnTo>
                    <a:pt x="5906" y="9941"/>
                  </a:lnTo>
                  <a:lnTo>
                    <a:pt x="5759" y="9831"/>
                  </a:lnTo>
                  <a:lnTo>
                    <a:pt x="5649" y="9758"/>
                  </a:lnTo>
                  <a:lnTo>
                    <a:pt x="5502" y="9684"/>
                  </a:lnTo>
                  <a:lnTo>
                    <a:pt x="5209" y="9611"/>
                  </a:lnTo>
                  <a:lnTo>
                    <a:pt x="4916" y="9611"/>
                  </a:lnTo>
                  <a:lnTo>
                    <a:pt x="4622" y="9684"/>
                  </a:lnTo>
                  <a:lnTo>
                    <a:pt x="3999" y="9868"/>
                  </a:lnTo>
                  <a:lnTo>
                    <a:pt x="3705" y="9978"/>
                  </a:lnTo>
                  <a:lnTo>
                    <a:pt x="3412" y="10051"/>
                  </a:lnTo>
                  <a:lnTo>
                    <a:pt x="3118" y="10088"/>
                  </a:lnTo>
                  <a:lnTo>
                    <a:pt x="2825" y="10051"/>
                  </a:lnTo>
                  <a:lnTo>
                    <a:pt x="2495" y="10014"/>
                  </a:lnTo>
                  <a:lnTo>
                    <a:pt x="2201" y="9904"/>
                  </a:lnTo>
                  <a:lnTo>
                    <a:pt x="1944" y="9794"/>
                  </a:lnTo>
                  <a:lnTo>
                    <a:pt x="1651" y="9648"/>
                  </a:lnTo>
                  <a:lnTo>
                    <a:pt x="1394" y="9464"/>
                  </a:lnTo>
                  <a:lnTo>
                    <a:pt x="1174" y="9281"/>
                  </a:lnTo>
                  <a:lnTo>
                    <a:pt x="954" y="8987"/>
                  </a:lnTo>
                  <a:lnTo>
                    <a:pt x="771" y="8694"/>
                  </a:lnTo>
                  <a:lnTo>
                    <a:pt x="624" y="8364"/>
                  </a:lnTo>
                  <a:lnTo>
                    <a:pt x="550" y="8034"/>
                  </a:lnTo>
                  <a:lnTo>
                    <a:pt x="514" y="7667"/>
                  </a:lnTo>
                  <a:lnTo>
                    <a:pt x="514" y="7337"/>
                  </a:lnTo>
                  <a:lnTo>
                    <a:pt x="587" y="6970"/>
                  </a:lnTo>
                  <a:lnTo>
                    <a:pt x="661" y="6640"/>
                  </a:lnTo>
                  <a:lnTo>
                    <a:pt x="807" y="6310"/>
                  </a:lnTo>
                  <a:lnTo>
                    <a:pt x="991" y="6016"/>
                  </a:lnTo>
                  <a:lnTo>
                    <a:pt x="1211" y="5759"/>
                  </a:lnTo>
                  <a:lnTo>
                    <a:pt x="1468" y="5539"/>
                  </a:lnTo>
                  <a:lnTo>
                    <a:pt x="2018" y="5099"/>
                  </a:lnTo>
                  <a:lnTo>
                    <a:pt x="2568" y="4622"/>
                  </a:lnTo>
                  <a:lnTo>
                    <a:pt x="2788" y="4366"/>
                  </a:lnTo>
                  <a:lnTo>
                    <a:pt x="2971" y="4109"/>
                  </a:lnTo>
                  <a:lnTo>
                    <a:pt x="3082" y="3815"/>
                  </a:lnTo>
                  <a:lnTo>
                    <a:pt x="3192" y="3485"/>
                  </a:lnTo>
                  <a:lnTo>
                    <a:pt x="3265" y="3118"/>
                  </a:lnTo>
                  <a:lnTo>
                    <a:pt x="3302" y="2715"/>
                  </a:lnTo>
                  <a:lnTo>
                    <a:pt x="3375" y="2348"/>
                  </a:lnTo>
                  <a:lnTo>
                    <a:pt x="3448" y="2165"/>
                  </a:lnTo>
                  <a:lnTo>
                    <a:pt x="3558" y="1981"/>
                  </a:lnTo>
                  <a:lnTo>
                    <a:pt x="3705" y="1798"/>
                  </a:lnTo>
                  <a:lnTo>
                    <a:pt x="3852" y="1651"/>
                  </a:lnTo>
                  <a:lnTo>
                    <a:pt x="4072" y="1541"/>
                  </a:lnTo>
                  <a:lnTo>
                    <a:pt x="4292" y="1468"/>
                  </a:lnTo>
                  <a:lnTo>
                    <a:pt x="4512" y="1431"/>
                  </a:lnTo>
                  <a:lnTo>
                    <a:pt x="4769" y="1394"/>
                  </a:lnTo>
                  <a:lnTo>
                    <a:pt x="4989" y="1394"/>
                  </a:lnTo>
                  <a:lnTo>
                    <a:pt x="5209" y="1468"/>
                  </a:lnTo>
                  <a:lnTo>
                    <a:pt x="4952" y="1688"/>
                  </a:lnTo>
                  <a:lnTo>
                    <a:pt x="4916" y="1761"/>
                  </a:lnTo>
                  <a:lnTo>
                    <a:pt x="4879" y="1834"/>
                  </a:lnTo>
                  <a:lnTo>
                    <a:pt x="4916" y="1981"/>
                  </a:lnTo>
                  <a:lnTo>
                    <a:pt x="4989" y="2091"/>
                  </a:lnTo>
                  <a:lnTo>
                    <a:pt x="5062" y="2128"/>
                  </a:lnTo>
                  <a:lnTo>
                    <a:pt x="5136" y="2128"/>
                  </a:lnTo>
                  <a:lnTo>
                    <a:pt x="5319" y="2091"/>
                  </a:lnTo>
                  <a:lnTo>
                    <a:pt x="5429" y="2018"/>
                  </a:lnTo>
                  <a:lnTo>
                    <a:pt x="5539" y="1945"/>
                  </a:lnTo>
                  <a:lnTo>
                    <a:pt x="5613" y="1798"/>
                  </a:lnTo>
                  <a:lnTo>
                    <a:pt x="5759" y="1651"/>
                  </a:lnTo>
                  <a:lnTo>
                    <a:pt x="5833" y="1614"/>
                  </a:lnTo>
                  <a:lnTo>
                    <a:pt x="5869" y="1578"/>
                  </a:lnTo>
                  <a:lnTo>
                    <a:pt x="6420" y="1138"/>
                  </a:lnTo>
                  <a:lnTo>
                    <a:pt x="7006" y="771"/>
                  </a:lnTo>
                  <a:lnTo>
                    <a:pt x="7337" y="624"/>
                  </a:lnTo>
                  <a:lnTo>
                    <a:pt x="7483" y="551"/>
                  </a:lnTo>
                  <a:close/>
                  <a:moveTo>
                    <a:pt x="10821" y="9281"/>
                  </a:moveTo>
                  <a:lnTo>
                    <a:pt x="10968" y="9538"/>
                  </a:lnTo>
                  <a:lnTo>
                    <a:pt x="11115" y="9758"/>
                  </a:lnTo>
                  <a:lnTo>
                    <a:pt x="11335" y="9978"/>
                  </a:lnTo>
                  <a:lnTo>
                    <a:pt x="11592" y="10161"/>
                  </a:lnTo>
                  <a:lnTo>
                    <a:pt x="11408" y="10418"/>
                  </a:lnTo>
                  <a:lnTo>
                    <a:pt x="11188" y="10198"/>
                  </a:lnTo>
                  <a:lnTo>
                    <a:pt x="10968" y="9978"/>
                  </a:lnTo>
                  <a:lnTo>
                    <a:pt x="10711" y="9831"/>
                  </a:lnTo>
                  <a:lnTo>
                    <a:pt x="10455" y="9648"/>
                  </a:lnTo>
                  <a:lnTo>
                    <a:pt x="10601" y="9464"/>
                  </a:lnTo>
                  <a:lnTo>
                    <a:pt x="10821" y="9281"/>
                  </a:lnTo>
                  <a:close/>
                  <a:moveTo>
                    <a:pt x="13903" y="9941"/>
                  </a:moveTo>
                  <a:lnTo>
                    <a:pt x="13829" y="9978"/>
                  </a:lnTo>
                  <a:lnTo>
                    <a:pt x="13756" y="10014"/>
                  </a:lnTo>
                  <a:lnTo>
                    <a:pt x="13719" y="10014"/>
                  </a:lnTo>
                  <a:lnTo>
                    <a:pt x="13719" y="10051"/>
                  </a:lnTo>
                  <a:lnTo>
                    <a:pt x="13646" y="10161"/>
                  </a:lnTo>
                  <a:lnTo>
                    <a:pt x="13609" y="10271"/>
                  </a:lnTo>
                  <a:lnTo>
                    <a:pt x="13646" y="10418"/>
                  </a:lnTo>
                  <a:lnTo>
                    <a:pt x="13719" y="10565"/>
                  </a:lnTo>
                  <a:lnTo>
                    <a:pt x="13829" y="10638"/>
                  </a:lnTo>
                  <a:lnTo>
                    <a:pt x="13939" y="10675"/>
                  </a:lnTo>
                  <a:lnTo>
                    <a:pt x="14049" y="10638"/>
                  </a:lnTo>
                  <a:lnTo>
                    <a:pt x="14159" y="10601"/>
                  </a:lnTo>
                  <a:lnTo>
                    <a:pt x="14269" y="10491"/>
                  </a:lnTo>
                  <a:lnTo>
                    <a:pt x="14343" y="10418"/>
                  </a:lnTo>
                  <a:lnTo>
                    <a:pt x="14379" y="10308"/>
                  </a:lnTo>
                  <a:lnTo>
                    <a:pt x="14379" y="10271"/>
                  </a:lnTo>
                  <a:lnTo>
                    <a:pt x="14379" y="10198"/>
                  </a:lnTo>
                  <a:lnTo>
                    <a:pt x="14306" y="10124"/>
                  </a:lnTo>
                  <a:lnTo>
                    <a:pt x="14233" y="10051"/>
                  </a:lnTo>
                  <a:lnTo>
                    <a:pt x="14159" y="10014"/>
                  </a:lnTo>
                  <a:lnTo>
                    <a:pt x="14086" y="9978"/>
                  </a:lnTo>
                  <a:lnTo>
                    <a:pt x="13939" y="9941"/>
                  </a:lnTo>
                  <a:close/>
                  <a:moveTo>
                    <a:pt x="7593" y="0"/>
                  </a:moveTo>
                  <a:lnTo>
                    <a:pt x="7447" y="37"/>
                  </a:lnTo>
                  <a:lnTo>
                    <a:pt x="7190" y="110"/>
                  </a:lnTo>
                  <a:lnTo>
                    <a:pt x="6970" y="221"/>
                  </a:lnTo>
                  <a:lnTo>
                    <a:pt x="6566" y="441"/>
                  </a:lnTo>
                  <a:lnTo>
                    <a:pt x="6199" y="697"/>
                  </a:lnTo>
                  <a:lnTo>
                    <a:pt x="5502" y="1211"/>
                  </a:lnTo>
                  <a:lnTo>
                    <a:pt x="5209" y="1064"/>
                  </a:lnTo>
                  <a:lnTo>
                    <a:pt x="4916" y="991"/>
                  </a:lnTo>
                  <a:lnTo>
                    <a:pt x="4585" y="991"/>
                  </a:lnTo>
                  <a:lnTo>
                    <a:pt x="4255" y="1027"/>
                  </a:lnTo>
                  <a:lnTo>
                    <a:pt x="3999" y="1101"/>
                  </a:lnTo>
                  <a:lnTo>
                    <a:pt x="3778" y="1211"/>
                  </a:lnTo>
                  <a:lnTo>
                    <a:pt x="3595" y="1358"/>
                  </a:lnTo>
                  <a:lnTo>
                    <a:pt x="3412" y="1504"/>
                  </a:lnTo>
                  <a:lnTo>
                    <a:pt x="3228" y="1688"/>
                  </a:lnTo>
                  <a:lnTo>
                    <a:pt x="3118" y="1908"/>
                  </a:lnTo>
                  <a:lnTo>
                    <a:pt x="3008" y="2128"/>
                  </a:lnTo>
                  <a:lnTo>
                    <a:pt x="2935" y="2348"/>
                  </a:lnTo>
                  <a:lnTo>
                    <a:pt x="2861" y="2678"/>
                  </a:lnTo>
                  <a:lnTo>
                    <a:pt x="2788" y="3008"/>
                  </a:lnTo>
                  <a:lnTo>
                    <a:pt x="2751" y="3338"/>
                  </a:lnTo>
                  <a:lnTo>
                    <a:pt x="2641" y="3669"/>
                  </a:lnTo>
                  <a:lnTo>
                    <a:pt x="2605" y="3852"/>
                  </a:lnTo>
                  <a:lnTo>
                    <a:pt x="2495" y="3999"/>
                  </a:lnTo>
                  <a:lnTo>
                    <a:pt x="2275" y="4255"/>
                  </a:lnTo>
                  <a:lnTo>
                    <a:pt x="2018" y="4476"/>
                  </a:lnTo>
                  <a:lnTo>
                    <a:pt x="1761" y="4696"/>
                  </a:lnTo>
                  <a:lnTo>
                    <a:pt x="1284" y="5062"/>
                  </a:lnTo>
                  <a:lnTo>
                    <a:pt x="844" y="5466"/>
                  </a:lnTo>
                  <a:lnTo>
                    <a:pt x="661" y="5649"/>
                  </a:lnTo>
                  <a:lnTo>
                    <a:pt x="514" y="5906"/>
                  </a:lnTo>
                  <a:lnTo>
                    <a:pt x="367" y="6126"/>
                  </a:lnTo>
                  <a:lnTo>
                    <a:pt x="220" y="6420"/>
                  </a:lnTo>
                  <a:lnTo>
                    <a:pt x="110" y="6713"/>
                  </a:lnTo>
                  <a:lnTo>
                    <a:pt x="37" y="7007"/>
                  </a:lnTo>
                  <a:lnTo>
                    <a:pt x="0" y="7263"/>
                  </a:lnTo>
                  <a:lnTo>
                    <a:pt x="0" y="7557"/>
                  </a:lnTo>
                  <a:lnTo>
                    <a:pt x="37" y="7850"/>
                  </a:lnTo>
                  <a:lnTo>
                    <a:pt x="74" y="8144"/>
                  </a:lnTo>
                  <a:lnTo>
                    <a:pt x="147" y="8400"/>
                  </a:lnTo>
                  <a:lnTo>
                    <a:pt x="220" y="8657"/>
                  </a:lnTo>
                  <a:lnTo>
                    <a:pt x="367" y="8914"/>
                  </a:lnTo>
                  <a:lnTo>
                    <a:pt x="514" y="9171"/>
                  </a:lnTo>
                  <a:lnTo>
                    <a:pt x="661" y="9391"/>
                  </a:lnTo>
                  <a:lnTo>
                    <a:pt x="844" y="9611"/>
                  </a:lnTo>
                  <a:lnTo>
                    <a:pt x="1064" y="9831"/>
                  </a:lnTo>
                  <a:lnTo>
                    <a:pt x="1284" y="10014"/>
                  </a:lnTo>
                  <a:lnTo>
                    <a:pt x="1541" y="10161"/>
                  </a:lnTo>
                  <a:lnTo>
                    <a:pt x="1798" y="10308"/>
                  </a:lnTo>
                  <a:lnTo>
                    <a:pt x="2054" y="10381"/>
                  </a:lnTo>
                  <a:lnTo>
                    <a:pt x="2348" y="10491"/>
                  </a:lnTo>
                  <a:lnTo>
                    <a:pt x="2641" y="10528"/>
                  </a:lnTo>
                  <a:lnTo>
                    <a:pt x="2898" y="10565"/>
                  </a:lnTo>
                  <a:lnTo>
                    <a:pt x="3192" y="10565"/>
                  </a:lnTo>
                  <a:lnTo>
                    <a:pt x="3485" y="10528"/>
                  </a:lnTo>
                  <a:lnTo>
                    <a:pt x="3742" y="10491"/>
                  </a:lnTo>
                  <a:lnTo>
                    <a:pt x="4035" y="10418"/>
                  </a:lnTo>
                  <a:lnTo>
                    <a:pt x="4365" y="10271"/>
                  </a:lnTo>
                  <a:lnTo>
                    <a:pt x="4696" y="10161"/>
                  </a:lnTo>
                  <a:lnTo>
                    <a:pt x="4879" y="10124"/>
                  </a:lnTo>
                  <a:lnTo>
                    <a:pt x="5209" y="10124"/>
                  </a:lnTo>
                  <a:lnTo>
                    <a:pt x="5392" y="10161"/>
                  </a:lnTo>
                  <a:lnTo>
                    <a:pt x="5502" y="10271"/>
                  </a:lnTo>
                  <a:lnTo>
                    <a:pt x="5613" y="10381"/>
                  </a:lnTo>
                  <a:lnTo>
                    <a:pt x="5833" y="10601"/>
                  </a:lnTo>
                  <a:lnTo>
                    <a:pt x="5979" y="10711"/>
                  </a:lnTo>
                  <a:lnTo>
                    <a:pt x="6089" y="10785"/>
                  </a:lnTo>
                  <a:lnTo>
                    <a:pt x="6273" y="10858"/>
                  </a:lnTo>
                  <a:lnTo>
                    <a:pt x="6420" y="10895"/>
                  </a:lnTo>
                  <a:lnTo>
                    <a:pt x="6933" y="10895"/>
                  </a:lnTo>
                  <a:lnTo>
                    <a:pt x="7227" y="10858"/>
                  </a:lnTo>
                  <a:lnTo>
                    <a:pt x="7483" y="10821"/>
                  </a:lnTo>
                  <a:lnTo>
                    <a:pt x="7740" y="10748"/>
                  </a:lnTo>
                  <a:lnTo>
                    <a:pt x="7997" y="10638"/>
                  </a:lnTo>
                  <a:lnTo>
                    <a:pt x="8217" y="10528"/>
                  </a:lnTo>
                  <a:lnTo>
                    <a:pt x="8437" y="10381"/>
                  </a:lnTo>
                  <a:lnTo>
                    <a:pt x="8657" y="10198"/>
                  </a:lnTo>
                  <a:lnTo>
                    <a:pt x="8877" y="10014"/>
                  </a:lnTo>
                  <a:lnTo>
                    <a:pt x="9061" y="9831"/>
                  </a:lnTo>
                  <a:lnTo>
                    <a:pt x="9207" y="9611"/>
                  </a:lnTo>
                  <a:lnTo>
                    <a:pt x="9354" y="9391"/>
                  </a:lnTo>
                  <a:lnTo>
                    <a:pt x="9501" y="9171"/>
                  </a:lnTo>
                  <a:lnTo>
                    <a:pt x="9574" y="8914"/>
                  </a:lnTo>
                  <a:lnTo>
                    <a:pt x="9684" y="8694"/>
                  </a:lnTo>
                  <a:lnTo>
                    <a:pt x="9721" y="8400"/>
                  </a:lnTo>
                  <a:lnTo>
                    <a:pt x="9721" y="8144"/>
                  </a:lnTo>
                  <a:lnTo>
                    <a:pt x="9721" y="7887"/>
                  </a:lnTo>
                  <a:lnTo>
                    <a:pt x="9684" y="7630"/>
                  </a:lnTo>
                  <a:lnTo>
                    <a:pt x="9611" y="7373"/>
                  </a:lnTo>
                  <a:lnTo>
                    <a:pt x="9537" y="7117"/>
                  </a:lnTo>
                  <a:lnTo>
                    <a:pt x="9281" y="6640"/>
                  </a:lnTo>
                  <a:lnTo>
                    <a:pt x="9171" y="6383"/>
                  </a:lnTo>
                  <a:lnTo>
                    <a:pt x="9061" y="6090"/>
                  </a:lnTo>
                  <a:lnTo>
                    <a:pt x="9061" y="5833"/>
                  </a:lnTo>
                  <a:lnTo>
                    <a:pt x="9061" y="5576"/>
                  </a:lnTo>
                  <a:lnTo>
                    <a:pt x="9097" y="5319"/>
                  </a:lnTo>
                  <a:lnTo>
                    <a:pt x="9134" y="5062"/>
                  </a:lnTo>
                  <a:lnTo>
                    <a:pt x="9317" y="4512"/>
                  </a:lnTo>
                  <a:lnTo>
                    <a:pt x="9501" y="4035"/>
                  </a:lnTo>
                  <a:lnTo>
                    <a:pt x="9684" y="3559"/>
                  </a:lnTo>
                  <a:lnTo>
                    <a:pt x="9794" y="3082"/>
                  </a:lnTo>
                  <a:lnTo>
                    <a:pt x="9831" y="2825"/>
                  </a:lnTo>
                  <a:lnTo>
                    <a:pt x="9831" y="2568"/>
                  </a:lnTo>
                  <a:lnTo>
                    <a:pt x="9794" y="2311"/>
                  </a:lnTo>
                  <a:lnTo>
                    <a:pt x="9721" y="2055"/>
                  </a:lnTo>
                  <a:lnTo>
                    <a:pt x="9611" y="1834"/>
                  </a:lnTo>
                  <a:lnTo>
                    <a:pt x="9501" y="1578"/>
                  </a:lnTo>
                  <a:lnTo>
                    <a:pt x="9354" y="1358"/>
                  </a:lnTo>
                  <a:lnTo>
                    <a:pt x="9207" y="1174"/>
                  </a:lnTo>
                  <a:lnTo>
                    <a:pt x="8841" y="771"/>
                  </a:lnTo>
                  <a:lnTo>
                    <a:pt x="8400" y="404"/>
                  </a:lnTo>
                  <a:lnTo>
                    <a:pt x="7960" y="110"/>
                  </a:lnTo>
                  <a:lnTo>
                    <a:pt x="7850" y="37"/>
                  </a:lnTo>
                  <a:lnTo>
                    <a:pt x="7703" y="0"/>
                  </a:lnTo>
                  <a:close/>
                  <a:moveTo>
                    <a:pt x="12912" y="10675"/>
                  </a:moveTo>
                  <a:lnTo>
                    <a:pt x="12839" y="10711"/>
                  </a:lnTo>
                  <a:lnTo>
                    <a:pt x="12765" y="10785"/>
                  </a:lnTo>
                  <a:lnTo>
                    <a:pt x="12729" y="10858"/>
                  </a:lnTo>
                  <a:lnTo>
                    <a:pt x="12729" y="11005"/>
                  </a:lnTo>
                  <a:lnTo>
                    <a:pt x="12765" y="11115"/>
                  </a:lnTo>
                  <a:lnTo>
                    <a:pt x="12876" y="11225"/>
                  </a:lnTo>
                  <a:lnTo>
                    <a:pt x="13022" y="11262"/>
                  </a:lnTo>
                  <a:lnTo>
                    <a:pt x="13132" y="11225"/>
                  </a:lnTo>
                  <a:lnTo>
                    <a:pt x="13242" y="11115"/>
                  </a:lnTo>
                  <a:lnTo>
                    <a:pt x="13279" y="11005"/>
                  </a:lnTo>
                  <a:lnTo>
                    <a:pt x="13279" y="10858"/>
                  </a:lnTo>
                  <a:lnTo>
                    <a:pt x="13242" y="10785"/>
                  </a:lnTo>
                  <a:lnTo>
                    <a:pt x="13169" y="10711"/>
                  </a:lnTo>
                  <a:lnTo>
                    <a:pt x="13096" y="10675"/>
                  </a:lnTo>
                  <a:close/>
                  <a:moveTo>
                    <a:pt x="13572" y="11262"/>
                  </a:moveTo>
                  <a:lnTo>
                    <a:pt x="13499" y="11298"/>
                  </a:lnTo>
                  <a:lnTo>
                    <a:pt x="13462" y="11372"/>
                  </a:lnTo>
                  <a:lnTo>
                    <a:pt x="13389" y="11408"/>
                  </a:lnTo>
                  <a:lnTo>
                    <a:pt x="13316" y="11445"/>
                  </a:lnTo>
                  <a:lnTo>
                    <a:pt x="13242" y="11555"/>
                  </a:lnTo>
                  <a:lnTo>
                    <a:pt x="13242" y="11702"/>
                  </a:lnTo>
                  <a:lnTo>
                    <a:pt x="13242" y="11775"/>
                  </a:lnTo>
                  <a:lnTo>
                    <a:pt x="13279" y="11849"/>
                  </a:lnTo>
                  <a:lnTo>
                    <a:pt x="13352" y="11959"/>
                  </a:lnTo>
                  <a:lnTo>
                    <a:pt x="13609" y="11959"/>
                  </a:lnTo>
                  <a:lnTo>
                    <a:pt x="13719" y="11922"/>
                  </a:lnTo>
                  <a:lnTo>
                    <a:pt x="13829" y="11849"/>
                  </a:lnTo>
                  <a:lnTo>
                    <a:pt x="13866" y="11738"/>
                  </a:lnTo>
                  <a:lnTo>
                    <a:pt x="13939" y="11628"/>
                  </a:lnTo>
                  <a:lnTo>
                    <a:pt x="13939" y="11555"/>
                  </a:lnTo>
                  <a:lnTo>
                    <a:pt x="13939" y="11518"/>
                  </a:lnTo>
                  <a:lnTo>
                    <a:pt x="13903" y="11445"/>
                  </a:lnTo>
                  <a:lnTo>
                    <a:pt x="13866" y="11372"/>
                  </a:lnTo>
                  <a:lnTo>
                    <a:pt x="13829" y="11298"/>
                  </a:lnTo>
                  <a:lnTo>
                    <a:pt x="13719" y="11262"/>
                  </a:lnTo>
                  <a:close/>
                  <a:moveTo>
                    <a:pt x="12215" y="11555"/>
                  </a:moveTo>
                  <a:lnTo>
                    <a:pt x="12142" y="11592"/>
                  </a:lnTo>
                  <a:lnTo>
                    <a:pt x="12069" y="11702"/>
                  </a:lnTo>
                  <a:lnTo>
                    <a:pt x="12032" y="11812"/>
                  </a:lnTo>
                  <a:lnTo>
                    <a:pt x="12032" y="11959"/>
                  </a:lnTo>
                  <a:lnTo>
                    <a:pt x="12032" y="12069"/>
                  </a:lnTo>
                  <a:lnTo>
                    <a:pt x="12105" y="12362"/>
                  </a:lnTo>
                  <a:lnTo>
                    <a:pt x="12252" y="12582"/>
                  </a:lnTo>
                  <a:lnTo>
                    <a:pt x="12325" y="12619"/>
                  </a:lnTo>
                  <a:lnTo>
                    <a:pt x="12399" y="12656"/>
                  </a:lnTo>
                  <a:lnTo>
                    <a:pt x="12509" y="12656"/>
                  </a:lnTo>
                  <a:lnTo>
                    <a:pt x="12582" y="12582"/>
                  </a:lnTo>
                  <a:lnTo>
                    <a:pt x="12619" y="12545"/>
                  </a:lnTo>
                  <a:lnTo>
                    <a:pt x="12692" y="12545"/>
                  </a:lnTo>
                  <a:lnTo>
                    <a:pt x="12802" y="12619"/>
                  </a:lnTo>
                  <a:lnTo>
                    <a:pt x="12876" y="12619"/>
                  </a:lnTo>
                  <a:lnTo>
                    <a:pt x="12949" y="12582"/>
                  </a:lnTo>
                  <a:lnTo>
                    <a:pt x="12986" y="12545"/>
                  </a:lnTo>
                  <a:lnTo>
                    <a:pt x="13022" y="12435"/>
                  </a:lnTo>
                  <a:lnTo>
                    <a:pt x="12986" y="12325"/>
                  </a:lnTo>
                  <a:lnTo>
                    <a:pt x="12912" y="12215"/>
                  </a:lnTo>
                  <a:lnTo>
                    <a:pt x="12802" y="12179"/>
                  </a:lnTo>
                  <a:lnTo>
                    <a:pt x="12655" y="12142"/>
                  </a:lnTo>
                  <a:lnTo>
                    <a:pt x="12545" y="12142"/>
                  </a:lnTo>
                  <a:lnTo>
                    <a:pt x="12472" y="12179"/>
                  </a:lnTo>
                  <a:lnTo>
                    <a:pt x="12399" y="12032"/>
                  </a:lnTo>
                  <a:lnTo>
                    <a:pt x="12399" y="11849"/>
                  </a:lnTo>
                  <a:lnTo>
                    <a:pt x="12399" y="11665"/>
                  </a:lnTo>
                  <a:lnTo>
                    <a:pt x="12362" y="11592"/>
                  </a:lnTo>
                  <a:lnTo>
                    <a:pt x="12289" y="11555"/>
                  </a:lnTo>
                  <a:close/>
                  <a:moveTo>
                    <a:pt x="14049" y="5466"/>
                  </a:moveTo>
                  <a:lnTo>
                    <a:pt x="14196" y="5503"/>
                  </a:lnTo>
                  <a:lnTo>
                    <a:pt x="14490" y="5649"/>
                  </a:lnTo>
                  <a:lnTo>
                    <a:pt x="14673" y="5723"/>
                  </a:lnTo>
                  <a:lnTo>
                    <a:pt x="14930" y="5906"/>
                  </a:lnTo>
                  <a:lnTo>
                    <a:pt x="15150" y="6090"/>
                  </a:lnTo>
                  <a:lnTo>
                    <a:pt x="15370" y="6310"/>
                  </a:lnTo>
                  <a:lnTo>
                    <a:pt x="15590" y="6566"/>
                  </a:lnTo>
                  <a:lnTo>
                    <a:pt x="15773" y="6860"/>
                  </a:lnTo>
                  <a:lnTo>
                    <a:pt x="15883" y="7190"/>
                  </a:lnTo>
                  <a:lnTo>
                    <a:pt x="15993" y="7520"/>
                  </a:lnTo>
                  <a:lnTo>
                    <a:pt x="16067" y="7850"/>
                  </a:lnTo>
                  <a:lnTo>
                    <a:pt x="16104" y="8217"/>
                  </a:lnTo>
                  <a:lnTo>
                    <a:pt x="16104" y="8547"/>
                  </a:lnTo>
                  <a:lnTo>
                    <a:pt x="16067" y="9244"/>
                  </a:lnTo>
                  <a:lnTo>
                    <a:pt x="15957" y="9941"/>
                  </a:lnTo>
                  <a:lnTo>
                    <a:pt x="15773" y="10601"/>
                  </a:lnTo>
                  <a:lnTo>
                    <a:pt x="15517" y="11225"/>
                  </a:lnTo>
                  <a:lnTo>
                    <a:pt x="15370" y="11555"/>
                  </a:lnTo>
                  <a:lnTo>
                    <a:pt x="15186" y="11849"/>
                  </a:lnTo>
                  <a:lnTo>
                    <a:pt x="15003" y="12105"/>
                  </a:lnTo>
                  <a:lnTo>
                    <a:pt x="14783" y="12362"/>
                  </a:lnTo>
                  <a:lnTo>
                    <a:pt x="14526" y="12619"/>
                  </a:lnTo>
                  <a:lnTo>
                    <a:pt x="14269" y="12839"/>
                  </a:lnTo>
                  <a:lnTo>
                    <a:pt x="14013" y="13022"/>
                  </a:lnTo>
                  <a:lnTo>
                    <a:pt x="13719" y="13169"/>
                  </a:lnTo>
                  <a:lnTo>
                    <a:pt x="13389" y="13316"/>
                  </a:lnTo>
                  <a:lnTo>
                    <a:pt x="13059" y="13463"/>
                  </a:lnTo>
                  <a:lnTo>
                    <a:pt x="12802" y="13499"/>
                  </a:lnTo>
                  <a:lnTo>
                    <a:pt x="12509" y="13536"/>
                  </a:lnTo>
                  <a:lnTo>
                    <a:pt x="12325" y="13499"/>
                  </a:lnTo>
                  <a:lnTo>
                    <a:pt x="12179" y="13426"/>
                  </a:lnTo>
                  <a:lnTo>
                    <a:pt x="12032" y="13279"/>
                  </a:lnTo>
                  <a:lnTo>
                    <a:pt x="11922" y="13169"/>
                  </a:lnTo>
                  <a:lnTo>
                    <a:pt x="11482" y="12692"/>
                  </a:lnTo>
                  <a:lnTo>
                    <a:pt x="11298" y="12435"/>
                  </a:lnTo>
                  <a:lnTo>
                    <a:pt x="11225" y="12289"/>
                  </a:lnTo>
                  <a:lnTo>
                    <a:pt x="11188" y="12105"/>
                  </a:lnTo>
                  <a:lnTo>
                    <a:pt x="11188" y="11922"/>
                  </a:lnTo>
                  <a:lnTo>
                    <a:pt x="11262" y="11738"/>
                  </a:lnTo>
                  <a:lnTo>
                    <a:pt x="11445" y="11408"/>
                  </a:lnTo>
                  <a:lnTo>
                    <a:pt x="11812" y="10785"/>
                  </a:lnTo>
                  <a:lnTo>
                    <a:pt x="12142" y="10161"/>
                  </a:lnTo>
                  <a:lnTo>
                    <a:pt x="12472" y="9501"/>
                  </a:lnTo>
                  <a:lnTo>
                    <a:pt x="12765" y="8877"/>
                  </a:lnTo>
                  <a:lnTo>
                    <a:pt x="12876" y="8547"/>
                  </a:lnTo>
                  <a:lnTo>
                    <a:pt x="12949" y="8217"/>
                  </a:lnTo>
                  <a:lnTo>
                    <a:pt x="12986" y="7887"/>
                  </a:lnTo>
                  <a:lnTo>
                    <a:pt x="12949" y="7593"/>
                  </a:lnTo>
                  <a:lnTo>
                    <a:pt x="12876" y="7263"/>
                  </a:lnTo>
                  <a:lnTo>
                    <a:pt x="12765" y="6970"/>
                  </a:lnTo>
                  <a:lnTo>
                    <a:pt x="12729" y="6750"/>
                  </a:lnTo>
                  <a:lnTo>
                    <a:pt x="12692" y="6566"/>
                  </a:lnTo>
                  <a:lnTo>
                    <a:pt x="12729" y="6346"/>
                  </a:lnTo>
                  <a:lnTo>
                    <a:pt x="12802" y="6200"/>
                  </a:lnTo>
                  <a:lnTo>
                    <a:pt x="12876" y="6016"/>
                  </a:lnTo>
                  <a:lnTo>
                    <a:pt x="12986" y="5869"/>
                  </a:lnTo>
                  <a:lnTo>
                    <a:pt x="13132" y="5723"/>
                  </a:lnTo>
                  <a:lnTo>
                    <a:pt x="13279" y="5613"/>
                  </a:lnTo>
                  <a:lnTo>
                    <a:pt x="13316" y="5686"/>
                  </a:lnTo>
                  <a:lnTo>
                    <a:pt x="13389" y="5723"/>
                  </a:lnTo>
                  <a:lnTo>
                    <a:pt x="13536" y="5759"/>
                  </a:lnTo>
                  <a:lnTo>
                    <a:pt x="13646" y="5686"/>
                  </a:lnTo>
                  <a:lnTo>
                    <a:pt x="13719" y="5649"/>
                  </a:lnTo>
                  <a:lnTo>
                    <a:pt x="13756" y="5576"/>
                  </a:lnTo>
                  <a:lnTo>
                    <a:pt x="13829" y="5503"/>
                  </a:lnTo>
                  <a:lnTo>
                    <a:pt x="13939" y="5466"/>
                  </a:lnTo>
                  <a:close/>
                  <a:moveTo>
                    <a:pt x="13646" y="3852"/>
                  </a:moveTo>
                  <a:lnTo>
                    <a:pt x="13609" y="3925"/>
                  </a:lnTo>
                  <a:lnTo>
                    <a:pt x="13499" y="4182"/>
                  </a:lnTo>
                  <a:lnTo>
                    <a:pt x="13462" y="4476"/>
                  </a:lnTo>
                  <a:lnTo>
                    <a:pt x="13462" y="4732"/>
                  </a:lnTo>
                  <a:lnTo>
                    <a:pt x="13499" y="5026"/>
                  </a:lnTo>
                  <a:lnTo>
                    <a:pt x="13316" y="5099"/>
                  </a:lnTo>
                  <a:lnTo>
                    <a:pt x="13132" y="5173"/>
                  </a:lnTo>
                  <a:lnTo>
                    <a:pt x="13022" y="4769"/>
                  </a:lnTo>
                  <a:lnTo>
                    <a:pt x="12839" y="4439"/>
                  </a:lnTo>
                  <a:lnTo>
                    <a:pt x="12802" y="4402"/>
                  </a:lnTo>
                  <a:lnTo>
                    <a:pt x="12729" y="4402"/>
                  </a:lnTo>
                  <a:lnTo>
                    <a:pt x="12692" y="4439"/>
                  </a:lnTo>
                  <a:lnTo>
                    <a:pt x="12692" y="4476"/>
                  </a:lnTo>
                  <a:lnTo>
                    <a:pt x="12655" y="4732"/>
                  </a:lnTo>
                  <a:lnTo>
                    <a:pt x="12692" y="4952"/>
                  </a:lnTo>
                  <a:lnTo>
                    <a:pt x="12802" y="5429"/>
                  </a:lnTo>
                  <a:lnTo>
                    <a:pt x="12582" y="5649"/>
                  </a:lnTo>
                  <a:lnTo>
                    <a:pt x="12399" y="5466"/>
                  </a:lnTo>
                  <a:lnTo>
                    <a:pt x="12142" y="5173"/>
                  </a:lnTo>
                  <a:lnTo>
                    <a:pt x="12105" y="5136"/>
                  </a:lnTo>
                  <a:lnTo>
                    <a:pt x="12032" y="5173"/>
                  </a:lnTo>
                  <a:lnTo>
                    <a:pt x="11995" y="5209"/>
                  </a:lnTo>
                  <a:lnTo>
                    <a:pt x="11995" y="5283"/>
                  </a:lnTo>
                  <a:lnTo>
                    <a:pt x="12032" y="5466"/>
                  </a:lnTo>
                  <a:lnTo>
                    <a:pt x="12142" y="5649"/>
                  </a:lnTo>
                  <a:lnTo>
                    <a:pt x="12252" y="5796"/>
                  </a:lnTo>
                  <a:lnTo>
                    <a:pt x="12435" y="5906"/>
                  </a:lnTo>
                  <a:lnTo>
                    <a:pt x="12399" y="6016"/>
                  </a:lnTo>
                  <a:lnTo>
                    <a:pt x="12362" y="6053"/>
                  </a:lnTo>
                  <a:lnTo>
                    <a:pt x="12142" y="6016"/>
                  </a:lnTo>
                  <a:lnTo>
                    <a:pt x="11738" y="5833"/>
                  </a:lnTo>
                  <a:lnTo>
                    <a:pt x="11665" y="5686"/>
                  </a:lnTo>
                  <a:lnTo>
                    <a:pt x="11628" y="5649"/>
                  </a:lnTo>
                  <a:lnTo>
                    <a:pt x="11592" y="5686"/>
                  </a:lnTo>
                  <a:lnTo>
                    <a:pt x="11555" y="5833"/>
                  </a:lnTo>
                  <a:lnTo>
                    <a:pt x="11518" y="5906"/>
                  </a:lnTo>
                  <a:lnTo>
                    <a:pt x="11518" y="5979"/>
                  </a:lnTo>
                  <a:lnTo>
                    <a:pt x="11555" y="6053"/>
                  </a:lnTo>
                  <a:lnTo>
                    <a:pt x="11628" y="6126"/>
                  </a:lnTo>
                  <a:lnTo>
                    <a:pt x="11775" y="6236"/>
                  </a:lnTo>
                  <a:lnTo>
                    <a:pt x="11995" y="6346"/>
                  </a:lnTo>
                  <a:lnTo>
                    <a:pt x="12289" y="6456"/>
                  </a:lnTo>
                  <a:lnTo>
                    <a:pt x="12252" y="6676"/>
                  </a:lnTo>
                  <a:lnTo>
                    <a:pt x="12289" y="6897"/>
                  </a:lnTo>
                  <a:lnTo>
                    <a:pt x="11555" y="6897"/>
                  </a:lnTo>
                  <a:lnTo>
                    <a:pt x="11445" y="6933"/>
                  </a:lnTo>
                  <a:lnTo>
                    <a:pt x="11408" y="7007"/>
                  </a:lnTo>
                  <a:lnTo>
                    <a:pt x="11408" y="7153"/>
                  </a:lnTo>
                  <a:lnTo>
                    <a:pt x="11408" y="7337"/>
                  </a:lnTo>
                  <a:lnTo>
                    <a:pt x="11482" y="7483"/>
                  </a:lnTo>
                  <a:lnTo>
                    <a:pt x="11555" y="7593"/>
                  </a:lnTo>
                  <a:lnTo>
                    <a:pt x="11592" y="7630"/>
                  </a:lnTo>
                  <a:lnTo>
                    <a:pt x="11922" y="7960"/>
                  </a:lnTo>
                  <a:lnTo>
                    <a:pt x="12142" y="8107"/>
                  </a:lnTo>
                  <a:lnTo>
                    <a:pt x="12252" y="8180"/>
                  </a:lnTo>
                  <a:lnTo>
                    <a:pt x="12362" y="8217"/>
                  </a:lnTo>
                  <a:lnTo>
                    <a:pt x="12472" y="8217"/>
                  </a:lnTo>
                  <a:lnTo>
                    <a:pt x="12362" y="8547"/>
                  </a:lnTo>
                  <a:lnTo>
                    <a:pt x="12252" y="8804"/>
                  </a:lnTo>
                  <a:lnTo>
                    <a:pt x="12215" y="8841"/>
                  </a:lnTo>
                  <a:lnTo>
                    <a:pt x="12179" y="8877"/>
                  </a:lnTo>
                  <a:lnTo>
                    <a:pt x="11812" y="8731"/>
                  </a:lnTo>
                  <a:lnTo>
                    <a:pt x="11555" y="8584"/>
                  </a:lnTo>
                  <a:lnTo>
                    <a:pt x="11335" y="8364"/>
                  </a:lnTo>
                  <a:lnTo>
                    <a:pt x="11225" y="8364"/>
                  </a:lnTo>
                  <a:lnTo>
                    <a:pt x="11188" y="8437"/>
                  </a:lnTo>
                  <a:lnTo>
                    <a:pt x="11188" y="8511"/>
                  </a:lnTo>
                  <a:lnTo>
                    <a:pt x="11335" y="8731"/>
                  </a:lnTo>
                  <a:lnTo>
                    <a:pt x="11555" y="8951"/>
                  </a:lnTo>
                  <a:lnTo>
                    <a:pt x="11812" y="9134"/>
                  </a:lnTo>
                  <a:lnTo>
                    <a:pt x="12069" y="9244"/>
                  </a:lnTo>
                  <a:lnTo>
                    <a:pt x="11848" y="9648"/>
                  </a:lnTo>
                  <a:lnTo>
                    <a:pt x="11738" y="9648"/>
                  </a:lnTo>
                  <a:lnTo>
                    <a:pt x="11665" y="9721"/>
                  </a:lnTo>
                  <a:lnTo>
                    <a:pt x="11262" y="9428"/>
                  </a:lnTo>
                  <a:lnTo>
                    <a:pt x="10895" y="9134"/>
                  </a:lnTo>
                  <a:lnTo>
                    <a:pt x="10858" y="9097"/>
                  </a:lnTo>
                  <a:lnTo>
                    <a:pt x="10821" y="9134"/>
                  </a:lnTo>
                  <a:lnTo>
                    <a:pt x="10601" y="9391"/>
                  </a:lnTo>
                  <a:lnTo>
                    <a:pt x="10381" y="9648"/>
                  </a:lnTo>
                  <a:lnTo>
                    <a:pt x="10308" y="9648"/>
                  </a:lnTo>
                  <a:lnTo>
                    <a:pt x="10234" y="9684"/>
                  </a:lnTo>
                  <a:lnTo>
                    <a:pt x="10198" y="9758"/>
                  </a:lnTo>
                  <a:lnTo>
                    <a:pt x="10234" y="9831"/>
                  </a:lnTo>
                  <a:lnTo>
                    <a:pt x="10748" y="10308"/>
                  </a:lnTo>
                  <a:lnTo>
                    <a:pt x="11188" y="10821"/>
                  </a:lnTo>
                  <a:lnTo>
                    <a:pt x="10968" y="11262"/>
                  </a:lnTo>
                  <a:lnTo>
                    <a:pt x="10785" y="11152"/>
                  </a:lnTo>
                  <a:lnTo>
                    <a:pt x="10601" y="11078"/>
                  </a:lnTo>
                  <a:lnTo>
                    <a:pt x="10381" y="11042"/>
                  </a:lnTo>
                  <a:lnTo>
                    <a:pt x="10308" y="11005"/>
                  </a:lnTo>
                  <a:lnTo>
                    <a:pt x="10198" y="10968"/>
                  </a:lnTo>
                  <a:lnTo>
                    <a:pt x="10161" y="10931"/>
                  </a:lnTo>
                  <a:lnTo>
                    <a:pt x="10088" y="10931"/>
                  </a:lnTo>
                  <a:lnTo>
                    <a:pt x="9978" y="10968"/>
                  </a:lnTo>
                  <a:lnTo>
                    <a:pt x="9941" y="11078"/>
                  </a:lnTo>
                  <a:lnTo>
                    <a:pt x="9941" y="11152"/>
                  </a:lnTo>
                  <a:lnTo>
                    <a:pt x="9978" y="11188"/>
                  </a:lnTo>
                  <a:lnTo>
                    <a:pt x="10124" y="11335"/>
                  </a:lnTo>
                  <a:lnTo>
                    <a:pt x="10308" y="11445"/>
                  </a:lnTo>
                  <a:lnTo>
                    <a:pt x="10565" y="11555"/>
                  </a:lnTo>
                  <a:lnTo>
                    <a:pt x="10675" y="11592"/>
                  </a:lnTo>
                  <a:lnTo>
                    <a:pt x="10785" y="11592"/>
                  </a:lnTo>
                  <a:lnTo>
                    <a:pt x="10748" y="11775"/>
                  </a:lnTo>
                  <a:lnTo>
                    <a:pt x="10711" y="11959"/>
                  </a:lnTo>
                  <a:lnTo>
                    <a:pt x="10675" y="12179"/>
                  </a:lnTo>
                  <a:lnTo>
                    <a:pt x="10711" y="12362"/>
                  </a:lnTo>
                  <a:lnTo>
                    <a:pt x="10785" y="12582"/>
                  </a:lnTo>
                  <a:lnTo>
                    <a:pt x="10638" y="12692"/>
                  </a:lnTo>
                  <a:lnTo>
                    <a:pt x="10455" y="12876"/>
                  </a:lnTo>
                  <a:lnTo>
                    <a:pt x="10381" y="12949"/>
                  </a:lnTo>
                  <a:lnTo>
                    <a:pt x="10308" y="12949"/>
                  </a:lnTo>
                  <a:lnTo>
                    <a:pt x="10271" y="12986"/>
                  </a:lnTo>
                  <a:lnTo>
                    <a:pt x="10234" y="13059"/>
                  </a:lnTo>
                  <a:lnTo>
                    <a:pt x="10234" y="13169"/>
                  </a:lnTo>
                  <a:lnTo>
                    <a:pt x="10271" y="13206"/>
                  </a:lnTo>
                  <a:lnTo>
                    <a:pt x="10308" y="13242"/>
                  </a:lnTo>
                  <a:lnTo>
                    <a:pt x="10455" y="13242"/>
                  </a:lnTo>
                  <a:lnTo>
                    <a:pt x="10565" y="13206"/>
                  </a:lnTo>
                  <a:lnTo>
                    <a:pt x="10748" y="13059"/>
                  </a:lnTo>
                  <a:lnTo>
                    <a:pt x="11005" y="12912"/>
                  </a:lnTo>
                  <a:lnTo>
                    <a:pt x="11408" y="13352"/>
                  </a:lnTo>
                  <a:lnTo>
                    <a:pt x="11482" y="13426"/>
                  </a:lnTo>
                  <a:lnTo>
                    <a:pt x="11335" y="13609"/>
                  </a:lnTo>
                  <a:lnTo>
                    <a:pt x="11262" y="13829"/>
                  </a:lnTo>
                  <a:lnTo>
                    <a:pt x="11188" y="13829"/>
                  </a:lnTo>
                  <a:lnTo>
                    <a:pt x="11115" y="13866"/>
                  </a:lnTo>
                  <a:lnTo>
                    <a:pt x="11005" y="13939"/>
                  </a:lnTo>
                  <a:lnTo>
                    <a:pt x="10968" y="14013"/>
                  </a:lnTo>
                  <a:lnTo>
                    <a:pt x="11005" y="14123"/>
                  </a:lnTo>
                  <a:lnTo>
                    <a:pt x="11041" y="14233"/>
                  </a:lnTo>
                  <a:lnTo>
                    <a:pt x="11151" y="14306"/>
                  </a:lnTo>
                  <a:lnTo>
                    <a:pt x="11262" y="14343"/>
                  </a:lnTo>
                  <a:lnTo>
                    <a:pt x="11372" y="14343"/>
                  </a:lnTo>
                  <a:lnTo>
                    <a:pt x="11482" y="14270"/>
                  </a:lnTo>
                  <a:lnTo>
                    <a:pt x="11555" y="14196"/>
                  </a:lnTo>
                  <a:lnTo>
                    <a:pt x="11628" y="14086"/>
                  </a:lnTo>
                  <a:lnTo>
                    <a:pt x="11665" y="13976"/>
                  </a:lnTo>
                  <a:lnTo>
                    <a:pt x="11665" y="13866"/>
                  </a:lnTo>
                  <a:lnTo>
                    <a:pt x="11738" y="13719"/>
                  </a:lnTo>
                  <a:lnTo>
                    <a:pt x="11848" y="13829"/>
                  </a:lnTo>
                  <a:lnTo>
                    <a:pt x="11995" y="13903"/>
                  </a:lnTo>
                  <a:lnTo>
                    <a:pt x="12142" y="13976"/>
                  </a:lnTo>
                  <a:lnTo>
                    <a:pt x="12325" y="14013"/>
                  </a:lnTo>
                  <a:lnTo>
                    <a:pt x="12362" y="14049"/>
                  </a:lnTo>
                  <a:lnTo>
                    <a:pt x="12252" y="14270"/>
                  </a:lnTo>
                  <a:lnTo>
                    <a:pt x="12179" y="14453"/>
                  </a:lnTo>
                  <a:lnTo>
                    <a:pt x="12105" y="14563"/>
                  </a:lnTo>
                  <a:lnTo>
                    <a:pt x="11995" y="14600"/>
                  </a:lnTo>
                  <a:lnTo>
                    <a:pt x="11958" y="14600"/>
                  </a:lnTo>
                  <a:lnTo>
                    <a:pt x="11885" y="14636"/>
                  </a:lnTo>
                  <a:lnTo>
                    <a:pt x="11848" y="14746"/>
                  </a:lnTo>
                  <a:lnTo>
                    <a:pt x="11848" y="14856"/>
                  </a:lnTo>
                  <a:lnTo>
                    <a:pt x="11922" y="14930"/>
                  </a:lnTo>
                  <a:lnTo>
                    <a:pt x="11995" y="15003"/>
                  </a:lnTo>
                  <a:lnTo>
                    <a:pt x="12069" y="15003"/>
                  </a:lnTo>
                  <a:lnTo>
                    <a:pt x="12215" y="14966"/>
                  </a:lnTo>
                  <a:lnTo>
                    <a:pt x="12362" y="14856"/>
                  </a:lnTo>
                  <a:lnTo>
                    <a:pt x="12472" y="14746"/>
                  </a:lnTo>
                  <a:lnTo>
                    <a:pt x="12545" y="14563"/>
                  </a:lnTo>
                  <a:lnTo>
                    <a:pt x="12619" y="14416"/>
                  </a:lnTo>
                  <a:lnTo>
                    <a:pt x="12692" y="14049"/>
                  </a:lnTo>
                  <a:lnTo>
                    <a:pt x="13132" y="13976"/>
                  </a:lnTo>
                  <a:lnTo>
                    <a:pt x="13536" y="13829"/>
                  </a:lnTo>
                  <a:lnTo>
                    <a:pt x="13279" y="14526"/>
                  </a:lnTo>
                  <a:lnTo>
                    <a:pt x="13206" y="14710"/>
                  </a:lnTo>
                  <a:lnTo>
                    <a:pt x="13206" y="14820"/>
                  </a:lnTo>
                  <a:lnTo>
                    <a:pt x="13242" y="14856"/>
                  </a:lnTo>
                  <a:lnTo>
                    <a:pt x="13279" y="14930"/>
                  </a:lnTo>
                  <a:lnTo>
                    <a:pt x="13352" y="14966"/>
                  </a:lnTo>
                  <a:lnTo>
                    <a:pt x="13426" y="14966"/>
                  </a:lnTo>
                  <a:lnTo>
                    <a:pt x="13499" y="14930"/>
                  </a:lnTo>
                  <a:lnTo>
                    <a:pt x="13572" y="14893"/>
                  </a:lnTo>
                  <a:lnTo>
                    <a:pt x="13609" y="14820"/>
                  </a:lnTo>
                  <a:lnTo>
                    <a:pt x="13719" y="14563"/>
                  </a:lnTo>
                  <a:lnTo>
                    <a:pt x="13793" y="14270"/>
                  </a:lnTo>
                  <a:lnTo>
                    <a:pt x="13829" y="13976"/>
                  </a:lnTo>
                  <a:lnTo>
                    <a:pt x="13829" y="13719"/>
                  </a:lnTo>
                  <a:lnTo>
                    <a:pt x="14269" y="13463"/>
                  </a:lnTo>
                  <a:lnTo>
                    <a:pt x="14306" y="13939"/>
                  </a:lnTo>
                  <a:lnTo>
                    <a:pt x="14343" y="14049"/>
                  </a:lnTo>
                  <a:lnTo>
                    <a:pt x="14379" y="14123"/>
                  </a:lnTo>
                  <a:lnTo>
                    <a:pt x="14379" y="14159"/>
                  </a:lnTo>
                  <a:lnTo>
                    <a:pt x="14416" y="14270"/>
                  </a:lnTo>
                  <a:lnTo>
                    <a:pt x="14490" y="14343"/>
                  </a:lnTo>
                  <a:lnTo>
                    <a:pt x="14673" y="14343"/>
                  </a:lnTo>
                  <a:lnTo>
                    <a:pt x="14673" y="14306"/>
                  </a:lnTo>
                  <a:lnTo>
                    <a:pt x="14746" y="14233"/>
                  </a:lnTo>
                  <a:lnTo>
                    <a:pt x="14783" y="14159"/>
                  </a:lnTo>
                  <a:lnTo>
                    <a:pt x="14710" y="13903"/>
                  </a:lnTo>
                  <a:lnTo>
                    <a:pt x="14673" y="13646"/>
                  </a:lnTo>
                  <a:lnTo>
                    <a:pt x="14563" y="13279"/>
                  </a:lnTo>
                  <a:lnTo>
                    <a:pt x="15003" y="12876"/>
                  </a:lnTo>
                  <a:lnTo>
                    <a:pt x="15113" y="13022"/>
                  </a:lnTo>
                  <a:lnTo>
                    <a:pt x="15223" y="13132"/>
                  </a:lnTo>
                  <a:lnTo>
                    <a:pt x="15370" y="13352"/>
                  </a:lnTo>
                  <a:lnTo>
                    <a:pt x="15480" y="13463"/>
                  </a:lnTo>
                  <a:lnTo>
                    <a:pt x="15590" y="13536"/>
                  </a:lnTo>
                  <a:lnTo>
                    <a:pt x="15663" y="13536"/>
                  </a:lnTo>
                  <a:lnTo>
                    <a:pt x="15737" y="13463"/>
                  </a:lnTo>
                  <a:lnTo>
                    <a:pt x="15773" y="13389"/>
                  </a:lnTo>
                  <a:lnTo>
                    <a:pt x="15773" y="13316"/>
                  </a:lnTo>
                  <a:lnTo>
                    <a:pt x="15737" y="13132"/>
                  </a:lnTo>
                  <a:lnTo>
                    <a:pt x="15627" y="12986"/>
                  </a:lnTo>
                  <a:lnTo>
                    <a:pt x="15480" y="12876"/>
                  </a:lnTo>
                  <a:lnTo>
                    <a:pt x="15370" y="12729"/>
                  </a:lnTo>
                  <a:lnTo>
                    <a:pt x="15260" y="12582"/>
                  </a:lnTo>
                  <a:lnTo>
                    <a:pt x="15480" y="12289"/>
                  </a:lnTo>
                  <a:lnTo>
                    <a:pt x="15700" y="11995"/>
                  </a:lnTo>
                  <a:lnTo>
                    <a:pt x="15773" y="12069"/>
                  </a:lnTo>
                  <a:lnTo>
                    <a:pt x="15993" y="12215"/>
                  </a:lnTo>
                  <a:lnTo>
                    <a:pt x="16177" y="12399"/>
                  </a:lnTo>
                  <a:lnTo>
                    <a:pt x="16250" y="12435"/>
                  </a:lnTo>
                  <a:lnTo>
                    <a:pt x="16397" y="12435"/>
                  </a:lnTo>
                  <a:lnTo>
                    <a:pt x="16434" y="12399"/>
                  </a:lnTo>
                  <a:lnTo>
                    <a:pt x="16470" y="12325"/>
                  </a:lnTo>
                  <a:lnTo>
                    <a:pt x="16507" y="12252"/>
                  </a:lnTo>
                  <a:lnTo>
                    <a:pt x="16507" y="12179"/>
                  </a:lnTo>
                  <a:lnTo>
                    <a:pt x="16434" y="12105"/>
                  </a:lnTo>
                  <a:lnTo>
                    <a:pt x="16250" y="11922"/>
                  </a:lnTo>
                  <a:lnTo>
                    <a:pt x="16030" y="11775"/>
                  </a:lnTo>
                  <a:lnTo>
                    <a:pt x="15883" y="11702"/>
                  </a:lnTo>
                  <a:lnTo>
                    <a:pt x="16140" y="11115"/>
                  </a:lnTo>
                  <a:lnTo>
                    <a:pt x="16324" y="11225"/>
                  </a:lnTo>
                  <a:lnTo>
                    <a:pt x="16617" y="11335"/>
                  </a:lnTo>
                  <a:lnTo>
                    <a:pt x="16984" y="11408"/>
                  </a:lnTo>
                  <a:lnTo>
                    <a:pt x="17057" y="11408"/>
                  </a:lnTo>
                  <a:lnTo>
                    <a:pt x="17094" y="11372"/>
                  </a:lnTo>
                  <a:lnTo>
                    <a:pt x="17131" y="11298"/>
                  </a:lnTo>
                  <a:lnTo>
                    <a:pt x="17167" y="11225"/>
                  </a:lnTo>
                  <a:lnTo>
                    <a:pt x="17167" y="11152"/>
                  </a:lnTo>
                  <a:lnTo>
                    <a:pt x="17131" y="11078"/>
                  </a:lnTo>
                  <a:lnTo>
                    <a:pt x="17094" y="11042"/>
                  </a:lnTo>
                  <a:lnTo>
                    <a:pt x="17021" y="11005"/>
                  </a:lnTo>
                  <a:lnTo>
                    <a:pt x="16764" y="10968"/>
                  </a:lnTo>
                  <a:lnTo>
                    <a:pt x="16544" y="10895"/>
                  </a:lnTo>
                  <a:lnTo>
                    <a:pt x="16250" y="10821"/>
                  </a:lnTo>
                  <a:lnTo>
                    <a:pt x="16397" y="10345"/>
                  </a:lnTo>
                  <a:lnTo>
                    <a:pt x="16507" y="9831"/>
                  </a:lnTo>
                  <a:lnTo>
                    <a:pt x="16727" y="9941"/>
                  </a:lnTo>
                  <a:lnTo>
                    <a:pt x="16984" y="9978"/>
                  </a:lnTo>
                  <a:lnTo>
                    <a:pt x="17131" y="10014"/>
                  </a:lnTo>
                  <a:lnTo>
                    <a:pt x="17277" y="10014"/>
                  </a:lnTo>
                  <a:lnTo>
                    <a:pt x="17424" y="9978"/>
                  </a:lnTo>
                  <a:lnTo>
                    <a:pt x="17461" y="9904"/>
                  </a:lnTo>
                  <a:lnTo>
                    <a:pt x="17497" y="9831"/>
                  </a:lnTo>
                  <a:lnTo>
                    <a:pt x="17497" y="9794"/>
                  </a:lnTo>
                  <a:lnTo>
                    <a:pt x="17497" y="9721"/>
                  </a:lnTo>
                  <a:lnTo>
                    <a:pt x="17387" y="9648"/>
                  </a:lnTo>
                  <a:lnTo>
                    <a:pt x="17277" y="9611"/>
                  </a:lnTo>
                  <a:lnTo>
                    <a:pt x="17167" y="9574"/>
                  </a:lnTo>
                  <a:lnTo>
                    <a:pt x="16544" y="9501"/>
                  </a:lnTo>
                  <a:lnTo>
                    <a:pt x="16544" y="9464"/>
                  </a:lnTo>
                  <a:lnTo>
                    <a:pt x="16580" y="8987"/>
                  </a:lnTo>
                  <a:lnTo>
                    <a:pt x="16617" y="8511"/>
                  </a:lnTo>
                  <a:lnTo>
                    <a:pt x="16800" y="8584"/>
                  </a:lnTo>
                  <a:lnTo>
                    <a:pt x="17021" y="8621"/>
                  </a:lnTo>
                  <a:lnTo>
                    <a:pt x="17204" y="8657"/>
                  </a:lnTo>
                  <a:lnTo>
                    <a:pt x="17424" y="8621"/>
                  </a:lnTo>
                  <a:lnTo>
                    <a:pt x="17571" y="8584"/>
                  </a:lnTo>
                  <a:lnTo>
                    <a:pt x="17644" y="8511"/>
                  </a:lnTo>
                  <a:lnTo>
                    <a:pt x="17681" y="8437"/>
                  </a:lnTo>
                  <a:lnTo>
                    <a:pt x="17681" y="8364"/>
                  </a:lnTo>
                  <a:lnTo>
                    <a:pt x="17644" y="8290"/>
                  </a:lnTo>
                  <a:lnTo>
                    <a:pt x="17534" y="8217"/>
                  </a:lnTo>
                  <a:lnTo>
                    <a:pt x="17387" y="8217"/>
                  </a:lnTo>
                  <a:lnTo>
                    <a:pt x="17094" y="8254"/>
                  </a:lnTo>
                  <a:lnTo>
                    <a:pt x="16617" y="8217"/>
                  </a:lnTo>
                  <a:lnTo>
                    <a:pt x="16580" y="7814"/>
                  </a:lnTo>
                  <a:lnTo>
                    <a:pt x="16507" y="7410"/>
                  </a:lnTo>
                  <a:lnTo>
                    <a:pt x="16507" y="7410"/>
                  </a:lnTo>
                  <a:lnTo>
                    <a:pt x="16690" y="7447"/>
                  </a:lnTo>
                  <a:lnTo>
                    <a:pt x="16874" y="7447"/>
                  </a:lnTo>
                  <a:lnTo>
                    <a:pt x="17021" y="7410"/>
                  </a:lnTo>
                  <a:lnTo>
                    <a:pt x="17204" y="7337"/>
                  </a:lnTo>
                  <a:lnTo>
                    <a:pt x="17351" y="7263"/>
                  </a:lnTo>
                  <a:lnTo>
                    <a:pt x="17387" y="7190"/>
                  </a:lnTo>
                  <a:lnTo>
                    <a:pt x="17424" y="7117"/>
                  </a:lnTo>
                  <a:lnTo>
                    <a:pt x="17424" y="7043"/>
                  </a:lnTo>
                  <a:lnTo>
                    <a:pt x="17424" y="7007"/>
                  </a:lnTo>
                  <a:lnTo>
                    <a:pt x="17351" y="6933"/>
                  </a:lnTo>
                  <a:lnTo>
                    <a:pt x="17314" y="6897"/>
                  </a:lnTo>
                  <a:lnTo>
                    <a:pt x="17131" y="6897"/>
                  </a:lnTo>
                  <a:lnTo>
                    <a:pt x="16947" y="6970"/>
                  </a:lnTo>
                  <a:lnTo>
                    <a:pt x="16764" y="7007"/>
                  </a:lnTo>
                  <a:lnTo>
                    <a:pt x="16397" y="7080"/>
                  </a:lnTo>
                  <a:lnTo>
                    <a:pt x="16324" y="6897"/>
                  </a:lnTo>
                  <a:lnTo>
                    <a:pt x="16140" y="6493"/>
                  </a:lnTo>
                  <a:lnTo>
                    <a:pt x="16397" y="6420"/>
                  </a:lnTo>
                  <a:lnTo>
                    <a:pt x="16764" y="6273"/>
                  </a:lnTo>
                  <a:lnTo>
                    <a:pt x="16947" y="6200"/>
                  </a:lnTo>
                  <a:lnTo>
                    <a:pt x="17094" y="6090"/>
                  </a:lnTo>
                  <a:lnTo>
                    <a:pt x="17131" y="6053"/>
                  </a:lnTo>
                  <a:lnTo>
                    <a:pt x="17131" y="5979"/>
                  </a:lnTo>
                  <a:lnTo>
                    <a:pt x="17131" y="5906"/>
                  </a:lnTo>
                  <a:lnTo>
                    <a:pt x="17021" y="5833"/>
                  </a:lnTo>
                  <a:lnTo>
                    <a:pt x="16910" y="5796"/>
                  </a:lnTo>
                  <a:lnTo>
                    <a:pt x="16764" y="5833"/>
                  </a:lnTo>
                  <a:lnTo>
                    <a:pt x="16580" y="5906"/>
                  </a:lnTo>
                  <a:lnTo>
                    <a:pt x="16250" y="6090"/>
                  </a:lnTo>
                  <a:lnTo>
                    <a:pt x="16104" y="6163"/>
                  </a:lnTo>
                  <a:lnTo>
                    <a:pt x="15957" y="6236"/>
                  </a:lnTo>
                  <a:lnTo>
                    <a:pt x="15957" y="6200"/>
                  </a:lnTo>
                  <a:lnTo>
                    <a:pt x="15957" y="6163"/>
                  </a:lnTo>
                  <a:lnTo>
                    <a:pt x="15920" y="6163"/>
                  </a:lnTo>
                  <a:lnTo>
                    <a:pt x="15590" y="5796"/>
                  </a:lnTo>
                  <a:lnTo>
                    <a:pt x="15920" y="5503"/>
                  </a:lnTo>
                  <a:lnTo>
                    <a:pt x="16250" y="5173"/>
                  </a:lnTo>
                  <a:lnTo>
                    <a:pt x="16287" y="5099"/>
                  </a:lnTo>
                  <a:lnTo>
                    <a:pt x="16324" y="4989"/>
                  </a:lnTo>
                  <a:lnTo>
                    <a:pt x="16287" y="4916"/>
                  </a:lnTo>
                  <a:lnTo>
                    <a:pt x="16250" y="4879"/>
                  </a:lnTo>
                  <a:lnTo>
                    <a:pt x="16177" y="4806"/>
                  </a:lnTo>
                  <a:lnTo>
                    <a:pt x="16030" y="4806"/>
                  </a:lnTo>
                  <a:lnTo>
                    <a:pt x="15957" y="4842"/>
                  </a:lnTo>
                  <a:lnTo>
                    <a:pt x="15627" y="5209"/>
                  </a:lnTo>
                  <a:lnTo>
                    <a:pt x="15333" y="5576"/>
                  </a:lnTo>
                  <a:lnTo>
                    <a:pt x="15076" y="5393"/>
                  </a:lnTo>
                  <a:lnTo>
                    <a:pt x="14820" y="5246"/>
                  </a:lnTo>
                  <a:lnTo>
                    <a:pt x="14673" y="5173"/>
                  </a:lnTo>
                  <a:lnTo>
                    <a:pt x="14746" y="5026"/>
                  </a:lnTo>
                  <a:lnTo>
                    <a:pt x="14966" y="4659"/>
                  </a:lnTo>
                  <a:lnTo>
                    <a:pt x="15003" y="4586"/>
                  </a:lnTo>
                  <a:lnTo>
                    <a:pt x="15003" y="4512"/>
                  </a:lnTo>
                  <a:lnTo>
                    <a:pt x="14930" y="4402"/>
                  </a:lnTo>
                  <a:lnTo>
                    <a:pt x="14856" y="4366"/>
                  </a:lnTo>
                  <a:lnTo>
                    <a:pt x="14746" y="4366"/>
                  </a:lnTo>
                  <a:lnTo>
                    <a:pt x="14673" y="4439"/>
                  </a:lnTo>
                  <a:lnTo>
                    <a:pt x="14526" y="4622"/>
                  </a:lnTo>
                  <a:lnTo>
                    <a:pt x="14416" y="4842"/>
                  </a:lnTo>
                  <a:lnTo>
                    <a:pt x="14343" y="5026"/>
                  </a:lnTo>
                  <a:lnTo>
                    <a:pt x="14159" y="4989"/>
                  </a:lnTo>
                  <a:lnTo>
                    <a:pt x="13939" y="4989"/>
                  </a:lnTo>
                  <a:lnTo>
                    <a:pt x="13903" y="4732"/>
                  </a:lnTo>
                  <a:lnTo>
                    <a:pt x="13866" y="4476"/>
                  </a:lnTo>
                  <a:lnTo>
                    <a:pt x="13829" y="3962"/>
                  </a:lnTo>
                  <a:lnTo>
                    <a:pt x="13829" y="3889"/>
                  </a:lnTo>
                  <a:lnTo>
                    <a:pt x="13756" y="3852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61" name="Google Shape;317;p5">
              <a:extLst>
                <a:ext uri="{FF2B5EF4-FFF2-40B4-BE49-F238E27FC236}">
                  <a16:creationId xmlns:a16="http://schemas.microsoft.com/office/drawing/2014/main" id="{1D30F440-D835-4830-BF9E-F6F88156A4C8}"/>
                </a:ext>
              </a:extLst>
            </p:cNvPr>
            <p:cNvSpPr/>
            <p:nvPr/>
          </p:nvSpPr>
          <p:spPr>
            <a:xfrm>
              <a:off x="6059500" y="3516375"/>
              <a:ext cx="268700" cy="232025"/>
            </a:xfrm>
            <a:custGeom>
              <a:avLst/>
              <a:gdLst/>
              <a:ahLst/>
              <a:cxnLst/>
              <a:rect l="l" t="t" r="r" b="b"/>
              <a:pathLst>
                <a:path w="10748" h="9281" extrusionOk="0">
                  <a:moveTo>
                    <a:pt x="4072" y="550"/>
                  </a:moveTo>
                  <a:lnTo>
                    <a:pt x="4329" y="587"/>
                  </a:lnTo>
                  <a:lnTo>
                    <a:pt x="4585" y="697"/>
                  </a:lnTo>
                  <a:lnTo>
                    <a:pt x="4842" y="844"/>
                  </a:lnTo>
                  <a:lnTo>
                    <a:pt x="5025" y="1064"/>
                  </a:lnTo>
                  <a:lnTo>
                    <a:pt x="5136" y="1211"/>
                  </a:lnTo>
                  <a:lnTo>
                    <a:pt x="5209" y="1394"/>
                  </a:lnTo>
                  <a:lnTo>
                    <a:pt x="5246" y="1541"/>
                  </a:lnTo>
                  <a:lnTo>
                    <a:pt x="5282" y="1724"/>
                  </a:lnTo>
                  <a:lnTo>
                    <a:pt x="5282" y="2091"/>
                  </a:lnTo>
                  <a:lnTo>
                    <a:pt x="5246" y="2458"/>
                  </a:lnTo>
                  <a:lnTo>
                    <a:pt x="5209" y="2641"/>
                  </a:lnTo>
                  <a:lnTo>
                    <a:pt x="4695" y="1761"/>
                  </a:lnTo>
                  <a:lnTo>
                    <a:pt x="4072" y="550"/>
                  </a:lnTo>
                  <a:close/>
                  <a:moveTo>
                    <a:pt x="1357" y="3008"/>
                  </a:moveTo>
                  <a:lnTo>
                    <a:pt x="1504" y="3265"/>
                  </a:lnTo>
                  <a:lnTo>
                    <a:pt x="1614" y="3558"/>
                  </a:lnTo>
                  <a:lnTo>
                    <a:pt x="1797" y="3852"/>
                  </a:lnTo>
                  <a:lnTo>
                    <a:pt x="1467" y="3778"/>
                  </a:lnTo>
                  <a:lnTo>
                    <a:pt x="1137" y="3742"/>
                  </a:lnTo>
                  <a:lnTo>
                    <a:pt x="1321" y="3118"/>
                  </a:lnTo>
                  <a:lnTo>
                    <a:pt x="1357" y="3008"/>
                  </a:lnTo>
                  <a:close/>
                  <a:moveTo>
                    <a:pt x="3815" y="550"/>
                  </a:moveTo>
                  <a:lnTo>
                    <a:pt x="4072" y="1174"/>
                  </a:lnTo>
                  <a:lnTo>
                    <a:pt x="4329" y="1798"/>
                  </a:lnTo>
                  <a:lnTo>
                    <a:pt x="4695" y="2531"/>
                  </a:lnTo>
                  <a:lnTo>
                    <a:pt x="5099" y="3265"/>
                  </a:lnTo>
                  <a:lnTo>
                    <a:pt x="4989" y="3852"/>
                  </a:lnTo>
                  <a:lnTo>
                    <a:pt x="4732" y="3191"/>
                  </a:lnTo>
                  <a:lnTo>
                    <a:pt x="4475" y="2531"/>
                  </a:lnTo>
                  <a:lnTo>
                    <a:pt x="4255" y="1981"/>
                  </a:lnTo>
                  <a:lnTo>
                    <a:pt x="4035" y="1467"/>
                  </a:lnTo>
                  <a:lnTo>
                    <a:pt x="3742" y="880"/>
                  </a:lnTo>
                  <a:lnTo>
                    <a:pt x="3558" y="587"/>
                  </a:lnTo>
                  <a:lnTo>
                    <a:pt x="3815" y="550"/>
                  </a:lnTo>
                  <a:close/>
                  <a:moveTo>
                    <a:pt x="1761" y="1724"/>
                  </a:moveTo>
                  <a:lnTo>
                    <a:pt x="1724" y="1798"/>
                  </a:lnTo>
                  <a:lnTo>
                    <a:pt x="1761" y="1944"/>
                  </a:lnTo>
                  <a:lnTo>
                    <a:pt x="1834" y="2018"/>
                  </a:lnTo>
                  <a:lnTo>
                    <a:pt x="1944" y="2054"/>
                  </a:lnTo>
                  <a:lnTo>
                    <a:pt x="2054" y="2054"/>
                  </a:lnTo>
                  <a:lnTo>
                    <a:pt x="2274" y="2531"/>
                  </a:lnTo>
                  <a:lnTo>
                    <a:pt x="2458" y="2971"/>
                  </a:lnTo>
                  <a:lnTo>
                    <a:pt x="3008" y="4182"/>
                  </a:lnTo>
                  <a:lnTo>
                    <a:pt x="3081" y="4329"/>
                  </a:lnTo>
                  <a:lnTo>
                    <a:pt x="2825" y="4255"/>
                  </a:lnTo>
                  <a:lnTo>
                    <a:pt x="2458" y="4072"/>
                  </a:lnTo>
                  <a:lnTo>
                    <a:pt x="2164" y="3742"/>
                  </a:lnTo>
                  <a:lnTo>
                    <a:pt x="1944" y="3375"/>
                  </a:lnTo>
                  <a:lnTo>
                    <a:pt x="1724" y="2935"/>
                  </a:lnTo>
                  <a:lnTo>
                    <a:pt x="1651" y="2715"/>
                  </a:lnTo>
                  <a:lnTo>
                    <a:pt x="1504" y="2494"/>
                  </a:lnTo>
                  <a:lnTo>
                    <a:pt x="1724" y="1761"/>
                  </a:lnTo>
                  <a:lnTo>
                    <a:pt x="1761" y="1724"/>
                  </a:lnTo>
                  <a:close/>
                  <a:moveTo>
                    <a:pt x="2604" y="1174"/>
                  </a:moveTo>
                  <a:lnTo>
                    <a:pt x="2715" y="1614"/>
                  </a:lnTo>
                  <a:lnTo>
                    <a:pt x="2861" y="2054"/>
                  </a:lnTo>
                  <a:lnTo>
                    <a:pt x="3228" y="2898"/>
                  </a:lnTo>
                  <a:lnTo>
                    <a:pt x="3998" y="4695"/>
                  </a:lnTo>
                  <a:lnTo>
                    <a:pt x="3632" y="4549"/>
                  </a:lnTo>
                  <a:lnTo>
                    <a:pt x="3522" y="4365"/>
                  </a:lnTo>
                  <a:lnTo>
                    <a:pt x="3301" y="3888"/>
                  </a:lnTo>
                  <a:lnTo>
                    <a:pt x="2861" y="2935"/>
                  </a:lnTo>
                  <a:lnTo>
                    <a:pt x="2274" y="1834"/>
                  </a:lnTo>
                  <a:lnTo>
                    <a:pt x="2311" y="1651"/>
                  </a:lnTo>
                  <a:lnTo>
                    <a:pt x="2421" y="1467"/>
                  </a:lnTo>
                  <a:lnTo>
                    <a:pt x="2604" y="1174"/>
                  </a:lnTo>
                  <a:close/>
                  <a:moveTo>
                    <a:pt x="3338" y="660"/>
                  </a:moveTo>
                  <a:lnTo>
                    <a:pt x="3375" y="770"/>
                  </a:lnTo>
                  <a:lnTo>
                    <a:pt x="3668" y="1467"/>
                  </a:lnTo>
                  <a:lnTo>
                    <a:pt x="3962" y="2164"/>
                  </a:lnTo>
                  <a:lnTo>
                    <a:pt x="4182" y="2788"/>
                  </a:lnTo>
                  <a:lnTo>
                    <a:pt x="4402" y="3412"/>
                  </a:lnTo>
                  <a:lnTo>
                    <a:pt x="4769" y="4659"/>
                  </a:lnTo>
                  <a:lnTo>
                    <a:pt x="4732" y="4805"/>
                  </a:lnTo>
                  <a:lnTo>
                    <a:pt x="4659" y="4805"/>
                  </a:lnTo>
                  <a:lnTo>
                    <a:pt x="4549" y="4842"/>
                  </a:lnTo>
                  <a:lnTo>
                    <a:pt x="3668" y="2971"/>
                  </a:lnTo>
                  <a:lnTo>
                    <a:pt x="3191" y="1981"/>
                  </a:lnTo>
                  <a:lnTo>
                    <a:pt x="2971" y="1504"/>
                  </a:lnTo>
                  <a:lnTo>
                    <a:pt x="2788" y="991"/>
                  </a:lnTo>
                  <a:lnTo>
                    <a:pt x="3045" y="807"/>
                  </a:lnTo>
                  <a:lnTo>
                    <a:pt x="3338" y="660"/>
                  </a:lnTo>
                  <a:close/>
                  <a:moveTo>
                    <a:pt x="7703" y="4952"/>
                  </a:moveTo>
                  <a:lnTo>
                    <a:pt x="7960" y="5246"/>
                  </a:lnTo>
                  <a:lnTo>
                    <a:pt x="7960" y="5246"/>
                  </a:lnTo>
                  <a:lnTo>
                    <a:pt x="7887" y="5209"/>
                  </a:lnTo>
                  <a:lnTo>
                    <a:pt x="7593" y="5319"/>
                  </a:lnTo>
                  <a:lnTo>
                    <a:pt x="7300" y="5466"/>
                  </a:lnTo>
                  <a:lnTo>
                    <a:pt x="7190" y="5356"/>
                  </a:lnTo>
                  <a:lnTo>
                    <a:pt x="7080" y="5246"/>
                  </a:lnTo>
                  <a:lnTo>
                    <a:pt x="7373" y="5099"/>
                  </a:lnTo>
                  <a:lnTo>
                    <a:pt x="7703" y="4952"/>
                  </a:lnTo>
                  <a:close/>
                  <a:moveTo>
                    <a:pt x="8070" y="5356"/>
                  </a:moveTo>
                  <a:lnTo>
                    <a:pt x="8180" y="5466"/>
                  </a:lnTo>
                  <a:lnTo>
                    <a:pt x="7923" y="5576"/>
                  </a:lnTo>
                  <a:lnTo>
                    <a:pt x="7923" y="5576"/>
                  </a:lnTo>
                  <a:lnTo>
                    <a:pt x="8033" y="5429"/>
                  </a:lnTo>
                  <a:lnTo>
                    <a:pt x="8070" y="5356"/>
                  </a:lnTo>
                  <a:close/>
                  <a:moveTo>
                    <a:pt x="7556" y="5612"/>
                  </a:moveTo>
                  <a:lnTo>
                    <a:pt x="7483" y="5722"/>
                  </a:lnTo>
                  <a:lnTo>
                    <a:pt x="7483" y="5686"/>
                  </a:lnTo>
                  <a:lnTo>
                    <a:pt x="7556" y="5612"/>
                  </a:lnTo>
                  <a:close/>
                  <a:moveTo>
                    <a:pt x="8327" y="5649"/>
                  </a:moveTo>
                  <a:lnTo>
                    <a:pt x="8327" y="5686"/>
                  </a:lnTo>
                  <a:lnTo>
                    <a:pt x="7850" y="6163"/>
                  </a:lnTo>
                  <a:lnTo>
                    <a:pt x="7740" y="6016"/>
                  </a:lnTo>
                  <a:lnTo>
                    <a:pt x="7997" y="5796"/>
                  </a:lnTo>
                  <a:lnTo>
                    <a:pt x="8327" y="5649"/>
                  </a:lnTo>
                  <a:close/>
                  <a:moveTo>
                    <a:pt x="8437" y="5796"/>
                  </a:moveTo>
                  <a:lnTo>
                    <a:pt x="8584" y="6053"/>
                  </a:lnTo>
                  <a:lnTo>
                    <a:pt x="8143" y="6163"/>
                  </a:lnTo>
                  <a:lnTo>
                    <a:pt x="8437" y="5796"/>
                  </a:lnTo>
                  <a:close/>
                  <a:moveTo>
                    <a:pt x="8437" y="6346"/>
                  </a:moveTo>
                  <a:lnTo>
                    <a:pt x="8180" y="6676"/>
                  </a:lnTo>
                  <a:lnTo>
                    <a:pt x="8107" y="6493"/>
                  </a:lnTo>
                  <a:lnTo>
                    <a:pt x="8437" y="6346"/>
                  </a:lnTo>
                  <a:close/>
                  <a:moveTo>
                    <a:pt x="8767" y="6309"/>
                  </a:moveTo>
                  <a:lnTo>
                    <a:pt x="8840" y="6419"/>
                  </a:lnTo>
                  <a:lnTo>
                    <a:pt x="8547" y="6676"/>
                  </a:lnTo>
                  <a:lnTo>
                    <a:pt x="8767" y="6309"/>
                  </a:lnTo>
                  <a:close/>
                  <a:moveTo>
                    <a:pt x="9024" y="4695"/>
                  </a:moveTo>
                  <a:lnTo>
                    <a:pt x="9244" y="4732"/>
                  </a:lnTo>
                  <a:lnTo>
                    <a:pt x="9464" y="4805"/>
                  </a:lnTo>
                  <a:lnTo>
                    <a:pt x="9647" y="4915"/>
                  </a:lnTo>
                  <a:lnTo>
                    <a:pt x="9831" y="5062"/>
                  </a:lnTo>
                  <a:lnTo>
                    <a:pt x="9904" y="5099"/>
                  </a:lnTo>
                  <a:lnTo>
                    <a:pt x="9941" y="5099"/>
                  </a:lnTo>
                  <a:lnTo>
                    <a:pt x="10051" y="5209"/>
                  </a:lnTo>
                  <a:lnTo>
                    <a:pt x="10161" y="5429"/>
                  </a:lnTo>
                  <a:lnTo>
                    <a:pt x="10198" y="5649"/>
                  </a:lnTo>
                  <a:lnTo>
                    <a:pt x="10234" y="5869"/>
                  </a:lnTo>
                  <a:lnTo>
                    <a:pt x="10198" y="6089"/>
                  </a:lnTo>
                  <a:lnTo>
                    <a:pt x="10161" y="6346"/>
                  </a:lnTo>
                  <a:lnTo>
                    <a:pt x="10088" y="6566"/>
                  </a:lnTo>
                  <a:lnTo>
                    <a:pt x="9941" y="7006"/>
                  </a:lnTo>
                  <a:lnTo>
                    <a:pt x="9904" y="7080"/>
                  </a:lnTo>
                  <a:lnTo>
                    <a:pt x="9647" y="6676"/>
                  </a:lnTo>
                  <a:lnTo>
                    <a:pt x="9024" y="5832"/>
                  </a:lnTo>
                  <a:lnTo>
                    <a:pt x="8620" y="5282"/>
                  </a:lnTo>
                  <a:lnTo>
                    <a:pt x="8400" y="5025"/>
                  </a:lnTo>
                  <a:lnTo>
                    <a:pt x="8143" y="4842"/>
                  </a:lnTo>
                  <a:lnTo>
                    <a:pt x="8584" y="4732"/>
                  </a:lnTo>
                  <a:lnTo>
                    <a:pt x="8804" y="4695"/>
                  </a:lnTo>
                  <a:close/>
                  <a:moveTo>
                    <a:pt x="1064" y="3962"/>
                  </a:moveTo>
                  <a:lnTo>
                    <a:pt x="1357" y="4182"/>
                  </a:lnTo>
                  <a:lnTo>
                    <a:pt x="1651" y="4329"/>
                  </a:lnTo>
                  <a:lnTo>
                    <a:pt x="2348" y="4585"/>
                  </a:lnTo>
                  <a:lnTo>
                    <a:pt x="2458" y="4659"/>
                  </a:lnTo>
                  <a:lnTo>
                    <a:pt x="2494" y="4695"/>
                  </a:lnTo>
                  <a:lnTo>
                    <a:pt x="2568" y="4732"/>
                  </a:lnTo>
                  <a:lnTo>
                    <a:pt x="2641" y="4695"/>
                  </a:lnTo>
                  <a:lnTo>
                    <a:pt x="4329" y="5319"/>
                  </a:lnTo>
                  <a:lnTo>
                    <a:pt x="4329" y="5356"/>
                  </a:lnTo>
                  <a:lnTo>
                    <a:pt x="4292" y="5319"/>
                  </a:lnTo>
                  <a:lnTo>
                    <a:pt x="3888" y="5172"/>
                  </a:lnTo>
                  <a:lnTo>
                    <a:pt x="3705" y="5136"/>
                  </a:lnTo>
                  <a:lnTo>
                    <a:pt x="3485" y="5099"/>
                  </a:lnTo>
                  <a:lnTo>
                    <a:pt x="3448" y="5136"/>
                  </a:lnTo>
                  <a:lnTo>
                    <a:pt x="3411" y="5172"/>
                  </a:lnTo>
                  <a:lnTo>
                    <a:pt x="3448" y="5246"/>
                  </a:lnTo>
                  <a:lnTo>
                    <a:pt x="3595" y="5392"/>
                  </a:lnTo>
                  <a:lnTo>
                    <a:pt x="3852" y="5539"/>
                  </a:lnTo>
                  <a:lnTo>
                    <a:pt x="4108" y="5686"/>
                  </a:lnTo>
                  <a:lnTo>
                    <a:pt x="4402" y="5759"/>
                  </a:lnTo>
                  <a:lnTo>
                    <a:pt x="4365" y="5906"/>
                  </a:lnTo>
                  <a:lnTo>
                    <a:pt x="4035" y="5906"/>
                  </a:lnTo>
                  <a:lnTo>
                    <a:pt x="3742" y="5869"/>
                  </a:lnTo>
                  <a:lnTo>
                    <a:pt x="3411" y="5759"/>
                  </a:lnTo>
                  <a:lnTo>
                    <a:pt x="3228" y="5686"/>
                  </a:lnTo>
                  <a:lnTo>
                    <a:pt x="3191" y="5612"/>
                  </a:lnTo>
                  <a:lnTo>
                    <a:pt x="3155" y="5576"/>
                  </a:lnTo>
                  <a:lnTo>
                    <a:pt x="3118" y="5539"/>
                  </a:lnTo>
                  <a:lnTo>
                    <a:pt x="3081" y="5502"/>
                  </a:lnTo>
                  <a:lnTo>
                    <a:pt x="3045" y="5502"/>
                  </a:lnTo>
                  <a:lnTo>
                    <a:pt x="3008" y="5539"/>
                  </a:lnTo>
                  <a:lnTo>
                    <a:pt x="2971" y="5649"/>
                  </a:lnTo>
                  <a:lnTo>
                    <a:pt x="2971" y="5722"/>
                  </a:lnTo>
                  <a:lnTo>
                    <a:pt x="3008" y="5796"/>
                  </a:lnTo>
                  <a:lnTo>
                    <a:pt x="3045" y="5869"/>
                  </a:lnTo>
                  <a:lnTo>
                    <a:pt x="3191" y="6016"/>
                  </a:lnTo>
                  <a:lnTo>
                    <a:pt x="3338" y="6126"/>
                  </a:lnTo>
                  <a:lnTo>
                    <a:pt x="3522" y="6199"/>
                  </a:lnTo>
                  <a:lnTo>
                    <a:pt x="3742" y="6273"/>
                  </a:lnTo>
                  <a:lnTo>
                    <a:pt x="3962" y="6309"/>
                  </a:lnTo>
                  <a:lnTo>
                    <a:pt x="4182" y="6309"/>
                  </a:lnTo>
                  <a:lnTo>
                    <a:pt x="3962" y="6676"/>
                  </a:lnTo>
                  <a:lnTo>
                    <a:pt x="3742" y="6603"/>
                  </a:lnTo>
                  <a:lnTo>
                    <a:pt x="3228" y="6456"/>
                  </a:lnTo>
                  <a:lnTo>
                    <a:pt x="2971" y="6419"/>
                  </a:lnTo>
                  <a:lnTo>
                    <a:pt x="2715" y="6383"/>
                  </a:lnTo>
                  <a:lnTo>
                    <a:pt x="2641" y="6383"/>
                  </a:lnTo>
                  <a:lnTo>
                    <a:pt x="2641" y="6456"/>
                  </a:lnTo>
                  <a:lnTo>
                    <a:pt x="2641" y="6493"/>
                  </a:lnTo>
                  <a:lnTo>
                    <a:pt x="2678" y="6529"/>
                  </a:lnTo>
                  <a:lnTo>
                    <a:pt x="2861" y="6676"/>
                  </a:lnTo>
                  <a:lnTo>
                    <a:pt x="3081" y="6786"/>
                  </a:lnTo>
                  <a:lnTo>
                    <a:pt x="3522" y="6970"/>
                  </a:lnTo>
                  <a:lnTo>
                    <a:pt x="3742" y="7080"/>
                  </a:lnTo>
                  <a:lnTo>
                    <a:pt x="3632" y="7226"/>
                  </a:lnTo>
                  <a:lnTo>
                    <a:pt x="3522" y="7336"/>
                  </a:lnTo>
                  <a:lnTo>
                    <a:pt x="2935" y="7080"/>
                  </a:lnTo>
                  <a:lnTo>
                    <a:pt x="2311" y="6823"/>
                  </a:lnTo>
                  <a:lnTo>
                    <a:pt x="2238" y="6823"/>
                  </a:lnTo>
                  <a:lnTo>
                    <a:pt x="2201" y="6860"/>
                  </a:lnTo>
                  <a:lnTo>
                    <a:pt x="2201" y="6896"/>
                  </a:lnTo>
                  <a:lnTo>
                    <a:pt x="2201" y="6970"/>
                  </a:lnTo>
                  <a:lnTo>
                    <a:pt x="2458" y="7190"/>
                  </a:lnTo>
                  <a:lnTo>
                    <a:pt x="2678" y="7410"/>
                  </a:lnTo>
                  <a:lnTo>
                    <a:pt x="2971" y="7557"/>
                  </a:lnTo>
                  <a:lnTo>
                    <a:pt x="3265" y="7703"/>
                  </a:lnTo>
                  <a:lnTo>
                    <a:pt x="2971" y="7960"/>
                  </a:lnTo>
                  <a:lnTo>
                    <a:pt x="2641" y="7960"/>
                  </a:lnTo>
                  <a:lnTo>
                    <a:pt x="2311" y="7887"/>
                  </a:lnTo>
                  <a:lnTo>
                    <a:pt x="1981" y="7777"/>
                  </a:lnTo>
                  <a:lnTo>
                    <a:pt x="1871" y="7777"/>
                  </a:lnTo>
                  <a:lnTo>
                    <a:pt x="1834" y="7813"/>
                  </a:lnTo>
                  <a:lnTo>
                    <a:pt x="1797" y="7850"/>
                  </a:lnTo>
                  <a:lnTo>
                    <a:pt x="1797" y="7923"/>
                  </a:lnTo>
                  <a:lnTo>
                    <a:pt x="1834" y="8070"/>
                  </a:lnTo>
                  <a:lnTo>
                    <a:pt x="1944" y="8143"/>
                  </a:lnTo>
                  <a:lnTo>
                    <a:pt x="2091" y="8217"/>
                  </a:lnTo>
                  <a:lnTo>
                    <a:pt x="2238" y="8290"/>
                  </a:lnTo>
                  <a:lnTo>
                    <a:pt x="2348" y="8327"/>
                  </a:lnTo>
                  <a:lnTo>
                    <a:pt x="2164" y="8364"/>
                  </a:lnTo>
                  <a:lnTo>
                    <a:pt x="1944" y="8364"/>
                  </a:lnTo>
                  <a:lnTo>
                    <a:pt x="1761" y="8327"/>
                  </a:lnTo>
                  <a:lnTo>
                    <a:pt x="1541" y="8253"/>
                  </a:lnTo>
                  <a:lnTo>
                    <a:pt x="1247" y="8070"/>
                  </a:lnTo>
                  <a:lnTo>
                    <a:pt x="1027" y="7850"/>
                  </a:lnTo>
                  <a:lnTo>
                    <a:pt x="844" y="7593"/>
                  </a:lnTo>
                  <a:lnTo>
                    <a:pt x="697" y="7300"/>
                  </a:lnTo>
                  <a:lnTo>
                    <a:pt x="624" y="6970"/>
                  </a:lnTo>
                  <a:lnTo>
                    <a:pt x="550" y="6676"/>
                  </a:lnTo>
                  <a:lnTo>
                    <a:pt x="550" y="6346"/>
                  </a:lnTo>
                  <a:lnTo>
                    <a:pt x="550" y="6016"/>
                  </a:lnTo>
                  <a:lnTo>
                    <a:pt x="624" y="5502"/>
                  </a:lnTo>
                  <a:lnTo>
                    <a:pt x="734" y="4989"/>
                  </a:lnTo>
                  <a:lnTo>
                    <a:pt x="1064" y="3962"/>
                  </a:lnTo>
                  <a:close/>
                  <a:moveTo>
                    <a:pt x="6786" y="5429"/>
                  </a:moveTo>
                  <a:lnTo>
                    <a:pt x="6860" y="5649"/>
                  </a:lnTo>
                  <a:lnTo>
                    <a:pt x="6970" y="5832"/>
                  </a:lnTo>
                  <a:lnTo>
                    <a:pt x="7006" y="5906"/>
                  </a:lnTo>
                  <a:lnTo>
                    <a:pt x="7043" y="5979"/>
                  </a:lnTo>
                  <a:lnTo>
                    <a:pt x="7116" y="6016"/>
                  </a:lnTo>
                  <a:lnTo>
                    <a:pt x="7813" y="7006"/>
                  </a:lnTo>
                  <a:lnTo>
                    <a:pt x="8143" y="7520"/>
                  </a:lnTo>
                  <a:lnTo>
                    <a:pt x="8143" y="7667"/>
                  </a:lnTo>
                  <a:lnTo>
                    <a:pt x="8143" y="7740"/>
                  </a:lnTo>
                  <a:lnTo>
                    <a:pt x="8217" y="7813"/>
                  </a:lnTo>
                  <a:lnTo>
                    <a:pt x="8290" y="7850"/>
                  </a:lnTo>
                  <a:lnTo>
                    <a:pt x="8363" y="7850"/>
                  </a:lnTo>
                  <a:lnTo>
                    <a:pt x="8400" y="7813"/>
                  </a:lnTo>
                  <a:lnTo>
                    <a:pt x="8510" y="7887"/>
                  </a:lnTo>
                  <a:lnTo>
                    <a:pt x="8584" y="7923"/>
                  </a:lnTo>
                  <a:lnTo>
                    <a:pt x="8694" y="7960"/>
                  </a:lnTo>
                  <a:lnTo>
                    <a:pt x="8767" y="7923"/>
                  </a:lnTo>
                  <a:lnTo>
                    <a:pt x="8877" y="7997"/>
                  </a:lnTo>
                  <a:lnTo>
                    <a:pt x="8987" y="7997"/>
                  </a:lnTo>
                  <a:lnTo>
                    <a:pt x="9060" y="8033"/>
                  </a:lnTo>
                  <a:lnTo>
                    <a:pt x="9134" y="7997"/>
                  </a:lnTo>
                  <a:lnTo>
                    <a:pt x="9207" y="7923"/>
                  </a:lnTo>
                  <a:lnTo>
                    <a:pt x="9207" y="7813"/>
                  </a:lnTo>
                  <a:lnTo>
                    <a:pt x="9207" y="7740"/>
                  </a:lnTo>
                  <a:lnTo>
                    <a:pt x="9134" y="7667"/>
                  </a:lnTo>
                  <a:lnTo>
                    <a:pt x="9170" y="7557"/>
                  </a:lnTo>
                  <a:lnTo>
                    <a:pt x="9207" y="7483"/>
                  </a:lnTo>
                  <a:lnTo>
                    <a:pt x="9244" y="7410"/>
                  </a:lnTo>
                  <a:lnTo>
                    <a:pt x="9244" y="7373"/>
                  </a:lnTo>
                  <a:lnTo>
                    <a:pt x="9207" y="7300"/>
                  </a:lnTo>
                  <a:lnTo>
                    <a:pt x="9170" y="7263"/>
                  </a:lnTo>
                  <a:lnTo>
                    <a:pt x="9134" y="7226"/>
                  </a:lnTo>
                  <a:lnTo>
                    <a:pt x="8987" y="7226"/>
                  </a:lnTo>
                  <a:lnTo>
                    <a:pt x="8694" y="7336"/>
                  </a:lnTo>
                  <a:lnTo>
                    <a:pt x="8694" y="7300"/>
                  </a:lnTo>
                  <a:lnTo>
                    <a:pt x="8877" y="7153"/>
                  </a:lnTo>
                  <a:lnTo>
                    <a:pt x="9060" y="6970"/>
                  </a:lnTo>
                  <a:lnTo>
                    <a:pt x="9134" y="6860"/>
                  </a:lnTo>
                  <a:lnTo>
                    <a:pt x="9244" y="7043"/>
                  </a:lnTo>
                  <a:lnTo>
                    <a:pt x="9501" y="7446"/>
                  </a:lnTo>
                  <a:lnTo>
                    <a:pt x="9537" y="7593"/>
                  </a:lnTo>
                  <a:lnTo>
                    <a:pt x="9317" y="7887"/>
                  </a:lnTo>
                  <a:lnTo>
                    <a:pt x="9024" y="8143"/>
                  </a:lnTo>
                  <a:lnTo>
                    <a:pt x="8730" y="8364"/>
                  </a:lnTo>
                  <a:lnTo>
                    <a:pt x="8400" y="8547"/>
                  </a:lnTo>
                  <a:lnTo>
                    <a:pt x="8070" y="8657"/>
                  </a:lnTo>
                  <a:lnTo>
                    <a:pt x="7703" y="8694"/>
                  </a:lnTo>
                  <a:lnTo>
                    <a:pt x="7520" y="8694"/>
                  </a:lnTo>
                  <a:lnTo>
                    <a:pt x="7373" y="8657"/>
                  </a:lnTo>
                  <a:lnTo>
                    <a:pt x="7190" y="8620"/>
                  </a:lnTo>
                  <a:lnTo>
                    <a:pt x="7006" y="8547"/>
                  </a:lnTo>
                  <a:lnTo>
                    <a:pt x="6823" y="8437"/>
                  </a:lnTo>
                  <a:lnTo>
                    <a:pt x="6676" y="8290"/>
                  </a:lnTo>
                  <a:lnTo>
                    <a:pt x="6419" y="7997"/>
                  </a:lnTo>
                  <a:lnTo>
                    <a:pt x="6199" y="7667"/>
                  </a:lnTo>
                  <a:lnTo>
                    <a:pt x="6053" y="7300"/>
                  </a:lnTo>
                  <a:lnTo>
                    <a:pt x="6016" y="6896"/>
                  </a:lnTo>
                  <a:lnTo>
                    <a:pt x="6016" y="6676"/>
                  </a:lnTo>
                  <a:lnTo>
                    <a:pt x="6053" y="6493"/>
                  </a:lnTo>
                  <a:lnTo>
                    <a:pt x="6089" y="6309"/>
                  </a:lnTo>
                  <a:lnTo>
                    <a:pt x="6163" y="6126"/>
                  </a:lnTo>
                  <a:lnTo>
                    <a:pt x="6273" y="5943"/>
                  </a:lnTo>
                  <a:lnTo>
                    <a:pt x="6383" y="5759"/>
                  </a:lnTo>
                  <a:lnTo>
                    <a:pt x="6566" y="5576"/>
                  </a:lnTo>
                  <a:lnTo>
                    <a:pt x="6786" y="5429"/>
                  </a:lnTo>
                  <a:close/>
                  <a:moveTo>
                    <a:pt x="3852" y="0"/>
                  </a:moveTo>
                  <a:lnTo>
                    <a:pt x="3522" y="37"/>
                  </a:lnTo>
                  <a:lnTo>
                    <a:pt x="3191" y="110"/>
                  </a:lnTo>
                  <a:lnTo>
                    <a:pt x="2898" y="257"/>
                  </a:lnTo>
                  <a:lnTo>
                    <a:pt x="2604" y="440"/>
                  </a:lnTo>
                  <a:lnTo>
                    <a:pt x="2348" y="660"/>
                  </a:lnTo>
                  <a:lnTo>
                    <a:pt x="2091" y="660"/>
                  </a:lnTo>
                  <a:lnTo>
                    <a:pt x="1871" y="734"/>
                  </a:lnTo>
                  <a:lnTo>
                    <a:pt x="1687" y="880"/>
                  </a:lnTo>
                  <a:lnTo>
                    <a:pt x="1541" y="1064"/>
                  </a:lnTo>
                  <a:lnTo>
                    <a:pt x="1394" y="1284"/>
                  </a:lnTo>
                  <a:lnTo>
                    <a:pt x="1321" y="1504"/>
                  </a:lnTo>
                  <a:lnTo>
                    <a:pt x="1137" y="1944"/>
                  </a:lnTo>
                  <a:lnTo>
                    <a:pt x="660" y="3522"/>
                  </a:lnTo>
                  <a:lnTo>
                    <a:pt x="404" y="4292"/>
                  </a:lnTo>
                  <a:lnTo>
                    <a:pt x="183" y="5062"/>
                  </a:lnTo>
                  <a:lnTo>
                    <a:pt x="37" y="5759"/>
                  </a:lnTo>
                  <a:lnTo>
                    <a:pt x="0" y="6126"/>
                  </a:lnTo>
                  <a:lnTo>
                    <a:pt x="0" y="6456"/>
                  </a:lnTo>
                  <a:lnTo>
                    <a:pt x="0" y="6786"/>
                  </a:lnTo>
                  <a:lnTo>
                    <a:pt x="73" y="7153"/>
                  </a:lnTo>
                  <a:lnTo>
                    <a:pt x="183" y="7483"/>
                  </a:lnTo>
                  <a:lnTo>
                    <a:pt x="330" y="7813"/>
                  </a:lnTo>
                  <a:lnTo>
                    <a:pt x="477" y="8033"/>
                  </a:lnTo>
                  <a:lnTo>
                    <a:pt x="660" y="8253"/>
                  </a:lnTo>
                  <a:lnTo>
                    <a:pt x="880" y="8474"/>
                  </a:lnTo>
                  <a:lnTo>
                    <a:pt x="1101" y="8657"/>
                  </a:lnTo>
                  <a:lnTo>
                    <a:pt x="1357" y="8767"/>
                  </a:lnTo>
                  <a:lnTo>
                    <a:pt x="1651" y="8877"/>
                  </a:lnTo>
                  <a:lnTo>
                    <a:pt x="1908" y="8914"/>
                  </a:lnTo>
                  <a:lnTo>
                    <a:pt x="2201" y="8950"/>
                  </a:lnTo>
                  <a:lnTo>
                    <a:pt x="2458" y="8914"/>
                  </a:lnTo>
                  <a:lnTo>
                    <a:pt x="2678" y="8840"/>
                  </a:lnTo>
                  <a:lnTo>
                    <a:pt x="2898" y="8730"/>
                  </a:lnTo>
                  <a:lnTo>
                    <a:pt x="3081" y="8620"/>
                  </a:lnTo>
                  <a:lnTo>
                    <a:pt x="3448" y="8290"/>
                  </a:lnTo>
                  <a:lnTo>
                    <a:pt x="3778" y="7923"/>
                  </a:lnTo>
                  <a:lnTo>
                    <a:pt x="3815" y="7960"/>
                  </a:lnTo>
                  <a:lnTo>
                    <a:pt x="3925" y="7960"/>
                  </a:lnTo>
                  <a:lnTo>
                    <a:pt x="4035" y="7887"/>
                  </a:lnTo>
                  <a:lnTo>
                    <a:pt x="4108" y="7813"/>
                  </a:lnTo>
                  <a:lnTo>
                    <a:pt x="4108" y="7740"/>
                  </a:lnTo>
                  <a:lnTo>
                    <a:pt x="4072" y="7593"/>
                  </a:lnTo>
                  <a:lnTo>
                    <a:pt x="4182" y="7446"/>
                  </a:lnTo>
                  <a:lnTo>
                    <a:pt x="4512" y="6896"/>
                  </a:lnTo>
                  <a:lnTo>
                    <a:pt x="4769" y="6309"/>
                  </a:lnTo>
                  <a:lnTo>
                    <a:pt x="5025" y="5722"/>
                  </a:lnTo>
                  <a:lnTo>
                    <a:pt x="5209" y="5099"/>
                  </a:lnTo>
                  <a:lnTo>
                    <a:pt x="5246" y="5062"/>
                  </a:lnTo>
                  <a:lnTo>
                    <a:pt x="5282" y="4989"/>
                  </a:lnTo>
                  <a:lnTo>
                    <a:pt x="5282" y="4915"/>
                  </a:lnTo>
                  <a:lnTo>
                    <a:pt x="5466" y="4292"/>
                  </a:lnTo>
                  <a:lnTo>
                    <a:pt x="5612" y="3632"/>
                  </a:lnTo>
                  <a:lnTo>
                    <a:pt x="5722" y="2971"/>
                  </a:lnTo>
                  <a:lnTo>
                    <a:pt x="5796" y="2311"/>
                  </a:lnTo>
                  <a:lnTo>
                    <a:pt x="5832" y="1981"/>
                  </a:lnTo>
                  <a:lnTo>
                    <a:pt x="5796" y="1651"/>
                  </a:lnTo>
                  <a:lnTo>
                    <a:pt x="5759" y="1357"/>
                  </a:lnTo>
                  <a:lnTo>
                    <a:pt x="5649" y="1064"/>
                  </a:lnTo>
                  <a:lnTo>
                    <a:pt x="5539" y="807"/>
                  </a:lnTo>
                  <a:lnTo>
                    <a:pt x="5356" y="587"/>
                  </a:lnTo>
                  <a:lnTo>
                    <a:pt x="5099" y="367"/>
                  </a:lnTo>
                  <a:lnTo>
                    <a:pt x="4842" y="184"/>
                  </a:lnTo>
                  <a:lnTo>
                    <a:pt x="4512" y="73"/>
                  </a:lnTo>
                  <a:lnTo>
                    <a:pt x="4182" y="0"/>
                  </a:lnTo>
                  <a:close/>
                  <a:moveTo>
                    <a:pt x="8730" y="3962"/>
                  </a:moveTo>
                  <a:lnTo>
                    <a:pt x="8584" y="4072"/>
                  </a:lnTo>
                  <a:lnTo>
                    <a:pt x="8437" y="4182"/>
                  </a:lnTo>
                  <a:lnTo>
                    <a:pt x="8327" y="4329"/>
                  </a:lnTo>
                  <a:lnTo>
                    <a:pt x="7887" y="4439"/>
                  </a:lnTo>
                  <a:lnTo>
                    <a:pt x="7336" y="4585"/>
                  </a:lnTo>
                  <a:lnTo>
                    <a:pt x="6786" y="4842"/>
                  </a:lnTo>
                  <a:lnTo>
                    <a:pt x="6566" y="4989"/>
                  </a:lnTo>
                  <a:lnTo>
                    <a:pt x="6309" y="5172"/>
                  </a:lnTo>
                  <a:lnTo>
                    <a:pt x="6089" y="5356"/>
                  </a:lnTo>
                  <a:lnTo>
                    <a:pt x="5906" y="5576"/>
                  </a:lnTo>
                  <a:lnTo>
                    <a:pt x="5759" y="5796"/>
                  </a:lnTo>
                  <a:lnTo>
                    <a:pt x="5612" y="6053"/>
                  </a:lnTo>
                  <a:lnTo>
                    <a:pt x="5539" y="6309"/>
                  </a:lnTo>
                  <a:lnTo>
                    <a:pt x="5502" y="6603"/>
                  </a:lnTo>
                  <a:lnTo>
                    <a:pt x="5466" y="6860"/>
                  </a:lnTo>
                  <a:lnTo>
                    <a:pt x="5502" y="7116"/>
                  </a:lnTo>
                  <a:lnTo>
                    <a:pt x="5539" y="7373"/>
                  </a:lnTo>
                  <a:lnTo>
                    <a:pt x="5612" y="7630"/>
                  </a:lnTo>
                  <a:lnTo>
                    <a:pt x="5722" y="7887"/>
                  </a:lnTo>
                  <a:lnTo>
                    <a:pt x="5869" y="8107"/>
                  </a:lnTo>
                  <a:lnTo>
                    <a:pt x="6016" y="8327"/>
                  </a:lnTo>
                  <a:lnTo>
                    <a:pt x="6199" y="8547"/>
                  </a:lnTo>
                  <a:lnTo>
                    <a:pt x="6419" y="8730"/>
                  </a:lnTo>
                  <a:lnTo>
                    <a:pt x="6639" y="8914"/>
                  </a:lnTo>
                  <a:lnTo>
                    <a:pt x="6860" y="9060"/>
                  </a:lnTo>
                  <a:lnTo>
                    <a:pt x="7116" y="9170"/>
                  </a:lnTo>
                  <a:lnTo>
                    <a:pt x="7410" y="9244"/>
                  </a:lnTo>
                  <a:lnTo>
                    <a:pt x="7703" y="9281"/>
                  </a:lnTo>
                  <a:lnTo>
                    <a:pt x="8033" y="9244"/>
                  </a:lnTo>
                  <a:lnTo>
                    <a:pt x="8327" y="9170"/>
                  </a:lnTo>
                  <a:lnTo>
                    <a:pt x="8620" y="9024"/>
                  </a:lnTo>
                  <a:lnTo>
                    <a:pt x="8877" y="8877"/>
                  </a:lnTo>
                  <a:lnTo>
                    <a:pt x="9391" y="8547"/>
                  </a:lnTo>
                  <a:lnTo>
                    <a:pt x="9611" y="8364"/>
                  </a:lnTo>
                  <a:lnTo>
                    <a:pt x="9794" y="8143"/>
                  </a:lnTo>
                  <a:lnTo>
                    <a:pt x="9977" y="7923"/>
                  </a:lnTo>
                  <a:lnTo>
                    <a:pt x="10161" y="7703"/>
                  </a:lnTo>
                  <a:lnTo>
                    <a:pt x="10418" y="7190"/>
                  </a:lnTo>
                  <a:lnTo>
                    <a:pt x="10638" y="6676"/>
                  </a:lnTo>
                  <a:lnTo>
                    <a:pt x="10711" y="6346"/>
                  </a:lnTo>
                  <a:lnTo>
                    <a:pt x="10748" y="6053"/>
                  </a:lnTo>
                  <a:lnTo>
                    <a:pt x="10748" y="5722"/>
                  </a:lnTo>
                  <a:lnTo>
                    <a:pt x="10711" y="5466"/>
                  </a:lnTo>
                  <a:lnTo>
                    <a:pt x="10601" y="5172"/>
                  </a:lnTo>
                  <a:lnTo>
                    <a:pt x="10454" y="4915"/>
                  </a:lnTo>
                  <a:lnTo>
                    <a:pt x="10271" y="4659"/>
                  </a:lnTo>
                  <a:lnTo>
                    <a:pt x="10051" y="4439"/>
                  </a:lnTo>
                  <a:lnTo>
                    <a:pt x="9794" y="4255"/>
                  </a:lnTo>
                  <a:lnTo>
                    <a:pt x="9537" y="4108"/>
                  </a:lnTo>
                  <a:lnTo>
                    <a:pt x="9244" y="3998"/>
                  </a:lnTo>
                  <a:lnTo>
                    <a:pt x="8950" y="3962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62" name="Google Shape;318;p5">
              <a:extLst>
                <a:ext uri="{FF2B5EF4-FFF2-40B4-BE49-F238E27FC236}">
                  <a16:creationId xmlns:a16="http://schemas.microsoft.com/office/drawing/2014/main" id="{6B4E0F55-E580-404D-9B42-15273B1F0AEE}"/>
                </a:ext>
              </a:extLst>
            </p:cNvPr>
            <p:cNvSpPr/>
            <p:nvPr/>
          </p:nvSpPr>
          <p:spPr>
            <a:xfrm>
              <a:off x="6385050" y="4208725"/>
              <a:ext cx="422775" cy="298975"/>
            </a:xfrm>
            <a:custGeom>
              <a:avLst/>
              <a:gdLst/>
              <a:ahLst/>
              <a:cxnLst/>
              <a:rect l="l" t="t" r="r" b="b"/>
              <a:pathLst>
                <a:path w="16911" h="11959" extrusionOk="0">
                  <a:moveTo>
                    <a:pt x="12215" y="8951"/>
                  </a:moveTo>
                  <a:lnTo>
                    <a:pt x="12032" y="9098"/>
                  </a:lnTo>
                  <a:lnTo>
                    <a:pt x="11848" y="9244"/>
                  </a:lnTo>
                  <a:lnTo>
                    <a:pt x="11408" y="9538"/>
                  </a:lnTo>
                  <a:lnTo>
                    <a:pt x="11005" y="9685"/>
                  </a:lnTo>
                  <a:lnTo>
                    <a:pt x="10638" y="9868"/>
                  </a:lnTo>
                  <a:lnTo>
                    <a:pt x="10124" y="10051"/>
                  </a:lnTo>
                  <a:lnTo>
                    <a:pt x="9977" y="10125"/>
                  </a:lnTo>
                  <a:lnTo>
                    <a:pt x="9794" y="10161"/>
                  </a:lnTo>
                  <a:lnTo>
                    <a:pt x="9904" y="9978"/>
                  </a:lnTo>
                  <a:lnTo>
                    <a:pt x="10051" y="9795"/>
                  </a:lnTo>
                  <a:lnTo>
                    <a:pt x="10344" y="9758"/>
                  </a:lnTo>
                  <a:lnTo>
                    <a:pt x="10601" y="9648"/>
                  </a:lnTo>
                  <a:lnTo>
                    <a:pt x="10858" y="9538"/>
                  </a:lnTo>
                  <a:lnTo>
                    <a:pt x="11115" y="9354"/>
                  </a:lnTo>
                  <a:lnTo>
                    <a:pt x="11335" y="9171"/>
                  </a:lnTo>
                  <a:lnTo>
                    <a:pt x="11371" y="9061"/>
                  </a:lnTo>
                  <a:lnTo>
                    <a:pt x="11445" y="9061"/>
                  </a:lnTo>
                  <a:lnTo>
                    <a:pt x="11481" y="9024"/>
                  </a:lnTo>
                  <a:lnTo>
                    <a:pt x="11848" y="8951"/>
                  </a:lnTo>
                  <a:close/>
                  <a:moveTo>
                    <a:pt x="12619" y="8988"/>
                  </a:moveTo>
                  <a:lnTo>
                    <a:pt x="12839" y="9061"/>
                  </a:lnTo>
                  <a:lnTo>
                    <a:pt x="12839" y="9171"/>
                  </a:lnTo>
                  <a:lnTo>
                    <a:pt x="12215" y="9685"/>
                  </a:lnTo>
                  <a:lnTo>
                    <a:pt x="11518" y="10125"/>
                  </a:lnTo>
                  <a:lnTo>
                    <a:pt x="11115" y="10345"/>
                  </a:lnTo>
                  <a:lnTo>
                    <a:pt x="10711" y="10528"/>
                  </a:lnTo>
                  <a:lnTo>
                    <a:pt x="10308" y="10712"/>
                  </a:lnTo>
                  <a:lnTo>
                    <a:pt x="9904" y="10932"/>
                  </a:lnTo>
                  <a:lnTo>
                    <a:pt x="9831" y="10822"/>
                  </a:lnTo>
                  <a:lnTo>
                    <a:pt x="9794" y="10712"/>
                  </a:lnTo>
                  <a:lnTo>
                    <a:pt x="9757" y="10455"/>
                  </a:lnTo>
                  <a:lnTo>
                    <a:pt x="9904" y="10455"/>
                  </a:lnTo>
                  <a:lnTo>
                    <a:pt x="10051" y="10381"/>
                  </a:lnTo>
                  <a:lnTo>
                    <a:pt x="10344" y="10271"/>
                  </a:lnTo>
                  <a:lnTo>
                    <a:pt x="11078" y="10015"/>
                  </a:lnTo>
                  <a:lnTo>
                    <a:pt x="11481" y="9831"/>
                  </a:lnTo>
                  <a:lnTo>
                    <a:pt x="11922" y="9611"/>
                  </a:lnTo>
                  <a:lnTo>
                    <a:pt x="12288" y="9318"/>
                  </a:lnTo>
                  <a:lnTo>
                    <a:pt x="12435" y="9171"/>
                  </a:lnTo>
                  <a:lnTo>
                    <a:pt x="12619" y="8988"/>
                  </a:lnTo>
                  <a:close/>
                  <a:moveTo>
                    <a:pt x="9464" y="514"/>
                  </a:moveTo>
                  <a:lnTo>
                    <a:pt x="9721" y="551"/>
                  </a:lnTo>
                  <a:lnTo>
                    <a:pt x="9941" y="588"/>
                  </a:lnTo>
                  <a:lnTo>
                    <a:pt x="10161" y="661"/>
                  </a:lnTo>
                  <a:lnTo>
                    <a:pt x="10344" y="771"/>
                  </a:lnTo>
                  <a:lnTo>
                    <a:pt x="10491" y="918"/>
                  </a:lnTo>
                  <a:lnTo>
                    <a:pt x="10564" y="1101"/>
                  </a:lnTo>
                  <a:lnTo>
                    <a:pt x="10601" y="1101"/>
                  </a:lnTo>
                  <a:lnTo>
                    <a:pt x="10528" y="1211"/>
                  </a:lnTo>
                  <a:lnTo>
                    <a:pt x="10528" y="1321"/>
                  </a:lnTo>
                  <a:lnTo>
                    <a:pt x="10564" y="1615"/>
                  </a:lnTo>
                  <a:lnTo>
                    <a:pt x="10638" y="1871"/>
                  </a:lnTo>
                  <a:lnTo>
                    <a:pt x="10748" y="2091"/>
                  </a:lnTo>
                  <a:lnTo>
                    <a:pt x="10931" y="2348"/>
                  </a:lnTo>
                  <a:lnTo>
                    <a:pt x="11005" y="2495"/>
                  </a:lnTo>
                  <a:lnTo>
                    <a:pt x="11041" y="2678"/>
                  </a:lnTo>
                  <a:lnTo>
                    <a:pt x="11041" y="2752"/>
                  </a:lnTo>
                  <a:lnTo>
                    <a:pt x="11005" y="2788"/>
                  </a:lnTo>
                  <a:lnTo>
                    <a:pt x="10931" y="2788"/>
                  </a:lnTo>
                  <a:lnTo>
                    <a:pt x="10858" y="2752"/>
                  </a:lnTo>
                  <a:lnTo>
                    <a:pt x="10784" y="2642"/>
                  </a:lnTo>
                  <a:lnTo>
                    <a:pt x="10674" y="2312"/>
                  </a:lnTo>
                  <a:lnTo>
                    <a:pt x="10601" y="2128"/>
                  </a:lnTo>
                  <a:lnTo>
                    <a:pt x="10491" y="1981"/>
                  </a:lnTo>
                  <a:lnTo>
                    <a:pt x="10381" y="1798"/>
                  </a:lnTo>
                  <a:lnTo>
                    <a:pt x="10234" y="1651"/>
                  </a:lnTo>
                  <a:lnTo>
                    <a:pt x="10088" y="1541"/>
                  </a:lnTo>
                  <a:lnTo>
                    <a:pt x="9904" y="1431"/>
                  </a:lnTo>
                  <a:lnTo>
                    <a:pt x="9721" y="1358"/>
                  </a:lnTo>
                  <a:lnTo>
                    <a:pt x="9537" y="1321"/>
                  </a:lnTo>
                  <a:lnTo>
                    <a:pt x="9134" y="1321"/>
                  </a:lnTo>
                  <a:lnTo>
                    <a:pt x="8950" y="1358"/>
                  </a:lnTo>
                  <a:lnTo>
                    <a:pt x="8767" y="1431"/>
                  </a:lnTo>
                  <a:lnTo>
                    <a:pt x="8694" y="1468"/>
                  </a:lnTo>
                  <a:lnTo>
                    <a:pt x="8657" y="1505"/>
                  </a:lnTo>
                  <a:lnTo>
                    <a:pt x="8694" y="1615"/>
                  </a:lnTo>
                  <a:lnTo>
                    <a:pt x="8767" y="1688"/>
                  </a:lnTo>
                  <a:lnTo>
                    <a:pt x="8804" y="1725"/>
                  </a:lnTo>
                  <a:lnTo>
                    <a:pt x="8877" y="1725"/>
                  </a:lnTo>
                  <a:lnTo>
                    <a:pt x="9097" y="1688"/>
                  </a:lnTo>
                  <a:lnTo>
                    <a:pt x="9281" y="1688"/>
                  </a:lnTo>
                  <a:lnTo>
                    <a:pt x="9501" y="1725"/>
                  </a:lnTo>
                  <a:lnTo>
                    <a:pt x="9684" y="1798"/>
                  </a:lnTo>
                  <a:lnTo>
                    <a:pt x="9867" y="1871"/>
                  </a:lnTo>
                  <a:lnTo>
                    <a:pt x="10014" y="2018"/>
                  </a:lnTo>
                  <a:lnTo>
                    <a:pt x="10161" y="2165"/>
                  </a:lnTo>
                  <a:lnTo>
                    <a:pt x="10271" y="2348"/>
                  </a:lnTo>
                  <a:lnTo>
                    <a:pt x="10418" y="2788"/>
                  </a:lnTo>
                  <a:lnTo>
                    <a:pt x="10528" y="2972"/>
                  </a:lnTo>
                  <a:lnTo>
                    <a:pt x="10638" y="3119"/>
                  </a:lnTo>
                  <a:lnTo>
                    <a:pt x="10528" y="3192"/>
                  </a:lnTo>
                  <a:lnTo>
                    <a:pt x="10308" y="3375"/>
                  </a:lnTo>
                  <a:lnTo>
                    <a:pt x="10088" y="3595"/>
                  </a:lnTo>
                  <a:lnTo>
                    <a:pt x="9904" y="3816"/>
                  </a:lnTo>
                  <a:lnTo>
                    <a:pt x="9794" y="4072"/>
                  </a:lnTo>
                  <a:lnTo>
                    <a:pt x="9721" y="4292"/>
                  </a:lnTo>
                  <a:lnTo>
                    <a:pt x="9684" y="4512"/>
                  </a:lnTo>
                  <a:lnTo>
                    <a:pt x="9721" y="4733"/>
                  </a:lnTo>
                  <a:lnTo>
                    <a:pt x="9757" y="4953"/>
                  </a:lnTo>
                  <a:lnTo>
                    <a:pt x="9867" y="5136"/>
                  </a:lnTo>
                  <a:lnTo>
                    <a:pt x="10014" y="5283"/>
                  </a:lnTo>
                  <a:lnTo>
                    <a:pt x="10198" y="5429"/>
                  </a:lnTo>
                  <a:lnTo>
                    <a:pt x="10418" y="5503"/>
                  </a:lnTo>
                  <a:lnTo>
                    <a:pt x="10638" y="5576"/>
                  </a:lnTo>
                  <a:lnTo>
                    <a:pt x="10895" y="5540"/>
                  </a:lnTo>
                  <a:lnTo>
                    <a:pt x="11151" y="5503"/>
                  </a:lnTo>
                  <a:lnTo>
                    <a:pt x="11371" y="5393"/>
                  </a:lnTo>
                  <a:lnTo>
                    <a:pt x="12032" y="5063"/>
                  </a:lnTo>
                  <a:lnTo>
                    <a:pt x="12692" y="4659"/>
                  </a:lnTo>
                  <a:lnTo>
                    <a:pt x="12729" y="4586"/>
                  </a:lnTo>
                  <a:lnTo>
                    <a:pt x="12765" y="4512"/>
                  </a:lnTo>
                  <a:lnTo>
                    <a:pt x="12765" y="4439"/>
                  </a:lnTo>
                  <a:lnTo>
                    <a:pt x="12729" y="4402"/>
                  </a:lnTo>
                  <a:lnTo>
                    <a:pt x="12692" y="4329"/>
                  </a:lnTo>
                  <a:lnTo>
                    <a:pt x="12619" y="4292"/>
                  </a:lnTo>
                  <a:lnTo>
                    <a:pt x="12472" y="4292"/>
                  </a:lnTo>
                  <a:lnTo>
                    <a:pt x="12032" y="4549"/>
                  </a:lnTo>
                  <a:lnTo>
                    <a:pt x="11591" y="4843"/>
                  </a:lnTo>
                  <a:lnTo>
                    <a:pt x="11371" y="4953"/>
                  </a:lnTo>
                  <a:lnTo>
                    <a:pt x="11151" y="5063"/>
                  </a:lnTo>
                  <a:lnTo>
                    <a:pt x="10895" y="5136"/>
                  </a:lnTo>
                  <a:lnTo>
                    <a:pt x="10528" y="5136"/>
                  </a:lnTo>
                  <a:lnTo>
                    <a:pt x="10418" y="5099"/>
                  </a:lnTo>
                  <a:lnTo>
                    <a:pt x="10308" y="5026"/>
                  </a:lnTo>
                  <a:lnTo>
                    <a:pt x="10234" y="4953"/>
                  </a:lnTo>
                  <a:lnTo>
                    <a:pt x="10161" y="4843"/>
                  </a:lnTo>
                  <a:lnTo>
                    <a:pt x="10124" y="4733"/>
                  </a:lnTo>
                  <a:lnTo>
                    <a:pt x="10088" y="4476"/>
                  </a:lnTo>
                  <a:lnTo>
                    <a:pt x="10124" y="4366"/>
                  </a:lnTo>
                  <a:lnTo>
                    <a:pt x="10161" y="4219"/>
                  </a:lnTo>
                  <a:lnTo>
                    <a:pt x="10271" y="3999"/>
                  </a:lnTo>
                  <a:lnTo>
                    <a:pt x="10454" y="3816"/>
                  </a:lnTo>
                  <a:lnTo>
                    <a:pt x="10674" y="3632"/>
                  </a:lnTo>
                  <a:lnTo>
                    <a:pt x="10968" y="3375"/>
                  </a:lnTo>
                  <a:lnTo>
                    <a:pt x="11225" y="3119"/>
                  </a:lnTo>
                  <a:lnTo>
                    <a:pt x="11335" y="2972"/>
                  </a:lnTo>
                  <a:lnTo>
                    <a:pt x="11408" y="2825"/>
                  </a:lnTo>
                  <a:lnTo>
                    <a:pt x="11408" y="2642"/>
                  </a:lnTo>
                  <a:lnTo>
                    <a:pt x="11408" y="2422"/>
                  </a:lnTo>
                  <a:lnTo>
                    <a:pt x="11335" y="2275"/>
                  </a:lnTo>
                  <a:lnTo>
                    <a:pt x="11261" y="2165"/>
                  </a:lnTo>
                  <a:lnTo>
                    <a:pt x="11078" y="1871"/>
                  </a:lnTo>
                  <a:lnTo>
                    <a:pt x="10895" y="1578"/>
                  </a:lnTo>
                  <a:lnTo>
                    <a:pt x="10821" y="1431"/>
                  </a:lnTo>
                  <a:lnTo>
                    <a:pt x="10821" y="1284"/>
                  </a:lnTo>
                  <a:lnTo>
                    <a:pt x="10895" y="1248"/>
                  </a:lnTo>
                  <a:lnTo>
                    <a:pt x="11298" y="1138"/>
                  </a:lnTo>
                  <a:lnTo>
                    <a:pt x="11702" y="1028"/>
                  </a:lnTo>
                  <a:lnTo>
                    <a:pt x="12142" y="954"/>
                  </a:lnTo>
                  <a:lnTo>
                    <a:pt x="12582" y="918"/>
                  </a:lnTo>
                  <a:lnTo>
                    <a:pt x="12802" y="954"/>
                  </a:lnTo>
                  <a:lnTo>
                    <a:pt x="13022" y="1028"/>
                  </a:lnTo>
                  <a:lnTo>
                    <a:pt x="13205" y="1101"/>
                  </a:lnTo>
                  <a:lnTo>
                    <a:pt x="13352" y="1211"/>
                  </a:lnTo>
                  <a:lnTo>
                    <a:pt x="13499" y="1358"/>
                  </a:lnTo>
                  <a:lnTo>
                    <a:pt x="13609" y="1505"/>
                  </a:lnTo>
                  <a:lnTo>
                    <a:pt x="13829" y="1908"/>
                  </a:lnTo>
                  <a:lnTo>
                    <a:pt x="14012" y="2202"/>
                  </a:lnTo>
                  <a:lnTo>
                    <a:pt x="13866" y="2422"/>
                  </a:lnTo>
                  <a:lnTo>
                    <a:pt x="13682" y="2568"/>
                  </a:lnTo>
                  <a:lnTo>
                    <a:pt x="13499" y="2678"/>
                  </a:lnTo>
                  <a:lnTo>
                    <a:pt x="13279" y="2788"/>
                  </a:lnTo>
                  <a:lnTo>
                    <a:pt x="12839" y="2935"/>
                  </a:lnTo>
                  <a:lnTo>
                    <a:pt x="12362" y="3082"/>
                  </a:lnTo>
                  <a:lnTo>
                    <a:pt x="11995" y="3229"/>
                  </a:lnTo>
                  <a:lnTo>
                    <a:pt x="11518" y="3449"/>
                  </a:lnTo>
                  <a:lnTo>
                    <a:pt x="11298" y="3559"/>
                  </a:lnTo>
                  <a:lnTo>
                    <a:pt x="11151" y="3742"/>
                  </a:lnTo>
                  <a:lnTo>
                    <a:pt x="11041" y="3889"/>
                  </a:lnTo>
                  <a:lnTo>
                    <a:pt x="11005" y="3999"/>
                  </a:lnTo>
                  <a:lnTo>
                    <a:pt x="11005" y="4109"/>
                  </a:lnTo>
                  <a:lnTo>
                    <a:pt x="11005" y="4182"/>
                  </a:lnTo>
                  <a:lnTo>
                    <a:pt x="11041" y="4256"/>
                  </a:lnTo>
                  <a:lnTo>
                    <a:pt x="11115" y="4292"/>
                  </a:lnTo>
                  <a:lnTo>
                    <a:pt x="11335" y="4292"/>
                  </a:lnTo>
                  <a:lnTo>
                    <a:pt x="11371" y="4219"/>
                  </a:lnTo>
                  <a:lnTo>
                    <a:pt x="11408" y="4146"/>
                  </a:lnTo>
                  <a:lnTo>
                    <a:pt x="11445" y="4072"/>
                  </a:lnTo>
                  <a:lnTo>
                    <a:pt x="11555" y="3962"/>
                  </a:lnTo>
                  <a:lnTo>
                    <a:pt x="11775" y="3816"/>
                  </a:lnTo>
                  <a:lnTo>
                    <a:pt x="12068" y="3669"/>
                  </a:lnTo>
                  <a:lnTo>
                    <a:pt x="12288" y="3595"/>
                  </a:lnTo>
                  <a:lnTo>
                    <a:pt x="12802" y="3412"/>
                  </a:lnTo>
                  <a:lnTo>
                    <a:pt x="13279" y="3229"/>
                  </a:lnTo>
                  <a:lnTo>
                    <a:pt x="13572" y="3119"/>
                  </a:lnTo>
                  <a:lnTo>
                    <a:pt x="13866" y="2972"/>
                  </a:lnTo>
                  <a:lnTo>
                    <a:pt x="14086" y="2752"/>
                  </a:lnTo>
                  <a:lnTo>
                    <a:pt x="14159" y="2642"/>
                  </a:lnTo>
                  <a:lnTo>
                    <a:pt x="14233" y="2495"/>
                  </a:lnTo>
                  <a:lnTo>
                    <a:pt x="14306" y="2568"/>
                  </a:lnTo>
                  <a:lnTo>
                    <a:pt x="14489" y="2715"/>
                  </a:lnTo>
                  <a:lnTo>
                    <a:pt x="14673" y="2788"/>
                  </a:lnTo>
                  <a:lnTo>
                    <a:pt x="14893" y="2898"/>
                  </a:lnTo>
                  <a:lnTo>
                    <a:pt x="15076" y="3009"/>
                  </a:lnTo>
                  <a:lnTo>
                    <a:pt x="15296" y="3192"/>
                  </a:lnTo>
                  <a:lnTo>
                    <a:pt x="15480" y="3449"/>
                  </a:lnTo>
                  <a:lnTo>
                    <a:pt x="15626" y="3705"/>
                  </a:lnTo>
                  <a:lnTo>
                    <a:pt x="15700" y="3999"/>
                  </a:lnTo>
                  <a:lnTo>
                    <a:pt x="15480" y="4366"/>
                  </a:lnTo>
                  <a:lnTo>
                    <a:pt x="15370" y="4549"/>
                  </a:lnTo>
                  <a:lnTo>
                    <a:pt x="15186" y="4696"/>
                  </a:lnTo>
                  <a:lnTo>
                    <a:pt x="14966" y="4879"/>
                  </a:lnTo>
                  <a:lnTo>
                    <a:pt x="14709" y="5063"/>
                  </a:lnTo>
                  <a:lnTo>
                    <a:pt x="14416" y="5173"/>
                  </a:lnTo>
                  <a:lnTo>
                    <a:pt x="14123" y="5283"/>
                  </a:lnTo>
                  <a:lnTo>
                    <a:pt x="13572" y="5429"/>
                  </a:lnTo>
                  <a:lnTo>
                    <a:pt x="13022" y="5613"/>
                  </a:lnTo>
                  <a:lnTo>
                    <a:pt x="12765" y="5723"/>
                  </a:lnTo>
                  <a:lnTo>
                    <a:pt x="12509" y="5870"/>
                  </a:lnTo>
                  <a:lnTo>
                    <a:pt x="12288" y="6016"/>
                  </a:lnTo>
                  <a:lnTo>
                    <a:pt x="12105" y="6236"/>
                  </a:lnTo>
                  <a:lnTo>
                    <a:pt x="11958" y="6420"/>
                  </a:lnTo>
                  <a:lnTo>
                    <a:pt x="11922" y="6640"/>
                  </a:lnTo>
                  <a:lnTo>
                    <a:pt x="11922" y="6823"/>
                  </a:lnTo>
                  <a:lnTo>
                    <a:pt x="11958" y="7007"/>
                  </a:lnTo>
                  <a:lnTo>
                    <a:pt x="12032" y="7154"/>
                  </a:lnTo>
                  <a:lnTo>
                    <a:pt x="12178" y="7300"/>
                  </a:lnTo>
                  <a:lnTo>
                    <a:pt x="12325" y="7410"/>
                  </a:lnTo>
                  <a:lnTo>
                    <a:pt x="12545" y="7520"/>
                  </a:lnTo>
                  <a:lnTo>
                    <a:pt x="12765" y="7557"/>
                  </a:lnTo>
                  <a:lnTo>
                    <a:pt x="12985" y="7557"/>
                  </a:lnTo>
                  <a:lnTo>
                    <a:pt x="13205" y="7520"/>
                  </a:lnTo>
                  <a:lnTo>
                    <a:pt x="13426" y="7484"/>
                  </a:lnTo>
                  <a:lnTo>
                    <a:pt x="13682" y="7410"/>
                  </a:lnTo>
                  <a:lnTo>
                    <a:pt x="13976" y="7300"/>
                  </a:lnTo>
                  <a:lnTo>
                    <a:pt x="14196" y="7154"/>
                  </a:lnTo>
                  <a:lnTo>
                    <a:pt x="14306" y="7043"/>
                  </a:lnTo>
                  <a:lnTo>
                    <a:pt x="14343" y="6970"/>
                  </a:lnTo>
                  <a:lnTo>
                    <a:pt x="14379" y="6823"/>
                  </a:lnTo>
                  <a:lnTo>
                    <a:pt x="14343" y="6787"/>
                  </a:lnTo>
                  <a:lnTo>
                    <a:pt x="14269" y="6750"/>
                  </a:lnTo>
                  <a:lnTo>
                    <a:pt x="14086" y="6750"/>
                  </a:lnTo>
                  <a:lnTo>
                    <a:pt x="13902" y="6823"/>
                  </a:lnTo>
                  <a:lnTo>
                    <a:pt x="13536" y="6970"/>
                  </a:lnTo>
                  <a:lnTo>
                    <a:pt x="13316" y="7043"/>
                  </a:lnTo>
                  <a:lnTo>
                    <a:pt x="13095" y="7080"/>
                  </a:lnTo>
                  <a:lnTo>
                    <a:pt x="12655" y="7080"/>
                  </a:lnTo>
                  <a:lnTo>
                    <a:pt x="12509" y="7007"/>
                  </a:lnTo>
                  <a:lnTo>
                    <a:pt x="12435" y="6933"/>
                  </a:lnTo>
                  <a:lnTo>
                    <a:pt x="12362" y="6823"/>
                  </a:lnTo>
                  <a:lnTo>
                    <a:pt x="12362" y="6713"/>
                  </a:lnTo>
                  <a:lnTo>
                    <a:pt x="12398" y="6603"/>
                  </a:lnTo>
                  <a:lnTo>
                    <a:pt x="12472" y="6493"/>
                  </a:lnTo>
                  <a:lnTo>
                    <a:pt x="12655" y="6310"/>
                  </a:lnTo>
                  <a:lnTo>
                    <a:pt x="12875" y="6163"/>
                  </a:lnTo>
                  <a:lnTo>
                    <a:pt x="13132" y="6053"/>
                  </a:lnTo>
                  <a:lnTo>
                    <a:pt x="13609" y="5906"/>
                  </a:lnTo>
                  <a:lnTo>
                    <a:pt x="14453" y="5613"/>
                  </a:lnTo>
                  <a:lnTo>
                    <a:pt x="14893" y="5429"/>
                  </a:lnTo>
                  <a:lnTo>
                    <a:pt x="15076" y="5319"/>
                  </a:lnTo>
                  <a:lnTo>
                    <a:pt x="15260" y="5173"/>
                  </a:lnTo>
                  <a:lnTo>
                    <a:pt x="15516" y="4953"/>
                  </a:lnTo>
                  <a:lnTo>
                    <a:pt x="15736" y="4659"/>
                  </a:lnTo>
                  <a:lnTo>
                    <a:pt x="15736" y="4696"/>
                  </a:lnTo>
                  <a:lnTo>
                    <a:pt x="15700" y="4806"/>
                  </a:lnTo>
                  <a:lnTo>
                    <a:pt x="15773" y="4916"/>
                  </a:lnTo>
                  <a:lnTo>
                    <a:pt x="15847" y="4989"/>
                  </a:lnTo>
                  <a:lnTo>
                    <a:pt x="15957" y="5026"/>
                  </a:lnTo>
                  <a:lnTo>
                    <a:pt x="16103" y="5063"/>
                  </a:lnTo>
                  <a:lnTo>
                    <a:pt x="16177" y="5099"/>
                  </a:lnTo>
                  <a:lnTo>
                    <a:pt x="16250" y="5209"/>
                  </a:lnTo>
                  <a:lnTo>
                    <a:pt x="16323" y="5356"/>
                  </a:lnTo>
                  <a:lnTo>
                    <a:pt x="16140" y="5393"/>
                  </a:lnTo>
                  <a:lnTo>
                    <a:pt x="15920" y="5466"/>
                  </a:lnTo>
                  <a:lnTo>
                    <a:pt x="15553" y="5650"/>
                  </a:lnTo>
                  <a:lnTo>
                    <a:pt x="15003" y="5833"/>
                  </a:lnTo>
                  <a:lnTo>
                    <a:pt x="14783" y="5906"/>
                  </a:lnTo>
                  <a:lnTo>
                    <a:pt x="14709" y="5980"/>
                  </a:lnTo>
                  <a:lnTo>
                    <a:pt x="14636" y="6090"/>
                  </a:lnTo>
                  <a:lnTo>
                    <a:pt x="14599" y="6163"/>
                  </a:lnTo>
                  <a:lnTo>
                    <a:pt x="14673" y="6273"/>
                  </a:lnTo>
                  <a:lnTo>
                    <a:pt x="14783" y="6310"/>
                  </a:lnTo>
                  <a:lnTo>
                    <a:pt x="14893" y="6310"/>
                  </a:lnTo>
                  <a:lnTo>
                    <a:pt x="15150" y="6273"/>
                  </a:lnTo>
                  <a:lnTo>
                    <a:pt x="15406" y="6163"/>
                  </a:lnTo>
                  <a:lnTo>
                    <a:pt x="15626" y="6053"/>
                  </a:lnTo>
                  <a:lnTo>
                    <a:pt x="16030" y="5870"/>
                  </a:lnTo>
                  <a:lnTo>
                    <a:pt x="16213" y="5723"/>
                  </a:lnTo>
                  <a:lnTo>
                    <a:pt x="16397" y="5576"/>
                  </a:lnTo>
                  <a:lnTo>
                    <a:pt x="16397" y="5833"/>
                  </a:lnTo>
                  <a:lnTo>
                    <a:pt x="16397" y="6090"/>
                  </a:lnTo>
                  <a:lnTo>
                    <a:pt x="16397" y="6493"/>
                  </a:lnTo>
                  <a:lnTo>
                    <a:pt x="16397" y="6567"/>
                  </a:lnTo>
                  <a:lnTo>
                    <a:pt x="16323" y="6603"/>
                  </a:lnTo>
                  <a:lnTo>
                    <a:pt x="16177" y="6933"/>
                  </a:lnTo>
                  <a:lnTo>
                    <a:pt x="16067" y="7264"/>
                  </a:lnTo>
                  <a:lnTo>
                    <a:pt x="15076" y="7264"/>
                  </a:lnTo>
                  <a:lnTo>
                    <a:pt x="14783" y="7300"/>
                  </a:lnTo>
                  <a:lnTo>
                    <a:pt x="14526" y="7410"/>
                  </a:lnTo>
                  <a:lnTo>
                    <a:pt x="14343" y="7594"/>
                  </a:lnTo>
                  <a:lnTo>
                    <a:pt x="14196" y="7814"/>
                  </a:lnTo>
                  <a:lnTo>
                    <a:pt x="14086" y="8034"/>
                  </a:lnTo>
                  <a:lnTo>
                    <a:pt x="14049" y="8181"/>
                  </a:lnTo>
                  <a:lnTo>
                    <a:pt x="14012" y="8327"/>
                  </a:lnTo>
                  <a:lnTo>
                    <a:pt x="14049" y="8584"/>
                  </a:lnTo>
                  <a:lnTo>
                    <a:pt x="14159" y="8841"/>
                  </a:lnTo>
                  <a:lnTo>
                    <a:pt x="14306" y="9098"/>
                  </a:lnTo>
                  <a:lnTo>
                    <a:pt x="14489" y="9318"/>
                  </a:lnTo>
                  <a:lnTo>
                    <a:pt x="14673" y="9538"/>
                  </a:lnTo>
                  <a:lnTo>
                    <a:pt x="14856" y="9758"/>
                  </a:lnTo>
                  <a:lnTo>
                    <a:pt x="15003" y="9831"/>
                  </a:lnTo>
                  <a:lnTo>
                    <a:pt x="15150" y="9868"/>
                  </a:lnTo>
                  <a:lnTo>
                    <a:pt x="15223" y="9831"/>
                  </a:lnTo>
                  <a:lnTo>
                    <a:pt x="15260" y="9758"/>
                  </a:lnTo>
                  <a:lnTo>
                    <a:pt x="15260" y="9685"/>
                  </a:lnTo>
                  <a:lnTo>
                    <a:pt x="15260" y="9574"/>
                  </a:lnTo>
                  <a:lnTo>
                    <a:pt x="15150" y="9428"/>
                  </a:lnTo>
                  <a:lnTo>
                    <a:pt x="14893" y="9134"/>
                  </a:lnTo>
                  <a:lnTo>
                    <a:pt x="14709" y="8951"/>
                  </a:lnTo>
                  <a:lnTo>
                    <a:pt x="14563" y="8731"/>
                  </a:lnTo>
                  <a:lnTo>
                    <a:pt x="14489" y="8511"/>
                  </a:lnTo>
                  <a:lnTo>
                    <a:pt x="14453" y="8364"/>
                  </a:lnTo>
                  <a:lnTo>
                    <a:pt x="14453" y="8254"/>
                  </a:lnTo>
                  <a:lnTo>
                    <a:pt x="14489" y="8107"/>
                  </a:lnTo>
                  <a:lnTo>
                    <a:pt x="14563" y="7997"/>
                  </a:lnTo>
                  <a:lnTo>
                    <a:pt x="14673" y="7850"/>
                  </a:lnTo>
                  <a:lnTo>
                    <a:pt x="14893" y="7740"/>
                  </a:lnTo>
                  <a:lnTo>
                    <a:pt x="15113" y="7667"/>
                  </a:lnTo>
                  <a:lnTo>
                    <a:pt x="15333" y="7630"/>
                  </a:lnTo>
                  <a:lnTo>
                    <a:pt x="16103" y="7630"/>
                  </a:lnTo>
                  <a:lnTo>
                    <a:pt x="15993" y="7850"/>
                  </a:lnTo>
                  <a:lnTo>
                    <a:pt x="15957" y="7961"/>
                  </a:lnTo>
                  <a:lnTo>
                    <a:pt x="15993" y="8107"/>
                  </a:lnTo>
                  <a:lnTo>
                    <a:pt x="16030" y="8327"/>
                  </a:lnTo>
                  <a:lnTo>
                    <a:pt x="16030" y="8584"/>
                  </a:lnTo>
                  <a:lnTo>
                    <a:pt x="16030" y="8804"/>
                  </a:lnTo>
                  <a:lnTo>
                    <a:pt x="15993" y="9024"/>
                  </a:lnTo>
                  <a:lnTo>
                    <a:pt x="15920" y="8841"/>
                  </a:lnTo>
                  <a:lnTo>
                    <a:pt x="15847" y="8694"/>
                  </a:lnTo>
                  <a:lnTo>
                    <a:pt x="15736" y="8511"/>
                  </a:lnTo>
                  <a:lnTo>
                    <a:pt x="15590" y="8364"/>
                  </a:lnTo>
                  <a:lnTo>
                    <a:pt x="15516" y="8327"/>
                  </a:lnTo>
                  <a:lnTo>
                    <a:pt x="15370" y="8327"/>
                  </a:lnTo>
                  <a:lnTo>
                    <a:pt x="15296" y="8364"/>
                  </a:lnTo>
                  <a:lnTo>
                    <a:pt x="15260" y="8437"/>
                  </a:lnTo>
                  <a:lnTo>
                    <a:pt x="15260" y="8511"/>
                  </a:lnTo>
                  <a:lnTo>
                    <a:pt x="15260" y="8584"/>
                  </a:lnTo>
                  <a:lnTo>
                    <a:pt x="15296" y="8657"/>
                  </a:lnTo>
                  <a:lnTo>
                    <a:pt x="15480" y="8914"/>
                  </a:lnTo>
                  <a:lnTo>
                    <a:pt x="15590" y="9171"/>
                  </a:lnTo>
                  <a:lnTo>
                    <a:pt x="15626" y="9464"/>
                  </a:lnTo>
                  <a:lnTo>
                    <a:pt x="15590" y="9795"/>
                  </a:lnTo>
                  <a:lnTo>
                    <a:pt x="15590" y="9868"/>
                  </a:lnTo>
                  <a:lnTo>
                    <a:pt x="15626" y="9978"/>
                  </a:lnTo>
                  <a:lnTo>
                    <a:pt x="15370" y="10308"/>
                  </a:lnTo>
                  <a:lnTo>
                    <a:pt x="15040" y="10638"/>
                  </a:lnTo>
                  <a:lnTo>
                    <a:pt x="14893" y="10748"/>
                  </a:lnTo>
                  <a:lnTo>
                    <a:pt x="14673" y="10895"/>
                  </a:lnTo>
                  <a:lnTo>
                    <a:pt x="14269" y="11042"/>
                  </a:lnTo>
                  <a:lnTo>
                    <a:pt x="14306" y="10968"/>
                  </a:lnTo>
                  <a:lnTo>
                    <a:pt x="14343" y="10638"/>
                  </a:lnTo>
                  <a:lnTo>
                    <a:pt x="14306" y="10345"/>
                  </a:lnTo>
                  <a:lnTo>
                    <a:pt x="14233" y="10015"/>
                  </a:lnTo>
                  <a:lnTo>
                    <a:pt x="14086" y="9721"/>
                  </a:lnTo>
                  <a:lnTo>
                    <a:pt x="13902" y="9428"/>
                  </a:lnTo>
                  <a:lnTo>
                    <a:pt x="13682" y="9171"/>
                  </a:lnTo>
                  <a:lnTo>
                    <a:pt x="13499" y="9024"/>
                  </a:lnTo>
                  <a:lnTo>
                    <a:pt x="13426" y="8914"/>
                  </a:lnTo>
                  <a:lnTo>
                    <a:pt x="13352" y="8841"/>
                  </a:lnTo>
                  <a:lnTo>
                    <a:pt x="13169" y="8841"/>
                  </a:lnTo>
                  <a:lnTo>
                    <a:pt x="12839" y="8694"/>
                  </a:lnTo>
                  <a:lnTo>
                    <a:pt x="12875" y="8584"/>
                  </a:lnTo>
                  <a:lnTo>
                    <a:pt x="12875" y="8437"/>
                  </a:lnTo>
                  <a:lnTo>
                    <a:pt x="12875" y="8364"/>
                  </a:lnTo>
                  <a:lnTo>
                    <a:pt x="12839" y="8327"/>
                  </a:lnTo>
                  <a:lnTo>
                    <a:pt x="12765" y="8291"/>
                  </a:lnTo>
                  <a:lnTo>
                    <a:pt x="12655" y="8291"/>
                  </a:lnTo>
                  <a:lnTo>
                    <a:pt x="12582" y="8327"/>
                  </a:lnTo>
                  <a:lnTo>
                    <a:pt x="12545" y="8401"/>
                  </a:lnTo>
                  <a:lnTo>
                    <a:pt x="12472" y="8584"/>
                  </a:lnTo>
                  <a:lnTo>
                    <a:pt x="12252" y="8547"/>
                  </a:lnTo>
                  <a:lnTo>
                    <a:pt x="12032" y="8584"/>
                  </a:lnTo>
                  <a:lnTo>
                    <a:pt x="11812" y="8621"/>
                  </a:lnTo>
                  <a:lnTo>
                    <a:pt x="11628" y="8694"/>
                  </a:lnTo>
                  <a:lnTo>
                    <a:pt x="11555" y="8584"/>
                  </a:lnTo>
                  <a:lnTo>
                    <a:pt x="11445" y="8511"/>
                  </a:lnTo>
                  <a:lnTo>
                    <a:pt x="11261" y="8511"/>
                  </a:lnTo>
                  <a:lnTo>
                    <a:pt x="11188" y="8584"/>
                  </a:lnTo>
                  <a:lnTo>
                    <a:pt x="11115" y="8657"/>
                  </a:lnTo>
                  <a:lnTo>
                    <a:pt x="11041" y="8731"/>
                  </a:lnTo>
                  <a:lnTo>
                    <a:pt x="10895" y="8914"/>
                  </a:lnTo>
                  <a:lnTo>
                    <a:pt x="10748" y="9061"/>
                  </a:lnTo>
                  <a:lnTo>
                    <a:pt x="10454" y="9208"/>
                  </a:lnTo>
                  <a:lnTo>
                    <a:pt x="10124" y="9318"/>
                  </a:lnTo>
                  <a:lnTo>
                    <a:pt x="9794" y="9391"/>
                  </a:lnTo>
                  <a:lnTo>
                    <a:pt x="9464" y="9428"/>
                  </a:lnTo>
                  <a:lnTo>
                    <a:pt x="8767" y="9428"/>
                  </a:lnTo>
                  <a:lnTo>
                    <a:pt x="8327" y="9354"/>
                  </a:lnTo>
                  <a:lnTo>
                    <a:pt x="8180" y="9318"/>
                  </a:lnTo>
                  <a:lnTo>
                    <a:pt x="8143" y="9318"/>
                  </a:lnTo>
                  <a:lnTo>
                    <a:pt x="8143" y="9281"/>
                  </a:lnTo>
                  <a:lnTo>
                    <a:pt x="8143" y="9134"/>
                  </a:lnTo>
                  <a:lnTo>
                    <a:pt x="8033" y="9024"/>
                  </a:lnTo>
                  <a:lnTo>
                    <a:pt x="8290" y="8621"/>
                  </a:lnTo>
                  <a:lnTo>
                    <a:pt x="8547" y="8181"/>
                  </a:lnTo>
                  <a:lnTo>
                    <a:pt x="8767" y="7924"/>
                  </a:lnTo>
                  <a:lnTo>
                    <a:pt x="8987" y="7630"/>
                  </a:lnTo>
                  <a:lnTo>
                    <a:pt x="9244" y="7410"/>
                  </a:lnTo>
                  <a:lnTo>
                    <a:pt x="9501" y="7154"/>
                  </a:lnTo>
                  <a:lnTo>
                    <a:pt x="9794" y="6970"/>
                  </a:lnTo>
                  <a:lnTo>
                    <a:pt x="10088" y="6787"/>
                  </a:lnTo>
                  <a:lnTo>
                    <a:pt x="10234" y="6713"/>
                  </a:lnTo>
                  <a:lnTo>
                    <a:pt x="10418" y="6713"/>
                  </a:lnTo>
                  <a:lnTo>
                    <a:pt x="10491" y="6750"/>
                  </a:lnTo>
                  <a:lnTo>
                    <a:pt x="10528" y="6823"/>
                  </a:lnTo>
                  <a:lnTo>
                    <a:pt x="10528" y="6897"/>
                  </a:lnTo>
                  <a:lnTo>
                    <a:pt x="10528" y="7043"/>
                  </a:lnTo>
                  <a:lnTo>
                    <a:pt x="10454" y="7154"/>
                  </a:lnTo>
                  <a:lnTo>
                    <a:pt x="10308" y="7374"/>
                  </a:lnTo>
                  <a:lnTo>
                    <a:pt x="10051" y="7667"/>
                  </a:lnTo>
                  <a:lnTo>
                    <a:pt x="9757" y="7961"/>
                  </a:lnTo>
                  <a:lnTo>
                    <a:pt x="9501" y="8291"/>
                  </a:lnTo>
                  <a:lnTo>
                    <a:pt x="9281" y="8657"/>
                  </a:lnTo>
                  <a:lnTo>
                    <a:pt x="9281" y="8731"/>
                  </a:lnTo>
                  <a:lnTo>
                    <a:pt x="9317" y="8841"/>
                  </a:lnTo>
                  <a:lnTo>
                    <a:pt x="9391" y="8878"/>
                  </a:lnTo>
                  <a:lnTo>
                    <a:pt x="9501" y="8878"/>
                  </a:lnTo>
                  <a:lnTo>
                    <a:pt x="9721" y="8694"/>
                  </a:lnTo>
                  <a:lnTo>
                    <a:pt x="9941" y="8474"/>
                  </a:lnTo>
                  <a:lnTo>
                    <a:pt x="10271" y="7997"/>
                  </a:lnTo>
                  <a:lnTo>
                    <a:pt x="10601" y="7630"/>
                  </a:lnTo>
                  <a:lnTo>
                    <a:pt x="10748" y="7447"/>
                  </a:lnTo>
                  <a:lnTo>
                    <a:pt x="10858" y="7227"/>
                  </a:lnTo>
                  <a:lnTo>
                    <a:pt x="10895" y="7043"/>
                  </a:lnTo>
                  <a:lnTo>
                    <a:pt x="10895" y="6860"/>
                  </a:lnTo>
                  <a:lnTo>
                    <a:pt x="10858" y="6677"/>
                  </a:lnTo>
                  <a:lnTo>
                    <a:pt x="10784" y="6530"/>
                  </a:lnTo>
                  <a:lnTo>
                    <a:pt x="10674" y="6383"/>
                  </a:lnTo>
                  <a:lnTo>
                    <a:pt x="10491" y="6310"/>
                  </a:lnTo>
                  <a:lnTo>
                    <a:pt x="10344" y="6310"/>
                  </a:lnTo>
                  <a:lnTo>
                    <a:pt x="10124" y="6347"/>
                  </a:lnTo>
                  <a:lnTo>
                    <a:pt x="9904" y="6420"/>
                  </a:lnTo>
                  <a:lnTo>
                    <a:pt x="9684" y="6567"/>
                  </a:lnTo>
                  <a:lnTo>
                    <a:pt x="9281" y="6860"/>
                  </a:lnTo>
                  <a:lnTo>
                    <a:pt x="8914" y="7190"/>
                  </a:lnTo>
                  <a:lnTo>
                    <a:pt x="8584" y="7557"/>
                  </a:lnTo>
                  <a:lnTo>
                    <a:pt x="8290" y="7887"/>
                  </a:lnTo>
                  <a:lnTo>
                    <a:pt x="8033" y="8254"/>
                  </a:lnTo>
                  <a:lnTo>
                    <a:pt x="7850" y="8657"/>
                  </a:lnTo>
                  <a:lnTo>
                    <a:pt x="7777" y="8878"/>
                  </a:lnTo>
                  <a:lnTo>
                    <a:pt x="7740" y="9098"/>
                  </a:lnTo>
                  <a:lnTo>
                    <a:pt x="7703" y="9098"/>
                  </a:lnTo>
                  <a:lnTo>
                    <a:pt x="7667" y="9171"/>
                  </a:lnTo>
                  <a:lnTo>
                    <a:pt x="7556" y="9208"/>
                  </a:lnTo>
                  <a:lnTo>
                    <a:pt x="7300" y="9208"/>
                  </a:lnTo>
                  <a:lnTo>
                    <a:pt x="6823" y="9098"/>
                  </a:lnTo>
                  <a:lnTo>
                    <a:pt x="6236" y="9098"/>
                  </a:lnTo>
                  <a:lnTo>
                    <a:pt x="5686" y="9171"/>
                  </a:lnTo>
                  <a:lnTo>
                    <a:pt x="5612" y="9171"/>
                  </a:lnTo>
                  <a:lnTo>
                    <a:pt x="5612" y="8988"/>
                  </a:lnTo>
                  <a:lnTo>
                    <a:pt x="5612" y="8804"/>
                  </a:lnTo>
                  <a:lnTo>
                    <a:pt x="5686" y="8657"/>
                  </a:lnTo>
                  <a:lnTo>
                    <a:pt x="5759" y="8511"/>
                  </a:lnTo>
                  <a:lnTo>
                    <a:pt x="5869" y="8364"/>
                  </a:lnTo>
                  <a:lnTo>
                    <a:pt x="6016" y="8291"/>
                  </a:lnTo>
                  <a:lnTo>
                    <a:pt x="6163" y="8181"/>
                  </a:lnTo>
                  <a:lnTo>
                    <a:pt x="6383" y="8144"/>
                  </a:lnTo>
                  <a:lnTo>
                    <a:pt x="6749" y="8034"/>
                  </a:lnTo>
                  <a:lnTo>
                    <a:pt x="7080" y="7924"/>
                  </a:lnTo>
                  <a:lnTo>
                    <a:pt x="7410" y="7777"/>
                  </a:lnTo>
                  <a:lnTo>
                    <a:pt x="7703" y="7594"/>
                  </a:lnTo>
                  <a:lnTo>
                    <a:pt x="7960" y="7374"/>
                  </a:lnTo>
                  <a:lnTo>
                    <a:pt x="8217" y="7154"/>
                  </a:lnTo>
                  <a:lnTo>
                    <a:pt x="8437" y="6897"/>
                  </a:lnTo>
                  <a:lnTo>
                    <a:pt x="8620" y="6603"/>
                  </a:lnTo>
                  <a:lnTo>
                    <a:pt x="8767" y="6383"/>
                  </a:lnTo>
                  <a:lnTo>
                    <a:pt x="8914" y="6090"/>
                  </a:lnTo>
                  <a:lnTo>
                    <a:pt x="8950" y="5943"/>
                  </a:lnTo>
                  <a:lnTo>
                    <a:pt x="8987" y="5796"/>
                  </a:lnTo>
                  <a:lnTo>
                    <a:pt x="8950" y="5650"/>
                  </a:lnTo>
                  <a:lnTo>
                    <a:pt x="8914" y="5540"/>
                  </a:lnTo>
                  <a:lnTo>
                    <a:pt x="8804" y="5540"/>
                  </a:lnTo>
                  <a:lnTo>
                    <a:pt x="8694" y="5576"/>
                  </a:lnTo>
                  <a:lnTo>
                    <a:pt x="8620" y="5686"/>
                  </a:lnTo>
                  <a:lnTo>
                    <a:pt x="8510" y="5943"/>
                  </a:lnTo>
                  <a:lnTo>
                    <a:pt x="8327" y="6310"/>
                  </a:lnTo>
                  <a:lnTo>
                    <a:pt x="8107" y="6677"/>
                  </a:lnTo>
                  <a:lnTo>
                    <a:pt x="7813" y="7007"/>
                  </a:lnTo>
                  <a:lnTo>
                    <a:pt x="7483" y="7264"/>
                  </a:lnTo>
                  <a:lnTo>
                    <a:pt x="7116" y="7484"/>
                  </a:lnTo>
                  <a:lnTo>
                    <a:pt x="6713" y="7667"/>
                  </a:lnTo>
                  <a:lnTo>
                    <a:pt x="6346" y="7777"/>
                  </a:lnTo>
                  <a:lnTo>
                    <a:pt x="6016" y="7887"/>
                  </a:lnTo>
                  <a:lnTo>
                    <a:pt x="5832" y="7924"/>
                  </a:lnTo>
                  <a:lnTo>
                    <a:pt x="5686" y="8034"/>
                  </a:lnTo>
                  <a:lnTo>
                    <a:pt x="5539" y="8144"/>
                  </a:lnTo>
                  <a:lnTo>
                    <a:pt x="5429" y="8291"/>
                  </a:lnTo>
                  <a:lnTo>
                    <a:pt x="5282" y="8511"/>
                  </a:lnTo>
                  <a:lnTo>
                    <a:pt x="5209" y="8768"/>
                  </a:lnTo>
                  <a:lnTo>
                    <a:pt x="5209" y="9024"/>
                  </a:lnTo>
                  <a:lnTo>
                    <a:pt x="5282" y="9281"/>
                  </a:lnTo>
                  <a:lnTo>
                    <a:pt x="4915" y="9391"/>
                  </a:lnTo>
                  <a:lnTo>
                    <a:pt x="4512" y="9501"/>
                  </a:lnTo>
                  <a:lnTo>
                    <a:pt x="4365" y="9501"/>
                  </a:lnTo>
                  <a:lnTo>
                    <a:pt x="4218" y="9464"/>
                  </a:lnTo>
                  <a:lnTo>
                    <a:pt x="4072" y="9428"/>
                  </a:lnTo>
                  <a:lnTo>
                    <a:pt x="3962" y="9354"/>
                  </a:lnTo>
                  <a:lnTo>
                    <a:pt x="3852" y="9244"/>
                  </a:lnTo>
                  <a:lnTo>
                    <a:pt x="3778" y="9134"/>
                  </a:lnTo>
                  <a:lnTo>
                    <a:pt x="3742" y="9024"/>
                  </a:lnTo>
                  <a:lnTo>
                    <a:pt x="3778" y="8841"/>
                  </a:lnTo>
                  <a:lnTo>
                    <a:pt x="3815" y="8768"/>
                  </a:lnTo>
                  <a:lnTo>
                    <a:pt x="3778" y="8694"/>
                  </a:lnTo>
                  <a:lnTo>
                    <a:pt x="3888" y="8547"/>
                  </a:lnTo>
                  <a:lnTo>
                    <a:pt x="3962" y="8401"/>
                  </a:lnTo>
                  <a:lnTo>
                    <a:pt x="4108" y="8107"/>
                  </a:lnTo>
                  <a:lnTo>
                    <a:pt x="4255" y="7850"/>
                  </a:lnTo>
                  <a:lnTo>
                    <a:pt x="4439" y="7520"/>
                  </a:lnTo>
                  <a:lnTo>
                    <a:pt x="4475" y="7374"/>
                  </a:lnTo>
                  <a:lnTo>
                    <a:pt x="4512" y="7227"/>
                  </a:lnTo>
                  <a:lnTo>
                    <a:pt x="4475" y="7043"/>
                  </a:lnTo>
                  <a:lnTo>
                    <a:pt x="4439" y="6897"/>
                  </a:lnTo>
                  <a:lnTo>
                    <a:pt x="4328" y="6823"/>
                  </a:lnTo>
                  <a:lnTo>
                    <a:pt x="4218" y="6750"/>
                  </a:lnTo>
                  <a:lnTo>
                    <a:pt x="4108" y="6713"/>
                  </a:lnTo>
                  <a:lnTo>
                    <a:pt x="3962" y="6713"/>
                  </a:lnTo>
                  <a:lnTo>
                    <a:pt x="3705" y="6750"/>
                  </a:lnTo>
                  <a:lnTo>
                    <a:pt x="3485" y="6823"/>
                  </a:lnTo>
                  <a:lnTo>
                    <a:pt x="3191" y="7007"/>
                  </a:lnTo>
                  <a:lnTo>
                    <a:pt x="2935" y="7227"/>
                  </a:lnTo>
                  <a:lnTo>
                    <a:pt x="2751" y="7447"/>
                  </a:lnTo>
                  <a:lnTo>
                    <a:pt x="2568" y="7667"/>
                  </a:lnTo>
                  <a:lnTo>
                    <a:pt x="2494" y="7667"/>
                  </a:lnTo>
                  <a:lnTo>
                    <a:pt x="2421" y="7704"/>
                  </a:lnTo>
                  <a:lnTo>
                    <a:pt x="2348" y="7850"/>
                  </a:lnTo>
                  <a:lnTo>
                    <a:pt x="2348" y="7887"/>
                  </a:lnTo>
                  <a:lnTo>
                    <a:pt x="2348" y="7961"/>
                  </a:lnTo>
                  <a:lnTo>
                    <a:pt x="2384" y="8034"/>
                  </a:lnTo>
                  <a:lnTo>
                    <a:pt x="2458" y="8071"/>
                  </a:lnTo>
                  <a:lnTo>
                    <a:pt x="2568" y="8107"/>
                  </a:lnTo>
                  <a:lnTo>
                    <a:pt x="2678" y="8107"/>
                  </a:lnTo>
                  <a:lnTo>
                    <a:pt x="2788" y="8071"/>
                  </a:lnTo>
                  <a:lnTo>
                    <a:pt x="2861" y="7997"/>
                  </a:lnTo>
                  <a:lnTo>
                    <a:pt x="3191" y="7630"/>
                  </a:lnTo>
                  <a:lnTo>
                    <a:pt x="3338" y="7447"/>
                  </a:lnTo>
                  <a:lnTo>
                    <a:pt x="3521" y="7300"/>
                  </a:lnTo>
                  <a:lnTo>
                    <a:pt x="3742" y="7227"/>
                  </a:lnTo>
                  <a:lnTo>
                    <a:pt x="3962" y="7154"/>
                  </a:lnTo>
                  <a:lnTo>
                    <a:pt x="4035" y="7154"/>
                  </a:lnTo>
                  <a:lnTo>
                    <a:pt x="4035" y="7190"/>
                  </a:lnTo>
                  <a:lnTo>
                    <a:pt x="4035" y="7300"/>
                  </a:lnTo>
                  <a:lnTo>
                    <a:pt x="3925" y="7557"/>
                  </a:lnTo>
                  <a:lnTo>
                    <a:pt x="3668" y="8034"/>
                  </a:lnTo>
                  <a:lnTo>
                    <a:pt x="3558" y="8327"/>
                  </a:lnTo>
                  <a:lnTo>
                    <a:pt x="3485" y="8474"/>
                  </a:lnTo>
                  <a:lnTo>
                    <a:pt x="3411" y="8547"/>
                  </a:lnTo>
                  <a:lnTo>
                    <a:pt x="3301" y="8621"/>
                  </a:lnTo>
                  <a:lnTo>
                    <a:pt x="3301" y="8657"/>
                  </a:lnTo>
                  <a:lnTo>
                    <a:pt x="3265" y="8694"/>
                  </a:lnTo>
                  <a:lnTo>
                    <a:pt x="3118" y="8804"/>
                  </a:lnTo>
                  <a:lnTo>
                    <a:pt x="2935" y="8841"/>
                  </a:lnTo>
                  <a:lnTo>
                    <a:pt x="2751" y="8878"/>
                  </a:lnTo>
                  <a:lnTo>
                    <a:pt x="2531" y="8878"/>
                  </a:lnTo>
                  <a:lnTo>
                    <a:pt x="2348" y="8841"/>
                  </a:lnTo>
                  <a:lnTo>
                    <a:pt x="2164" y="8768"/>
                  </a:lnTo>
                  <a:lnTo>
                    <a:pt x="2018" y="8694"/>
                  </a:lnTo>
                  <a:lnTo>
                    <a:pt x="1871" y="8584"/>
                  </a:lnTo>
                  <a:lnTo>
                    <a:pt x="1724" y="8437"/>
                  </a:lnTo>
                  <a:lnTo>
                    <a:pt x="1651" y="8291"/>
                  </a:lnTo>
                  <a:lnTo>
                    <a:pt x="1577" y="8144"/>
                  </a:lnTo>
                  <a:lnTo>
                    <a:pt x="1504" y="7961"/>
                  </a:lnTo>
                  <a:lnTo>
                    <a:pt x="1504" y="7777"/>
                  </a:lnTo>
                  <a:lnTo>
                    <a:pt x="1504" y="7594"/>
                  </a:lnTo>
                  <a:lnTo>
                    <a:pt x="1504" y="7447"/>
                  </a:lnTo>
                  <a:lnTo>
                    <a:pt x="1577" y="7264"/>
                  </a:lnTo>
                  <a:lnTo>
                    <a:pt x="1614" y="7154"/>
                  </a:lnTo>
                  <a:lnTo>
                    <a:pt x="1651" y="7043"/>
                  </a:lnTo>
                  <a:lnTo>
                    <a:pt x="1614" y="6970"/>
                  </a:lnTo>
                  <a:lnTo>
                    <a:pt x="1687" y="6970"/>
                  </a:lnTo>
                  <a:lnTo>
                    <a:pt x="1944" y="6860"/>
                  </a:lnTo>
                  <a:lnTo>
                    <a:pt x="2201" y="6787"/>
                  </a:lnTo>
                  <a:lnTo>
                    <a:pt x="2788" y="6493"/>
                  </a:lnTo>
                  <a:lnTo>
                    <a:pt x="3375" y="6163"/>
                  </a:lnTo>
                  <a:lnTo>
                    <a:pt x="3815" y="5870"/>
                  </a:lnTo>
                  <a:lnTo>
                    <a:pt x="3998" y="5686"/>
                  </a:lnTo>
                  <a:lnTo>
                    <a:pt x="4145" y="5503"/>
                  </a:lnTo>
                  <a:lnTo>
                    <a:pt x="4292" y="5283"/>
                  </a:lnTo>
                  <a:lnTo>
                    <a:pt x="4402" y="5099"/>
                  </a:lnTo>
                  <a:lnTo>
                    <a:pt x="4475" y="4843"/>
                  </a:lnTo>
                  <a:lnTo>
                    <a:pt x="4512" y="4586"/>
                  </a:lnTo>
                  <a:lnTo>
                    <a:pt x="4512" y="4402"/>
                  </a:lnTo>
                  <a:lnTo>
                    <a:pt x="4475" y="4182"/>
                  </a:lnTo>
                  <a:lnTo>
                    <a:pt x="4365" y="3999"/>
                  </a:lnTo>
                  <a:lnTo>
                    <a:pt x="4292" y="3926"/>
                  </a:lnTo>
                  <a:lnTo>
                    <a:pt x="4218" y="3889"/>
                  </a:lnTo>
                  <a:lnTo>
                    <a:pt x="3962" y="3816"/>
                  </a:lnTo>
                  <a:lnTo>
                    <a:pt x="3742" y="3779"/>
                  </a:lnTo>
                  <a:lnTo>
                    <a:pt x="3485" y="3816"/>
                  </a:lnTo>
                  <a:lnTo>
                    <a:pt x="3228" y="3852"/>
                  </a:lnTo>
                  <a:lnTo>
                    <a:pt x="2935" y="3962"/>
                  </a:lnTo>
                  <a:lnTo>
                    <a:pt x="2678" y="4072"/>
                  </a:lnTo>
                  <a:lnTo>
                    <a:pt x="2164" y="4366"/>
                  </a:lnTo>
                  <a:lnTo>
                    <a:pt x="1504" y="4733"/>
                  </a:lnTo>
                  <a:lnTo>
                    <a:pt x="1211" y="4916"/>
                  </a:lnTo>
                  <a:lnTo>
                    <a:pt x="917" y="5099"/>
                  </a:lnTo>
                  <a:lnTo>
                    <a:pt x="844" y="5173"/>
                  </a:lnTo>
                  <a:lnTo>
                    <a:pt x="807" y="5246"/>
                  </a:lnTo>
                  <a:lnTo>
                    <a:pt x="807" y="5319"/>
                  </a:lnTo>
                  <a:lnTo>
                    <a:pt x="844" y="5356"/>
                  </a:lnTo>
                  <a:lnTo>
                    <a:pt x="880" y="5429"/>
                  </a:lnTo>
                  <a:lnTo>
                    <a:pt x="954" y="5466"/>
                  </a:lnTo>
                  <a:lnTo>
                    <a:pt x="1101" y="5466"/>
                  </a:lnTo>
                  <a:lnTo>
                    <a:pt x="1541" y="5246"/>
                  </a:lnTo>
                  <a:lnTo>
                    <a:pt x="1944" y="4989"/>
                  </a:lnTo>
                  <a:lnTo>
                    <a:pt x="2788" y="4512"/>
                  </a:lnTo>
                  <a:lnTo>
                    <a:pt x="3191" y="4329"/>
                  </a:lnTo>
                  <a:lnTo>
                    <a:pt x="3375" y="4256"/>
                  </a:lnTo>
                  <a:lnTo>
                    <a:pt x="3595" y="4219"/>
                  </a:lnTo>
                  <a:lnTo>
                    <a:pt x="3742" y="4182"/>
                  </a:lnTo>
                  <a:lnTo>
                    <a:pt x="3852" y="4219"/>
                  </a:lnTo>
                  <a:lnTo>
                    <a:pt x="3998" y="4256"/>
                  </a:lnTo>
                  <a:lnTo>
                    <a:pt x="4035" y="4292"/>
                  </a:lnTo>
                  <a:lnTo>
                    <a:pt x="4072" y="4366"/>
                  </a:lnTo>
                  <a:lnTo>
                    <a:pt x="4108" y="4476"/>
                  </a:lnTo>
                  <a:lnTo>
                    <a:pt x="4108" y="4586"/>
                  </a:lnTo>
                  <a:lnTo>
                    <a:pt x="4072" y="4843"/>
                  </a:lnTo>
                  <a:lnTo>
                    <a:pt x="3998" y="5026"/>
                  </a:lnTo>
                  <a:lnTo>
                    <a:pt x="3852" y="5246"/>
                  </a:lnTo>
                  <a:lnTo>
                    <a:pt x="3705" y="5393"/>
                  </a:lnTo>
                  <a:lnTo>
                    <a:pt x="3558" y="5576"/>
                  </a:lnTo>
                  <a:lnTo>
                    <a:pt x="3155" y="5833"/>
                  </a:lnTo>
                  <a:lnTo>
                    <a:pt x="2788" y="6053"/>
                  </a:lnTo>
                  <a:lnTo>
                    <a:pt x="2348" y="6310"/>
                  </a:lnTo>
                  <a:lnTo>
                    <a:pt x="1908" y="6530"/>
                  </a:lnTo>
                  <a:lnTo>
                    <a:pt x="1467" y="6750"/>
                  </a:lnTo>
                  <a:lnTo>
                    <a:pt x="1321" y="6823"/>
                  </a:lnTo>
                  <a:lnTo>
                    <a:pt x="1247" y="6860"/>
                  </a:lnTo>
                  <a:lnTo>
                    <a:pt x="1211" y="6933"/>
                  </a:lnTo>
                  <a:lnTo>
                    <a:pt x="1174" y="6933"/>
                  </a:lnTo>
                  <a:lnTo>
                    <a:pt x="1064" y="6860"/>
                  </a:lnTo>
                  <a:lnTo>
                    <a:pt x="880" y="6713"/>
                  </a:lnTo>
                  <a:lnTo>
                    <a:pt x="697" y="6457"/>
                  </a:lnTo>
                  <a:lnTo>
                    <a:pt x="587" y="6273"/>
                  </a:lnTo>
                  <a:lnTo>
                    <a:pt x="514" y="6053"/>
                  </a:lnTo>
                  <a:lnTo>
                    <a:pt x="477" y="5833"/>
                  </a:lnTo>
                  <a:lnTo>
                    <a:pt x="477" y="5613"/>
                  </a:lnTo>
                  <a:lnTo>
                    <a:pt x="477" y="5356"/>
                  </a:lnTo>
                  <a:lnTo>
                    <a:pt x="550" y="5136"/>
                  </a:lnTo>
                  <a:lnTo>
                    <a:pt x="660" y="4879"/>
                  </a:lnTo>
                  <a:lnTo>
                    <a:pt x="770" y="4659"/>
                  </a:lnTo>
                  <a:lnTo>
                    <a:pt x="917" y="4476"/>
                  </a:lnTo>
                  <a:lnTo>
                    <a:pt x="1101" y="4292"/>
                  </a:lnTo>
                  <a:lnTo>
                    <a:pt x="1504" y="3962"/>
                  </a:lnTo>
                  <a:lnTo>
                    <a:pt x="1908" y="3705"/>
                  </a:lnTo>
                  <a:lnTo>
                    <a:pt x="2384" y="3485"/>
                  </a:lnTo>
                  <a:lnTo>
                    <a:pt x="2458" y="3412"/>
                  </a:lnTo>
                  <a:lnTo>
                    <a:pt x="2494" y="3302"/>
                  </a:lnTo>
                  <a:lnTo>
                    <a:pt x="2568" y="3119"/>
                  </a:lnTo>
                  <a:lnTo>
                    <a:pt x="2715" y="2898"/>
                  </a:lnTo>
                  <a:lnTo>
                    <a:pt x="2898" y="2715"/>
                  </a:lnTo>
                  <a:lnTo>
                    <a:pt x="3045" y="2532"/>
                  </a:lnTo>
                  <a:lnTo>
                    <a:pt x="3228" y="2385"/>
                  </a:lnTo>
                  <a:lnTo>
                    <a:pt x="3448" y="2238"/>
                  </a:lnTo>
                  <a:lnTo>
                    <a:pt x="3632" y="2128"/>
                  </a:lnTo>
                  <a:lnTo>
                    <a:pt x="3852" y="2055"/>
                  </a:lnTo>
                  <a:lnTo>
                    <a:pt x="4108" y="1981"/>
                  </a:lnTo>
                  <a:lnTo>
                    <a:pt x="4328" y="1945"/>
                  </a:lnTo>
                  <a:lnTo>
                    <a:pt x="4549" y="1908"/>
                  </a:lnTo>
                  <a:lnTo>
                    <a:pt x="4695" y="2055"/>
                  </a:lnTo>
                  <a:lnTo>
                    <a:pt x="4879" y="2165"/>
                  </a:lnTo>
                  <a:lnTo>
                    <a:pt x="5135" y="2348"/>
                  </a:lnTo>
                  <a:lnTo>
                    <a:pt x="5356" y="2568"/>
                  </a:lnTo>
                  <a:lnTo>
                    <a:pt x="5466" y="2715"/>
                  </a:lnTo>
                  <a:lnTo>
                    <a:pt x="5539" y="2898"/>
                  </a:lnTo>
                  <a:lnTo>
                    <a:pt x="5649" y="3229"/>
                  </a:lnTo>
                  <a:lnTo>
                    <a:pt x="5722" y="3559"/>
                  </a:lnTo>
                  <a:lnTo>
                    <a:pt x="5686" y="3926"/>
                  </a:lnTo>
                  <a:lnTo>
                    <a:pt x="5612" y="4256"/>
                  </a:lnTo>
                  <a:lnTo>
                    <a:pt x="5466" y="4549"/>
                  </a:lnTo>
                  <a:lnTo>
                    <a:pt x="5062" y="5063"/>
                  </a:lnTo>
                  <a:lnTo>
                    <a:pt x="4879" y="5319"/>
                  </a:lnTo>
                  <a:lnTo>
                    <a:pt x="4732" y="5613"/>
                  </a:lnTo>
                  <a:lnTo>
                    <a:pt x="4659" y="5943"/>
                  </a:lnTo>
                  <a:lnTo>
                    <a:pt x="4659" y="6090"/>
                  </a:lnTo>
                  <a:lnTo>
                    <a:pt x="4659" y="6273"/>
                  </a:lnTo>
                  <a:lnTo>
                    <a:pt x="4695" y="6420"/>
                  </a:lnTo>
                  <a:lnTo>
                    <a:pt x="4769" y="6567"/>
                  </a:lnTo>
                  <a:lnTo>
                    <a:pt x="4805" y="6677"/>
                  </a:lnTo>
                  <a:lnTo>
                    <a:pt x="4915" y="6787"/>
                  </a:lnTo>
                  <a:lnTo>
                    <a:pt x="5135" y="6933"/>
                  </a:lnTo>
                  <a:lnTo>
                    <a:pt x="5392" y="7007"/>
                  </a:lnTo>
                  <a:lnTo>
                    <a:pt x="5649" y="7043"/>
                  </a:lnTo>
                  <a:lnTo>
                    <a:pt x="5942" y="7007"/>
                  </a:lnTo>
                  <a:lnTo>
                    <a:pt x="6199" y="6933"/>
                  </a:lnTo>
                  <a:lnTo>
                    <a:pt x="6456" y="6823"/>
                  </a:lnTo>
                  <a:lnTo>
                    <a:pt x="6676" y="6677"/>
                  </a:lnTo>
                  <a:lnTo>
                    <a:pt x="6896" y="6457"/>
                  </a:lnTo>
                  <a:lnTo>
                    <a:pt x="7043" y="6200"/>
                  </a:lnTo>
                  <a:lnTo>
                    <a:pt x="7226" y="5980"/>
                  </a:lnTo>
                  <a:lnTo>
                    <a:pt x="7667" y="5246"/>
                  </a:lnTo>
                  <a:lnTo>
                    <a:pt x="7887" y="4879"/>
                  </a:lnTo>
                  <a:lnTo>
                    <a:pt x="8107" y="4476"/>
                  </a:lnTo>
                  <a:lnTo>
                    <a:pt x="8143" y="4402"/>
                  </a:lnTo>
                  <a:lnTo>
                    <a:pt x="8107" y="4329"/>
                  </a:lnTo>
                  <a:lnTo>
                    <a:pt x="8070" y="4256"/>
                  </a:lnTo>
                  <a:lnTo>
                    <a:pt x="8033" y="4182"/>
                  </a:lnTo>
                  <a:lnTo>
                    <a:pt x="7777" y="4182"/>
                  </a:lnTo>
                  <a:lnTo>
                    <a:pt x="7703" y="4256"/>
                  </a:lnTo>
                  <a:lnTo>
                    <a:pt x="7520" y="4586"/>
                  </a:lnTo>
                  <a:lnTo>
                    <a:pt x="7300" y="4879"/>
                  </a:lnTo>
                  <a:lnTo>
                    <a:pt x="6933" y="5540"/>
                  </a:lnTo>
                  <a:lnTo>
                    <a:pt x="6749" y="5796"/>
                  </a:lnTo>
                  <a:lnTo>
                    <a:pt x="6566" y="6053"/>
                  </a:lnTo>
                  <a:lnTo>
                    <a:pt x="6383" y="6273"/>
                  </a:lnTo>
                  <a:lnTo>
                    <a:pt x="6126" y="6493"/>
                  </a:lnTo>
                  <a:lnTo>
                    <a:pt x="5942" y="6567"/>
                  </a:lnTo>
                  <a:lnTo>
                    <a:pt x="5796" y="6603"/>
                  </a:lnTo>
                  <a:lnTo>
                    <a:pt x="5612" y="6567"/>
                  </a:lnTo>
                  <a:lnTo>
                    <a:pt x="5466" y="6530"/>
                  </a:lnTo>
                  <a:lnTo>
                    <a:pt x="5319" y="6457"/>
                  </a:lnTo>
                  <a:lnTo>
                    <a:pt x="5209" y="6347"/>
                  </a:lnTo>
                  <a:lnTo>
                    <a:pt x="5135" y="6200"/>
                  </a:lnTo>
                  <a:lnTo>
                    <a:pt x="5099" y="6016"/>
                  </a:lnTo>
                  <a:lnTo>
                    <a:pt x="5135" y="5833"/>
                  </a:lnTo>
                  <a:lnTo>
                    <a:pt x="5172" y="5686"/>
                  </a:lnTo>
                  <a:lnTo>
                    <a:pt x="5356" y="5393"/>
                  </a:lnTo>
                  <a:lnTo>
                    <a:pt x="5759" y="4879"/>
                  </a:lnTo>
                  <a:lnTo>
                    <a:pt x="5906" y="4659"/>
                  </a:lnTo>
                  <a:lnTo>
                    <a:pt x="6016" y="4402"/>
                  </a:lnTo>
                  <a:lnTo>
                    <a:pt x="6126" y="4146"/>
                  </a:lnTo>
                  <a:lnTo>
                    <a:pt x="6163" y="3889"/>
                  </a:lnTo>
                  <a:lnTo>
                    <a:pt x="6163" y="3632"/>
                  </a:lnTo>
                  <a:lnTo>
                    <a:pt x="6163" y="3339"/>
                  </a:lnTo>
                  <a:lnTo>
                    <a:pt x="6089" y="3082"/>
                  </a:lnTo>
                  <a:lnTo>
                    <a:pt x="6016" y="2825"/>
                  </a:lnTo>
                  <a:lnTo>
                    <a:pt x="5832" y="2532"/>
                  </a:lnTo>
                  <a:lnTo>
                    <a:pt x="5576" y="2165"/>
                  </a:lnTo>
                  <a:lnTo>
                    <a:pt x="5429" y="2018"/>
                  </a:lnTo>
                  <a:lnTo>
                    <a:pt x="5282" y="1908"/>
                  </a:lnTo>
                  <a:lnTo>
                    <a:pt x="5099" y="1798"/>
                  </a:lnTo>
                  <a:lnTo>
                    <a:pt x="4915" y="1725"/>
                  </a:lnTo>
                  <a:lnTo>
                    <a:pt x="4915" y="1688"/>
                  </a:lnTo>
                  <a:lnTo>
                    <a:pt x="4915" y="1468"/>
                  </a:lnTo>
                  <a:lnTo>
                    <a:pt x="4989" y="1321"/>
                  </a:lnTo>
                  <a:lnTo>
                    <a:pt x="5062" y="1174"/>
                  </a:lnTo>
                  <a:lnTo>
                    <a:pt x="5172" y="1028"/>
                  </a:lnTo>
                  <a:lnTo>
                    <a:pt x="5319" y="918"/>
                  </a:lnTo>
                  <a:lnTo>
                    <a:pt x="5502" y="844"/>
                  </a:lnTo>
                  <a:lnTo>
                    <a:pt x="5686" y="808"/>
                  </a:lnTo>
                  <a:lnTo>
                    <a:pt x="5869" y="771"/>
                  </a:lnTo>
                  <a:lnTo>
                    <a:pt x="6016" y="771"/>
                  </a:lnTo>
                  <a:lnTo>
                    <a:pt x="6199" y="808"/>
                  </a:lnTo>
                  <a:lnTo>
                    <a:pt x="6529" y="918"/>
                  </a:lnTo>
                  <a:lnTo>
                    <a:pt x="7190" y="1211"/>
                  </a:lnTo>
                  <a:lnTo>
                    <a:pt x="7080" y="1321"/>
                  </a:lnTo>
                  <a:lnTo>
                    <a:pt x="7043" y="1431"/>
                  </a:lnTo>
                  <a:lnTo>
                    <a:pt x="7043" y="1541"/>
                  </a:lnTo>
                  <a:lnTo>
                    <a:pt x="7043" y="1651"/>
                  </a:lnTo>
                  <a:lnTo>
                    <a:pt x="7153" y="1871"/>
                  </a:lnTo>
                  <a:lnTo>
                    <a:pt x="7300" y="2018"/>
                  </a:lnTo>
                  <a:lnTo>
                    <a:pt x="7446" y="2165"/>
                  </a:lnTo>
                  <a:lnTo>
                    <a:pt x="7556" y="2275"/>
                  </a:lnTo>
                  <a:lnTo>
                    <a:pt x="7446" y="2495"/>
                  </a:lnTo>
                  <a:lnTo>
                    <a:pt x="7263" y="3045"/>
                  </a:lnTo>
                  <a:lnTo>
                    <a:pt x="7153" y="3265"/>
                  </a:lnTo>
                  <a:lnTo>
                    <a:pt x="7043" y="3485"/>
                  </a:lnTo>
                  <a:lnTo>
                    <a:pt x="6933" y="3705"/>
                  </a:lnTo>
                  <a:lnTo>
                    <a:pt x="6896" y="3926"/>
                  </a:lnTo>
                  <a:lnTo>
                    <a:pt x="6896" y="3999"/>
                  </a:lnTo>
                  <a:lnTo>
                    <a:pt x="6970" y="4036"/>
                  </a:lnTo>
                  <a:lnTo>
                    <a:pt x="7043" y="4072"/>
                  </a:lnTo>
                  <a:lnTo>
                    <a:pt x="7116" y="4036"/>
                  </a:lnTo>
                  <a:lnTo>
                    <a:pt x="7263" y="3889"/>
                  </a:lnTo>
                  <a:lnTo>
                    <a:pt x="7410" y="3705"/>
                  </a:lnTo>
                  <a:lnTo>
                    <a:pt x="7593" y="3265"/>
                  </a:lnTo>
                  <a:lnTo>
                    <a:pt x="7777" y="2715"/>
                  </a:lnTo>
                  <a:lnTo>
                    <a:pt x="7813" y="2458"/>
                  </a:lnTo>
                  <a:lnTo>
                    <a:pt x="7813" y="2422"/>
                  </a:lnTo>
                  <a:lnTo>
                    <a:pt x="8363" y="2678"/>
                  </a:lnTo>
                  <a:lnTo>
                    <a:pt x="8584" y="2862"/>
                  </a:lnTo>
                  <a:lnTo>
                    <a:pt x="8694" y="3009"/>
                  </a:lnTo>
                  <a:lnTo>
                    <a:pt x="8804" y="3155"/>
                  </a:lnTo>
                  <a:lnTo>
                    <a:pt x="8877" y="3302"/>
                  </a:lnTo>
                  <a:lnTo>
                    <a:pt x="8877" y="3449"/>
                  </a:lnTo>
                  <a:lnTo>
                    <a:pt x="8840" y="3595"/>
                  </a:lnTo>
                  <a:lnTo>
                    <a:pt x="8694" y="3705"/>
                  </a:lnTo>
                  <a:lnTo>
                    <a:pt x="8620" y="3779"/>
                  </a:lnTo>
                  <a:lnTo>
                    <a:pt x="8584" y="3852"/>
                  </a:lnTo>
                  <a:lnTo>
                    <a:pt x="8584" y="3926"/>
                  </a:lnTo>
                  <a:lnTo>
                    <a:pt x="8620" y="3999"/>
                  </a:lnTo>
                  <a:lnTo>
                    <a:pt x="8657" y="4072"/>
                  </a:lnTo>
                  <a:lnTo>
                    <a:pt x="8730" y="4109"/>
                  </a:lnTo>
                  <a:lnTo>
                    <a:pt x="8840" y="4109"/>
                  </a:lnTo>
                  <a:lnTo>
                    <a:pt x="8914" y="4072"/>
                  </a:lnTo>
                  <a:lnTo>
                    <a:pt x="9097" y="3926"/>
                  </a:lnTo>
                  <a:lnTo>
                    <a:pt x="9207" y="3779"/>
                  </a:lnTo>
                  <a:lnTo>
                    <a:pt x="9281" y="3595"/>
                  </a:lnTo>
                  <a:lnTo>
                    <a:pt x="9281" y="3412"/>
                  </a:lnTo>
                  <a:lnTo>
                    <a:pt x="9281" y="3192"/>
                  </a:lnTo>
                  <a:lnTo>
                    <a:pt x="9207" y="3009"/>
                  </a:lnTo>
                  <a:lnTo>
                    <a:pt x="9097" y="2825"/>
                  </a:lnTo>
                  <a:lnTo>
                    <a:pt x="8987" y="2642"/>
                  </a:lnTo>
                  <a:lnTo>
                    <a:pt x="8804" y="2458"/>
                  </a:lnTo>
                  <a:lnTo>
                    <a:pt x="8584" y="2348"/>
                  </a:lnTo>
                  <a:lnTo>
                    <a:pt x="8107" y="2091"/>
                  </a:lnTo>
                  <a:lnTo>
                    <a:pt x="7887" y="1981"/>
                  </a:lnTo>
                  <a:lnTo>
                    <a:pt x="7593" y="1798"/>
                  </a:lnTo>
                  <a:lnTo>
                    <a:pt x="7446" y="1651"/>
                  </a:lnTo>
                  <a:lnTo>
                    <a:pt x="7373" y="1541"/>
                  </a:lnTo>
                  <a:lnTo>
                    <a:pt x="7336" y="1431"/>
                  </a:lnTo>
                  <a:lnTo>
                    <a:pt x="7373" y="1284"/>
                  </a:lnTo>
                  <a:lnTo>
                    <a:pt x="7483" y="1358"/>
                  </a:lnTo>
                  <a:lnTo>
                    <a:pt x="7556" y="1358"/>
                  </a:lnTo>
                  <a:lnTo>
                    <a:pt x="7593" y="1321"/>
                  </a:lnTo>
                  <a:lnTo>
                    <a:pt x="7630" y="1248"/>
                  </a:lnTo>
                  <a:lnTo>
                    <a:pt x="7703" y="1138"/>
                  </a:lnTo>
                  <a:lnTo>
                    <a:pt x="7813" y="954"/>
                  </a:lnTo>
                  <a:lnTo>
                    <a:pt x="7923" y="808"/>
                  </a:lnTo>
                  <a:lnTo>
                    <a:pt x="8107" y="698"/>
                  </a:lnTo>
                  <a:lnTo>
                    <a:pt x="8290" y="624"/>
                  </a:lnTo>
                  <a:lnTo>
                    <a:pt x="8474" y="588"/>
                  </a:lnTo>
                  <a:lnTo>
                    <a:pt x="8694" y="551"/>
                  </a:lnTo>
                  <a:lnTo>
                    <a:pt x="9060" y="514"/>
                  </a:lnTo>
                  <a:close/>
                  <a:moveTo>
                    <a:pt x="13279" y="9318"/>
                  </a:moveTo>
                  <a:lnTo>
                    <a:pt x="13426" y="9428"/>
                  </a:lnTo>
                  <a:lnTo>
                    <a:pt x="13426" y="9464"/>
                  </a:lnTo>
                  <a:lnTo>
                    <a:pt x="13352" y="9464"/>
                  </a:lnTo>
                  <a:lnTo>
                    <a:pt x="13242" y="9538"/>
                  </a:lnTo>
                  <a:lnTo>
                    <a:pt x="12985" y="9868"/>
                  </a:lnTo>
                  <a:lnTo>
                    <a:pt x="12692" y="10198"/>
                  </a:lnTo>
                  <a:lnTo>
                    <a:pt x="12362" y="10492"/>
                  </a:lnTo>
                  <a:lnTo>
                    <a:pt x="12032" y="10748"/>
                  </a:lnTo>
                  <a:lnTo>
                    <a:pt x="11445" y="11078"/>
                  </a:lnTo>
                  <a:lnTo>
                    <a:pt x="10858" y="11409"/>
                  </a:lnTo>
                  <a:lnTo>
                    <a:pt x="10638" y="11372"/>
                  </a:lnTo>
                  <a:lnTo>
                    <a:pt x="10418" y="11299"/>
                  </a:lnTo>
                  <a:lnTo>
                    <a:pt x="10234" y="11188"/>
                  </a:lnTo>
                  <a:lnTo>
                    <a:pt x="10051" y="11078"/>
                  </a:lnTo>
                  <a:lnTo>
                    <a:pt x="10491" y="11005"/>
                  </a:lnTo>
                  <a:lnTo>
                    <a:pt x="10895" y="10858"/>
                  </a:lnTo>
                  <a:lnTo>
                    <a:pt x="11298" y="10675"/>
                  </a:lnTo>
                  <a:lnTo>
                    <a:pt x="11702" y="10492"/>
                  </a:lnTo>
                  <a:lnTo>
                    <a:pt x="12142" y="10235"/>
                  </a:lnTo>
                  <a:lnTo>
                    <a:pt x="12545" y="9941"/>
                  </a:lnTo>
                  <a:lnTo>
                    <a:pt x="12912" y="9648"/>
                  </a:lnTo>
                  <a:lnTo>
                    <a:pt x="13279" y="9318"/>
                  </a:lnTo>
                  <a:close/>
                  <a:moveTo>
                    <a:pt x="13609" y="9648"/>
                  </a:moveTo>
                  <a:lnTo>
                    <a:pt x="13719" y="9795"/>
                  </a:lnTo>
                  <a:lnTo>
                    <a:pt x="13792" y="9978"/>
                  </a:lnTo>
                  <a:lnTo>
                    <a:pt x="13939" y="10345"/>
                  </a:lnTo>
                  <a:lnTo>
                    <a:pt x="13939" y="10602"/>
                  </a:lnTo>
                  <a:lnTo>
                    <a:pt x="13939" y="10858"/>
                  </a:lnTo>
                  <a:lnTo>
                    <a:pt x="13866" y="10968"/>
                  </a:lnTo>
                  <a:lnTo>
                    <a:pt x="13829" y="10932"/>
                  </a:lnTo>
                  <a:lnTo>
                    <a:pt x="13719" y="10932"/>
                  </a:lnTo>
                  <a:lnTo>
                    <a:pt x="13719" y="10968"/>
                  </a:lnTo>
                  <a:lnTo>
                    <a:pt x="13609" y="11188"/>
                  </a:lnTo>
                  <a:lnTo>
                    <a:pt x="12765" y="11299"/>
                  </a:lnTo>
                  <a:lnTo>
                    <a:pt x="12912" y="11188"/>
                  </a:lnTo>
                  <a:lnTo>
                    <a:pt x="13316" y="10895"/>
                  </a:lnTo>
                  <a:lnTo>
                    <a:pt x="13682" y="10565"/>
                  </a:lnTo>
                  <a:lnTo>
                    <a:pt x="13756" y="10492"/>
                  </a:lnTo>
                  <a:lnTo>
                    <a:pt x="13756" y="10381"/>
                  </a:lnTo>
                  <a:lnTo>
                    <a:pt x="13719" y="10308"/>
                  </a:lnTo>
                  <a:lnTo>
                    <a:pt x="13609" y="10271"/>
                  </a:lnTo>
                  <a:lnTo>
                    <a:pt x="13536" y="10271"/>
                  </a:lnTo>
                  <a:lnTo>
                    <a:pt x="13462" y="10308"/>
                  </a:lnTo>
                  <a:lnTo>
                    <a:pt x="13059" y="10638"/>
                  </a:lnTo>
                  <a:lnTo>
                    <a:pt x="12655" y="10968"/>
                  </a:lnTo>
                  <a:lnTo>
                    <a:pt x="12398" y="11152"/>
                  </a:lnTo>
                  <a:lnTo>
                    <a:pt x="12325" y="11225"/>
                  </a:lnTo>
                  <a:lnTo>
                    <a:pt x="12252" y="11372"/>
                  </a:lnTo>
                  <a:lnTo>
                    <a:pt x="11665" y="11409"/>
                  </a:lnTo>
                  <a:lnTo>
                    <a:pt x="11481" y="11445"/>
                  </a:lnTo>
                  <a:lnTo>
                    <a:pt x="11775" y="11299"/>
                  </a:lnTo>
                  <a:lnTo>
                    <a:pt x="12068" y="11115"/>
                  </a:lnTo>
                  <a:lnTo>
                    <a:pt x="12362" y="10932"/>
                  </a:lnTo>
                  <a:lnTo>
                    <a:pt x="12655" y="10748"/>
                  </a:lnTo>
                  <a:lnTo>
                    <a:pt x="12912" y="10492"/>
                  </a:lnTo>
                  <a:lnTo>
                    <a:pt x="13132" y="10271"/>
                  </a:lnTo>
                  <a:lnTo>
                    <a:pt x="13352" y="10015"/>
                  </a:lnTo>
                  <a:lnTo>
                    <a:pt x="13572" y="9721"/>
                  </a:lnTo>
                  <a:lnTo>
                    <a:pt x="13609" y="9648"/>
                  </a:lnTo>
                  <a:close/>
                  <a:moveTo>
                    <a:pt x="9060" y="1"/>
                  </a:moveTo>
                  <a:lnTo>
                    <a:pt x="8804" y="37"/>
                  </a:lnTo>
                  <a:lnTo>
                    <a:pt x="8547" y="37"/>
                  </a:lnTo>
                  <a:lnTo>
                    <a:pt x="8290" y="111"/>
                  </a:lnTo>
                  <a:lnTo>
                    <a:pt x="8033" y="184"/>
                  </a:lnTo>
                  <a:lnTo>
                    <a:pt x="7813" y="294"/>
                  </a:lnTo>
                  <a:lnTo>
                    <a:pt x="7593" y="441"/>
                  </a:lnTo>
                  <a:lnTo>
                    <a:pt x="7410" y="624"/>
                  </a:lnTo>
                  <a:lnTo>
                    <a:pt x="7300" y="844"/>
                  </a:lnTo>
                  <a:lnTo>
                    <a:pt x="6896" y="624"/>
                  </a:lnTo>
                  <a:lnTo>
                    <a:pt x="6493" y="441"/>
                  </a:lnTo>
                  <a:lnTo>
                    <a:pt x="6273" y="367"/>
                  </a:lnTo>
                  <a:lnTo>
                    <a:pt x="6053" y="331"/>
                  </a:lnTo>
                  <a:lnTo>
                    <a:pt x="5612" y="331"/>
                  </a:lnTo>
                  <a:lnTo>
                    <a:pt x="5392" y="404"/>
                  </a:lnTo>
                  <a:lnTo>
                    <a:pt x="5209" y="477"/>
                  </a:lnTo>
                  <a:lnTo>
                    <a:pt x="5025" y="588"/>
                  </a:lnTo>
                  <a:lnTo>
                    <a:pt x="4842" y="734"/>
                  </a:lnTo>
                  <a:lnTo>
                    <a:pt x="4695" y="881"/>
                  </a:lnTo>
                  <a:lnTo>
                    <a:pt x="4585" y="1064"/>
                  </a:lnTo>
                  <a:lnTo>
                    <a:pt x="4512" y="1248"/>
                  </a:lnTo>
                  <a:lnTo>
                    <a:pt x="4475" y="1468"/>
                  </a:lnTo>
                  <a:lnTo>
                    <a:pt x="4182" y="1505"/>
                  </a:lnTo>
                  <a:lnTo>
                    <a:pt x="3888" y="1541"/>
                  </a:lnTo>
                  <a:lnTo>
                    <a:pt x="3595" y="1651"/>
                  </a:lnTo>
                  <a:lnTo>
                    <a:pt x="3338" y="1798"/>
                  </a:lnTo>
                  <a:lnTo>
                    <a:pt x="3081" y="1945"/>
                  </a:lnTo>
                  <a:lnTo>
                    <a:pt x="2861" y="2091"/>
                  </a:lnTo>
                  <a:lnTo>
                    <a:pt x="2641" y="2312"/>
                  </a:lnTo>
                  <a:lnTo>
                    <a:pt x="2421" y="2532"/>
                  </a:lnTo>
                  <a:lnTo>
                    <a:pt x="2238" y="2788"/>
                  </a:lnTo>
                  <a:lnTo>
                    <a:pt x="2091" y="3082"/>
                  </a:lnTo>
                  <a:lnTo>
                    <a:pt x="1981" y="3155"/>
                  </a:lnTo>
                  <a:lnTo>
                    <a:pt x="1834" y="3229"/>
                  </a:lnTo>
                  <a:lnTo>
                    <a:pt x="1504" y="3375"/>
                  </a:lnTo>
                  <a:lnTo>
                    <a:pt x="1211" y="3559"/>
                  </a:lnTo>
                  <a:lnTo>
                    <a:pt x="954" y="3779"/>
                  </a:lnTo>
                  <a:lnTo>
                    <a:pt x="697" y="3999"/>
                  </a:lnTo>
                  <a:lnTo>
                    <a:pt x="477" y="4256"/>
                  </a:lnTo>
                  <a:lnTo>
                    <a:pt x="330" y="4512"/>
                  </a:lnTo>
                  <a:lnTo>
                    <a:pt x="183" y="4769"/>
                  </a:lnTo>
                  <a:lnTo>
                    <a:pt x="73" y="5063"/>
                  </a:lnTo>
                  <a:lnTo>
                    <a:pt x="37" y="5319"/>
                  </a:lnTo>
                  <a:lnTo>
                    <a:pt x="0" y="5613"/>
                  </a:lnTo>
                  <a:lnTo>
                    <a:pt x="0" y="5906"/>
                  </a:lnTo>
                  <a:lnTo>
                    <a:pt x="73" y="6200"/>
                  </a:lnTo>
                  <a:lnTo>
                    <a:pt x="183" y="6493"/>
                  </a:lnTo>
                  <a:lnTo>
                    <a:pt x="294" y="6713"/>
                  </a:lnTo>
                  <a:lnTo>
                    <a:pt x="440" y="6933"/>
                  </a:lnTo>
                  <a:lnTo>
                    <a:pt x="660" y="7117"/>
                  </a:lnTo>
                  <a:lnTo>
                    <a:pt x="880" y="7300"/>
                  </a:lnTo>
                  <a:lnTo>
                    <a:pt x="1064" y="7374"/>
                  </a:lnTo>
                  <a:lnTo>
                    <a:pt x="1027" y="7594"/>
                  </a:lnTo>
                  <a:lnTo>
                    <a:pt x="1027" y="7814"/>
                  </a:lnTo>
                  <a:lnTo>
                    <a:pt x="1064" y="8034"/>
                  </a:lnTo>
                  <a:lnTo>
                    <a:pt x="1101" y="8217"/>
                  </a:lnTo>
                  <a:lnTo>
                    <a:pt x="1174" y="8437"/>
                  </a:lnTo>
                  <a:lnTo>
                    <a:pt x="1284" y="8621"/>
                  </a:lnTo>
                  <a:lnTo>
                    <a:pt x="1431" y="8804"/>
                  </a:lnTo>
                  <a:lnTo>
                    <a:pt x="1614" y="8988"/>
                  </a:lnTo>
                  <a:lnTo>
                    <a:pt x="1797" y="9098"/>
                  </a:lnTo>
                  <a:lnTo>
                    <a:pt x="1981" y="9208"/>
                  </a:lnTo>
                  <a:lnTo>
                    <a:pt x="2201" y="9281"/>
                  </a:lnTo>
                  <a:lnTo>
                    <a:pt x="2421" y="9318"/>
                  </a:lnTo>
                  <a:lnTo>
                    <a:pt x="2641" y="9354"/>
                  </a:lnTo>
                  <a:lnTo>
                    <a:pt x="2861" y="9318"/>
                  </a:lnTo>
                  <a:lnTo>
                    <a:pt x="3081" y="9281"/>
                  </a:lnTo>
                  <a:lnTo>
                    <a:pt x="3301" y="9208"/>
                  </a:lnTo>
                  <a:lnTo>
                    <a:pt x="3375" y="9354"/>
                  </a:lnTo>
                  <a:lnTo>
                    <a:pt x="3448" y="9501"/>
                  </a:lnTo>
                  <a:lnTo>
                    <a:pt x="3595" y="9648"/>
                  </a:lnTo>
                  <a:lnTo>
                    <a:pt x="3742" y="9758"/>
                  </a:lnTo>
                  <a:lnTo>
                    <a:pt x="3925" y="9868"/>
                  </a:lnTo>
                  <a:lnTo>
                    <a:pt x="4108" y="9905"/>
                  </a:lnTo>
                  <a:lnTo>
                    <a:pt x="4292" y="9941"/>
                  </a:lnTo>
                  <a:lnTo>
                    <a:pt x="4475" y="9941"/>
                  </a:lnTo>
                  <a:lnTo>
                    <a:pt x="4842" y="9905"/>
                  </a:lnTo>
                  <a:lnTo>
                    <a:pt x="5246" y="9795"/>
                  </a:lnTo>
                  <a:lnTo>
                    <a:pt x="5686" y="9648"/>
                  </a:lnTo>
                  <a:lnTo>
                    <a:pt x="6163" y="9574"/>
                  </a:lnTo>
                  <a:lnTo>
                    <a:pt x="6603" y="9574"/>
                  </a:lnTo>
                  <a:lnTo>
                    <a:pt x="7080" y="9611"/>
                  </a:lnTo>
                  <a:lnTo>
                    <a:pt x="7446" y="9648"/>
                  </a:lnTo>
                  <a:lnTo>
                    <a:pt x="7630" y="9648"/>
                  </a:lnTo>
                  <a:lnTo>
                    <a:pt x="7813" y="9611"/>
                  </a:lnTo>
                  <a:lnTo>
                    <a:pt x="7960" y="9721"/>
                  </a:lnTo>
                  <a:lnTo>
                    <a:pt x="8143" y="9795"/>
                  </a:lnTo>
                  <a:lnTo>
                    <a:pt x="8327" y="9831"/>
                  </a:lnTo>
                  <a:lnTo>
                    <a:pt x="8547" y="9868"/>
                  </a:lnTo>
                  <a:lnTo>
                    <a:pt x="9024" y="9905"/>
                  </a:lnTo>
                  <a:lnTo>
                    <a:pt x="9391" y="9868"/>
                  </a:lnTo>
                  <a:lnTo>
                    <a:pt x="9501" y="9868"/>
                  </a:lnTo>
                  <a:lnTo>
                    <a:pt x="9354" y="10161"/>
                  </a:lnTo>
                  <a:lnTo>
                    <a:pt x="9317" y="10308"/>
                  </a:lnTo>
                  <a:lnTo>
                    <a:pt x="9281" y="10492"/>
                  </a:lnTo>
                  <a:lnTo>
                    <a:pt x="9317" y="10638"/>
                  </a:lnTo>
                  <a:lnTo>
                    <a:pt x="9354" y="10785"/>
                  </a:lnTo>
                  <a:lnTo>
                    <a:pt x="9464" y="11078"/>
                  </a:lnTo>
                  <a:lnTo>
                    <a:pt x="9647" y="11335"/>
                  </a:lnTo>
                  <a:lnTo>
                    <a:pt x="9831" y="11519"/>
                  </a:lnTo>
                  <a:lnTo>
                    <a:pt x="9977" y="11629"/>
                  </a:lnTo>
                  <a:lnTo>
                    <a:pt x="10198" y="11739"/>
                  </a:lnTo>
                  <a:lnTo>
                    <a:pt x="10381" y="11812"/>
                  </a:lnTo>
                  <a:lnTo>
                    <a:pt x="10821" y="11922"/>
                  </a:lnTo>
                  <a:lnTo>
                    <a:pt x="11298" y="11959"/>
                  </a:lnTo>
                  <a:lnTo>
                    <a:pt x="11775" y="11922"/>
                  </a:lnTo>
                  <a:lnTo>
                    <a:pt x="12215" y="11885"/>
                  </a:lnTo>
                  <a:lnTo>
                    <a:pt x="13095" y="11775"/>
                  </a:lnTo>
                  <a:lnTo>
                    <a:pt x="13939" y="11665"/>
                  </a:lnTo>
                  <a:lnTo>
                    <a:pt x="14343" y="11555"/>
                  </a:lnTo>
                  <a:lnTo>
                    <a:pt x="14746" y="11409"/>
                  </a:lnTo>
                  <a:lnTo>
                    <a:pt x="15076" y="11262"/>
                  </a:lnTo>
                  <a:lnTo>
                    <a:pt x="15370" y="11042"/>
                  </a:lnTo>
                  <a:lnTo>
                    <a:pt x="15626" y="10785"/>
                  </a:lnTo>
                  <a:lnTo>
                    <a:pt x="15847" y="10528"/>
                  </a:lnTo>
                  <a:lnTo>
                    <a:pt x="16030" y="10235"/>
                  </a:lnTo>
                  <a:lnTo>
                    <a:pt x="16213" y="9941"/>
                  </a:lnTo>
                  <a:lnTo>
                    <a:pt x="16360" y="9648"/>
                  </a:lnTo>
                  <a:lnTo>
                    <a:pt x="16433" y="9318"/>
                  </a:lnTo>
                  <a:lnTo>
                    <a:pt x="16507" y="8988"/>
                  </a:lnTo>
                  <a:lnTo>
                    <a:pt x="16543" y="8657"/>
                  </a:lnTo>
                  <a:lnTo>
                    <a:pt x="16507" y="8327"/>
                  </a:lnTo>
                  <a:lnTo>
                    <a:pt x="16470" y="7997"/>
                  </a:lnTo>
                  <a:lnTo>
                    <a:pt x="16690" y="7447"/>
                  </a:lnTo>
                  <a:lnTo>
                    <a:pt x="16837" y="6933"/>
                  </a:lnTo>
                  <a:lnTo>
                    <a:pt x="16910" y="6347"/>
                  </a:lnTo>
                  <a:lnTo>
                    <a:pt x="16910" y="5796"/>
                  </a:lnTo>
                  <a:lnTo>
                    <a:pt x="16837" y="5429"/>
                  </a:lnTo>
                  <a:lnTo>
                    <a:pt x="16727" y="5063"/>
                  </a:lnTo>
                  <a:lnTo>
                    <a:pt x="16654" y="4916"/>
                  </a:lnTo>
                  <a:lnTo>
                    <a:pt x="16543" y="4769"/>
                  </a:lnTo>
                  <a:lnTo>
                    <a:pt x="16397" y="4659"/>
                  </a:lnTo>
                  <a:lnTo>
                    <a:pt x="16250" y="4586"/>
                  </a:lnTo>
                  <a:lnTo>
                    <a:pt x="16250" y="4146"/>
                  </a:lnTo>
                  <a:lnTo>
                    <a:pt x="16177" y="3742"/>
                  </a:lnTo>
                  <a:lnTo>
                    <a:pt x="16030" y="3375"/>
                  </a:lnTo>
                  <a:lnTo>
                    <a:pt x="15773" y="3009"/>
                  </a:lnTo>
                  <a:lnTo>
                    <a:pt x="15626" y="2825"/>
                  </a:lnTo>
                  <a:lnTo>
                    <a:pt x="15443" y="2642"/>
                  </a:lnTo>
                  <a:lnTo>
                    <a:pt x="15223" y="2495"/>
                  </a:lnTo>
                  <a:lnTo>
                    <a:pt x="15003" y="2385"/>
                  </a:lnTo>
                  <a:lnTo>
                    <a:pt x="14746" y="2238"/>
                  </a:lnTo>
                  <a:lnTo>
                    <a:pt x="14526" y="2055"/>
                  </a:lnTo>
                  <a:lnTo>
                    <a:pt x="14379" y="1835"/>
                  </a:lnTo>
                  <a:lnTo>
                    <a:pt x="14233" y="1578"/>
                  </a:lnTo>
                  <a:lnTo>
                    <a:pt x="14123" y="1358"/>
                  </a:lnTo>
                  <a:lnTo>
                    <a:pt x="13976" y="1138"/>
                  </a:lnTo>
                  <a:lnTo>
                    <a:pt x="13829" y="991"/>
                  </a:lnTo>
                  <a:lnTo>
                    <a:pt x="13682" y="808"/>
                  </a:lnTo>
                  <a:lnTo>
                    <a:pt x="13499" y="698"/>
                  </a:lnTo>
                  <a:lnTo>
                    <a:pt x="13279" y="588"/>
                  </a:lnTo>
                  <a:lnTo>
                    <a:pt x="13059" y="514"/>
                  </a:lnTo>
                  <a:lnTo>
                    <a:pt x="12802" y="441"/>
                  </a:lnTo>
                  <a:lnTo>
                    <a:pt x="12362" y="441"/>
                  </a:lnTo>
                  <a:lnTo>
                    <a:pt x="11885" y="477"/>
                  </a:lnTo>
                  <a:lnTo>
                    <a:pt x="11408" y="588"/>
                  </a:lnTo>
                  <a:lnTo>
                    <a:pt x="10968" y="698"/>
                  </a:lnTo>
                  <a:lnTo>
                    <a:pt x="10821" y="514"/>
                  </a:lnTo>
                  <a:lnTo>
                    <a:pt x="10601" y="331"/>
                  </a:lnTo>
                  <a:lnTo>
                    <a:pt x="10381" y="221"/>
                  </a:lnTo>
                  <a:lnTo>
                    <a:pt x="10124" y="147"/>
                  </a:lnTo>
                  <a:lnTo>
                    <a:pt x="9867" y="74"/>
                  </a:lnTo>
                  <a:lnTo>
                    <a:pt x="9574" y="37"/>
                  </a:lnTo>
                  <a:lnTo>
                    <a:pt x="9060" y="1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63" name="Google Shape;319;p5">
              <a:extLst>
                <a:ext uri="{FF2B5EF4-FFF2-40B4-BE49-F238E27FC236}">
                  <a16:creationId xmlns:a16="http://schemas.microsoft.com/office/drawing/2014/main" id="{1164A904-8445-4C1B-9C60-748D80419CCD}"/>
                </a:ext>
              </a:extLst>
            </p:cNvPr>
            <p:cNvSpPr/>
            <p:nvPr/>
          </p:nvSpPr>
          <p:spPr>
            <a:xfrm>
              <a:off x="7121425" y="2437925"/>
              <a:ext cx="246700" cy="315500"/>
            </a:xfrm>
            <a:custGeom>
              <a:avLst/>
              <a:gdLst/>
              <a:ahLst/>
              <a:cxnLst/>
              <a:rect l="l" t="t" r="r" b="b"/>
              <a:pathLst>
                <a:path w="9868" h="12620" extrusionOk="0">
                  <a:moveTo>
                    <a:pt x="4182" y="661"/>
                  </a:moveTo>
                  <a:lnTo>
                    <a:pt x="4182" y="918"/>
                  </a:lnTo>
                  <a:lnTo>
                    <a:pt x="4182" y="1431"/>
                  </a:lnTo>
                  <a:lnTo>
                    <a:pt x="4145" y="2202"/>
                  </a:lnTo>
                  <a:lnTo>
                    <a:pt x="3925" y="2165"/>
                  </a:lnTo>
                  <a:lnTo>
                    <a:pt x="3962" y="2018"/>
                  </a:lnTo>
                  <a:lnTo>
                    <a:pt x="3962" y="1835"/>
                  </a:lnTo>
                  <a:lnTo>
                    <a:pt x="3889" y="1468"/>
                  </a:lnTo>
                  <a:lnTo>
                    <a:pt x="3852" y="1101"/>
                  </a:lnTo>
                  <a:lnTo>
                    <a:pt x="3889" y="918"/>
                  </a:lnTo>
                  <a:lnTo>
                    <a:pt x="3962" y="771"/>
                  </a:lnTo>
                  <a:lnTo>
                    <a:pt x="3999" y="698"/>
                  </a:lnTo>
                  <a:lnTo>
                    <a:pt x="4072" y="661"/>
                  </a:lnTo>
                  <a:close/>
                  <a:moveTo>
                    <a:pt x="1541" y="404"/>
                  </a:moveTo>
                  <a:lnTo>
                    <a:pt x="1578" y="441"/>
                  </a:lnTo>
                  <a:lnTo>
                    <a:pt x="1614" y="514"/>
                  </a:lnTo>
                  <a:lnTo>
                    <a:pt x="1614" y="1138"/>
                  </a:lnTo>
                  <a:lnTo>
                    <a:pt x="1688" y="2202"/>
                  </a:lnTo>
                  <a:lnTo>
                    <a:pt x="1284" y="2238"/>
                  </a:lnTo>
                  <a:lnTo>
                    <a:pt x="1211" y="2238"/>
                  </a:lnTo>
                  <a:lnTo>
                    <a:pt x="1211" y="1871"/>
                  </a:lnTo>
                  <a:lnTo>
                    <a:pt x="1174" y="1505"/>
                  </a:lnTo>
                  <a:lnTo>
                    <a:pt x="1211" y="1211"/>
                  </a:lnTo>
                  <a:lnTo>
                    <a:pt x="1248" y="954"/>
                  </a:lnTo>
                  <a:lnTo>
                    <a:pt x="1358" y="404"/>
                  </a:lnTo>
                  <a:close/>
                  <a:moveTo>
                    <a:pt x="3815" y="2678"/>
                  </a:moveTo>
                  <a:lnTo>
                    <a:pt x="4439" y="2715"/>
                  </a:lnTo>
                  <a:lnTo>
                    <a:pt x="5026" y="2789"/>
                  </a:lnTo>
                  <a:lnTo>
                    <a:pt x="5026" y="2825"/>
                  </a:lnTo>
                  <a:lnTo>
                    <a:pt x="5136" y="3485"/>
                  </a:lnTo>
                  <a:lnTo>
                    <a:pt x="3925" y="3559"/>
                  </a:lnTo>
                  <a:lnTo>
                    <a:pt x="2678" y="3632"/>
                  </a:lnTo>
                  <a:lnTo>
                    <a:pt x="1358" y="3669"/>
                  </a:lnTo>
                  <a:lnTo>
                    <a:pt x="917" y="3706"/>
                  </a:lnTo>
                  <a:lnTo>
                    <a:pt x="477" y="3742"/>
                  </a:lnTo>
                  <a:lnTo>
                    <a:pt x="441" y="3229"/>
                  </a:lnTo>
                  <a:lnTo>
                    <a:pt x="441" y="2972"/>
                  </a:lnTo>
                  <a:lnTo>
                    <a:pt x="404" y="2862"/>
                  </a:lnTo>
                  <a:lnTo>
                    <a:pt x="331" y="2752"/>
                  </a:lnTo>
                  <a:lnTo>
                    <a:pt x="587" y="2789"/>
                  </a:lnTo>
                  <a:lnTo>
                    <a:pt x="807" y="2789"/>
                  </a:lnTo>
                  <a:lnTo>
                    <a:pt x="1284" y="2752"/>
                  </a:lnTo>
                  <a:lnTo>
                    <a:pt x="1945" y="2678"/>
                  </a:lnTo>
                  <a:close/>
                  <a:moveTo>
                    <a:pt x="4916" y="3999"/>
                  </a:moveTo>
                  <a:lnTo>
                    <a:pt x="4989" y="4072"/>
                  </a:lnTo>
                  <a:lnTo>
                    <a:pt x="5136" y="4109"/>
                  </a:lnTo>
                  <a:lnTo>
                    <a:pt x="5209" y="4072"/>
                  </a:lnTo>
                  <a:lnTo>
                    <a:pt x="5246" y="4623"/>
                  </a:lnTo>
                  <a:lnTo>
                    <a:pt x="5209" y="5173"/>
                  </a:lnTo>
                  <a:lnTo>
                    <a:pt x="5173" y="5430"/>
                  </a:lnTo>
                  <a:lnTo>
                    <a:pt x="5099" y="5723"/>
                  </a:lnTo>
                  <a:lnTo>
                    <a:pt x="4989" y="5980"/>
                  </a:lnTo>
                  <a:lnTo>
                    <a:pt x="4806" y="6200"/>
                  </a:lnTo>
                  <a:lnTo>
                    <a:pt x="4659" y="6310"/>
                  </a:lnTo>
                  <a:lnTo>
                    <a:pt x="4476" y="6420"/>
                  </a:lnTo>
                  <a:lnTo>
                    <a:pt x="4292" y="6457"/>
                  </a:lnTo>
                  <a:lnTo>
                    <a:pt x="4072" y="6493"/>
                  </a:lnTo>
                  <a:lnTo>
                    <a:pt x="3632" y="6530"/>
                  </a:lnTo>
                  <a:lnTo>
                    <a:pt x="3265" y="6567"/>
                  </a:lnTo>
                  <a:lnTo>
                    <a:pt x="2605" y="6567"/>
                  </a:lnTo>
                  <a:lnTo>
                    <a:pt x="2642" y="6493"/>
                  </a:lnTo>
                  <a:lnTo>
                    <a:pt x="2678" y="6383"/>
                  </a:lnTo>
                  <a:lnTo>
                    <a:pt x="2788" y="6310"/>
                  </a:lnTo>
                  <a:lnTo>
                    <a:pt x="2825" y="6273"/>
                  </a:lnTo>
                  <a:lnTo>
                    <a:pt x="2825" y="6237"/>
                  </a:lnTo>
                  <a:lnTo>
                    <a:pt x="2788" y="6200"/>
                  </a:lnTo>
                  <a:lnTo>
                    <a:pt x="2715" y="6200"/>
                  </a:lnTo>
                  <a:lnTo>
                    <a:pt x="2605" y="6237"/>
                  </a:lnTo>
                  <a:lnTo>
                    <a:pt x="2458" y="6310"/>
                  </a:lnTo>
                  <a:lnTo>
                    <a:pt x="2348" y="6420"/>
                  </a:lnTo>
                  <a:lnTo>
                    <a:pt x="2311" y="6567"/>
                  </a:lnTo>
                  <a:lnTo>
                    <a:pt x="1724" y="6493"/>
                  </a:lnTo>
                  <a:lnTo>
                    <a:pt x="1541" y="6457"/>
                  </a:lnTo>
                  <a:lnTo>
                    <a:pt x="1688" y="6420"/>
                  </a:lnTo>
                  <a:lnTo>
                    <a:pt x="2055" y="6383"/>
                  </a:lnTo>
                  <a:lnTo>
                    <a:pt x="2201" y="6310"/>
                  </a:lnTo>
                  <a:lnTo>
                    <a:pt x="2275" y="6237"/>
                  </a:lnTo>
                  <a:lnTo>
                    <a:pt x="2311" y="6163"/>
                  </a:lnTo>
                  <a:lnTo>
                    <a:pt x="2311" y="6090"/>
                  </a:lnTo>
                  <a:lnTo>
                    <a:pt x="2275" y="6016"/>
                  </a:lnTo>
                  <a:lnTo>
                    <a:pt x="2238" y="5980"/>
                  </a:lnTo>
                  <a:lnTo>
                    <a:pt x="2201" y="5943"/>
                  </a:lnTo>
                  <a:lnTo>
                    <a:pt x="2055" y="5943"/>
                  </a:lnTo>
                  <a:lnTo>
                    <a:pt x="1981" y="6016"/>
                  </a:lnTo>
                  <a:lnTo>
                    <a:pt x="1798" y="6053"/>
                  </a:lnTo>
                  <a:lnTo>
                    <a:pt x="1394" y="6127"/>
                  </a:lnTo>
                  <a:lnTo>
                    <a:pt x="1138" y="6200"/>
                  </a:lnTo>
                  <a:lnTo>
                    <a:pt x="917" y="6273"/>
                  </a:lnTo>
                  <a:lnTo>
                    <a:pt x="807" y="6200"/>
                  </a:lnTo>
                  <a:lnTo>
                    <a:pt x="697" y="6127"/>
                  </a:lnTo>
                  <a:lnTo>
                    <a:pt x="661" y="5980"/>
                  </a:lnTo>
                  <a:lnTo>
                    <a:pt x="624" y="5870"/>
                  </a:lnTo>
                  <a:lnTo>
                    <a:pt x="624" y="5870"/>
                  </a:lnTo>
                  <a:lnTo>
                    <a:pt x="844" y="5906"/>
                  </a:lnTo>
                  <a:lnTo>
                    <a:pt x="1504" y="5906"/>
                  </a:lnTo>
                  <a:lnTo>
                    <a:pt x="1724" y="5870"/>
                  </a:lnTo>
                  <a:lnTo>
                    <a:pt x="1945" y="5833"/>
                  </a:lnTo>
                  <a:lnTo>
                    <a:pt x="1981" y="5796"/>
                  </a:lnTo>
                  <a:lnTo>
                    <a:pt x="2018" y="5760"/>
                  </a:lnTo>
                  <a:lnTo>
                    <a:pt x="2055" y="5650"/>
                  </a:lnTo>
                  <a:lnTo>
                    <a:pt x="1981" y="5540"/>
                  </a:lnTo>
                  <a:lnTo>
                    <a:pt x="1945" y="5503"/>
                  </a:lnTo>
                  <a:lnTo>
                    <a:pt x="1504" y="5503"/>
                  </a:lnTo>
                  <a:lnTo>
                    <a:pt x="1101" y="5540"/>
                  </a:lnTo>
                  <a:lnTo>
                    <a:pt x="844" y="5576"/>
                  </a:lnTo>
                  <a:lnTo>
                    <a:pt x="587" y="5576"/>
                  </a:lnTo>
                  <a:lnTo>
                    <a:pt x="587" y="5356"/>
                  </a:lnTo>
                  <a:lnTo>
                    <a:pt x="734" y="5430"/>
                  </a:lnTo>
                  <a:lnTo>
                    <a:pt x="881" y="5466"/>
                  </a:lnTo>
                  <a:lnTo>
                    <a:pt x="1211" y="5466"/>
                  </a:lnTo>
                  <a:lnTo>
                    <a:pt x="1541" y="5393"/>
                  </a:lnTo>
                  <a:lnTo>
                    <a:pt x="1835" y="5246"/>
                  </a:lnTo>
                  <a:lnTo>
                    <a:pt x="1871" y="5173"/>
                  </a:lnTo>
                  <a:lnTo>
                    <a:pt x="1908" y="5099"/>
                  </a:lnTo>
                  <a:lnTo>
                    <a:pt x="1908" y="5026"/>
                  </a:lnTo>
                  <a:lnTo>
                    <a:pt x="1871" y="4953"/>
                  </a:lnTo>
                  <a:lnTo>
                    <a:pt x="1835" y="4916"/>
                  </a:lnTo>
                  <a:lnTo>
                    <a:pt x="1761" y="4879"/>
                  </a:lnTo>
                  <a:lnTo>
                    <a:pt x="1724" y="4879"/>
                  </a:lnTo>
                  <a:lnTo>
                    <a:pt x="1614" y="4916"/>
                  </a:lnTo>
                  <a:lnTo>
                    <a:pt x="1358" y="5026"/>
                  </a:lnTo>
                  <a:lnTo>
                    <a:pt x="1101" y="5099"/>
                  </a:lnTo>
                  <a:lnTo>
                    <a:pt x="844" y="5099"/>
                  </a:lnTo>
                  <a:lnTo>
                    <a:pt x="551" y="5063"/>
                  </a:lnTo>
                  <a:lnTo>
                    <a:pt x="551" y="4916"/>
                  </a:lnTo>
                  <a:lnTo>
                    <a:pt x="844" y="4879"/>
                  </a:lnTo>
                  <a:lnTo>
                    <a:pt x="1138" y="4879"/>
                  </a:lnTo>
                  <a:lnTo>
                    <a:pt x="1724" y="4769"/>
                  </a:lnTo>
                  <a:lnTo>
                    <a:pt x="1908" y="4696"/>
                  </a:lnTo>
                  <a:lnTo>
                    <a:pt x="2091" y="4586"/>
                  </a:lnTo>
                  <a:lnTo>
                    <a:pt x="2128" y="4513"/>
                  </a:lnTo>
                  <a:lnTo>
                    <a:pt x="2165" y="4439"/>
                  </a:lnTo>
                  <a:lnTo>
                    <a:pt x="2128" y="4329"/>
                  </a:lnTo>
                  <a:lnTo>
                    <a:pt x="2055" y="4256"/>
                  </a:lnTo>
                  <a:lnTo>
                    <a:pt x="1945" y="4182"/>
                  </a:lnTo>
                  <a:lnTo>
                    <a:pt x="1871" y="4182"/>
                  </a:lnTo>
                  <a:lnTo>
                    <a:pt x="1835" y="4219"/>
                  </a:lnTo>
                  <a:lnTo>
                    <a:pt x="1761" y="4256"/>
                  </a:lnTo>
                  <a:lnTo>
                    <a:pt x="1724" y="4329"/>
                  </a:lnTo>
                  <a:lnTo>
                    <a:pt x="1468" y="4403"/>
                  </a:lnTo>
                  <a:lnTo>
                    <a:pt x="991" y="4476"/>
                  </a:lnTo>
                  <a:lnTo>
                    <a:pt x="551" y="4586"/>
                  </a:lnTo>
                  <a:lnTo>
                    <a:pt x="514" y="4146"/>
                  </a:lnTo>
                  <a:lnTo>
                    <a:pt x="1358" y="4146"/>
                  </a:lnTo>
                  <a:lnTo>
                    <a:pt x="2678" y="4109"/>
                  </a:lnTo>
                  <a:lnTo>
                    <a:pt x="3815" y="4072"/>
                  </a:lnTo>
                  <a:lnTo>
                    <a:pt x="4916" y="3999"/>
                  </a:lnTo>
                  <a:close/>
                  <a:moveTo>
                    <a:pt x="1211" y="1"/>
                  </a:moveTo>
                  <a:lnTo>
                    <a:pt x="1101" y="37"/>
                  </a:lnTo>
                  <a:lnTo>
                    <a:pt x="1028" y="147"/>
                  </a:lnTo>
                  <a:lnTo>
                    <a:pt x="881" y="771"/>
                  </a:lnTo>
                  <a:lnTo>
                    <a:pt x="807" y="1395"/>
                  </a:lnTo>
                  <a:lnTo>
                    <a:pt x="807" y="1835"/>
                  </a:lnTo>
                  <a:lnTo>
                    <a:pt x="807" y="2092"/>
                  </a:lnTo>
                  <a:lnTo>
                    <a:pt x="881" y="2312"/>
                  </a:lnTo>
                  <a:lnTo>
                    <a:pt x="551" y="2385"/>
                  </a:lnTo>
                  <a:lnTo>
                    <a:pt x="367" y="2458"/>
                  </a:lnTo>
                  <a:lnTo>
                    <a:pt x="221" y="2568"/>
                  </a:lnTo>
                  <a:lnTo>
                    <a:pt x="184" y="2605"/>
                  </a:lnTo>
                  <a:lnTo>
                    <a:pt x="147" y="2678"/>
                  </a:lnTo>
                  <a:lnTo>
                    <a:pt x="37" y="2825"/>
                  </a:lnTo>
                  <a:lnTo>
                    <a:pt x="37" y="3009"/>
                  </a:lnTo>
                  <a:lnTo>
                    <a:pt x="37" y="3375"/>
                  </a:lnTo>
                  <a:lnTo>
                    <a:pt x="37" y="3852"/>
                  </a:lnTo>
                  <a:lnTo>
                    <a:pt x="37" y="3889"/>
                  </a:lnTo>
                  <a:lnTo>
                    <a:pt x="0" y="3962"/>
                  </a:lnTo>
                  <a:lnTo>
                    <a:pt x="37" y="4072"/>
                  </a:lnTo>
                  <a:lnTo>
                    <a:pt x="74" y="4439"/>
                  </a:lnTo>
                  <a:lnTo>
                    <a:pt x="110" y="5540"/>
                  </a:lnTo>
                  <a:lnTo>
                    <a:pt x="110" y="5943"/>
                  </a:lnTo>
                  <a:lnTo>
                    <a:pt x="184" y="6127"/>
                  </a:lnTo>
                  <a:lnTo>
                    <a:pt x="257" y="6310"/>
                  </a:lnTo>
                  <a:lnTo>
                    <a:pt x="367" y="6457"/>
                  </a:lnTo>
                  <a:lnTo>
                    <a:pt x="477" y="6567"/>
                  </a:lnTo>
                  <a:lnTo>
                    <a:pt x="624" y="6677"/>
                  </a:lnTo>
                  <a:lnTo>
                    <a:pt x="771" y="6750"/>
                  </a:lnTo>
                  <a:lnTo>
                    <a:pt x="1101" y="6860"/>
                  </a:lnTo>
                  <a:lnTo>
                    <a:pt x="1468" y="6934"/>
                  </a:lnTo>
                  <a:lnTo>
                    <a:pt x="2091" y="7007"/>
                  </a:lnTo>
                  <a:lnTo>
                    <a:pt x="2678" y="7044"/>
                  </a:lnTo>
                  <a:lnTo>
                    <a:pt x="2605" y="7264"/>
                  </a:lnTo>
                  <a:lnTo>
                    <a:pt x="2605" y="7484"/>
                  </a:lnTo>
                  <a:lnTo>
                    <a:pt x="2605" y="7887"/>
                  </a:lnTo>
                  <a:lnTo>
                    <a:pt x="2605" y="8548"/>
                  </a:lnTo>
                  <a:lnTo>
                    <a:pt x="2678" y="9208"/>
                  </a:lnTo>
                  <a:lnTo>
                    <a:pt x="2825" y="10455"/>
                  </a:lnTo>
                  <a:lnTo>
                    <a:pt x="3045" y="11665"/>
                  </a:lnTo>
                  <a:lnTo>
                    <a:pt x="3118" y="11922"/>
                  </a:lnTo>
                  <a:lnTo>
                    <a:pt x="3228" y="12106"/>
                  </a:lnTo>
                  <a:lnTo>
                    <a:pt x="3375" y="12252"/>
                  </a:lnTo>
                  <a:lnTo>
                    <a:pt x="3595" y="12399"/>
                  </a:lnTo>
                  <a:lnTo>
                    <a:pt x="3779" y="12472"/>
                  </a:lnTo>
                  <a:lnTo>
                    <a:pt x="3999" y="12546"/>
                  </a:lnTo>
                  <a:lnTo>
                    <a:pt x="4476" y="12619"/>
                  </a:lnTo>
                  <a:lnTo>
                    <a:pt x="4732" y="12582"/>
                  </a:lnTo>
                  <a:lnTo>
                    <a:pt x="4952" y="12509"/>
                  </a:lnTo>
                  <a:lnTo>
                    <a:pt x="5136" y="12399"/>
                  </a:lnTo>
                  <a:lnTo>
                    <a:pt x="5283" y="12216"/>
                  </a:lnTo>
                  <a:lnTo>
                    <a:pt x="5429" y="12032"/>
                  </a:lnTo>
                  <a:lnTo>
                    <a:pt x="5503" y="11812"/>
                  </a:lnTo>
                  <a:lnTo>
                    <a:pt x="5576" y="11592"/>
                  </a:lnTo>
                  <a:lnTo>
                    <a:pt x="5613" y="11372"/>
                  </a:lnTo>
                  <a:lnTo>
                    <a:pt x="5613" y="11079"/>
                  </a:lnTo>
                  <a:lnTo>
                    <a:pt x="5613" y="10785"/>
                  </a:lnTo>
                  <a:lnTo>
                    <a:pt x="5539" y="10162"/>
                  </a:lnTo>
                  <a:lnTo>
                    <a:pt x="5539" y="9538"/>
                  </a:lnTo>
                  <a:lnTo>
                    <a:pt x="5649" y="8951"/>
                  </a:lnTo>
                  <a:lnTo>
                    <a:pt x="5723" y="8658"/>
                  </a:lnTo>
                  <a:lnTo>
                    <a:pt x="5833" y="8364"/>
                  </a:lnTo>
                  <a:lnTo>
                    <a:pt x="5980" y="8071"/>
                  </a:lnTo>
                  <a:lnTo>
                    <a:pt x="6090" y="7961"/>
                  </a:lnTo>
                  <a:lnTo>
                    <a:pt x="6200" y="7851"/>
                  </a:lnTo>
                  <a:lnTo>
                    <a:pt x="6273" y="7814"/>
                  </a:lnTo>
                  <a:lnTo>
                    <a:pt x="6310" y="7814"/>
                  </a:lnTo>
                  <a:lnTo>
                    <a:pt x="6456" y="7887"/>
                  </a:lnTo>
                  <a:lnTo>
                    <a:pt x="6530" y="7997"/>
                  </a:lnTo>
                  <a:lnTo>
                    <a:pt x="6603" y="8144"/>
                  </a:lnTo>
                  <a:lnTo>
                    <a:pt x="6640" y="8291"/>
                  </a:lnTo>
                  <a:lnTo>
                    <a:pt x="6603" y="8474"/>
                  </a:lnTo>
                  <a:lnTo>
                    <a:pt x="6566" y="8804"/>
                  </a:lnTo>
                  <a:lnTo>
                    <a:pt x="6530" y="9208"/>
                  </a:lnTo>
                  <a:lnTo>
                    <a:pt x="6566" y="9428"/>
                  </a:lnTo>
                  <a:lnTo>
                    <a:pt x="6603" y="9648"/>
                  </a:lnTo>
                  <a:lnTo>
                    <a:pt x="6676" y="9868"/>
                  </a:lnTo>
                  <a:lnTo>
                    <a:pt x="6787" y="10051"/>
                  </a:lnTo>
                  <a:lnTo>
                    <a:pt x="6970" y="10162"/>
                  </a:lnTo>
                  <a:lnTo>
                    <a:pt x="7153" y="10272"/>
                  </a:lnTo>
                  <a:lnTo>
                    <a:pt x="7447" y="10345"/>
                  </a:lnTo>
                  <a:lnTo>
                    <a:pt x="7777" y="10382"/>
                  </a:lnTo>
                  <a:lnTo>
                    <a:pt x="8437" y="10382"/>
                  </a:lnTo>
                  <a:lnTo>
                    <a:pt x="9061" y="10308"/>
                  </a:lnTo>
                  <a:lnTo>
                    <a:pt x="9684" y="10162"/>
                  </a:lnTo>
                  <a:lnTo>
                    <a:pt x="9758" y="10125"/>
                  </a:lnTo>
                  <a:lnTo>
                    <a:pt x="9831" y="10051"/>
                  </a:lnTo>
                  <a:lnTo>
                    <a:pt x="9868" y="9941"/>
                  </a:lnTo>
                  <a:lnTo>
                    <a:pt x="9831" y="9868"/>
                  </a:lnTo>
                  <a:lnTo>
                    <a:pt x="9794" y="9758"/>
                  </a:lnTo>
                  <a:lnTo>
                    <a:pt x="9721" y="9685"/>
                  </a:lnTo>
                  <a:lnTo>
                    <a:pt x="9648" y="9648"/>
                  </a:lnTo>
                  <a:lnTo>
                    <a:pt x="9538" y="9648"/>
                  </a:lnTo>
                  <a:lnTo>
                    <a:pt x="8951" y="9758"/>
                  </a:lnTo>
                  <a:lnTo>
                    <a:pt x="8327" y="9831"/>
                  </a:lnTo>
                  <a:lnTo>
                    <a:pt x="7740" y="9831"/>
                  </a:lnTo>
                  <a:lnTo>
                    <a:pt x="7447" y="9795"/>
                  </a:lnTo>
                  <a:lnTo>
                    <a:pt x="7300" y="9721"/>
                  </a:lnTo>
                  <a:lnTo>
                    <a:pt x="7190" y="9648"/>
                  </a:lnTo>
                  <a:lnTo>
                    <a:pt x="7117" y="9575"/>
                  </a:lnTo>
                  <a:lnTo>
                    <a:pt x="7080" y="9465"/>
                  </a:lnTo>
                  <a:lnTo>
                    <a:pt x="7080" y="9208"/>
                  </a:lnTo>
                  <a:lnTo>
                    <a:pt x="7080" y="8914"/>
                  </a:lnTo>
                  <a:lnTo>
                    <a:pt x="7117" y="8694"/>
                  </a:lnTo>
                  <a:lnTo>
                    <a:pt x="7153" y="8474"/>
                  </a:lnTo>
                  <a:lnTo>
                    <a:pt x="7153" y="8254"/>
                  </a:lnTo>
                  <a:lnTo>
                    <a:pt x="7117" y="8034"/>
                  </a:lnTo>
                  <a:lnTo>
                    <a:pt x="7043" y="7851"/>
                  </a:lnTo>
                  <a:lnTo>
                    <a:pt x="6970" y="7667"/>
                  </a:lnTo>
                  <a:lnTo>
                    <a:pt x="6823" y="7520"/>
                  </a:lnTo>
                  <a:lnTo>
                    <a:pt x="6676" y="7410"/>
                  </a:lnTo>
                  <a:lnTo>
                    <a:pt x="6530" y="7337"/>
                  </a:lnTo>
                  <a:lnTo>
                    <a:pt x="6383" y="7300"/>
                  </a:lnTo>
                  <a:lnTo>
                    <a:pt x="6200" y="7300"/>
                  </a:lnTo>
                  <a:lnTo>
                    <a:pt x="6016" y="7337"/>
                  </a:lnTo>
                  <a:lnTo>
                    <a:pt x="5833" y="7447"/>
                  </a:lnTo>
                  <a:lnTo>
                    <a:pt x="5649" y="7594"/>
                  </a:lnTo>
                  <a:lnTo>
                    <a:pt x="5503" y="7814"/>
                  </a:lnTo>
                  <a:lnTo>
                    <a:pt x="5393" y="8034"/>
                  </a:lnTo>
                  <a:lnTo>
                    <a:pt x="5283" y="8291"/>
                  </a:lnTo>
                  <a:lnTo>
                    <a:pt x="5136" y="8768"/>
                  </a:lnTo>
                  <a:lnTo>
                    <a:pt x="5026" y="9281"/>
                  </a:lnTo>
                  <a:lnTo>
                    <a:pt x="4989" y="9795"/>
                  </a:lnTo>
                  <a:lnTo>
                    <a:pt x="5026" y="10308"/>
                  </a:lnTo>
                  <a:lnTo>
                    <a:pt x="5062" y="10858"/>
                  </a:lnTo>
                  <a:lnTo>
                    <a:pt x="5062" y="11372"/>
                  </a:lnTo>
                  <a:lnTo>
                    <a:pt x="5062" y="11519"/>
                  </a:lnTo>
                  <a:lnTo>
                    <a:pt x="5026" y="11665"/>
                  </a:lnTo>
                  <a:lnTo>
                    <a:pt x="4952" y="11775"/>
                  </a:lnTo>
                  <a:lnTo>
                    <a:pt x="4879" y="11886"/>
                  </a:lnTo>
                  <a:lnTo>
                    <a:pt x="4769" y="11959"/>
                  </a:lnTo>
                  <a:lnTo>
                    <a:pt x="4659" y="12032"/>
                  </a:lnTo>
                  <a:lnTo>
                    <a:pt x="4512" y="12069"/>
                  </a:lnTo>
                  <a:lnTo>
                    <a:pt x="4366" y="12069"/>
                  </a:lnTo>
                  <a:lnTo>
                    <a:pt x="4109" y="11996"/>
                  </a:lnTo>
                  <a:lnTo>
                    <a:pt x="3815" y="11922"/>
                  </a:lnTo>
                  <a:lnTo>
                    <a:pt x="3705" y="11849"/>
                  </a:lnTo>
                  <a:lnTo>
                    <a:pt x="3595" y="11739"/>
                  </a:lnTo>
                  <a:lnTo>
                    <a:pt x="3559" y="11592"/>
                  </a:lnTo>
                  <a:lnTo>
                    <a:pt x="3522" y="11445"/>
                  </a:lnTo>
                  <a:lnTo>
                    <a:pt x="3302" y="10272"/>
                  </a:lnTo>
                  <a:lnTo>
                    <a:pt x="3155" y="9061"/>
                  </a:lnTo>
                  <a:lnTo>
                    <a:pt x="3045" y="7887"/>
                  </a:lnTo>
                  <a:lnTo>
                    <a:pt x="3045" y="7484"/>
                  </a:lnTo>
                  <a:lnTo>
                    <a:pt x="3008" y="7264"/>
                  </a:lnTo>
                  <a:lnTo>
                    <a:pt x="2935" y="7044"/>
                  </a:lnTo>
                  <a:lnTo>
                    <a:pt x="3375" y="7044"/>
                  </a:lnTo>
                  <a:lnTo>
                    <a:pt x="3779" y="7007"/>
                  </a:lnTo>
                  <a:lnTo>
                    <a:pt x="4219" y="6970"/>
                  </a:lnTo>
                  <a:lnTo>
                    <a:pt x="4622" y="6860"/>
                  </a:lnTo>
                  <a:lnTo>
                    <a:pt x="4806" y="6787"/>
                  </a:lnTo>
                  <a:lnTo>
                    <a:pt x="4952" y="6677"/>
                  </a:lnTo>
                  <a:lnTo>
                    <a:pt x="5099" y="6603"/>
                  </a:lnTo>
                  <a:lnTo>
                    <a:pt x="5209" y="6493"/>
                  </a:lnTo>
                  <a:lnTo>
                    <a:pt x="5429" y="6200"/>
                  </a:lnTo>
                  <a:lnTo>
                    <a:pt x="5539" y="5906"/>
                  </a:lnTo>
                  <a:lnTo>
                    <a:pt x="5649" y="5576"/>
                  </a:lnTo>
                  <a:lnTo>
                    <a:pt x="5723" y="5210"/>
                  </a:lnTo>
                  <a:lnTo>
                    <a:pt x="5723" y="4806"/>
                  </a:lnTo>
                  <a:lnTo>
                    <a:pt x="5686" y="4036"/>
                  </a:lnTo>
                  <a:lnTo>
                    <a:pt x="5649" y="3559"/>
                  </a:lnTo>
                  <a:lnTo>
                    <a:pt x="5576" y="3082"/>
                  </a:lnTo>
                  <a:lnTo>
                    <a:pt x="5539" y="2789"/>
                  </a:lnTo>
                  <a:lnTo>
                    <a:pt x="5503" y="2678"/>
                  </a:lnTo>
                  <a:lnTo>
                    <a:pt x="5466" y="2568"/>
                  </a:lnTo>
                  <a:lnTo>
                    <a:pt x="5429" y="2422"/>
                  </a:lnTo>
                  <a:lnTo>
                    <a:pt x="5356" y="2348"/>
                  </a:lnTo>
                  <a:lnTo>
                    <a:pt x="5173" y="2238"/>
                  </a:lnTo>
                  <a:lnTo>
                    <a:pt x="5026" y="2202"/>
                  </a:lnTo>
                  <a:lnTo>
                    <a:pt x="4916" y="2202"/>
                  </a:lnTo>
                  <a:lnTo>
                    <a:pt x="4879" y="2238"/>
                  </a:lnTo>
                  <a:lnTo>
                    <a:pt x="4586" y="2238"/>
                  </a:lnTo>
                  <a:lnTo>
                    <a:pt x="4622" y="808"/>
                  </a:lnTo>
                  <a:lnTo>
                    <a:pt x="4586" y="551"/>
                  </a:lnTo>
                  <a:lnTo>
                    <a:pt x="4549" y="441"/>
                  </a:lnTo>
                  <a:lnTo>
                    <a:pt x="4512" y="331"/>
                  </a:lnTo>
                  <a:lnTo>
                    <a:pt x="4439" y="258"/>
                  </a:lnTo>
                  <a:lnTo>
                    <a:pt x="4329" y="221"/>
                  </a:lnTo>
                  <a:lnTo>
                    <a:pt x="4219" y="184"/>
                  </a:lnTo>
                  <a:lnTo>
                    <a:pt x="4072" y="221"/>
                  </a:lnTo>
                  <a:lnTo>
                    <a:pt x="3815" y="331"/>
                  </a:lnTo>
                  <a:lnTo>
                    <a:pt x="3705" y="404"/>
                  </a:lnTo>
                  <a:lnTo>
                    <a:pt x="3632" y="514"/>
                  </a:lnTo>
                  <a:lnTo>
                    <a:pt x="3522" y="734"/>
                  </a:lnTo>
                  <a:lnTo>
                    <a:pt x="3449" y="991"/>
                  </a:lnTo>
                  <a:lnTo>
                    <a:pt x="3485" y="1321"/>
                  </a:lnTo>
                  <a:lnTo>
                    <a:pt x="3522" y="1651"/>
                  </a:lnTo>
                  <a:lnTo>
                    <a:pt x="3559" y="1908"/>
                  </a:lnTo>
                  <a:lnTo>
                    <a:pt x="3669" y="2165"/>
                  </a:lnTo>
                  <a:lnTo>
                    <a:pt x="2091" y="2165"/>
                  </a:lnTo>
                  <a:lnTo>
                    <a:pt x="2055" y="1358"/>
                  </a:lnTo>
                  <a:lnTo>
                    <a:pt x="2018" y="514"/>
                  </a:lnTo>
                  <a:lnTo>
                    <a:pt x="2018" y="368"/>
                  </a:lnTo>
                  <a:lnTo>
                    <a:pt x="1945" y="221"/>
                  </a:lnTo>
                  <a:lnTo>
                    <a:pt x="1871" y="147"/>
                  </a:lnTo>
                  <a:lnTo>
                    <a:pt x="1761" y="74"/>
                  </a:lnTo>
                  <a:lnTo>
                    <a:pt x="1651" y="37"/>
                  </a:lnTo>
                  <a:lnTo>
                    <a:pt x="1504" y="1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64" name="Google Shape;320;p5">
              <a:extLst>
                <a:ext uri="{FF2B5EF4-FFF2-40B4-BE49-F238E27FC236}">
                  <a16:creationId xmlns:a16="http://schemas.microsoft.com/office/drawing/2014/main" id="{C044FB15-C13A-458D-8E2A-ED5B7D71CDAA}"/>
                </a:ext>
              </a:extLst>
            </p:cNvPr>
            <p:cNvSpPr/>
            <p:nvPr/>
          </p:nvSpPr>
          <p:spPr>
            <a:xfrm>
              <a:off x="6062250" y="3853825"/>
              <a:ext cx="332900" cy="376025"/>
            </a:xfrm>
            <a:custGeom>
              <a:avLst/>
              <a:gdLst/>
              <a:ahLst/>
              <a:cxnLst/>
              <a:rect l="l" t="t" r="r" b="b"/>
              <a:pathLst>
                <a:path w="13316" h="15041" extrusionOk="0">
                  <a:moveTo>
                    <a:pt x="5466" y="1"/>
                  </a:moveTo>
                  <a:lnTo>
                    <a:pt x="5466" y="38"/>
                  </a:lnTo>
                  <a:lnTo>
                    <a:pt x="5576" y="1248"/>
                  </a:lnTo>
                  <a:lnTo>
                    <a:pt x="5612" y="1321"/>
                  </a:lnTo>
                  <a:lnTo>
                    <a:pt x="5649" y="1395"/>
                  </a:lnTo>
                  <a:lnTo>
                    <a:pt x="5759" y="1431"/>
                  </a:lnTo>
                  <a:lnTo>
                    <a:pt x="5833" y="1395"/>
                  </a:lnTo>
                  <a:lnTo>
                    <a:pt x="6713" y="881"/>
                  </a:lnTo>
                  <a:lnTo>
                    <a:pt x="6713" y="881"/>
                  </a:lnTo>
                  <a:lnTo>
                    <a:pt x="6640" y="1285"/>
                  </a:lnTo>
                  <a:lnTo>
                    <a:pt x="6603" y="1652"/>
                  </a:lnTo>
                  <a:lnTo>
                    <a:pt x="6603" y="2055"/>
                  </a:lnTo>
                  <a:lnTo>
                    <a:pt x="6640" y="2459"/>
                  </a:lnTo>
                  <a:lnTo>
                    <a:pt x="6676" y="2569"/>
                  </a:lnTo>
                  <a:lnTo>
                    <a:pt x="6750" y="2605"/>
                  </a:lnTo>
                  <a:lnTo>
                    <a:pt x="6823" y="2642"/>
                  </a:lnTo>
                  <a:lnTo>
                    <a:pt x="6896" y="2679"/>
                  </a:lnTo>
                  <a:lnTo>
                    <a:pt x="6970" y="2642"/>
                  </a:lnTo>
                  <a:lnTo>
                    <a:pt x="7043" y="2605"/>
                  </a:lnTo>
                  <a:lnTo>
                    <a:pt x="7080" y="2532"/>
                  </a:lnTo>
                  <a:lnTo>
                    <a:pt x="7080" y="2459"/>
                  </a:lnTo>
                  <a:lnTo>
                    <a:pt x="7043" y="2275"/>
                  </a:lnTo>
                  <a:lnTo>
                    <a:pt x="7006" y="1835"/>
                  </a:lnTo>
                  <a:lnTo>
                    <a:pt x="7043" y="1395"/>
                  </a:lnTo>
                  <a:lnTo>
                    <a:pt x="7116" y="955"/>
                  </a:lnTo>
                  <a:lnTo>
                    <a:pt x="7226" y="514"/>
                  </a:lnTo>
                  <a:lnTo>
                    <a:pt x="7190" y="404"/>
                  </a:lnTo>
                  <a:lnTo>
                    <a:pt x="7153" y="294"/>
                  </a:lnTo>
                  <a:lnTo>
                    <a:pt x="7043" y="258"/>
                  </a:lnTo>
                  <a:lnTo>
                    <a:pt x="6933" y="294"/>
                  </a:lnTo>
                  <a:lnTo>
                    <a:pt x="5906" y="918"/>
                  </a:lnTo>
                  <a:lnTo>
                    <a:pt x="5869" y="698"/>
                  </a:lnTo>
                  <a:lnTo>
                    <a:pt x="5796" y="478"/>
                  </a:lnTo>
                  <a:lnTo>
                    <a:pt x="5686" y="221"/>
                  </a:lnTo>
                  <a:lnTo>
                    <a:pt x="5576" y="1"/>
                  </a:lnTo>
                  <a:close/>
                  <a:moveTo>
                    <a:pt x="8840" y="3816"/>
                  </a:moveTo>
                  <a:lnTo>
                    <a:pt x="8730" y="3852"/>
                  </a:lnTo>
                  <a:lnTo>
                    <a:pt x="8657" y="3926"/>
                  </a:lnTo>
                  <a:lnTo>
                    <a:pt x="8510" y="4146"/>
                  </a:lnTo>
                  <a:lnTo>
                    <a:pt x="8364" y="4293"/>
                  </a:lnTo>
                  <a:lnTo>
                    <a:pt x="8143" y="4476"/>
                  </a:lnTo>
                  <a:lnTo>
                    <a:pt x="7997" y="4659"/>
                  </a:lnTo>
                  <a:lnTo>
                    <a:pt x="7997" y="4733"/>
                  </a:lnTo>
                  <a:lnTo>
                    <a:pt x="7997" y="4769"/>
                  </a:lnTo>
                  <a:lnTo>
                    <a:pt x="8033" y="4806"/>
                  </a:lnTo>
                  <a:lnTo>
                    <a:pt x="8070" y="4843"/>
                  </a:lnTo>
                  <a:lnTo>
                    <a:pt x="8253" y="4843"/>
                  </a:lnTo>
                  <a:lnTo>
                    <a:pt x="8400" y="4806"/>
                  </a:lnTo>
                  <a:lnTo>
                    <a:pt x="8547" y="4733"/>
                  </a:lnTo>
                  <a:lnTo>
                    <a:pt x="8694" y="4659"/>
                  </a:lnTo>
                  <a:lnTo>
                    <a:pt x="8914" y="4403"/>
                  </a:lnTo>
                  <a:lnTo>
                    <a:pt x="9097" y="4146"/>
                  </a:lnTo>
                  <a:lnTo>
                    <a:pt x="9134" y="4073"/>
                  </a:lnTo>
                  <a:lnTo>
                    <a:pt x="9134" y="3963"/>
                  </a:lnTo>
                  <a:lnTo>
                    <a:pt x="9097" y="3889"/>
                  </a:lnTo>
                  <a:lnTo>
                    <a:pt x="9024" y="3852"/>
                  </a:lnTo>
                  <a:lnTo>
                    <a:pt x="8914" y="3816"/>
                  </a:lnTo>
                  <a:close/>
                  <a:moveTo>
                    <a:pt x="147" y="2972"/>
                  </a:moveTo>
                  <a:lnTo>
                    <a:pt x="73" y="3009"/>
                  </a:lnTo>
                  <a:lnTo>
                    <a:pt x="37" y="3082"/>
                  </a:lnTo>
                  <a:lnTo>
                    <a:pt x="0" y="3229"/>
                  </a:lnTo>
                  <a:lnTo>
                    <a:pt x="37" y="3559"/>
                  </a:lnTo>
                  <a:lnTo>
                    <a:pt x="110" y="4073"/>
                  </a:lnTo>
                  <a:lnTo>
                    <a:pt x="220" y="4549"/>
                  </a:lnTo>
                  <a:lnTo>
                    <a:pt x="257" y="4623"/>
                  </a:lnTo>
                  <a:lnTo>
                    <a:pt x="330" y="4696"/>
                  </a:lnTo>
                  <a:lnTo>
                    <a:pt x="514" y="4696"/>
                  </a:lnTo>
                  <a:lnTo>
                    <a:pt x="1174" y="4219"/>
                  </a:lnTo>
                  <a:lnTo>
                    <a:pt x="1247" y="4843"/>
                  </a:lnTo>
                  <a:lnTo>
                    <a:pt x="1284" y="4990"/>
                  </a:lnTo>
                  <a:lnTo>
                    <a:pt x="1321" y="5173"/>
                  </a:lnTo>
                  <a:lnTo>
                    <a:pt x="1394" y="5320"/>
                  </a:lnTo>
                  <a:lnTo>
                    <a:pt x="1431" y="5356"/>
                  </a:lnTo>
                  <a:lnTo>
                    <a:pt x="1541" y="5393"/>
                  </a:lnTo>
                  <a:lnTo>
                    <a:pt x="1614" y="5393"/>
                  </a:lnTo>
                  <a:lnTo>
                    <a:pt x="1687" y="5356"/>
                  </a:lnTo>
                  <a:lnTo>
                    <a:pt x="1724" y="5320"/>
                  </a:lnTo>
                  <a:lnTo>
                    <a:pt x="1761" y="5246"/>
                  </a:lnTo>
                  <a:lnTo>
                    <a:pt x="1761" y="5173"/>
                  </a:lnTo>
                  <a:lnTo>
                    <a:pt x="1724" y="5063"/>
                  </a:lnTo>
                  <a:lnTo>
                    <a:pt x="1724" y="5026"/>
                  </a:lnTo>
                  <a:lnTo>
                    <a:pt x="1687" y="4953"/>
                  </a:lnTo>
                  <a:lnTo>
                    <a:pt x="1651" y="4549"/>
                  </a:lnTo>
                  <a:lnTo>
                    <a:pt x="1614" y="4183"/>
                  </a:lnTo>
                  <a:lnTo>
                    <a:pt x="1577" y="3816"/>
                  </a:lnTo>
                  <a:lnTo>
                    <a:pt x="1577" y="3706"/>
                  </a:lnTo>
                  <a:lnTo>
                    <a:pt x="1467" y="3632"/>
                  </a:lnTo>
                  <a:lnTo>
                    <a:pt x="1357" y="3632"/>
                  </a:lnTo>
                  <a:lnTo>
                    <a:pt x="1247" y="3669"/>
                  </a:lnTo>
                  <a:lnTo>
                    <a:pt x="880" y="3889"/>
                  </a:lnTo>
                  <a:lnTo>
                    <a:pt x="550" y="4146"/>
                  </a:lnTo>
                  <a:lnTo>
                    <a:pt x="330" y="3302"/>
                  </a:lnTo>
                  <a:lnTo>
                    <a:pt x="294" y="3082"/>
                  </a:lnTo>
                  <a:lnTo>
                    <a:pt x="220" y="2972"/>
                  </a:lnTo>
                  <a:close/>
                  <a:moveTo>
                    <a:pt x="8400" y="2679"/>
                  </a:moveTo>
                  <a:lnTo>
                    <a:pt x="10124" y="5173"/>
                  </a:lnTo>
                  <a:lnTo>
                    <a:pt x="10161" y="5210"/>
                  </a:lnTo>
                  <a:lnTo>
                    <a:pt x="10124" y="5246"/>
                  </a:lnTo>
                  <a:lnTo>
                    <a:pt x="9684" y="5613"/>
                  </a:lnTo>
                  <a:lnTo>
                    <a:pt x="9207" y="6017"/>
                  </a:lnTo>
                  <a:lnTo>
                    <a:pt x="8804" y="6310"/>
                  </a:lnTo>
                  <a:lnTo>
                    <a:pt x="8584" y="6017"/>
                  </a:lnTo>
                  <a:lnTo>
                    <a:pt x="6970" y="3852"/>
                  </a:lnTo>
                  <a:lnTo>
                    <a:pt x="7703" y="3339"/>
                  </a:lnTo>
                  <a:lnTo>
                    <a:pt x="8033" y="3045"/>
                  </a:lnTo>
                  <a:lnTo>
                    <a:pt x="8364" y="2752"/>
                  </a:lnTo>
                  <a:lnTo>
                    <a:pt x="8400" y="2679"/>
                  </a:lnTo>
                  <a:close/>
                  <a:moveTo>
                    <a:pt x="2494" y="7227"/>
                  </a:moveTo>
                  <a:lnTo>
                    <a:pt x="2421" y="7301"/>
                  </a:lnTo>
                  <a:lnTo>
                    <a:pt x="2421" y="7411"/>
                  </a:lnTo>
                  <a:lnTo>
                    <a:pt x="2678" y="7887"/>
                  </a:lnTo>
                  <a:lnTo>
                    <a:pt x="2494" y="8034"/>
                  </a:lnTo>
                  <a:lnTo>
                    <a:pt x="2458" y="8108"/>
                  </a:lnTo>
                  <a:lnTo>
                    <a:pt x="2421" y="8218"/>
                  </a:lnTo>
                  <a:lnTo>
                    <a:pt x="2421" y="8291"/>
                  </a:lnTo>
                  <a:lnTo>
                    <a:pt x="2494" y="8328"/>
                  </a:lnTo>
                  <a:lnTo>
                    <a:pt x="2605" y="8364"/>
                  </a:lnTo>
                  <a:lnTo>
                    <a:pt x="2678" y="8328"/>
                  </a:lnTo>
                  <a:lnTo>
                    <a:pt x="2861" y="8254"/>
                  </a:lnTo>
                  <a:lnTo>
                    <a:pt x="2935" y="8364"/>
                  </a:lnTo>
                  <a:lnTo>
                    <a:pt x="3155" y="8694"/>
                  </a:lnTo>
                  <a:lnTo>
                    <a:pt x="3301" y="8841"/>
                  </a:lnTo>
                  <a:lnTo>
                    <a:pt x="3375" y="8878"/>
                  </a:lnTo>
                  <a:lnTo>
                    <a:pt x="3485" y="8915"/>
                  </a:lnTo>
                  <a:lnTo>
                    <a:pt x="3558" y="8878"/>
                  </a:lnTo>
                  <a:lnTo>
                    <a:pt x="3595" y="8804"/>
                  </a:lnTo>
                  <a:lnTo>
                    <a:pt x="3632" y="8731"/>
                  </a:lnTo>
                  <a:lnTo>
                    <a:pt x="3595" y="8621"/>
                  </a:lnTo>
                  <a:lnTo>
                    <a:pt x="3558" y="8438"/>
                  </a:lnTo>
                  <a:lnTo>
                    <a:pt x="3301" y="8108"/>
                  </a:lnTo>
                  <a:lnTo>
                    <a:pt x="3228" y="7997"/>
                  </a:lnTo>
                  <a:lnTo>
                    <a:pt x="3558" y="7704"/>
                  </a:lnTo>
                  <a:lnTo>
                    <a:pt x="3595" y="7594"/>
                  </a:lnTo>
                  <a:lnTo>
                    <a:pt x="3595" y="7484"/>
                  </a:lnTo>
                  <a:lnTo>
                    <a:pt x="3558" y="7411"/>
                  </a:lnTo>
                  <a:lnTo>
                    <a:pt x="3485" y="7374"/>
                  </a:lnTo>
                  <a:lnTo>
                    <a:pt x="3412" y="7337"/>
                  </a:lnTo>
                  <a:lnTo>
                    <a:pt x="3338" y="7337"/>
                  </a:lnTo>
                  <a:lnTo>
                    <a:pt x="3228" y="7411"/>
                  </a:lnTo>
                  <a:lnTo>
                    <a:pt x="2971" y="7631"/>
                  </a:lnTo>
                  <a:lnTo>
                    <a:pt x="2641" y="7264"/>
                  </a:lnTo>
                  <a:lnTo>
                    <a:pt x="2568" y="7227"/>
                  </a:lnTo>
                  <a:close/>
                  <a:moveTo>
                    <a:pt x="3191" y="6090"/>
                  </a:moveTo>
                  <a:lnTo>
                    <a:pt x="3595" y="6860"/>
                  </a:lnTo>
                  <a:lnTo>
                    <a:pt x="3998" y="7594"/>
                  </a:lnTo>
                  <a:lnTo>
                    <a:pt x="4439" y="8328"/>
                  </a:lnTo>
                  <a:lnTo>
                    <a:pt x="4915" y="9025"/>
                  </a:lnTo>
                  <a:lnTo>
                    <a:pt x="4769" y="9098"/>
                  </a:lnTo>
                  <a:lnTo>
                    <a:pt x="4622" y="9171"/>
                  </a:lnTo>
                  <a:lnTo>
                    <a:pt x="4365" y="9355"/>
                  </a:lnTo>
                  <a:lnTo>
                    <a:pt x="3778" y="9721"/>
                  </a:lnTo>
                  <a:lnTo>
                    <a:pt x="3522" y="9905"/>
                  </a:lnTo>
                  <a:lnTo>
                    <a:pt x="3412" y="10015"/>
                  </a:lnTo>
                  <a:lnTo>
                    <a:pt x="3265" y="10052"/>
                  </a:lnTo>
                  <a:lnTo>
                    <a:pt x="3228" y="10052"/>
                  </a:lnTo>
                  <a:lnTo>
                    <a:pt x="3191" y="10088"/>
                  </a:lnTo>
                  <a:lnTo>
                    <a:pt x="3191" y="10162"/>
                  </a:lnTo>
                  <a:lnTo>
                    <a:pt x="2421" y="9025"/>
                  </a:lnTo>
                  <a:lnTo>
                    <a:pt x="1761" y="7997"/>
                  </a:lnTo>
                  <a:lnTo>
                    <a:pt x="1064" y="7007"/>
                  </a:lnTo>
                  <a:lnTo>
                    <a:pt x="1394" y="6897"/>
                  </a:lnTo>
                  <a:lnTo>
                    <a:pt x="1724" y="6714"/>
                  </a:lnTo>
                  <a:lnTo>
                    <a:pt x="2348" y="6383"/>
                  </a:lnTo>
                  <a:lnTo>
                    <a:pt x="2494" y="6310"/>
                  </a:lnTo>
                  <a:lnTo>
                    <a:pt x="2641" y="6273"/>
                  </a:lnTo>
                  <a:lnTo>
                    <a:pt x="2935" y="6237"/>
                  </a:lnTo>
                  <a:lnTo>
                    <a:pt x="3081" y="6200"/>
                  </a:lnTo>
                  <a:lnTo>
                    <a:pt x="3191" y="6090"/>
                  </a:lnTo>
                  <a:close/>
                  <a:moveTo>
                    <a:pt x="12729" y="11005"/>
                  </a:moveTo>
                  <a:lnTo>
                    <a:pt x="12655" y="11225"/>
                  </a:lnTo>
                  <a:lnTo>
                    <a:pt x="12582" y="11115"/>
                  </a:lnTo>
                  <a:lnTo>
                    <a:pt x="12729" y="11005"/>
                  </a:lnTo>
                  <a:close/>
                  <a:moveTo>
                    <a:pt x="9647" y="12949"/>
                  </a:moveTo>
                  <a:lnTo>
                    <a:pt x="9721" y="13096"/>
                  </a:lnTo>
                  <a:lnTo>
                    <a:pt x="9831" y="13280"/>
                  </a:lnTo>
                  <a:lnTo>
                    <a:pt x="9941" y="13463"/>
                  </a:lnTo>
                  <a:lnTo>
                    <a:pt x="10088" y="13573"/>
                  </a:lnTo>
                  <a:lnTo>
                    <a:pt x="10051" y="13573"/>
                  </a:lnTo>
                  <a:lnTo>
                    <a:pt x="9647" y="13756"/>
                  </a:lnTo>
                  <a:lnTo>
                    <a:pt x="9647" y="13646"/>
                  </a:lnTo>
                  <a:lnTo>
                    <a:pt x="9574" y="13536"/>
                  </a:lnTo>
                  <a:lnTo>
                    <a:pt x="9427" y="13426"/>
                  </a:lnTo>
                  <a:lnTo>
                    <a:pt x="9354" y="13280"/>
                  </a:lnTo>
                  <a:lnTo>
                    <a:pt x="9281" y="13133"/>
                  </a:lnTo>
                  <a:lnTo>
                    <a:pt x="9244" y="12986"/>
                  </a:lnTo>
                  <a:lnTo>
                    <a:pt x="9647" y="12949"/>
                  </a:lnTo>
                  <a:close/>
                  <a:moveTo>
                    <a:pt x="6640" y="12839"/>
                  </a:moveTo>
                  <a:lnTo>
                    <a:pt x="6493" y="13426"/>
                  </a:lnTo>
                  <a:lnTo>
                    <a:pt x="6419" y="14013"/>
                  </a:lnTo>
                  <a:lnTo>
                    <a:pt x="6419" y="14160"/>
                  </a:lnTo>
                  <a:lnTo>
                    <a:pt x="6163" y="13940"/>
                  </a:lnTo>
                  <a:lnTo>
                    <a:pt x="6126" y="13940"/>
                  </a:lnTo>
                  <a:lnTo>
                    <a:pt x="6126" y="13903"/>
                  </a:lnTo>
                  <a:lnTo>
                    <a:pt x="6126" y="13646"/>
                  </a:lnTo>
                  <a:lnTo>
                    <a:pt x="6163" y="13353"/>
                  </a:lnTo>
                  <a:lnTo>
                    <a:pt x="6236" y="13096"/>
                  </a:lnTo>
                  <a:lnTo>
                    <a:pt x="6346" y="12876"/>
                  </a:lnTo>
                  <a:lnTo>
                    <a:pt x="6640" y="12839"/>
                  </a:lnTo>
                  <a:close/>
                  <a:moveTo>
                    <a:pt x="7336" y="13170"/>
                  </a:moveTo>
                  <a:lnTo>
                    <a:pt x="7263" y="13206"/>
                  </a:lnTo>
                  <a:lnTo>
                    <a:pt x="7226" y="13243"/>
                  </a:lnTo>
                  <a:lnTo>
                    <a:pt x="7080" y="13720"/>
                  </a:lnTo>
                  <a:lnTo>
                    <a:pt x="7006" y="13977"/>
                  </a:lnTo>
                  <a:lnTo>
                    <a:pt x="7006" y="14233"/>
                  </a:lnTo>
                  <a:lnTo>
                    <a:pt x="7006" y="14307"/>
                  </a:lnTo>
                  <a:lnTo>
                    <a:pt x="7043" y="14380"/>
                  </a:lnTo>
                  <a:lnTo>
                    <a:pt x="7116" y="14453"/>
                  </a:lnTo>
                  <a:lnTo>
                    <a:pt x="7190" y="14490"/>
                  </a:lnTo>
                  <a:lnTo>
                    <a:pt x="7263" y="14527"/>
                  </a:lnTo>
                  <a:lnTo>
                    <a:pt x="7336" y="14527"/>
                  </a:lnTo>
                  <a:lnTo>
                    <a:pt x="7410" y="14453"/>
                  </a:lnTo>
                  <a:lnTo>
                    <a:pt x="7483" y="14380"/>
                  </a:lnTo>
                  <a:lnTo>
                    <a:pt x="7483" y="14270"/>
                  </a:lnTo>
                  <a:lnTo>
                    <a:pt x="7446" y="14160"/>
                  </a:lnTo>
                  <a:lnTo>
                    <a:pt x="7373" y="14123"/>
                  </a:lnTo>
                  <a:lnTo>
                    <a:pt x="7373" y="13830"/>
                  </a:lnTo>
                  <a:lnTo>
                    <a:pt x="7410" y="13280"/>
                  </a:lnTo>
                  <a:lnTo>
                    <a:pt x="7373" y="13206"/>
                  </a:lnTo>
                  <a:lnTo>
                    <a:pt x="7336" y="13170"/>
                  </a:lnTo>
                  <a:close/>
                  <a:moveTo>
                    <a:pt x="10418" y="5613"/>
                  </a:moveTo>
                  <a:lnTo>
                    <a:pt x="11188" y="6714"/>
                  </a:lnTo>
                  <a:lnTo>
                    <a:pt x="11555" y="7264"/>
                  </a:lnTo>
                  <a:lnTo>
                    <a:pt x="11922" y="7814"/>
                  </a:lnTo>
                  <a:lnTo>
                    <a:pt x="12252" y="8474"/>
                  </a:lnTo>
                  <a:lnTo>
                    <a:pt x="12399" y="8841"/>
                  </a:lnTo>
                  <a:lnTo>
                    <a:pt x="12545" y="9208"/>
                  </a:lnTo>
                  <a:lnTo>
                    <a:pt x="12619" y="9575"/>
                  </a:lnTo>
                  <a:lnTo>
                    <a:pt x="12692" y="9942"/>
                  </a:lnTo>
                  <a:lnTo>
                    <a:pt x="12729" y="10308"/>
                  </a:lnTo>
                  <a:lnTo>
                    <a:pt x="12729" y="10675"/>
                  </a:lnTo>
                  <a:lnTo>
                    <a:pt x="12325" y="10932"/>
                  </a:lnTo>
                  <a:lnTo>
                    <a:pt x="12288" y="10969"/>
                  </a:lnTo>
                  <a:lnTo>
                    <a:pt x="12252" y="11042"/>
                  </a:lnTo>
                  <a:lnTo>
                    <a:pt x="12288" y="11079"/>
                  </a:lnTo>
                  <a:lnTo>
                    <a:pt x="12325" y="11152"/>
                  </a:lnTo>
                  <a:lnTo>
                    <a:pt x="12435" y="11372"/>
                  </a:lnTo>
                  <a:lnTo>
                    <a:pt x="12509" y="11446"/>
                  </a:lnTo>
                  <a:lnTo>
                    <a:pt x="12582" y="11519"/>
                  </a:lnTo>
                  <a:lnTo>
                    <a:pt x="12472" y="11776"/>
                  </a:lnTo>
                  <a:lnTo>
                    <a:pt x="12325" y="12032"/>
                  </a:lnTo>
                  <a:lnTo>
                    <a:pt x="11848" y="11666"/>
                  </a:lnTo>
                  <a:lnTo>
                    <a:pt x="11775" y="11629"/>
                  </a:lnTo>
                  <a:lnTo>
                    <a:pt x="11702" y="11666"/>
                  </a:lnTo>
                  <a:lnTo>
                    <a:pt x="11665" y="11739"/>
                  </a:lnTo>
                  <a:lnTo>
                    <a:pt x="11702" y="11812"/>
                  </a:lnTo>
                  <a:lnTo>
                    <a:pt x="12142" y="12326"/>
                  </a:lnTo>
                  <a:lnTo>
                    <a:pt x="11848" y="12619"/>
                  </a:lnTo>
                  <a:lnTo>
                    <a:pt x="11812" y="12546"/>
                  </a:lnTo>
                  <a:lnTo>
                    <a:pt x="11665" y="12399"/>
                  </a:lnTo>
                  <a:lnTo>
                    <a:pt x="11518" y="12253"/>
                  </a:lnTo>
                  <a:lnTo>
                    <a:pt x="11371" y="12069"/>
                  </a:lnTo>
                  <a:lnTo>
                    <a:pt x="11298" y="11886"/>
                  </a:lnTo>
                  <a:lnTo>
                    <a:pt x="11225" y="11849"/>
                  </a:lnTo>
                  <a:lnTo>
                    <a:pt x="11188" y="11812"/>
                  </a:lnTo>
                  <a:lnTo>
                    <a:pt x="11115" y="11849"/>
                  </a:lnTo>
                  <a:lnTo>
                    <a:pt x="11078" y="11922"/>
                  </a:lnTo>
                  <a:lnTo>
                    <a:pt x="11078" y="12106"/>
                  </a:lnTo>
                  <a:lnTo>
                    <a:pt x="11115" y="12253"/>
                  </a:lnTo>
                  <a:lnTo>
                    <a:pt x="11188" y="12436"/>
                  </a:lnTo>
                  <a:lnTo>
                    <a:pt x="11261" y="12583"/>
                  </a:lnTo>
                  <a:lnTo>
                    <a:pt x="11371" y="12729"/>
                  </a:lnTo>
                  <a:lnTo>
                    <a:pt x="11518" y="12876"/>
                  </a:lnTo>
                  <a:lnTo>
                    <a:pt x="11115" y="13096"/>
                  </a:lnTo>
                  <a:lnTo>
                    <a:pt x="11151" y="12986"/>
                  </a:lnTo>
                  <a:lnTo>
                    <a:pt x="11151" y="12839"/>
                  </a:lnTo>
                  <a:lnTo>
                    <a:pt x="11078" y="12766"/>
                  </a:lnTo>
                  <a:lnTo>
                    <a:pt x="10968" y="12656"/>
                  </a:lnTo>
                  <a:lnTo>
                    <a:pt x="10931" y="12656"/>
                  </a:lnTo>
                  <a:lnTo>
                    <a:pt x="10858" y="12693"/>
                  </a:lnTo>
                  <a:lnTo>
                    <a:pt x="10858" y="12766"/>
                  </a:lnTo>
                  <a:lnTo>
                    <a:pt x="10821" y="12729"/>
                  </a:lnTo>
                  <a:lnTo>
                    <a:pt x="10491" y="12436"/>
                  </a:lnTo>
                  <a:lnTo>
                    <a:pt x="10418" y="12363"/>
                  </a:lnTo>
                  <a:lnTo>
                    <a:pt x="10344" y="12399"/>
                  </a:lnTo>
                  <a:lnTo>
                    <a:pt x="10308" y="12473"/>
                  </a:lnTo>
                  <a:lnTo>
                    <a:pt x="10308" y="12546"/>
                  </a:lnTo>
                  <a:lnTo>
                    <a:pt x="10491" y="12839"/>
                  </a:lnTo>
                  <a:lnTo>
                    <a:pt x="10711" y="13206"/>
                  </a:lnTo>
                  <a:lnTo>
                    <a:pt x="10785" y="13280"/>
                  </a:lnTo>
                  <a:lnTo>
                    <a:pt x="10381" y="13426"/>
                  </a:lnTo>
                  <a:lnTo>
                    <a:pt x="10381" y="13353"/>
                  </a:lnTo>
                  <a:lnTo>
                    <a:pt x="10344" y="13280"/>
                  </a:lnTo>
                  <a:lnTo>
                    <a:pt x="10234" y="13133"/>
                  </a:lnTo>
                  <a:lnTo>
                    <a:pt x="10051" y="12913"/>
                  </a:lnTo>
                  <a:lnTo>
                    <a:pt x="9904" y="12693"/>
                  </a:lnTo>
                  <a:lnTo>
                    <a:pt x="9831" y="12619"/>
                  </a:lnTo>
                  <a:lnTo>
                    <a:pt x="9721" y="12619"/>
                  </a:lnTo>
                  <a:lnTo>
                    <a:pt x="9391" y="12693"/>
                  </a:lnTo>
                  <a:lnTo>
                    <a:pt x="9097" y="12729"/>
                  </a:lnTo>
                  <a:lnTo>
                    <a:pt x="9024" y="12766"/>
                  </a:lnTo>
                  <a:lnTo>
                    <a:pt x="8987" y="12839"/>
                  </a:lnTo>
                  <a:lnTo>
                    <a:pt x="8987" y="12913"/>
                  </a:lnTo>
                  <a:lnTo>
                    <a:pt x="9024" y="12986"/>
                  </a:lnTo>
                  <a:lnTo>
                    <a:pt x="9024" y="13243"/>
                  </a:lnTo>
                  <a:lnTo>
                    <a:pt x="9097" y="13500"/>
                  </a:lnTo>
                  <a:lnTo>
                    <a:pt x="9134" y="13646"/>
                  </a:lnTo>
                  <a:lnTo>
                    <a:pt x="9207" y="13756"/>
                  </a:lnTo>
                  <a:lnTo>
                    <a:pt x="9317" y="13830"/>
                  </a:lnTo>
                  <a:lnTo>
                    <a:pt x="9427" y="13867"/>
                  </a:lnTo>
                  <a:lnTo>
                    <a:pt x="8987" y="14050"/>
                  </a:lnTo>
                  <a:lnTo>
                    <a:pt x="8950" y="13977"/>
                  </a:lnTo>
                  <a:lnTo>
                    <a:pt x="8804" y="13903"/>
                  </a:lnTo>
                  <a:lnTo>
                    <a:pt x="8767" y="13903"/>
                  </a:lnTo>
                  <a:lnTo>
                    <a:pt x="8620" y="13536"/>
                  </a:lnTo>
                  <a:lnTo>
                    <a:pt x="8510" y="13390"/>
                  </a:lnTo>
                  <a:lnTo>
                    <a:pt x="8364" y="13206"/>
                  </a:lnTo>
                  <a:lnTo>
                    <a:pt x="8327" y="13206"/>
                  </a:lnTo>
                  <a:lnTo>
                    <a:pt x="8327" y="13243"/>
                  </a:lnTo>
                  <a:lnTo>
                    <a:pt x="8327" y="13500"/>
                  </a:lnTo>
                  <a:lnTo>
                    <a:pt x="8364" y="13756"/>
                  </a:lnTo>
                  <a:lnTo>
                    <a:pt x="8510" y="14270"/>
                  </a:lnTo>
                  <a:lnTo>
                    <a:pt x="8070" y="14453"/>
                  </a:lnTo>
                  <a:lnTo>
                    <a:pt x="8033" y="14160"/>
                  </a:lnTo>
                  <a:lnTo>
                    <a:pt x="7960" y="13903"/>
                  </a:lnTo>
                  <a:lnTo>
                    <a:pt x="7923" y="13536"/>
                  </a:lnTo>
                  <a:lnTo>
                    <a:pt x="7923" y="13206"/>
                  </a:lnTo>
                  <a:lnTo>
                    <a:pt x="7887" y="13133"/>
                  </a:lnTo>
                  <a:lnTo>
                    <a:pt x="7813" y="13096"/>
                  </a:lnTo>
                  <a:lnTo>
                    <a:pt x="7777" y="13096"/>
                  </a:lnTo>
                  <a:lnTo>
                    <a:pt x="7703" y="13170"/>
                  </a:lnTo>
                  <a:lnTo>
                    <a:pt x="7667" y="13536"/>
                  </a:lnTo>
                  <a:lnTo>
                    <a:pt x="7630" y="13903"/>
                  </a:lnTo>
                  <a:lnTo>
                    <a:pt x="7667" y="14233"/>
                  </a:lnTo>
                  <a:lnTo>
                    <a:pt x="7667" y="14380"/>
                  </a:lnTo>
                  <a:lnTo>
                    <a:pt x="7740" y="14527"/>
                  </a:lnTo>
                  <a:lnTo>
                    <a:pt x="7483" y="14563"/>
                  </a:lnTo>
                  <a:lnTo>
                    <a:pt x="7190" y="14527"/>
                  </a:lnTo>
                  <a:lnTo>
                    <a:pt x="7006" y="14453"/>
                  </a:lnTo>
                  <a:lnTo>
                    <a:pt x="6786" y="14380"/>
                  </a:lnTo>
                  <a:lnTo>
                    <a:pt x="6823" y="14160"/>
                  </a:lnTo>
                  <a:lnTo>
                    <a:pt x="6860" y="13646"/>
                  </a:lnTo>
                  <a:lnTo>
                    <a:pt x="6860" y="13206"/>
                  </a:lnTo>
                  <a:lnTo>
                    <a:pt x="6860" y="12766"/>
                  </a:lnTo>
                  <a:lnTo>
                    <a:pt x="6823" y="12693"/>
                  </a:lnTo>
                  <a:lnTo>
                    <a:pt x="6713" y="12656"/>
                  </a:lnTo>
                  <a:lnTo>
                    <a:pt x="6346" y="12693"/>
                  </a:lnTo>
                  <a:lnTo>
                    <a:pt x="6309" y="12656"/>
                  </a:lnTo>
                  <a:lnTo>
                    <a:pt x="6236" y="12693"/>
                  </a:lnTo>
                  <a:lnTo>
                    <a:pt x="6089" y="12913"/>
                  </a:lnTo>
                  <a:lnTo>
                    <a:pt x="5943" y="13133"/>
                  </a:lnTo>
                  <a:lnTo>
                    <a:pt x="5869" y="13390"/>
                  </a:lnTo>
                  <a:lnTo>
                    <a:pt x="5796" y="13610"/>
                  </a:lnTo>
                  <a:lnTo>
                    <a:pt x="5392" y="13206"/>
                  </a:lnTo>
                  <a:lnTo>
                    <a:pt x="5686" y="12839"/>
                  </a:lnTo>
                  <a:lnTo>
                    <a:pt x="5943" y="12473"/>
                  </a:lnTo>
                  <a:lnTo>
                    <a:pt x="5943" y="12363"/>
                  </a:lnTo>
                  <a:lnTo>
                    <a:pt x="5943" y="12289"/>
                  </a:lnTo>
                  <a:lnTo>
                    <a:pt x="5869" y="12216"/>
                  </a:lnTo>
                  <a:lnTo>
                    <a:pt x="5686" y="12216"/>
                  </a:lnTo>
                  <a:lnTo>
                    <a:pt x="5612" y="12289"/>
                  </a:lnTo>
                  <a:lnTo>
                    <a:pt x="5209" y="12949"/>
                  </a:lnTo>
                  <a:lnTo>
                    <a:pt x="4952" y="12619"/>
                  </a:lnTo>
                  <a:lnTo>
                    <a:pt x="5136" y="12473"/>
                  </a:lnTo>
                  <a:lnTo>
                    <a:pt x="5319" y="12289"/>
                  </a:lnTo>
                  <a:lnTo>
                    <a:pt x="5466" y="12069"/>
                  </a:lnTo>
                  <a:lnTo>
                    <a:pt x="5576" y="11849"/>
                  </a:lnTo>
                  <a:lnTo>
                    <a:pt x="5576" y="11776"/>
                  </a:lnTo>
                  <a:lnTo>
                    <a:pt x="5576" y="11739"/>
                  </a:lnTo>
                  <a:lnTo>
                    <a:pt x="5539" y="11666"/>
                  </a:lnTo>
                  <a:lnTo>
                    <a:pt x="5502" y="11629"/>
                  </a:lnTo>
                  <a:lnTo>
                    <a:pt x="5319" y="11629"/>
                  </a:lnTo>
                  <a:lnTo>
                    <a:pt x="5282" y="11702"/>
                  </a:lnTo>
                  <a:lnTo>
                    <a:pt x="4805" y="12399"/>
                  </a:lnTo>
                  <a:lnTo>
                    <a:pt x="4439" y="11922"/>
                  </a:lnTo>
                  <a:lnTo>
                    <a:pt x="4549" y="11812"/>
                  </a:lnTo>
                  <a:lnTo>
                    <a:pt x="4879" y="11409"/>
                  </a:lnTo>
                  <a:lnTo>
                    <a:pt x="5209" y="10969"/>
                  </a:lnTo>
                  <a:lnTo>
                    <a:pt x="5209" y="10895"/>
                  </a:lnTo>
                  <a:lnTo>
                    <a:pt x="5246" y="10859"/>
                  </a:lnTo>
                  <a:lnTo>
                    <a:pt x="5282" y="10785"/>
                  </a:lnTo>
                  <a:lnTo>
                    <a:pt x="5282" y="10712"/>
                  </a:lnTo>
                  <a:lnTo>
                    <a:pt x="5209" y="10639"/>
                  </a:lnTo>
                  <a:lnTo>
                    <a:pt x="5099" y="10602"/>
                  </a:lnTo>
                  <a:lnTo>
                    <a:pt x="5026" y="10602"/>
                  </a:lnTo>
                  <a:lnTo>
                    <a:pt x="4952" y="10639"/>
                  </a:lnTo>
                  <a:lnTo>
                    <a:pt x="4549" y="11225"/>
                  </a:lnTo>
                  <a:lnTo>
                    <a:pt x="4329" y="11556"/>
                  </a:lnTo>
                  <a:lnTo>
                    <a:pt x="4292" y="11482"/>
                  </a:lnTo>
                  <a:lnTo>
                    <a:pt x="4145" y="11482"/>
                  </a:lnTo>
                  <a:lnTo>
                    <a:pt x="3888" y="11152"/>
                  </a:lnTo>
                  <a:lnTo>
                    <a:pt x="4329" y="10822"/>
                  </a:lnTo>
                  <a:lnTo>
                    <a:pt x="4549" y="10675"/>
                  </a:lnTo>
                  <a:lnTo>
                    <a:pt x="4732" y="10455"/>
                  </a:lnTo>
                  <a:lnTo>
                    <a:pt x="4769" y="10418"/>
                  </a:lnTo>
                  <a:lnTo>
                    <a:pt x="4805" y="10345"/>
                  </a:lnTo>
                  <a:lnTo>
                    <a:pt x="4732" y="10235"/>
                  </a:lnTo>
                  <a:lnTo>
                    <a:pt x="4659" y="10162"/>
                  </a:lnTo>
                  <a:lnTo>
                    <a:pt x="4585" y="10162"/>
                  </a:lnTo>
                  <a:lnTo>
                    <a:pt x="4512" y="10198"/>
                  </a:lnTo>
                  <a:lnTo>
                    <a:pt x="4292" y="10345"/>
                  </a:lnTo>
                  <a:lnTo>
                    <a:pt x="4072" y="10528"/>
                  </a:lnTo>
                  <a:lnTo>
                    <a:pt x="3705" y="10895"/>
                  </a:lnTo>
                  <a:lnTo>
                    <a:pt x="3256" y="10239"/>
                  </a:lnTo>
                  <a:lnTo>
                    <a:pt x="3256" y="10239"/>
                  </a:lnTo>
                  <a:lnTo>
                    <a:pt x="3485" y="10272"/>
                  </a:lnTo>
                  <a:lnTo>
                    <a:pt x="3742" y="10235"/>
                  </a:lnTo>
                  <a:lnTo>
                    <a:pt x="3888" y="10162"/>
                  </a:lnTo>
                  <a:lnTo>
                    <a:pt x="4072" y="10052"/>
                  </a:lnTo>
                  <a:lnTo>
                    <a:pt x="4365" y="9868"/>
                  </a:lnTo>
                  <a:lnTo>
                    <a:pt x="4769" y="9648"/>
                  </a:lnTo>
                  <a:lnTo>
                    <a:pt x="4989" y="9538"/>
                  </a:lnTo>
                  <a:lnTo>
                    <a:pt x="5172" y="9391"/>
                  </a:lnTo>
                  <a:lnTo>
                    <a:pt x="6053" y="10675"/>
                  </a:lnTo>
                  <a:lnTo>
                    <a:pt x="6383" y="11115"/>
                  </a:lnTo>
                  <a:lnTo>
                    <a:pt x="6713" y="11556"/>
                  </a:lnTo>
                  <a:lnTo>
                    <a:pt x="6896" y="11739"/>
                  </a:lnTo>
                  <a:lnTo>
                    <a:pt x="7116" y="11922"/>
                  </a:lnTo>
                  <a:lnTo>
                    <a:pt x="7336" y="12069"/>
                  </a:lnTo>
                  <a:lnTo>
                    <a:pt x="7593" y="12179"/>
                  </a:lnTo>
                  <a:lnTo>
                    <a:pt x="7813" y="12253"/>
                  </a:lnTo>
                  <a:lnTo>
                    <a:pt x="8070" y="12289"/>
                  </a:lnTo>
                  <a:lnTo>
                    <a:pt x="8547" y="12289"/>
                  </a:lnTo>
                  <a:lnTo>
                    <a:pt x="8767" y="12253"/>
                  </a:lnTo>
                  <a:lnTo>
                    <a:pt x="8987" y="12179"/>
                  </a:lnTo>
                  <a:lnTo>
                    <a:pt x="9207" y="12106"/>
                  </a:lnTo>
                  <a:lnTo>
                    <a:pt x="9427" y="11996"/>
                  </a:lnTo>
                  <a:lnTo>
                    <a:pt x="9684" y="11849"/>
                  </a:lnTo>
                  <a:lnTo>
                    <a:pt x="9867" y="11666"/>
                  </a:lnTo>
                  <a:lnTo>
                    <a:pt x="10051" y="11482"/>
                  </a:lnTo>
                  <a:lnTo>
                    <a:pt x="10198" y="11262"/>
                  </a:lnTo>
                  <a:lnTo>
                    <a:pt x="10308" y="11042"/>
                  </a:lnTo>
                  <a:lnTo>
                    <a:pt x="10418" y="10822"/>
                  </a:lnTo>
                  <a:lnTo>
                    <a:pt x="10491" y="10565"/>
                  </a:lnTo>
                  <a:lnTo>
                    <a:pt x="10528" y="10345"/>
                  </a:lnTo>
                  <a:lnTo>
                    <a:pt x="10564" y="9832"/>
                  </a:lnTo>
                  <a:lnTo>
                    <a:pt x="10528" y="9318"/>
                  </a:lnTo>
                  <a:lnTo>
                    <a:pt x="10418" y="8804"/>
                  </a:lnTo>
                  <a:lnTo>
                    <a:pt x="10234" y="8328"/>
                  </a:lnTo>
                  <a:lnTo>
                    <a:pt x="9978" y="7887"/>
                  </a:lnTo>
                  <a:lnTo>
                    <a:pt x="9684" y="7484"/>
                  </a:lnTo>
                  <a:lnTo>
                    <a:pt x="9097" y="6640"/>
                  </a:lnTo>
                  <a:lnTo>
                    <a:pt x="9354" y="6494"/>
                  </a:lnTo>
                  <a:lnTo>
                    <a:pt x="9574" y="6347"/>
                  </a:lnTo>
                  <a:lnTo>
                    <a:pt x="10014" y="5980"/>
                  </a:lnTo>
                  <a:lnTo>
                    <a:pt x="10418" y="5613"/>
                  </a:lnTo>
                  <a:close/>
                  <a:moveTo>
                    <a:pt x="8400" y="2055"/>
                  </a:moveTo>
                  <a:lnTo>
                    <a:pt x="8290" y="2092"/>
                  </a:lnTo>
                  <a:lnTo>
                    <a:pt x="8217" y="2165"/>
                  </a:lnTo>
                  <a:lnTo>
                    <a:pt x="8180" y="2202"/>
                  </a:lnTo>
                  <a:lnTo>
                    <a:pt x="8180" y="2312"/>
                  </a:lnTo>
                  <a:lnTo>
                    <a:pt x="8180" y="2385"/>
                  </a:lnTo>
                  <a:lnTo>
                    <a:pt x="8107" y="2422"/>
                  </a:lnTo>
                  <a:lnTo>
                    <a:pt x="8033" y="2459"/>
                  </a:lnTo>
                  <a:lnTo>
                    <a:pt x="7300" y="3045"/>
                  </a:lnTo>
                  <a:lnTo>
                    <a:pt x="6896" y="3339"/>
                  </a:lnTo>
                  <a:lnTo>
                    <a:pt x="6529" y="3596"/>
                  </a:lnTo>
                  <a:lnTo>
                    <a:pt x="6456" y="3669"/>
                  </a:lnTo>
                  <a:lnTo>
                    <a:pt x="6419" y="3742"/>
                  </a:lnTo>
                  <a:lnTo>
                    <a:pt x="6419" y="3852"/>
                  </a:lnTo>
                  <a:lnTo>
                    <a:pt x="6419" y="3926"/>
                  </a:lnTo>
                  <a:lnTo>
                    <a:pt x="8547" y="6677"/>
                  </a:lnTo>
                  <a:lnTo>
                    <a:pt x="8547" y="6750"/>
                  </a:lnTo>
                  <a:lnTo>
                    <a:pt x="8620" y="6787"/>
                  </a:lnTo>
                  <a:lnTo>
                    <a:pt x="9391" y="7851"/>
                  </a:lnTo>
                  <a:lnTo>
                    <a:pt x="9684" y="8291"/>
                  </a:lnTo>
                  <a:lnTo>
                    <a:pt x="9904" y="8768"/>
                  </a:lnTo>
                  <a:lnTo>
                    <a:pt x="10014" y="9025"/>
                  </a:lnTo>
                  <a:lnTo>
                    <a:pt x="10088" y="9281"/>
                  </a:lnTo>
                  <a:lnTo>
                    <a:pt x="10124" y="9538"/>
                  </a:lnTo>
                  <a:lnTo>
                    <a:pt x="10124" y="9832"/>
                  </a:lnTo>
                  <a:lnTo>
                    <a:pt x="10124" y="10088"/>
                  </a:lnTo>
                  <a:lnTo>
                    <a:pt x="10088" y="10308"/>
                  </a:lnTo>
                  <a:lnTo>
                    <a:pt x="10014" y="10565"/>
                  </a:lnTo>
                  <a:lnTo>
                    <a:pt x="9904" y="10785"/>
                  </a:lnTo>
                  <a:lnTo>
                    <a:pt x="9794" y="11005"/>
                  </a:lnTo>
                  <a:lnTo>
                    <a:pt x="9647" y="11189"/>
                  </a:lnTo>
                  <a:lnTo>
                    <a:pt x="9464" y="11372"/>
                  </a:lnTo>
                  <a:lnTo>
                    <a:pt x="9281" y="11556"/>
                  </a:lnTo>
                  <a:lnTo>
                    <a:pt x="9097" y="11666"/>
                  </a:lnTo>
                  <a:lnTo>
                    <a:pt x="8877" y="11739"/>
                  </a:lnTo>
                  <a:lnTo>
                    <a:pt x="8657" y="11776"/>
                  </a:lnTo>
                  <a:lnTo>
                    <a:pt x="8437" y="11812"/>
                  </a:lnTo>
                  <a:lnTo>
                    <a:pt x="7997" y="11812"/>
                  </a:lnTo>
                  <a:lnTo>
                    <a:pt x="7813" y="11739"/>
                  </a:lnTo>
                  <a:lnTo>
                    <a:pt x="7593" y="11666"/>
                  </a:lnTo>
                  <a:lnTo>
                    <a:pt x="7373" y="11519"/>
                  </a:lnTo>
                  <a:lnTo>
                    <a:pt x="7153" y="11372"/>
                  </a:lnTo>
                  <a:lnTo>
                    <a:pt x="6970" y="11152"/>
                  </a:lnTo>
                  <a:lnTo>
                    <a:pt x="6823" y="10932"/>
                  </a:lnTo>
                  <a:lnTo>
                    <a:pt x="6053" y="9905"/>
                  </a:lnTo>
                  <a:lnTo>
                    <a:pt x="5356" y="8878"/>
                  </a:lnTo>
                  <a:lnTo>
                    <a:pt x="4659" y="7814"/>
                  </a:lnTo>
                  <a:lnTo>
                    <a:pt x="4035" y="6714"/>
                  </a:lnTo>
                  <a:lnTo>
                    <a:pt x="3742" y="6163"/>
                  </a:lnTo>
                  <a:lnTo>
                    <a:pt x="3485" y="5613"/>
                  </a:lnTo>
                  <a:lnTo>
                    <a:pt x="3412" y="5540"/>
                  </a:lnTo>
                  <a:lnTo>
                    <a:pt x="3301" y="5503"/>
                  </a:lnTo>
                  <a:lnTo>
                    <a:pt x="3191" y="5503"/>
                  </a:lnTo>
                  <a:lnTo>
                    <a:pt x="3118" y="5576"/>
                  </a:lnTo>
                  <a:lnTo>
                    <a:pt x="3008" y="5687"/>
                  </a:lnTo>
                  <a:lnTo>
                    <a:pt x="2861" y="5760"/>
                  </a:lnTo>
                  <a:lnTo>
                    <a:pt x="2715" y="5833"/>
                  </a:lnTo>
                  <a:lnTo>
                    <a:pt x="2568" y="5833"/>
                  </a:lnTo>
                  <a:lnTo>
                    <a:pt x="2421" y="5870"/>
                  </a:lnTo>
                  <a:lnTo>
                    <a:pt x="2274" y="5907"/>
                  </a:lnTo>
                  <a:lnTo>
                    <a:pt x="2018" y="6053"/>
                  </a:lnTo>
                  <a:lnTo>
                    <a:pt x="1431" y="6420"/>
                  </a:lnTo>
                  <a:lnTo>
                    <a:pt x="1137" y="6604"/>
                  </a:lnTo>
                  <a:lnTo>
                    <a:pt x="880" y="6824"/>
                  </a:lnTo>
                  <a:lnTo>
                    <a:pt x="770" y="6824"/>
                  </a:lnTo>
                  <a:lnTo>
                    <a:pt x="697" y="6897"/>
                  </a:lnTo>
                  <a:lnTo>
                    <a:pt x="660" y="6970"/>
                  </a:lnTo>
                  <a:lnTo>
                    <a:pt x="697" y="7080"/>
                  </a:lnTo>
                  <a:lnTo>
                    <a:pt x="1101" y="7814"/>
                  </a:lnTo>
                  <a:lnTo>
                    <a:pt x="1541" y="8548"/>
                  </a:lnTo>
                  <a:lnTo>
                    <a:pt x="2458" y="9942"/>
                  </a:lnTo>
                  <a:lnTo>
                    <a:pt x="3412" y="11335"/>
                  </a:lnTo>
                  <a:lnTo>
                    <a:pt x="4402" y="12693"/>
                  </a:lnTo>
                  <a:lnTo>
                    <a:pt x="4989" y="13426"/>
                  </a:lnTo>
                  <a:lnTo>
                    <a:pt x="4952" y="13426"/>
                  </a:lnTo>
                  <a:lnTo>
                    <a:pt x="4952" y="13500"/>
                  </a:lnTo>
                  <a:lnTo>
                    <a:pt x="4989" y="13536"/>
                  </a:lnTo>
                  <a:lnTo>
                    <a:pt x="5026" y="13573"/>
                  </a:lnTo>
                  <a:lnTo>
                    <a:pt x="5099" y="13536"/>
                  </a:lnTo>
                  <a:lnTo>
                    <a:pt x="5429" y="13940"/>
                  </a:lnTo>
                  <a:lnTo>
                    <a:pt x="5796" y="14307"/>
                  </a:lnTo>
                  <a:lnTo>
                    <a:pt x="5833" y="14343"/>
                  </a:lnTo>
                  <a:lnTo>
                    <a:pt x="5906" y="14380"/>
                  </a:lnTo>
                  <a:lnTo>
                    <a:pt x="6126" y="14563"/>
                  </a:lnTo>
                  <a:lnTo>
                    <a:pt x="6383" y="14710"/>
                  </a:lnTo>
                  <a:lnTo>
                    <a:pt x="6640" y="14857"/>
                  </a:lnTo>
                  <a:lnTo>
                    <a:pt x="6933" y="14967"/>
                  </a:lnTo>
                  <a:lnTo>
                    <a:pt x="7226" y="15040"/>
                  </a:lnTo>
                  <a:lnTo>
                    <a:pt x="7850" y="15040"/>
                  </a:lnTo>
                  <a:lnTo>
                    <a:pt x="8180" y="14967"/>
                  </a:lnTo>
                  <a:lnTo>
                    <a:pt x="8510" y="14820"/>
                  </a:lnTo>
                  <a:lnTo>
                    <a:pt x="8877" y="14673"/>
                  </a:lnTo>
                  <a:lnTo>
                    <a:pt x="9574" y="14343"/>
                  </a:lnTo>
                  <a:lnTo>
                    <a:pt x="11115" y="13683"/>
                  </a:lnTo>
                  <a:lnTo>
                    <a:pt x="11592" y="13426"/>
                  </a:lnTo>
                  <a:lnTo>
                    <a:pt x="11995" y="13170"/>
                  </a:lnTo>
                  <a:lnTo>
                    <a:pt x="12399" y="12839"/>
                  </a:lnTo>
                  <a:lnTo>
                    <a:pt x="12729" y="12436"/>
                  </a:lnTo>
                  <a:lnTo>
                    <a:pt x="12912" y="12142"/>
                  </a:lnTo>
                  <a:lnTo>
                    <a:pt x="13059" y="11849"/>
                  </a:lnTo>
                  <a:lnTo>
                    <a:pt x="13169" y="11519"/>
                  </a:lnTo>
                  <a:lnTo>
                    <a:pt x="13242" y="11189"/>
                  </a:lnTo>
                  <a:lnTo>
                    <a:pt x="13279" y="10859"/>
                  </a:lnTo>
                  <a:lnTo>
                    <a:pt x="13316" y="10528"/>
                  </a:lnTo>
                  <a:lnTo>
                    <a:pt x="13279" y="10198"/>
                  </a:lnTo>
                  <a:lnTo>
                    <a:pt x="13242" y="9868"/>
                  </a:lnTo>
                  <a:lnTo>
                    <a:pt x="13169" y="9538"/>
                  </a:lnTo>
                  <a:lnTo>
                    <a:pt x="13095" y="9208"/>
                  </a:lnTo>
                  <a:lnTo>
                    <a:pt x="12875" y="8584"/>
                  </a:lnTo>
                  <a:lnTo>
                    <a:pt x="12582" y="7961"/>
                  </a:lnTo>
                  <a:lnTo>
                    <a:pt x="12252" y="7374"/>
                  </a:lnTo>
                  <a:lnTo>
                    <a:pt x="11885" y="6824"/>
                  </a:lnTo>
                  <a:lnTo>
                    <a:pt x="10271" y="4476"/>
                  </a:lnTo>
                  <a:lnTo>
                    <a:pt x="8657" y="2165"/>
                  </a:lnTo>
                  <a:lnTo>
                    <a:pt x="8584" y="2092"/>
                  </a:lnTo>
                  <a:lnTo>
                    <a:pt x="8474" y="2055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65" name="Google Shape;321;p5">
              <a:extLst>
                <a:ext uri="{FF2B5EF4-FFF2-40B4-BE49-F238E27FC236}">
                  <a16:creationId xmlns:a16="http://schemas.microsoft.com/office/drawing/2014/main" id="{FF96102C-CE7A-460D-B55D-F84A5C5C929A}"/>
                </a:ext>
              </a:extLst>
            </p:cNvPr>
            <p:cNvSpPr/>
            <p:nvPr/>
          </p:nvSpPr>
          <p:spPr>
            <a:xfrm>
              <a:off x="6023725" y="3167900"/>
              <a:ext cx="340250" cy="227450"/>
            </a:xfrm>
            <a:custGeom>
              <a:avLst/>
              <a:gdLst/>
              <a:ahLst/>
              <a:cxnLst/>
              <a:rect l="l" t="t" r="r" b="b"/>
              <a:pathLst>
                <a:path w="13610" h="9098" extrusionOk="0">
                  <a:moveTo>
                    <a:pt x="4696" y="0"/>
                  </a:moveTo>
                  <a:lnTo>
                    <a:pt x="4586" y="74"/>
                  </a:lnTo>
                  <a:lnTo>
                    <a:pt x="4256" y="440"/>
                  </a:lnTo>
                  <a:lnTo>
                    <a:pt x="3999" y="844"/>
                  </a:lnTo>
                  <a:lnTo>
                    <a:pt x="3742" y="1247"/>
                  </a:lnTo>
                  <a:lnTo>
                    <a:pt x="3522" y="1688"/>
                  </a:lnTo>
                  <a:lnTo>
                    <a:pt x="3339" y="2128"/>
                  </a:lnTo>
                  <a:lnTo>
                    <a:pt x="3228" y="2605"/>
                  </a:lnTo>
                  <a:lnTo>
                    <a:pt x="3118" y="3081"/>
                  </a:lnTo>
                  <a:lnTo>
                    <a:pt x="3045" y="3595"/>
                  </a:lnTo>
                  <a:lnTo>
                    <a:pt x="3008" y="3852"/>
                  </a:lnTo>
                  <a:lnTo>
                    <a:pt x="2935" y="4072"/>
                  </a:lnTo>
                  <a:lnTo>
                    <a:pt x="2825" y="4329"/>
                  </a:lnTo>
                  <a:lnTo>
                    <a:pt x="2678" y="4512"/>
                  </a:lnTo>
                  <a:lnTo>
                    <a:pt x="2605" y="4622"/>
                  </a:lnTo>
                  <a:lnTo>
                    <a:pt x="2495" y="4659"/>
                  </a:lnTo>
                  <a:lnTo>
                    <a:pt x="2275" y="4732"/>
                  </a:lnTo>
                  <a:lnTo>
                    <a:pt x="1835" y="4732"/>
                  </a:lnTo>
                  <a:lnTo>
                    <a:pt x="1541" y="4659"/>
                  </a:lnTo>
                  <a:lnTo>
                    <a:pt x="991" y="4659"/>
                  </a:lnTo>
                  <a:lnTo>
                    <a:pt x="881" y="4732"/>
                  </a:lnTo>
                  <a:lnTo>
                    <a:pt x="771" y="4769"/>
                  </a:lnTo>
                  <a:lnTo>
                    <a:pt x="587" y="4732"/>
                  </a:lnTo>
                  <a:lnTo>
                    <a:pt x="404" y="4732"/>
                  </a:lnTo>
                  <a:lnTo>
                    <a:pt x="257" y="4805"/>
                  </a:lnTo>
                  <a:lnTo>
                    <a:pt x="74" y="4879"/>
                  </a:lnTo>
                  <a:lnTo>
                    <a:pt x="37" y="4952"/>
                  </a:lnTo>
                  <a:lnTo>
                    <a:pt x="0" y="5026"/>
                  </a:lnTo>
                  <a:lnTo>
                    <a:pt x="0" y="5172"/>
                  </a:lnTo>
                  <a:lnTo>
                    <a:pt x="37" y="5209"/>
                  </a:lnTo>
                  <a:lnTo>
                    <a:pt x="74" y="5246"/>
                  </a:lnTo>
                  <a:lnTo>
                    <a:pt x="147" y="5282"/>
                  </a:lnTo>
                  <a:lnTo>
                    <a:pt x="221" y="5246"/>
                  </a:lnTo>
                  <a:lnTo>
                    <a:pt x="514" y="5172"/>
                  </a:lnTo>
                  <a:lnTo>
                    <a:pt x="587" y="5282"/>
                  </a:lnTo>
                  <a:lnTo>
                    <a:pt x="697" y="5356"/>
                  </a:lnTo>
                  <a:lnTo>
                    <a:pt x="807" y="5356"/>
                  </a:lnTo>
                  <a:lnTo>
                    <a:pt x="881" y="5319"/>
                  </a:lnTo>
                  <a:lnTo>
                    <a:pt x="918" y="5282"/>
                  </a:lnTo>
                  <a:lnTo>
                    <a:pt x="991" y="5209"/>
                  </a:lnTo>
                  <a:lnTo>
                    <a:pt x="1064" y="5172"/>
                  </a:lnTo>
                  <a:lnTo>
                    <a:pt x="1248" y="5136"/>
                  </a:lnTo>
                  <a:lnTo>
                    <a:pt x="1431" y="5172"/>
                  </a:lnTo>
                  <a:lnTo>
                    <a:pt x="1614" y="5209"/>
                  </a:lnTo>
                  <a:lnTo>
                    <a:pt x="1981" y="5282"/>
                  </a:lnTo>
                  <a:lnTo>
                    <a:pt x="2201" y="5282"/>
                  </a:lnTo>
                  <a:lnTo>
                    <a:pt x="2385" y="5246"/>
                  </a:lnTo>
                  <a:lnTo>
                    <a:pt x="2605" y="5209"/>
                  </a:lnTo>
                  <a:lnTo>
                    <a:pt x="2752" y="5136"/>
                  </a:lnTo>
                  <a:lnTo>
                    <a:pt x="2935" y="5026"/>
                  </a:lnTo>
                  <a:lnTo>
                    <a:pt x="3082" y="4879"/>
                  </a:lnTo>
                  <a:lnTo>
                    <a:pt x="3192" y="4732"/>
                  </a:lnTo>
                  <a:lnTo>
                    <a:pt x="3302" y="4549"/>
                  </a:lnTo>
                  <a:lnTo>
                    <a:pt x="3449" y="4182"/>
                  </a:lnTo>
                  <a:lnTo>
                    <a:pt x="3522" y="3925"/>
                  </a:lnTo>
                  <a:lnTo>
                    <a:pt x="3559" y="3668"/>
                  </a:lnTo>
                  <a:lnTo>
                    <a:pt x="3632" y="3118"/>
                  </a:lnTo>
                  <a:lnTo>
                    <a:pt x="3742" y="2641"/>
                  </a:lnTo>
                  <a:lnTo>
                    <a:pt x="3889" y="2201"/>
                  </a:lnTo>
                  <a:lnTo>
                    <a:pt x="4035" y="1834"/>
                  </a:lnTo>
                  <a:lnTo>
                    <a:pt x="4219" y="1467"/>
                  </a:lnTo>
                  <a:lnTo>
                    <a:pt x="4402" y="1137"/>
                  </a:lnTo>
                  <a:lnTo>
                    <a:pt x="4659" y="844"/>
                  </a:lnTo>
                  <a:lnTo>
                    <a:pt x="5173" y="2861"/>
                  </a:lnTo>
                  <a:lnTo>
                    <a:pt x="5649" y="4842"/>
                  </a:lnTo>
                  <a:lnTo>
                    <a:pt x="6126" y="6860"/>
                  </a:lnTo>
                  <a:lnTo>
                    <a:pt x="6567" y="8914"/>
                  </a:lnTo>
                  <a:lnTo>
                    <a:pt x="6603" y="8987"/>
                  </a:lnTo>
                  <a:lnTo>
                    <a:pt x="6713" y="9061"/>
                  </a:lnTo>
                  <a:lnTo>
                    <a:pt x="6787" y="9097"/>
                  </a:lnTo>
                  <a:lnTo>
                    <a:pt x="6897" y="9097"/>
                  </a:lnTo>
                  <a:lnTo>
                    <a:pt x="7153" y="8987"/>
                  </a:lnTo>
                  <a:lnTo>
                    <a:pt x="7374" y="8804"/>
                  </a:lnTo>
                  <a:lnTo>
                    <a:pt x="7520" y="8620"/>
                  </a:lnTo>
                  <a:lnTo>
                    <a:pt x="7667" y="8364"/>
                  </a:lnTo>
                  <a:lnTo>
                    <a:pt x="7814" y="7997"/>
                  </a:lnTo>
                  <a:lnTo>
                    <a:pt x="7924" y="7593"/>
                  </a:lnTo>
                  <a:lnTo>
                    <a:pt x="8181" y="6823"/>
                  </a:lnTo>
                  <a:lnTo>
                    <a:pt x="9061" y="3962"/>
                  </a:lnTo>
                  <a:lnTo>
                    <a:pt x="9208" y="4439"/>
                  </a:lnTo>
                  <a:lnTo>
                    <a:pt x="9318" y="4952"/>
                  </a:lnTo>
                  <a:lnTo>
                    <a:pt x="9318" y="5062"/>
                  </a:lnTo>
                  <a:lnTo>
                    <a:pt x="9391" y="5136"/>
                  </a:lnTo>
                  <a:lnTo>
                    <a:pt x="9464" y="5209"/>
                  </a:lnTo>
                  <a:lnTo>
                    <a:pt x="9574" y="5209"/>
                  </a:lnTo>
                  <a:lnTo>
                    <a:pt x="12032" y="5062"/>
                  </a:lnTo>
                  <a:lnTo>
                    <a:pt x="12069" y="5136"/>
                  </a:lnTo>
                  <a:lnTo>
                    <a:pt x="12105" y="5209"/>
                  </a:lnTo>
                  <a:lnTo>
                    <a:pt x="12326" y="5356"/>
                  </a:lnTo>
                  <a:lnTo>
                    <a:pt x="12582" y="5429"/>
                  </a:lnTo>
                  <a:lnTo>
                    <a:pt x="12619" y="5466"/>
                  </a:lnTo>
                  <a:lnTo>
                    <a:pt x="12912" y="5466"/>
                  </a:lnTo>
                  <a:lnTo>
                    <a:pt x="13059" y="5429"/>
                  </a:lnTo>
                  <a:lnTo>
                    <a:pt x="13206" y="5319"/>
                  </a:lnTo>
                  <a:lnTo>
                    <a:pt x="13316" y="5209"/>
                  </a:lnTo>
                  <a:lnTo>
                    <a:pt x="13426" y="5062"/>
                  </a:lnTo>
                  <a:lnTo>
                    <a:pt x="13536" y="4915"/>
                  </a:lnTo>
                  <a:lnTo>
                    <a:pt x="13609" y="4732"/>
                  </a:lnTo>
                  <a:lnTo>
                    <a:pt x="13609" y="4659"/>
                  </a:lnTo>
                  <a:lnTo>
                    <a:pt x="13609" y="4549"/>
                  </a:lnTo>
                  <a:lnTo>
                    <a:pt x="13536" y="4439"/>
                  </a:lnTo>
                  <a:lnTo>
                    <a:pt x="13426" y="4292"/>
                  </a:lnTo>
                  <a:lnTo>
                    <a:pt x="13279" y="4219"/>
                  </a:lnTo>
                  <a:lnTo>
                    <a:pt x="13133" y="4145"/>
                  </a:lnTo>
                  <a:lnTo>
                    <a:pt x="12949" y="4072"/>
                  </a:lnTo>
                  <a:lnTo>
                    <a:pt x="12802" y="4072"/>
                  </a:lnTo>
                  <a:lnTo>
                    <a:pt x="12619" y="4108"/>
                  </a:lnTo>
                  <a:lnTo>
                    <a:pt x="12436" y="4182"/>
                  </a:lnTo>
                  <a:lnTo>
                    <a:pt x="12326" y="4255"/>
                  </a:lnTo>
                  <a:lnTo>
                    <a:pt x="12252" y="4329"/>
                  </a:lnTo>
                  <a:lnTo>
                    <a:pt x="12142" y="4512"/>
                  </a:lnTo>
                  <a:lnTo>
                    <a:pt x="9794" y="4659"/>
                  </a:lnTo>
                  <a:lnTo>
                    <a:pt x="9721" y="4255"/>
                  </a:lnTo>
                  <a:lnTo>
                    <a:pt x="9611" y="3852"/>
                  </a:lnTo>
                  <a:lnTo>
                    <a:pt x="9464" y="3448"/>
                  </a:lnTo>
                  <a:lnTo>
                    <a:pt x="9281" y="3045"/>
                  </a:lnTo>
                  <a:lnTo>
                    <a:pt x="9208" y="2971"/>
                  </a:lnTo>
                  <a:lnTo>
                    <a:pt x="9134" y="2935"/>
                  </a:lnTo>
                  <a:lnTo>
                    <a:pt x="8987" y="2935"/>
                  </a:lnTo>
                  <a:lnTo>
                    <a:pt x="8841" y="2971"/>
                  </a:lnTo>
                  <a:lnTo>
                    <a:pt x="8804" y="3045"/>
                  </a:lnTo>
                  <a:lnTo>
                    <a:pt x="8767" y="3118"/>
                  </a:lnTo>
                  <a:lnTo>
                    <a:pt x="7850" y="6016"/>
                  </a:lnTo>
                  <a:lnTo>
                    <a:pt x="7374" y="7557"/>
                  </a:lnTo>
                  <a:lnTo>
                    <a:pt x="7227" y="7997"/>
                  </a:lnTo>
                  <a:lnTo>
                    <a:pt x="7153" y="8217"/>
                  </a:lnTo>
                  <a:lnTo>
                    <a:pt x="7007" y="8400"/>
                  </a:lnTo>
                  <a:lnTo>
                    <a:pt x="6567" y="6346"/>
                  </a:lnTo>
                  <a:lnTo>
                    <a:pt x="6090" y="4292"/>
                  </a:lnTo>
                  <a:lnTo>
                    <a:pt x="5576" y="2238"/>
                  </a:lnTo>
                  <a:lnTo>
                    <a:pt x="5026" y="220"/>
                  </a:lnTo>
                  <a:lnTo>
                    <a:pt x="4953" y="74"/>
                  </a:lnTo>
                  <a:lnTo>
                    <a:pt x="4842" y="37"/>
                  </a:lnTo>
                  <a:lnTo>
                    <a:pt x="4696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66" name="Google Shape;322;p5">
              <a:extLst>
                <a:ext uri="{FF2B5EF4-FFF2-40B4-BE49-F238E27FC236}">
                  <a16:creationId xmlns:a16="http://schemas.microsoft.com/office/drawing/2014/main" id="{8CE04487-6205-47D8-9D32-0F05753E1516}"/>
                </a:ext>
              </a:extLst>
            </p:cNvPr>
            <p:cNvSpPr/>
            <p:nvPr/>
          </p:nvSpPr>
          <p:spPr>
            <a:xfrm>
              <a:off x="7109500" y="3449425"/>
              <a:ext cx="154100" cy="165100"/>
            </a:xfrm>
            <a:custGeom>
              <a:avLst/>
              <a:gdLst/>
              <a:ahLst/>
              <a:cxnLst/>
              <a:rect l="l" t="t" r="r" b="b"/>
              <a:pathLst>
                <a:path w="6164" h="6604" extrusionOk="0">
                  <a:moveTo>
                    <a:pt x="3962" y="0"/>
                  </a:moveTo>
                  <a:lnTo>
                    <a:pt x="3926" y="37"/>
                  </a:lnTo>
                  <a:lnTo>
                    <a:pt x="3889" y="74"/>
                  </a:lnTo>
                  <a:lnTo>
                    <a:pt x="3889" y="147"/>
                  </a:lnTo>
                  <a:lnTo>
                    <a:pt x="3522" y="477"/>
                  </a:lnTo>
                  <a:lnTo>
                    <a:pt x="3229" y="807"/>
                  </a:lnTo>
                  <a:lnTo>
                    <a:pt x="2788" y="1284"/>
                  </a:lnTo>
                  <a:lnTo>
                    <a:pt x="2458" y="1651"/>
                  </a:lnTo>
                  <a:lnTo>
                    <a:pt x="2201" y="1578"/>
                  </a:lnTo>
                  <a:lnTo>
                    <a:pt x="1321" y="1321"/>
                  </a:lnTo>
                  <a:lnTo>
                    <a:pt x="1138" y="1284"/>
                  </a:lnTo>
                  <a:lnTo>
                    <a:pt x="808" y="1211"/>
                  </a:lnTo>
                  <a:lnTo>
                    <a:pt x="661" y="1174"/>
                  </a:lnTo>
                  <a:lnTo>
                    <a:pt x="514" y="1211"/>
                  </a:lnTo>
                  <a:lnTo>
                    <a:pt x="441" y="1248"/>
                  </a:lnTo>
                  <a:lnTo>
                    <a:pt x="441" y="1284"/>
                  </a:lnTo>
                  <a:lnTo>
                    <a:pt x="441" y="1358"/>
                  </a:lnTo>
                  <a:lnTo>
                    <a:pt x="477" y="1468"/>
                  </a:lnTo>
                  <a:lnTo>
                    <a:pt x="551" y="1541"/>
                  </a:lnTo>
                  <a:lnTo>
                    <a:pt x="661" y="1614"/>
                  </a:lnTo>
                  <a:lnTo>
                    <a:pt x="771" y="1651"/>
                  </a:lnTo>
                  <a:lnTo>
                    <a:pt x="1064" y="1761"/>
                  </a:lnTo>
                  <a:lnTo>
                    <a:pt x="1284" y="1798"/>
                  </a:lnTo>
                  <a:lnTo>
                    <a:pt x="2055" y="2018"/>
                  </a:lnTo>
                  <a:lnTo>
                    <a:pt x="2055" y="2091"/>
                  </a:lnTo>
                  <a:lnTo>
                    <a:pt x="2091" y="2165"/>
                  </a:lnTo>
                  <a:lnTo>
                    <a:pt x="2165" y="2238"/>
                  </a:lnTo>
                  <a:lnTo>
                    <a:pt x="2201" y="2238"/>
                  </a:lnTo>
                  <a:lnTo>
                    <a:pt x="2275" y="2275"/>
                  </a:lnTo>
                  <a:lnTo>
                    <a:pt x="2385" y="2238"/>
                  </a:lnTo>
                  <a:lnTo>
                    <a:pt x="2532" y="2165"/>
                  </a:lnTo>
                  <a:lnTo>
                    <a:pt x="2678" y="2128"/>
                  </a:lnTo>
                  <a:lnTo>
                    <a:pt x="2752" y="2091"/>
                  </a:lnTo>
                  <a:lnTo>
                    <a:pt x="2788" y="2055"/>
                  </a:lnTo>
                  <a:lnTo>
                    <a:pt x="2788" y="1981"/>
                  </a:lnTo>
                  <a:lnTo>
                    <a:pt x="2788" y="1908"/>
                  </a:lnTo>
                  <a:lnTo>
                    <a:pt x="2935" y="1761"/>
                  </a:lnTo>
                  <a:lnTo>
                    <a:pt x="3375" y="1284"/>
                  </a:lnTo>
                  <a:lnTo>
                    <a:pt x="3815" y="771"/>
                  </a:lnTo>
                  <a:lnTo>
                    <a:pt x="3852" y="1394"/>
                  </a:lnTo>
                  <a:lnTo>
                    <a:pt x="3852" y="2091"/>
                  </a:lnTo>
                  <a:lnTo>
                    <a:pt x="3889" y="2421"/>
                  </a:lnTo>
                  <a:lnTo>
                    <a:pt x="3962" y="2605"/>
                  </a:lnTo>
                  <a:lnTo>
                    <a:pt x="4036" y="2751"/>
                  </a:lnTo>
                  <a:lnTo>
                    <a:pt x="4109" y="2825"/>
                  </a:lnTo>
                  <a:lnTo>
                    <a:pt x="4219" y="2825"/>
                  </a:lnTo>
                  <a:lnTo>
                    <a:pt x="4476" y="3008"/>
                  </a:lnTo>
                  <a:lnTo>
                    <a:pt x="4732" y="3155"/>
                  </a:lnTo>
                  <a:lnTo>
                    <a:pt x="5063" y="3265"/>
                  </a:lnTo>
                  <a:lnTo>
                    <a:pt x="5356" y="3338"/>
                  </a:lnTo>
                  <a:lnTo>
                    <a:pt x="5246" y="3412"/>
                  </a:lnTo>
                  <a:lnTo>
                    <a:pt x="4732" y="3669"/>
                  </a:lnTo>
                  <a:lnTo>
                    <a:pt x="4512" y="3779"/>
                  </a:lnTo>
                  <a:lnTo>
                    <a:pt x="4292" y="3925"/>
                  </a:lnTo>
                  <a:lnTo>
                    <a:pt x="4219" y="3925"/>
                  </a:lnTo>
                  <a:lnTo>
                    <a:pt x="4182" y="3962"/>
                  </a:lnTo>
                  <a:lnTo>
                    <a:pt x="4072" y="4072"/>
                  </a:lnTo>
                  <a:lnTo>
                    <a:pt x="3962" y="4292"/>
                  </a:lnTo>
                  <a:lnTo>
                    <a:pt x="3889" y="4549"/>
                  </a:lnTo>
                  <a:lnTo>
                    <a:pt x="3852" y="5283"/>
                  </a:lnTo>
                  <a:lnTo>
                    <a:pt x="3852" y="5649"/>
                  </a:lnTo>
                  <a:lnTo>
                    <a:pt x="3852" y="6053"/>
                  </a:lnTo>
                  <a:lnTo>
                    <a:pt x="3559" y="5723"/>
                  </a:lnTo>
                  <a:lnTo>
                    <a:pt x="3229" y="5393"/>
                  </a:lnTo>
                  <a:lnTo>
                    <a:pt x="2642" y="4769"/>
                  </a:lnTo>
                  <a:lnTo>
                    <a:pt x="2568" y="4659"/>
                  </a:lnTo>
                  <a:lnTo>
                    <a:pt x="2495" y="4586"/>
                  </a:lnTo>
                  <a:lnTo>
                    <a:pt x="2385" y="4586"/>
                  </a:lnTo>
                  <a:lnTo>
                    <a:pt x="2385" y="4622"/>
                  </a:lnTo>
                  <a:lnTo>
                    <a:pt x="2312" y="4622"/>
                  </a:lnTo>
                  <a:lnTo>
                    <a:pt x="1908" y="4769"/>
                  </a:lnTo>
                  <a:lnTo>
                    <a:pt x="1468" y="4842"/>
                  </a:lnTo>
                  <a:lnTo>
                    <a:pt x="1064" y="4916"/>
                  </a:lnTo>
                  <a:lnTo>
                    <a:pt x="624" y="4952"/>
                  </a:lnTo>
                  <a:lnTo>
                    <a:pt x="1138" y="4329"/>
                  </a:lnTo>
                  <a:lnTo>
                    <a:pt x="1358" y="3999"/>
                  </a:lnTo>
                  <a:lnTo>
                    <a:pt x="1541" y="3632"/>
                  </a:lnTo>
                  <a:lnTo>
                    <a:pt x="1688" y="3595"/>
                  </a:lnTo>
                  <a:lnTo>
                    <a:pt x="1725" y="3558"/>
                  </a:lnTo>
                  <a:lnTo>
                    <a:pt x="1761" y="3485"/>
                  </a:lnTo>
                  <a:lnTo>
                    <a:pt x="1798" y="3448"/>
                  </a:lnTo>
                  <a:lnTo>
                    <a:pt x="1798" y="3375"/>
                  </a:lnTo>
                  <a:lnTo>
                    <a:pt x="1761" y="3302"/>
                  </a:lnTo>
                  <a:lnTo>
                    <a:pt x="1725" y="3265"/>
                  </a:lnTo>
                  <a:lnTo>
                    <a:pt x="1651" y="3228"/>
                  </a:lnTo>
                  <a:lnTo>
                    <a:pt x="1541" y="3045"/>
                  </a:lnTo>
                  <a:lnTo>
                    <a:pt x="1211" y="2458"/>
                  </a:lnTo>
                  <a:lnTo>
                    <a:pt x="844" y="1908"/>
                  </a:lnTo>
                  <a:lnTo>
                    <a:pt x="624" y="1651"/>
                  </a:lnTo>
                  <a:lnTo>
                    <a:pt x="367" y="1431"/>
                  </a:lnTo>
                  <a:lnTo>
                    <a:pt x="257" y="1394"/>
                  </a:lnTo>
                  <a:lnTo>
                    <a:pt x="184" y="1431"/>
                  </a:lnTo>
                  <a:lnTo>
                    <a:pt x="111" y="1504"/>
                  </a:lnTo>
                  <a:lnTo>
                    <a:pt x="111" y="1578"/>
                  </a:lnTo>
                  <a:lnTo>
                    <a:pt x="111" y="1614"/>
                  </a:lnTo>
                  <a:lnTo>
                    <a:pt x="331" y="1945"/>
                  </a:lnTo>
                  <a:lnTo>
                    <a:pt x="551" y="2238"/>
                  </a:lnTo>
                  <a:lnTo>
                    <a:pt x="771" y="2531"/>
                  </a:lnTo>
                  <a:lnTo>
                    <a:pt x="954" y="2825"/>
                  </a:lnTo>
                  <a:lnTo>
                    <a:pt x="1101" y="3155"/>
                  </a:lnTo>
                  <a:lnTo>
                    <a:pt x="1174" y="3338"/>
                  </a:lnTo>
                  <a:lnTo>
                    <a:pt x="1284" y="3522"/>
                  </a:lnTo>
                  <a:lnTo>
                    <a:pt x="1101" y="3669"/>
                  </a:lnTo>
                  <a:lnTo>
                    <a:pt x="918" y="3815"/>
                  </a:lnTo>
                  <a:lnTo>
                    <a:pt x="587" y="4219"/>
                  </a:lnTo>
                  <a:lnTo>
                    <a:pt x="294" y="4622"/>
                  </a:lnTo>
                  <a:lnTo>
                    <a:pt x="37" y="5062"/>
                  </a:lnTo>
                  <a:lnTo>
                    <a:pt x="1" y="5172"/>
                  </a:lnTo>
                  <a:lnTo>
                    <a:pt x="1" y="5283"/>
                  </a:lnTo>
                  <a:lnTo>
                    <a:pt x="74" y="5356"/>
                  </a:lnTo>
                  <a:lnTo>
                    <a:pt x="184" y="5393"/>
                  </a:lnTo>
                  <a:lnTo>
                    <a:pt x="734" y="5393"/>
                  </a:lnTo>
                  <a:lnTo>
                    <a:pt x="1284" y="5356"/>
                  </a:lnTo>
                  <a:lnTo>
                    <a:pt x="1835" y="5246"/>
                  </a:lnTo>
                  <a:lnTo>
                    <a:pt x="2348" y="5062"/>
                  </a:lnTo>
                  <a:lnTo>
                    <a:pt x="2568" y="5356"/>
                  </a:lnTo>
                  <a:lnTo>
                    <a:pt x="2788" y="5576"/>
                  </a:lnTo>
                  <a:lnTo>
                    <a:pt x="3229" y="6163"/>
                  </a:lnTo>
                  <a:lnTo>
                    <a:pt x="3485" y="6383"/>
                  </a:lnTo>
                  <a:lnTo>
                    <a:pt x="3632" y="6493"/>
                  </a:lnTo>
                  <a:lnTo>
                    <a:pt x="3779" y="6566"/>
                  </a:lnTo>
                  <a:lnTo>
                    <a:pt x="3889" y="6566"/>
                  </a:lnTo>
                  <a:lnTo>
                    <a:pt x="4036" y="6530"/>
                  </a:lnTo>
                  <a:lnTo>
                    <a:pt x="4146" y="6603"/>
                  </a:lnTo>
                  <a:lnTo>
                    <a:pt x="4292" y="6603"/>
                  </a:lnTo>
                  <a:lnTo>
                    <a:pt x="4366" y="6530"/>
                  </a:lnTo>
                  <a:lnTo>
                    <a:pt x="4402" y="6456"/>
                  </a:lnTo>
                  <a:lnTo>
                    <a:pt x="4439" y="6383"/>
                  </a:lnTo>
                  <a:lnTo>
                    <a:pt x="4402" y="6310"/>
                  </a:lnTo>
                  <a:lnTo>
                    <a:pt x="4366" y="6273"/>
                  </a:lnTo>
                  <a:lnTo>
                    <a:pt x="4329" y="6236"/>
                  </a:lnTo>
                  <a:lnTo>
                    <a:pt x="4292" y="6053"/>
                  </a:lnTo>
                  <a:lnTo>
                    <a:pt x="4292" y="5833"/>
                  </a:lnTo>
                  <a:lnTo>
                    <a:pt x="4256" y="5172"/>
                  </a:lnTo>
                  <a:lnTo>
                    <a:pt x="4256" y="4769"/>
                  </a:lnTo>
                  <a:lnTo>
                    <a:pt x="4256" y="4402"/>
                  </a:lnTo>
                  <a:lnTo>
                    <a:pt x="4402" y="4402"/>
                  </a:lnTo>
                  <a:lnTo>
                    <a:pt x="4476" y="4365"/>
                  </a:lnTo>
                  <a:lnTo>
                    <a:pt x="4549" y="4292"/>
                  </a:lnTo>
                  <a:lnTo>
                    <a:pt x="4549" y="4255"/>
                  </a:lnTo>
                  <a:lnTo>
                    <a:pt x="4622" y="4219"/>
                  </a:lnTo>
                  <a:lnTo>
                    <a:pt x="5209" y="3889"/>
                  </a:lnTo>
                  <a:lnTo>
                    <a:pt x="5539" y="3705"/>
                  </a:lnTo>
                  <a:lnTo>
                    <a:pt x="5686" y="3595"/>
                  </a:lnTo>
                  <a:lnTo>
                    <a:pt x="5833" y="3485"/>
                  </a:lnTo>
                  <a:lnTo>
                    <a:pt x="5980" y="3485"/>
                  </a:lnTo>
                  <a:lnTo>
                    <a:pt x="6090" y="3448"/>
                  </a:lnTo>
                  <a:lnTo>
                    <a:pt x="6126" y="3375"/>
                  </a:lnTo>
                  <a:lnTo>
                    <a:pt x="6163" y="3302"/>
                  </a:lnTo>
                  <a:lnTo>
                    <a:pt x="6163" y="3228"/>
                  </a:lnTo>
                  <a:lnTo>
                    <a:pt x="6126" y="3118"/>
                  </a:lnTo>
                  <a:lnTo>
                    <a:pt x="6090" y="3045"/>
                  </a:lnTo>
                  <a:lnTo>
                    <a:pt x="5980" y="3008"/>
                  </a:lnTo>
                  <a:lnTo>
                    <a:pt x="5576" y="2935"/>
                  </a:lnTo>
                  <a:lnTo>
                    <a:pt x="5173" y="2788"/>
                  </a:lnTo>
                  <a:lnTo>
                    <a:pt x="4769" y="2678"/>
                  </a:lnTo>
                  <a:lnTo>
                    <a:pt x="4366" y="2568"/>
                  </a:lnTo>
                  <a:lnTo>
                    <a:pt x="4366" y="2275"/>
                  </a:lnTo>
                  <a:lnTo>
                    <a:pt x="4329" y="2018"/>
                  </a:lnTo>
                  <a:lnTo>
                    <a:pt x="4256" y="1468"/>
                  </a:lnTo>
                  <a:lnTo>
                    <a:pt x="4256" y="881"/>
                  </a:lnTo>
                  <a:lnTo>
                    <a:pt x="4219" y="551"/>
                  </a:lnTo>
                  <a:lnTo>
                    <a:pt x="4182" y="257"/>
                  </a:lnTo>
                  <a:lnTo>
                    <a:pt x="4219" y="184"/>
                  </a:lnTo>
                  <a:lnTo>
                    <a:pt x="4256" y="110"/>
                  </a:lnTo>
                  <a:lnTo>
                    <a:pt x="4219" y="37"/>
                  </a:lnTo>
                  <a:lnTo>
                    <a:pt x="4182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</p:grpSp>
      <p:grpSp>
        <p:nvGrpSpPr>
          <p:cNvPr id="70" name="Google Shape;293;p5">
            <a:extLst>
              <a:ext uri="{FF2B5EF4-FFF2-40B4-BE49-F238E27FC236}">
                <a16:creationId xmlns:a16="http://schemas.microsoft.com/office/drawing/2014/main" id="{CDE3D61C-CDED-4963-BA79-8EC0AC1EFFBC}"/>
              </a:ext>
            </a:extLst>
          </p:cNvPr>
          <p:cNvGrpSpPr/>
          <p:nvPr/>
        </p:nvGrpSpPr>
        <p:grpSpPr>
          <a:xfrm>
            <a:off x="9923870" y="-121539"/>
            <a:ext cx="2395052" cy="7107432"/>
            <a:chOff x="6023725" y="842300"/>
            <a:chExt cx="1358150" cy="4030375"/>
          </a:xfrm>
        </p:grpSpPr>
        <p:sp>
          <p:nvSpPr>
            <p:cNvPr id="71" name="Google Shape;294;p5">
              <a:extLst>
                <a:ext uri="{FF2B5EF4-FFF2-40B4-BE49-F238E27FC236}">
                  <a16:creationId xmlns:a16="http://schemas.microsoft.com/office/drawing/2014/main" id="{494FA09B-BB20-4F29-B3E6-B7C34014E0A5}"/>
                </a:ext>
              </a:extLst>
            </p:cNvPr>
            <p:cNvSpPr/>
            <p:nvPr/>
          </p:nvSpPr>
          <p:spPr>
            <a:xfrm>
              <a:off x="6371275" y="842300"/>
              <a:ext cx="397100" cy="492450"/>
            </a:xfrm>
            <a:custGeom>
              <a:avLst/>
              <a:gdLst/>
              <a:ahLst/>
              <a:cxnLst/>
              <a:rect l="l" t="t" r="r" b="b"/>
              <a:pathLst>
                <a:path w="15884" h="19698" extrusionOk="0">
                  <a:moveTo>
                    <a:pt x="9355" y="4108"/>
                  </a:moveTo>
                  <a:lnTo>
                    <a:pt x="9465" y="4145"/>
                  </a:lnTo>
                  <a:lnTo>
                    <a:pt x="9538" y="4182"/>
                  </a:lnTo>
                  <a:lnTo>
                    <a:pt x="9648" y="4328"/>
                  </a:lnTo>
                  <a:lnTo>
                    <a:pt x="9721" y="4549"/>
                  </a:lnTo>
                  <a:lnTo>
                    <a:pt x="9721" y="4769"/>
                  </a:lnTo>
                  <a:lnTo>
                    <a:pt x="9721" y="4842"/>
                  </a:lnTo>
                  <a:lnTo>
                    <a:pt x="9685" y="4879"/>
                  </a:lnTo>
                  <a:lnTo>
                    <a:pt x="9575" y="4952"/>
                  </a:lnTo>
                  <a:lnTo>
                    <a:pt x="9391" y="4952"/>
                  </a:lnTo>
                  <a:lnTo>
                    <a:pt x="9355" y="4915"/>
                  </a:lnTo>
                  <a:lnTo>
                    <a:pt x="9281" y="4842"/>
                  </a:lnTo>
                  <a:lnTo>
                    <a:pt x="9208" y="4695"/>
                  </a:lnTo>
                  <a:lnTo>
                    <a:pt x="9171" y="4549"/>
                  </a:lnTo>
                  <a:lnTo>
                    <a:pt x="9171" y="4438"/>
                  </a:lnTo>
                  <a:lnTo>
                    <a:pt x="9171" y="4328"/>
                  </a:lnTo>
                  <a:lnTo>
                    <a:pt x="9245" y="4108"/>
                  </a:lnTo>
                  <a:close/>
                  <a:moveTo>
                    <a:pt x="9355" y="3705"/>
                  </a:moveTo>
                  <a:lnTo>
                    <a:pt x="9245" y="3742"/>
                  </a:lnTo>
                  <a:lnTo>
                    <a:pt x="9135" y="3778"/>
                  </a:lnTo>
                  <a:lnTo>
                    <a:pt x="9025" y="3852"/>
                  </a:lnTo>
                  <a:lnTo>
                    <a:pt x="8988" y="3925"/>
                  </a:lnTo>
                  <a:lnTo>
                    <a:pt x="8914" y="3998"/>
                  </a:lnTo>
                  <a:lnTo>
                    <a:pt x="8841" y="4218"/>
                  </a:lnTo>
                  <a:lnTo>
                    <a:pt x="8804" y="4475"/>
                  </a:lnTo>
                  <a:lnTo>
                    <a:pt x="8804" y="4659"/>
                  </a:lnTo>
                  <a:lnTo>
                    <a:pt x="8841" y="4805"/>
                  </a:lnTo>
                  <a:lnTo>
                    <a:pt x="8878" y="4952"/>
                  </a:lnTo>
                  <a:lnTo>
                    <a:pt x="8988" y="5099"/>
                  </a:lnTo>
                  <a:lnTo>
                    <a:pt x="9098" y="5209"/>
                  </a:lnTo>
                  <a:lnTo>
                    <a:pt x="9245" y="5282"/>
                  </a:lnTo>
                  <a:lnTo>
                    <a:pt x="9391" y="5355"/>
                  </a:lnTo>
                  <a:lnTo>
                    <a:pt x="9538" y="5355"/>
                  </a:lnTo>
                  <a:lnTo>
                    <a:pt x="9721" y="5319"/>
                  </a:lnTo>
                  <a:lnTo>
                    <a:pt x="9868" y="5245"/>
                  </a:lnTo>
                  <a:lnTo>
                    <a:pt x="10015" y="5135"/>
                  </a:lnTo>
                  <a:lnTo>
                    <a:pt x="10088" y="4989"/>
                  </a:lnTo>
                  <a:lnTo>
                    <a:pt x="10125" y="4805"/>
                  </a:lnTo>
                  <a:lnTo>
                    <a:pt x="10125" y="4659"/>
                  </a:lnTo>
                  <a:lnTo>
                    <a:pt x="10088" y="4475"/>
                  </a:lnTo>
                  <a:lnTo>
                    <a:pt x="10052" y="4292"/>
                  </a:lnTo>
                  <a:lnTo>
                    <a:pt x="9978" y="4145"/>
                  </a:lnTo>
                  <a:lnTo>
                    <a:pt x="9905" y="3998"/>
                  </a:lnTo>
                  <a:lnTo>
                    <a:pt x="9795" y="3888"/>
                  </a:lnTo>
                  <a:lnTo>
                    <a:pt x="9648" y="3778"/>
                  </a:lnTo>
                  <a:lnTo>
                    <a:pt x="9501" y="3742"/>
                  </a:lnTo>
                  <a:lnTo>
                    <a:pt x="9355" y="3705"/>
                  </a:lnTo>
                  <a:close/>
                  <a:moveTo>
                    <a:pt x="11262" y="6676"/>
                  </a:moveTo>
                  <a:lnTo>
                    <a:pt x="11262" y="6786"/>
                  </a:lnTo>
                  <a:lnTo>
                    <a:pt x="11225" y="6859"/>
                  </a:lnTo>
                  <a:lnTo>
                    <a:pt x="11152" y="6933"/>
                  </a:lnTo>
                  <a:lnTo>
                    <a:pt x="11042" y="7006"/>
                  </a:lnTo>
                  <a:lnTo>
                    <a:pt x="10785" y="7116"/>
                  </a:lnTo>
                  <a:lnTo>
                    <a:pt x="10602" y="7190"/>
                  </a:lnTo>
                  <a:lnTo>
                    <a:pt x="9795" y="7556"/>
                  </a:lnTo>
                  <a:lnTo>
                    <a:pt x="9721" y="7263"/>
                  </a:lnTo>
                  <a:lnTo>
                    <a:pt x="10639" y="6823"/>
                  </a:lnTo>
                  <a:lnTo>
                    <a:pt x="11079" y="6676"/>
                  </a:lnTo>
                  <a:close/>
                  <a:moveTo>
                    <a:pt x="11115" y="6273"/>
                  </a:moveTo>
                  <a:lnTo>
                    <a:pt x="10859" y="6346"/>
                  </a:lnTo>
                  <a:lnTo>
                    <a:pt x="10052" y="6639"/>
                  </a:lnTo>
                  <a:lnTo>
                    <a:pt x="9648" y="6823"/>
                  </a:lnTo>
                  <a:lnTo>
                    <a:pt x="9281" y="7006"/>
                  </a:lnTo>
                  <a:lnTo>
                    <a:pt x="9208" y="7080"/>
                  </a:lnTo>
                  <a:lnTo>
                    <a:pt x="9208" y="7116"/>
                  </a:lnTo>
                  <a:lnTo>
                    <a:pt x="9208" y="7190"/>
                  </a:lnTo>
                  <a:lnTo>
                    <a:pt x="9208" y="7263"/>
                  </a:lnTo>
                  <a:lnTo>
                    <a:pt x="9318" y="7336"/>
                  </a:lnTo>
                  <a:lnTo>
                    <a:pt x="9465" y="7336"/>
                  </a:lnTo>
                  <a:lnTo>
                    <a:pt x="9465" y="7593"/>
                  </a:lnTo>
                  <a:lnTo>
                    <a:pt x="9538" y="7813"/>
                  </a:lnTo>
                  <a:lnTo>
                    <a:pt x="9575" y="7887"/>
                  </a:lnTo>
                  <a:lnTo>
                    <a:pt x="9648" y="7923"/>
                  </a:lnTo>
                  <a:lnTo>
                    <a:pt x="9758" y="7923"/>
                  </a:lnTo>
                  <a:lnTo>
                    <a:pt x="10492" y="7630"/>
                  </a:lnTo>
                  <a:lnTo>
                    <a:pt x="10859" y="7483"/>
                  </a:lnTo>
                  <a:lnTo>
                    <a:pt x="11225" y="7336"/>
                  </a:lnTo>
                  <a:lnTo>
                    <a:pt x="11409" y="7190"/>
                  </a:lnTo>
                  <a:lnTo>
                    <a:pt x="11556" y="7006"/>
                  </a:lnTo>
                  <a:lnTo>
                    <a:pt x="11629" y="6896"/>
                  </a:lnTo>
                  <a:lnTo>
                    <a:pt x="11629" y="6786"/>
                  </a:lnTo>
                  <a:lnTo>
                    <a:pt x="11629" y="6676"/>
                  </a:lnTo>
                  <a:lnTo>
                    <a:pt x="11592" y="6566"/>
                  </a:lnTo>
                  <a:lnTo>
                    <a:pt x="11556" y="6419"/>
                  </a:lnTo>
                  <a:lnTo>
                    <a:pt x="11482" y="6346"/>
                  </a:lnTo>
                  <a:lnTo>
                    <a:pt x="11372" y="6273"/>
                  </a:lnTo>
                  <a:close/>
                  <a:moveTo>
                    <a:pt x="10198" y="2861"/>
                  </a:moveTo>
                  <a:lnTo>
                    <a:pt x="10235" y="3228"/>
                  </a:lnTo>
                  <a:lnTo>
                    <a:pt x="10345" y="3595"/>
                  </a:lnTo>
                  <a:lnTo>
                    <a:pt x="10565" y="4292"/>
                  </a:lnTo>
                  <a:lnTo>
                    <a:pt x="10822" y="5062"/>
                  </a:lnTo>
                  <a:lnTo>
                    <a:pt x="10895" y="5282"/>
                  </a:lnTo>
                  <a:lnTo>
                    <a:pt x="9025" y="6052"/>
                  </a:lnTo>
                  <a:lnTo>
                    <a:pt x="7154" y="6786"/>
                  </a:lnTo>
                  <a:lnTo>
                    <a:pt x="5173" y="7593"/>
                  </a:lnTo>
                  <a:lnTo>
                    <a:pt x="4146" y="7997"/>
                  </a:lnTo>
                  <a:lnTo>
                    <a:pt x="3816" y="8143"/>
                  </a:lnTo>
                  <a:lnTo>
                    <a:pt x="3486" y="8290"/>
                  </a:lnTo>
                  <a:lnTo>
                    <a:pt x="3266" y="7887"/>
                  </a:lnTo>
                  <a:lnTo>
                    <a:pt x="3045" y="7446"/>
                  </a:lnTo>
                  <a:lnTo>
                    <a:pt x="2679" y="6566"/>
                  </a:lnTo>
                  <a:lnTo>
                    <a:pt x="2532" y="6162"/>
                  </a:lnTo>
                  <a:lnTo>
                    <a:pt x="2385" y="5869"/>
                  </a:lnTo>
                  <a:lnTo>
                    <a:pt x="2238" y="5612"/>
                  </a:lnTo>
                  <a:lnTo>
                    <a:pt x="2715" y="5539"/>
                  </a:lnTo>
                  <a:lnTo>
                    <a:pt x="3192" y="5429"/>
                  </a:lnTo>
                  <a:lnTo>
                    <a:pt x="3669" y="5282"/>
                  </a:lnTo>
                  <a:lnTo>
                    <a:pt x="4146" y="5099"/>
                  </a:lnTo>
                  <a:lnTo>
                    <a:pt x="5210" y="4659"/>
                  </a:lnTo>
                  <a:lnTo>
                    <a:pt x="6273" y="4218"/>
                  </a:lnTo>
                  <a:lnTo>
                    <a:pt x="6824" y="4035"/>
                  </a:lnTo>
                  <a:lnTo>
                    <a:pt x="7374" y="3852"/>
                  </a:lnTo>
                  <a:lnTo>
                    <a:pt x="8474" y="3558"/>
                  </a:lnTo>
                  <a:lnTo>
                    <a:pt x="9025" y="3411"/>
                  </a:lnTo>
                  <a:lnTo>
                    <a:pt x="9538" y="3191"/>
                  </a:lnTo>
                  <a:lnTo>
                    <a:pt x="9868" y="3081"/>
                  </a:lnTo>
                  <a:lnTo>
                    <a:pt x="10015" y="2971"/>
                  </a:lnTo>
                  <a:lnTo>
                    <a:pt x="10198" y="2861"/>
                  </a:lnTo>
                  <a:close/>
                  <a:moveTo>
                    <a:pt x="8658" y="7740"/>
                  </a:moveTo>
                  <a:lnTo>
                    <a:pt x="8694" y="7923"/>
                  </a:lnTo>
                  <a:lnTo>
                    <a:pt x="8071" y="8253"/>
                  </a:lnTo>
                  <a:lnTo>
                    <a:pt x="7704" y="8437"/>
                  </a:lnTo>
                  <a:lnTo>
                    <a:pt x="7594" y="8437"/>
                  </a:lnTo>
                  <a:lnTo>
                    <a:pt x="7557" y="8363"/>
                  </a:lnTo>
                  <a:lnTo>
                    <a:pt x="7557" y="8180"/>
                  </a:lnTo>
                  <a:lnTo>
                    <a:pt x="8658" y="7740"/>
                  </a:lnTo>
                  <a:close/>
                  <a:moveTo>
                    <a:pt x="10198" y="2384"/>
                  </a:moveTo>
                  <a:lnTo>
                    <a:pt x="9978" y="2458"/>
                  </a:lnTo>
                  <a:lnTo>
                    <a:pt x="9795" y="2568"/>
                  </a:lnTo>
                  <a:lnTo>
                    <a:pt x="9391" y="2788"/>
                  </a:lnTo>
                  <a:lnTo>
                    <a:pt x="8841" y="2971"/>
                  </a:lnTo>
                  <a:lnTo>
                    <a:pt x="8328" y="3155"/>
                  </a:lnTo>
                  <a:lnTo>
                    <a:pt x="7264" y="3411"/>
                  </a:lnTo>
                  <a:lnTo>
                    <a:pt x="6750" y="3558"/>
                  </a:lnTo>
                  <a:lnTo>
                    <a:pt x="6237" y="3742"/>
                  </a:lnTo>
                  <a:lnTo>
                    <a:pt x="5210" y="4145"/>
                  </a:lnTo>
                  <a:lnTo>
                    <a:pt x="4219" y="4585"/>
                  </a:lnTo>
                  <a:lnTo>
                    <a:pt x="3669" y="4805"/>
                  </a:lnTo>
                  <a:lnTo>
                    <a:pt x="3119" y="4989"/>
                  </a:lnTo>
                  <a:lnTo>
                    <a:pt x="2018" y="5319"/>
                  </a:lnTo>
                  <a:lnTo>
                    <a:pt x="1945" y="5355"/>
                  </a:lnTo>
                  <a:lnTo>
                    <a:pt x="1908" y="5392"/>
                  </a:lnTo>
                  <a:lnTo>
                    <a:pt x="1908" y="5466"/>
                  </a:lnTo>
                  <a:lnTo>
                    <a:pt x="1945" y="5539"/>
                  </a:lnTo>
                  <a:lnTo>
                    <a:pt x="1982" y="5576"/>
                  </a:lnTo>
                  <a:lnTo>
                    <a:pt x="1945" y="5686"/>
                  </a:lnTo>
                  <a:lnTo>
                    <a:pt x="1945" y="5759"/>
                  </a:lnTo>
                  <a:lnTo>
                    <a:pt x="2018" y="5979"/>
                  </a:lnTo>
                  <a:lnTo>
                    <a:pt x="2165" y="6456"/>
                  </a:lnTo>
                  <a:lnTo>
                    <a:pt x="2385" y="6933"/>
                  </a:lnTo>
                  <a:lnTo>
                    <a:pt x="2752" y="7850"/>
                  </a:lnTo>
                  <a:lnTo>
                    <a:pt x="2972" y="8290"/>
                  </a:lnTo>
                  <a:lnTo>
                    <a:pt x="3192" y="8694"/>
                  </a:lnTo>
                  <a:lnTo>
                    <a:pt x="3266" y="8767"/>
                  </a:lnTo>
                  <a:lnTo>
                    <a:pt x="3302" y="8804"/>
                  </a:lnTo>
                  <a:lnTo>
                    <a:pt x="3412" y="8804"/>
                  </a:lnTo>
                  <a:lnTo>
                    <a:pt x="3522" y="8730"/>
                  </a:lnTo>
                  <a:lnTo>
                    <a:pt x="3596" y="8620"/>
                  </a:lnTo>
                  <a:lnTo>
                    <a:pt x="3999" y="8510"/>
                  </a:lnTo>
                  <a:lnTo>
                    <a:pt x="4403" y="8363"/>
                  </a:lnTo>
                  <a:lnTo>
                    <a:pt x="5173" y="8033"/>
                  </a:lnTo>
                  <a:lnTo>
                    <a:pt x="7300" y="7190"/>
                  </a:lnTo>
                  <a:lnTo>
                    <a:pt x="9281" y="6419"/>
                  </a:lnTo>
                  <a:lnTo>
                    <a:pt x="10235" y="6052"/>
                  </a:lnTo>
                  <a:lnTo>
                    <a:pt x="10712" y="5832"/>
                  </a:lnTo>
                  <a:lnTo>
                    <a:pt x="11152" y="5612"/>
                  </a:lnTo>
                  <a:lnTo>
                    <a:pt x="11262" y="5612"/>
                  </a:lnTo>
                  <a:lnTo>
                    <a:pt x="11335" y="5539"/>
                  </a:lnTo>
                  <a:lnTo>
                    <a:pt x="11372" y="5392"/>
                  </a:lnTo>
                  <a:lnTo>
                    <a:pt x="11372" y="5282"/>
                  </a:lnTo>
                  <a:lnTo>
                    <a:pt x="11299" y="5025"/>
                  </a:lnTo>
                  <a:lnTo>
                    <a:pt x="11042" y="4255"/>
                  </a:lnTo>
                  <a:lnTo>
                    <a:pt x="10785" y="3485"/>
                  </a:lnTo>
                  <a:lnTo>
                    <a:pt x="10639" y="3118"/>
                  </a:lnTo>
                  <a:lnTo>
                    <a:pt x="10455" y="2751"/>
                  </a:lnTo>
                  <a:lnTo>
                    <a:pt x="10418" y="2714"/>
                  </a:lnTo>
                  <a:lnTo>
                    <a:pt x="10345" y="2678"/>
                  </a:lnTo>
                  <a:lnTo>
                    <a:pt x="10382" y="2568"/>
                  </a:lnTo>
                  <a:lnTo>
                    <a:pt x="10382" y="2494"/>
                  </a:lnTo>
                  <a:lnTo>
                    <a:pt x="10308" y="2421"/>
                  </a:lnTo>
                  <a:lnTo>
                    <a:pt x="10198" y="2384"/>
                  </a:lnTo>
                  <a:close/>
                  <a:moveTo>
                    <a:pt x="8694" y="7263"/>
                  </a:moveTo>
                  <a:lnTo>
                    <a:pt x="7337" y="7813"/>
                  </a:lnTo>
                  <a:lnTo>
                    <a:pt x="7264" y="7850"/>
                  </a:lnTo>
                  <a:lnTo>
                    <a:pt x="7227" y="7923"/>
                  </a:lnTo>
                  <a:lnTo>
                    <a:pt x="7190" y="7997"/>
                  </a:lnTo>
                  <a:lnTo>
                    <a:pt x="7227" y="8070"/>
                  </a:lnTo>
                  <a:lnTo>
                    <a:pt x="7190" y="8143"/>
                  </a:lnTo>
                  <a:lnTo>
                    <a:pt x="7154" y="8363"/>
                  </a:lnTo>
                  <a:lnTo>
                    <a:pt x="7190" y="8620"/>
                  </a:lnTo>
                  <a:lnTo>
                    <a:pt x="7227" y="8730"/>
                  </a:lnTo>
                  <a:lnTo>
                    <a:pt x="7300" y="8840"/>
                  </a:lnTo>
                  <a:lnTo>
                    <a:pt x="7411" y="8877"/>
                  </a:lnTo>
                  <a:lnTo>
                    <a:pt x="7557" y="8877"/>
                  </a:lnTo>
                  <a:lnTo>
                    <a:pt x="7704" y="8840"/>
                  </a:lnTo>
                  <a:lnTo>
                    <a:pt x="7887" y="8804"/>
                  </a:lnTo>
                  <a:lnTo>
                    <a:pt x="8218" y="8620"/>
                  </a:lnTo>
                  <a:lnTo>
                    <a:pt x="9061" y="8217"/>
                  </a:lnTo>
                  <a:lnTo>
                    <a:pt x="9098" y="8180"/>
                  </a:lnTo>
                  <a:lnTo>
                    <a:pt x="9171" y="8107"/>
                  </a:lnTo>
                  <a:lnTo>
                    <a:pt x="9171" y="8033"/>
                  </a:lnTo>
                  <a:lnTo>
                    <a:pt x="9171" y="7960"/>
                  </a:lnTo>
                  <a:lnTo>
                    <a:pt x="8951" y="7410"/>
                  </a:lnTo>
                  <a:lnTo>
                    <a:pt x="8914" y="7336"/>
                  </a:lnTo>
                  <a:lnTo>
                    <a:pt x="8841" y="7300"/>
                  </a:lnTo>
                  <a:lnTo>
                    <a:pt x="8768" y="7263"/>
                  </a:lnTo>
                  <a:close/>
                  <a:moveTo>
                    <a:pt x="11702" y="8327"/>
                  </a:moveTo>
                  <a:lnTo>
                    <a:pt x="11886" y="8694"/>
                  </a:lnTo>
                  <a:lnTo>
                    <a:pt x="12106" y="9060"/>
                  </a:lnTo>
                  <a:lnTo>
                    <a:pt x="11702" y="9244"/>
                  </a:lnTo>
                  <a:lnTo>
                    <a:pt x="11335" y="9390"/>
                  </a:lnTo>
                  <a:lnTo>
                    <a:pt x="10932" y="9500"/>
                  </a:lnTo>
                  <a:lnTo>
                    <a:pt x="10528" y="9611"/>
                  </a:lnTo>
                  <a:lnTo>
                    <a:pt x="10382" y="9244"/>
                  </a:lnTo>
                  <a:lnTo>
                    <a:pt x="10198" y="8877"/>
                  </a:lnTo>
                  <a:lnTo>
                    <a:pt x="10162" y="8840"/>
                  </a:lnTo>
                  <a:lnTo>
                    <a:pt x="10565" y="8730"/>
                  </a:lnTo>
                  <a:lnTo>
                    <a:pt x="10932" y="8620"/>
                  </a:lnTo>
                  <a:lnTo>
                    <a:pt x="11702" y="8327"/>
                  </a:lnTo>
                  <a:close/>
                  <a:moveTo>
                    <a:pt x="11776" y="7887"/>
                  </a:moveTo>
                  <a:lnTo>
                    <a:pt x="11299" y="8070"/>
                  </a:lnTo>
                  <a:lnTo>
                    <a:pt x="10822" y="8217"/>
                  </a:lnTo>
                  <a:lnTo>
                    <a:pt x="9868" y="8510"/>
                  </a:lnTo>
                  <a:lnTo>
                    <a:pt x="9832" y="8510"/>
                  </a:lnTo>
                  <a:lnTo>
                    <a:pt x="9795" y="8583"/>
                  </a:lnTo>
                  <a:lnTo>
                    <a:pt x="9758" y="8694"/>
                  </a:lnTo>
                  <a:lnTo>
                    <a:pt x="9832" y="8804"/>
                  </a:lnTo>
                  <a:lnTo>
                    <a:pt x="9868" y="8840"/>
                  </a:lnTo>
                  <a:lnTo>
                    <a:pt x="9942" y="8877"/>
                  </a:lnTo>
                  <a:lnTo>
                    <a:pt x="9905" y="8950"/>
                  </a:lnTo>
                  <a:lnTo>
                    <a:pt x="9905" y="9024"/>
                  </a:lnTo>
                  <a:lnTo>
                    <a:pt x="10088" y="9427"/>
                  </a:lnTo>
                  <a:lnTo>
                    <a:pt x="10198" y="9867"/>
                  </a:lnTo>
                  <a:lnTo>
                    <a:pt x="10235" y="9941"/>
                  </a:lnTo>
                  <a:lnTo>
                    <a:pt x="10272" y="9977"/>
                  </a:lnTo>
                  <a:lnTo>
                    <a:pt x="10308" y="10014"/>
                  </a:lnTo>
                  <a:lnTo>
                    <a:pt x="10382" y="10051"/>
                  </a:lnTo>
                  <a:lnTo>
                    <a:pt x="10932" y="9904"/>
                  </a:lnTo>
                  <a:lnTo>
                    <a:pt x="11446" y="9757"/>
                  </a:lnTo>
                  <a:lnTo>
                    <a:pt x="11959" y="9574"/>
                  </a:lnTo>
                  <a:lnTo>
                    <a:pt x="12436" y="9317"/>
                  </a:lnTo>
                  <a:lnTo>
                    <a:pt x="12509" y="9280"/>
                  </a:lnTo>
                  <a:lnTo>
                    <a:pt x="12583" y="9207"/>
                  </a:lnTo>
                  <a:lnTo>
                    <a:pt x="12583" y="9097"/>
                  </a:lnTo>
                  <a:lnTo>
                    <a:pt x="12546" y="9024"/>
                  </a:lnTo>
                  <a:lnTo>
                    <a:pt x="12253" y="8547"/>
                  </a:lnTo>
                  <a:lnTo>
                    <a:pt x="11996" y="7997"/>
                  </a:lnTo>
                  <a:lnTo>
                    <a:pt x="11959" y="7923"/>
                  </a:lnTo>
                  <a:lnTo>
                    <a:pt x="11922" y="7887"/>
                  </a:lnTo>
                  <a:close/>
                  <a:moveTo>
                    <a:pt x="8914" y="9354"/>
                  </a:moveTo>
                  <a:lnTo>
                    <a:pt x="9061" y="9757"/>
                  </a:lnTo>
                  <a:lnTo>
                    <a:pt x="9281" y="10161"/>
                  </a:lnTo>
                  <a:lnTo>
                    <a:pt x="8658" y="10491"/>
                  </a:lnTo>
                  <a:lnTo>
                    <a:pt x="7961" y="10784"/>
                  </a:lnTo>
                  <a:lnTo>
                    <a:pt x="7814" y="10858"/>
                  </a:lnTo>
                  <a:lnTo>
                    <a:pt x="7741" y="10858"/>
                  </a:lnTo>
                  <a:lnTo>
                    <a:pt x="7704" y="10821"/>
                  </a:lnTo>
                  <a:lnTo>
                    <a:pt x="7631" y="10674"/>
                  </a:lnTo>
                  <a:lnTo>
                    <a:pt x="7594" y="10491"/>
                  </a:lnTo>
                  <a:lnTo>
                    <a:pt x="7521" y="10161"/>
                  </a:lnTo>
                  <a:lnTo>
                    <a:pt x="7374" y="9867"/>
                  </a:lnTo>
                  <a:lnTo>
                    <a:pt x="8914" y="9354"/>
                  </a:lnTo>
                  <a:close/>
                  <a:moveTo>
                    <a:pt x="8951" y="8950"/>
                  </a:moveTo>
                  <a:lnTo>
                    <a:pt x="7154" y="9537"/>
                  </a:lnTo>
                  <a:lnTo>
                    <a:pt x="7117" y="9574"/>
                  </a:lnTo>
                  <a:lnTo>
                    <a:pt x="7080" y="9611"/>
                  </a:lnTo>
                  <a:lnTo>
                    <a:pt x="7044" y="9721"/>
                  </a:lnTo>
                  <a:lnTo>
                    <a:pt x="7080" y="9831"/>
                  </a:lnTo>
                  <a:lnTo>
                    <a:pt x="7190" y="9904"/>
                  </a:lnTo>
                  <a:lnTo>
                    <a:pt x="7190" y="10124"/>
                  </a:lnTo>
                  <a:lnTo>
                    <a:pt x="7227" y="10381"/>
                  </a:lnTo>
                  <a:lnTo>
                    <a:pt x="7374" y="10858"/>
                  </a:lnTo>
                  <a:lnTo>
                    <a:pt x="7411" y="11004"/>
                  </a:lnTo>
                  <a:lnTo>
                    <a:pt x="7521" y="11114"/>
                  </a:lnTo>
                  <a:lnTo>
                    <a:pt x="7631" y="11188"/>
                  </a:lnTo>
                  <a:lnTo>
                    <a:pt x="7777" y="11225"/>
                  </a:lnTo>
                  <a:lnTo>
                    <a:pt x="8034" y="11151"/>
                  </a:lnTo>
                  <a:lnTo>
                    <a:pt x="8291" y="11078"/>
                  </a:lnTo>
                  <a:lnTo>
                    <a:pt x="8768" y="10858"/>
                  </a:lnTo>
                  <a:lnTo>
                    <a:pt x="9245" y="10601"/>
                  </a:lnTo>
                  <a:lnTo>
                    <a:pt x="9685" y="10344"/>
                  </a:lnTo>
                  <a:lnTo>
                    <a:pt x="9721" y="10271"/>
                  </a:lnTo>
                  <a:lnTo>
                    <a:pt x="9758" y="10197"/>
                  </a:lnTo>
                  <a:lnTo>
                    <a:pt x="9758" y="10161"/>
                  </a:lnTo>
                  <a:lnTo>
                    <a:pt x="9721" y="10087"/>
                  </a:lnTo>
                  <a:lnTo>
                    <a:pt x="9538" y="9867"/>
                  </a:lnTo>
                  <a:lnTo>
                    <a:pt x="9391" y="9611"/>
                  </a:lnTo>
                  <a:lnTo>
                    <a:pt x="9281" y="9354"/>
                  </a:lnTo>
                  <a:lnTo>
                    <a:pt x="9208" y="9060"/>
                  </a:lnTo>
                  <a:lnTo>
                    <a:pt x="9171" y="8987"/>
                  </a:lnTo>
                  <a:lnTo>
                    <a:pt x="9098" y="8950"/>
                  </a:lnTo>
                  <a:close/>
                  <a:moveTo>
                    <a:pt x="12473" y="10344"/>
                  </a:moveTo>
                  <a:lnTo>
                    <a:pt x="12619" y="10711"/>
                  </a:lnTo>
                  <a:lnTo>
                    <a:pt x="11959" y="11078"/>
                  </a:lnTo>
                  <a:lnTo>
                    <a:pt x="11299" y="11445"/>
                  </a:lnTo>
                  <a:lnTo>
                    <a:pt x="11152" y="10894"/>
                  </a:lnTo>
                  <a:lnTo>
                    <a:pt x="11189" y="10858"/>
                  </a:lnTo>
                  <a:lnTo>
                    <a:pt x="11189" y="10784"/>
                  </a:lnTo>
                  <a:lnTo>
                    <a:pt x="11482" y="10674"/>
                  </a:lnTo>
                  <a:lnTo>
                    <a:pt x="11776" y="10601"/>
                  </a:lnTo>
                  <a:lnTo>
                    <a:pt x="12473" y="10344"/>
                  </a:lnTo>
                  <a:close/>
                  <a:moveTo>
                    <a:pt x="6273" y="10418"/>
                  </a:moveTo>
                  <a:lnTo>
                    <a:pt x="6347" y="10454"/>
                  </a:lnTo>
                  <a:lnTo>
                    <a:pt x="6420" y="10564"/>
                  </a:lnTo>
                  <a:lnTo>
                    <a:pt x="6567" y="10894"/>
                  </a:lnTo>
                  <a:lnTo>
                    <a:pt x="5797" y="11261"/>
                  </a:lnTo>
                  <a:lnTo>
                    <a:pt x="5100" y="11738"/>
                  </a:lnTo>
                  <a:lnTo>
                    <a:pt x="4953" y="11298"/>
                  </a:lnTo>
                  <a:lnTo>
                    <a:pt x="4843" y="11078"/>
                  </a:lnTo>
                  <a:lnTo>
                    <a:pt x="4733" y="10894"/>
                  </a:lnTo>
                  <a:lnTo>
                    <a:pt x="5613" y="10601"/>
                  </a:lnTo>
                  <a:lnTo>
                    <a:pt x="5943" y="10491"/>
                  </a:lnTo>
                  <a:lnTo>
                    <a:pt x="6237" y="10418"/>
                  </a:lnTo>
                  <a:close/>
                  <a:moveTo>
                    <a:pt x="12583" y="9867"/>
                  </a:moveTo>
                  <a:lnTo>
                    <a:pt x="12509" y="9904"/>
                  </a:lnTo>
                  <a:lnTo>
                    <a:pt x="11519" y="10271"/>
                  </a:lnTo>
                  <a:lnTo>
                    <a:pt x="11115" y="10381"/>
                  </a:lnTo>
                  <a:lnTo>
                    <a:pt x="10932" y="10491"/>
                  </a:lnTo>
                  <a:lnTo>
                    <a:pt x="10859" y="10564"/>
                  </a:lnTo>
                  <a:lnTo>
                    <a:pt x="10785" y="10638"/>
                  </a:lnTo>
                  <a:lnTo>
                    <a:pt x="10785" y="10748"/>
                  </a:lnTo>
                  <a:lnTo>
                    <a:pt x="10822" y="10821"/>
                  </a:lnTo>
                  <a:lnTo>
                    <a:pt x="10859" y="10858"/>
                  </a:lnTo>
                  <a:lnTo>
                    <a:pt x="10859" y="10894"/>
                  </a:lnTo>
                  <a:lnTo>
                    <a:pt x="10895" y="11335"/>
                  </a:lnTo>
                  <a:lnTo>
                    <a:pt x="11005" y="11738"/>
                  </a:lnTo>
                  <a:lnTo>
                    <a:pt x="11005" y="11848"/>
                  </a:lnTo>
                  <a:lnTo>
                    <a:pt x="11079" y="11885"/>
                  </a:lnTo>
                  <a:lnTo>
                    <a:pt x="11152" y="11921"/>
                  </a:lnTo>
                  <a:lnTo>
                    <a:pt x="11225" y="11921"/>
                  </a:lnTo>
                  <a:lnTo>
                    <a:pt x="12142" y="11445"/>
                  </a:lnTo>
                  <a:lnTo>
                    <a:pt x="12986" y="10931"/>
                  </a:lnTo>
                  <a:lnTo>
                    <a:pt x="13060" y="10858"/>
                  </a:lnTo>
                  <a:lnTo>
                    <a:pt x="13096" y="10784"/>
                  </a:lnTo>
                  <a:lnTo>
                    <a:pt x="13096" y="10711"/>
                  </a:lnTo>
                  <a:lnTo>
                    <a:pt x="13060" y="10638"/>
                  </a:lnTo>
                  <a:lnTo>
                    <a:pt x="12876" y="10344"/>
                  </a:lnTo>
                  <a:lnTo>
                    <a:pt x="12766" y="10014"/>
                  </a:lnTo>
                  <a:lnTo>
                    <a:pt x="12729" y="9941"/>
                  </a:lnTo>
                  <a:lnTo>
                    <a:pt x="12656" y="9904"/>
                  </a:lnTo>
                  <a:lnTo>
                    <a:pt x="12583" y="9867"/>
                  </a:lnTo>
                  <a:close/>
                  <a:moveTo>
                    <a:pt x="6200" y="9977"/>
                  </a:moveTo>
                  <a:lnTo>
                    <a:pt x="5980" y="10014"/>
                  </a:lnTo>
                  <a:lnTo>
                    <a:pt x="5760" y="10087"/>
                  </a:lnTo>
                  <a:lnTo>
                    <a:pt x="5356" y="10234"/>
                  </a:lnTo>
                  <a:lnTo>
                    <a:pt x="4843" y="10381"/>
                  </a:lnTo>
                  <a:lnTo>
                    <a:pt x="4329" y="10564"/>
                  </a:lnTo>
                  <a:lnTo>
                    <a:pt x="4293" y="10601"/>
                  </a:lnTo>
                  <a:lnTo>
                    <a:pt x="4256" y="10638"/>
                  </a:lnTo>
                  <a:lnTo>
                    <a:pt x="4219" y="10784"/>
                  </a:lnTo>
                  <a:lnTo>
                    <a:pt x="4256" y="10894"/>
                  </a:lnTo>
                  <a:lnTo>
                    <a:pt x="4293" y="10931"/>
                  </a:lnTo>
                  <a:lnTo>
                    <a:pt x="4366" y="10968"/>
                  </a:lnTo>
                  <a:lnTo>
                    <a:pt x="4513" y="11298"/>
                  </a:lnTo>
                  <a:lnTo>
                    <a:pt x="4659" y="11701"/>
                  </a:lnTo>
                  <a:lnTo>
                    <a:pt x="4769" y="12142"/>
                  </a:lnTo>
                  <a:lnTo>
                    <a:pt x="4843" y="12215"/>
                  </a:lnTo>
                  <a:lnTo>
                    <a:pt x="4916" y="12252"/>
                  </a:lnTo>
                  <a:lnTo>
                    <a:pt x="4990" y="12252"/>
                  </a:lnTo>
                  <a:lnTo>
                    <a:pt x="5100" y="12215"/>
                  </a:lnTo>
                  <a:lnTo>
                    <a:pt x="5540" y="11921"/>
                  </a:lnTo>
                  <a:lnTo>
                    <a:pt x="5980" y="11665"/>
                  </a:lnTo>
                  <a:lnTo>
                    <a:pt x="6420" y="11445"/>
                  </a:lnTo>
                  <a:lnTo>
                    <a:pt x="6934" y="11225"/>
                  </a:lnTo>
                  <a:lnTo>
                    <a:pt x="6970" y="11188"/>
                  </a:lnTo>
                  <a:lnTo>
                    <a:pt x="7044" y="11114"/>
                  </a:lnTo>
                  <a:lnTo>
                    <a:pt x="7044" y="11041"/>
                  </a:lnTo>
                  <a:lnTo>
                    <a:pt x="7044" y="10931"/>
                  </a:lnTo>
                  <a:lnTo>
                    <a:pt x="6897" y="10601"/>
                  </a:lnTo>
                  <a:lnTo>
                    <a:pt x="6750" y="10307"/>
                  </a:lnTo>
                  <a:lnTo>
                    <a:pt x="6677" y="10161"/>
                  </a:lnTo>
                  <a:lnTo>
                    <a:pt x="6530" y="10051"/>
                  </a:lnTo>
                  <a:lnTo>
                    <a:pt x="6383" y="10014"/>
                  </a:lnTo>
                  <a:lnTo>
                    <a:pt x="6200" y="9977"/>
                  </a:lnTo>
                  <a:close/>
                  <a:moveTo>
                    <a:pt x="9832" y="11371"/>
                  </a:moveTo>
                  <a:lnTo>
                    <a:pt x="10125" y="11921"/>
                  </a:lnTo>
                  <a:lnTo>
                    <a:pt x="9721" y="12142"/>
                  </a:lnTo>
                  <a:lnTo>
                    <a:pt x="9318" y="12288"/>
                  </a:lnTo>
                  <a:lnTo>
                    <a:pt x="8914" y="12435"/>
                  </a:lnTo>
                  <a:lnTo>
                    <a:pt x="8511" y="12545"/>
                  </a:lnTo>
                  <a:lnTo>
                    <a:pt x="8328" y="12032"/>
                  </a:lnTo>
                  <a:lnTo>
                    <a:pt x="8694" y="11921"/>
                  </a:lnTo>
                  <a:lnTo>
                    <a:pt x="9098" y="11738"/>
                  </a:lnTo>
                  <a:lnTo>
                    <a:pt x="9832" y="11371"/>
                  </a:lnTo>
                  <a:close/>
                  <a:moveTo>
                    <a:pt x="9868" y="10894"/>
                  </a:moveTo>
                  <a:lnTo>
                    <a:pt x="8951" y="11298"/>
                  </a:lnTo>
                  <a:lnTo>
                    <a:pt x="8474" y="11481"/>
                  </a:lnTo>
                  <a:lnTo>
                    <a:pt x="8071" y="11738"/>
                  </a:lnTo>
                  <a:lnTo>
                    <a:pt x="7997" y="11738"/>
                  </a:lnTo>
                  <a:lnTo>
                    <a:pt x="7924" y="11775"/>
                  </a:lnTo>
                  <a:lnTo>
                    <a:pt x="7887" y="11885"/>
                  </a:lnTo>
                  <a:lnTo>
                    <a:pt x="7887" y="11958"/>
                  </a:lnTo>
                  <a:lnTo>
                    <a:pt x="8034" y="12398"/>
                  </a:lnTo>
                  <a:lnTo>
                    <a:pt x="8181" y="12839"/>
                  </a:lnTo>
                  <a:lnTo>
                    <a:pt x="8254" y="12949"/>
                  </a:lnTo>
                  <a:lnTo>
                    <a:pt x="8328" y="12985"/>
                  </a:lnTo>
                  <a:lnTo>
                    <a:pt x="8364" y="12985"/>
                  </a:lnTo>
                  <a:lnTo>
                    <a:pt x="8951" y="12839"/>
                  </a:lnTo>
                  <a:lnTo>
                    <a:pt x="9465" y="12655"/>
                  </a:lnTo>
                  <a:lnTo>
                    <a:pt x="10015" y="12472"/>
                  </a:lnTo>
                  <a:lnTo>
                    <a:pt x="10528" y="12215"/>
                  </a:lnTo>
                  <a:lnTo>
                    <a:pt x="10565" y="12142"/>
                  </a:lnTo>
                  <a:lnTo>
                    <a:pt x="10602" y="12105"/>
                  </a:lnTo>
                  <a:lnTo>
                    <a:pt x="10602" y="12032"/>
                  </a:lnTo>
                  <a:lnTo>
                    <a:pt x="10602" y="11958"/>
                  </a:lnTo>
                  <a:lnTo>
                    <a:pt x="10125" y="11041"/>
                  </a:lnTo>
                  <a:lnTo>
                    <a:pt x="10088" y="10968"/>
                  </a:lnTo>
                  <a:lnTo>
                    <a:pt x="10015" y="10894"/>
                  </a:lnTo>
                  <a:close/>
                  <a:moveTo>
                    <a:pt x="13133" y="12288"/>
                  </a:moveTo>
                  <a:lnTo>
                    <a:pt x="13243" y="12325"/>
                  </a:lnTo>
                  <a:lnTo>
                    <a:pt x="13353" y="12472"/>
                  </a:lnTo>
                  <a:lnTo>
                    <a:pt x="13610" y="12985"/>
                  </a:lnTo>
                  <a:lnTo>
                    <a:pt x="12839" y="13242"/>
                  </a:lnTo>
                  <a:lnTo>
                    <a:pt x="12106" y="13572"/>
                  </a:lnTo>
                  <a:lnTo>
                    <a:pt x="11996" y="13352"/>
                  </a:lnTo>
                  <a:lnTo>
                    <a:pt x="11886" y="13132"/>
                  </a:lnTo>
                  <a:lnTo>
                    <a:pt x="11739" y="12692"/>
                  </a:lnTo>
                  <a:lnTo>
                    <a:pt x="12032" y="12618"/>
                  </a:lnTo>
                  <a:lnTo>
                    <a:pt x="12289" y="12545"/>
                  </a:lnTo>
                  <a:lnTo>
                    <a:pt x="12839" y="12362"/>
                  </a:lnTo>
                  <a:lnTo>
                    <a:pt x="13023" y="12288"/>
                  </a:lnTo>
                  <a:close/>
                  <a:moveTo>
                    <a:pt x="7044" y="12325"/>
                  </a:moveTo>
                  <a:lnTo>
                    <a:pt x="7337" y="13022"/>
                  </a:lnTo>
                  <a:lnTo>
                    <a:pt x="5833" y="13792"/>
                  </a:lnTo>
                  <a:lnTo>
                    <a:pt x="5613" y="13132"/>
                  </a:lnTo>
                  <a:lnTo>
                    <a:pt x="5943" y="12875"/>
                  </a:lnTo>
                  <a:lnTo>
                    <a:pt x="6273" y="12655"/>
                  </a:lnTo>
                  <a:lnTo>
                    <a:pt x="6677" y="12472"/>
                  </a:lnTo>
                  <a:lnTo>
                    <a:pt x="7044" y="12325"/>
                  </a:lnTo>
                  <a:close/>
                  <a:moveTo>
                    <a:pt x="13060" y="11885"/>
                  </a:moveTo>
                  <a:lnTo>
                    <a:pt x="12839" y="11921"/>
                  </a:lnTo>
                  <a:lnTo>
                    <a:pt x="12473" y="12068"/>
                  </a:lnTo>
                  <a:lnTo>
                    <a:pt x="11922" y="12215"/>
                  </a:lnTo>
                  <a:lnTo>
                    <a:pt x="11666" y="12288"/>
                  </a:lnTo>
                  <a:lnTo>
                    <a:pt x="11446" y="12398"/>
                  </a:lnTo>
                  <a:lnTo>
                    <a:pt x="11372" y="12435"/>
                  </a:lnTo>
                  <a:lnTo>
                    <a:pt x="11372" y="12472"/>
                  </a:lnTo>
                  <a:lnTo>
                    <a:pt x="11372" y="12582"/>
                  </a:lnTo>
                  <a:lnTo>
                    <a:pt x="11446" y="12655"/>
                  </a:lnTo>
                  <a:lnTo>
                    <a:pt x="11519" y="12692"/>
                  </a:lnTo>
                  <a:lnTo>
                    <a:pt x="11482" y="12839"/>
                  </a:lnTo>
                  <a:lnTo>
                    <a:pt x="11482" y="13022"/>
                  </a:lnTo>
                  <a:lnTo>
                    <a:pt x="11519" y="13169"/>
                  </a:lnTo>
                  <a:lnTo>
                    <a:pt x="11556" y="13315"/>
                  </a:lnTo>
                  <a:lnTo>
                    <a:pt x="11702" y="13646"/>
                  </a:lnTo>
                  <a:lnTo>
                    <a:pt x="11886" y="13902"/>
                  </a:lnTo>
                  <a:lnTo>
                    <a:pt x="11996" y="13976"/>
                  </a:lnTo>
                  <a:lnTo>
                    <a:pt x="12106" y="13976"/>
                  </a:lnTo>
                  <a:lnTo>
                    <a:pt x="13023" y="13609"/>
                  </a:lnTo>
                  <a:lnTo>
                    <a:pt x="13940" y="13279"/>
                  </a:lnTo>
                  <a:lnTo>
                    <a:pt x="14013" y="13205"/>
                  </a:lnTo>
                  <a:lnTo>
                    <a:pt x="14050" y="13169"/>
                  </a:lnTo>
                  <a:lnTo>
                    <a:pt x="14087" y="13095"/>
                  </a:lnTo>
                  <a:lnTo>
                    <a:pt x="14050" y="13022"/>
                  </a:lnTo>
                  <a:lnTo>
                    <a:pt x="13646" y="12142"/>
                  </a:lnTo>
                  <a:lnTo>
                    <a:pt x="13573" y="12032"/>
                  </a:lnTo>
                  <a:lnTo>
                    <a:pt x="13463" y="11958"/>
                  </a:lnTo>
                  <a:lnTo>
                    <a:pt x="13353" y="11885"/>
                  </a:lnTo>
                  <a:close/>
                  <a:moveTo>
                    <a:pt x="7190" y="11848"/>
                  </a:moveTo>
                  <a:lnTo>
                    <a:pt x="7117" y="11885"/>
                  </a:lnTo>
                  <a:lnTo>
                    <a:pt x="6640" y="12032"/>
                  </a:lnTo>
                  <a:lnTo>
                    <a:pt x="6163" y="12215"/>
                  </a:lnTo>
                  <a:lnTo>
                    <a:pt x="5723" y="12508"/>
                  </a:lnTo>
                  <a:lnTo>
                    <a:pt x="5320" y="12802"/>
                  </a:lnTo>
                  <a:lnTo>
                    <a:pt x="5246" y="12839"/>
                  </a:lnTo>
                  <a:lnTo>
                    <a:pt x="5210" y="12875"/>
                  </a:lnTo>
                  <a:lnTo>
                    <a:pt x="5173" y="12912"/>
                  </a:lnTo>
                  <a:lnTo>
                    <a:pt x="5173" y="12985"/>
                  </a:lnTo>
                  <a:lnTo>
                    <a:pt x="5246" y="13279"/>
                  </a:lnTo>
                  <a:lnTo>
                    <a:pt x="5320" y="13572"/>
                  </a:lnTo>
                  <a:lnTo>
                    <a:pt x="5540" y="14159"/>
                  </a:lnTo>
                  <a:lnTo>
                    <a:pt x="5576" y="14196"/>
                  </a:lnTo>
                  <a:lnTo>
                    <a:pt x="5650" y="14269"/>
                  </a:lnTo>
                  <a:lnTo>
                    <a:pt x="5797" y="14269"/>
                  </a:lnTo>
                  <a:lnTo>
                    <a:pt x="7667" y="13315"/>
                  </a:lnTo>
                  <a:lnTo>
                    <a:pt x="7741" y="13279"/>
                  </a:lnTo>
                  <a:lnTo>
                    <a:pt x="7777" y="13205"/>
                  </a:lnTo>
                  <a:lnTo>
                    <a:pt x="7814" y="13132"/>
                  </a:lnTo>
                  <a:lnTo>
                    <a:pt x="7777" y="13059"/>
                  </a:lnTo>
                  <a:lnTo>
                    <a:pt x="7374" y="11995"/>
                  </a:lnTo>
                  <a:lnTo>
                    <a:pt x="7337" y="11921"/>
                  </a:lnTo>
                  <a:lnTo>
                    <a:pt x="7264" y="11885"/>
                  </a:lnTo>
                  <a:lnTo>
                    <a:pt x="7190" y="11848"/>
                  </a:lnTo>
                  <a:close/>
                  <a:moveTo>
                    <a:pt x="10528" y="13279"/>
                  </a:moveTo>
                  <a:lnTo>
                    <a:pt x="10895" y="13976"/>
                  </a:lnTo>
                  <a:lnTo>
                    <a:pt x="9318" y="14599"/>
                  </a:lnTo>
                  <a:lnTo>
                    <a:pt x="9025" y="13902"/>
                  </a:lnTo>
                  <a:lnTo>
                    <a:pt x="9098" y="13829"/>
                  </a:lnTo>
                  <a:lnTo>
                    <a:pt x="9098" y="13792"/>
                  </a:lnTo>
                  <a:lnTo>
                    <a:pt x="9135" y="13756"/>
                  </a:lnTo>
                  <a:lnTo>
                    <a:pt x="9465" y="13609"/>
                  </a:lnTo>
                  <a:lnTo>
                    <a:pt x="9758" y="13535"/>
                  </a:lnTo>
                  <a:lnTo>
                    <a:pt x="10528" y="13279"/>
                  </a:lnTo>
                  <a:close/>
                  <a:moveTo>
                    <a:pt x="10639" y="12839"/>
                  </a:moveTo>
                  <a:lnTo>
                    <a:pt x="10565" y="12875"/>
                  </a:lnTo>
                  <a:lnTo>
                    <a:pt x="9501" y="13242"/>
                  </a:lnTo>
                  <a:lnTo>
                    <a:pt x="9061" y="13352"/>
                  </a:lnTo>
                  <a:lnTo>
                    <a:pt x="8878" y="13462"/>
                  </a:lnTo>
                  <a:lnTo>
                    <a:pt x="8768" y="13499"/>
                  </a:lnTo>
                  <a:lnTo>
                    <a:pt x="8731" y="13572"/>
                  </a:lnTo>
                  <a:lnTo>
                    <a:pt x="8658" y="13682"/>
                  </a:lnTo>
                  <a:lnTo>
                    <a:pt x="8694" y="13829"/>
                  </a:lnTo>
                  <a:lnTo>
                    <a:pt x="8731" y="13866"/>
                  </a:lnTo>
                  <a:lnTo>
                    <a:pt x="8731" y="13902"/>
                  </a:lnTo>
                  <a:lnTo>
                    <a:pt x="8768" y="14159"/>
                  </a:lnTo>
                  <a:lnTo>
                    <a:pt x="8841" y="14416"/>
                  </a:lnTo>
                  <a:lnTo>
                    <a:pt x="9025" y="14893"/>
                  </a:lnTo>
                  <a:lnTo>
                    <a:pt x="9098" y="14929"/>
                  </a:lnTo>
                  <a:lnTo>
                    <a:pt x="9135" y="14966"/>
                  </a:lnTo>
                  <a:lnTo>
                    <a:pt x="9208" y="15003"/>
                  </a:lnTo>
                  <a:lnTo>
                    <a:pt x="9281" y="15003"/>
                  </a:lnTo>
                  <a:lnTo>
                    <a:pt x="11225" y="14269"/>
                  </a:lnTo>
                  <a:lnTo>
                    <a:pt x="11262" y="14232"/>
                  </a:lnTo>
                  <a:lnTo>
                    <a:pt x="11299" y="14159"/>
                  </a:lnTo>
                  <a:lnTo>
                    <a:pt x="11335" y="14086"/>
                  </a:lnTo>
                  <a:lnTo>
                    <a:pt x="11335" y="14012"/>
                  </a:lnTo>
                  <a:lnTo>
                    <a:pt x="10822" y="12985"/>
                  </a:lnTo>
                  <a:lnTo>
                    <a:pt x="10785" y="12912"/>
                  </a:lnTo>
                  <a:lnTo>
                    <a:pt x="10712" y="12875"/>
                  </a:lnTo>
                  <a:lnTo>
                    <a:pt x="10639" y="12839"/>
                  </a:lnTo>
                  <a:close/>
                  <a:moveTo>
                    <a:pt x="7997" y="14342"/>
                  </a:moveTo>
                  <a:lnTo>
                    <a:pt x="8107" y="14489"/>
                  </a:lnTo>
                  <a:lnTo>
                    <a:pt x="8144" y="14599"/>
                  </a:lnTo>
                  <a:lnTo>
                    <a:pt x="8107" y="14746"/>
                  </a:lnTo>
                  <a:lnTo>
                    <a:pt x="8034" y="14893"/>
                  </a:lnTo>
                  <a:lnTo>
                    <a:pt x="7924" y="15003"/>
                  </a:lnTo>
                  <a:lnTo>
                    <a:pt x="7814" y="15149"/>
                  </a:lnTo>
                  <a:lnTo>
                    <a:pt x="7557" y="15296"/>
                  </a:lnTo>
                  <a:lnTo>
                    <a:pt x="7044" y="15516"/>
                  </a:lnTo>
                  <a:lnTo>
                    <a:pt x="6787" y="15590"/>
                  </a:lnTo>
                  <a:lnTo>
                    <a:pt x="6567" y="15736"/>
                  </a:lnTo>
                  <a:lnTo>
                    <a:pt x="6310" y="15113"/>
                  </a:lnTo>
                  <a:lnTo>
                    <a:pt x="6383" y="15076"/>
                  </a:lnTo>
                  <a:lnTo>
                    <a:pt x="6457" y="14966"/>
                  </a:lnTo>
                  <a:lnTo>
                    <a:pt x="6457" y="14929"/>
                  </a:lnTo>
                  <a:lnTo>
                    <a:pt x="6530" y="15003"/>
                  </a:lnTo>
                  <a:lnTo>
                    <a:pt x="6604" y="14966"/>
                  </a:lnTo>
                  <a:lnTo>
                    <a:pt x="6787" y="14929"/>
                  </a:lnTo>
                  <a:lnTo>
                    <a:pt x="7227" y="14783"/>
                  </a:lnTo>
                  <a:lnTo>
                    <a:pt x="7631" y="14599"/>
                  </a:lnTo>
                  <a:lnTo>
                    <a:pt x="7997" y="14342"/>
                  </a:lnTo>
                  <a:close/>
                  <a:moveTo>
                    <a:pt x="15150" y="15370"/>
                  </a:moveTo>
                  <a:lnTo>
                    <a:pt x="15150" y="15443"/>
                  </a:lnTo>
                  <a:lnTo>
                    <a:pt x="15224" y="15480"/>
                  </a:lnTo>
                  <a:lnTo>
                    <a:pt x="15260" y="15516"/>
                  </a:lnTo>
                  <a:lnTo>
                    <a:pt x="15150" y="15736"/>
                  </a:lnTo>
                  <a:lnTo>
                    <a:pt x="15004" y="15993"/>
                  </a:lnTo>
                  <a:lnTo>
                    <a:pt x="14857" y="15626"/>
                  </a:lnTo>
                  <a:lnTo>
                    <a:pt x="15150" y="15370"/>
                  </a:lnTo>
                  <a:close/>
                  <a:moveTo>
                    <a:pt x="7997" y="13902"/>
                  </a:moveTo>
                  <a:lnTo>
                    <a:pt x="7887" y="13939"/>
                  </a:lnTo>
                  <a:lnTo>
                    <a:pt x="7631" y="14122"/>
                  </a:lnTo>
                  <a:lnTo>
                    <a:pt x="7337" y="14269"/>
                  </a:lnTo>
                  <a:lnTo>
                    <a:pt x="7044" y="14416"/>
                  </a:lnTo>
                  <a:lnTo>
                    <a:pt x="6750" y="14526"/>
                  </a:lnTo>
                  <a:lnTo>
                    <a:pt x="6347" y="14599"/>
                  </a:lnTo>
                  <a:lnTo>
                    <a:pt x="6163" y="14673"/>
                  </a:lnTo>
                  <a:lnTo>
                    <a:pt x="6090" y="14746"/>
                  </a:lnTo>
                  <a:lnTo>
                    <a:pt x="6017" y="14819"/>
                  </a:lnTo>
                  <a:lnTo>
                    <a:pt x="6017" y="14929"/>
                  </a:lnTo>
                  <a:lnTo>
                    <a:pt x="5943" y="15003"/>
                  </a:lnTo>
                  <a:lnTo>
                    <a:pt x="5943" y="15113"/>
                  </a:lnTo>
                  <a:lnTo>
                    <a:pt x="6127" y="15590"/>
                  </a:lnTo>
                  <a:lnTo>
                    <a:pt x="6273" y="16103"/>
                  </a:lnTo>
                  <a:lnTo>
                    <a:pt x="6347" y="16177"/>
                  </a:lnTo>
                  <a:lnTo>
                    <a:pt x="6420" y="16213"/>
                  </a:lnTo>
                  <a:lnTo>
                    <a:pt x="6493" y="16213"/>
                  </a:lnTo>
                  <a:lnTo>
                    <a:pt x="6567" y="16177"/>
                  </a:lnTo>
                  <a:lnTo>
                    <a:pt x="6787" y="16030"/>
                  </a:lnTo>
                  <a:lnTo>
                    <a:pt x="7007" y="15920"/>
                  </a:lnTo>
                  <a:lnTo>
                    <a:pt x="7484" y="15736"/>
                  </a:lnTo>
                  <a:lnTo>
                    <a:pt x="7704" y="15663"/>
                  </a:lnTo>
                  <a:lnTo>
                    <a:pt x="7924" y="15553"/>
                  </a:lnTo>
                  <a:lnTo>
                    <a:pt x="8144" y="15406"/>
                  </a:lnTo>
                  <a:lnTo>
                    <a:pt x="8328" y="15223"/>
                  </a:lnTo>
                  <a:lnTo>
                    <a:pt x="8438" y="15076"/>
                  </a:lnTo>
                  <a:lnTo>
                    <a:pt x="8511" y="14893"/>
                  </a:lnTo>
                  <a:lnTo>
                    <a:pt x="8511" y="14709"/>
                  </a:lnTo>
                  <a:lnTo>
                    <a:pt x="8511" y="14526"/>
                  </a:lnTo>
                  <a:lnTo>
                    <a:pt x="8474" y="14342"/>
                  </a:lnTo>
                  <a:lnTo>
                    <a:pt x="8364" y="14159"/>
                  </a:lnTo>
                  <a:lnTo>
                    <a:pt x="8254" y="14049"/>
                  </a:lnTo>
                  <a:lnTo>
                    <a:pt x="8071" y="13939"/>
                  </a:lnTo>
                  <a:lnTo>
                    <a:pt x="7997" y="13902"/>
                  </a:lnTo>
                  <a:close/>
                  <a:moveTo>
                    <a:pt x="14710" y="15736"/>
                  </a:moveTo>
                  <a:lnTo>
                    <a:pt x="14747" y="15993"/>
                  </a:lnTo>
                  <a:lnTo>
                    <a:pt x="14820" y="16250"/>
                  </a:lnTo>
                  <a:lnTo>
                    <a:pt x="14490" y="16507"/>
                  </a:lnTo>
                  <a:lnTo>
                    <a:pt x="14417" y="16397"/>
                  </a:lnTo>
                  <a:lnTo>
                    <a:pt x="14307" y="15993"/>
                  </a:lnTo>
                  <a:lnTo>
                    <a:pt x="14380" y="15956"/>
                  </a:lnTo>
                  <a:lnTo>
                    <a:pt x="14710" y="15736"/>
                  </a:lnTo>
                  <a:close/>
                  <a:moveTo>
                    <a:pt x="14123" y="16103"/>
                  </a:moveTo>
                  <a:lnTo>
                    <a:pt x="14160" y="16397"/>
                  </a:lnTo>
                  <a:lnTo>
                    <a:pt x="14233" y="16690"/>
                  </a:lnTo>
                  <a:lnTo>
                    <a:pt x="13830" y="16873"/>
                  </a:lnTo>
                  <a:lnTo>
                    <a:pt x="13720" y="16727"/>
                  </a:lnTo>
                  <a:lnTo>
                    <a:pt x="13500" y="16433"/>
                  </a:lnTo>
                  <a:lnTo>
                    <a:pt x="14123" y="16103"/>
                  </a:lnTo>
                  <a:close/>
                  <a:moveTo>
                    <a:pt x="13426" y="16470"/>
                  </a:moveTo>
                  <a:lnTo>
                    <a:pt x="13500" y="16727"/>
                  </a:lnTo>
                  <a:lnTo>
                    <a:pt x="13536" y="16873"/>
                  </a:lnTo>
                  <a:lnTo>
                    <a:pt x="13573" y="16984"/>
                  </a:lnTo>
                  <a:lnTo>
                    <a:pt x="13096" y="17167"/>
                  </a:lnTo>
                  <a:lnTo>
                    <a:pt x="12986" y="17057"/>
                  </a:lnTo>
                  <a:lnTo>
                    <a:pt x="12876" y="16873"/>
                  </a:lnTo>
                  <a:lnTo>
                    <a:pt x="12839" y="16727"/>
                  </a:lnTo>
                  <a:lnTo>
                    <a:pt x="13426" y="16470"/>
                  </a:lnTo>
                  <a:close/>
                  <a:moveTo>
                    <a:pt x="12583" y="16837"/>
                  </a:moveTo>
                  <a:lnTo>
                    <a:pt x="12656" y="17094"/>
                  </a:lnTo>
                  <a:lnTo>
                    <a:pt x="12803" y="17277"/>
                  </a:lnTo>
                  <a:lnTo>
                    <a:pt x="12399" y="17460"/>
                  </a:lnTo>
                  <a:lnTo>
                    <a:pt x="12326" y="17387"/>
                  </a:lnTo>
                  <a:lnTo>
                    <a:pt x="12253" y="17277"/>
                  </a:lnTo>
                  <a:lnTo>
                    <a:pt x="12216" y="17167"/>
                  </a:lnTo>
                  <a:lnTo>
                    <a:pt x="12216" y="17020"/>
                  </a:lnTo>
                  <a:lnTo>
                    <a:pt x="12583" y="16837"/>
                  </a:lnTo>
                  <a:close/>
                  <a:moveTo>
                    <a:pt x="12032" y="17094"/>
                  </a:moveTo>
                  <a:lnTo>
                    <a:pt x="11996" y="17240"/>
                  </a:lnTo>
                  <a:lnTo>
                    <a:pt x="12032" y="17387"/>
                  </a:lnTo>
                  <a:lnTo>
                    <a:pt x="12106" y="17570"/>
                  </a:lnTo>
                  <a:lnTo>
                    <a:pt x="11812" y="17644"/>
                  </a:lnTo>
                  <a:lnTo>
                    <a:pt x="11776" y="17644"/>
                  </a:lnTo>
                  <a:lnTo>
                    <a:pt x="11739" y="17497"/>
                  </a:lnTo>
                  <a:lnTo>
                    <a:pt x="11666" y="17240"/>
                  </a:lnTo>
                  <a:lnTo>
                    <a:pt x="12032" y="17094"/>
                  </a:lnTo>
                  <a:close/>
                  <a:moveTo>
                    <a:pt x="11446" y="17350"/>
                  </a:moveTo>
                  <a:lnTo>
                    <a:pt x="11482" y="17607"/>
                  </a:lnTo>
                  <a:lnTo>
                    <a:pt x="11519" y="17791"/>
                  </a:lnTo>
                  <a:lnTo>
                    <a:pt x="11189" y="17901"/>
                  </a:lnTo>
                  <a:lnTo>
                    <a:pt x="11115" y="17937"/>
                  </a:lnTo>
                  <a:lnTo>
                    <a:pt x="11115" y="17864"/>
                  </a:lnTo>
                  <a:lnTo>
                    <a:pt x="11115" y="17827"/>
                  </a:lnTo>
                  <a:lnTo>
                    <a:pt x="11115" y="17717"/>
                  </a:lnTo>
                  <a:lnTo>
                    <a:pt x="11005" y="17607"/>
                  </a:lnTo>
                  <a:lnTo>
                    <a:pt x="10969" y="17534"/>
                  </a:lnTo>
                  <a:lnTo>
                    <a:pt x="11446" y="17350"/>
                  </a:lnTo>
                  <a:close/>
                  <a:moveTo>
                    <a:pt x="10639" y="17644"/>
                  </a:moveTo>
                  <a:lnTo>
                    <a:pt x="10749" y="17791"/>
                  </a:lnTo>
                  <a:lnTo>
                    <a:pt x="10859" y="17901"/>
                  </a:lnTo>
                  <a:lnTo>
                    <a:pt x="10932" y="17974"/>
                  </a:lnTo>
                  <a:lnTo>
                    <a:pt x="10969" y="17974"/>
                  </a:lnTo>
                  <a:lnTo>
                    <a:pt x="10455" y="18194"/>
                  </a:lnTo>
                  <a:lnTo>
                    <a:pt x="10418" y="18121"/>
                  </a:lnTo>
                  <a:lnTo>
                    <a:pt x="10345" y="18121"/>
                  </a:lnTo>
                  <a:lnTo>
                    <a:pt x="10235" y="18157"/>
                  </a:lnTo>
                  <a:lnTo>
                    <a:pt x="10162" y="17901"/>
                  </a:lnTo>
                  <a:lnTo>
                    <a:pt x="10125" y="17827"/>
                  </a:lnTo>
                  <a:lnTo>
                    <a:pt x="10639" y="17644"/>
                  </a:lnTo>
                  <a:close/>
                  <a:moveTo>
                    <a:pt x="10272" y="440"/>
                  </a:moveTo>
                  <a:lnTo>
                    <a:pt x="10455" y="477"/>
                  </a:lnTo>
                  <a:lnTo>
                    <a:pt x="10565" y="550"/>
                  </a:lnTo>
                  <a:lnTo>
                    <a:pt x="10675" y="624"/>
                  </a:lnTo>
                  <a:lnTo>
                    <a:pt x="10785" y="734"/>
                  </a:lnTo>
                  <a:lnTo>
                    <a:pt x="10969" y="990"/>
                  </a:lnTo>
                  <a:lnTo>
                    <a:pt x="11005" y="1210"/>
                  </a:lnTo>
                  <a:lnTo>
                    <a:pt x="11042" y="1431"/>
                  </a:lnTo>
                  <a:lnTo>
                    <a:pt x="11335" y="2348"/>
                  </a:lnTo>
                  <a:lnTo>
                    <a:pt x="11886" y="3998"/>
                  </a:lnTo>
                  <a:lnTo>
                    <a:pt x="13060" y="7300"/>
                  </a:lnTo>
                  <a:lnTo>
                    <a:pt x="14233" y="10564"/>
                  </a:lnTo>
                  <a:lnTo>
                    <a:pt x="14857" y="12215"/>
                  </a:lnTo>
                  <a:lnTo>
                    <a:pt x="15187" y="13095"/>
                  </a:lnTo>
                  <a:lnTo>
                    <a:pt x="15407" y="13646"/>
                  </a:lnTo>
                  <a:lnTo>
                    <a:pt x="15334" y="13682"/>
                  </a:lnTo>
                  <a:lnTo>
                    <a:pt x="15297" y="13829"/>
                  </a:lnTo>
                  <a:lnTo>
                    <a:pt x="15297" y="13939"/>
                  </a:lnTo>
                  <a:lnTo>
                    <a:pt x="15260" y="14196"/>
                  </a:lnTo>
                  <a:lnTo>
                    <a:pt x="15224" y="14379"/>
                  </a:lnTo>
                  <a:lnTo>
                    <a:pt x="15187" y="14526"/>
                  </a:lnTo>
                  <a:lnTo>
                    <a:pt x="15004" y="14856"/>
                  </a:lnTo>
                  <a:lnTo>
                    <a:pt x="14747" y="15149"/>
                  </a:lnTo>
                  <a:lnTo>
                    <a:pt x="14453" y="15370"/>
                  </a:lnTo>
                  <a:lnTo>
                    <a:pt x="14123" y="15590"/>
                  </a:lnTo>
                  <a:lnTo>
                    <a:pt x="13793" y="15773"/>
                  </a:lnTo>
                  <a:lnTo>
                    <a:pt x="13060" y="16140"/>
                  </a:lnTo>
                  <a:lnTo>
                    <a:pt x="12326" y="16470"/>
                  </a:lnTo>
                  <a:lnTo>
                    <a:pt x="10859" y="17094"/>
                  </a:lnTo>
                  <a:lnTo>
                    <a:pt x="10015" y="17424"/>
                  </a:lnTo>
                  <a:lnTo>
                    <a:pt x="9978" y="17387"/>
                  </a:lnTo>
                  <a:lnTo>
                    <a:pt x="9942" y="17387"/>
                  </a:lnTo>
                  <a:lnTo>
                    <a:pt x="9905" y="17424"/>
                  </a:lnTo>
                  <a:lnTo>
                    <a:pt x="9905" y="17460"/>
                  </a:lnTo>
                  <a:lnTo>
                    <a:pt x="8841" y="17791"/>
                  </a:lnTo>
                  <a:lnTo>
                    <a:pt x="7777" y="18121"/>
                  </a:lnTo>
                  <a:lnTo>
                    <a:pt x="6970" y="18304"/>
                  </a:lnTo>
                  <a:lnTo>
                    <a:pt x="6163" y="18487"/>
                  </a:lnTo>
                  <a:lnTo>
                    <a:pt x="5797" y="18524"/>
                  </a:lnTo>
                  <a:lnTo>
                    <a:pt x="5613" y="18524"/>
                  </a:lnTo>
                  <a:lnTo>
                    <a:pt x="5430" y="18451"/>
                  </a:lnTo>
                  <a:lnTo>
                    <a:pt x="5283" y="18377"/>
                  </a:lnTo>
                  <a:lnTo>
                    <a:pt x="5173" y="18231"/>
                  </a:lnTo>
                  <a:lnTo>
                    <a:pt x="5063" y="18121"/>
                  </a:lnTo>
                  <a:lnTo>
                    <a:pt x="4953" y="17974"/>
                  </a:lnTo>
                  <a:lnTo>
                    <a:pt x="4879" y="17680"/>
                  </a:lnTo>
                  <a:lnTo>
                    <a:pt x="4769" y="17387"/>
                  </a:lnTo>
                  <a:lnTo>
                    <a:pt x="4476" y="16507"/>
                  </a:lnTo>
                  <a:lnTo>
                    <a:pt x="3926" y="14819"/>
                  </a:lnTo>
                  <a:lnTo>
                    <a:pt x="3376" y="13169"/>
                  </a:lnTo>
                  <a:lnTo>
                    <a:pt x="2752" y="11518"/>
                  </a:lnTo>
                  <a:lnTo>
                    <a:pt x="2165" y="9867"/>
                  </a:lnTo>
                  <a:lnTo>
                    <a:pt x="1505" y="8253"/>
                  </a:lnTo>
                  <a:lnTo>
                    <a:pt x="845" y="6603"/>
                  </a:lnTo>
                  <a:lnTo>
                    <a:pt x="588" y="6052"/>
                  </a:lnTo>
                  <a:lnTo>
                    <a:pt x="478" y="5796"/>
                  </a:lnTo>
                  <a:lnTo>
                    <a:pt x="331" y="5539"/>
                  </a:lnTo>
                  <a:lnTo>
                    <a:pt x="368" y="5502"/>
                  </a:lnTo>
                  <a:lnTo>
                    <a:pt x="404" y="5429"/>
                  </a:lnTo>
                  <a:lnTo>
                    <a:pt x="368" y="5209"/>
                  </a:lnTo>
                  <a:lnTo>
                    <a:pt x="404" y="5025"/>
                  </a:lnTo>
                  <a:lnTo>
                    <a:pt x="404" y="4879"/>
                  </a:lnTo>
                  <a:lnTo>
                    <a:pt x="478" y="4695"/>
                  </a:lnTo>
                  <a:lnTo>
                    <a:pt x="624" y="4402"/>
                  </a:lnTo>
                  <a:lnTo>
                    <a:pt x="845" y="4145"/>
                  </a:lnTo>
                  <a:lnTo>
                    <a:pt x="1101" y="3888"/>
                  </a:lnTo>
                  <a:lnTo>
                    <a:pt x="1395" y="3668"/>
                  </a:lnTo>
                  <a:lnTo>
                    <a:pt x="1725" y="3485"/>
                  </a:lnTo>
                  <a:lnTo>
                    <a:pt x="2018" y="3301"/>
                  </a:lnTo>
                  <a:lnTo>
                    <a:pt x="2789" y="2935"/>
                  </a:lnTo>
                  <a:lnTo>
                    <a:pt x="3596" y="2641"/>
                  </a:lnTo>
                  <a:lnTo>
                    <a:pt x="5210" y="2017"/>
                  </a:lnTo>
                  <a:lnTo>
                    <a:pt x="6787" y="1394"/>
                  </a:lnTo>
                  <a:lnTo>
                    <a:pt x="7557" y="1100"/>
                  </a:lnTo>
                  <a:lnTo>
                    <a:pt x="8364" y="807"/>
                  </a:lnTo>
                  <a:lnTo>
                    <a:pt x="9135" y="587"/>
                  </a:lnTo>
                  <a:lnTo>
                    <a:pt x="9538" y="514"/>
                  </a:lnTo>
                  <a:lnTo>
                    <a:pt x="9942" y="440"/>
                  </a:lnTo>
                  <a:close/>
                  <a:moveTo>
                    <a:pt x="9868" y="17937"/>
                  </a:moveTo>
                  <a:lnTo>
                    <a:pt x="9868" y="17974"/>
                  </a:lnTo>
                  <a:lnTo>
                    <a:pt x="9905" y="18157"/>
                  </a:lnTo>
                  <a:lnTo>
                    <a:pt x="10015" y="18341"/>
                  </a:lnTo>
                  <a:lnTo>
                    <a:pt x="9575" y="18524"/>
                  </a:lnTo>
                  <a:lnTo>
                    <a:pt x="9575" y="18487"/>
                  </a:lnTo>
                  <a:lnTo>
                    <a:pt x="9538" y="18341"/>
                  </a:lnTo>
                  <a:lnTo>
                    <a:pt x="9465" y="18231"/>
                  </a:lnTo>
                  <a:lnTo>
                    <a:pt x="9391" y="18084"/>
                  </a:lnTo>
                  <a:lnTo>
                    <a:pt x="9868" y="17937"/>
                  </a:lnTo>
                  <a:close/>
                  <a:moveTo>
                    <a:pt x="9098" y="18194"/>
                  </a:moveTo>
                  <a:lnTo>
                    <a:pt x="9171" y="18414"/>
                  </a:lnTo>
                  <a:lnTo>
                    <a:pt x="9245" y="18524"/>
                  </a:lnTo>
                  <a:lnTo>
                    <a:pt x="9318" y="18598"/>
                  </a:lnTo>
                  <a:lnTo>
                    <a:pt x="8841" y="18781"/>
                  </a:lnTo>
                  <a:lnTo>
                    <a:pt x="8768" y="18708"/>
                  </a:lnTo>
                  <a:lnTo>
                    <a:pt x="8694" y="18598"/>
                  </a:lnTo>
                  <a:lnTo>
                    <a:pt x="8621" y="18487"/>
                  </a:lnTo>
                  <a:lnTo>
                    <a:pt x="8584" y="18341"/>
                  </a:lnTo>
                  <a:lnTo>
                    <a:pt x="9098" y="18194"/>
                  </a:lnTo>
                  <a:close/>
                  <a:moveTo>
                    <a:pt x="8254" y="18414"/>
                  </a:moveTo>
                  <a:lnTo>
                    <a:pt x="8291" y="18561"/>
                  </a:lnTo>
                  <a:lnTo>
                    <a:pt x="8364" y="18744"/>
                  </a:lnTo>
                  <a:lnTo>
                    <a:pt x="8511" y="18928"/>
                  </a:lnTo>
                  <a:lnTo>
                    <a:pt x="8181" y="19038"/>
                  </a:lnTo>
                  <a:lnTo>
                    <a:pt x="8144" y="18964"/>
                  </a:lnTo>
                  <a:lnTo>
                    <a:pt x="8107" y="18928"/>
                  </a:lnTo>
                  <a:lnTo>
                    <a:pt x="7997" y="18854"/>
                  </a:lnTo>
                  <a:lnTo>
                    <a:pt x="7961" y="18818"/>
                  </a:lnTo>
                  <a:lnTo>
                    <a:pt x="7851" y="18634"/>
                  </a:lnTo>
                  <a:lnTo>
                    <a:pt x="7851" y="18561"/>
                  </a:lnTo>
                  <a:lnTo>
                    <a:pt x="8254" y="18414"/>
                  </a:lnTo>
                  <a:close/>
                  <a:moveTo>
                    <a:pt x="5246" y="18818"/>
                  </a:moveTo>
                  <a:lnTo>
                    <a:pt x="5430" y="18891"/>
                  </a:lnTo>
                  <a:lnTo>
                    <a:pt x="5650" y="18928"/>
                  </a:lnTo>
                  <a:lnTo>
                    <a:pt x="5870" y="18964"/>
                  </a:lnTo>
                  <a:lnTo>
                    <a:pt x="5943" y="19221"/>
                  </a:lnTo>
                  <a:lnTo>
                    <a:pt x="5760" y="19148"/>
                  </a:lnTo>
                  <a:lnTo>
                    <a:pt x="5576" y="19038"/>
                  </a:lnTo>
                  <a:lnTo>
                    <a:pt x="5393" y="18928"/>
                  </a:lnTo>
                  <a:lnTo>
                    <a:pt x="5246" y="18818"/>
                  </a:lnTo>
                  <a:close/>
                  <a:moveTo>
                    <a:pt x="7557" y="18634"/>
                  </a:moveTo>
                  <a:lnTo>
                    <a:pt x="7557" y="18781"/>
                  </a:lnTo>
                  <a:lnTo>
                    <a:pt x="7631" y="18928"/>
                  </a:lnTo>
                  <a:lnTo>
                    <a:pt x="7704" y="19038"/>
                  </a:lnTo>
                  <a:lnTo>
                    <a:pt x="7777" y="19148"/>
                  </a:lnTo>
                  <a:lnTo>
                    <a:pt x="7704" y="19184"/>
                  </a:lnTo>
                  <a:lnTo>
                    <a:pt x="7227" y="19294"/>
                  </a:lnTo>
                  <a:lnTo>
                    <a:pt x="7154" y="19184"/>
                  </a:lnTo>
                  <a:lnTo>
                    <a:pt x="7080" y="19074"/>
                  </a:lnTo>
                  <a:lnTo>
                    <a:pt x="6970" y="18928"/>
                  </a:lnTo>
                  <a:lnTo>
                    <a:pt x="6897" y="18781"/>
                  </a:lnTo>
                  <a:lnTo>
                    <a:pt x="7117" y="18708"/>
                  </a:lnTo>
                  <a:lnTo>
                    <a:pt x="7557" y="18634"/>
                  </a:lnTo>
                  <a:close/>
                  <a:moveTo>
                    <a:pt x="6604" y="18854"/>
                  </a:moveTo>
                  <a:lnTo>
                    <a:pt x="6677" y="19111"/>
                  </a:lnTo>
                  <a:lnTo>
                    <a:pt x="6750" y="19221"/>
                  </a:lnTo>
                  <a:lnTo>
                    <a:pt x="6824" y="19331"/>
                  </a:lnTo>
                  <a:lnTo>
                    <a:pt x="6493" y="19331"/>
                  </a:lnTo>
                  <a:lnTo>
                    <a:pt x="6493" y="19258"/>
                  </a:lnTo>
                  <a:lnTo>
                    <a:pt x="6493" y="19221"/>
                  </a:lnTo>
                  <a:lnTo>
                    <a:pt x="6420" y="19184"/>
                  </a:lnTo>
                  <a:lnTo>
                    <a:pt x="6383" y="19184"/>
                  </a:lnTo>
                  <a:lnTo>
                    <a:pt x="6310" y="19221"/>
                  </a:lnTo>
                  <a:lnTo>
                    <a:pt x="6273" y="19221"/>
                  </a:lnTo>
                  <a:lnTo>
                    <a:pt x="6200" y="19184"/>
                  </a:lnTo>
                  <a:lnTo>
                    <a:pt x="6163" y="19074"/>
                  </a:lnTo>
                  <a:lnTo>
                    <a:pt x="6127" y="18928"/>
                  </a:lnTo>
                  <a:lnTo>
                    <a:pt x="6604" y="18854"/>
                  </a:lnTo>
                  <a:close/>
                  <a:moveTo>
                    <a:pt x="10125" y="0"/>
                  </a:moveTo>
                  <a:lnTo>
                    <a:pt x="9721" y="37"/>
                  </a:lnTo>
                  <a:lnTo>
                    <a:pt x="9318" y="110"/>
                  </a:lnTo>
                  <a:lnTo>
                    <a:pt x="8804" y="220"/>
                  </a:lnTo>
                  <a:lnTo>
                    <a:pt x="8291" y="403"/>
                  </a:lnTo>
                  <a:lnTo>
                    <a:pt x="7300" y="734"/>
                  </a:lnTo>
                  <a:lnTo>
                    <a:pt x="5320" y="1504"/>
                  </a:lnTo>
                  <a:lnTo>
                    <a:pt x="3376" y="2274"/>
                  </a:lnTo>
                  <a:lnTo>
                    <a:pt x="2422" y="2678"/>
                  </a:lnTo>
                  <a:lnTo>
                    <a:pt x="1945" y="2898"/>
                  </a:lnTo>
                  <a:lnTo>
                    <a:pt x="1505" y="3118"/>
                  </a:lnTo>
                  <a:lnTo>
                    <a:pt x="1248" y="3301"/>
                  </a:lnTo>
                  <a:lnTo>
                    <a:pt x="955" y="3485"/>
                  </a:lnTo>
                  <a:lnTo>
                    <a:pt x="698" y="3742"/>
                  </a:lnTo>
                  <a:lnTo>
                    <a:pt x="441" y="3998"/>
                  </a:lnTo>
                  <a:lnTo>
                    <a:pt x="221" y="4292"/>
                  </a:lnTo>
                  <a:lnTo>
                    <a:pt x="74" y="4622"/>
                  </a:lnTo>
                  <a:lnTo>
                    <a:pt x="38" y="4769"/>
                  </a:lnTo>
                  <a:lnTo>
                    <a:pt x="38" y="4915"/>
                  </a:lnTo>
                  <a:lnTo>
                    <a:pt x="38" y="5099"/>
                  </a:lnTo>
                  <a:lnTo>
                    <a:pt x="74" y="5245"/>
                  </a:lnTo>
                  <a:lnTo>
                    <a:pt x="1" y="5282"/>
                  </a:lnTo>
                  <a:lnTo>
                    <a:pt x="1" y="5319"/>
                  </a:lnTo>
                  <a:lnTo>
                    <a:pt x="38" y="5722"/>
                  </a:lnTo>
                  <a:lnTo>
                    <a:pt x="148" y="6052"/>
                  </a:lnTo>
                  <a:lnTo>
                    <a:pt x="441" y="6786"/>
                  </a:lnTo>
                  <a:lnTo>
                    <a:pt x="1065" y="8400"/>
                  </a:lnTo>
                  <a:lnTo>
                    <a:pt x="2348" y="11665"/>
                  </a:lnTo>
                  <a:lnTo>
                    <a:pt x="2935" y="13315"/>
                  </a:lnTo>
                  <a:lnTo>
                    <a:pt x="3522" y="15003"/>
                  </a:lnTo>
                  <a:lnTo>
                    <a:pt x="4072" y="16653"/>
                  </a:lnTo>
                  <a:lnTo>
                    <a:pt x="4293" y="17424"/>
                  </a:lnTo>
                  <a:lnTo>
                    <a:pt x="4439" y="17827"/>
                  </a:lnTo>
                  <a:lnTo>
                    <a:pt x="4513" y="18047"/>
                  </a:lnTo>
                  <a:lnTo>
                    <a:pt x="4623" y="18231"/>
                  </a:lnTo>
                  <a:lnTo>
                    <a:pt x="4659" y="18451"/>
                  </a:lnTo>
                  <a:lnTo>
                    <a:pt x="4733" y="18634"/>
                  </a:lnTo>
                  <a:lnTo>
                    <a:pt x="4806" y="18781"/>
                  </a:lnTo>
                  <a:lnTo>
                    <a:pt x="4916" y="18928"/>
                  </a:lnTo>
                  <a:lnTo>
                    <a:pt x="5026" y="19074"/>
                  </a:lnTo>
                  <a:lnTo>
                    <a:pt x="5173" y="19221"/>
                  </a:lnTo>
                  <a:lnTo>
                    <a:pt x="5503" y="19404"/>
                  </a:lnTo>
                  <a:lnTo>
                    <a:pt x="5833" y="19551"/>
                  </a:lnTo>
                  <a:lnTo>
                    <a:pt x="6237" y="19661"/>
                  </a:lnTo>
                  <a:lnTo>
                    <a:pt x="6604" y="19698"/>
                  </a:lnTo>
                  <a:lnTo>
                    <a:pt x="7007" y="19698"/>
                  </a:lnTo>
                  <a:lnTo>
                    <a:pt x="7484" y="19625"/>
                  </a:lnTo>
                  <a:lnTo>
                    <a:pt x="7924" y="19515"/>
                  </a:lnTo>
                  <a:lnTo>
                    <a:pt x="8841" y="19184"/>
                  </a:lnTo>
                  <a:lnTo>
                    <a:pt x="11079" y="18341"/>
                  </a:lnTo>
                  <a:lnTo>
                    <a:pt x="13206" y="17570"/>
                  </a:lnTo>
                  <a:lnTo>
                    <a:pt x="13830" y="17314"/>
                  </a:lnTo>
                  <a:lnTo>
                    <a:pt x="14417" y="17020"/>
                  </a:lnTo>
                  <a:lnTo>
                    <a:pt x="14527" y="17020"/>
                  </a:lnTo>
                  <a:lnTo>
                    <a:pt x="14674" y="16947"/>
                  </a:lnTo>
                  <a:lnTo>
                    <a:pt x="14710" y="16873"/>
                  </a:lnTo>
                  <a:lnTo>
                    <a:pt x="14710" y="16837"/>
                  </a:lnTo>
                  <a:lnTo>
                    <a:pt x="14894" y="16690"/>
                  </a:lnTo>
                  <a:lnTo>
                    <a:pt x="15187" y="16433"/>
                  </a:lnTo>
                  <a:lnTo>
                    <a:pt x="15407" y="16103"/>
                  </a:lnTo>
                  <a:lnTo>
                    <a:pt x="15554" y="15773"/>
                  </a:lnTo>
                  <a:lnTo>
                    <a:pt x="15701" y="15406"/>
                  </a:lnTo>
                  <a:lnTo>
                    <a:pt x="15774" y="15039"/>
                  </a:lnTo>
                  <a:lnTo>
                    <a:pt x="15811" y="14636"/>
                  </a:lnTo>
                  <a:lnTo>
                    <a:pt x="15847" y="13866"/>
                  </a:lnTo>
                  <a:lnTo>
                    <a:pt x="15884" y="13829"/>
                  </a:lnTo>
                  <a:lnTo>
                    <a:pt x="15884" y="13756"/>
                  </a:lnTo>
                  <a:lnTo>
                    <a:pt x="15847" y="13572"/>
                  </a:lnTo>
                  <a:lnTo>
                    <a:pt x="15811" y="13389"/>
                  </a:lnTo>
                  <a:lnTo>
                    <a:pt x="15664" y="13059"/>
                  </a:lnTo>
                  <a:lnTo>
                    <a:pt x="15334" y="12178"/>
                  </a:lnTo>
                  <a:lnTo>
                    <a:pt x="14710" y="10564"/>
                  </a:lnTo>
                  <a:lnTo>
                    <a:pt x="13500" y="7263"/>
                  </a:lnTo>
                  <a:lnTo>
                    <a:pt x="12326" y="3962"/>
                  </a:lnTo>
                  <a:lnTo>
                    <a:pt x="11776" y="2311"/>
                  </a:lnTo>
                  <a:lnTo>
                    <a:pt x="11446" y="1431"/>
                  </a:lnTo>
                  <a:lnTo>
                    <a:pt x="11372" y="1174"/>
                  </a:lnTo>
                  <a:lnTo>
                    <a:pt x="11409" y="1027"/>
                  </a:lnTo>
                  <a:lnTo>
                    <a:pt x="11409" y="917"/>
                  </a:lnTo>
                  <a:lnTo>
                    <a:pt x="11372" y="770"/>
                  </a:lnTo>
                  <a:lnTo>
                    <a:pt x="11299" y="624"/>
                  </a:lnTo>
                  <a:lnTo>
                    <a:pt x="11152" y="403"/>
                  </a:lnTo>
                  <a:lnTo>
                    <a:pt x="10895" y="220"/>
                  </a:lnTo>
                  <a:lnTo>
                    <a:pt x="10712" y="110"/>
                  </a:lnTo>
                  <a:lnTo>
                    <a:pt x="10528" y="37"/>
                  </a:lnTo>
                  <a:lnTo>
                    <a:pt x="10345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72" name="Google Shape;295;p5">
              <a:extLst>
                <a:ext uri="{FF2B5EF4-FFF2-40B4-BE49-F238E27FC236}">
                  <a16:creationId xmlns:a16="http://schemas.microsoft.com/office/drawing/2014/main" id="{7B640E5D-809D-4931-86D2-D4FAFF8E8B1F}"/>
                </a:ext>
              </a:extLst>
            </p:cNvPr>
            <p:cNvSpPr/>
            <p:nvPr/>
          </p:nvSpPr>
          <p:spPr>
            <a:xfrm>
              <a:off x="6991200" y="2879025"/>
              <a:ext cx="390675" cy="444800"/>
            </a:xfrm>
            <a:custGeom>
              <a:avLst/>
              <a:gdLst/>
              <a:ahLst/>
              <a:cxnLst/>
              <a:rect l="l" t="t" r="r" b="b"/>
              <a:pathLst>
                <a:path w="15627" h="17792" extrusionOk="0">
                  <a:moveTo>
                    <a:pt x="10528" y="1"/>
                  </a:moveTo>
                  <a:lnTo>
                    <a:pt x="10455" y="37"/>
                  </a:lnTo>
                  <a:lnTo>
                    <a:pt x="10308" y="221"/>
                  </a:lnTo>
                  <a:lnTo>
                    <a:pt x="10198" y="441"/>
                  </a:lnTo>
                  <a:lnTo>
                    <a:pt x="10015" y="881"/>
                  </a:lnTo>
                  <a:lnTo>
                    <a:pt x="9831" y="1468"/>
                  </a:lnTo>
                  <a:lnTo>
                    <a:pt x="9685" y="2091"/>
                  </a:lnTo>
                  <a:lnTo>
                    <a:pt x="9685" y="2201"/>
                  </a:lnTo>
                  <a:lnTo>
                    <a:pt x="9721" y="2311"/>
                  </a:lnTo>
                  <a:lnTo>
                    <a:pt x="9795" y="2348"/>
                  </a:lnTo>
                  <a:lnTo>
                    <a:pt x="9868" y="2385"/>
                  </a:lnTo>
                  <a:lnTo>
                    <a:pt x="9941" y="2421"/>
                  </a:lnTo>
                  <a:lnTo>
                    <a:pt x="10051" y="2385"/>
                  </a:lnTo>
                  <a:lnTo>
                    <a:pt x="10125" y="2311"/>
                  </a:lnTo>
                  <a:lnTo>
                    <a:pt x="10198" y="2238"/>
                  </a:lnTo>
                  <a:lnTo>
                    <a:pt x="10235" y="2055"/>
                  </a:lnTo>
                  <a:lnTo>
                    <a:pt x="10235" y="2018"/>
                  </a:lnTo>
                  <a:lnTo>
                    <a:pt x="10235" y="1981"/>
                  </a:lnTo>
                  <a:lnTo>
                    <a:pt x="10455" y="1138"/>
                  </a:lnTo>
                  <a:lnTo>
                    <a:pt x="10638" y="624"/>
                  </a:lnTo>
                  <a:lnTo>
                    <a:pt x="10675" y="367"/>
                  </a:lnTo>
                  <a:lnTo>
                    <a:pt x="10712" y="111"/>
                  </a:lnTo>
                  <a:lnTo>
                    <a:pt x="10675" y="37"/>
                  </a:lnTo>
                  <a:lnTo>
                    <a:pt x="10602" y="1"/>
                  </a:lnTo>
                  <a:close/>
                  <a:moveTo>
                    <a:pt x="3559" y="1028"/>
                  </a:moveTo>
                  <a:lnTo>
                    <a:pt x="3522" y="1064"/>
                  </a:lnTo>
                  <a:lnTo>
                    <a:pt x="3485" y="1101"/>
                  </a:lnTo>
                  <a:lnTo>
                    <a:pt x="3485" y="1138"/>
                  </a:lnTo>
                  <a:lnTo>
                    <a:pt x="3559" y="1321"/>
                  </a:lnTo>
                  <a:lnTo>
                    <a:pt x="3669" y="1468"/>
                  </a:lnTo>
                  <a:lnTo>
                    <a:pt x="3889" y="1761"/>
                  </a:lnTo>
                  <a:lnTo>
                    <a:pt x="4109" y="2055"/>
                  </a:lnTo>
                  <a:lnTo>
                    <a:pt x="4366" y="2348"/>
                  </a:lnTo>
                  <a:lnTo>
                    <a:pt x="4476" y="2605"/>
                  </a:lnTo>
                  <a:lnTo>
                    <a:pt x="4586" y="2862"/>
                  </a:lnTo>
                  <a:lnTo>
                    <a:pt x="4696" y="2972"/>
                  </a:lnTo>
                  <a:lnTo>
                    <a:pt x="4769" y="3045"/>
                  </a:lnTo>
                  <a:lnTo>
                    <a:pt x="4916" y="3082"/>
                  </a:lnTo>
                  <a:lnTo>
                    <a:pt x="5063" y="3082"/>
                  </a:lnTo>
                  <a:lnTo>
                    <a:pt x="5136" y="3045"/>
                  </a:lnTo>
                  <a:lnTo>
                    <a:pt x="5209" y="3008"/>
                  </a:lnTo>
                  <a:lnTo>
                    <a:pt x="5246" y="2935"/>
                  </a:lnTo>
                  <a:lnTo>
                    <a:pt x="5246" y="2862"/>
                  </a:lnTo>
                  <a:lnTo>
                    <a:pt x="5209" y="2715"/>
                  </a:lnTo>
                  <a:lnTo>
                    <a:pt x="5173" y="2642"/>
                  </a:lnTo>
                  <a:lnTo>
                    <a:pt x="5099" y="2605"/>
                  </a:lnTo>
                  <a:lnTo>
                    <a:pt x="4989" y="2605"/>
                  </a:lnTo>
                  <a:lnTo>
                    <a:pt x="4989" y="2568"/>
                  </a:lnTo>
                  <a:lnTo>
                    <a:pt x="4989" y="2495"/>
                  </a:lnTo>
                  <a:lnTo>
                    <a:pt x="4953" y="2385"/>
                  </a:lnTo>
                  <a:lnTo>
                    <a:pt x="4806" y="2128"/>
                  </a:lnTo>
                  <a:lnTo>
                    <a:pt x="4623" y="1871"/>
                  </a:lnTo>
                  <a:lnTo>
                    <a:pt x="4402" y="1615"/>
                  </a:lnTo>
                  <a:lnTo>
                    <a:pt x="4146" y="1394"/>
                  </a:lnTo>
                  <a:lnTo>
                    <a:pt x="3889" y="1174"/>
                  </a:lnTo>
                  <a:lnTo>
                    <a:pt x="3595" y="1028"/>
                  </a:lnTo>
                  <a:close/>
                  <a:moveTo>
                    <a:pt x="15334" y="3999"/>
                  </a:moveTo>
                  <a:lnTo>
                    <a:pt x="15260" y="4035"/>
                  </a:lnTo>
                  <a:lnTo>
                    <a:pt x="15187" y="4109"/>
                  </a:lnTo>
                  <a:lnTo>
                    <a:pt x="15077" y="4182"/>
                  </a:lnTo>
                  <a:lnTo>
                    <a:pt x="14967" y="4256"/>
                  </a:lnTo>
                  <a:lnTo>
                    <a:pt x="14820" y="4329"/>
                  </a:lnTo>
                  <a:lnTo>
                    <a:pt x="14673" y="4329"/>
                  </a:lnTo>
                  <a:lnTo>
                    <a:pt x="14527" y="4402"/>
                  </a:lnTo>
                  <a:lnTo>
                    <a:pt x="14490" y="4439"/>
                  </a:lnTo>
                  <a:lnTo>
                    <a:pt x="14453" y="4549"/>
                  </a:lnTo>
                  <a:lnTo>
                    <a:pt x="14417" y="4586"/>
                  </a:lnTo>
                  <a:lnTo>
                    <a:pt x="14380" y="4622"/>
                  </a:lnTo>
                  <a:lnTo>
                    <a:pt x="14233" y="4732"/>
                  </a:lnTo>
                  <a:lnTo>
                    <a:pt x="13940" y="4842"/>
                  </a:lnTo>
                  <a:lnTo>
                    <a:pt x="13720" y="4989"/>
                  </a:lnTo>
                  <a:lnTo>
                    <a:pt x="13536" y="5173"/>
                  </a:lnTo>
                  <a:lnTo>
                    <a:pt x="13499" y="5246"/>
                  </a:lnTo>
                  <a:lnTo>
                    <a:pt x="13499" y="5319"/>
                  </a:lnTo>
                  <a:lnTo>
                    <a:pt x="13573" y="5356"/>
                  </a:lnTo>
                  <a:lnTo>
                    <a:pt x="13830" y="5356"/>
                  </a:lnTo>
                  <a:lnTo>
                    <a:pt x="14013" y="5319"/>
                  </a:lnTo>
                  <a:lnTo>
                    <a:pt x="14380" y="5173"/>
                  </a:lnTo>
                  <a:lnTo>
                    <a:pt x="14673" y="5026"/>
                  </a:lnTo>
                  <a:lnTo>
                    <a:pt x="14783" y="4953"/>
                  </a:lnTo>
                  <a:lnTo>
                    <a:pt x="14857" y="4806"/>
                  </a:lnTo>
                  <a:lnTo>
                    <a:pt x="15077" y="4769"/>
                  </a:lnTo>
                  <a:lnTo>
                    <a:pt x="15260" y="4659"/>
                  </a:lnTo>
                  <a:lnTo>
                    <a:pt x="15370" y="4696"/>
                  </a:lnTo>
                  <a:lnTo>
                    <a:pt x="15444" y="4696"/>
                  </a:lnTo>
                  <a:lnTo>
                    <a:pt x="15554" y="4622"/>
                  </a:lnTo>
                  <a:lnTo>
                    <a:pt x="15627" y="4549"/>
                  </a:lnTo>
                  <a:lnTo>
                    <a:pt x="15627" y="4476"/>
                  </a:lnTo>
                  <a:lnTo>
                    <a:pt x="15590" y="4366"/>
                  </a:lnTo>
                  <a:lnTo>
                    <a:pt x="15627" y="4329"/>
                  </a:lnTo>
                  <a:lnTo>
                    <a:pt x="15627" y="4256"/>
                  </a:lnTo>
                  <a:lnTo>
                    <a:pt x="15590" y="4182"/>
                  </a:lnTo>
                  <a:lnTo>
                    <a:pt x="15554" y="4109"/>
                  </a:lnTo>
                  <a:lnTo>
                    <a:pt x="15480" y="4035"/>
                  </a:lnTo>
                  <a:lnTo>
                    <a:pt x="15407" y="4035"/>
                  </a:lnTo>
                  <a:lnTo>
                    <a:pt x="15334" y="3999"/>
                  </a:lnTo>
                  <a:close/>
                  <a:moveTo>
                    <a:pt x="2238" y="7447"/>
                  </a:moveTo>
                  <a:lnTo>
                    <a:pt x="2128" y="7484"/>
                  </a:lnTo>
                  <a:lnTo>
                    <a:pt x="1064" y="7960"/>
                  </a:lnTo>
                  <a:lnTo>
                    <a:pt x="477" y="8217"/>
                  </a:lnTo>
                  <a:lnTo>
                    <a:pt x="257" y="8364"/>
                  </a:lnTo>
                  <a:lnTo>
                    <a:pt x="147" y="8474"/>
                  </a:lnTo>
                  <a:lnTo>
                    <a:pt x="111" y="8437"/>
                  </a:lnTo>
                  <a:lnTo>
                    <a:pt x="74" y="8437"/>
                  </a:lnTo>
                  <a:lnTo>
                    <a:pt x="1" y="8511"/>
                  </a:lnTo>
                  <a:lnTo>
                    <a:pt x="1" y="8584"/>
                  </a:lnTo>
                  <a:lnTo>
                    <a:pt x="37" y="8621"/>
                  </a:lnTo>
                  <a:lnTo>
                    <a:pt x="111" y="8694"/>
                  </a:lnTo>
                  <a:lnTo>
                    <a:pt x="221" y="8731"/>
                  </a:lnTo>
                  <a:lnTo>
                    <a:pt x="367" y="8694"/>
                  </a:lnTo>
                  <a:lnTo>
                    <a:pt x="514" y="8657"/>
                  </a:lnTo>
                  <a:lnTo>
                    <a:pt x="808" y="8547"/>
                  </a:lnTo>
                  <a:lnTo>
                    <a:pt x="1028" y="8474"/>
                  </a:lnTo>
                  <a:lnTo>
                    <a:pt x="2385" y="7887"/>
                  </a:lnTo>
                  <a:lnTo>
                    <a:pt x="2458" y="7850"/>
                  </a:lnTo>
                  <a:lnTo>
                    <a:pt x="2532" y="7777"/>
                  </a:lnTo>
                  <a:lnTo>
                    <a:pt x="2532" y="7667"/>
                  </a:lnTo>
                  <a:lnTo>
                    <a:pt x="2495" y="7594"/>
                  </a:lnTo>
                  <a:lnTo>
                    <a:pt x="2422" y="7520"/>
                  </a:lnTo>
                  <a:lnTo>
                    <a:pt x="2348" y="7484"/>
                  </a:lnTo>
                  <a:lnTo>
                    <a:pt x="2238" y="7447"/>
                  </a:lnTo>
                  <a:close/>
                  <a:moveTo>
                    <a:pt x="6677" y="7814"/>
                  </a:moveTo>
                  <a:lnTo>
                    <a:pt x="6603" y="7887"/>
                  </a:lnTo>
                  <a:lnTo>
                    <a:pt x="6603" y="7960"/>
                  </a:lnTo>
                  <a:lnTo>
                    <a:pt x="6603" y="8070"/>
                  </a:lnTo>
                  <a:lnTo>
                    <a:pt x="6933" y="8474"/>
                  </a:lnTo>
                  <a:lnTo>
                    <a:pt x="7044" y="8694"/>
                  </a:lnTo>
                  <a:lnTo>
                    <a:pt x="7154" y="8914"/>
                  </a:lnTo>
                  <a:lnTo>
                    <a:pt x="7227" y="8951"/>
                  </a:lnTo>
                  <a:lnTo>
                    <a:pt x="7264" y="8987"/>
                  </a:lnTo>
                  <a:lnTo>
                    <a:pt x="7410" y="8987"/>
                  </a:lnTo>
                  <a:lnTo>
                    <a:pt x="7594" y="8877"/>
                  </a:lnTo>
                  <a:lnTo>
                    <a:pt x="7777" y="8767"/>
                  </a:lnTo>
                  <a:lnTo>
                    <a:pt x="7924" y="8621"/>
                  </a:lnTo>
                  <a:lnTo>
                    <a:pt x="7924" y="8657"/>
                  </a:lnTo>
                  <a:lnTo>
                    <a:pt x="7997" y="8767"/>
                  </a:lnTo>
                  <a:lnTo>
                    <a:pt x="8071" y="8877"/>
                  </a:lnTo>
                  <a:lnTo>
                    <a:pt x="8181" y="8951"/>
                  </a:lnTo>
                  <a:lnTo>
                    <a:pt x="8327" y="9024"/>
                  </a:lnTo>
                  <a:lnTo>
                    <a:pt x="8584" y="9061"/>
                  </a:lnTo>
                  <a:lnTo>
                    <a:pt x="8768" y="9061"/>
                  </a:lnTo>
                  <a:lnTo>
                    <a:pt x="8951" y="8987"/>
                  </a:lnTo>
                  <a:lnTo>
                    <a:pt x="9281" y="8841"/>
                  </a:lnTo>
                  <a:lnTo>
                    <a:pt x="9611" y="8657"/>
                  </a:lnTo>
                  <a:lnTo>
                    <a:pt x="9721" y="8547"/>
                  </a:lnTo>
                  <a:lnTo>
                    <a:pt x="9758" y="8474"/>
                  </a:lnTo>
                  <a:lnTo>
                    <a:pt x="9758" y="8364"/>
                  </a:lnTo>
                  <a:lnTo>
                    <a:pt x="9685" y="8254"/>
                  </a:lnTo>
                  <a:lnTo>
                    <a:pt x="9648" y="8217"/>
                  </a:lnTo>
                  <a:lnTo>
                    <a:pt x="9464" y="8217"/>
                  </a:lnTo>
                  <a:lnTo>
                    <a:pt x="9428" y="8291"/>
                  </a:lnTo>
                  <a:lnTo>
                    <a:pt x="9244" y="8437"/>
                  </a:lnTo>
                  <a:lnTo>
                    <a:pt x="8988" y="8547"/>
                  </a:lnTo>
                  <a:lnTo>
                    <a:pt x="8768" y="8621"/>
                  </a:lnTo>
                  <a:lnTo>
                    <a:pt x="8584" y="8657"/>
                  </a:lnTo>
                  <a:lnTo>
                    <a:pt x="8474" y="8657"/>
                  </a:lnTo>
                  <a:lnTo>
                    <a:pt x="8401" y="8621"/>
                  </a:lnTo>
                  <a:lnTo>
                    <a:pt x="8364" y="8584"/>
                  </a:lnTo>
                  <a:lnTo>
                    <a:pt x="8327" y="8547"/>
                  </a:lnTo>
                  <a:lnTo>
                    <a:pt x="8254" y="8254"/>
                  </a:lnTo>
                  <a:lnTo>
                    <a:pt x="8181" y="8144"/>
                  </a:lnTo>
                  <a:lnTo>
                    <a:pt x="8071" y="8107"/>
                  </a:lnTo>
                  <a:lnTo>
                    <a:pt x="7961" y="8107"/>
                  </a:lnTo>
                  <a:lnTo>
                    <a:pt x="7887" y="8144"/>
                  </a:lnTo>
                  <a:lnTo>
                    <a:pt x="7740" y="8254"/>
                  </a:lnTo>
                  <a:lnTo>
                    <a:pt x="7630" y="8401"/>
                  </a:lnTo>
                  <a:lnTo>
                    <a:pt x="7410" y="8547"/>
                  </a:lnTo>
                  <a:lnTo>
                    <a:pt x="7264" y="8364"/>
                  </a:lnTo>
                  <a:lnTo>
                    <a:pt x="7117" y="8180"/>
                  </a:lnTo>
                  <a:lnTo>
                    <a:pt x="6970" y="7997"/>
                  </a:lnTo>
                  <a:lnTo>
                    <a:pt x="6787" y="7850"/>
                  </a:lnTo>
                  <a:lnTo>
                    <a:pt x="6713" y="7814"/>
                  </a:lnTo>
                  <a:close/>
                  <a:moveTo>
                    <a:pt x="12876" y="11005"/>
                  </a:moveTo>
                  <a:lnTo>
                    <a:pt x="12803" y="11042"/>
                  </a:lnTo>
                  <a:lnTo>
                    <a:pt x="12766" y="11078"/>
                  </a:lnTo>
                  <a:lnTo>
                    <a:pt x="12766" y="11152"/>
                  </a:lnTo>
                  <a:lnTo>
                    <a:pt x="12729" y="11225"/>
                  </a:lnTo>
                  <a:lnTo>
                    <a:pt x="12766" y="11298"/>
                  </a:lnTo>
                  <a:lnTo>
                    <a:pt x="12986" y="11702"/>
                  </a:lnTo>
                  <a:lnTo>
                    <a:pt x="13279" y="12069"/>
                  </a:lnTo>
                  <a:lnTo>
                    <a:pt x="13499" y="12399"/>
                  </a:lnTo>
                  <a:lnTo>
                    <a:pt x="13646" y="12509"/>
                  </a:lnTo>
                  <a:lnTo>
                    <a:pt x="13830" y="12619"/>
                  </a:lnTo>
                  <a:lnTo>
                    <a:pt x="13976" y="12619"/>
                  </a:lnTo>
                  <a:lnTo>
                    <a:pt x="14013" y="12582"/>
                  </a:lnTo>
                  <a:lnTo>
                    <a:pt x="14086" y="12546"/>
                  </a:lnTo>
                  <a:lnTo>
                    <a:pt x="14160" y="12436"/>
                  </a:lnTo>
                  <a:lnTo>
                    <a:pt x="14160" y="12325"/>
                  </a:lnTo>
                  <a:lnTo>
                    <a:pt x="14160" y="12252"/>
                  </a:lnTo>
                  <a:lnTo>
                    <a:pt x="14123" y="12142"/>
                  </a:lnTo>
                  <a:lnTo>
                    <a:pt x="14086" y="12069"/>
                  </a:lnTo>
                  <a:lnTo>
                    <a:pt x="14050" y="12032"/>
                  </a:lnTo>
                  <a:lnTo>
                    <a:pt x="13903" y="12032"/>
                  </a:lnTo>
                  <a:lnTo>
                    <a:pt x="13830" y="11885"/>
                  </a:lnTo>
                  <a:lnTo>
                    <a:pt x="13573" y="11592"/>
                  </a:lnTo>
                  <a:lnTo>
                    <a:pt x="13316" y="11298"/>
                  </a:lnTo>
                  <a:lnTo>
                    <a:pt x="13059" y="11042"/>
                  </a:lnTo>
                  <a:lnTo>
                    <a:pt x="13023" y="11005"/>
                  </a:lnTo>
                  <a:close/>
                  <a:moveTo>
                    <a:pt x="8181" y="3192"/>
                  </a:moveTo>
                  <a:lnTo>
                    <a:pt x="8511" y="3228"/>
                  </a:lnTo>
                  <a:lnTo>
                    <a:pt x="8878" y="3265"/>
                  </a:lnTo>
                  <a:lnTo>
                    <a:pt x="9208" y="3339"/>
                  </a:lnTo>
                  <a:lnTo>
                    <a:pt x="9538" y="3412"/>
                  </a:lnTo>
                  <a:lnTo>
                    <a:pt x="9868" y="3522"/>
                  </a:lnTo>
                  <a:lnTo>
                    <a:pt x="10198" y="3669"/>
                  </a:lnTo>
                  <a:lnTo>
                    <a:pt x="10528" y="3852"/>
                  </a:lnTo>
                  <a:lnTo>
                    <a:pt x="10822" y="4035"/>
                  </a:lnTo>
                  <a:lnTo>
                    <a:pt x="11078" y="4256"/>
                  </a:lnTo>
                  <a:lnTo>
                    <a:pt x="11335" y="4476"/>
                  </a:lnTo>
                  <a:lnTo>
                    <a:pt x="11592" y="4732"/>
                  </a:lnTo>
                  <a:lnTo>
                    <a:pt x="11812" y="4989"/>
                  </a:lnTo>
                  <a:lnTo>
                    <a:pt x="11996" y="5319"/>
                  </a:lnTo>
                  <a:lnTo>
                    <a:pt x="12142" y="5576"/>
                  </a:lnTo>
                  <a:lnTo>
                    <a:pt x="12252" y="5870"/>
                  </a:lnTo>
                  <a:lnTo>
                    <a:pt x="12362" y="6200"/>
                  </a:lnTo>
                  <a:lnTo>
                    <a:pt x="12436" y="6530"/>
                  </a:lnTo>
                  <a:lnTo>
                    <a:pt x="12509" y="6823"/>
                  </a:lnTo>
                  <a:lnTo>
                    <a:pt x="12509" y="7153"/>
                  </a:lnTo>
                  <a:lnTo>
                    <a:pt x="12509" y="7484"/>
                  </a:lnTo>
                  <a:lnTo>
                    <a:pt x="12472" y="7814"/>
                  </a:lnTo>
                  <a:lnTo>
                    <a:pt x="12399" y="8144"/>
                  </a:lnTo>
                  <a:lnTo>
                    <a:pt x="12289" y="8511"/>
                  </a:lnTo>
                  <a:lnTo>
                    <a:pt x="12142" y="8804"/>
                  </a:lnTo>
                  <a:lnTo>
                    <a:pt x="11996" y="9134"/>
                  </a:lnTo>
                  <a:lnTo>
                    <a:pt x="11812" y="9428"/>
                  </a:lnTo>
                  <a:lnTo>
                    <a:pt x="11592" y="9721"/>
                  </a:lnTo>
                  <a:lnTo>
                    <a:pt x="11115" y="10271"/>
                  </a:lnTo>
                  <a:lnTo>
                    <a:pt x="10345" y="11115"/>
                  </a:lnTo>
                  <a:lnTo>
                    <a:pt x="9941" y="11555"/>
                  </a:lnTo>
                  <a:lnTo>
                    <a:pt x="9575" y="12032"/>
                  </a:lnTo>
                  <a:lnTo>
                    <a:pt x="9281" y="12509"/>
                  </a:lnTo>
                  <a:lnTo>
                    <a:pt x="8988" y="13022"/>
                  </a:lnTo>
                  <a:lnTo>
                    <a:pt x="8914" y="13279"/>
                  </a:lnTo>
                  <a:lnTo>
                    <a:pt x="8804" y="13573"/>
                  </a:lnTo>
                  <a:lnTo>
                    <a:pt x="8768" y="13829"/>
                  </a:lnTo>
                  <a:lnTo>
                    <a:pt x="8731" y="14123"/>
                  </a:lnTo>
                  <a:lnTo>
                    <a:pt x="8217" y="14013"/>
                  </a:lnTo>
                  <a:lnTo>
                    <a:pt x="7704" y="13939"/>
                  </a:lnTo>
                  <a:lnTo>
                    <a:pt x="8584" y="11665"/>
                  </a:lnTo>
                  <a:lnTo>
                    <a:pt x="9061" y="10418"/>
                  </a:lnTo>
                  <a:lnTo>
                    <a:pt x="9318" y="9831"/>
                  </a:lnTo>
                  <a:lnTo>
                    <a:pt x="9391" y="9538"/>
                  </a:lnTo>
                  <a:lnTo>
                    <a:pt x="9391" y="9391"/>
                  </a:lnTo>
                  <a:lnTo>
                    <a:pt x="9354" y="9244"/>
                  </a:lnTo>
                  <a:lnTo>
                    <a:pt x="9318" y="9208"/>
                  </a:lnTo>
                  <a:lnTo>
                    <a:pt x="9281" y="9208"/>
                  </a:lnTo>
                  <a:lnTo>
                    <a:pt x="9171" y="9281"/>
                  </a:lnTo>
                  <a:lnTo>
                    <a:pt x="9098" y="9391"/>
                  </a:lnTo>
                  <a:lnTo>
                    <a:pt x="8988" y="9611"/>
                  </a:lnTo>
                  <a:lnTo>
                    <a:pt x="8768" y="10088"/>
                  </a:lnTo>
                  <a:lnTo>
                    <a:pt x="8217" y="11445"/>
                  </a:lnTo>
                  <a:lnTo>
                    <a:pt x="7337" y="13719"/>
                  </a:lnTo>
                  <a:lnTo>
                    <a:pt x="7227" y="13903"/>
                  </a:lnTo>
                  <a:lnTo>
                    <a:pt x="6970" y="13829"/>
                  </a:lnTo>
                  <a:lnTo>
                    <a:pt x="6420" y="13683"/>
                  </a:lnTo>
                  <a:lnTo>
                    <a:pt x="6420" y="13646"/>
                  </a:lnTo>
                  <a:lnTo>
                    <a:pt x="6493" y="13389"/>
                  </a:lnTo>
                  <a:lnTo>
                    <a:pt x="6530" y="13096"/>
                  </a:lnTo>
                  <a:lnTo>
                    <a:pt x="6530" y="12546"/>
                  </a:lnTo>
                  <a:lnTo>
                    <a:pt x="6603" y="11372"/>
                  </a:lnTo>
                  <a:lnTo>
                    <a:pt x="6677" y="10125"/>
                  </a:lnTo>
                  <a:lnTo>
                    <a:pt x="6713" y="9501"/>
                  </a:lnTo>
                  <a:lnTo>
                    <a:pt x="6677" y="8877"/>
                  </a:lnTo>
                  <a:lnTo>
                    <a:pt x="6677" y="8804"/>
                  </a:lnTo>
                  <a:lnTo>
                    <a:pt x="6640" y="8767"/>
                  </a:lnTo>
                  <a:lnTo>
                    <a:pt x="6530" y="8694"/>
                  </a:lnTo>
                  <a:lnTo>
                    <a:pt x="6420" y="8731"/>
                  </a:lnTo>
                  <a:lnTo>
                    <a:pt x="6383" y="8767"/>
                  </a:lnTo>
                  <a:lnTo>
                    <a:pt x="6347" y="8841"/>
                  </a:lnTo>
                  <a:lnTo>
                    <a:pt x="6273" y="9391"/>
                  </a:lnTo>
                  <a:lnTo>
                    <a:pt x="6237" y="9978"/>
                  </a:lnTo>
                  <a:lnTo>
                    <a:pt x="6200" y="11115"/>
                  </a:lnTo>
                  <a:lnTo>
                    <a:pt x="6090" y="12289"/>
                  </a:lnTo>
                  <a:lnTo>
                    <a:pt x="6016" y="12912"/>
                  </a:lnTo>
                  <a:lnTo>
                    <a:pt x="6016" y="13206"/>
                  </a:lnTo>
                  <a:lnTo>
                    <a:pt x="6016" y="13536"/>
                  </a:lnTo>
                  <a:lnTo>
                    <a:pt x="5540" y="13353"/>
                  </a:lnTo>
                  <a:lnTo>
                    <a:pt x="5099" y="13206"/>
                  </a:lnTo>
                  <a:lnTo>
                    <a:pt x="4623" y="13132"/>
                  </a:lnTo>
                  <a:lnTo>
                    <a:pt x="4182" y="13132"/>
                  </a:lnTo>
                  <a:lnTo>
                    <a:pt x="4329" y="12876"/>
                  </a:lnTo>
                  <a:lnTo>
                    <a:pt x="4439" y="12619"/>
                  </a:lnTo>
                  <a:lnTo>
                    <a:pt x="4549" y="12362"/>
                  </a:lnTo>
                  <a:lnTo>
                    <a:pt x="4623" y="12069"/>
                  </a:lnTo>
                  <a:lnTo>
                    <a:pt x="4696" y="11482"/>
                  </a:lnTo>
                  <a:lnTo>
                    <a:pt x="4696" y="10895"/>
                  </a:lnTo>
                  <a:lnTo>
                    <a:pt x="4623" y="10161"/>
                  </a:lnTo>
                  <a:lnTo>
                    <a:pt x="4512" y="9428"/>
                  </a:lnTo>
                  <a:lnTo>
                    <a:pt x="4366" y="8694"/>
                  </a:lnTo>
                  <a:lnTo>
                    <a:pt x="4219" y="7960"/>
                  </a:lnTo>
                  <a:lnTo>
                    <a:pt x="4182" y="7594"/>
                  </a:lnTo>
                  <a:lnTo>
                    <a:pt x="4182" y="7190"/>
                  </a:lnTo>
                  <a:lnTo>
                    <a:pt x="4182" y="6823"/>
                  </a:lnTo>
                  <a:lnTo>
                    <a:pt x="4219" y="6456"/>
                  </a:lnTo>
                  <a:lnTo>
                    <a:pt x="4292" y="6090"/>
                  </a:lnTo>
                  <a:lnTo>
                    <a:pt x="4439" y="5760"/>
                  </a:lnTo>
                  <a:lnTo>
                    <a:pt x="4586" y="5429"/>
                  </a:lnTo>
                  <a:lnTo>
                    <a:pt x="4769" y="5063"/>
                  </a:lnTo>
                  <a:lnTo>
                    <a:pt x="5026" y="4769"/>
                  </a:lnTo>
                  <a:lnTo>
                    <a:pt x="5246" y="4476"/>
                  </a:lnTo>
                  <a:lnTo>
                    <a:pt x="5503" y="4219"/>
                  </a:lnTo>
                  <a:lnTo>
                    <a:pt x="5796" y="3999"/>
                  </a:lnTo>
                  <a:lnTo>
                    <a:pt x="6090" y="3779"/>
                  </a:lnTo>
                  <a:lnTo>
                    <a:pt x="6420" y="3595"/>
                  </a:lnTo>
                  <a:lnTo>
                    <a:pt x="6787" y="3449"/>
                  </a:lnTo>
                  <a:lnTo>
                    <a:pt x="7117" y="3339"/>
                  </a:lnTo>
                  <a:lnTo>
                    <a:pt x="7484" y="3265"/>
                  </a:lnTo>
                  <a:lnTo>
                    <a:pt x="7814" y="3228"/>
                  </a:lnTo>
                  <a:lnTo>
                    <a:pt x="8181" y="3192"/>
                  </a:lnTo>
                  <a:close/>
                  <a:moveTo>
                    <a:pt x="3962" y="13426"/>
                  </a:moveTo>
                  <a:lnTo>
                    <a:pt x="4623" y="13536"/>
                  </a:lnTo>
                  <a:lnTo>
                    <a:pt x="5246" y="13719"/>
                  </a:lnTo>
                  <a:lnTo>
                    <a:pt x="5943" y="13939"/>
                  </a:lnTo>
                  <a:lnTo>
                    <a:pt x="6603" y="14196"/>
                  </a:lnTo>
                  <a:lnTo>
                    <a:pt x="6860" y="14270"/>
                  </a:lnTo>
                  <a:lnTo>
                    <a:pt x="7154" y="14306"/>
                  </a:lnTo>
                  <a:lnTo>
                    <a:pt x="7704" y="14380"/>
                  </a:lnTo>
                  <a:lnTo>
                    <a:pt x="8217" y="14490"/>
                  </a:lnTo>
                  <a:lnTo>
                    <a:pt x="8474" y="14563"/>
                  </a:lnTo>
                  <a:lnTo>
                    <a:pt x="8731" y="14636"/>
                  </a:lnTo>
                  <a:lnTo>
                    <a:pt x="8768" y="14783"/>
                  </a:lnTo>
                  <a:lnTo>
                    <a:pt x="8841" y="14857"/>
                  </a:lnTo>
                  <a:lnTo>
                    <a:pt x="8951" y="14893"/>
                  </a:lnTo>
                  <a:lnTo>
                    <a:pt x="9061" y="14893"/>
                  </a:lnTo>
                  <a:lnTo>
                    <a:pt x="9061" y="15003"/>
                  </a:lnTo>
                  <a:lnTo>
                    <a:pt x="9024" y="15150"/>
                  </a:lnTo>
                  <a:lnTo>
                    <a:pt x="8914" y="15223"/>
                  </a:lnTo>
                  <a:lnTo>
                    <a:pt x="8768" y="15333"/>
                  </a:lnTo>
                  <a:lnTo>
                    <a:pt x="8034" y="15040"/>
                  </a:lnTo>
                  <a:lnTo>
                    <a:pt x="6383" y="14490"/>
                  </a:lnTo>
                  <a:lnTo>
                    <a:pt x="5576" y="14270"/>
                  </a:lnTo>
                  <a:lnTo>
                    <a:pt x="4769" y="14086"/>
                  </a:lnTo>
                  <a:lnTo>
                    <a:pt x="4292" y="14013"/>
                  </a:lnTo>
                  <a:lnTo>
                    <a:pt x="4072" y="14013"/>
                  </a:lnTo>
                  <a:lnTo>
                    <a:pt x="3852" y="14050"/>
                  </a:lnTo>
                  <a:lnTo>
                    <a:pt x="3742" y="14013"/>
                  </a:lnTo>
                  <a:lnTo>
                    <a:pt x="3669" y="13939"/>
                  </a:lnTo>
                  <a:lnTo>
                    <a:pt x="3632" y="13829"/>
                  </a:lnTo>
                  <a:lnTo>
                    <a:pt x="3632" y="13719"/>
                  </a:lnTo>
                  <a:lnTo>
                    <a:pt x="3632" y="13609"/>
                  </a:lnTo>
                  <a:lnTo>
                    <a:pt x="3705" y="13536"/>
                  </a:lnTo>
                  <a:lnTo>
                    <a:pt x="3816" y="13463"/>
                  </a:lnTo>
                  <a:lnTo>
                    <a:pt x="3926" y="13426"/>
                  </a:lnTo>
                  <a:close/>
                  <a:moveTo>
                    <a:pt x="4256" y="15737"/>
                  </a:moveTo>
                  <a:lnTo>
                    <a:pt x="4696" y="15847"/>
                  </a:lnTo>
                  <a:lnTo>
                    <a:pt x="4476" y="16067"/>
                  </a:lnTo>
                  <a:lnTo>
                    <a:pt x="4292" y="16287"/>
                  </a:lnTo>
                  <a:lnTo>
                    <a:pt x="4292" y="16250"/>
                  </a:lnTo>
                  <a:lnTo>
                    <a:pt x="4256" y="16140"/>
                  </a:lnTo>
                  <a:lnTo>
                    <a:pt x="4256" y="15994"/>
                  </a:lnTo>
                  <a:lnTo>
                    <a:pt x="4256" y="15737"/>
                  </a:lnTo>
                  <a:close/>
                  <a:moveTo>
                    <a:pt x="4843" y="15920"/>
                  </a:moveTo>
                  <a:lnTo>
                    <a:pt x="4989" y="15957"/>
                  </a:lnTo>
                  <a:lnTo>
                    <a:pt x="5136" y="15994"/>
                  </a:lnTo>
                  <a:lnTo>
                    <a:pt x="4879" y="16140"/>
                  </a:lnTo>
                  <a:lnTo>
                    <a:pt x="4623" y="16360"/>
                  </a:lnTo>
                  <a:lnTo>
                    <a:pt x="4623" y="16360"/>
                  </a:lnTo>
                  <a:lnTo>
                    <a:pt x="4733" y="16140"/>
                  </a:lnTo>
                  <a:lnTo>
                    <a:pt x="4843" y="15920"/>
                  </a:lnTo>
                  <a:close/>
                  <a:moveTo>
                    <a:pt x="4146" y="14453"/>
                  </a:moveTo>
                  <a:lnTo>
                    <a:pt x="4659" y="14490"/>
                  </a:lnTo>
                  <a:lnTo>
                    <a:pt x="5356" y="14673"/>
                  </a:lnTo>
                  <a:lnTo>
                    <a:pt x="6053" y="14857"/>
                  </a:lnTo>
                  <a:lnTo>
                    <a:pt x="7410" y="15333"/>
                  </a:lnTo>
                  <a:lnTo>
                    <a:pt x="8034" y="15553"/>
                  </a:lnTo>
                  <a:lnTo>
                    <a:pt x="8401" y="15663"/>
                  </a:lnTo>
                  <a:lnTo>
                    <a:pt x="8694" y="15774"/>
                  </a:lnTo>
                  <a:lnTo>
                    <a:pt x="8731" y="15847"/>
                  </a:lnTo>
                  <a:lnTo>
                    <a:pt x="8768" y="15884"/>
                  </a:lnTo>
                  <a:lnTo>
                    <a:pt x="8841" y="15957"/>
                  </a:lnTo>
                  <a:lnTo>
                    <a:pt x="8951" y="15957"/>
                  </a:lnTo>
                  <a:lnTo>
                    <a:pt x="8914" y="16067"/>
                  </a:lnTo>
                  <a:lnTo>
                    <a:pt x="8841" y="16214"/>
                  </a:lnTo>
                  <a:lnTo>
                    <a:pt x="8694" y="16397"/>
                  </a:lnTo>
                  <a:lnTo>
                    <a:pt x="8547" y="16507"/>
                  </a:lnTo>
                  <a:lnTo>
                    <a:pt x="8401" y="16581"/>
                  </a:lnTo>
                  <a:lnTo>
                    <a:pt x="7227" y="16140"/>
                  </a:lnTo>
                  <a:lnTo>
                    <a:pt x="6016" y="15774"/>
                  </a:lnTo>
                  <a:lnTo>
                    <a:pt x="4733" y="15370"/>
                  </a:lnTo>
                  <a:lnTo>
                    <a:pt x="4072" y="15223"/>
                  </a:lnTo>
                  <a:lnTo>
                    <a:pt x="3449" y="15113"/>
                  </a:lnTo>
                  <a:lnTo>
                    <a:pt x="3449" y="15040"/>
                  </a:lnTo>
                  <a:lnTo>
                    <a:pt x="3449" y="14857"/>
                  </a:lnTo>
                  <a:lnTo>
                    <a:pt x="3522" y="14673"/>
                  </a:lnTo>
                  <a:lnTo>
                    <a:pt x="3632" y="14563"/>
                  </a:lnTo>
                  <a:lnTo>
                    <a:pt x="3705" y="14490"/>
                  </a:lnTo>
                  <a:lnTo>
                    <a:pt x="3926" y="14490"/>
                  </a:lnTo>
                  <a:lnTo>
                    <a:pt x="3962" y="14526"/>
                  </a:lnTo>
                  <a:lnTo>
                    <a:pt x="3999" y="14526"/>
                  </a:lnTo>
                  <a:lnTo>
                    <a:pt x="4036" y="14490"/>
                  </a:lnTo>
                  <a:lnTo>
                    <a:pt x="4146" y="14453"/>
                  </a:lnTo>
                  <a:close/>
                  <a:moveTo>
                    <a:pt x="5503" y="16067"/>
                  </a:moveTo>
                  <a:lnTo>
                    <a:pt x="5723" y="16140"/>
                  </a:lnTo>
                  <a:lnTo>
                    <a:pt x="5503" y="16287"/>
                  </a:lnTo>
                  <a:lnTo>
                    <a:pt x="5246" y="16434"/>
                  </a:lnTo>
                  <a:lnTo>
                    <a:pt x="5026" y="16617"/>
                  </a:lnTo>
                  <a:lnTo>
                    <a:pt x="4843" y="16837"/>
                  </a:lnTo>
                  <a:lnTo>
                    <a:pt x="4659" y="16764"/>
                  </a:lnTo>
                  <a:lnTo>
                    <a:pt x="4733" y="16691"/>
                  </a:lnTo>
                  <a:lnTo>
                    <a:pt x="5503" y="16067"/>
                  </a:lnTo>
                  <a:close/>
                  <a:moveTo>
                    <a:pt x="5980" y="16214"/>
                  </a:moveTo>
                  <a:lnTo>
                    <a:pt x="6200" y="16287"/>
                  </a:lnTo>
                  <a:lnTo>
                    <a:pt x="6200" y="16324"/>
                  </a:lnTo>
                  <a:lnTo>
                    <a:pt x="5943" y="16434"/>
                  </a:lnTo>
                  <a:lnTo>
                    <a:pt x="5723" y="16581"/>
                  </a:lnTo>
                  <a:lnTo>
                    <a:pt x="5540" y="16727"/>
                  </a:lnTo>
                  <a:lnTo>
                    <a:pt x="5393" y="16947"/>
                  </a:lnTo>
                  <a:lnTo>
                    <a:pt x="5246" y="16911"/>
                  </a:lnTo>
                  <a:lnTo>
                    <a:pt x="5613" y="16544"/>
                  </a:lnTo>
                  <a:lnTo>
                    <a:pt x="5980" y="16214"/>
                  </a:lnTo>
                  <a:close/>
                  <a:moveTo>
                    <a:pt x="6383" y="16360"/>
                  </a:moveTo>
                  <a:lnTo>
                    <a:pt x="6897" y="16544"/>
                  </a:lnTo>
                  <a:lnTo>
                    <a:pt x="6420" y="16801"/>
                  </a:lnTo>
                  <a:lnTo>
                    <a:pt x="6200" y="16947"/>
                  </a:lnTo>
                  <a:lnTo>
                    <a:pt x="5980" y="17131"/>
                  </a:lnTo>
                  <a:lnTo>
                    <a:pt x="5796" y="17057"/>
                  </a:lnTo>
                  <a:lnTo>
                    <a:pt x="5833" y="16984"/>
                  </a:lnTo>
                  <a:lnTo>
                    <a:pt x="5833" y="16911"/>
                  </a:lnTo>
                  <a:lnTo>
                    <a:pt x="5833" y="16874"/>
                  </a:lnTo>
                  <a:lnTo>
                    <a:pt x="6090" y="16617"/>
                  </a:lnTo>
                  <a:lnTo>
                    <a:pt x="6383" y="16397"/>
                  </a:lnTo>
                  <a:lnTo>
                    <a:pt x="6383" y="16360"/>
                  </a:lnTo>
                  <a:close/>
                  <a:moveTo>
                    <a:pt x="7080" y="16581"/>
                  </a:moveTo>
                  <a:lnTo>
                    <a:pt x="7410" y="16691"/>
                  </a:lnTo>
                  <a:lnTo>
                    <a:pt x="7154" y="16911"/>
                  </a:lnTo>
                  <a:lnTo>
                    <a:pt x="6787" y="17314"/>
                  </a:lnTo>
                  <a:lnTo>
                    <a:pt x="6457" y="17241"/>
                  </a:lnTo>
                  <a:lnTo>
                    <a:pt x="6493" y="17167"/>
                  </a:lnTo>
                  <a:lnTo>
                    <a:pt x="6457" y="17131"/>
                  </a:lnTo>
                  <a:lnTo>
                    <a:pt x="6750" y="16837"/>
                  </a:lnTo>
                  <a:lnTo>
                    <a:pt x="7080" y="16581"/>
                  </a:lnTo>
                  <a:close/>
                  <a:moveTo>
                    <a:pt x="8034" y="2678"/>
                  </a:moveTo>
                  <a:lnTo>
                    <a:pt x="7704" y="2715"/>
                  </a:lnTo>
                  <a:lnTo>
                    <a:pt x="7374" y="2752"/>
                  </a:lnTo>
                  <a:lnTo>
                    <a:pt x="7044" y="2825"/>
                  </a:lnTo>
                  <a:lnTo>
                    <a:pt x="6750" y="2898"/>
                  </a:lnTo>
                  <a:lnTo>
                    <a:pt x="6420" y="3008"/>
                  </a:lnTo>
                  <a:lnTo>
                    <a:pt x="6126" y="3155"/>
                  </a:lnTo>
                  <a:lnTo>
                    <a:pt x="5833" y="3302"/>
                  </a:lnTo>
                  <a:lnTo>
                    <a:pt x="5576" y="3522"/>
                  </a:lnTo>
                  <a:lnTo>
                    <a:pt x="5026" y="3962"/>
                  </a:lnTo>
                  <a:lnTo>
                    <a:pt x="4806" y="4219"/>
                  </a:lnTo>
                  <a:lnTo>
                    <a:pt x="4586" y="4512"/>
                  </a:lnTo>
                  <a:lnTo>
                    <a:pt x="4366" y="4769"/>
                  </a:lnTo>
                  <a:lnTo>
                    <a:pt x="4182" y="5099"/>
                  </a:lnTo>
                  <a:lnTo>
                    <a:pt x="3999" y="5393"/>
                  </a:lnTo>
                  <a:lnTo>
                    <a:pt x="3852" y="5723"/>
                  </a:lnTo>
                  <a:lnTo>
                    <a:pt x="3742" y="6163"/>
                  </a:lnTo>
                  <a:lnTo>
                    <a:pt x="3669" y="6603"/>
                  </a:lnTo>
                  <a:lnTo>
                    <a:pt x="3632" y="7043"/>
                  </a:lnTo>
                  <a:lnTo>
                    <a:pt x="3632" y="7520"/>
                  </a:lnTo>
                  <a:lnTo>
                    <a:pt x="3705" y="7960"/>
                  </a:lnTo>
                  <a:lnTo>
                    <a:pt x="3779" y="8437"/>
                  </a:lnTo>
                  <a:lnTo>
                    <a:pt x="3962" y="9318"/>
                  </a:lnTo>
                  <a:lnTo>
                    <a:pt x="4109" y="10308"/>
                  </a:lnTo>
                  <a:lnTo>
                    <a:pt x="4182" y="10785"/>
                  </a:lnTo>
                  <a:lnTo>
                    <a:pt x="4219" y="11262"/>
                  </a:lnTo>
                  <a:lnTo>
                    <a:pt x="4182" y="11739"/>
                  </a:lnTo>
                  <a:lnTo>
                    <a:pt x="4109" y="12215"/>
                  </a:lnTo>
                  <a:lnTo>
                    <a:pt x="3999" y="12619"/>
                  </a:lnTo>
                  <a:lnTo>
                    <a:pt x="3816" y="13059"/>
                  </a:lnTo>
                  <a:lnTo>
                    <a:pt x="3595" y="13132"/>
                  </a:lnTo>
                  <a:lnTo>
                    <a:pt x="3449" y="13279"/>
                  </a:lnTo>
                  <a:lnTo>
                    <a:pt x="3302" y="13426"/>
                  </a:lnTo>
                  <a:lnTo>
                    <a:pt x="3229" y="13646"/>
                  </a:lnTo>
                  <a:lnTo>
                    <a:pt x="3229" y="13829"/>
                  </a:lnTo>
                  <a:lnTo>
                    <a:pt x="3265" y="13976"/>
                  </a:lnTo>
                  <a:lnTo>
                    <a:pt x="3339" y="14160"/>
                  </a:lnTo>
                  <a:lnTo>
                    <a:pt x="3412" y="14270"/>
                  </a:lnTo>
                  <a:lnTo>
                    <a:pt x="3339" y="14343"/>
                  </a:lnTo>
                  <a:lnTo>
                    <a:pt x="3265" y="14416"/>
                  </a:lnTo>
                  <a:lnTo>
                    <a:pt x="3192" y="14526"/>
                  </a:lnTo>
                  <a:lnTo>
                    <a:pt x="3119" y="14673"/>
                  </a:lnTo>
                  <a:lnTo>
                    <a:pt x="3082" y="14857"/>
                  </a:lnTo>
                  <a:lnTo>
                    <a:pt x="3045" y="15040"/>
                  </a:lnTo>
                  <a:lnTo>
                    <a:pt x="3045" y="15187"/>
                  </a:lnTo>
                  <a:lnTo>
                    <a:pt x="3082" y="15370"/>
                  </a:lnTo>
                  <a:lnTo>
                    <a:pt x="3192" y="15480"/>
                  </a:lnTo>
                  <a:lnTo>
                    <a:pt x="3302" y="15590"/>
                  </a:lnTo>
                  <a:lnTo>
                    <a:pt x="3412" y="15627"/>
                  </a:lnTo>
                  <a:lnTo>
                    <a:pt x="3485" y="15590"/>
                  </a:lnTo>
                  <a:lnTo>
                    <a:pt x="3522" y="15553"/>
                  </a:lnTo>
                  <a:lnTo>
                    <a:pt x="3559" y="15553"/>
                  </a:lnTo>
                  <a:lnTo>
                    <a:pt x="4072" y="15700"/>
                  </a:lnTo>
                  <a:lnTo>
                    <a:pt x="3999" y="15810"/>
                  </a:lnTo>
                  <a:lnTo>
                    <a:pt x="3926" y="15957"/>
                  </a:lnTo>
                  <a:lnTo>
                    <a:pt x="3926" y="16140"/>
                  </a:lnTo>
                  <a:lnTo>
                    <a:pt x="3926" y="16324"/>
                  </a:lnTo>
                  <a:lnTo>
                    <a:pt x="3999" y="16507"/>
                  </a:lnTo>
                  <a:lnTo>
                    <a:pt x="4072" y="16654"/>
                  </a:lnTo>
                  <a:lnTo>
                    <a:pt x="4146" y="16801"/>
                  </a:lnTo>
                  <a:lnTo>
                    <a:pt x="4292" y="16874"/>
                  </a:lnTo>
                  <a:lnTo>
                    <a:pt x="4256" y="16947"/>
                  </a:lnTo>
                  <a:lnTo>
                    <a:pt x="4292" y="17021"/>
                  </a:lnTo>
                  <a:lnTo>
                    <a:pt x="4329" y="17057"/>
                  </a:lnTo>
                  <a:lnTo>
                    <a:pt x="4402" y="17094"/>
                  </a:lnTo>
                  <a:lnTo>
                    <a:pt x="4586" y="17167"/>
                  </a:lnTo>
                  <a:lnTo>
                    <a:pt x="4806" y="17277"/>
                  </a:lnTo>
                  <a:lnTo>
                    <a:pt x="5283" y="17388"/>
                  </a:lnTo>
                  <a:lnTo>
                    <a:pt x="5393" y="17424"/>
                  </a:lnTo>
                  <a:lnTo>
                    <a:pt x="5576" y="17461"/>
                  </a:lnTo>
                  <a:lnTo>
                    <a:pt x="6310" y="17681"/>
                  </a:lnTo>
                  <a:lnTo>
                    <a:pt x="6677" y="17754"/>
                  </a:lnTo>
                  <a:lnTo>
                    <a:pt x="6860" y="17791"/>
                  </a:lnTo>
                  <a:lnTo>
                    <a:pt x="7044" y="17754"/>
                  </a:lnTo>
                  <a:lnTo>
                    <a:pt x="7117" y="17718"/>
                  </a:lnTo>
                  <a:lnTo>
                    <a:pt x="7154" y="17681"/>
                  </a:lnTo>
                  <a:lnTo>
                    <a:pt x="7154" y="17608"/>
                  </a:lnTo>
                  <a:lnTo>
                    <a:pt x="7117" y="17534"/>
                  </a:lnTo>
                  <a:lnTo>
                    <a:pt x="7447" y="17204"/>
                  </a:lnTo>
                  <a:lnTo>
                    <a:pt x="7594" y="17021"/>
                  </a:lnTo>
                  <a:lnTo>
                    <a:pt x="7740" y="16837"/>
                  </a:lnTo>
                  <a:lnTo>
                    <a:pt x="8327" y="17021"/>
                  </a:lnTo>
                  <a:lnTo>
                    <a:pt x="8437" y="17021"/>
                  </a:lnTo>
                  <a:lnTo>
                    <a:pt x="8547" y="16984"/>
                  </a:lnTo>
                  <a:lnTo>
                    <a:pt x="8731" y="16911"/>
                  </a:lnTo>
                  <a:lnTo>
                    <a:pt x="8914" y="16764"/>
                  </a:lnTo>
                  <a:lnTo>
                    <a:pt x="9098" y="16581"/>
                  </a:lnTo>
                  <a:lnTo>
                    <a:pt x="9208" y="16360"/>
                  </a:lnTo>
                  <a:lnTo>
                    <a:pt x="9281" y="16140"/>
                  </a:lnTo>
                  <a:lnTo>
                    <a:pt x="9318" y="15884"/>
                  </a:lnTo>
                  <a:lnTo>
                    <a:pt x="9281" y="15700"/>
                  </a:lnTo>
                  <a:lnTo>
                    <a:pt x="9208" y="15590"/>
                  </a:lnTo>
                  <a:lnTo>
                    <a:pt x="9171" y="15517"/>
                  </a:lnTo>
                  <a:lnTo>
                    <a:pt x="9244" y="15407"/>
                  </a:lnTo>
                  <a:lnTo>
                    <a:pt x="9354" y="15260"/>
                  </a:lnTo>
                  <a:lnTo>
                    <a:pt x="9391" y="15113"/>
                  </a:lnTo>
                  <a:lnTo>
                    <a:pt x="9428" y="15003"/>
                  </a:lnTo>
                  <a:lnTo>
                    <a:pt x="9501" y="14930"/>
                  </a:lnTo>
                  <a:lnTo>
                    <a:pt x="9575" y="14857"/>
                  </a:lnTo>
                  <a:lnTo>
                    <a:pt x="9575" y="14783"/>
                  </a:lnTo>
                  <a:lnTo>
                    <a:pt x="9538" y="14673"/>
                  </a:lnTo>
                  <a:lnTo>
                    <a:pt x="9391" y="14526"/>
                  </a:lnTo>
                  <a:lnTo>
                    <a:pt x="9244" y="14380"/>
                  </a:lnTo>
                  <a:lnTo>
                    <a:pt x="9244" y="14050"/>
                  </a:lnTo>
                  <a:lnTo>
                    <a:pt x="9318" y="13683"/>
                  </a:lnTo>
                  <a:lnTo>
                    <a:pt x="9428" y="13353"/>
                  </a:lnTo>
                  <a:lnTo>
                    <a:pt x="9538" y="13059"/>
                  </a:lnTo>
                  <a:lnTo>
                    <a:pt x="9721" y="12766"/>
                  </a:lnTo>
                  <a:lnTo>
                    <a:pt x="9905" y="12472"/>
                  </a:lnTo>
                  <a:lnTo>
                    <a:pt x="10308" y="11885"/>
                  </a:lnTo>
                  <a:lnTo>
                    <a:pt x="10785" y="11335"/>
                  </a:lnTo>
                  <a:lnTo>
                    <a:pt x="11299" y="10822"/>
                  </a:lnTo>
                  <a:lnTo>
                    <a:pt x="11775" y="10308"/>
                  </a:lnTo>
                  <a:lnTo>
                    <a:pt x="12179" y="9758"/>
                  </a:lnTo>
                  <a:lnTo>
                    <a:pt x="12362" y="9501"/>
                  </a:lnTo>
                  <a:lnTo>
                    <a:pt x="12546" y="9208"/>
                  </a:lnTo>
                  <a:lnTo>
                    <a:pt x="12656" y="8951"/>
                  </a:lnTo>
                  <a:lnTo>
                    <a:pt x="12803" y="8657"/>
                  </a:lnTo>
                  <a:lnTo>
                    <a:pt x="12876" y="8364"/>
                  </a:lnTo>
                  <a:lnTo>
                    <a:pt x="12949" y="8034"/>
                  </a:lnTo>
                  <a:lnTo>
                    <a:pt x="12986" y="7740"/>
                  </a:lnTo>
                  <a:lnTo>
                    <a:pt x="13023" y="7447"/>
                  </a:lnTo>
                  <a:lnTo>
                    <a:pt x="13023" y="6823"/>
                  </a:lnTo>
                  <a:lnTo>
                    <a:pt x="12913" y="6236"/>
                  </a:lnTo>
                  <a:lnTo>
                    <a:pt x="12729" y="5613"/>
                  </a:lnTo>
                  <a:lnTo>
                    <a:pt x="12436" y="5026"/>
                  </a:lnTo>
                  <a:lnTo>
                    <a:pt x="12252" y="4769"/>
                  </a:lnTo>
                  <a:lnTo>
                    <a:pt x="12069" y="4476"/>
                  </a:lnTo>
                  <a:lnTo>
                    <a:pt x="11849" y="4256"/>
                  </a:lnTo>
                  <a:lnTo>
                    <a:pt x="11629" y="3999"/>
                  </a:lnTo>
                  <a:lnTo>
                    <a:pt x="11372" y="3815"/>
                  </a:lnTo>
                  <a:lnTo>
                    <a:pt x="11115" y="3595"/>
                  </a:lnTo>
                  <a:lnTo>
                    <a:pt x="10565" y="3265"/>
                  </a:lnTo>
                  <a:lnTo>
                    <a:pt x="9978" y="3008"/>
                  </a:lnTo>
                  <a:lnTo>
                    <a:pt x="9354" y="2825"/>
                  </a:lnTo>
                  <a:lnTo>
                    <a:pt x="8694" y="2715"/>
                  </a:lnTo>
                  <a:lnTo>
                    <a:pt x="8034" y="2678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73" name="Google Shape;296;p5">
              <a:extLst>
                <a:ext uri="{FF2B5EF4-FFF2-40B4-BE49-F238E27FC236}">
                  <a16:creationId xmlns:a16="http://schemas.microsoft.com/office/drawing/2014/main" id="{44E5319D-E31F-466A-AC4B-66A0E8C227D1}"/>
                </a:ext>
              </a:extLst>
            </p:cNvPr>
            <p:cNvSpPr/>
            <p:nvPr/>
          </p:nvSpPr>
          <p:spPr>
            <a:xfrm>
              <a:off x="6244725" y="2547975"/>
              <a:ext cx="185275" cy="404450"/>
            </a:xfrm>
            <a:custGeom>
              <a:avLst/>
              <a:gdLst/>
              <a:ahLst/>
              <a:cxnLst/>
              <a:rect l="l" t="t" r="r" b="b"/>
              <a:pathLst>
                <a:path w="7411" h="16178" extrusionOk="0">
                  <a:moveTo>
                    <a:pt x="3339" y="147"/>
                  </a:moveTo>
                  <a:lnTo>
                    <a:pt x="3229" y="441"/>
                  </a:lnTo>
                  <a:lnTo>
                    <a:pt x="3155" y="734"/>
                  </a:lnTo>
                  <a:lnTo>
                    <a:pt x="3119" y="1358"/>
                  </a:lnTo>
                  <a:lnTo>
                    <a:pt x="3082" y="2972"/>
                  </a:lnTo>
                  <a:lnTo>
                    <a:pt x="3119" y="4476"/>
                  </a:lnTo>
                  <a:lnTo>
                    <a:pt x="3119" y="5283"/>
                  </a:lnTo>
                  <a:lnTo>
                    <a:pt x="3119" y="5576"/>
                  </a:lnTo>
                  <a:lnTo>
                    <a:pt x="3155" y="5723"/>
                  </a:lnTo>
                  <a:lnTo>
                    <a:pt x="3229" y="5870"/>
                  </a:lnTo>
                  <a:lnTo>
                    <a:pt x="3265" y="5906"/>
                  </a:lnTo>
                  <a:lnTo>
                    <a:pt x="3339" y="5943"/>
                  </a:lnTo>
                  <a:lnTo>
                    <a:pt x="3375" y="5943"/>
                  </a:lnTo>
                  <a:lnTo>
                    <a:pt x="3449" y="5870"/>
                  </a:lnTo>
                  <a:lnTo>
                    <a:pt x="3486" y="5760"/>
                  </a:lnTo>
                  <a:lnTo>
                    <a:pt x="3522" y="5649"/>
                  </a:lnTo>
                  <a:lnTo>
                    <a:pt x="3522" y="5393"/>
                  </a:lnTo>
                  <a:lnTo>
                    <a:pt x="3522" y="4586"/>
                  </a:lnTo>
                  <a:lnTo>
                    <a:pt x="3486" y="2972"/>
                  </a:lnTo>
                  <a:lnTo>
                    <a:pt x="3522" y="1504"/>
                  </a:lnTo>
                  <a:lnTo>
                    <a:pt x="3522" y="808"/>
                  </a:lnTo>
                  <a:lnTo>
                    <a:pt x="3486" y="477"/>
                  </a:lnTo>
                  <a:lnTo>
                    <a:pt x="3412" y="294"/>
                  </a:lnTo>
                  <a:lnTo>
                    <a:pt x="3375" y="147"/>
                  </a:lnTo>
                  <a:close/>
                  <a:moveTo>
                    <a:pt x="1725" y="1"/>
                  </a:moveTo>
                  <a:lnTo>
                    <a:pt x="1688" y="37"/>
                  </a:lnTo>
                  <a:lnTo>
                    <a:pt x="1615" y="147"/>
                  </a:lnTo>
                  <a:lnTo>
                    <a:pt x="1578" y="294"/>
                  </a:lnTo>
                  <a:lnTo>
                    <a:pt x="1541" y="624"/>
                  </a:lnTo>
                  <a:lnTo>
                    <a:pt x="1578" y="1284"/>
                  </a:lnTo>
                  <a:lnTo>
                    <a:pt x="1615" y="2898"/>
                  </a:lnTo>
                  <a:lnTo>
                    <a:pt x="1725" y="6236"/>
                  </a:lnTo>
                  <a:lnTo>
                    <a:pt x="1761" y="6346"/>
                  </a:lnTo>
                  <a:lnTo>
                    <a:pt x="1798" y="6383"/>
                  </a:lnTo>
                  <a:lnTo>
                    <a:pt x="1872" y="6420"/>
                  </a:lnTo>
                  <a:lnTo>
                    <a:pt x="1945" y="6456"/>
                  </a:lnTo>
                  <a:lnTo>
                    <a:pt x="2018" y="6420"/>
                  </a:lnTo>
                  <a:lnTo>
                    <a:pt x="2092" y="6383"/>
                  </a:lnTo>
                  <a:lnTo>
                    <a:pt x="2165" y="6346"/>
                  </a:lnTo>
                  <a:lnTo>
                    <a:pt x="2165" y="6236"/>
                  </a:lnTo>
                  <a:lnTo>
                    <a:pt x="2165" y="5980"/>
                  </a:lnTo>
                  <a:lnTo>
                    <a:pt x="2165" y="5943"/>
                  </a:lnTo>
                  <a:lnTo>
                    <a:pt x="2055" y="3008"/>
                  </a:lnTo>
                  <a:lnTo>
                    <a:pt x="1982" y="1394"/>
                  </a:lnTo>
                  <a:lnTo>
                    <a:pt x="1945" y="587"/>
                  </a:lnTo>
                  <a:lnTo>
                    <a:pt x="1908" y="294"/>
                  </a:lnTo>
                  <a:lnTo>
                    <a:pt x="1872" y="147"/>
                  </a:lnTo>
                  <a:lnTo>
                    <a:pt x="1761" y="37"/>
                  </a:lnTo>
                  <a:lnTo>
                    <a:pt x="1725" y="1"/>
                  </a:lnTo>
                  <a:close/>
                  <a:moveTo>
                    <a:pt x="4953" y="184"/>
                  </a:moveTo>
                  <a:lnTo>
                    <a:pt x="4879" y="221"/>
                  </a:lnTo>
                  <a:lnTo>
                    <a:pt x="4843" y="257"/>
                  </a:lnTo>
                  <a:lnTo>
                    <a:pt x="4843" y="331"/>
                  </a:lnTo>
                  <a:lnTo>
                    <a:pt x="4769" y="1101"/>
                  </a:lnTo>
                  <a:lnTo>
                    <a:pt x="4733" y="1908"/>
                  </a:lnTo>
                  <a:lnTo>
                    <a:pt x="4733" y="3522"/>
                  </a:lnTo>
                  <a:lnTo>
                    <a:pt x="4733" y="5136"/>
                  </a:lnTo>
                  <a:lnTo>
                    <a:pt x="4696" y="5870"/>
                  </a:lnTo>
                  <a:lnTo>
                    <a:pt x="4696" y="6273"/>
                  </a:lnTo>
                  <a:lnTo>
                    <a:pt x="4769" y="6640"/>
                  </a:lnTo>
                  <a:lnTo>
                    <a:pt x="4806" y="6713"/>
                  </a:lnTo>
                  <a:lnTo>
                    <a:pt x="4916" y="6750"/>
                  </a:lnTo>
                  <a:lnTo>
                    <a:pt x="5026" y="6713"/>
                  </a:lnTo>
                  <a:lnTo>
                    <a:pt x="5100" y="6640"/>
                  </a:lnTo>
                  <a:lnTo>
                    <a:pt x="5173" y="6273"/>
                  </a:lnTo>
                  <a:lnTo>
                    <a:pt x="5173" y="5870"/>
                  </a:lnTo>
                  <a:lnTo>
                    <a:pt x="5136" y="5136"/>
                  </a:lnTo>
                  <a:lnTo>
                    <a:pt x="5136" y="3522"/>
                  </a:lnTo>
                  <a:lnTo>
                    <a:pt x="5173" y="1908"/>
                  </a:lnTo>
                  <a:lnTo>
                    <a:pt x="5136" y="1138"/>
                  </a:lnTo>
                  <a:lnTo>
                    <a:pt x="5100" y="331"/>
                  </a:lnTo>
                  <a:lnTo>
                    <a:pt x="5100" y="257"/>
                  </a:lnTo>
                  <a:lnTo>
                    <a:pt x="5063" y="221"/>
                  </a:lnTo>
                  <a:lnTo>
                    <a:pt x="4953" y="184"/>
                  </a:lnTo>
                  <a:close/>
                  <a:moveTo>
                    <a:pt x="6273" y="2678"/>
                  </a:moveTo>
                  <a:lnTo>
                    <a:pt x="6273" y="2715"/>
                  </a:lnTo>
                  <a:lnTo>
                    <a:pt x="6200" y="3008"/>
                  </a:lnTo>
                  <a:lnTo>
                    <a:pt x="6163" y="3302"/>
                  </a:lnTo>
                  <a:lnTo>
                    <a:pt x="6127" y="3925"/>
                  </a:lnTo>
                  <a:lnTo>
                    <a:pt x="6127" y="5173"/>
                  </a:lnTo>
                  <a:lnTo>
                    <a:pt x="6090" y="7667"/>
                  </a:lnTo>
                  <a:lnTo>
                    <a:pt x="6090" y="7887"/>
                  </a:lnTo>
                  <a:lnTo>
                    <a:pt x="6127" y="7960"/>
                  </a:lnTo>
                  <a:lnTo>
                    <a:pt x="6163" y="8034"/>
                  </a:lnTo>
                  <a:lnTo>
                    <a:pt x="6237" y="8070"/>
                  </a:lnTo>
                  <a:lnTo>
                    <a:pt x="6383" y="8070"/>
                  </a:lnTo>
                  <a:lnTo>
                    <a:pt x="6457" y="8034"/>
                  </a:lnTo>
                  <a:lnTo>
                    <a:pt x="6493" y="7960"/>
                  </a:lnTo>
                  <a:lnTo>
                    <a:pt x="6530" y="7887"/>
                  </a:lnTo>
                  <a:lnTo>
                    <a:pt x="6530" y="5283"/>
                  </a:lnTo>
                  <a:lnTo>
                    <a:pt x="6530" y="3962"/>
                  </a:lnTo>
                  <a:lnTo>
                    <a:pt x="6493" y="3339"/>
                  </a:lnTo>
                  <a:lnTo>
                    <a:pt x="6457" y="3008"/>
                  </a:lnTo>
                  <a:lnTo>
                    <a:pt x="6383" y="2715"/>
                  </a:lnTo>
                  <a:lnTo>
                    <a:pt x="6347" y="2678"/>
                  </a:lnTo>
                  <a:close/>
                  <a:moveTo>
                    <a:pt x="3265" y="7887"/>
                  </a:moveTo>
                  <a:lnTo>
                    <a:pt x="3082" y="8107"/>
                  </a:lnTo>
                  <a:lnTo>
                    <a:pt x="2862" y="8291"/>
                  </a:lnTo>
                  <a:lnTo>
                    <a:pt x="2679" y="8401"/>
                  </a:lnTo>
                  <a:lnTo>
                    <a:pt x="2458" y="8474"/>
                  </a:lnTo>
                  <a:lnTo>
                    <a:pt x="2458" y="8474"/>
                  </a:lnTo>
                  <a:lnTo>
                    <a:pt x="2605" y="8291"/>
                  </a:lnTo>
                  <a:lnTo>
                    <a:pt x="2752" y="8144"/>
                  </a:lnTo>
                  <a:lnTo>
                    <a:pt x="2972" y="7997"/>
                  </a:lnTo>
                  <a:lnTo>
                    <a:pt x="3192" y="7924"/>
                  </a:lnTo>
                  <a:lnTo>
                    <a:pt x="3265" y="7887"/>
                  </a:lnTo>
                  <a:close/>
                  <a:moveTo>
                    <a:pt x="4806" y="9501"/>
                  </a:moveTo>
                  <a:lnTo>
                    <a:pt x="4513" y="9538"/>
                  </a:lnTo>
                  <a:lnTo>
                    <a:pt x="4329" y="9574"/>
                  </a:lnTo>
                  <a:lnTo>
                    <a:pt x="4072" y="9574"/>
                  </a:lnTo>
                  <a:lnTo>
                    <a:pt x="4072" y="9611"/>
                  </a:lnTo>
                  <a:lnTo>
                    <a:pt x="4072" y="9684"/>
                  </a:lnTo>
                  <a:lnTo>
                    <a:pt x="4109" y="9758"/>
                  </a:lnTo>
                  <a:lnTo>
                    <a:pt x="4146" y="9831"/>
                  </a:lnTo>
                  <a:lnTo>
                    <a:pt x="4219" y="9868"/>
                  </a:lnTo>
                  <a:lnTo>
                    <a:pt x="4293" y="9905"/>
                  </a:lnTo>
                  <a:lnTo>
                    <a:pt x="4476" y="9941"/>
                  </a:lnTo>
                  <a:lnTo>
                    <a:pt x="4659" y="9905"/>
                  </a:lnTo>
                  <a:lnTo>
                    <a:pt x="4806" y="9941"/>
                  </a:lnTo>
                  <a:lnTo>
                    <a:pt x="4953" y="9978"/>
                  </a:lnTo>
                  <a:lnTo>
                    <a:pt x="5100" y="10015"/>
                  </a:lnTo>
                  <a:lnTo>
                    <a:pt x="5246" y="10125"/>
                  </a:lnTo>
                  <a:lnTo>
                    <a:pt x="5320" y="10235"/>
                  </a:lnTo>
                  <a:lnTo>
                    <a:pt x="5430" y="10381"/>
                  </a:lnTo>
                  <a:lnTo>
                    <a:pt x="5466" y="10528"/>
                  </a:lnTo>
                  <a:lnTo>
                    <a:pt x="5503" y="10675"/>
                  </a:lnTo>
                  <a:lnTo>
                    <a:pt x="5540" y="10748"/>
                  </a:lnTo>
                  <a:lnTo>
                    <a:pt x="5613" y="10822"/>
                  </a:lnTo>
                  <a:lnTo>
                    <a:pt x="5833" y="10822"/>
                  </a:lnTo>
                  <a:lnTo>
                    <a:pt x="5907" y="10748"/>
                  </a:lnTo>
                  <a:lnTo>
                    <a:pt x="5943" y="10711"/>
                  </a:lnTo>
                  <a:lnTo>
                    <a:pt x="5980" y="10601"/>
                  </a:lnTo>
                  <a:lnTo>
                    <a:pt x="5907" y="10308"/>
                  </a:lnTo>
                  <a:lnTo>
                    <a:pt x="5760" y="10051"/>
                  </a:lnTo>
                  <a:lnTo>
                    <a:pt x="5576" y="9831"/>
                  </a:lnTo>
                  <a:lnTo>
                    <a:pt x="5356" y="9648"/>
                  </a:lnTo>
                  <a:lnTo>
                    <a:pt x="5100" y="9538"/>
                  </a:lnTo>
                  <a:lnTo>
                    <a:pt x="4806" y="9501"/>
                  </a:lnTo>
                  <a:close/>
                  <a:moveTo>
                    <a:pt x="4879" y="8547"/>
                  </a:moveTo>
                  <a:lnTo>
                    <a:pt x="5136" y="8621"/>
                  </a:lnTo>
                  <a:lnTo>
                    <a:pt x="5393" y="8731"/>
                  </a:lnTo>
                  <a:lnTo>
                    <a:pt x="5650" y="8877"/>
                  </a:lnTo>
                  <a:lnTo>
                    <a:pt x="5907" y="9061"/>
                  </a:lnTo>
                  <a:lnTo>
                    <a:pt x="6090" y="9244"/>
                  </a:lnTo>
                  <a:lnTo>
                    <a:pt x="6310" y="9464"/>
                  </a:lnTo>
                  <a:lnTo>
                    <a:pt x="6457" y="9684"/>
                  </a:lnTo>
                  <a:lnTo>
                    <a:pt x="6603" y="9941"/>
                  </a:lnTo>
                  <a:lnTo>
                    <a:pt x="6714" y="10198"/>
                  </a:lnTo>
                  <a:lnTo>
                    <a:pt x="6787" y="10491"/>
                  </a:lnTo>
                  <a:lnTo>
                    <a:pt x="6860" y="10748"/>
                  </a:lnTo>
                  <a:lnTo>
                    <a:pt x="6934" y="11078"/>
                  </a:lnTo>
                  <a:lnTo>
                    <a:pt x="6934" y="11372"/>
                  </a:lnTo>
                  <a:lnTo>
                    <a:pt x="6934" y="11665"/>
                  </a:lnTo>
                  <a:lnTo>
                    <a:pt x="6934" y="11995"/>
                  </a:lnTo>
                  <a:lnTo>
                    <a:pt x="6824" y="12619"/>
                  </a:lnTo>
                  <a:lnTo>
                    <a:pt x="6677" y="13206"/>
                  </a:lnTo>
                  <a:lnTo>
                    <a:pt x="6530" y="13499"/>
                  </a:lnTo>
                  <a:lnTo>
                    <a:pt x="6383" y="13793"/>
                  </a:lnTo>
                  <a:lnTo>
                    <a:pt x="6310" y="13939"/>
                  </a:lnTo>
                  <a:lnTo>
                    <a:pt x="6163" y="14050"/>
                  </a:lnTo>
                  <a:lnTo>
                    <a:pt x="5907" y="14270"/>
                  </a:lnTo>
                  <a:lnTo>
                    <a:pt x="5540" y="14526"/>
                  </a:lnTo>
                  <a:lnTo>
                    <a:pt x="5173" y="14857"/>
                  </a:lnTo>
                  <a:lnTo>
                    <a:pt x="5026" y="14967"/>
                  </a:lnTo>
                  <a:lnTo>
                    <a:pt x="4659" y="15187"/>
                  </a:lnTo>
                  <a:lnTo>
                    <a:pt x="4659" y="15187"/>
                  </a:lnTo>
                  <a:lnTo>
                    <a:pt x="4806" y="14857"/>
                  </a:lnTo>
                  <a:lnTo>
                    <a:pt x="4916" y="14636"/>
                  </a:lnTo>
                  <a:lnTo>
                    <a:pt x="4953" y="14490"/>
                  </a:lnTo>
                  <a:lnTo>
                    <a:pt x="4989" y="14380"/>
                  </a:lnTo>
                  <a:lnTo>
                    <a:pt x="4953" y="14270"/>
                  </a:lnTo>
                  <a:lnTo>
                    <a:pt x="4916" y="14160"/>
                  </a:lnTo>
                  <a:lnTo>
                    <a:pt x="4843" y="14123"/>
                  </a:lnTo>
                  <a:lnTo>
                    <a:pt x="4659" y="14123"/>
                  </a:lnTo>
                  <a:lnTo>
                    <a:pt x="4586" y="14160"/>
                  </a:lnTo>
                  <a:lnTo>
                    <a:pt x="4549" y="14233"/>
                  </a:lnTo>
                  <a:lnTo>
                    <a:pt x="4513" y="14343"/>
                  </a:lnTo>
                  <a:lnTo>
                    <a:pt x="4549" y="14453"/>
                  </a:lnTo>
                  <a:lnTo>
                    <a:pt x="4513" y="14526"/>
                  </a:lnTo>
                  <a:lnTo>
                    <a:pt x="4439" y="14783"/>
                  </a:lnTo>
                  <a:lnTo>
                    <a:pt x="4366" y="15003"/>
                  </a:lnTo>
                  <a:lnTo>
                    <a:pt x="4329" y="15260"/>
                  </a:lnTo>
                  <a:lnTo>
                    <a:pt x="4366" y="15333"/>
                  </a:lnTo>
                  <a:lnTo>
                    <a:pt x="4293" y="15370"/>
                  </a:lnTo>
                  <a:lnTo>
                    <a:pt x="3999" y="15480"/>
                  </a:lnTo>
                  <a:lnTo>
                    <a:pt x="3632" y="15590"/>
                  </a:lnTo>
                  <a:lnTo>
                    <a:pt x="3816" y="15333"/>
                  </a:lnTo>
                  <a:lnTo>
                    <a:pt x="4109" y="14746"/>
                  </a:lnTo>
                  <a:lnTo>
                    <a:pt x="4109" y="14673"/>
                  </a:lnTo>
                  <a:lnTo>
                    <a:pt x="4109" y="14600"/>
                  </a:lnTo>
                  <a:lnTo>
                    <a:pt x="4072" y="14526"/>
                  </a:lnTo>
                  <a:lnTo>
                    <a:pt x="4036" y="14490"/>
                  </a:lnTo>
                  <a:lnTo>
                    <a:pt x="3962" y="14453"/>
                  </a:lnTo>
                  <a:lnTo>
                    <a:pt x="3889" y="14453"/>
                  </a:lnTo>
                  <a:lnTo>
                    <a:pt x="3816" y="14490"/>
                  </a:lnTo>
                  <a:lnTo>
                    <a:pt x="3779" y="14563"/>
                  </a:lnTo>
                  <a:lnTo>
                    <a:pt x="3486" y="15150"/>
                  </a:lnTo>
                  <a:lnTo>
                    <a:pt x="3339" y="15407"/>
                  </a:lnTo>
                  <a:lnTo>
                    <a:pt x="3229" y="15663"/>
                  </a:lnTo>
                  <a:lnTo>
                    <a:pt x="2899" y="15700"/>
                  </a:lnTo>
                  <a:lnTo>
                    <a:pt x="2532" y="15627"/>
                  </a:lnTo>
                  <a:lnTo>
                    <a:pt x="2752" y="15407"/>
                  </a:lnTo>
                  <a:lnTo>
                    <a:pt x="2935" y="15187"/>
                  </a:lnTo>
                  <a:lnTo>
                    <a:pt x="3119" y="14893"/>
                  </a:lnTo>
                  <a:lnTo>
                    <a:pt x="3265" y="14600"/>
                  </a:lnTo>
                  <a:lnTo>
                    <a:pt x="3339" y="14600"/>
                  </a:lnTo>
                  <a:lnTo>
                    <a:pt x="3375" y="14526"/>
                  </a:lnTo>
                  <a:lnTo>
                    <a:pt x="3412" y="14490"/>
                  </a:lnTo>
                  <a:lnTo>
                    <a:pt x="3449" y="14380"/>
                  </a:lnTo>
                  <a:lnTo>
                    <a:pt x="3412" y="14343"/>
                  </a:lnTo>
                  <a:lnTo>
                    <a:pt x="3412" y="14270"/>
                  </a:lnTo>
                  <a:lnTo>
                    <a:pt x="3339" y="14233"/>
                  </a:lnTo>
                  <a:lnTo>
                    <a:pt x="3229" y="14196"/>
                  </a:lnTo>
                  <a:lnTo>
                    <a:pt x="3155" y="14196"/>
                  </a:lnTo>
                  <a:lnTo>
                    <a:pt x="3045" y="14233"/>
                  </a:lnTo>
                  <a:lnTo>
                    <a:pt x="2935" y="14380"/>
                  </a:lnTo>
                  <a:lnTo>
                    <a:pt x="2752" y="14673"/>
                  </a:lnTo>
                  <a:lnTo>
                    <a:pt x="2495" y="15077"/>
                  </a:lnTo>
                  <a:lnTo>
                    <a:pt x="2238" y="15443"/>
                  </a:lnTo>
                  <a:lnTo>
                    <a:pt x="2202" y="15553"/>
                  </a:lnTo>
                  <a:lnTo>
                    <a:pt x="1908" y="15370"/>
                  </a:lnTo>
                  <a:lnTo>
                    <a:pt x="1615" y="15187"/>
                  </a:lnTo>
                  <a:lnTo>
                    <a:pt x="1761" y="15077"/>
                  </a:lnTo>
                  <a:lnTo>
                    <a:pt x="1872" y="14967"/>
                  </a:lnTo>
                  <a:lnTo>
                    <a:pt x="2238" y="14563"/>
                  </a:lnTo>
                  <a:lnTo>
                    <a:pt x="2568" y="14196"/>
                  </a:lnTo>
                  <a:lnTo>
                    <a:pt x="2715" y="13976"/>
                  </a:lnTo>
                  <a:lnTo>
                    <a:pt x="2789" y="13756"/>
                  </a:lnTo>
                  <a:lnTo>
                    <a:pt x="2789" y="13683"/>
                  </a:lnTo>
                  <a:lnTo>
                    <a:pt x="2752" y="13609"/>
                  </a:lnTo>
                  <a:lnTo>
                    <a:pt x="2642" y="13609"/>
                  </a:lnTo>
                  <a:lnTo>
                    <a:pt x="2422" y="13719"/>
                  </a:lnTo>
                  <a:lnTo>
                    <a:pt x="2238" y="13866"/>
                  </a:lnTo>
                  <a:lnTo>
                    <a:pt x="1945" y="14233"/>
                  </a:lnTo>
                  <a:lnTo>
                    <a:pt x="1578" y="14673"/>
                  </a:lnTo>
                  <a:lnTo>
                    <a:pt x="1505" y="14820"/>
                  </a:lnTo>
                  <a:lnTo>
                    <a:pt x="1431" y="15003"/>
                  </a:lnTo>
                  <a:lnTo>
                    <a:pt x="1138" y="14636"/>
                  </a:lnTo>
                  <a:lnTo>
                    <a:pt x="1468" y="14306"/>
                  </a:lnTo>
                  <a:lnTo>
                    <a:pt x="1761" y="13939"/>
                  </a:lnTo>
                  <a:lnTo>
                    <a:pt x="2312" y="13206"/>
                  </a:lnTo>
                  <a:lnTo>
                    <a:pt x="2312" y="13132"/>
                  </a:lnTo>
                  <a:lnTo>
                    <a:pt x="2312" y="13059"/>
                  </a:lnTo>
                  <a:lnTo>
                    <a:pt x="2238" y="12949"/>
                  </a:lnTo>
                  <a:lnTo>
                    <a:pt x="2202" y="12912"/>
                  </a:lnTo>
                  <a:lnTo>
                    <a:pt x="2055" y="12912"/>
                  </a:lnTo>
                  <a:lnTo>
                    <a:pt x="1982" y="12949"/>
                  </a:lnTo>
                  <a:lnTo>
                    <a:pt x="1431" y="13646"/>
                  </a:lnTo>
                  <a:lnTo>
                    <a:pt x="1211" y="14013"/>
                  </a:lnTo>
                  <a:lnTo>
                    <a:pt x="991" y="14380"/>
                  </a:lnTo>
                  <a:lnTo>
                    <a:pt x="844" y="14050"/>
                  </a:lnTo>
                  <a:lnTo>
                    <a:pt x="698" y="13719"/>
                  </a:lnTo>
                  <a:lnTo>
                    <a:pt x="1028" y="13426"/>
                  </a:lnTo>
                  <a:lnTo>
                    <a:pt x="1358" y="13096"/>
                  </a:lnTo>
                  <a:lnTo>
                    <a:pt x="1872" y="12436"/>
                  </a:lnTo>
                  <a:lnTo>
                    <a:pt x="1908" y="12362"/>
                  </a:lnTo>
                  <a:lnTo>
                    <a:pt x="1908" y="12289"/>
                  </a:lnTo>
                  <a:lnTo>
                    <a:pt x="1872" y="12215"/>
                  </a:lnTo>
                  <a:lnTo>
                    <a:pt x="1835" y="12179"/>
                  </a:lnTo>
                  <a:lnTo>
                    <a:pt x="1761" y="12142"/>
                  </a:lnTo>
                  <a:lnTo>
                    <a:pt x="1688" y="12105"/>
                  </a:lnTo>
                  <a:lnTo>
                    <a:pt x="1615" y="12105"/>
                  </a:lnTo>
                  <a:lnTo>
                    <a:pt x="1541" y="12179"/>
                  </a:lnTo>
                  <a:lnTo>
                    <a:pt x="1065" y="12729"/>
                  </a:lnTo>
                  <a:lnTo>
                    <a:pt x="808" y="13022"/>
                  </a:lnTo>
                  <a:lnTo>
                    <a:pt x="624" y="13353"/>
                  </a:lnTo>
                  <a:lnTo>
                    <a:pt x="588" y="13206"/>
                  </a:lnTo>
                  <a:lnTo>
                    <a:pt x="551" y="12876"/>
                  </a:lnTo>
                  <a:lnTo>
                    <a:pt x="771" y="12656"/>
                  </a:lnTo>
                  <a:lnTo>
                    <a:pt x="1028" y="12399"/>
                  </a:lnTo>
                  <a:lnTo>
                    <a:pt x="1321" y="12069"/>
                  </a:lnTo>
                  <a:lnTo>
                    <a:pt x="1468" y="11885"/>
                  </a:lnTo>
                  <a:lnTo>
                    <a:pt x="1505" y="11775"/>
                  </a:lnTo>
                  <a:lnTo>
                    <a:pt x="1505" y="11665"/>
                  </a:lnTo>
                  <a:lnTo>
                    <a:pt x="1505" y="11592"/>
                  </a:lnTo>
                  <a:lnTo>
                    <a:pt x="1468" y="11555"/>
                  </a:lnTo>
                  <a:lnTo>
                    <a:pt x="1395" y="11518"/>
                  </a:lnTo>
                  <a:lnTo>
                    <a:pt x="1358" y="11555"/>
                  </a:lnTo>
                  <a:lnTo>
                    <a:pt x="1175" y="11629"/>
                  </a:lnTo>
                  <a:lnTo>
                    <a:pt x="1028" y="11775"/>
                  </a:lnTo>
                  <a:lnTo>
                    <a:pt x="771" y="12105"/>
                  </a:lnTo>
                  <a:lnTo>
                    <a:pt x="514" y="12436"/>
                  </a:lnTo>
                  <a:lnTo>
                    <a:pt x="514" y="11922"/>
                  </a:lnTo>
                  <a:lnTo>
                    <a:pt x="624" y="11812"/>
                  </a:lnTo>
                  <a:lnTo>
                    <a:pt x="734" y="11702"/>
                  </a:lnTo>
                  <a:lnTo>
                    <a:pt x="808" y="11482"/>
                  </a:lnTo>
                  <a:lnTo>
                    <a:pt x="991" y="11445"/>
                  </a:lnTo>
                  <a:lnTo>
                    <a:pt x="1138" y="11408"/>
                  </a:lnTo>
                  <a:lnTo>
                    <a:pt x="1248" y="11298"/>
                  </a:lnTo>
                  <a:lnTo>
                    <a:pt x="1358" y="11188"/>
                  </a:lnTo>
                  <a:lnTo>
                    <a:pt x="1468" y="11078"/>
                  </a:lnTo>
                  <a:lnTo>
                    <a:pt x="1505" y="10932"/>
                  </a:lnTo>
                  <a:lnTo>
                    <a:pt x="1505" y="10858"/>
                  </a:lnTo>
                  <a:lnTo>
                    <a:pt x="1505" y="10785"/>
                  </a:lnTo>
                  <a:lnTo>
                    <a:pt x="1468" y="10711"/>
                  </a:lnTo>
                  <a:lnTo>
                    <a:pt x="1395" y="10675"/>
                  </a:lnTo>
                  <a:lnTo>
                    <a:pt x="1175" y="10675"/>
                  </a:lnTo>
                  <a:lnTo>
                    <a:pt x="1101" y="10748"/>
                  </a:lnTo>
                  <a:lnTo>
                    <a:pt x="1065" y="10822"/>
                  </a:lnTo>
                  <a:lnTo>
                    <a:pt x="1028" y="10932"/>
                  </a:lnTo>
                  <a:lnTo>
                    <a:pt x="954" y="11005"/>
                  </a:lnTo>
                  <a:lnTo>
                    <a:pt x="844" y="11042"/>
                  </a:lnTo>
                  <a:lnTo>
                    <a:pt x="698" y="11078"/>
                  </a:lnTo>
                  <a:lnTo>
                    <a:pt x="881" y="10785"/>
                  </a:lnTo>
                  <a:lnTo>
                    <a:pt x="954" y="10675"/>
                  </a:lnTo>
                  <a:lnTo>
                    <a:pt x="1101" y="10565"/>
                  </a:lnTo>
                  <a:lnTo>
                    <a:pt x="1211" y="10455"/>
                  </a:lnTo>
                  <a:lnTo>
                    <a:pt x="1395" y="10418"/>
                  </a:lnTo>
                  <a:lnTo>
                    <a:pt x="1541" y="10345"/>
                  </a:lnTo>
                  <a:lnTo>
                    <a:pt x="1725" y="10345"/>
                  </a:lnTo>
                  <a:lnTo>
                    <a:pt x="2092" y="10308"/>
                  </a:lnTo>
                  <a:lnTo>
                    <a:pt x="2422" y="10271"/>
                  </a:lnTo>
                  <a:lnTo>
                    <a:pt x="2715" y="10161"/>
                  </a:lnTo>
                  <a:lnTo>
                    <a:pt x="3009" y="9978"/>
                  </a:lnTo>
                  <a:lnTo>
                    <a:pt x="3229" y="9721"/>
                  </a:lnTo>
                  <a:lnTo>
                    <a:pt x="3412" y="9464"/>
                  </a:lnTo>
                  <a:lnTo>
                    <a:pt x="3559" y="9171"/>
                  </a:lnTo>
                  <a:lnTo>
                    <a:pt x="3706" y="8841"/>
                  </a:lnTo>
                  <a:lnTo>
                    <a:pt x="3706" y="8804"/>
                  </a:lnTo>
                  <a:lnTo>
                    <a:pt x="3706" y="8767"/>
                  </a:lnTo>
                  <a:lnTo>
                    <a:pt x="3926" y="8731"/>
                  </a:lnTo>
                  <a:lnTo>
                    <a:pt x="4146" y="8657"/>
                  </a:lnTo>
                  <a:lnTo>
                    <a:pt x="4366" y="8584"/>
                  </a:lnTo>
                  <a:lnTo>
                    <a:pt x="4586" y="8547"/>
                  </a:lnTo>
                  <a:close/>
                  <a:moveTo>
                    <a:pt x="3265" y="7484"/>
                  </a:moveTo>
                  <a:lnTo>
                    <a:pt x="3009" y="7557"/>
                  </a:lnTo>
                  <a:lnTo>
                    <a:pt x="2789" y="7704"/>
                  </a:lnTo>
                  <a:lnTo>
                    <a:pt x="2568" y="7850"/>
                  </a:lnTo>
                  <a:lnTo>
                    <a:pt x="2422" y="7997"/>
                  </a:lnTo>
                  <a:lnTo>
                    <a:pt x="2275" y="8180"/>
                  </a:lnTo>
                  <a:lnTo>
                    <a:pt x="2165" y="8364"/>
                  </a:lnTo>
                  <a:lnTo>
                    <a:pt x="2092" y="8584"/>
                  </a:lnTo>
                  <a:lnTo>
                    <a:pt x="2018" y="8254"/>
                  </a:lnTo>
                  <a:lnTo>
                    <a:pt x="1945" y="7924"/>
                  </a:lnTo>
                  <a:lnTo>
                    <a:pt x="1872" y="7850"/>
                  </a:lnTo>
                  <a:lnTo>
                    <a:pt x="1835" y="7850"/>
                  </a:lnTo>
                  <a:lnTo>
                    <a:pt x="1761" y="7887"/>
                  </a:lnTo>
                  <a:lnTo>
                    <a:pt x="1688" y="7997"/>
                  </a:lnTo>
                  <a:lnTo>
                    <a:pt x="1651" y="8107"/>
                  </a:lnTo>
                  <a:lnTo>
                    <a:pt x="1615" y="8364"/>
                  </a:lnTo>
                  <a:lnTo>
                    <a:pt x="1651" y="8657"/>
                  </a:lnTo>
                  <a:lnTo>
                    <a:pt x="1725" y="8914"/>
                  </a:lnTo>
                  <a:lnTo>
                    <a:pt x="1872" y="9208"/>
                  </a:lnTo>
                  <a:lnTo>
                    <a:pt x="2055" y="9428"/>
                  </a:lnTo>
                  <a:lnTo>
                    <a:pt x="2275" y="9611"/>
                  </a:lnTo>
                  <a:lnTo>
                    <a:pt x="2495" y="9758"/>
                  </a:lnTo>
                  <a:lnTo>
                    <a:pt x="2312" y="9831"/>
                  </a:lnTo>
                  <a:lnTo>
                    <a:pt x="2128" y="9868"/>
                  </a:lnTo>
                  <a:lnTo>
                    <a:pt x="1688" y="9868"/>
                  </a:lnTo>
                  <a:lnTo>
                    <a:pt x="1468" y="9905"/>
                  </a:lnTo>
                  <a:lnTo>
                    <a:pt x="1248" y="9941"/>
                  </a:lnTo>
                  <a:lnTo>
                    <a:pt x="1065" y="10015"/>
                  </a:lnTo>
                  <a:lnTo>
                    <a:pt x="881" y="10125"/>
                  </a:lnTo>
                  <a:lnTo>
                    <a:pt x="588" y="10381"/>
                  </a:lnTo>
                  <a:lnTo>
                    <a:pt x="441" y="10528"/>
                  </a:lnTo>
                  <a:lnTo>
                    <a:pt x="331" y="10711"/>
                  </a:lnTo>
                  <a:lnTo>
                    <a:pt x="221" y="10932"/>
                  </a:lnTo>
                  <a:lnTo>
                    <a:pt x="147" y="11115"/>
                  </a:lnTo>
                  <a:lnTo>
                    <a:pt x="37" y="11592"/>
                  </a:lnTo>
                  <a:lnTo>
                    <a:pt x="1" y="12069"/>
                  </a:lnTo>
                  <a:lnTo>
                    <a:pt x="1" y="12546"/>
                  </a:lnTo>
                  <a:lnTo>
                    <a:pt x="74" y="13022"/>
                  </a:lnTo>
                  <a:lnTo>
                    <a:pt x="147" y="13463"/>
                  </a:lnTo>
                  <a:lnTo>
                    <a:pt x="258" y="13903"/>
                  </a:lnTo>
                  <a:lnTo>
                    <a:pt x="404" y="14270"/>
                  </a:lnTo>
                  <a:lnTo>
                    <a:pt x="588" y="14673"/>
                  </a:lnTo>
                  <a:lnTo>
                    <a:pt x="844" y="15040"/>
                  </a:lnTo>
                  <a:lnTo>
                    <a:pt x="1101" y="15333"/>
                  </a:lnTo>
                  <a:lnTo>
                    <a:pt x="1431" y="15627"/>
                  </a:lnTo>
                  <a:lnTo>
                    <a:pt x="1761" y="15847"/>
                  </a:lnTo>
                  <a:lnTo>
                    <a:pt x="2165" y="16030"/>
                  </a:lnTo>
                  <a:lnTo>
                    <a:pt x="2568" y="16140"/>
                  </a:lnTo>
                  <a:lnTo>
                    <a:pt x="2789" y="16177"/>
                  </a:lnTo>
                  <a:lnTo>
                    <a:pt x="3009" y="16177"/>
                  </a:lnTo>
                  <a:lnTo>
                    <a:pt x="3486" y="16140"/>
                  </a:lnTo>
                  <a:lnTo>
                    <a:pt x="3926" y="16030"/>
                  </a:lnTo>
                  <a:lnTo>
                    <a:pt x="4329" y="15884"/>
                  </a:lnTo>
                  <a:lnTo>
                    <a:pt x="4696" y="15700"/>
                  </a:lnTo>
                  <a:lnTo>
                    <a:pt x="5100" y="15517"/>
                  </a:lnTo>
                  <a:lnTo>
                    <a:pt x="5430" y="15297"/>
                  </a:lnTo>
                  <a:lnTo>
                    <a:pt x="5613" y="15150"/>
                  </a:lnTo>
                  <a:lnTo>
                    <a:pt x="5723" y="15003"/>
                  </a:lnTo>
                  <a:lnTo>
                    <a:pt x="6310" y="14490"/>
                  </a:lnTo>
                  <a:lnTo>
                    <a:pt x="6567" y="14270"/>
                  </a:lnTo>
                  <a:lnTo>
                    <a:pt x="6714" y="14160"/>
                  </a:lnTo>
                  <a:lnTo>
                    <a:pt x="6787" y="14013"/>
                  </a:lnTo>
                  <a:lnTo>
                    <a:pt x="6970" y="13683"/>
                  </a:lnTo>
                  <a:lnTo>
                    <a:pt x="7117" y="13316"/>
                  </a:lnTo>
                  <a:lnTo>
                    <a:pt x="7227" y="12949"/>
                  </a:lnTo>
                  <a:lnTo>
                    <a:pt x="7300" y="12619"/>
                  </a:lnTo>
                  <a:lnTo>
                    <a:pt x="7374" y="12252"/>
                  </a:lnTo>
                  <a:lnTo>
                    <a:pt x="7410" y="11885"/>
                  </a:lnTo>
                  <a:lnTo>
                    <a:pt x="7410" y="11518"/>
                  </a:lnTo>
                  <a:lnTo>
                    <a:pt x="7374" y="11152"/>
                  </a:lnTo>
                  <a:lnTo>
                    <a:pt x="7337" y="10785"/>
                  </a:lnTo>
                  <a:lnTo>
                    <a:pt x="7264" y="10418"/>
                  </a:lnTo>
                  <a:lnTo>
                    <a:pt x="7154" y="10125"/>
                  </a:lnTo>
                  <a:lnTo>
                    <a:pt x="7007" y="9794"/>
                  </a:lnTo>
                  <a:lnTo>
                    <a:pt x="6860" y="9538"/>
                  </a:lnTo>
                  <a:lnTo>
                    <a:pt x="6677" y="9244"/>
                  </a:lnTo>
                  <a:lnTo>
                    <a:pt x="6457" y="8987"/>
                  </a:lnTo>
                  <a:lnTo>
                    <a:pt x="6237" y="8767"/>
                  </a:lnTo>
                  <a:lnTo>
                    <a:pt x="5980" y="8584"/>
                  </a:lnTo>
                  <a:lnTo>
                    <a:pt x="5686" y="8401"/>
                  </a:lnTo>
                  <a:lnTo>
                    <a:pt x="5393" y="8291"/>
                  </a:lnTo>
                  <a:lnTo>
                    <a:pt x="5100" y="8180"/>
                  </a:lnTo>
                  <a:lnTo>
                    <a:pt x="4769" y="8144"/>
                  </a:lnTo>
                  <a:lnTo>
                    <a:pt x="4476" y="8144"/>
                  </a:lnTo>
                  <a:lnTo>
                    <a:pt x="4219" y="8180"/>
                  </a:lnTo>
                  <a:lnTo>
                    <a:pt x="3926" y="8291"/>
                  </a:lnTo>
                  <a:lnTo>
                    <a:pt x="3816" y="8364"/>
                  </a:lnTo>
                  <a:lnTo>
                    <a:pt x="3706" y="8437"/>
                  </a:lnTo>
                  <a:lnTo>
                    <a:pt x="3632" y="8547"/>
                  </a:lnTo>
                  <a:lnTo>
                    <a:pt x="3559" y="8657"/>
                  </a:lnTo>
                  <a:lnTo>
                    <a:pt x="3559" y="8694"/>
                  </a:lnTo>
                  <a:lnTo>
                    <a:pt x="3522" y="8731"/>
                  </a:lnTo>
                  <a:lnTo>
                    <a:pt x="3486" y="8767"/>
                  </a:lnTo>
                  <a:lnTo>
                    <a:pt x="3192" y="9171"/>
                  </a:lnTo>
                  <a:lnTo>
                    <a:pt x="3009" y="9354"/>
                  </a:lnTo>
                  <a:lnTo>
                    <a:pt x="2825" y="9538"/>
                  </a:lnTo>
                  <a:lnTo>
                    <a:pt x="2789" y="9464"/>
                  </a:lnTo>
                  <a:lnTo>
                    <a:pt x="2458" y="9171"/>
                  </a:lnTo>
                  <a:lnTo>
                    <a:pt x="2348" y="9024"/>
                  </a:lnTo>
                  <a:lnTo>
                    <a:pt x="2202" y="8877"/>
                  </a:lnTo>
                  <a:lnTo>
                    <a:pt x="2275" y="8877"/>
                  </a:lnTo>
                  <a:lnTo>
                    <a:pt x="2312" y="8841"/>
                  </a:lnTo>
                  <a:lnTo>
                    <a:pt x="2532" y="8841"/>
                  </a:lnTo>
                  <a:lnTo>
                    <a:pt x="2715" y="8804"/>
                  </a:lnTo>
                  <a:lnTo>
                    <a:pt x="2899" y="8731"/>
                  </a:lnTo>
                  <a:lnTo>
                    <a:pt x="3045" y="8621"/>
                  </a:lnTo>
                  <a:lnTo>
                    <a:pt x="3265" y="8474"/>
                  </a:lnTo>
                  <a:lnTo>
                    <a:pt x="3486" y="8254"/>
                  </a:lnTo>
                  <a:lnTo>
                    <a:pt x="3669" y="8034"/>
                  </a:lnTo>
                  <a:lnTo>
                    <a:pt x="3816" y="7814"/>
                  </a:lnTo>
                  <a:lnTo>
                    <a:pt x="3852" y="7740"/>
                  </a:lnTo>
                  <a:lnTo>
                    <a:pt x="3852" y="7667"/>
                  </a:lnTo>
                  <a:lnTo>
                    <a:pt x="3779" y="7557"/>
                  </a:lnTo>
                  <a:lnTo>
                    <a:pt x="3669" y="7484"/>
                  </a:lnTo>
                  <a:lnTo>
                    <a:pt x="3596" y="7484"/>
                  </a:lnTo>
                  <a:lnTo>
                    <a:pt x="3522" y="7520"/>
                  </a:lnTo>
                  <a:lnTo>
                    <a:pt x="3412" y="7484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74" name="Google Shape;297;p5">
              <a:extLst>
                <a:ext uri="{FF2B5EF4-FFF2-40B4-BE49-F238E27FC236}">
                  <a16:creationId xmlns:a16="http://schemas.microsoft.com/office/drawing/2014/main" id="{ED890F01-10B6-4EF6-B9FC-67318C49FCB0}"/>
                </a:ext>
              </a:extLst>
            </p:cNvPr>
            <p:cNvSpPr/>
            <p:nvPr/>
          </p:nvSpPr>
          <p:spPr>
            <a:xfrm>
              <a:off x="6823375" y="1978500"/>
              <a:ext cx="365025" cy="447525"/>
            </a:xfrm>
            <a:custGeom>
              <a:avLst/>
              <a:gdLst/>
              <a:ahLst/>
              <a:cxnLst/>
              <a:rect l="l" t="t" r="r" b="b"/>
              <a:pathLst>
                <a:path w="14601" h="17901" extrusionOk="0">
                  <a:moveTo>
                    <a:pt x="10492" y="4329"/>
                  </a:moveTo>
                  <a:lnTo>
                    <a:pt x="10859" y="4769"/>
                  </a:lnTo>
                  <a:lnTo>
                    <a:pt x="10712" y="4769"/>
                  </a:lnTo>
                  <a:lnTo>
                    <a:pt x="10712" y="4696"/>
                  </a:lnTo>
                  <a:lnTo>
                    <a:pt x="10675" y="4622"/>
                  </a:lnTo>
                  <a:lnTo>
                    <a:pt x="10639" y="4622"/>
                  </a:lnTo>
                  <a:lnTo>
                    <a:pt x="10602" y="4549"/>
                  </a:lnTo>
                  <a:lnTo>
                    <a:pt x="10565" y="4512"/>
                  </a:lnTo>
                  <a:lnTo>
                    <a:pt x="10455" y="4475"/>
                  </a:lnTo>
                  <a:lnTo>
                    <a:pt x="10345" y="4512"/>
                  </a:lnTo>
                  <a:lnTo>
                    <a:pt x="10308" y="4549"/>
                  </a:lnTo>
                  <a:lnTo>
                    <a:pt x="10272" y="4622"/>
                  </a:lnTo>
                  <a:lnTo>
                    <a:pt x="10272" y="4696"/>
                  </a:lnTo>
                  <a:lnTo>
                    <a:pt x="10052" y="4622"/>
                  </a:lnTo>
                  <a:lnTo>
                    <a:pt x="10492" y="4329"/>
                  </a:lnTo>
                  <a:close/>
                  <a:moveTo>
                    <a:pt x="6897" y="3448"/>
                  </a:moveTo>
                  <a:lnTo>
                    <a:pt x="7044" y="3485"/>
                  </a:lnTo>
                  <a:lnTo>
                    <a:pt x="7227" y="3522"/>
                  </a:lnTo>
                  <a:lnTo>
                    <a:pt x="7374" y="3595"/>
                  </a:lnTo>
                  <a:lnTo>
                    <a:pt x="7484" y="3705"/>
                  </a:lnTo>
                  <a:lnTo>
                    <a:pt x="7521" y="3815"/>
                  </a:lnTo>
                  <a:lnTo>
                    <a:pt x="7521" y="3889"/>
                  </a:lnTo>
                  <a:lnTo>
                    <a:pt x="7484" y="3999"/>
                  </a:lnTo>
                  <a:lnTo>
                    <a:pt x="7447" y="4109"/>
                  </a:lnTo>
                  <a:lnTo>
                    <a:pt x="7264" y="4292"/>
                  </a:lnTo>
                  <a:lnTo>
                    <a:pt x="7154" y="4439"/>
                  </a:lnTo>
                  <a:lnTo>
                    <a:pt x="6934" y="4732"/>
                  </a:lnTo>
                  <a:lnTo>
                    <a:pt x="6714" y="4952"/>
                  </a:lnTo>
                  <a:lnTo>
                    <a:pt x="6494" y="5099"/>
                  </a:lnTo>
                  <a:lnTo>
                    <a:pt x="6384" y="5136"/>
                  </a:lnTo>
                  <a:lnTo>
                    <a:pt x="6310" y="5136"/>
                  </a:lnTo>
                  <a:lnTo>
                    <a:pt x="6237" y="5062"/>
                  </a:lnTo>
                  <a:lnTo>
                    <a:pt x="6200" y="4989"/>
                  </a:lnTo>
                  <a:lnTo>
                    <a:pt x="6163" y="4806"/>
                  </a:lnTo>
                  <a:lnTo>
                    <a:pt x="6163" y="4659"/>
                  </a:lnTo>
                  <a:lnTo>
                    <a:pt x="6163" y="4145"/>
                  </a:lnTo>
                  <a:lnTo>
                    <a:pt x="6127" y="3595"/>
                  </a:lnTo>
                  <a:lnTo>
                    <a:pt x="6273" y="3522"/>
                  </a:lnTo>
                  <a:lnTo>
                    <a:pt x="6420" y="3485"/>
                  </a:lnTo>
                  <a:lnTo>
                    <a:pt x="6567" y="3448"/>
                  </a:lnTo>
                  <a:close/>
                  <a:moveTo>
                    <a:pt x="6457" y="3118"/>
                  </a:moveTo>
                  <a:lnTo>
                    <a:pt x="6237" y="3192"/>
                  </a:lnTo>
                  <a:lnTo>
                    <a:pt x="6017" y="3265"/>
                  </a:lnTo>
                  <a:lnTo>
                    <a:pt x="5833" y="3375"/>
                  </a:lnTo>
                  <a:lnTo>
                    <a:pt x="5723" y="3558"/>
                  </a:lnTo>
                  <a:lnTo>
                    <a:pt x="5723" y="3632"/>
                  </a:lnTo>
                  <a:lnTo>
                    <a:pt x="5760" y="3668"/>
                  </a:lnTo>
                  <a:lnTo>
                    <a:pt x="5797" y="3705"/>
                  </a:lnTo>
                  <a:lnTo>
                    <a:pt x="5870" y="3705"/>
                  </a:lnTo>
                  <a:lnTo>
                    <a:pt x="5980" y="3668"/>
                  </a:lnTo>
                  <a:lnTo>
                    <a:pt x="5943" y="4219"/>
                  </a:lnTo>
                  <a:lnTo>
                    <a:pt x="5943" y="4769"/>
                  </a:lnTo>
                  <a:lnTo>
                    <a:pt x="5943" y="4952"/>
                  </a:lnTo>
                  <a:lnTo>
                    <a:pt x="5980" y="5099"/>
                  </a:lnTo>
                  <a:lnTo>
                    <a:pt x="6053" y="5209"/>
                  </a:lnTo>
                  <a:lnTo>
                    <a:pt x="6163" y="5319"/>
                  </a:lnTo>
                  <a:lnTo>
                    <a:pt x="6237" y="5393"/>
                  </a:lnTo>
                  <a:lnTo>
                    <a:pt x="6530" y="5393"/>
                  </a:lnTo>
                  <a:lnTo>
                    <a:pt x="6714" y="5282"/>
                  </a:lnTo>
                  <a:lnTo>
                    <a:pt x="6897" y="5136"/>
                  </a:lnTo>
                  <a:lnTo>
                    <a:pt x="7227" y="4806"/>
                  </a:lnTo>
                  <a:lnTo>
                    <a:pt x="7447" y="4512"/>
                  </a:lnTo>
                  <a:lnTo>
                    <a:pt x="7594" y="4329"/>
                  </a:lnTo>
                  <a:lnTo>
                    <a:pt x="7741" y="4182"/>
                  </a:lnTo>
                  <a:lnTo>
                    <a:pt x="7814" y="3962"/>
                  </a:lnTo>
                  <a:lnTo>
                    <a:pt x="7851" y="3852"/>
                  </a:lnTo>
                  <a:lnTo>
                    <a:pt x="7851" y="3742"/>
                  </a:lnTo>
                  <a:lnTo>
                    <a:pt x="7777" y="3595"/>
                  </a:lnTo>
                  <a:lnTo>
                    <a:pt x="7667" y="3448"/>
                  </a:lnTo>
                  <a:lnTo>
                    <a:pt x="7521" y="3302"/>
                  </a:lnTo>
                  <a:lnTo>
                    <a:pt x="7374" y="3228"/>
                  </a:lnTo>
                  <a:lnTo>
                    <a:pt x="7190" y="3155"/>
                  </a:lnTo>
                  <a:lnTo>
                    <a:pt x="6970" y="3118"/>
                  </a:lnTo>
                  <a:close/>
                  <a:moveTo>
                    <a:pt x="2789" y="3522"/>
                  </a:moveTo>
                  <a:lnTo>
                    <a:pt x="2935" y="3668"/>
                  </a:lnTo>
                  <a:lnTo>
                    <a:pt x="3082" y="3779"/>
                  </a:lnTo>
                  <a:lnTo>
                    <a:pt x="3449" y="3925"/>
                  </a:lnTo>
                  <a:lnTo>
                    <a:pt x="3632" y="3999"/>
                  </a:lnTo>
                  <a:lnTo>
                    <a:pt x="3669" y="4072"/>
                  </a:lnTo>
                  <a:lnTo>
                    <a:pt x="3706" y="4145"/>
                  </a:lnTo>
                  <a:lnTo>
                    <a:pt x="3706" y="4219"/>
                  </a:lnTo>
                  <a:lnTo>
                    <a:pt x="3742" y="4255"/>
                  </a:lnTo>
                  <a:lnTo>
                    <a:pt x="3779" y="4292"/>
                  </a:lnTo>
                  <a:lnTo>
                    <a:pt x="3852" y="4329"/>
                  </a:lnTo>
                  <a:lnTo>
                    <a:pt x="4036" y="4402"/>
                  </a:lnTo>
                  <a:lnTo>
                    <a:pt x="4219" y="4475"/>
                  </a:lnTo>
                  <a:lnTo>
                    <a:pt x="4403" y="4586"/>
                  </a:lnTo>
                  <a:lnTo>
                    <a:pt x="4549" y="4696"/>
                  </a:lnTo>
                  <a:lnTo>
                    <a:pt x="4843" y="5026"/>
                  </a:lnTo>
                  <a:lnTo>
                    <a:pt x="5100" y="5319"/>
                  </a:lnTo>
                  <a:lnTo>
                    <a:pt x="4770" y="5356"/>
                  </a:lnTo>
                  <a:lnTo>
                    <a:pt x="4476" y="5356"/>
                  </a:lnTo>
                  <a:lnTo>
                    <a:pt x="3816" y="5319"/>
                  </a:lnTo>
                  <a:lnTo>
                    <a:pt x="3486" y="5319"/>
                  </a:lnTo>
                  <a:lnTo>
                    <a:pt x="3156" y="5393"/>
                  </a:lnTo>
                  <a:lnTo>
                    <a:pt x="2972" y="5466"/>
                  </a:lnTo>
                  <a:lnTo>
                    <a:pt x="2789" y="5576"/>
                  </a:lnTo>
                  <a:lnTo>
                    <a:pt x="2605" y="5649"/>
                  </a:lnTo>
                  <a:lnTo>
                    <a:pt x="2495" y="5686"/>
                  </a:lnTo>
                  <a:lnTo>
                    <a:pt x="2349" y="5686"/>
                  </a:lnTo>
                  <a:lnTo>
                    <a:pt x="2312" y="5723"/>
                  </a:lnTo>
                  <a:lnTo>
                    <a:pt x="2275" y="5796"/>
                  </a:lnTo>
                  <a:lnTo>
                    <a:pt x="2275" y="5833"/>
                  </a:lnTo>
                  <a:lnTo>
                    <a:pt x="2349" y="6676"/>
                  </a:lnTo>
                  <a:lnTo>
                    <a:pt x="2128" y="6493"/>
                  </a:lnTo>
                  <a:lnTo>
                    <a:pt x="1908" y="6383"/>
                  </a:lnTo>
                  <a:lnTo>
                    <a:pt x="1908" y="6126"/>
                  </a:lnTo>
                  <a:lnTo>
                    <a:pt x="1835" y="5906"/>
                  </a:lnTo>
                  <a:lnTo>
                    <a:pt x="1725" y="5796"/>
                  </a:lnTo>
                  <a:lnTo>
                    <a:pt x="1578" y="5723"/>
                  </a:lnTo>
                  <a:lnTo>
                    <a:pt x="1285" y="5649"/>
                  </a:lnTo>
                  <a:lnTo>
                    <a:pt x="1101" y="5649"/>
                  </a:lnTo>
                  <a:lnTo>
                    <a:pt x="918" y="5686"/>
                  </a:lnTo>
                  <a:lnTo>
                    <a:pt x="918" y="5686"/>
                  </a:lnTo>
                  <a:lnTo>
                    <a:pt x="1101" y="5356"/>
                  </a:lnTo>
                  <a:lnTo>
                    <a:pt x="1285" y="5026"/>
                  </a:lnTo>
                  <a:lnTo>
                    <a:pt x="1468" y="4732"/>
                  </a:lnTo>
                  <a:lnTo>
                    <a:pt x="1688" y="4439"/>
                  </a:lnTo>
                  <a:lnTo>
                    <a:pt x="1945" y="4182"/>
                  </a:lnTo>
                  <a:lnTo>
                    <a:pt x="2202" y="3962"/>
                  </a:lnTo>
                  <a:lnTo>
                    <a:pt x="2495" y="3742"/>
                  </a:lnTo>
                  <a:lnTo>
                    <a:pt x="2789" y="3522"/>
                  </a:lnTo>
                  <a:close/>
                  <a:moveTo>
                    <a:pt x="10639" y="7520"/>
                  </a:moveTo>
                  <a:lnTo>
                    <a:pt x="11042" y="7703"/>
                  </a:lnTo>
                  <a:lnTo>
                    <a:pt x="11336" y="7850"/>
                  </a:lnTo>
                  <a:lnTo>
                    <a:pt x="11482" y="7924"/>
                  </a:lnTo>
                  <a:lnTo>
                    <a:pt x="11629" y="7960"/>
                  </a:lnTo>
                  <a:lnTo>
                    <a:pt x="11556" y="8254"/>
                  </a:lnTo>
                  <a:lnTo>
                    <a:pt x="11225" y="8107"/>
                  </a:lnTo>
                  <a:lnTo>
                    <a:pt x="10895" y="7960"/>
                  </a:lnTo>
                  <a:lnTo>
                    <a:pt x="10785" y="7887"/>
                  </a:lnTo>
                  <a:lnTo>
                    <a:pt x="10639" y="7520"/>
                  </a:lnTo>
                  <a:close/>
                  <a:moveTo>
                    <a:pt x="10272" y="8070"/>
                  </a:moveTo>
                  <a:lnTo>
                    <a:pt x="10382" y="8144"/>
                  </a:lnTo>
                  <a:lnTo>
                    <a:pt x="10529" y="8217"/>
                  </a:lnTo>
                  <a:lnTo>
                    <a:pt x="10565" y="8327"/>
                  </a:lnTo>
                  <a:lnTo>
                    <a:pt x="10602" y="8400"/>
                  </a:lnTo>
                  <a:lnTo>
                    <a:pt x="10712" y="8437"/>
                  </a:lnTo>
                  <a:lnTo>
                    <a:pt x="10932" y="8510"/>
                  </a:lnTo>
                  <a:lnTo>
                    <a:pt x="11042" y="8547"/>
                  </a:lnTo>
                  <a:lnTo>
                    <a:pt x="11042" y="8584"/>
                  </a:lnTo>
                  <a:lnTo>
                    <a:pt x="11042" y="8657"/>
                  </a:lnTo>
                  <a:lnTo>
                    <a:pt x="11079" y="8731"/>
                  </a:lnTo>
                  <a:lnTo>
                    <a:pt x="11152" y="8804"/>
                  </a:lnTo>
                  <a:lnTo>
                    <a:pt x="11336" y="8841"/>
                  </a:lnTo>
                  <a:lnTo>
                    <a:pt x="11152" y="9244"/>
                  </a:lnTo>
                  <a:lnTo>
                    <a:pt x="11079" y="9171"/>
                  </a:lnTo>
                  <a:lnTo>
                    <a:pt x="10602" y="8767"/>
                  </a:lnTo>
                  <a:lnTo>
                    <a:pt x="10602" y="8547"/>
                  </a:lnTo>
                  <a:lnTo>
                    <a:pt x="10565" y="8364"/>
                  </a:lnTo>
                  <a:lnTo>
                    <a:pt x="10492" y="8254"/>
                  </a:lnTo>
                  <a:lnTo>
                    <a:pt x="10345" y="8180"/>
                  </a:lnTo>
                  <a:lnTo>
                    <a:pt x="10272" y="8070"/>
                  </a:lnTo>
                  <a:close/>
                  <a:moveTo>
                    <a:pt x="9135" y="4806"/>
                  </a:moveTo>
                  <a:lnTo>
                    <a:pt x="9501" y="4842"/>
                  </a:lnTo>
                  <a:lnTo>
                    <a:pt x="9575" y="4879"/>
                  </a:lnTo>
                  <a:lnTo>
                    <a:pt x="9611" y="4842"/>
                  </a:lnTo>
                  <a:lnTo>
                    <a:pt x="9905" y="4916"/>
                  </a:lnTo>
                  <a:lnTo>
                    <a:pt x="10198" y="5026"/>
                  </a:lnTo>
                  <a:lnTo>
                    <a:pt x="10015" y="5246"/>
                  </a:lnTo>
                  <a:lnTo>
                    <a:pt x="10015" y="5319"/>
                  </a:lnTo>
                  <a:lnTo>
                    <a:pt x="10052" y="5393"/>
                  </a:lnTo>
                  <a:lnTo>
                    <a:pt x="10125" y="5429"/>
                  </a:lnTo>
                  <a:lnTo>
                    <a:pt x="10198" y="5429"/>
                  </a:lnTo>
                  <a:lnTo>
                    <a:pt x="10418" y="5319"/>
                  </a:lnTo>
                  <a:lnTo>
                    <a:pt x="10639" y="5246"/>
                  </a:lnTo>
                  <a:lnTo>
                    <a:pt x="10859" y="5209"/>
                  </a:lnTo>
                  <a:lnTo>
                    <a:pt x="11115" y="5172"/>
                  </a:lnTo>
                  <a:lnTo>
                    <a:pt x="11336" y="5613"/>
                  </a:lnTo>
                  <a:lnTo>
                    <a:pt x="10859" y="5723"/>
                  </a:lnTo>
                  <a:lnTo>
                    <a:pt x="10602" y="5796"/>
                  </a:lnTo>
                  <a:lnTo>
                    <a:pt x="10382" y="5906"/>
                  </a:lnTo>
                  <a:lnTo>
                    <a:pt x="10345" y="5943"/>
                  </a:lnTo>
                  <a:lnTo>
                    <a:pt x="10345" y="5979"/>
                  </a:lnTo>
                  <a:lnTo>
                    <a:pt x="10345" y="6016"/>
                  </a:lnTo>
                  <a:lnTo>
                    <a:pt x="10382" y="6053"/>
                  </a:lnTo>
                  <a:lnTo>
                    <a:pt x="10639" y="6126"/>
                  </a:lnTo>
                  <a:lnTo>
                    <a:pt x="10932" y="6126"/>
                  </a:lnTo>
                  <a:lnTo>
                    <a:pt x="11225" y="6089"/>
                  </a:lnTo>
                  <a:lnTo>
                    <a:pt x="11482" y="6016"/>
                  </a:lnTo>
                  <a:lnTo>
                    <a:pt x="11629" y="6566"/>
                  </a:lnTo>
                  <a:lnTo>
                    <a:pt x="11666" y="6640"/>
                  </a:lnTo>
                  <a:lnTo>
                    <a:pt x="11666" y="6640"/>
                  </a:lnTo>
                  <a:lnTo>
                    <a:pt x="11262" y="6530"/>
                  </a:lnTo>
                  <a:lnTo>
                    <a:pt x="10932" y="6456"/>
                  </a:lnTo>
                  <a:lnTo>
                    <a:pt x="10749" y="6420"/>
                  </a:lnTo>
                  <a:lnTo>
                    <a:pt x="10565" y="6456"/>
                  </a:lnTo>
                  <a:lnTo>
                    <a:pt x="10529" y="6456"/>
                  </a:lnTo>
                  <a:lnTo>
                    <a:pt x="10565" y="6530"/>
                  </a:lnTo>
                  <a:lnTo>
                    <a:pt x="10712" y="6640"/>
                  </a:lnTo>
                  <a:lnTo>
                    <a:pt x="10895" y="6750"/>
                  </a:lnTo>
                  <a:lnTo>
                    <a:pt x="11336" y="6933"/>
                  </a:lnTo>
                  <a:lnTo>
                    <a:pt x="11702" y="7043"/>
                  </a:lnTo>
                  <a:lnTo>
                    <a:pt x="11666" y="7593"/>
                  </a:lnTo>
                  <a:lnTo>
                    <a:pt x="11482" y="7520"/>
                  </a:lnTo>
                  <a:lnTo>
                    <a:pt x="11299" y="7447"/>
                  </a:lnTo>
                  <a:lnTo>
                    <a:pt x="10785" y="7227"/>
                  </a:lnTo>
                  <a:lnTo>
                    <a:pt x="10529" y="7153"/>
                  </a:lnTo>
                  <a:lnTo>
                    <a:pt x="10235" y="7117"/>
                  </a:lnTo>
                  <a:lnTo>
                    <a:pt x="10198" y="7117"/>
                  </a:lnTo>
                  <a:lnTo>
                    <a:pt x="10198" y="7153"/>
                  </a:lnTo>
                  <a:lnTo>
                    <a:pt x="10198" y="7190"/>
                  </a:lnTo>
                  <a:lnTo>
                    <a:pt x="10198" y="7227"/>
                  </a:lnTo>
                  <a:lnTo>
                    <a:pt x="10492" y="7410"/>
                  </a:lnTo>
                  <a:lnTo>
                    <a:pt x="10418" y="7447"/>
                  </a:lnTo>
                  <a:lnTo>
                    <a:pt x="10015" y="7593"/>
                  </a:lnTo>
                  <a:lnTo>
                    <a:pt x="9905" y="7483"/>
                  </a:lnTo>
                  <a:lnTo>
                    <a:pt x="9832" y="7447"/>
                  </a:lnTo>
                  <a:lnTo>
                    <a:pt x="9795" y="7483"/>
                  </a:lnTo>
                  <a:lnTo>
                    <a:pt x="9758" y="7520"/>
                  </a:lnTo>
                  <a:lnTo>
                    <a:pt x="9722" y="7557"/>
                  </a:lnTo>
                  <a:lnTo>
                    <a:pt x="9722" y="7703"/>
                  </a:lnTo>
                  <a:lnTo>
                    <a:pt x="9685" y="7740"/>
                  </a:lnTo>
                  <a:lnTo>
                    <a:pt x="9685" y="7813"/>
                  </a:lnTo>
                  <a:lnTo>
                    <a:pt x="9722" y="7924"/>
                  </a:lnTo>
                  <a:lnTo>
                    <a:pt x="9942" y="8180"/>
                  </a:lnTo>
                  <a:lnTo>
                    <a:pt x="9611" y="7960"/>
                  </a:lnTo>
                  <a:lnTo>
                    <a:pt x="9281" y="7777"/>
                  </a:lnTo>
                  <a:lnTo>
                    <a:pt x="9245" y="7777"/>
                  </a:lnTo>
                  <a:lnTo>
                    <a:pt x="9208" y="7813"/>
                  </a:lnTo>
                  <a:lnTo>
                    <a:pt x="9171" y="7850"/>
                  </a:lnTo>
                  <a:lnTo>
                    <a:pt x="9171" y="7924"/>
                  </a:lnTo>
                  <a:lnTo>
                    <a:pt x="9391" y="8180"/>
                  </a:lnTo>
                  <a:lnTo>
                    <a:pt x="9648" y="8437"/>
                  </a:lnTo>
                  <a:lnTo>
                    <a:pt x="10162" y="8877"/>
                  </a:lnTo>
                  <a:lnTo>
                    <a:pt x="10235" y="8951"/>
                  </a:lnTo>
                  <a:lnTo>
                    <a:pt x="10162" y="9134"/>
                  </a:lnTo>
                  <a:lnTo>
                    <a:pt x="10052" y="9317"/>
                  </a:lnTo>
                  <a:lnTo>
                    <a:pt x="9905" y="9391"/>
                  </a:lnTo>
                  <a:lnTo>
                    <a:pt x="9832" y="9354"/>
                  </a:lnTo>
                  <a:lnTo>
                    <a:pt x="9428" y="9097"/>
                  </a:lnTo>
                  <a:lnTo>
                    <a:pt x="9318" y="8914"/>
                  </a:lnTo>
                  <a:lnTo>
                    <a:pt x="9171" y="8694"/>
                  </a:lnTo>
                  <a:lnTo>
                    <a:pt x="8951" y="8547"/>
                  </a:lnTo>
                  <a:lnTo>
                    <a:pt x="8768" y="8400"/>
                  </a:lnTo>
                  <a:lnTo>
                    <a:pt x="8658" y="8290"/>
                  </a:lnTo>
                  <a:lnTo>
                    <a:pt x="8548" y="8107"/>
                  </a:lnTo>
                  <a:lnTo>
                    <a:pt x="8511" y="7887"/>
                  </a:lnTo>
                  <a:lnTo>
                    <a:pt x="8474" y="7887"/>
                  </a:lnTo>
                  <a:lnTo>
                    <a:pt x="8474" y="7777"/>
                  </a:lnTo>
                  <a:lnTo>
                    <a:pt x="8438" y="7740"/>
                  </a:lnTo>
                  <a:lnTo>
                    <a:pt x="8364" y="7740"/>
                  </a:lnTo>
                  <a:lnTo>
                    <a:pt x="7887" y="7667"/>
                  </a:lnTo>
                  <a:lnTo>
                    <a:pt x="7374" y="7630"/>
                  </a:lnTo>
                  <a:lnTo>
                    <a:pt x="7117" y="7630"/>
                  </a:lnTo>
                  <a:lnTo>
                    <a:pt x="6860" y="7667"/>
                  </a:lnTo>
                  <a:lnTo>
                    <a:pt x="6640" y="7740"/>
                  </a:lnTo>
                  <a:lnTo>
                    <a:pt x="6457" y="7887"/>
                  </a:lnTo>
                  <a:lnTo>
                    <a:pt x="6384" y="7777"/>
                  </a:lnTo>
                  <a:lnTo>
                    <a:pt x="6347" y="7703"/>
                  </a:lnTo>
                  <a:lnTo>
                    <a:pt x="6384" y="7630"/>
                  </a:lnTo>
                  <a:lnTo>
                    <a:pt x="6420" y="7557"/>
                  </a:lnTo>
                  <a:lnTo>
                    <a:pt x="6604" y="7410"/>
                  </a:lnTo>
                  <a:lnTo>
                    <a:pt x="6787" y="7337"/>
                  </a:lnTo>
                  <a:lnTo>
                    <a:pt x="7080" y="7300"/>
                  </a:lnTo>
                  <a:lnTo>
                    <a:pt x="7374" y="7227"/>
                  </a:lnTo>
                  <a:lnTo>
                    <a:pt x="7521" y="7153"/>
                  </a:lnTo>
                  <a:lnTo>
                    <a:pt x="7704" y="7006"/>
                  </a:lnTo>
                  <a:lnTo>
                    <a:pt x="7741" y="6896"/>
                  </a:lnTo>
                  <a:lnTo>
                    <a:pt x="7777" y="6823"/>
                  </a:lnTo>
                  <a:lnTo>
                    <a:pt x="7741" y="6750"/>
                  </a:lnTo>
                  <a:lnTo>
                    <a:pt x="7667" y="6676"/>
                  </a:lnTo>
                  <a:lnTo>
                    <a:pt x="7594" y="6603"/>
                  </a:lnTo>
                  <a:lnTo>
                    <a:pt x="7484" y="6603"/>
                  </a:lnTo>
                  <a:lnTo>
                    <a:pt x="7227" y="6640"/>
                  </a:lnTo>
                  <a:lnTo>
                    <a:pt x="7007" y="6713"/>
                  </a:lnTo>
                  <a:lnTo>
                    <a:pt x="6787" y="6786"/>
                  </a:lnTo>
                  <a:lnTo>
                    <a:pt x="6714" y="6786"/>
                  </a:lnTo>
                  <a:lnTo>
                    <a:pt x="6640" y="6750"/>
                  </a:lnTo>
                  <a:lnTo>
                    <a:pt x="6640" y="6676"/>
                  </a:lnTo>
                  <a:lnTo>
                    <a:pt x="6677" y="6603"/>
                  </a:lnTo>
                  <a:lnTo>
                    <a:pt x="6750" y="6456"/>
                  </a:lnTo>
                  <a:lnTo>
                    <a:pt x="6824" y="6346"/>
                  </a:lnTo>
                  <a:lnTo>
                    <a:pt x="7080" y="6199"/>
                  </a:lnTo>
                  <a:lnTo>
                    <a:pt x="7337" y="6016"/>
                  </a:lnTo>
                  <a:lnTo>
                    <a:pt x="7704" y="5759"/>
                  </a:lnTo>
                  <a:lnTo>
                    <a:pt x="8108" y="5466"/>
                  </a:lnTo>
                  <a:lnTo>
                    <a:pt x="8181" y="5539"/>
                  </a:lnTo>
                  <a:lnTo>
                    <a:pt x="8218" y="5539"/>
                  </a:lnTo>
                  <a:lnTo>
                    <a:pt x="8254" y="5503"/>
                  </a:lnTo>
                  <a:lnTo>
                    <a:pt x="8511" y="5172"/>
                  </a:lnTo>
                  <a:lnTo>
                    <a:pt x="8731" y="4806"/>
                  </a:lnTo>
                  <a:close/>
                  <a:moveTo>
                    <a:pt x="10492" y="9171"/>
                  </a:moveTo>
                  <a:lnTo>
                    <a:pt x="10749" y="9391"/>
                  </a:lnTo>
                  <a:lnTo>
                    <a:pt x="10969" y="9611"/>
                  </a:lnTo>
                  <a:lnTo>
                    <a:pt x="10675" y="10124"/>
                  </a:lnTo>
                  <a:lnTo>
                    <a:pt x="10602" y="10198"/>
                  </a:lnTo>
                  <a:lnTo>
                    <a:pt x="10565" y="10161"/>
                  </a:lnTo>
                  <a:lnTo>
                    <a:pt x="10529" y="10088"/>
                  </a:lnTo>
                  <a:lnTo>
                    <a:pt x="10418" y="9941"/>
                  </a:lnTo>
                  <a:lnTo>
                    <a:pt x="10308" y="9758"/>
                  </a:lnTo>
                  <a:lnTo>
                    <a:pt x="10162" y="9611"/>
                  </a:lnTo>
                  <a:lnTo>
                    <a:pt x="10272" y="9501"/>
                  </a:lnTo>
                  <a:lnTo>
                    <a:pt x="10345" y="9427"/>
                  </a:lnTo>
                  <a:lnTo>
                    <a:pt x="10492" y="9171"/>
                  </a:lnTo>
                  <a:close/>
                  <a:moveTo>
                    <a:pt x="551" y="7300"/>
                  </a:moveTo>
                  <a:lnTo>
                    <a:pt x="808" y="7483"/>
                  </a:lnTo>
                  <a:lnTo>
                    <a:pt x="991" y="7703"/>
                  </a:lnTo>
                  <a:lnTo>
                    <a:pt x="1211" y="7924"/>
                  </a:lnTo>
                  <a:lnTo>
                    <a:pt x="1431" y="8144"/>
                  </a:lnTo>
                  <a:lnTo>
                    <a:pt x="1982" y="8584"/>
                  </a:lnTo>
                  <a:lnTo>
                    <a:pt x="2238" y="8841"/>
                  </a:lnTo>
                  <a:lnTo>
                    <a:pt x="2349" y="8987"/>
                  </a:lnTo>
                  <a:lnTo>
                    <a:pt x="2422" y="9134"/>
                  </a:lnTo>
                  <a:lnTo>
                    <a:pt x="2202" y="9281"/>
                  </a:lnTo>
                  <a:lnTo>
                    <a:pt x="2018" y="9464"/>
                  </a:lnTo>
                  <a:lnTo>
                    <a:pt x="1872" y="9684"/>
                  </a:lnTo>
                  <a:lnTo>
                    <a:pt x="1762" y="9978"/>
                  </a:lnTo>
                  <a:lnTo>
                    <a:pt x="1725" y="10344"/>
                  </a:lnTo>
                  <a:lnTo>
                    <a:pt x="1762" y="10675"/>
                  </a:lnTo>
                  <a:lnTo>
                    <a:pt x="1908" y="11408"/>
                  </a:lnTo>
                  <a:lnTo>
                    <a:pt x="1542" y="10968"/>
                  </a:lnTo>
                  <a:lnTo>
                    <a:pt x="1248" y="10528"/>
                  </a:lnTo>
                  <a:lnTo>
                    <a:pt x="991" y="10014"/>
                  </a:lnTo>
                  <a:lnTo>
                    <a:pt x="808" y="9501"/>
                  </a:lnTo>
                  <a:lnTo>
                    <a:pt x="661" y="8951"/>
                  </a:lnTo>
                  <a:lnTo>
                    <a:pt x="551" y="8400"/>
                  </a:lnTo>
                  <a:lnTo>
                    <a:pt x="514" y="7850"/>
                  </a:lnTo>
                  <a:lnTo>
                    <a:pt x="551" y="7300"/>
                  </a:lnTo>
                  <a:close/>
                  <a:moveTo>
                    <a:pt x="6897" y="8620"/>
                  </a:moveTo>
                  <a:lnTo>
                    <a:pt x="6934" y="8694"/>
                  </a:lnTo>
                  <a:lnTo>
                    <a:pt x="7007" y="8731"/>
                  </a:lnTo>
                  <a:lnTo>
                    <a:pt x="7264" y="8877"/>
                  </a:lnTo>
                  <a:lnTo>
                    <a:pt x="7484" y="9024"/>
                  </a:lnTo>
                  <a:lnTo>
                    <a:pt x="7704" y="9207"/>
                  </a:lnTo>
                  <a:lnTo>
                    <a:pt x="7887" y="9427"/>
                  </a:lnTo>
                  <a:lnTo>
                    <a:pt x="8034" y="9648"/>
                  </a:lnTo>
                  <a:lnTo>
                    <a:pt x="8181" y="9904"/>
                  </a:lnTo>
                  <a:lnTo>
                    <a:pt x="8254" y="10161"/>
                  </a:lnTo>
                  <a:lnTo>
                    <a:pt x="8254" y="10418"/>
                  </a:lnTo>
                  <a:lnTo>
                    <a:pt x="8218" y="10638"/>
                  </a:lnTo>
                  <a:lnTo>
                    <a:pt x="7704" y="10088"/>
                  </a:lnTo>
                  <a:lnTo>
                    <a:pt x="7154" y="9611"/>
                  </a:lnTo>
                  <a:lnTo>
                    <a:pt x="7080" y="9611"/>
                  </a:lnTo>
                  <a:lnTo>
                    <a:pt x="7044" y="9648"/>
                  </a:lnTo>
                  <a:lnTo>
                    <a:pt x="7080" y="9684"/>
                  </a:lnTo>
                  <a:lnTo>
                    <a:pt x="7557" y="10344"/>
                  </a:lnTo>
                  <a:lnTo>
                    <a:pt x="8071" y="10968"/>
                  </a:lnTo>
                  <a:lnTo>
                    <a:pt x="7887" y="11188"/>
                  </a:lnTo>
                  <a:lnTo>
                    <a:pt x="7741" y="11408"/>
                  </a:lnTo>
                  <a:lnTo>
                    <a:pt x="7521" y="11628"/>
                  </a:lnTo>
                  <a:lnTo>
                    <a:pt x="7227" y="11372"/>
                  </a:lnTo>
                  <a:lnTo>
                    <a:pt x="6860" y="11005"/>
                  </a:lnTo>
                  <a:lnTo>
                    <a:pt x="6787" y="10748"/>
                  </a:lnTo>
                  <a:lnTo>
                    <a:pt x="6750" y="10491"/>
                  </a:lnTo>
                  <a:lnTo>
                    <a:pt x="6640" y="10234"/>
                  </a:lnTo>
                  <a:lnTo>
                    <a:pt x="6530" y="9978"/>
                  </a:lnTo>
                  <a:lnTo>
                    <a:pt x="6457" y="9868"/>
                  </a:lnTo>
                  <a:lnTo>
                    <a:pt x="6310" y="9868"/>
                  </a:lnTo>
                  <a:lnTo>
                    <a:pt x="5870" y="10014"/>
                  </a:lnTo>
                  <a:lnTo>
                    <a:pt x="5650" y="10088"/>
                  </a:lnTo>
                  <a:lnTo>
                    <a:pt x="5577" y="10088"/>
                  </a:lnTo>
                  <a:lnTo>
                    <a:pt x="5466" y="10014"/>
                  </a:lnTo>
                  <a:lnTo>
                    <a:pt x="5210" y="9904"/>
                  </a:lnTo>
                  <a:lnTo>
                    <a:pt x="5026" y="9758"/>
                  </a:lnTo>
                  <a:lnTo>
                    <a:pt x="4953" y="9648"/>
                  </a:lnTo>
                  <a:lnTo>
                    <a:pt x="4880" y="9538"/>
                  </a:lnTo>
                  <a:lnTo>
                    <a:pt x="4843" y="9427"/>
                  </a:lnTo>
                  <a:lnTo>
                    <a:pt x="4843" y="9281"/>
                  </a:lnTo>
                  <a:lnTo>
                    <a:pt x="4880" y="9134"/>
                  </a:lnTo>
                  <a:lnTo>
                    <a:pt x="4953" y="8987"/>
                  </a:lnTo>
                  <a:lnTo>
                    <a:pt x="5063" y="8877"/>
                  </a:lnTo>
                  <a:lnTo>
                    <a:pt x="5210" y="8804"/>
                  </a:lnTo>
                  <a:lnTo>
                    <a:pt x="5577" y="8694"/>
                  </a:lnTo>
                  <a:lnTo>
                    <a:pt x="5870" y="8657"/>
                  </a:lnTo>
                  <a:lnTo>
                    <a:pt x="6384" y="8657"/>
                  </a:lnTo>
                  <a:lnTo>
                    <a:pt x="6897" y="8620"/>
                  </a:lnTo>
                  <a:close/>
                  <a:moveTo>
                    <a:pt x="8621" y="10088"/>
                  </a:moveTo>
                  <a:lnTo>
                    <a:pt x="9355" y="10565"/>
                  </a:lnTo>
                  <a:lnTo>
                    <a:pt x="9501" y="10711"/>
                  </a:lnTo>
                  <a:lnTo>
                    <a:pt x="9648" y="10858"/>
                  </a:lnTo>
                  <a:lnTo>
                    <a:pt x="9758" y="11005"/>
                  </a:lnTo>
                  <a:lnTo>
                    <a:pt x="9868" y="11151"/>
                  </a:lnTo>
                  <a:lnTo>
                    <a:pt x="9355" y="11628"/>
                  </a:lnTo>
                  <a:lnTo>
                    <a:pt x="9318" y="11592"/>
                  </a:lnTo>
                  <a:lnTo>
                    <a:pt x="9208" y="11482"/>
                  </a:lnTo>
                  <a:lnTo>
                    <a:pt x="9061" y="11408"/>
                  </a:lnTo>
                  <a:lnTo>
                    <a:pt x="8878" y="11298"/>
                  </a:lnTo>
                  <a:lnTo>
                    <a:pt x="8768" y="11188"/>
                  </a:lnTo>
                  <a:lnTo>
                    <a:pt x="8511" y="10931"/>
                  </a:lnTo>
                  <a:lnTo>
                    <a:pt x="8548" y="10821"/>
                  </a:lnTo>
                  <a:lnTo>
                    <a:pt x="8621" y="10638"/>
                  </a:lnTo>
                  <a:lnTo>
                    <a:pt x="8658" y="10455"/>
                  </a:lnTo>
                  <a:lnTo>
                    <a:pt x="8658" y="10271"/>
                  </a:lnTo>
                  <a:lnTo>
                    <a:pt x="8621" y="10088"/>
                  </a:lnTo>
                  <a:close/>
                  <a:moveTo>
                    <a:pt x="6860" y="11555"/>
                  </a:moveTo>
                  <a:lnTo>
                    <a:pt x="7190" y="11885"/>
                  </a:lnTo>
                  <a:lnTo>
                    <a:pt x="7007" y="11958"/>
                  </a:lnTo>
                  <a:lnTo>
                    <a:pt x="6897" y="11958"/>
                  </a:lnTo>
                  <a:lnTo>
                    <a:pt x="6787" y="11922"/>
                  </a:lnTo>
                  <a:lnTo>
                    <a:pt x="6860" y="11555"/>
                  </a:lnTo>
                  <a:close/>
                  <a:moveTo>
                    <a:pt x="8328" y="11262"/>
                  </a:moveTo>
                  <a:lnTo>
                    <a:pt x="8474" y="11445"/>
                  </a:lnTo>
                  <a:lnTo>
                    <a:pt x="8658" y="11628"/>
                  </a:lnTo>
                  <a:lnTo>
                    <a:pt x="8878" y="11775"/>
                  </a:lnTo>
                  <a:lnTo>
                    <a:pt x="8988" y="11812"/>
                  </a:lnTo>
                  <a:lnTo>
                    <a:pt x="9098" y="11848"/>
                  </a:lnTo>
                  <a:lnTo>
                    <a:pt x="8731" y="12105"/>
                  </a:lnTo>
                  <a:lnTo>
                    <a:pt x="8328" y="12325"/>
                  </a:lnTo>
                  <a:lnTo>
                    <a:pt x="8291" y="12289"/>
                  </a:lnTo>
                  <a:lnTo>
                    <a:pt x="7814" y="11885"/>
                  </a:lnTo>
                  <a:lnTo>
                    <a:pt x="8071" y="11592"/>
                  </a:lnTo>
                  <a:lnTo>
                    <a:pt x="8328" y="11262"/>
                  </a:lnTo>
                  <a:close/>
                  <a:moveTo>
                    <a:pt x="6970" y="2678"/>
                  </a:moveTo>
                  <a:lnTo>
                    <a:pt x="7374" y="2715"/>
                  </a:lnTo>
                  <a:lnTo>
                    <a:pt x="7777" y="2788"/>
                  </a:lnTo>
                  <a:lnTo>
                    <a:pt x="8181" y="2898"/>
                  </a:lnTo>
                  <a:lnTo>
                    <a:pt x="8548" y="3008"/>
                  </a:lnTo>
                  <a:lnTo>
                    <a:pt x="8915" y="3192"/>
                  </a:lnTo>
                  <a:lnTo>
                    <a:pt x="9281" y="3375"/>
                  </a:lnTo>
                  <a:lnTo>
                    <a:pt x="9611" y="3595"/>
                  </a:lnTo>
                  <a:lnTo>
                    <a:pt x="9501" y="3632"/>
                  </a:lnTo>
                  <a:lnTo>
                    <a:pt x="9281" y="3815"/>
                  </a:lnTo>
                  <a:lnTo>
                    <a:pt x="9171" y="3925"/>
                  </a:lnTo>
                  <a:lnTo>
                    <a:pt x="9061" y="4035"/>
                  </a:lnTo>
                  <a:lnTo>
                    <a:pt x="9061" y="4072"/>
                  </a:lnTo>
                  <a:lnTo>
                    <a:pt x="9061" y="4109"/>
                  </a:lnTo>
                  <a:lnTo>
                    <a:pt x="9135" y="4109"/>
                  </a:lnTo>
                  <a:lnTo>
                    <a:pt x="9245" y="4072"/>
                  </a:lnTo>
                  <a:lnTo>
                    <a:pt x="9355" y="4072"/>
                  </a:lnTo>
                  <a:lnTo>
                    <a:pt x="9685" y="3925"/>
                  </a:lnTo>
                  <a:lnTo>
                    <a:pt x="9905" y="3815"/>
                  </a:lnTo>
                  <a:lnTo>
                    <a:pt x="10198" y="4035"/>
                  </a:lnTo>
                  <a:lnTo>
                    <a:pt x="9905" y="4255"/>
                  </a:lnTo>
                  <a:lnTo>
                    <a:pt x="9611" y="4512"/>
                  </a:lnTo>
                  <a:lnTo>
                    <a:pt x="9281" y="4475"/>
                  </a:lnTo>
                  <a:lnTo>
                    <a:pt x="8731" y="4475"/>
                  </a:lnTo>
                  <a:lnTo>
                    <a:pt x="8584" y="4512"/>
                  </a:lnTo>
                  <a:lnTo>
                    <a:pt x="8548" y="4549"/>
                  </a:lnTo>
                  <a:lnTo>
                    <a:pt x="8511" y="4622"/>
                  </a:lnTo>
                  <a:lnTo>
                    <a:pt x="8328" y="4989"/>
                  </a:lnTo>
                  <a:lnTo>
                    <a:pt x="8108" y="5356"/>
                  </a:lnTo>
                  <a:lnTo>
                    <a:pt x="7851" y="5466"/>
                  </a:lnTo>
                  <a:lnTo>
                    <a:pt x="7594" y="5613"/>
                  </a:lnTo>
                  <a:lnTo>
                    <a:pt x="7117" y="5906"/>
                  </a:lnTo>
                  <a:lnTo>
                    <a:pt x="6714" y="6163"/>
                  </a:lnTo>
                  <a:lnTo>
                    <a:pt x="6530" y="6310"/>
                  </a:lnTo>
                  <a:lnTo>
                    <a:pt x="6457" y="6383"/>
                  </a:lnTo>
                  <a:lnTo>
                    <a:pt x="6420" y="6493"/>
                  </a:lnTo>
                  <a:lnTo>
                    <a:pt x="6384" y="6676"/>
                  </a:lnTo>
                  <a:lnTo>
                    <a:pt x="6420" y="6786"/>
                  </a:lnTo>
                  <a:lnTo>
                    <a:pt x="6457" y="6896"/>
                  </a:lnTo>
                  <a:lnTo>
                    <a:pt x="6567" y="6970"/>
                  </a:lnTo>
                  <a:lnTo>
                    <a:pt x="6677" y="6970"/>
                  </a:lnTo>
                  <a:lnTo>
                    <a:pt x="6824" y="7006"/>
                  </a:lnTo>
                  <a:lnTo>
                    <a:pt x="7117" y="6933"/>
                  </a:lnTo>
                  <a:lnTo>
                    <a:pt x="7301" y="6860"/>
                  </a:lnTo>
                  <a:lnTo>
                    <a:pt x="7447" y="6823"/>
                  </a:lnTo>
                  <a:lnTo>
                    <a:pt x="7484" y="6860"/>
                  </a:lnTo>
                  <a:lnTo>
                    <a:pt x="7411" y="6896"/>
                  </a:lnTo>
                  <a:lnTo>
                    <a:pt x="7227" y="7006"/>
                  </a:lnTo>
                  <a:lnTo>
                    <a:pt x="6860" y="7080"/>
                  </a:lnTo>
                  <a:lnTo>
                    <a:pt x="6530" y="7153"/>
                  </a:lnTo>
                  <a:lnTo>
                    <a:pt x="6347" y="7227"/>
                  </a:lnTo>
                  <a:lnTo>
                    <a:pt x="6237" y="7337"/>
                  </a:lnTo>
                  <a:lnTo>
                    <a:pt x="6163" y="7483"/>
                  </a:lnTo>
                  <a:lnTo>
                    <a:pt x="6127" y="7630"/>
                  </a:lnTo>
                  <a:lnTo>
                    <a:pt x="6127" y="7777"/>
                  </a:lnTo>
                  <a:lnTo>
                    <a:pt x="6163" y="7924"/>
                  </a:lnTo>
                  <a:lnTo>
                    <a:pt x="6237" y="8070"/>
                  </a:lnTo>
                  <a:lnTo>
                    <a:pt x="6384" y="8180"/>
                  </a:lnTo>
                  <a:lnTo>
                    <a:pt x="6494" y="8180"/>
                  </a:lnTo>
                  <a:lnTo>
                    <a:pt x="6567" y="8144"/>
                  </a:lnTo>
                  <a:lnTo>
                    <a:pt x="6640" y="8070"/>
                  </a:lnTo>
                  <a:lnTo>
                    <a:pt x="6714" y="7997"/>
                  </a:lnTo>
                  <a:lnTo>
                    <a:pt x="6897" y="7924"/>
                  </a:lnTo>
                  <a:lnTo>
                    <a:pt x="7337" y="7924"/>
                  </a:lnTo>
                  <a:lnTo>
                    <a:pt x="8328" y="7997"/>
                  </a:lnTo>
                  <a:lnTo>
                    <a:pt x="8328" y="8144"/>
                  </a:lnTo>
                  <a:lnTo>
                    <a:pt x="8364" y="8327"/>
                  </a:lnTo>
                  <a:lnTo>
                    <a:pt x="8438" y="8474"/>
                  </a:lnTo>
                  <a:lnTo>
                    <a:pt x="8548" y="8584"/>
                  </a:lnTo>
                  <a:lnTo>
                    <a:pt x="8768" y="8767"/>
                  </a:lnTo>
                  <a:lnTo>
                    <a:pt x="8548" y="8694"/>
                  </a:lnTo>
                  <a:lnTo>
                    <a:pt x="8328" y="8657"/>
                  </a:lnTo>
                  <a:lnTo>
                    <a:pt x="8291" y="8657"/>
                  </a:lnTo>
                  <a:lnTo>
                    <a:pt x="8291" y="8731"/>
                  </a:lnTo>
                  <a:lnTo>
                    <a:pt x="8511" y="8951"/>
                  </a:lnTo>
                  <a:lnTo>
                    <a:pt x="8768" y="9171"/>
                  </a:lnTo>
                  <a:lnTo>
                    <a:pt x="9355" y="9501"/>
                  </a:lnTo>
                  <a:lnTo>
                    <a:pt x="9428" y="9574"/>
                  </a:lnTo>
                  <a:lnTo>
                    <a:pt x="9538" y="9648"/>
                  </a:lnTo>
                  <a:lnTo>
                    <a:pt x="9648" y="9684"/>
                  </a:lnTo>
                  <a:lnTo>
                    <a:pt x="9795" y="9794"/>
                  </a:lnTo>
                  <a:lnTo>
                    <a:pt x="9942" y="9941"/>
                  </a:lnTo>
                  <a:lnTo>
                    <a:pt x="10125" y="10198"/>
                  </a:lnTo>
                  <a:lnTo>
                    <a:pt x="10272" y="10344"/>
                  </a:lnTo>
                  <a:lnTo>
                    <a:pt x="10418" y="10491"/>
                  </a:lnTo>
                  <a:lnTo>
                    <a:pt x="10125" y="10858"/>
                  </a:lnTo>
                  <a:lnTo>
                    <a:pt x="9978" y="10638"/>
                  </a:lnTo>
                  <a:lnTo>
                    <a:pt x="9795" y="10455"/>
                  </a:lnTo>
                  <a:lnTo>
                    <a:pt x="9428" y="10161"/>
                  </a:lnTo>
                  <a:lnTo>
                    <a:pt x="8988" y="9904"/>
                  </a:lnTo>
                  <a:lnTo>
                    <a:pt x="8401" y="9501"/>
                  </a:lnTo>
                  <a:lnTo>
                    <a:pt x="8144" y="9171"/>
                  </a:lnTo>
                  <a:lnTo>
                    <a:pt x="7851" y="8877"/>
                  </a:lnTo>
                  <a:lnTo>
                    <a:pt x="7557" y="8657"/>
                  </a:lnTo>
                  <a:lnTo>
                    <a:pt x="7227" y="8437"/>
                  </a:lnTo>
                  <a:lnTo>
                    <a:pt x="7190" y="8437"/>
                  </a:lnTo>
                  <a:lnTo>
                    <a:pt x="7190" y="8400"/>
                  </a:lnTo>
                  <a:lnTo>
                    <a:pt x="7154" y="8400"/>
                  </a:lnTo>
                  <a:lnTo>
                    <a:pt x="7044" y="8364"/>
                  </a:lnTo>
                  <a:lnTo>
                    <a:pt x="6677" y="8327"/>
                  </a:lnTo>
                  <a:lnTo>
                    <a:pt x="6273" y="8290"/>
                  </a:lnTo>
                  <a:lnTo>
                    <a:pt x="5870" y="8327"/>
                  </a:lnTo>
                  <a:lnTo>
                    <a:pt x="5466" y="8364"/>
                  </a:lnTo>
                  <a:lnTo>
                    <a:pt x="5173" y="8437"/>
                  </a:lnTo>
                  <a:lnTo>
                    <a:pt x="4990" y="8510"/>
                  </a:lnTo>
                  <a:lnTo>
                    <a:pt x="4843" y="8620"/>
                  </a:lnTo>
                  <a:lnTo>
                    <a:pt x="4733" y="8731"/>
                  </a:lnTo>
                  <a:lnTo>
                    <a:pt x="4623" y="8841"/>
                  </a:lnTo>
                  <a:lnTo>
                    <a:pt x="4549" y="8987"/>
                  </a:lnTo>
                  <a:lnTo>
                    <a:pt x="4476" y="9171"/>
                  </a:lnTo>
                  <a:lnTo>
                    <a:pt x="4476" y="9317"/>
                  </a:lnTo>
                  <a:lnTo>
                    <a:pt x="4476" y="9464"/>
                  </a:lnTo>
                  <a:lnTo>
                    <a:pt x="4513" y="9611"/>
                  </a:lnTo>
                  <a:lnTo>
                    <a:pt x="4549" y="9721"/>
                  </a:lnTo>
                  <a:lnTo>
                    <a:pt x="4733" y="9978"/>
                  </a:lnTo>
                  <a:lnTo>
                    <a:pt x="4953" y="10161"/>
                  </a:lnTo>
                  <a:lnTo>
                    <a:pt x="5246" y="10344"/>
                  </a:lnTo>
                  <a:lnTo>
                    <a:pt x="5577" y="10491"/>
                  </a:lnTo>
                  <a:lnTo>
                    <a:pt x="5687" y="10491"/>
                  </a:lnTo>
                  <a:lnTo>
                    <a:pt x="5797" y="10418"/>
                  </a:lnTo>
                  <a:lnTo>
                    <a:pt x="6090" y="10308"/>
                  </a:lnTo>
                  <a:lnTo>
                    <a:pt x="6090" y="10418"/>
                  </a:lnTo>
                  <a:lnTo>
                    <a:pt x="6090" y="10528"/>
                  </a:lnTo>
                  <a:lnTo>
                    <a:pt x="6163" y="10785"/>
                  </a:lnTo>
                  <a:lnTo>
                    <a:pt x="6310" y="10968"/>
                  </a:lnTo>
                  <a:lnTo>
                    <a:pt x="6494" y="11188"/>
                  </a:lnTo>
                  <a:lnTo>
                    <a:pt x="6494" y="11592"/>
                  </a:lnTo>
                  <a:lnTo>
                    <a:pt x="6420" y="11958"/>
                  </a:lnTo>
                  <a:lnTo>
                    <a:pt x="6384" y="12105"/>
                  </a:lnTo>
                  <a:lnTo>
                    <a:pt x="6420" y="12142"/>
                  </a:lnTo>
                  <a:lnTo>
                    <a:pt x="6457" y="12179"/>
                  </a:lnTo>
                  <a:lnTo>
                    <a:pt x="6714" y="12289"/>
                  </a:lnTo>
                  <a:lnTo>
                    <a:pt x="6970" y="12325"/>
                  </a:lnTo>
                  <a:lnTo>
                    <a:pt x="7227" y="12252"/>
                  </a:lnTo>
                  <a:lnTo>
                    <a:pt x="7447" y="12142"/>
                  </a:lnTo>
                  <a:lnTo>
                    <a:pt x="7924" y="12509"/>
                  </a:lnTo>
                  <a:lnTo>
                    <a:pt x="7484" y="12655"/>
                  </a:lnTo>
                  <a:lnTo>
                    <a:pt x="7044" y="12802"/>
                  </a:lnTo>
                  <a:lnTo>
                    <a:pt x="6714" y="12876"/>
                  </a:lnTo>
                  <a:lnTo>
                    <a:pt x="6604" y="12765"/>
                  </a:lnTo>
                  <a:lnTo>
                    <a:pt x="6494" y="12582"/>
                  </a:lnTo>
                  <a:lnTo>
                    <a:pt x="6310" y="12289"/>
                  </a:lnTo>
                  <a:lnTo>
                    <a:pt x="6090" y="12032"/>
                  </a:lnTo>
                  <a:lnTo>
                    <a:pt x="5870" y="11812"/>
                  </a:lnTo>
                  <a:lnTo>
                    <a:pt x="5466" y="11372"/>
                  </a:lnTo>
                  <a:lnTo>
                    <a:pt x="5100" y="10895"/>
                  </a:lnTo>
                  <a:lnTo>
                    <a:pt x="5063" y="10858"/>
                  </a:lnTo>
                  <a:lnTo>
                    <a:pt x="4990" y="10858"/>
                  </a:lnTo>
                  <a:lnTo>
                    <a:pt x="4953" y="10895"/>
                  </a:lnTo>
                  <a:lnTo>
                    <a:pt x="4953" y="10931"/>
                  </a:lnTo>
                  <a:lnTo>
                    <a:pt x="4953" y="11151"/>
                  </a:lnTo>
                  <a:lnTo>
                    <a:pt x="5026" y="11335"/>
                  </a:lnTo>
                  <a:lnTo>
                    <a:pt x="5100" y="11518"/>
                  </a:lnTo>
                  <a:lnTo>
                    <a:pt x="5246" y="11702"/>
                  </a:lnTo>
                  <a:lnTo>
                    <a:pt x="5540" y="12032"/>
                  </a:lnTo>
                  <a:lnTo>
                    <a:pt x="5833" y="12325"/>
                  </a:lnTo>
                  <a:lnTo>
                    <a:pt x="6017" y="12582"/>
                  </a:lnTo>
                  <a:lnTo>
                    <a:pt x="6200" y="12912"/>
                  </a:lnTo>
                  <a:lnTo>
                    <a:pt x="5650" y="12949"/>
                  </a:lnTo>
                  <a:lnTo>
                    <a:pt x="5026" y="12362"/>
                  </a:lnTo>
                  <a:lnTo>
                    <a:pt x="4659" y="11995"/>
                  </a:lnTo>
                  <a:lnTo>
                    <a:pt x="4513" y="11812"/>
                  </a:lnTo>
                  <a:lnTo>
                    <a:pt x="4439" y="11555"/>
                  </a:lnTo>
                  <a:lnTo>
                    <a:pt x="4403" y="11518"/>
                  </a:lnTo>
                  <a:lnTo>
                    <a:pt x="4329" y="11482"/>
                  </a:lnTo>
                  <a:lnTo>
                    <a:pt x="4256" y="11482"/>
                  </a:lnTo>
                  <a:lnTo>
                    <a:pt x="4219" y="11555"/>
                  </a:lnTo>
                  <a:lnTo>
                    <a:pt x="4219" y="11665"/>
                  </a:lnTo>
                  <a:lnTo>
                    <a:pt x="4219" y="11812"/>
                  </a:lnTo>
                  <a:lnTo>
                    <a:pt x="4293" y="12032"/>
                  </a:lnTo>
                  <a:lnTo>
                    <a:pt x="4403" y="12252"/>
                  </a:lnTo>
                  <a:lnTo>
                    <a:pt x="4586" y="12435"/>
                  </a:lnTo>
                  <a:lnTo>
                    <a:pt x="4953" y="12876"/>
                  </a:lnTo>
                  <a:lnTo>
                    <a:pt x="4880" y="12876"/>
                  </a:lnTo>
                  <a:lnTo>
                    <a:pt x="4880" y="12839"/>
                  </a:lnTo>
                  <a:lnTo>
                    <a:pt x="4880" y="12802"/>
                  </a:lnTo>
                  <a:lnTo>
                    <a:pt x="4843" y="12765"/>
                  </a:lnTo>
                  <a:lnTo>
                    <a:pt x="4549" y="12692"/>
                  </a:lnTo>
                  <a:lnTo>
                    <a:pt x="4439" y="12655"/>
                  </a:lnTo>
                  <a:lnTo>
                    <a:pt x="4366" y="12545"/>
                  </a:lnTo>
                  <a:lnTo>
                    <a:pt x="4293" y="12362"/>
                  </a:lnTo>
                  <a:lnTo>
                    <a:pt x="4073" y="11995"/>
                  </a:lnTo>
                  <a:lnTo>
                    <a:pt x="3926" y="11848"/>
                  </a:lnTo>
                  <a:lnTo>
                    <a:pt x="3816" y="11738"/>
                  </a:lnTo>
                  <a:lnTo>
                    <a:pt x="3816" y="11665"/>
                  </a:lnTo>
                  <a:lnTo>
                    <a:pt x="3816" y="11592"/>
                  </a:lnTo>
                  <a:lnTo>
                    <a:pt x="3779" y="11555"/>
                  </a:lnTo>
                  <a:lnTo>
                    <a:pt x="3742" y="11518"/>
                  </a:lnTo>
                  <a:lnTo>
                    <a:pt x="3669" y="11555"/>
                  </a:lnTo>
                  <a:lnTo>
                    <a:pt x="3559" y="11628"/>
                  </a:lnTo>
                  <a:lnTo>
                    <a:pt x="3522" y="11702"/>
                  </a:lnTo>
                  <a:lnTo>
                    <a:pt x="3522" y="11848"/>
                  </a:lnTo>
                  <a:lnTo>
                    <a:pt x="3559" y="11958"/>
                  </a:lnTo>
                  <a:lnTo>
                    <a:pt x="3669" y="12105"/>
                  </a:lnTo>
                  <a:lnTo>
                    <a:pt x="3779" y="12252"/>
                  </a:lnTo>
                  <a:lnTo>
                    <a:pt x="3889" y="12435"/>
                  </a:lnTo>
                  <a:lnTo>
                    <a:pt x="3963" y="12655"/>
                  </a:lnTo>
                  <a:lnTo>
                    <a:pt x="3963" y="12655"/>
                  </a:lnTo>
                  <a:lnTo>
                    <a:pt x="3376" y="12435"/>
                  </a:lnTo>
                  <a:lnTo>
                    <a:pt x="2825" y="12105"/>
                  </a:lnTo>
                  <a:lnTo>
                    <a:pt x="2789" y="12069"/>
                  </a:lnTo>
                  <a:lnTo>
                    <a:pt x="2715" y="11958"/>
                  </a:lnTo>
                  <a:lnTo>
                    <a:pt x="2605" y="11885"/>
                  </a:lnTo>
                  <a:lnTo>
                    <a:pt x="2349" y="11812"/>
                  </a:lnTo>
                  <a:lnTo>
                    <a:pt x="2312" y="11738"/>
                  </a:lnTo>
                  <a:lnTo>
                    <a:pt x="2165" y="11115"/>
                  </a:lnTo>
                  <a:lnTo>
                    <a:pt x="2092" y="10748"/>
                  </a:lnTo>
                  <a:lnTo>
                    <a:pt x="2055" y="10381"/>
                  </a:lnTo>
                  <a:lnTo>
                    <a:pt x="2055" y="10051"/>
                  </a:lnTo>
                  <a:lnTo>
                    <a:pt x="2092" y="9868"/>
                  </a:lnTo>
                  <a:lnTo>
                    <a:pt x="2165" y="9758"/>
                  </a:lnTo>
                  <a:lnTo>
                    <a:pt x="2238" y="9611"/>
                  </a:lnTo>
                  <a:lnTo>
                    <a:pt x="2349" y="9538"/>
                  </a:lnTo>
                  <a:lnTo>
                    <a:pt x="2495" y="9464"/>
                  </a:lnTo>
                  <a:lnTo>
                    <a:pt x="2679" y="9391"/>
                  </a:lnTo>
                  <a:lnTo>
                    <a:pt x="2715" y="9391"/>
                  </a:lnTo>
                  <a:lnTo>
                    <a:pt x="2752" y="9354"/>
                  </a:lnTo>
                  <a:lnTo>
                    <a:pt x="2789" y="9281"/>
                  </a:lnTo>
                  <a:lnTo>
                    <a:pt x="2789" y="9207"/>
                  </a:lnTo>
                  <a:lnTo>
                    <a:pt x="2715" y="9024"/>
                  </a:lnTo>
                  <a:lnTo>
                    <a:pt x="2605" y="8841"/>
                  </a:lnTo>
                  <a:lnTo>
                    <a:pt x="2495" y="8694"/>
                  </a:lnTo>
                  <a:lnTo>
                    <a:pt x="2349" y="8510"/>
                  </a:lnTo>
                  <a:lnTo>
                    <a:pt x="2055" y="8254"/>
                  </a:lnTo>
                  <a:lnTo>
                    <a:pt x="1725" y="7960"/>
                  </a:lnTo>
                  <a:lnTo>
                    <a:pt x="1505" y="7813"/>
                  </a:lnTo>
                  <a:lnTo>
                    <a:pt x="1285" y="7630"/>
                  </a:lnTo>
                  <a:lnTo>
                    <a:pt x="1175" y="7447"/>
                  </a:lnTo>
                  <a:lnTo>
                    <a:pt x="991" y="7300"/>
                  </a:lnTo>
                  <a:lnTo>
                    <a:pt x="771" y="7153"/>
                  </a:lnTo>
                  <a:lnTo>
                    <a:pt x="551" y="7117"/>
                  </a:lnTo>
                  <a:lnTo>
                    <a:pt x="661" y="6566"/>
                  </a:lnTo>
                  <a:lnTo>
                    <a:pt x="771" y="6089"/>
                  </a:lnTo>
                  <a:lnTo>
                    <a:pt x="808" y="6016"/>
                  </a:lnTo>
                  <a:lnTo>
                    <a:pt x="955" y="5943"/>
                  </a:lnTo>
                  <a:lnTo>
                    <a:pt x="1101" y="5906"/>
                  </a:lnTo>
                  <a:lnTo>
                    <a:pt x="1248" y="5906"/>
                  </a:lnTo>
                  <a:lnTo>
                    <a:pt x="1395" y="5943"/>
                  </a:lnTo>
                  <a:lnTo>
                    <a:pt x="1505" y="6016"/>
                  </a:lnTo>
                  <a:lnTo>
                    <a:pt x="1615" y="6126"/>
                  </a:lnTo>
                  <a:lnTo>
                    <a:pt x="1652" y="6236"/>
                  </a:lnTo>
                  <a:lnTo>
                    <a:pt x="1652" y="6420"/>
                  </a:lnTo>
                  <a:lnTo>
                    <a:pt x="1652" y="6530"/>
                  </a:lnTo>
                  <a:lnTo>
                    <a:pt x="1688" y="6566"/>
                  </a:lnTo>
                  <a:lnTo>
                    <a:pt x="1725" y="6566"/>
                  </a:lnTo>
                  <a:lnTo>
                    <a:pt x="1945" y="6676"/>
                  </a:lnTo>
                  <a:lnTo>
                    <a:pt x="2128" y="6786"/>
                  </a:lnTo>
                  <a:lnTo>
                    <a:pt x="2275" y="6970"/>
                  </a:lnTo>
                  <a:lnTo>
                    <a:pt x="2385" y="7153"/>
                  </a:lnTo>
                  <a:lnTo>
                    <a:pt x="2459" y="7227"/>
                  </a:lnTo>
                  <a:lnTo>
                    <a:pt x="2532" y="7227"/>
                  </a:lnTo>
                  <a:lnTo>
                    <a:pt x="2605" y="7190"/>
                  </a:lnTo>
                  <a:lnTo>
                    <a:pt x="2642" y="7080"/>
                  </a:lnTo>
                  <a:lnTo>
                    <a:pt x="2532" y="5943"/>
                  </a:lnTo>
                  <a:lnTo>
                    <a:pt x="2752" y="5906"/>
                  </a:lnTo>
                  <a:lnTo>
                    <a:pt x="3009" y="5796"/>
                  </a:lnTo>
                  <a:lnTo>
                    <a:pt x="3229" y="5723"/>
                  </a:lnTo>
                  <a:lnTo>
                    <a:pt x="3449" y="5686"/>
                  </a:lnTo>
                  <a:lnTo>
                    <a:pt x="3669" y="5649"/>
                  </a:lnTo>
                  <a:lnTo>
                    <a:pt x="3889" y="5686"/>
                  </a:lnTo>
                  <a:lnTo>
                    <a:pt x="4293" y="5723"/>
                  </a:lnTo>
                  <a:lnTo>
                    <a:pt x="5100" y="5723"/>
                  </a:lnTo>
                  <a:lnTo>
                    <a:pt x="5283" y="5649"/>
                  </a:lnTo>
                  <a:lnTo>
                    <a:pt x="5503" y="5576"/>
                  </a:lnTo>
                  <a:lnTo>
                    <a:pt x="5577" y="5539"/>
                  </a:lnTo>
                  <a:lnTo>
                    <a:pt x="5613" y="5466"/>
                  </a:lnTo>
                  <a:lnTo>
                    <a:pt x="5613" y="5356"/>
                  </a:lnTo>
                  <a:lnTo>
                    <a:pt x="5577" y="5282"/>
                  </a:lnTo>
                  <a:lnTo>
                    <a:pt x="5246" y="4916"/>
                  </a:lnTo>
                  <a:lnTo>
                    <a:pt x="4880" y="4549"/>
                  </a:lnTo>
                  <a:lnTo>
                    <a:pt x="4696" y="4365"/>
                  </a:lnTo>
                  <a:lnTo>
                    <a:pt x="4513" y="4219"/>
                  </a:lnTo>
                  <a:lnTo>
                    <a:pt x="4293" y="4109"/>
                  </a:lnTo>
                  <a:lnTo>
                    <a:pt x="4036" y="3999"/>
                  </a:lnTo>
                  <a:lnTo>
                    <a:pt x="3999" y="3889"/>
                  </a:lnTo>
                  <a:lnTo>
                    <a:pt x="3963" y="3815"/>
                  </a:lnTo>
                  <a:lnTo>
                    <a:pt x="3852" y="3742"/>
                  </a:lnTo>
                  <a:lnTo>
                    <a:pt x="3742" y="3668"/>
                  </a:lnTo>
                  <a:lnTo>
                    <a:pt x="3376" y="3522"/>
                  </a:lnTo>
                  <a:lnTo>
                    <a:pt x="3192" y="3448"/>
                  </a:lnTo>
                  <a:lnTo>
                    <a:pt x="2972" y="3412"/>
                  </a:lnTo>
                  <a:lnTo>
                    <a:pt x="3412" y="3228"/>
                  </a:lnTo>
                  <a:lnTo>
                    <a:pt x="3816" y="3045"/>
                  </a:lnTo>
                  <a:lnTo>
                    <a:pt x="4256" y="2935"/>
                  </a:lnTo>
                  <a:lnTo>
                    <a:pt x="4696" y="2861"/>
                  </a:lnTo>
                  <a:lnTo>
                    <a:pt x="5136" y="2788"/>
                  </a:lnTo>
                  <a:lnTo>
                    <a:pt x="6494" y="2788"/>
                  </a:lnTo>
                  <a:lnTo>
                    <a:pt x="6567" y="2751"/>
                  </a:lnTo>
                  <a:lnTo>
                    <a:pt x="6567" y="2678"/>
                  </a:lnTo>
                  <a:close/>
                  <a:moveTo>
                    <a:pt x="5100" y="15590"/>
                  </a:moveTo>
                  <a:lnTo>
                    <a:pt x="5246" y="15627"/>
                  </a:lnTo>
                  <a:lnTo>
                    <a:pt x="5503" y="15700"/>
                  </a:lnTo>
                  <a:lnTo>
                    <a:pt x="5393" y="15737"/>
                  </a:lnTo>
                  <a:lnTo>
                    <a:pt x="5320" y="15810"/>
                  </a:lnTo>
                  <a:lnTo>
                    <a:pt x="5246" y="15920"/>
                  </a:lnTo>
                  <a:lnTo>
                    <a:pt x="5246" y="16030"/>
                  </a:lnTo>
                  <a:lnTo>
                    <a:pt x="5210" y="16177"/>
                  </a:lnTo>
                  <a:lnTo>
                    <a:pt x="5246" y="16360"/>
                  </a:lnTo>
                  <a:lnTo>
                    <a:pt x="5246" y="16434"/>
                  </a:lnTo>
                  <a:lnTo>
                    <a:pt x="5283" y="16507"/>
                  </a:lnTo>
                  <a:lnTo>
                    <a:pt x="5356" y="16580"/>
                  </a:lnTo>
                  <a:lnTo>
                    <a:pt x="5430" y="16617"/>
                  </a:lnTo>
                  <a:lnTo>
                    <a:pt x="5540" y="16617"/>
                  </a:lnTo>
                  <a:lnTo>
                    <a:pt x="5870" y="16947"/>
                  </a:lnTo>
                  <a:lnTo>
                    <a:pt x="6237" y="17167"/>
                  </a:lnTo>
                  <a:lnTo>
                    <a:pt x="6567" y="17351"/>
                  </a:lnTo>
                  <a:lnTo>
                    <a:pt x="6750" y="17424"/>
                  </a:lnTo>
                  <a:lnTo>
                    <a:pt x="3449" y="17387"/>
                  </a:lnTo>
                  <a:lnTo>
                    <a:pt x="3596" y="17314"/>
                  </a:lnTo>
                  <a:lnTo>
                    <a:pt x="3926" y="17167"/>
                  </a:lnTo>
                  <a:lnTo>
                    <a:pt x="4256" y="16984"/>
                  </a:lnTo>
                  <a:lnTo>
                    <a:pt x="4476" y="16837"/>
                  </a:lnTo>
                  <a:lnTo>
                    <a:pt x="4696" y="16654"/>
                  </a:lnTo>
                  <a:lnTo>
                    <a:pt x="4770" y="16690"/>
                  </a:lnTo>
                  <a:lnTo>
                    <a:pt x="4880" y="16690"/>
                  </a:lnTo>
                  <a:lnTo>
                    <a:pt x="4953" y="16654"/>
                  </a:lnTo>
                  <a:lnTo>
                    <a:pt x="5026" y="16580"/>
                  </a:lnTo>
                  <a:lnTo>
                    <a:pt x="5136" y="16397"/>
                  </a:lnTo>
                  <a:lnTo>
                    <a:pt x="5210" y="16214"/>
                  </a:lnTo>
                  <a:lnTo>
                    <a:pt x="5173" y="16103"/>
                  </a:lnTo>
                  <a:lnTo>
                    <a:pt x="5100" y="16030"/>
                  </a:lnTo>
                  <a:lnTo>
                    <a:pt x="5063" y="15993"/>
                  </a:lnTo>
                  <a:lnTo>
                    <a:pt x="5100" y="15773"/>
                  </a:lnTo>
                  <a:lnTo>
                    <a:pt x="5100" y="15590"/>
                  </a:lnTo>
                  <a:close/>
                  <a:moveTo>
                    <a:pt x="9795" y="0"/>
                  </a:moveTo>
                  <a:lnTo>
                    <a:pt x="9648" y="74"/>
                  </a:lnTo>
                  <a:lnTo>
                    <a:pt x="9391" y="110"/>
                  </a:lnTo>
                  <a:lnTo>
                    <a:pt x="9171" y="220"/>
                  </a:lnTo>
                  <a:lnTo>
                    <a:pt x="9061" y="294"/>
                  </a:lnTo>
                  <a:lnTo>
                    <a:pt x="8988" y="404"/>
                  </a:lnTo>
                  <a:lnTo>
                    <a:pt x="8951" y="514"/>
                  </a:lnTo>
                  <a:lnTo>
                    <a:pt x="8915" y="661"/>
                  </a:lnTo>
                  <a:lnTo>
                    <a:pt x="8915" y="771"/>
                  </a:lnTo>
                  <a:lnTo>
                    <a:pt x="8915" y="881"/>
                  </a:lnTo>
                  <a:lnTo>
                    <a:pt x="8988" y="1027"/>
                  </a:lnTo>
                  <a:lnTo>
                    <a:pt x="9025" y="1137"/>
                  </a:lnTo>
                  <a:lnTo>
                    <a:pt x="8254" y="2348"/>
                  </a:lnTo>
                  <a:lnTo>
                    <a:pt x="7631" y="2201"/>
                  </a:lnTo>
                  <a:lnTo>
                    <a:pt x="7007" y="2165"/>
                  </a:lnTo>
                  <a:lnTo>
                    <a:pt x="6384" y="2165"/>
                  </a:lnTo>
                  <a:lnTo>
                    <a:pt x="5797" y="2238"/>
                  </a:lnTo>
                  <a:lnTo>
                    <a:pt x="5650" y="2275"/>
                  </a:lnTo>
                  <a:lnTo>
                    <a:pt x="5577" y="2385"/>
                  </a:lnTo>
                  <a:lnTo>
                    <a:pt x="5100" y="2348"/>
                  </a:lnTo>
                  <a:lnTo>
                    <a:pt x="4623" y="2421"/>
                  </a:lnTo>
                  <a:lnTo>
                    <a:pt x="4109" y="2495"/>
                  </a:lnTo>
                  <a:lnTo>
                    <a:pt x="3632" y="2641"/>
                  </a:lnTo>
                  <a:lnTo>
                    <a:pt x="3192" y="2825"/>
                  </a:lnTo>
                  <a:lnTo>
                    <a:pt x="2715" y="3045"/>
                  </a:lnTo>
                  <a:lnTo>
                    <a:pt x="2312" y="3302"/>
                  </a:lnTo>
                  <a:lnTo>
                    <a:pt x="1945" y="3558"/>
                  </a:lnTo>
                  <a:lnTo>
                    <a:pt x="1505" y="3925"/>
                  </a:lnTo>
                  <a:lnTo>
                    <a:pt x="1138" y="4365"/>
                  </a:lnTo>
                  <a:lnTo>
                    <a:pt x="808" y="4806"/>
                  </a:lnTo>
                  <a:lnTo>
                    <a:pt x="551" y="5282"/>
                  </a:lnTo>
                  <a:lnTo>
                    <a:pt x="331" y="5796"/>
                  </a:lnTo>
                  <a:lnTo>
                    <a:pt x="184" y="6346"/>
                  </a:lnTo>
                  <a:lnTo>
                    <a:pt x="74" y="6896"/>
                  </a:lnTo>
                  <a:lnTo>
                    <a:pt x="1" y="7447"/>
                  </a:lnTo>
                  <a:lnTo>
                    <a:pt x="1" y="7997"/>
                  </a:lnTo>
                  <a:lnTo>
                    <a:pt x="38" y="8547"/>
                  </a:lnTo>
                  <a:lnTo>
                    <a:pt x="148" y="9097"/>
                  </a:lnTo>
                  <a:lnTo>
                    <a:pt x="294" y="9648"/>
                  </a:lnTo>
                  <a:lnTo>
                    <a:pt x="478" y="10161"/>
                  </a:lnTo>
                  <a:lnTo>
                    <a:pt x="698" y="10638"/>
                  </a:lnTo>
                  <a:lnTo>
                    <a:pt x="991" y="11115"/>
                  </a:lnTo>
                  <a:lnTo>
                    <a:pt x="1358" y="11555"/>
                  </a:lnTo>
                  <a:lnTo>
                    <a:pt x="1725" y="11958"/>
                  </a:lnTo>
                  <a:lnTo>
                    <a:pt x="2165" y="12325"/>
                  </a:lnTo>
                  <a:lnTo>
                    <a:pt x="2679" y="12655"/>
                  </a:lnTo>
                  <a:lnTo>
                    <a:pt x="3156" y="12912"/>
                  </a:lnTo>
                  <a:lnTo>
                    <a:pt x="3706" y="13132"/>
                  </a:lnTo>
                  <a:lnTo>
                    <a:pt x="4256" y="13279"/>
                  </a:lnTo>
                  <a:lnTo>
                    <a:pt x="4806" y="13389"/>
                  </a:lnTo>
                  <a:lnTo>
                    <a:pt x="5393" y="13462"/>
                  </a:lnTo>
                  <a:lnTo>
                    <a:pt x="5943" y="13462"/>
                  </a:lnTo>
                  <a:lnTo>
                    <a:pt x="6494" y="13426"/>
                  </a:lnTo>
                  <a:lnTo>
                    <a:pt x="7044" y="13352"/>
                  </a:lnTo>
                  <a:lnTo>
                    <a:pt x="7594" y="13206"/>
                  </a:lnTo>
                  <a:lnTo>
                    <a:pt x="8108" y="13022"/>
                  </a:lnTo>
                  <a:lnTo>
                    <a:pt x="8621" y="12802"/>
                  </a:lnTo>
                  <a:lnTo>
                    <a:pt x="9098" y="12509"/>
                  </a:lnTo>
                  <a:lnTo>
                    <a:pt x="9538" y="12215"/>
                  </a:lnTo>
                  <a:lnTo>
                    <a:pt x="10052" y="11775"/>
                  </a:lnTo>
                  <a:lnTo>
                    <a:pt x="10492" y="11262"/>
                  </a:lnTo>
                  <a:lnTo>
                    <a:pt x="10932" y="10711"/>
                  </a:lnTo>
                  <a:lnTo>
                    <a:pt x="11299" y="10161"/>
                  </a:lnTo>
                  <a:lnTo>
                    <a:pt x="11629" y="9538"/>
                  </a:lnTo>
                  <a:lnTo>
                    <a:pt x="11886" y="8914"/>
                  </a:lnTo>
                  <a:lnTo>
                    <a:pt x="12106" y="8290"/>
                  </a:lnTo>
                  <a:lnTo>
                    <a:pt x="12179" y="7924"/>
                  </a:lnTo>
                  <a:lnTo>
                    <a:pt x="12216" y="7593"/>
                  </a:lnTo>
                  <a:lnTo>
                    <a:pt x="12253" y="7080"/>
                  </a:lnTo>
                  <a:lnTo>
                    <a:pt x="12216" y="6603"/>
                  </a:lnTo>
                  <a:lnTo>
                    <a:pt x="12106" y="6126"/>
                  </a:lnTo>
                  <a:lnTo>
                    <a:pt x="11922" y="5649"/>
                  </a:lnTo>
                  <a:lnTo>
                    <a:pt x="11739" y="5172"/>
                  </a:lnTo>
                  <a:lnTo>
                    <a:pt x="11482" y="4732"/>
                  </a:lnTo>
                  <a:lnTo>
                    <a:pt x="11189" y="4329"/>
                  </a:lnTo>
                  <a:lnTo>
                    <a:pt x="10859" y="3962"/>
                  </a:lnTo>
                  <a:lnTo>
                    <a:pt x="10822" y="3852"/>
                  </a:lnTo>
                  <a:lnTo>
                    <a:pt x="10712" y="3815"/>
                  </a:lnTo>
                  <a:lnTo>
                    <a:pt x="10272" y="3375"/>
                  </a:lnTo>
                  <a:lnTo>
                    <a:pt x="10162" y="3302"/>
                  </a:lnTo>
                  <a:lnTo>
                    <a:pt x="9832" y="3082"/>
                  </a:lnTo>
                  <a:lnTo>
                    <a:pt x="9501" y="2861"/>
                  </a:lnTo>
                  <a:lnTo>
                    <a:pt x="9135" y="2678"/>
                  </a:lnTo>
                  <a:lnTo>
                    <a:pt x="8768" y="2531"/>
                  </a:lnTo>
                  <a:lnTo>
                    <a:pt x="8804" y="2458"/>
                  </a:lnTo>
                  <a:lnTo>
                    <a:pt x="8841" y="2421"/>
                  </a:lnTo>
                  <a:lnTo>
                    <a:pt x="8804" y="2348"/>
                  </a:lnTo>
                  <a:lnTo>
                    <a:pt x="9171" y="1871"/>
                  </a:lnTo>
                  <a:lnTo>
                    <a:pt x="9501" y="1394"/>
                  </a:lnTo>
                  <a:lnTo>
                    <a:pt x="9758" y="1394"/>
                  </a:lnTo>
                  <a:lnTo>
                    <a:pt x="9868" y="1358"/>
                  </a:lnTo>
                  <a:lnTo>
                    <a:pt x="9978" y="1284"/>
                  </a:lnTo>
                  <a:lnTo>
                    <a:pt x="10052" y="1211"/>
                  </a:lnTo>
                  <a:lnTo>
                    <a:pt x="10602" y="1468"/>
                  </a:lnTo>
                  <a:lnTo>
                    <a:pt x="11079" y="1798"/>
                  </a:lnTo>
                  <a:lnTo>
                    <a:pt x="11556" y="2128"/>
                  </a:lnTo>
                  <a:lnTo>
                    <a:pt x="11996" y="2531"/>
                  </a:lnTo>
                  <a:lnTo>
                    <a:pt x="12399" y="2972"/>
                  </a:lnTo>
                  <a:lnTo>
                    <a:pt x="12766" y="3412"/>
                  </a:lnTo>
                  <a:lnTo>
                    <a:pt x="13060" y="3925"/>
                  </a:lnTo>
                  <a:lnTo>
                    <a:pt x="13353" y="4439"/>
                  </a:lnTo>
                  <a:lnTo>
                    <a:pt x="13573" y="4989"/>
                  </a:lnTo>
                  <a:lnTo>
                    <a:pt x="13757" y="5539"/>
                  </a:lnTo>
                  <a:lnTo>
                    <a:pt x="13903" y="6126"/>
                  </a:lnTo>
                  <a:lnTo>
                    <a:pt x="14013" y="6713"/>
                  </a:lnTo>
                  <a:lnTo>
                    <a:pt x="14087" y="7300"/>
                  </a:lnTo>
                  <a:lnTo>
                    <a:pt x="14087" y="7887"/>
                  </a:lnTo>
                  <a:lnTo>
                    <a:pt x="14087" y="8510"/>
                  </a:lnTo>
                  <a:lnTo>
                    <a:pt x="14013" y="9097"/>
                  </a:lnTo>
                  <a:lnTo>
                    <a:pt x="13867" y="9758"/>
                  </a:lnTo>
                  <a:lnTo>
                    <a:pt x="13720" y="10381"/>
                  </a:lnTo>
                  <a:lnTo>
                    <a:pt x="13463" y="11005"/>
                  </a:lnTo>
                  <a:lnTo>
                    <a:pt x="13206" y="11592"/>
                  </a:lnTo>
                  <a:lnTo>
                    <a:pt x="12876" y="12179"/>
                  </a:lnTo>
                  <a:lnTo>
                    <a:pt x="12473" y="12692"/>
                  </a:lnTo>
                  <a:lnTo>
                    <a:pt x="12069" y="13206"/>
                  </a:lnTo>
                  <a:lnTo>
                    <a:pt x="11592" y="13683"/>
                  </a:lnTo>
                  <a:lnTo>
                    <a:pt x="11079" y="14049"/>
                  </a:lnTo>
                  <a:lnTo>
                    <a:pt x="10565" y="14416"/>
                  </a:lnTo>
                  <a:lnTo>
                    <a:pt x="9978" y="14710"/>
                  </a:lnTo>
                  <a:lnTo>
                    <a:pt x="9391" y="14966"/>
                  </a:lnTo>
                  <a:lnTo>
                    <a:pt x="8804" y="15150"/>
                  </a:lnTo>
                  <a:lnTo>
                    <a:pt x="8181" y="15260"/>
                  </a:lnTo>
                  <a:lnTo>
                    <a:pt x="7557" y="15333"/>
                  </a:lnTo>
                  <a:lnTo>
                    <a:pt x="6897" y="15370"/>
                  </a:lnTo>
                  <a:lnTo>
                    <a:pt x="6420" y="15333"/>
                  </a:lnTo>
                  <a:lnTo>
                    <a:pt x="5943" y="15296"/>
                  </a:lnTo>
                  <a:lnTo>
                    <a:pt x="5466" y="15186"/>
                  </a:lnTo>
                  <a:lnTo>
                    <a:pt x="5026" y="15076"/>
                  </a:lnTo>
                  <a:lnTo>
                    <a:pt x="4549" y="14893"/>
                  </a:lnTo>
                  <a:lnTo>
                    <a:pt x="4109" y="14673"/>
                  </a:lnTo>
                  <a:lnTo>
                    <a:pt x="3632" y="14453"/>
                  </a:lnTo>
                  <a:lnTo>
                    <a:pt x="3669" y="14416"/>
                  </a:lnTo>
                  <a:lnTo>
                    <a:pt x="3706" y="14343"/>
                  </a:lnTo>
                  <a:lnTo>
                    <a:pt x="3706" y="14269"/>
                  </a:lnTo>
                  <a:lnTo>
                    <a:pt x="3706" y="14196"/>
                  </a:lnTo>
                  <a:lnTo>
                    <a:pt x="3669" y="14123"/>
                  </a:lnTo>
                  <a:lnTo>
                    <a:pt x="3522" y="14013"/>
                  </a:lnTo>
                  <a:lnTo>
                    <a:pt x="3376" y="13939"/>
                  </a:lnTo>
                  <a:lnTo>
                    <a:pt x="3229" y="13903"/>
                  </a:lnTo>
                  <a:lnTo>
                    <a:pt x="3009" y="13903"/>
                  </a:lnTo>
                  <a:lnTo>
                    <a:pt x="2899" y="13939"/>
                  </a:lnTo>
                  <a:lnTo>
                    <a:pt x="2752" y="14013"/>
                  </a:lnTo>
                  <a:lnTo>
                    <a:pt x="2642" y="14123"/>
                  </a:lnTo>
                  <a:lnTo>
                    <a:pt x="2605" y="14269"/>
                  </a:lnTo>
                  <a:lnTo>
                    <a:pt x="2605" y="14416"/>
                  </a:lnTo>
                  <a:lnTo>
                    <a:pt x="2642" y="14563"/>
                  </a:lnTo>
                  <a:lnTo>
                    <a:pt x="2715" y="14710"/>
                  </a:lnTo>
                  <a:lnTo>
                    <a:pt x="2825" y="14820"/>
                  </a:lnTo>
                  <a:lnTo>
                    <a:pt x="2972" y="14856"/>
                  </a:lnTo>
                  <a:lnTo>
                    <a:pt x="3119" y="14893"/>
                  </a:lnTo>
                  <a:lnTo>
                    <a:pt x="3266" y="14856"/>
                  </a:lnTo>
                  <a:lnTo>
                    <a:pt x="3376" y="14746"/>
                  </a:lnTo>
                  <a:lnTo>
                    <a:pt x="3522" y="14856"/>
                  </a:lnTo>
                  <a:lnTo>
                    <a:pt x="4036" y="15150"/>
                  </a:lnTo>
                  <a:lnTo>
                    <a:pt x="4439" y="15333"/>
                  </a:lnTo>
                  <a:lnTo>
                    <a:pt x="4806" y="15480"/>
                  </a:lnTo>
                  <a:lnTo>
                    <a:pt x="4770" y="15553"/>
                  </a:lnTo>
                  <a:lnTo>
                    <a:pt x="4733" y="15590"/>
                  </a:lnTo>
                  <a:lnTo>
                    <a:pt x="4659" y="15810"/>
                  </a:lnTo>
                  <a:lnTo>
                    <a:pt x="4623" y="16030"/>
                  </a:lnTo>
                  <a:lnTo>
                    <a:pt x="4586" y="16470"/>
                  </a:lnTo>
                  <a:lnTo>
                    <a:pt x="3963" y="16654"/>
                  </a:lnTo>
                  <a:lnTo>
                    <a:pt x="3376" y="16910"/>
                  </a:lnTo>
                  <a:lnTo>
                    <a:pt x="2752" y="17167"/>
                  </a:lnTo>
                  <a:lnTo>
                    <a:pt x="2128" y="17387"/>
                  </a:lnTo>
                  <a:lnTo>
                    <a:pt x="2055" y="17424"/>
                  </a:lnTo>
                  <a:lnTo>
                    <a:pt x="2018" y="17497"/>
                  </a:lnTo>
                  <a:lnTo>
                    <a:pt x="1982" y="17571"/>
                  </a:lnTo>
                  <a:lnTo>
                    <a:pt x="1982" y="17644"/>
                  </a:lnTo>
                  <a:lnTo>
                    <a:pt x="2018" y="17717"/>
                  </a:lnTo>
                  <a:lnTo>
                    <a:pt x="2055" y="17791"/>
                  </a:lnTo>
                  <a:lnTo>
                    <a:pt x="2128" y="17828"/>
                  </a:lnTo>
                  <a:lnTo>
                    <a:pt x="2202" y="17864"/>
                  </a:lnTo>
                  <a:lnTo>
                    <a:pt x="8401" y="17901"/>
                  </a:lnTo>
                  <a:lnTo>
                    <a:pt x="8474" y="17901"/>
                  </a:lnTo>
                  <a:lnTo>
                    <a:pt x="8548" y="17864"/>
                  </a:lnTo>
                  <a:lnTo>
                    <a:pt x="8621" y="17791"/>
                  </a:lnTo>
                  <a:lnTo>
                    <a:pt x="8621" y="17717"/>
                  </a:lnTo>
                  <a:lnTo>
                    <a:pt x="8621" y="17644"/>
                  </a:lnTo>
                  <a:lnTo>
                    <a:pt x="8621" y="17571"/>
                  </a:lnTo>
                  <a:lnTo>
                    <a:pt x="8584" y="17497"/>
                  </a:lnTo>
                  <a:lnTo>
                    <a:pt x="8474" y="17424"/>
                  </a:lnTo>
                  <a:lnTo>
                    <a:pt x="8108" y="17277"/>
                  </a:lnTo>
                  <a:lnTo>
                    <a:pt x="7667" y="17167"/>
                  </a:lnTo>
                  <a:lnTo>
                    <a:pt x="7264" y="17057"/>
                  </a:lnTo>
                  <a:lnTo>
                    <a:pt x="6860" y="16947"/>
                  </a:lnTo>
                  <a:lnTo>
                    <a:pt x="6494" y="16764"/>
                  </a:lnTo>
                  <a:lnTo>
                    <a:pt x="6163" y="16544"/>
                  </a:lnTo>
                  <a:lnTo>
                    <a:pt x="5907" y="16324"/>
                  </a:lnTo>
                  <a:lnTo>
                    <a:pt x="5797" y="16214"/>
                  </a:lnTo>
                  <a:lnTo>
                    <a:pt x="5650" y="16140"/>
                  </a:lnTo>
                  <a:lnTo>
                    <a:pt x="5650" y="16103"/>
                  </a:lnTo>
                  <a:lnTo>
                    <a:pt x="5687" y="15920"/>
                  </a:lnTo>
                  <a:lnTo>
                    <a:pt x="5650" y="15737"/>
                  </a:lnTo>
                  <a:lnTo>
                    <a:pt x="6127" y="15810"/>
                  </a:lnTo>
                  <a:lnTo>
                    <a:pt x="6640" y="15847"/>
                  </a:lnTo>
                  <a:lnTo>
                    <a:pt x="7631" y="15847"/>
                  </a:lnTo>
                  <a:lnTo>
                    <a:pt x="8218" y="15773"/>
                  </a:lnTo>
                  <a:lnTo>
                    <a:pt x="8841" y="15627"/>
                  </a:lnTo>
                  <a:lnTo>
                    <a:pt x="9428" y="15480"/>
                  </a:lnTo>
                  <a:lnTo>
                    <a:pt x="10015" y="15260"/>
                  </a:lnTo>
                  <a:lnTo>
                    <a:pt x="10565" y="14966"/>
                  </a:lnTo>
                  <a:lnTo>
                    <a:pt x="11079" y="14673"/>
                  </a:lnTo>
                  <a:lnTo>
                    <a:pt x="11592" y="14306"/>
                  </a:lnTo>
                  <a:lnTo>
                    <a:pt x="12069" y="13903"/>
                  </a:lnTo>
                  <a:lnTo>
                    <a:pt x="12509" y="13462"/>
                  </a:lnTo>
                  <a:lnTo>
                    <a:pt x="12913" y="12986"/>
                  </a:lnTo>
                  <a:lnTo>
                    <a:pt x="13280" y="12472"/>
                  </a:lnTo>
                  <a:lnTo>
                    <a:pt x="13573" y="11922"/>
                  </a:lnTo>
                  <a:lnTo>
                    <a:pt x="13867" y="11372"/>
                  </a:lnTo>
                  <a:lnTo>
                    <a:pt x="14087" y="10785"/>
                  </a:lnTo>
                  <a:lnTo>
                    <a:pt x="14307" y="10198"/>
                  </a:lnTo>
                  <a:lnTo>
                    <a:pt x="14417" y="9574"/>
                  </a:lnTo>
                  <a:lnTo>
                    <a:pt x="14527" y="8951"/>
                  </a:lnTo>
                  <a:lnTo>
                    <a:pt x="14600" y="8327"/>
                  </a:lnTo>
                  <a:lnTo>
                    <a:pt x="14600" y="7703"/>
                  </a:lnTo>
                  <a:lnTo>
                    <a:pt x="14564" y="7080"/>
                  </a:lnTo>
                  <a:lnTo>
                    <a:pt x="14490" y="6456"/>
                  </a:lnTo>
                  <a:lnTo>
                    <a:pt x="14380" y="5833"/>
                  </a:lnTo>
                  <a:lnTo>
                    <a:pt x="14197" y="5209"/>
                  </a:lnTo>
                  <a:lnTo>
                    <a:pt x="13977" y="4622"/>
                  </a:lnTo>
                  <a:lnTo>
                    <a:pt x="13720" y="3999"/>
                  </a:lnTo>
                  <a:lnTo>
                    <a:pt x="13353" y="3412"/>
                  </a:lnTo>
                  <a:lnTo>
                    <a:pt x="12986" y="2861"/>
                  </a:lnTo>
                  <a:lnTo>
                    <a:pt x="12509" y="2311"/>
                  </a:lnTo>
                  <a:lnTo>
                    <a:pt x="12032" y="1834"/>
                  </a:lnTo>
                  <a:lnTo>
                    <a:pt x="11482" y="1394"/>
                  </a:lnTo>
                  <a:lnTo>
                    <a:pt x="10895" y="1027"/>
                  </a:lnTo>
                  <a:lnTo>
                    <a:pt x="10602" y="881"/>
                  </a:lnTo>
                  <a:lnTo>
                    <a:pt x="10272" y="734"/>
                  </a:lnTo>
                  <a:lnTo>
                    <a:pt x="10308" y="587"/>
                  </a:lnTo>
                  <a:lnTo>
                    <a:pt x="10308" y="441"/>
                  </a:lnTo>
                  <a:lnTo>
                    <a:pt x="10272" y="294"/>
                  </a:lnTo>
                  <a:lnTo>
                    <a:pt x="10198" y="147"/>
                  </a:lnTo>
                  <a:lnTo>
                    <a:pt x="10088" y="74"/>
                  </a:lnTo>
                  <a:lnTo>
                    <a:pt x="9942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75" name="Google Shape;298;p5">
              <a:extLst>
                <a:ext uri="{FF2B5EF4-FFF2-40B4-BE49-F238E27FC236}">
                  <a16:creationId xmlns:a16="http://schemas.microsoft.com/office/drawing/2014/main" id="{EC63B16A-234F-4A54-83DE-C2229CA153A2}"/>
                </a:ext>
              </a:extLst>
            </p:cNvPr>
            <p:cNvSpPr/>
            <p:nvPr/>
          </p:nvSpPr>
          <p:spPr>
            <a:xfrm>
              <a:off x="6071400" y="1791425"/>
              <a:ext cx="402625" cy="375100"/>
            </a:xfrm>
            <a:custGeom>
              <a:avLst/>
              <a:gdLst/>
              <a:ahLst/>
              <a:cxnLst/>
              <a:rect l="l" t="t" r="r" b="b"/>
              <a:pathLst>
                <a:path w="16105" h="15004" extrusionOk="0">
                  <a:moveTo>
                    <a:pt x="13170" y="587"/>
                  </a:moveTo>
                  <a:lnTo>
                    <a:pt x="13206" y="624"/>
                  </a:lnTo>
                  <a:lnTo>
                    <a:pt x="13280" y="661"/>
                  </a:lnTo>
                  <a:lnTo>
                    <a:pt x="13353" y="697"/>
                  </a:lnTo>
                  <a:lnTo>
                    <a:pt x="13610" y="771"/>
                  </a:lnTo>
                  <a:lnTo>
                    <a:pt x="13830" y="844"/>
                  </a:lnTo>
                  <a:lnTo>
                    <a:pt x="14013" y="954"/>
                  </a:lnTo>
                  <a:lnTo>
                    <a:pt x="14160" y="1174"/>
                  </a:lnTo>
                  <a:lnTo>
                    <a:pt x="14307" y="1394"/>
                  </a:lnTo>
                  <a:lnTo>
                    <a:pt x="14343" y="1651"/>
                  </a:lnTo>
                  <a:lnTo>
                    <a:pt x="14307" y="1908"/>
                  </a:lnTo>
                  <a:lnTo>
                    <a:pt x="14233" y="2128"/>
                  </a:lnTo>
                  <a:lnTo>
                    <a:pt x="14087" y="2348"/>
                  </a:lnTo>
                  <a:lnTo>
                    <a:pt x="13903" y="2531"/>
                  </a:lnTo>
                  <a:lnTo>
                    <a:pt x="13683" y="2678"/>
                  </a:lnTo>
                  <a:lnTo>
                    <a:pt x="13463" y="2788"/>
                  </a:lnTo>
                  <a:lnTo>
                    <a:pt x="13170" y="2825"/>
                  </a:lnTo>
                  <a:lnTo>
                    <a:pt x="12840" y="2788"/>
                  </a:lnTo>
                  <a:lnTo>
                    <a:pt x="12656" y="2751"/>
                  </a:lnTo>
                  <a:lnTo>
                    <a:pt x="12546" y="2715"/>
                  </a:lnTo>
                  <a:lnTo>
                    <a:pt x="12436" y="2641"/>
                  </a:lnTo>
                  <a:lnTo>
                    <a:pt x="12363" y="2495"/>
                  </a:lnTo>
                  <a:lnTo>
                    <a:pt x="12289" y="2495"/>
                  </a:lnTo>
                  <a:lnTo>
                    <a:pt x="12253" y="2275"/>
                  </a:lnTo>
                  <a:lnTo>
                    <a:pt x="12253" y="2054"/>
                  </a:lnTo>
                  <a:lnTo>
                    <a:pt x="12253" y="1871"/>
                  </a:lnTo>
                  <a:lnTo>
                    <a:pt x="12289" y="1724"/>
                  </a:lnTo>
                  <a:lnTo>
                    <a:pt x="12399" y="1394"/>
                  </a:lnTo>
                  <a:lnTo>
                    <a:pt x="12583" y="1064"/>
                  </a:lnTo>
                  <a:lnTo>
                    <a:pt x="12840" y="807"/>
                  </a:lnTo>
                  <a:lnTo>
                    <a:pt x="12986" y="697"/>
                  </a:lnTo>
                  <a:lnTo>
                    <a:pt x="13170" y="587"/>
                  </a:lnTo>
                  <a:close/>
                  <a:moveTo>
                    <a:pt x="9061" y="3338"/>
                  </a:moveTo>
                  <a:lnTo>
                    <a:pt x="9245" y="3412"/>
                  </a:lnTo>
                  <a:lnTo>
                    <a:pt x="9245" y="3448"/>
                  </a:lnTo>
                  <a:lnTo>
                    <a:pt x="9171" y="3632"/>
                  </a:lnTo>
                  <a:lnTo>
                    <a:pt x="9171" y="3668"/>
                  </a:lnTo>
                  <a:lnTo>
                    <a:pt x="9135" y="3632"/>
                  </a:lnTo>
                  <a:lnTo>
                    <a:pt x="9061" y="3522"/>
                  </a:lnTo>
                  <a:lnTo>
                    <a:pt x="8988" y="3448"/>
                  </a:lnTo>
                  <a:lnTo>
                    <a:pt x="8988" y="3412"/>
                  </a:lnTo>
                  <a:lnTo>
                    <a:pt x="8988" y="3375"/>
                  </a:lnTo>
                  <a:lnTo>
                    <a:pt x="9061" y="3338"/>
                  </a:lnTo>
                  <a:close/>
                  <a:moveTo>
                    <a:pt x="14123" y="440"/>
                  </a:moveTo>
                  <a:lnTo>
                    <a:pt x="14233" y="477"/>
                  </a:lnTo>
                  <a:lnTo>
                    <a:pt x="14307" y="587"/>
                  </a:lnTo>
                  <a:lnTo>
                    <a:pt x="14417" y="661"/>
                  </a:lnTo>
                  <a:lnTo>
                    <a:pt x="14454" y="807"/>
                  </a:lnTo>
                  <a:lnTo>
                    <a:pt x="14527" y="807"/>
                  </a:lnTo>
                  <a:lnTo>
                    <a:pt x="14490" y="624"/>
                  </a:lnTo>
                  <a:lnTo>
                    <a:pt x="14454" y="477"/>
                  </a:lnTo>
                  <a:lnTo>
                    <a:pt x="14600" y="551"/>
                  </a:lnTo>
                  <a:lnTo>
                    <a:pt x="14784" y="624"/>
                  </a:lnTo>
                  <a:lnTo>
                    <a:pt x="14967" y="771"/>
                  </a:lnTo>
                  <a:lnTo>
                    <a:pt x="15114" y="881"/>
                  </a:lnTo>
                  <a:lnTo>
                    <a:pt x="15224" y="1064"/>
                  </a:lnTo>
                  <a:lnTo>
                    <a:pt x="15334" y="1211"/>
                  </a:lnTo>
                  <a:lnTo>
                    <a:pt x="15444" y="1578"/>
                  </a:lnTo>
                  <a:lnTo>
                    <a:pt x="15554" y="1944"/>
                  </a:lnTo>
                  <a:lnTo>
                    <a:pt x="15627" y="2385"/>
                  </a:lnTo>
                  <a:lnTo>
                    <a:pt x="15664" y="2568"/>
                  </a:lnTo>
                  <a:lnTo>
                    <a:pt x="15627" y="2788"/>
                  </a:lnTo>
                  <a:lnTo>
                    <a:pt x="15591" y="2972"/>
                  </a:lnTo>
                  <a:lnTo>
                    <a:pt x="15481" y="3118"/>
                  </a:lnTo>
                  <a:lnTo>
                    <a:pt x="15187" y="3412"/>
                  </a:lnTo>
                  <a:lnTo>
                    <a:pt x="14930" y="3595"/>
                  </a:lnTo>
                  <a:lnTo>
                    <a:pt x="14600" y="3705"/>
                  </a:lnTo>
                  <a:lnTo>
                    <a:pt x="14270" y="3779"/>
                  </a:lnTo>
                  <a:lnTo>
                    <a:pt x="13940" y="3815"/>
                  </a:lnTo>
                  <a:lnTo>
                    <a:pt x="13720" y="3779"/>
                  </a:lnTo>
                  <a:lnTo>
                    <a:pt x="13500" y="3742"/>
                  </a:lnTo>
                  <a:lnTo>
                    <a:pt x="13316" y="3668"/>
                  </a:lnTo>
                  <a:lnTo>
                    <a:pt x="13133" y="3595"/>
                  </a:lnTo>
                  <a:lnTo>
                    <a:pt x="12950" y="3485"/>
                  </a:lnTo>
                  <a:lnTo>
                    <a:pt x="12803" y="3338"/>
                  </a:lnTo>
                  <a:lnTo>
                    <a:pt x="12656" y="3192"/>
                  </a:lnTo>
                  <a:lnTo>
                    <a:pt x="12546" y="3045"/>
                  </a:lnTo>
                  <a:lnTo>
                    <a:pt x="12840" y="3118"/>
                  </a:lnTo>
                  <a:lnTo>
                    <a:pt x="13133" y="3155"/>
                  </a:lnTo>
                  <a:lnTo>
                    <a:pt x="13426" y="3118"/>
                  </a:lnTo>
                  <a:lnTo>
                    <a:pt x="13720" y="3045"/>
                  </a:lnTo>
                  <a:lnTo>
                    <a:pt x="13977" y="2935"/>
                  </a:lnTo>
                  <a:lnTo>
                    <a:pt x="14233" y="2751"/>
                  </a:lnTo>
                  <a:lnTo>
                    <a:pt x="14417" y="2495"/>
                  </a:lnTo>
                  <a:lnTo>
                    <a:pt x="14600" y="2238"/>
                  </a:lnTo>
                  <a:lnTo>
                    <a:pt x="14674" y="1981"/>
                  </a:lnTo>
                  <a:lnTo>
                    <a:pt x="14710" y="1724"/>
                  </a:lnTo>
                  <a:lnTo>
                    <a:pt x="14674" y="1468"/>
                  </a:lnTo>
                  <a:lnTo>
                    <a:pt x="14600" y="1211"/>
                  </a:lnTo>
                  <a:lnTo>
                    <a:pt x="14490" y="991"/>
                  </a:lnTo>
                  <a:lnTo>
                    <a:pt x="14343" y="771"/>
                  </a:lnTo>
                  <a:lnTo>
                    <a:pt x="14160" y="587"/>
                  </a:lnTo>
                  <a:lnTo>
                    <a:pt x="13940" y="440"/>
                  </a:lnTo>
                  <a:close/>
                  <a:moveTo>
                    <a:pt x="13757" y="0"/>
                  </a:moveTo>
                  <a:lnTo>
                    <a:pt x="13610" y="74"/>
                  </a:lnTo>
                  <a:lnTo>
                    <a:pt x="13353" y="110"/>
                  </a:lnTo>
                  <a:lnTo>
                    <a:pt x="13133" y="147"/>
                  </a:lnTo>
                  <a:lnTo>
                    <a:pt x="12913" y="257"/>
                  </a:lnTo>
                  <a:lnTo>
                    <a:pt x="12729" y="404"/>
                  </a:lnTo>
                  <a:lnTo>
                    <a:pt x="12509" y="551"/>
                  </a:lnTo>
                  <a:lnTo>
                    <a:pt x="12363" y="734"/>
                  </a:lnTo>
                  <a:lnTo>
                    <a:pt x="12216" y="917"/>
                  </a:lnTo>
                  <a:lnTo>
                    <a:pt x="12069" y="1137"/>
                  </a:lnTo>
                  <a:lnTo>
                    <a:pt x="11996" y="1321"/>
                  </a:lnTo>
                  <a:lnTo>
                    <a:pt x="11922" y="1578"/>
                  </a:lnTo>
                  <a:lnTo>
                    <a:pt x="11849" y="1798"/>
                  </a:lnTo>
                  <a:lnTo>
                    <a:pt x="11849" y="2054"/>
                  </a:lnTo>
                  <a:lnTo>
                    <a:pt x="11849" y="2275"/>
                  </a:lnTo>
                  <a:lnTo>
                    <a:pt x="11886" y="2531"/>
                  </a:lnTo>
                  <a:lnTo>
                    <a:pt x="11959" y="2751"/>
                  </a:lnTo>
                  <a:lnTo>
                    <a:pt x="12033" y="2972"/>
                  </a:lnTo>
                  <a:lnTo>
                    <a:pt x="12143" y="3192"/>
                  </a:lnTo>
                  <a:lnTo>
                    <a:pt x="12253" y="3375"/>
                  </a:lnTo>
                  <a:lnTo>
                    <a:pt x="12399" y="3558"/>
                  </a:lnTo>
                  <a:lnTo>
                    <a:pt x="12583" y="3705"/>
                  </a:lnTo>
                  <a:lnTo>
                    <a:pt x="12766" y="3852"/>
                  </a:lnTo>
                  <a:lnTo>
                    <a:pt x="12986" y="3999"/>
                  </a:lnTo>
                  <a:lnTo>
                    <a:pt x="13206" y="4072"/>
                  </a:lnTo>
                  <a:lnTo>
                    <a:pt x="13426" y="4145"/>
                  </a:lnTo>
                  <a:lnTo>
                    <a:pt x="13683" y="4219"/>
                  </a:lnTo>
                  <a:lnTo>
                    <a:pt x="14123" y="4219"/>
                  </a:lnTo>
                  <a:lnTo>
                    <a:pt x="14564" y="4145"/>
                  </a:lnTo>
                  <a:lnTo>
                    <a:pt x="15004" y="3999"/>
                  </a:lnTo>
                  <a:lnTo>
                    <a:pt x="15371" y="3779"/>
                  </a:lnTo>
                  <a:lnTo>
                    <a:pt x="15591" y="3632"/>
                  </a:lnTo>
                  <a:lnTo>
                    <a:pt x="15737" y="3448"/>
                  </a:lnTo>
                  <a:lnTo>
                    <a:pt x="15884" y="3265"/>
                  </a:lnTo>
                  <a:lnTo>
                    <a:pt x="15994" y="3045"/>
                  </a:lnTo>
                  <a:lnTo>
                    <a:pt x="16067" y="2788"/>
                  </a:lnTo>
                  <a:lnTo>
                    <a:pt x="16104" y="2495"/>
                  </a:lnTo>
                  <a:lnTo>
                    <a:pt x="16067" y="2238"/>
                  </a:lnTo>
                  <a:lnTo>
                    <a:pt x="15994" y="1981"/>
                  </a:lnTo>
                  <a:lnTo>
                    <a:pt x="15884" y="1431"/>
                  </a:lnTo>
                  <a:lnTo>
                    <a:pt x="15774" y="1174"/>
                  </a:lnTo>
                  <a:lnTo>
                    <a:pt x="15664" y="954"/>
                  </a:lnTo>
                  <a:lnTo>
                    <a:pt x="15517" y="734"/>
                  </a:lnTo>
                  <a:lnTo>
                    <a:pt x="15371" y="551"/>
                  </a:lnTo>
                  <a:lnTo>
                    <a:pt x="15150" y="367"/>
                  </a:lnTo>
                  <a:lnTo>
                    <a:pt x="14930" y="220"/>
                  </a:lnTo>
                  <a:lnTo>
                    <a:pt x="14637" y="74"/>
                  </a:lnTo>
                  <a:lnTo>
                    <a:pt x="14270" y="0"/>
                  </a:lnTo>
                  <a:close/>
                  <a:moveTo>
                    <a:pt x="11115" y="4549"/>
                  </a:moveTo>
                  <a:lnTo>
                    <a:pt x="11446" y="4842"/>
                  </a:lnTo>
                  <a:lnTo>
                    <a:pt x="11299" y="4952"/>
                  </a:lnTo>
                  <a:lnTo>
                    <a:pt x="11115" y="4916"/>
                  </a:lnTo>
                  <a:lnTo>
                    <a:pt x="10932" y="4916"/>
                  </a:lnTo>
                  <a:lnTo>
                    <a:pt x="10639" y="4952"/>
                  </a:lnTo>
                  <a:lnTo>
                    <a:pt x="10859" y="4732"/>
                  </a:lnTo>
                  <a:lnTo>
                    <a:pt x="11115" y="4549"/>
                  </a:lnTo>
                  <a:close/>
                  <a:moveTo>
                    <a:pt x="6860" y="3632"/>
                  </a:moveTo>
                  <a:lnTo>
                    <a:pt x="7007" y="3668"/>
                  </a:lnTo>
                  <a:lnTo>
                    <a:pt x="7044" y="3705"/>
                  </a:lnTo>
                  <a:lnTo>
                    <a:pt x="7044" y="3742"/>
                  </a:lnTo>
                  <a:lnTo>
                    <a:pt x="7044" y="3779"/>
                  </a:lnTo>
                  <a:lnTo>
                    <a:pt x="7080" y="3852"/>
                  </a:lnTo>
                  <a:lnTo>
                    <a:pt x="7191" y="3889"/>
                  </a:lnTo>
                  <a:lnTo>
                    <a:pt x="7374" y="3889"/>
                  </a:lnTo>
                  <a:lnTo>
                    <a:pt x="7411" y="3925"/>
                  </a:lnTo>
                  <a:lnTo>
                    <a:pt x="7447" y="4035"/>
                  </a:lnTo>
                  <a:lnTo>
                    <a:pt x="7484" y="4145"/>
                  </a:lnTo>
                  <a:lnTo>
                    <a:pt x="7484" y="4255"/>
                  </a:lnTo>
                  <a:lnTo>
                    <a:pt x="7447" y="4512"/>
                  </a:lnTo>
                  <a:lnTo>
                    <a:pt x="7374" y="4769"/>
                  </a:lnTo>
                  <a:lnTo>
                    <a:pt x="7227" y="5026"/>
                  </a:lnTo>
                  <a:lnTo>
                    <a:pt x="7154" y="5136"/>
                  </a:lnTo>
                  <a:lnTo>
                    <a:pt x="7044" y="5209"/>
                  </a:lnTo>
                  <a:lnTo>
                    <a:pt x="6934" y="5246"/>
                  </a:lnTo>
                  <a:lnTo>
                    <a:pt x="6787" y="5246"/>
                  </a:lnTo>
                  <a:lnTo>
                    <a:pt x="6787" y="4989"/>
                  </a:lnTo>
                  <a:lnTo>
                    <a:pt x="6750" y="4769"/>
                  </a:lnTo>
                  <a:lnTo>
                    <a:pt x="6640" y="4549"/>
                  </a:lnTo>
                  <a:lnTo>
                    <a:pt x="6494" y="4329"/>
                  </a:lnTo>
                  <a:lnTo>
                    <a:pt x="6310" y="4145"/>
                  </a:lnTo>
                  <a:lnTo>
                    <a:pt x="6090" y="4035"/>
                  </a:lnTo>
                  <a:lnTo>
                    <a:pt x="6090" y="3925"/>
                  </a:lnTo>
                  <a:lnTo>
                    <a:pt x="6163" y="3852"/>
                  </a:lnTo>
                  <a:lnTo>
                    <a:pt x="6237" y="3779"/>
                  </a:lnTo>
                  <a:lnTo>
                    <a:pt x="6347" y="3742"/>
                  </a:lnTo>
                  <a:lnTo>
                    <a:pt x="6567" y="3705"/>
                  </a:lnTo>
                  <a:lnTo>
                    <a:pt x="6860" y="3632"/>
                  </a:lnTo>
                  <a:close/>
                  <a:moveTo>
                    <a:pt x="6530" y="3192"/>
                  </a:moveTo>
                  <a:lnTo>
                    <a:pt x="6494" y="3228"/>
                  </a:lnTo>
                  <a:lnTo>
                    <a:pt x="6457" y="3302"/>
                  </a:lnTo>
                  <a:lnTo>
                    <a:pt x="6457" y="3338"/>
                  </a:lnTo>
                  <a:lnTo>
                    <a:pt x="6457" y="3412"/>
                  </a:lnTo>
                  <a:lnTo>
                    <a:pt x="6200" y="3485"/>
                  </a:lnTo>
                  <a:lnTo>
                    <a:pt x="5980" y="3558"/>
                  </a:lnTo>
                  <a:lnTo>
                    <a:pt x="5797" y="3742"/>
                  </a:lnTo>
                  <a:lnTo>
                    <a:pt x="5760" y="3815"/>
                  </a:lnTo>
                  <a:lnTo>
                    <a:pt x="5687" y="3925"/>
                  </a:lnTo>
                  <a:lnTo>
                    <a:pt x="5687" y="4035"/>
                  </a:lnTo>
                  <a:lnTo>
                    <a:pt x="5687" y="4072"/>
                  </a:lnTo>
                  <a:lnTo>
                    <a:pt x="5797" y="4219"/>
                  </a:lnTo>
                  <a:lnTo>
                    <a:pt x="5907" y="4292"/>
                  </a:lnTo>
                  <a:lnTo>
                    <a:pt x="6053" y="4365"/>
                  </a:lnTo>
                  <a:lnTo>
                    <a:pt x="6163" y="4439"/>
                  </a:lnTo>
                  <a:lnTo>
                    <a:pt x="6274" y="4512"/>
                  </a:lnTo>
                  <a:lnTo>
                    <a:pt x="6347" y="4622"/>
                  </a:lnTo>
                  <a:lnTo>
                    <a:pt x="6420" y="4769"/>
                  </a:lnTo>
                  <a:lnTo>
                    <a:pt x="6494" y="5026"/>
                  </a:lnTo>
                  <a:lnTo>
                    <a:pt x="6457" y="5282"/>
                  </a:lnTo>
                  <a:lnTo>
                    <a:pt x="6494" y="5392"/>
                  </a:lnTo>
                  <a:lnTo>
                    <a:pt x="6530" y="5466"/>
                  </a:lnTo>
                  <a:lnTo>
                    <a:pt x="6750" y="5539"/>
                  </a:lnTo>
                  <a:lnTo>
                    <a:pt x="6934" y="5539"/>
                  </a:lnTo>
                  <a:lnTo>
                    <a:pt x="7117" y="5503"/>
                  </a:lnTo>
                  <a:lnTo>
                    <a:pt x="7264" y="5429"/>
                  </a:lnTo>
                  <a:lnTo>
                    <a:pt x="7411" y="5282"/>
                  </a:lnTo>
                  <a:lnTo>
                    <a:pt x="7521" y="5136"/>
                  </a:lnTo>
                  <a:lnTo>
                    <a:pt x="7631" y="4952"/>
                  </a:lnTo>
                  <a:lnTo>
                    <a:pt x="7704" y="4769"/>
                  </a:lnTo>
                  <a:lnTo>
                    <a:pt x="7741" y="4585"/>
                  </a:lnTo>
                  <a:lnTo>
                    <a:pt x="7777" y="4365"/>
                  </a:lnTo>
                  <a:lnTo>
                    <a:pt x="7777" y="4145"/>
                  </a:lnTo>
                  <a:lnTo>
                    <a:pt x="7777" y="3925"/>
                  </a:lnTo>
                  <a:lnTo>
                    <a:pt x="7704" y="3779"/>
                  </a:lnTo>
                  <a:lnTo>
                    <a:pt x="7631" y="3668"/>
                  </a:lnTo>
                  <a:lnTo>
                    <a:pt x="7484" y="3595"/>
                  </a:lnTo>
                  <a:lnTo>
                    <a:pt x="7337" y="3595"/>
                  </a:lnTo>
                  <a:lnTo>
                    <a:pt x="7301" y="3485"/>
                  </a:lnTo>
                  <a:lnTo>
                    <a:pt x="7227" y="3448"/>
                  </a:lnTo>
                  <a:lnTo>
                    <a:pt x="7044" y="3375"/>
                  </a:lnTo>
                  <a:lnTo>
                    <a:pt x="6824" y="3302"/>
                  </a:lnTo>
                  <a:lnTo>
                    <a:pt x="6677" y="3228"/>
                  </a:lnTo>
                  <a:lnTo>
                    <a:pt x="6567" y="3192"/>
                  </a:lnTo>
                  <a:close/>
                  <a:moveTo>
                    <a:pt x="11739" y="5136"/>
                  </a:moveTo>
                  <a:lnTo>
                    <a:pt x="12179" y="5686"/>
                  </a:lnTo>
                  <a:lnTo>
                    <a:pt x="11776" y="5796"/>
                  </a:lnTo>
                  <a:lnTo>
                    <a:pt x="11409" y="6016"/>
                  </a:lnTo>
                  <a:lnTo>
                    <a:pt x="11042" y="6236"/>
                  </a:lnTo>
                  <a:lnTo>
                    <a:pt x="10895" y="6383"/>
                  </a:lnTo>
                  <a:lnTo>
                    <a:pt x="10785" y="6566"/>
                  </a:lnTo>
                  <a:lnTo>
                    <a:pt x="10749" y="6640"/>
                  </a:lnTo>
                  <a:lnTo>
                    <a:pt x="10785" y="6676"/>
                  </a:lnTo>
                  <a:lnTo>
                    <a:pt x="10859" y="6713"/>
                  </a:lnTo>
                  <a:lnTo>
                    <a:pt x="10932" y="6713"/>
                  </a:lnTo>
                  <a:lnTo>
                    <a:pt x="11262" y="6493"/>
                  </a:lnTo>
                  <a:lnTo>
                    <a:pt x="11556" y="6310"/>
                  </a:lnTo>
                  <a:lnTo>
                    <a:pt x="11849" y="6199"/>
                  </a:lnTo>
                  <a:lnTo>
                    <a:pt x="12143" y="6089"/>
                  </a:lnTo>
                  <a:lnTo>
                    <a:pt x="12253" y="6053"/>
                  </a:lnTo>
                  <a:lnTo>
                    <a:pt x="12363" y="6016"/>
                  </a:lnTo>
                  <a:lnTo>
                    <a:pt x="12399" y="5979"/>
                  </a:lnTo>
                  <a:lnTo>
                    <a:pt x="12619" y="6456"/>
                  </a:lnTo>
                  <a:lnTo>
                    <a:pt x="12840" y="6896"/>
                  </a:lnTo>
                  <a:lnTo>
                    <a:pt x="12803" y="6933"/>
                  </a:lnTo>
                  <a:lnTo>
                    <a:pt x="12326" y="7043"/>
                  </a:lnTo>
                  <a:lnTo>
                    <a:pt x="11812" y="7117"/>
                  </a:lnTo>
                  <a:lnTo>
                    <a:pt x="11299" y="7117"/>
                  </a:lnTo>
                  <a:lnTo>
                    <a:pt x="10749" y="7080"/>
                  </a:lnTo>
                  <a:lnTo>
                    <a:pt x="10675" y="7117"/>
                  </a:lnTo>
                  <a:lnTo>
                    <a:pt x="10639" y="7153"/>
                  </a:lnTo>
                  <a:lnTo>
                    <a:pt x="10639" y="7227"/>
                  </a:lnTo>
                  <a:lnTo>
                    <a:pt x="10712" y="7300"/>
                  </a:lnTo>
                  <a:lnTo>
                    <a:pt x="10932" y="7373"/>
                  </a:lnTo>
                  <a:lnTo>
                    <a:pt x="11189" y="7447"/>
                  </a:lnTo>
                  <a:lnTo>
                    <a:pt x="11702" y="7483"/>
                  </a:lnTo>
                  <a:lnTo>
                    <a:pt x="11959" y="7483"/>
                  </a:lnTo>
                  <a:lnTo>
                    <a:pt x="12216" y="7447"/>
                  </a:lnTo>
                  <a:lnTo>
                    <a:pt x="12583" y="7373"/>
                  </a:lnTo>
                  <a:lnTo>
                    <a:pt x="12693" y="7373"/>
                  </a:lnTo>
                  <a:lnTo>
                    <a:pt x="12766" y="7337"/>
                  </a:lnTo>
                  <a:lnTo>
                    <a:pt x="12803" y="7410"/>
                  </a:lnTo>
                  <a:lnTo>
                    <a:pt x="12840" y="7447"/>
                  </a:lnTo>
                  <a:lnTo>
                    <a:pt x="12876" y="7483"/>
                  </a:lnTo>
                  <a:lnTo>
                    <a:pt x="12986" y="7520"/>
                  </a:lnTo>
                  <a:lnTo>
                    <a:pt x="13023" y="7777"/>
                  </a:lnTo>
                  <a:lnTo>
                    <a:pt x="13060" y="8070"/>
                  </a:lnTo>
                  <a:lnTo>
                    <a:pt x="12986" y="8107"/>
                  </a:lnTo>
                  <a:lnTo>
                    <a:pt x="12693" y="7997"/>
                  </a:lnTo>
                  <a:lnTo>
                    <a:pt x="12473" y="7887"/>
                  </a:lnTo>
                  <a:lnTo>
                    <a:pt x="12253" y="7777"/>
                  </a:lnTo>
                  <a:lnTo>
                    <a:pt x="11886" y="7777"/>
                  </a:lnTo>
                  <a:lnTo>
                    <a:pt x="11776" y="7813"/>
                  </a:lnTo>
                  <a:lnTo>
                    <a:pt x="11226" y="7777"/>
                  </a:lnTo>
                  <a:lnTo>
                    <a:pt x="10895" y="7740"/>
                  </a:lnTo>
                  <a:lnTo>
                    <a:pt x="10749" y="7740"/>
                  </a:lnTo>
                  <a:lnTo>
                    <a:pt x="10675" y="7703"/>
                  </a:lnTo>
                  <a:lnTo>
                    <a:pt x="10565" y="7483"/>
                  </a:lnTo>
                  <a:lnTo>
                    <a:pt x="10529" y="7483"/>
                  </a:lnTo>
                  <a:lnTo>
                    <a:pt x="10529" y="7520"/>
                  </a:lnTo>
                  <a:lnTo>
                    <a:pt x="10529" y="7887"/>
                  </a:lnTo>
                  <a:lnTo>
                    <a:pt x="10529" y="7960"/>
                  </a:lnTo>
                  <a:lnTo>
                    <a:pt x="10602" y="7997"/>
                  </a:lnTo>
                  <a:lnTo>
                    <a:pt x="11042" y="8107"/>
                  </a:lnTo>
                  <a:lnTo>
                    <a:pt x="11482" y="8144"/>
                  </a:lnTo>
                  <a:lnTo>
                    <a:pt x="11482" y="8327"/>
                  </a:lnTo>
                  <a:lnTo>
                    <a:pt x="11519" y="8474"/>
                  </a:lnTo>
                  <a:lnTo>
                    <a:pt x="11592" y="8547"/>
                  </a:lnTo>
                  <a:lnTo>
                    <a:pt x="11629" y="8584"/>
                  </a:lnTo>
                  <a:lnTo>
                    <a:pt x="11776" y="8657"/>
                  </a:lnTo>
                  <a:lnTo>
                    <a:pt x="11959" y="8767"/>
                  </a:lnTo>
                  <a:lnTo>
                    <a:pt x="11409" y="8657"/>
                  </a:lnTo>
                  <a:lnTo>
                    <a:pt x="10969" y="8474"/>
                  </a:lnTo>
                  <a:lnTo>
                    <a:pt x="10712" y="8437"/>
                  </a:lnTo>
                  <a:lnTo>
                    <a:pt x="10455" y="8400"/>
                  </a:lnTo>
                  <a:lnTo>
                    <a:pt x="10198" y="8217"/>
                  </a:lnTo>
                  <a:lnTo>
                    <a:pt x="10052" y="8180"/>
                  </a:lnTo>
                  <a:lnTo>
                    <a:pt x="9942" y="8144"/>
                  </a:lnTo>
                  <a:lnTo>
                    <a:pt x="9722" y="8180"/>
                  </a:lnTo>
                  <a:lnTo>
                    <a:pt x="9575" y="8254"/>
                  </a:lnTo>
                  <a:lnTo>
                    <a:pt x="9465" y="8364"/>
                  </a:lnTo>
                  <a:lnTo>
                    <a:pt x="9355" y="8510"/>
                  </a:lnTo>
                  <a:lnTo>
                    <a:pt x="9245" y="8584"/>
                  </a:lnTo>
                  <a:lnTo>
                    <a:pt x="9098" y="8620"/>
                  </a:lnTo>
                  <a:lnTo>
                    <a:pt x="8841" y="8584"/>
                  </a:lnTo>
                  <a:lnTo>
                    <a:pt x="8621" y="8620"/>
                  </a:lnTo>
                  <a:lnTo>
                    <a:pt x="8401" y="8694"/>
                  </a:lnTo>
                  <a:lnTo>
                    <a:pt x="8181" y="8804"/>
                  </a:lnTo>
                  <a:lnTo>
                    <a:pt x="7924" y="8804"/>
                  </a:lnTo>
                  <a:lnTo>
                    <a:pt x="7851" y="8767"/>
                  </a:lnTo>
                  <a:lnTo>
                    <a:pt x="7814" y="8730"/>
                  </a:lnTo>
                  <a:lnTo>
                    <a:pt x="7814" y="8694"/>
                  </a:lnTo>
                  <a:lnTo>
                    <a:pt x="7887" y="8620"/>
                  </a:lnTo>
                  <a:lnTo>
                    <a:pt x="7998" y="8510"/>
                  </a:lnTo>
                  <a:lnTo>
                    <a:pt x="8144" y="8437"/>
                  </a:lnTo>
                  <a:lnTo>
                    <a:pt x="8401" y="8327"/>
                  </a:lnTo>
                  <a:lnTo>
                    <a:pt x="8731" y="8180"/>
                  </a:lnTo>
                  <a:lnTo>
                    <a:pt x="8915" y="8070"/>
                  </a:lnTo>
                  <a:lnTo>
                    <a:pt x="9025" y="7924"/>
                  </a:lnTo>
                  <a:lnTo>
                    <a:pt x="9135" y="7777"/>
                  </a:lnTo>
                  <a:lnTo>
                    <a:pt x="9208" y="7630"/>
                  </a:lnTo>
                  <a:lnTo>
                    <a:pt x="9208" y="7447"/>
                  </a:lnTo>
                  <a:lnTo>
                    <a:pt x="9171" y="7227"/>
                  </a:lnTo>
                  <a:lnTo>
                    <a:pt x="9098" y="7117"/>
                  </a:lnTo>
                  <a:lnTo>
                    <a:pt x="8988" y="7006"/>
                  </a:lnTo>
                  <a:lnTo>
                    <a:pt x="8841" y="6896"/>
                  </a:lnTo>
                  <a:lnTo>
                    <a:pt x="8694" y="6860"/>
                  </a:lnTo>
                  <a:lnTo>
                    <a:pt x="8548" y="6823"/>
                  </a:lnTo>
                  <a:lnTo>
                    <a:pt x="8401" y="6823"/>
                  </a:lnTo>
                  <a:lnTo>
                    <a:pt x="8254" y="6860"/>
                  </a:lnTo>
                  <a:lnTo>
                    <a:pt x="8108" y="6933"/>
                  </a:lnTo>
                  <a:lnTo>
                    <a:pt x="7924" y="7117"/>
                  </a:lnTo>
                  <a:lnTo>
                    <a:pt x="7924" y="7117"/>
                  </a:lnTo>
                  <a:lnTo>
                    <a:pt x="7998" y="6970"/>
                  </a:lnTo>
                  <a:lnTo>
                    <a:pt x="8108" y="6860"/>
                  </a:lnTo>
                  <a:lnTo>
                    <a:pt x="8291" y="6603"/>
                  </a:lnTo>
                  <a:lnTo>
                    <a:pt x="8511" y="6383"/>
                  </a:lnTo>
                  <a:lnTo>
                    <a:pt x="8768" y="6126"/>
                  </a:lnTo>
                  <a:lnTo>
                    <a:pt x="8951" y="5943"/>
                  </a:lnTo>
                  <a:lnTo>
                    <a:pt x="9135" y="5796"/>
                  </a:lnTo>
                  <a:lnTo>
                    <a:pt x="9171" y="5796"/>
                  </a:lnTo>
                  <a:lnTo>
                    <a:pt x="9391" y="5759"/>
                  </a:lnTo>
                  <a:lnTo>
                    <a:pt x="9612" y="5686"/>
                  </a:lnTo>
                  <a:lnTo>
                    <a:pt x="10052" y="5539"/>
                  </a:lnTo>
                  <a:lnTo>
                    <a:pt x="10455" y="5356"/>
                  </a:lnTo>
                  <a:lnTo>
                    <a:pt x="10639" y="5282"/>
                  </a:lnTo>
                  <a:lnTo>
                    <a:pt x="10895" y="5246"/>
                  </a:lnTo>
                  <a:lnTo>
                    <a:pt x="10895" y="5246"/>
                  </a:lnTo>
                  <a:lnTo>
                    <a:pt x="10602" y="5503"/>
                  </a:lnTo>
                  <a:lnTo>
                    <a:pt x="10492" y="5649"/>
                  </a:lnTo>
                  <a:lnTo>
                    <a:pt x="10419" y="5833"/>
                  </a:lnTo>
                  <a:lnTo>
                    <a:pt x="10455" y="5869"/>
                  </a:lnTo>
                  <a:lnTo>
                    <a:pt x="10639" y="5796"/>
                  </a:lnTo>
                  <a:lnTo>
                    <a:pt x="10822" y="5723"/>
                  </a:lnTo>
                  <a:lnTo>
                    <a:pt x="11152" y="5503"/>
                  </a:lnTo>
                  <a:lnTo>
                    <a:pt x="11739" y="5136"/>
                  </a:lnTo>
                  <a:close/>
                  <a:moveTo>
                    <a:pt x="11996" y="8254"/>
                  </a:moveTo>
                  <a:lnTo>
                    <a:pt x="12546" y="8400"/>
                  </a:lnTo>
                  <a:lnTo>
                    <a:pt x="12729" y="8584"/>
                  </a:lnTo>
                  <a:lnTo>
                    <a:pt x="12803" y="8620"/>
                  </a:lnTo>
                  <a:lnTo>
                    <a:pt x="12876" y="8657"/>
                  </a:lnTo>
                  <a:lnTo>
                    <a:pt x="12950" y="8620"/>
                  </a:lnTo>
                  <a:lnTo>
                    <a:pt x="13023" y="8584"/>
                  </a:lnTo>
                  <a:lnTo>
                    <a:pt x="12950" y="9024"/>
                  </a:lnTo>
                  <a:lnTo>
                    <a:pt x="12509" y="8914"/>
                  </a:lnTo>
                  <a:lnTo>
                    <a:pt x="12399" y="8657"/>
                  </a:lnTo>
                  <a:lnTo>
                    <a:pt x="12216" y="8474"/>
                  </a:lnTo>
                  <a:lnTo>
                    <a:pt x="12033" y="8327"/>
                  </a:lnTo>
                  <a:lnTo>
                    <a:pt x="11959" y="8290"/>
                  </a:lnTo>
                  <a:lnTo>
                    <a:pt x="11996" y="8254"/>
                  </a:lnTo>
                  <a:close/>
                  <a:moveTo>
                    <a:pt x="10932" y="8841"/>
                  </a:moveTo>
                  <a:lnTo>
                    <a:pt x="11519" y="9097"/>
                  </a:lnTo>
                  <a:lnTo>
                    <a:pt x="12106" y="9244"/>
                  </a:lnTo>
                  <a:lnTo>
                    <a:pt x="12033" y="9391"/>
                  </a:lnTo>
                  <a:lnTo>
                    <a:pt x="11922" y="9537"/>
                  </a:lnTo>
                  <a:lnTo>
                    <a:pt x="11776" y="9611"/>
                  </a:lnTo>
                  <a:lnTo>
                    <a:pt x="11702" y="9611"/>
                  </a:lnTo>
                  <a:lnTo>
                    <a:pt x="11629" y="9574"/>
                  </a:lnTo>
                  <a:lnTo>
                    <a:pt x="11519" y="9537"/>
                  </a:lnTo>
                  <a:lnTo>
                    <a:pt x="11409" y="9427"/>
                  </a:lnTo>
                  <a:lnTo>
                    <a:pt x="11226" y="9244"/>
                  </a:lnTo>
                  <a:lnTo>
                    <a:pt x="10932" y="8841"/>
                  </a:lnTo>
                  <a:close/>
                  <a:moveTo>
                    <a:pt x="12509" y="9354"/>
                  </a:moveTo>
                  <a:lnTo>
                    <a:pt x="12876" y="9391"/>
                  </a:lnTo>
                  <a:lnTo>
                    <a:pt x="12656" y="10161"/>
                  </a:lnTo>
                  <a:lnTo>
                    <a:pt x="12583" y="10088"/>
                  </a:lnTo>
                  <a:lnTo>
                    <a:pt x="12363" y="10088"/>
                  </a:lnTo>
                  <a:lnTo>
                    <a:pt x="12216" y="10051"/>
                  </a:lnTo>
                  <a:lnTo>
                    <a:pt x="11886" y="9978"/>
                  </a:lnTo>
                  <a:lnTo>
                    <a:pt x="12106" y="9868"/>
                  </a:lnTo>
                  <a:lnTo>
                    <a:pt x="12289" y="9758"/>
                  </a:lnTo>
                  <a:lnTo>
                    <a:pt x="12399" y="9574"/>
                  </a:lnTo>
                  <a:lnTo>
                    <a:pt x="12509" y="9354"/>
                  </a:lnTo>
                  <a:close/>
                  <a:moveTo>
                    <a:pt x="10382" y="9721"/>
                  </a:moveTo>
                  <a:lnTo>
                    <a:pt x="11409" y="10161"/>
                  </a:lnTo>
                  <a:lnTo>
                    <a:pt x="11922" y="10381"/>
                  </a:lnTo>
                  <a:lnTo>
                    <a:pt x="12253" y="10491"/>
                  </a:lnTo>
                  <a:lnTo>
                    <a:pt x="12399" y="10491"/>
                  </a:lnTo>
                  <a:lnTo>
                    <a:pt x="12509" y="10455"/>
                  </a:lnTo>
                  <a:lnTo>
                    <a:pt x="12326" y="10968"/>
                  </a:lnTo>
                  <a:lnTo>
                    <a:pt x="12033" y="10858"/>
                  </a:lnTo>
                  <a:lnTo>
                    <a:pt x="11886" y="10785"/>
                  </a:lnTo>
                  <a:lnTo>
                    <a:pt x="11776" y="10711"/>
                  </a:lnTo>
                  <a:lnTo>
                    <a:pt x="11519" y="10528"/>
                  </a:lnTo>
                  <a:lnTo>
                    <a:pt x="11409" y="10418"/>
                  </a:lnTo>
                  <a:lnTo>
                    <a:pt x="11262" y="10344"/>
                  </a:lnTo>
                  <a:lnTo>
                    <a:pt x="11079" y="10308"/>
                  </a:lnTo>
                  <a:lnTo>
                    <a:pt x="10895" y="10271"/>
                  </a:lnTo>
                  <a:lnTo>
                    <a:pt x="10492" y="10234"/>
                  </a:lnTo>
                  <a:lnTo>
                    <a:pt x="10455" y="9978"/>
                  </a:lnTo>
                  <a:lnTo>
                    <a:pt x="10382" y="9721"/>
                  </a:lnTo>
                  <a:close/>
                  <a:moveTo>
                    <a:pt x="10455" y="10528"/>
                  </a:moveTo>
                  <a:lnTo>
                    <a:pt x="10785" y="10601"/>
                  </a:lnTo>
                  <a:lnTo>
                    <a:pt x="10969" y="10638"/>
                  </a:lnTo>
                  <a:lnTo>
                    <a:pt x="11115" y="10711"/>
                  </a:lnTo>
                  <a:lnTo>
                    <a:pt x="11336" y="10821"/>
                  </a:lnTo>
                  <a:lnTo>
                    <a:pt x="11519" y="10968"/>
                  </a:lnTo>
                  <a:lnTo>
                    <a:pt x="11702" y="11115"/>
                  </a:lnTo>
                  <a:lnTo>
                    <a:pt x="11886" y="11262"/>
                  </a:lnTo>
                  <a:lnTo>
                    <a:pt x="12106" y="11335"/>
                  </a:lnTo>
                  <a:lnTo>
                    <a:pt x="11739" y="11922"/>
                  </a:lnTo>
                  <a:lnTo>
                    <a:pt x="11629" y="11922"/>
                  </a:lnTo>
                  <a:lnTo>
                    <a:pt x="11482" y="11885"/>
                  </a:lnTo>
                  <a:lnTo>
                    <a:pt x="11226" y="11738"/>
                  </a:lnTo>
                  <a:lnTo>
                    <a:pt x="10565" y="11482"/>
                  </a:lnTo>
                  <a:lnTo>
                    <a:pt x="10272" y="11335"/>
                  </a:lnTo>
                  <a:lnTo>
                    <a:pt x="10382" y="10968"/>
                  </a:lnTo>
                  <a:lnTo>
                    <a:pt x="10455" y="10601"/>
                  </a:lnTo>
                  <a:lnTo>
                    <a:pt x="10455" y="10528"/>
                  </a:lnTo>
                  <a:close/>
                  <a:moveTo>
                    <a:pt x="10125" y="11665"/>
                  </a:moveTo>
                  <a:lnTo>
                    <a:pt x="10785" y="11958"/>
                  </a:lnTo>
                  <a:lnTo>
                    <a:pt x="11115" y="12142"/>
                  </a:lnTo>
                  <a:lnTo>
                    <a:pt x="11299" y="12215"/>
                  </a:lnTo>
                  <a:lnTo>
                    <a:pt x="11482" y="12289"/>
                  </a:lnTo>
                  <a:lnTo>
                    <a:pt x="11226" y="12655"/>
                  </a:lnTo>
                  <a:lnTo>
                    <a:pt x="10895" y="12545"/>
                  </a:lnTo>
                  <a:lnTo>
                    <a:pt x="10455" y="12399"/>
                  </a:lnTo>
                  <a:lnTo>
                    <a:pt x="10052" y="12252"/>
                  </a:lnTo>
                  <a:lnTo>
                    <a:pt x="9868" y="12142"/>
                  </a:lnTo>
                  <a:lnTo>
                    <a:pt x="10125" y="11665"/>
                  </a:lnTo>
                  <a:close/>
                  <a:moveTo>
                    <a:pt x="9355" y="9574"/>
                  </a:moveTo>
                  <a:lnTo>
                    <a:pt x="9575" y="9611"/>
                  </a:lnTo>
                  <a:lnTo>
                    <a:pt x="9795" y="9648"/>
                  </a:lnTo>
                  <a:lnTo>
                    <a:pt x="9978" y="9758"/>
                  </a:lnTo>
                  <a:lnTo>
                    <a:pt x="10052" y="9868"/>
                  </a:lnTo>
                  <a:lnTo>
                    <a:pt x="10088" y="9941"/>
                  </a:lnTo>
                  <a:lnTo>
                    <a:pt x="10125" y="10088"/>
                  </a:lnTo>
                  <a:lnTo>
                    <a:pt x="10125" y="10198"/>
                  </a:lnTo>
                  <a:lnTo>
                    <a:pt x="9832" y="10161"/>
                  </a:lnTo>
                  <a:lnTo>
                    <a:pt x="9795" y="10198"/>
                  </a:lnTo>
                  <a:lnTo>
                    <a:pt x="9795" y="10234"/>
                  </a:lnTo>
                  <a:lnTo>
                    <a:pt x="9942" y="10344"/>
                  </a:lnTo>
                  <a:lnTo>
                    <a:pt x="10088" y="10455"/>
                  </a:lnTo>
                  <a:lnTo>
                    <a:pt x="10015" y="10785"/>
                  </a:lnTo>
                  <a:lnTo>
                    <a:pt x="9942" y="11078"/>
                  </a:lnTo>
                  <a:lnTo>
                    <a:pt x="9905" y="11188"/>
                  </a:lnTo>
                  <a:lnTo>
                    <a:pt x="9648" y="11115"/>
                  </a:lnTo>
                  <a:lnTo>
                    <a:pt x="9391" y="11078"/>
                  </a:lnTo>
                  <a:lnTo>
                    <a:pt x="9355" y="11078"/>
                  </a:lnTo>
                  <a:lnTo>
                    <a:pt x="9318" y="11115"/>
                  </a:lnTo>
                  <a:lnTo>
                    <a:pt x="9318" y="11151"/>
                  </a:lnTo>
                  <a:lnTo>
                    <a:pt x="9355" y="11188"/>
                  </a:lnTo>
                  <a:lnTo>
                    <a:pt x="9538" y="11372"/>
                  </a:lnTo>
                  <a:lnTo>
                    <a:pt x="9795" y="11518"/>
                  </a:lnTo>
                  <a:lnTo>
                    <a:pt x="9501" y="11995"/>
                  </a:lnTo>
                  <a:lnTo>
                    <a:pt x="9061" y="11812"/>
                  </a:lnTo>
                  <a:lnTo>
                    <a:pt x="8584" y="11628"/>
                  </a:lnTo>
                  <a:lnTo>
                    <a:pt x="8548" y="11628"/>
                  </a:lnTo>
                  <a:lnTo>
                    <a:pt x="8548" y="11702"/>
                  </a:lnTo>
                  <a:lnTo>
                    <a:pt x="8731" y="11848"/>
                  </a:lnTo>
                  <a:lnTo>
                    <a:pt x="8915" y="12032"/>
                  </a:lnTo>
                  <a:lnTo>
                    <a:pt x="9318" y="12289"/>
                  </a:lnTo>
                  <a:lnTo>
                    <a:pt x="9061" y="12582"/>
                  </a:lnTo>
                  <a:lnTo>
                    <a:pt x="8805" y="12802"/>
                  </a:lnTo>
                  <a:lnTo>
                    <a:pt x="8548" y="12692"/>
                  </a:lnTo>
                  <a:lnTo>
                    <a:pt x="8401" y="12069"/>
                  </a:lnTo>
                  <a:lnTo>
                    <a:pt x="8291" y="11445"/>
                  </a:lnTo>
                  <a:lnTo>
                    <a:pt x="8218" y="11298"/>
                  </a:lnTo>
                  <a:lnTo>
                    <a:pt x="8144" y="11188"/>
                  </a:lnTo>
                  <a:lnTo>
                    <a:pt x="8034" y="11115"/>
                  </a:lnTo>
                  <a:lnTo>
                    <a:pt x="7374" y="11115"/>
                  </a:lnTo>
                  <a:lnTo>
                    <a:pt x="7264" y="11078"/>
                  </a:lnTo>
                  <a:lnTo>
                    <a:pt x="7154" y="11041"/>
                  </a:lnTo>
                  <a:lnTo>
                    <a:pt x="7007" y="10895"/>
                  </a:lnTo>
                  <a:lnTo>
                    <a:pt x="6897" y="10675"/>
                  </a:lnTo>
                  <a:lnTo>
                    <a:pt x="6860" y="10455"/>
                  </a:lnTo>
                  <a:lnTo>
                    <a:pt x="6860" y="10344"/>
                  </a:lnTo>
                  <a:lnTo>
                    <a:pt x="6897" y="10234"/>
                  </a:lnTo>
                  <a:lnTo>
                    <a:pt x="6934" y="10124"/>
                  </a:lnTo>
                  <a:lnTo>
                    <a:pt x="7007" y="10051"/>
                  </a:lnTo>
                  <a:lnTo>
                    <a:pt x="7227" y="9978"/>
                  </a:lnTo>
                  <a:lnTo>
                    <a:pt x="7447" y="9904"/>
                  </a:lnTo>
                  <a:lnTo>
                    <a:pt x="8328" y="9721"/>
                  </a:lnTo>
                  <a:lnTo>
                    <a:pt x="8401" y="9758"/>
                  </a:lnTo>
                  <a:lnTo>
                    <a:pt x="8548" y="9758"/>
                  </a:lnTo>
                  <a:lnTo>
                    <a:pt x="8841" y="9648"/>
                  </a:lnTo>
                  <a:lnTo>
                    <a:pt x="9135" y="9574"/>
                  </a:lnTo>
                  <a:close/>
                  <a:moveTo>
                    <a:pt x="1028" y="7373"/>
                  </a:moveTo>
                  <a:lnTo>
                    <a:pt x="1028" y="7887"/>
                  </a:lnTo>
                  <a:lnTo>
                    <a:pt x="1101" y="8437"/>
                  </a:lnTo>
                  <a:lnTo>
                    <a:pt x="1138" y="8474"/>
                  </a:lnTo>
                  <a:lnTo>
                    <a:pt x="1211" y="8510"/>
                  </a:lnTo>
                  <a:lnTo>
                    <a:pt x="1285" y="8510"/>
                  </a:lnTo>
                  <a:lnTo>
                    <a:pt x="1358" y="8474"/>
                  </a:lnTo>
                  <a:lnTo>
                    <a:pt x="1872" y="8070"/>
                  </a:lnTo>
                  <a:lnTo>
                    <a:pt x="1945" y="8951"/>
                  </a:lnTo>
                  <a:lnTo>
                    <a:pt x="1982" y="9611"/>
                  </a:lnTo>
                  <a:lnTo>
                    <a:pt x="1982" y="9758"/>
                  </a:lnTo>
                  <a:lnTo>
                    <a:pt x="1982" y="9904"/>
                  </a:lnTo>
                  <a:lnTo>
                    <a:pt x="1872" y="10014"/>
                  </a:lnTo>
                  <a:lnTo>
                    <a:pt x="1762" y="10088"/>
                  </a:lnTo>
                  <a:lnTo>
                    <a:pt x="1615" y="10271"/>
                  </a:lnTo>
                  <a:lnTo>
                    <a:pt x="1505" y="10455"/>
                  </a:lnTo>
                  <a:lnTo>
                    <a:pt x="1468" y="10638"/>
                  </a:lnTo>
                  <a:lnTo>
                    <a:pt x="1468" y="10858"/>
                  </a:lnTo>
                  <a:lnTo>
                    <a:pt x="1505" y="11078"/>
                  </a:lnTo>
                  <a:lnTo>
                    <a:pt x="1578" y="11298"/>
                  </a:lnTo>
                  <a:lnTo>
                    <a:pt x="1688" y="11702"/>
                  </a:lnTo>
                  <a:lnTo>
                    <a:pt x="2165" y="12876"/>
                  </a:lnTo>
                  <a:lnTo>
                    <a:pt x="1835" y="12509"/>
                  </a:lnTo>
                  <a:lnTo>
                    <a:pt x="1505" y="12142"/>
                  </a:lnTo>
                  <a:lnTo>
                    <a:pt x="1211" y="11665"/>
                  </a:lnTo>
                  <a:lnTo>
                    <a:pt x="918" y="11188"/>
                  </a:lnTo>
                  <a:lnTo>
                    <a:pt x="735" y="10675"/>
                  </a:lnTo>
                  <a:lnTo>
                    <a:pt x="588" y="10161"/>
                  </a:lnTo>
                  <a:lnTo>
                    <a:pt x="551" y="9831"/>
                  </a:lnTo>
                  <a:lnTo>
                    <a:pt x="514" y="9501"/>
                  </a:lnTo>
                  <a:lnTo>
                    <a:pt x="551" y="9171"/>
                  </a:lnTo>
                  <a:lnTo>
                    <a:pt x="588" y="8841"/>
                  </a:lnTo>
                  <a:lnTo>
                    <a:pt x="771" y="8180"/>
                  </a:lnTo>
                  <a:lnTo>
                    <a:pt x="955" y="7557"/>
                  </a:lnTo>
                  <a:lnTo>
                    <a:pt x="1028" y="7373"/>
                  </a:lnTo>
                  <a:close/>
                  <a:moveTo>
                    <a:pt x="9612" y="12472"/>
                  </a:moveTo>
                  <a:lnTo>
                    <a:pt x="9942" y="12619"/>
                  </a:lnTo>
                  <a:lnTo>
                    <a:pt x="10675" y="12912"/>
                  </a:lnTo>
                  <a:lnTo>
                    <a:pt x="10895" y="12986"/>
                  </a:lnTo>
                  <a:lnTo>
                    <a:pt x="10529" y="13316"/>
                  </a:lnTo>
                  <a:lnTo>
                    <a:pt x="10162" y="13609"/>
                  </a:lnTo>
                  <a:lnTo>
                    <a:pt x="9685" y="13279"/>
                  </a:lnTo>
                  <a:lnTo>
                    <a:pt x="9171" y="12986"/>
                  </a:lnTo>
                  <a:lnTo>
                    <a:pt x="9391" y="12729"/>
                  </a:lnTo>
                  <a:lnTo>
                    <a:pt x="9612" y="12472"/>
                  </a:lnTo>
                  <a:close/>
                  <a:moveTo>
                    <a:pt x="2569" y="5209"/>
                  </a:moveTo>
                  <a:lnTo>
                    <a:pt x="2899" y="5319"/>
                  </a:lnTo>
                  <a:lnTo>
                    <a:pt x="3266" y="5356"/>
                  </a:lnTo>
                  <a:lnTo>
                    <a:pt x="3999" y="5356"/>
                  </a:lnTo>
                  <a:lnTo>
                    <a:pt x="4733" y="5429"/>
                  </a:lnTo>
                  <a:lnTo>
                    <a:pt x="5467" y="5539"/>
                  </a:lnTo>
                  <a:lnTo>
                    <a:pt x="5320" y="5649"/>
                  </a:lnTo>
                  <a:lnTo>
                    <a:pt x="5173" y="5723"/>
                  </a:lnTo>
                  <a:lnTo>
                    <a:pt x="4880" y="5833"/>
                  </a:lnTo>
                  <a:lnTo>
                    <a:pt x="4696" y="5943"/>
                  </a:lnTo>
                  <a:lnTo>
                    <a:pt x="4513" y="6053"/>
                  </a:lnTo>
                  <a:lnTo>
                    <a:pt x="4366" y="6236"/>
                  </a:lnTo>
                  <a:lnTo>
                    <a:pt x="4293" y="6420"/>
                  </a:lnTo>
                  <a:lnTo>
                    <a:pt x="4256" y="6493"/>
                  </a:lnTo>
                  <a:lnTo>
                    <a:pt x="4293" y="6603"/>
                  </a:lnTo>
                  <a:lnTo>
                    <a:pt x="4329" y="6676"/>
                  </a:lnTo>
                  <a:lnTo>
                    <a:pt x="4366" y="6750"/>
                  </a:lnTo>
                  <a:lnTo>
                    <a:pt x="4439" y="6823"/>
                  </a:lnTo>
                  <a:lnTo>
                    <a:pt x="4549" y="6823"/>
                  </a:lnTo>
                  <a:lnTo>
                    <a:pt x="4660" y="6860"/>
                  </a:lnTo>
                  <a:lnTo>
                    <a:pt x="4696" y="6933"/>
                  </a:lnTo>
                  <a:lnTo>
                    <a:pt x="4733" y="7117"/>
                  </a:lnTo>
                  <a:lnTo>
                    <a:pt x="4770" y="7300"/>
                  </a:lnTo>
                  <a:lnTo>
                    <a:pt x="4770" y="7667"/>
                  </a:lnTo>
                  <a:lnTo>
                    <a:pt x="4806" y="7813"/>
                  </a:lnTo>
                  <a:lnTo>
                    <a:pt x="4586" y="7520"/>
                  </a:lnTo>
                  <a:lnTo>
                    <a:pt x="4366" y="7263"/>
                  </a:lnTo>
                  <a:lnTo>
                    <a:pt x="4256" y="7190"/>
                  </a:lnTo>
                  <a:lnTo>
                    <a:pt x="4146" y="7153"/>
                  </a:lnTo>
                  <a:lnTo>
                    <a:pt x="3999" y="7117"/>
                  </a:lnTo>
                  <a:lnTo>
                    <a:pt x="3889" y="7153"/>
                  </a:lnTo>
                  <a:lnTo>
                    <a:pt x="3632" y="7227"/>
                  </a:lnTo>
                  <a:lnTo>
                    <a:pt x="3412" y="7373"/>
                  </a:lnTo>
                  <a:lnTo>
                    <a:pt x="3192" y="7593"/>
                  </a:lnTo>
                  <a:lnTo>
                    <a:pt x="2972" y="7813"/>
                  </a:lnTo>
                  <a:lnTo>
                    <a:pt x="2825" y="8070"/>
                  </a:lnTo>
                  <a:lnTo>
                    <a:pt x="2715" y="8364"/>
                  </a:lnTo>
                  <a:lnTo>
                    <a:pt x="2642" y="8657"/>
                  </a:lnTo>
                  <a:lnTo>
                    <a:pt x="2605" y="8951"/>
                  </a:lnTo>
                  <a:lnTo>
                    <a:pt x="2605" y="9244"/>
                  </a:lnTo>
                  <a:lnTo>
                    <a:pt x="2679" y="9537"/>
                  </a:lnTo>
                  <a:lnTo>
                    <a:pt x="2679" y="9611"/>
                  </a:lnTo>
                  <a:lnTo>
                    <a:pt x="2752" y="9648"/>
                  </a:lnTo>
                  <a:lnTo>
                    <a:pt x="2789" y="9684"/>
                  </a:lnTo>
                  <a:lnTo>
                    <a:pt x="3156" y="9684"/>
                  </a:lnTo>
                  <a:lnTo>
                    <a:pt x="3449" y="9758"/>
                  </a:lnTo>
                  <a:lnTo>
                    <a:pt x="3706" y="9868"/>
                  </a:lnTo>
                  <a:lnTo>
                    <a:pt x="3963" y="10014"/>
                  </a:lnTo>
                  <a:lnTo>
                    <a:pt x="4183" y="10198"/>
                  </a:lnTo>
                  <a:lnTo>
                    <a:pt x="4403" y="10418"/>
                  </a:lnTo>
                  <a:lnTo>
                    <a:pt x="4770" y="10858"/>
                  </a:lnTo>
                  <a:lnTo>
                    <a:pt x="4403" y="11151"/>
                  </a:lnTo>
                  <a:lnTo>
                    <a:pt x="4109" y="11445"/>
                  </a:lnTo>
                  <a:lnTo>
                    <a:pt x="3816" y="11775"/>
                  </a:lnTo>
                  <a:lnTo>
                    <a:pt x="3596" y="12142"/>
                  </a:lnTo>
                  <a:lnTo>
                    <a:pt x="3412" y="12545"/>
                  </a:lnTo>
                  <a:lnTo>
                    <a:pt x="3266" y="12986"/>
                  </a:lnTo>
                  <a:lnTo>
                    <a:pt x="3192" y="13426"/>
                  </a:lnTo>
                  <a:lnTo>
                    <a:pt x="3156" y="13866"/>
                  </a:lnTo>
                  <a:lnTo>
                    <a:pt x="3082" y="13829"/>
                  </a:lnTo>
                  <a:lnTo>
                    <a:pt x="2972" y="13719"/>
                  </a:lnTo>
                  <a:lnTo>
                    <a:pt x="2899" y="13572"/>
                  </a:lnTo>
                  <a:lnTo>
                    <a:pt x="2459" y="12582"/>
                  </a:lnTo>
                  <a:lnTo>
                    <a:pt x="2092" y="11702"/>
                  </a:lnTo>
                  <a:lnTo>
                    <a:pt x="1945" y="11262"/>
                  </a:lnTo>
                  <a:lnTo>
                    <a:pt x="1872" y="10821"/>
                  </a:lnTo>
                  <a:lnTo>
                    <a:pt x="1872" y="10638"/>
                  </a:lnTo>
                  <a:lnTo>
                    <a:pt x="1945" y="10491"/>
                  </a:lnTo>
                  <a:lnTo>
                    <a:pt x="2055" y="10381"/>
                  </a:lnTo>
                  <a:lnTo>
                    <a:pt x="2202" y="10271"/>
                  </a:lnTo>
                  <a:lnTo>
                    <a:pt x="2312" y="10161"/>
                  </a:lnTo>
                  <a:lnTo>
                    <a:pt x="2385" y="10051"/>
                  </a:lnTo>
                  <a:lnTo>
                    <a:pt x="2385" y="9904"/>
                  </a:lnTo>
                  <a:lnTo>
                    <a:pt x="2385" y="9721"/>
                  </a:lnTo>
                  <a:lnTo>
                    <a:pt x="2312" y="8730"/>
                  </a:lnTo>
                  <a:lnTo>
                    <a:pt x="2165" y="7740"/>
                  </a:lnTo>
                  <a:lnTo>
                    <a:pt x="2165" y="7667"/>
                  </a:lnTo>
                  <a:lnTo>
                    <a:pt x="2092" y="7593"/>
                  </a:lnTo>
                  <a:lnTo>
                    <a:pt x="1945" y="7593"/>
                  </a:lnTo>
                  <a:lnTo>
                    <a:pt x="1358" y="8070"/>
                  </a:lnTo>
                  <a:lnTo>
                    <a:pt x="1321" y="7667"/>
                  </a:lnTo>
                  <a:lnTo>
                    <a:pt x="1358" y="7263"/>
                  </a:lnTo>
                  <a:lnTo>
                    <a:pt x="1395" y="6860"/>
                  </a:lnTo>
                  <a:lnTo>
                    <a:pt x="1505" y="6456"/>
                  </a:lnTo>
                  <a:lnTo>
                    <a:pt x="1505" y="6383"/>
                  </a:lnTo>
                  <a:lnTo>
                    <a:pt x="1468" y="6310"/>
                  </a:lnTo>
                  <a:lnTo>
                    <a:pt x="1725" y="5796"/>
                  </a:lnTo>
                  <a:lnTo>
                    <a:pt x="1982" y="5319"/>
                  </a:lnTo>
                  <a:lnTo>
                    <a:pt x="2239" y="5356"/>
                  </a:lnTo>
                  <a:lnTo>
                    <a:pt x="2495" y="5392"/>
                  </a:lnTo>
                  <a:lnTo>
                    <a:pt x="2569" y="5356"/>
                  </a:lnTo>
                  <a:lnTo>
                    <a:pt x="2605" y="5319"/>
                  </a:lnTo>
                  <a:lnTo>
                    <a:pt x="2605" y="5282"/>
                  </a:lnTo>
                  <a:lnTo>
                    <a:pt x="2569" y="5209"/>
                  </a:lnTo>
                  <a:close/>
                  <a:moveTo>
                    <a:pt x="8805" y="13939"/>
                  </a:moveTo>
                  <a:lnTo>
                    <a:pt x="9098" y="13976"/>
                  </a:lnTo>
                  <a:lnTo>
                    <a:pt x="9391" y="14049"/>
                  </a:lnTo>
                  <a:lnTo>
                    <a:pt x="9208" y="14086"/>
                  </a:lnTo>
                  <a:lnTo>
                    <a:pt x="9171" y="14049"/>
                  </a:lnTo>
                  <a:lnTo>
                    <a:pt x="9061" y="14049"/>
                  </a:lnTo>
                  <a:lnTo>
                    <a:pt x="8988" y="13976"/>
                  </a:lnTo>
                  <a:lnTo>
                    <a:pt x="8805" y="13939"/>
                  </a:lnTo>
                  <a:close/>
                  <a:moveTo>
                    <a:pt x="5815" y="14178"/>
                  </a:moveTo>
                  <a:lnTo>
                    <a:pt x="5797" y="14196"/>
                  </a:lnTo>
                  <a:lnTo>
                    <a:pt x="5760" y="14196"/>
                  </a:lnTo>
                  <a:lnTo>
                    <a:pt x="5815" y="14178"/>
                  </a:lnTo>
                  <a:close/>
                  <a:moveTo>
                    <a:pt x="7154" y="2935"/>
                  </a:moveTo>
                  <a:lnTo>
                    <a:pt x="7594" y="3008"/>
                  </a:lnTo>
                  <a:lnTo>
                    <a:pt x="8034" y="3082"/>
                  </a:lnTo>
                  <a:lnTo>
                    <a:pt x="8438" y="3155"/>
                  </a:lnTo>
                  <a:lnTo>
                    <a:pt x="8401" y="3192"/>
                  </a:lnTo>
                  <a:lnTo>
                    <a:pt x="8401" y="3228"/>
                  </a:lnTo>
                  <a:lnTo>
                    <a:pt x="8401" y="3265"/>
                  </a:lnTo>
                  <a:lnTo>
                    <a:pt x="8438" y="3265"/>
                  </a:lnTo>
                  <a:lnTo>
                    <a:pt x="8621" y="3228"/>
                  </a:lnTo>
                  <a:lnTo>
                    <a:pt x="8768" y="3265"/>
                  </a:lnTo>
                  <a:lnTo>
                    <a:pt x="8805" y="3265"/>
                  </a:lnTo>
                  <a:lnTo>
                    <a:pt x="8768" y="3338"/>
                  </a:lnTo>
                  <a:lnTo>
                    <a:pt x="8768" y="3412"/>
                  </a:lnTo>
                  <a:lnTo>
                    <a:pt x="8768" y="3448"/>
                  </a:lnTo>
                  <a:lnTo>
                    <a:pt x="8805" y="3485"/>
                  </a:lnTo>
                  <a:lnTo>
                    <a:pt x="8841" y="3485"/>
                  </a:lnTo>
                  <a:lnTo>
                    <a:pt x="8915" y="3522"/>
                  </a:lnTo>
                  <a:lnTo>
                    <a:pt x="8988" y="3558"/>
                  </a:lnTo>
                  <a:lnTo>
                    <a:pt x="9098" y="3668"/>
                  </a:lnTo>
                  <a:lnTo>
                    <a:pt x="9208" y="3815"/>
                  </a:lnTo>
                  <a:lnTo>
                    <a:pt x="9245" y="3852"/>
                  </a:lnTo>
                  <a:lnTo>
                    <a:pt x="9281" y="3889"/>
                  </a:lnTo>
                  <a:lnTo>
                    <a:pt x="9318" y="3852"/>
                  </a:lnTo>
                  <a:lnTo>
                    <a:pt x="9391" y="3742"/>
                  </a:lnTo>
                  <a:lnTo>
                    <a:pt x="9465" y="3632"/>
                  </a:lnTo>
                  <a:lnTo>
                    <a:pt x="9538" y="3558"/>
                  </a:lnTo>
                  <a:lnTo>
                    <a:pt x="9758" y="3632"/>
                  </a:lnTo>
                  <a:lnTo>
                    <a:pt x="9612" y="3815"/>
                  </a:lnTo>
                  <a:lnTo>
                    <a:pt x="9501" y="3999"/>
                  </a:lnTo>
                  <a:lnTo>
                    <a:pt x="9465" y="4072"/>
                  </a:lnTo>
                  <a:lnTo>
                    <a:pt x="9465" y="4182"/>
                  </a:lnTo>
                  <a:lnTo>
                    <a:pt x="9575" y="4182"/>
                  </a:lnTo>
                  <a:lnTo>
                    <a:pt x="9648" y="4145"/>
                  </a:lnTo>
                  <a:lnTo>
                    <a:pt x="9795" y="4035"/>
                  </a:lnTo>
                  <a:lnTo>
                    <a:pt x="10052" y="3815"/>
                  </a:lnTo>
                  <a:lnTo>
                    <a:pt x="10308" y="3962"/>
                  </a:lnTo>
                  <a:lnTo>
                    <a:pt x="10235" y="4035"/>
                  </a:lnTo>
                  <a:lnTo>
                    <a:pt x="9978" y="4365"/>
                  </a:lnTo>
                  <a:lnTo>
                    <a:pt x="9868" y="4512"/>
                  </a:lnTo>
                  <a:lnTo>
                    <a:pt x="9795" y="4696"/>
                  </a:lnTo>
                  <a:lnTo>
                    <a:pt x="9795" y="4732"/>
                  </a:lnTo>
                  <a:lnTo>
                    <a:pt x="9832" y="4732"/>
                  </a:lnTo>
                  <a:lnTo>
                    <a:pt x="10015" y="4659"/>
                  </a:lnTo>
                  <a:lnTo>
                    <a:pt x="10198" y="4549"/>
                  </a:lnTo>
                  <a:lnTo>
                    <a:pt x="10492" y="4329"/>
                  </a:lnTo>
                  <a:lnTo>
                    <a:pt x="10639" y="4182"/>
                  </a:lnTo>
                  <a:lnTo>
                    <a:pt x="10822" y="4292"/>
                  </a:lnTo>
                  <a:lnTo>
                    <a:pt x="10565" y="4549"/>
                  </a:lnTo>
                  <a:lnTo>
                    <a:pt x="10272" y="4879"/>
                  </a:lnTo>
                  <a:lnTo>
                    <a:pt x="10052" y="5209"/>
                  </a:lnTo>
                  <a:lnTo>
                    <a:pt x="9942" y="5246"/>
                  </a:lnTo>
                  <a:lnTo>
                    <a:pt x="9648" y="5392"/>
                  </a:lnTo>
                  <a:lnTo>
                    <a:pt x="9391" y="5539"/>
                  </a:lnTo>
                  <a:lnTo>
                    <a:pt x="9281" y="5539"/>
                  </a:lnTo>
                  <a:lnTo>
                    <a:pt x="9135" y="5576"/>
                  </a:lnTo>
                  <a:lnTo>
                    <a:pt x="8805" y="5759"/>
                  </a:lnTo>
                  <a:lnTo>
                    <a:pt x="8548" y="5979"/>
                  </a:lnTo>
                  <a:lnTo>
                    <a:pt x="8364" y="6089"/>
                  </a:lnTo>
                  <a:lnTo>
                    <a:pt x="8071" y="6346"/>
                  </a:lnTo>
                  <a:lnTo>
                    <a:pt x="7924" y="6566"/>
                  </a:lnTo>
                  <a:lnTo>
                    <a:pt x="7741" y="6750"/>
                  </a:lnTo>
                  <a:lnTo>
                    <a:pt x="7631" y="6970"/>
                  </a:lnTo>
                  <a:lnTo>
                    <a:pt x="7594" y="7153"/>
                  </a:lnTo>
                  <a:lnTo>
                    <a:pt x="7631" y="7227"/>
                  </a:lnTo>
                  <a:lnTo>
                    <a:pt x="7667" y="7300"/>
                  </a:lnTo>
                  <a:lnTo>
                    <a:pt x="7741" y="7373"/>
                  </a:lnTo>
                  <a:lnTo>
                    <a:pt x="7851" y="7410"/>
                  </a:lnTo>
                  <a:lnTo>
                    <a:pt x="7998" y="7410"/>
                  </a:lnTo>
                  <a:lnTo>
                    <a:pt x="8144" y="7337"/>
                  </a:lnTo>
                  <a:lnTo>
                    <a:pt x="8401" y="7190"/>
                  </a:lnTo>
                  <a:lnTo>
                    <a:pt x="8548" y="7153"/>
                  </a:lnTo>
                  <a:lnTo>
                    <a:pt x="8731" y="7227"/>
                  </a:lnTo>
                  <a:lnTo>
                    <a:pt x="8805" y="7263"/>
                  </a:lnTo>
                  <a:lnTo>
                    <a:pt x="8878" y="7337"/>
                  </a:lnTo>
                  <a:lnTo>
                    <a:pt x="8915" y="7410"/>
                  </a:lnTo>
                  <a:lnTo>
                    <a:pt x="8915" y="7483"/>
                  </a:lnTo>
                  <a:lnTo>
                    <a:pt x="8841" y="7593"/>
                  </a:lnTo>
                  <a:lnTo>
                    <a:pt x="8731" y="7740"/>
                  </a:lnTo>
                  <a:lnTo>
                    <a:pt x="8584" y="7850"/>
                  </a:lnTo>
                  <a:lnTo>
                    <a:pt x="8401" y="7960"/>
                  </a:lnTo>
                  <a:lnTo>
                    <a:pt x="8144" y="8070"/>
                  </a:lnTo>
                  <a:lnTo>
                    <a:pt x="7961" y="8144"/>
                  </a:lnTo>
                  <a:lnTo>
                    <a:pt x="7741" y="8254"/>
                  </a:lnTo>
                  <a:lnTo>
                    <a:pt x="7557" y="8400"/>
                  </a:lnTo>
                  <a:lnTo>
                    <a:pt x="7521" y="8474"/>
                  </a:lnTo>
                  <a:lnTo>
                    <a:pt x="7484" y="8584"/>
                  </a:lnTo>
                  <a:lnTo>
                    <a:pt x="7447" y="8767"/>
                  </a:lnTo>
                  <a:lnTo>
                    <a:pt x="7521" y="8914"/>
                  </a:lnTo>
                  <a:lnTo>
                    <a:pt x="7631" y="9061"/>
                  </a:lnTo>
                  <a:lnTo>
                    <a:pt x="7777" y="9134"/>
                  </a:lnTo>
                  <a:lnTo>
                    <a:pt x="7887" y="9171"/>
                  </a:lnTo>
                  <a:lnTo>
                    <a:pt x="8034" y="9207"/>
                  </a:lnTo>
                  <a:lnTo>
                    <a:pt x="8254" y="9134"/>
                  </a:lnTo>
                  <a:lnTo>
                    <a:pt x="8694" y="8951"/>
                  </a:lnTo>
                  <a:lnTo>
                    <a:pt x="9208" y="8951"/>
                  </a:lnTo>
                  <a:lnTo>
                    <a:pt x="9391" y="8877"/>
                  </a:lnTo>
                  <a:lnTo>
                    <a:pt x="9575" y="8767"/>
                  </a:lnTo>
                  <a:lnTo>
                    <a:pt x="9685" y="8657"/>
                  </a:lnTo>
                  <a:lnTo>
                    <a:pt x="9795" y="8547"/>
                  </a:lnTo>
                  <a:lnTo>
                    <a:pt x="9905" y="8547"/>
                  </a:lnTo>
                  <a:lnTo>
                    <a:pt x="10052" y="8584"/>
                  </a:lnTo>
                  <a:lnTo>
                    <a:pt x="10088" y="8620"/>
                  </a:lnTo>
                  <a:lnTo>
                    <a:pt x="10125" y="8620"/>
                  </a:lnTo>
                  <a:lnTo>
                    <a:pt x="10198" y="8657"/>
                  </a:lnTo>
                  <a:lnTo>
                    <a:pt x="10382" y="8804"/>
                  </a:lnTo>
                  <a:lnTo>
                    <a:pt x="10565" y="8987"/>
                  </a:lnTo>
                  <a:lnTo>
                    <a:pt x="11115" y="9648"/>
                  </a:lnTo>
                  <a:lnTo>
                    <a:pt x="10382" y="9391"/>
                  </a:lnTo>
                  <a:lnTo>
                    <a:pt x="10015" y="9281"/>
                  </a:lnTo>
                  <a:lnTo>
                    <a:pt x="9648" y="9171"/>
                  </a:lnTo>
                  <a:lnTo>
                    <a:pt x="9612" y="9207"/>
                  </a:lnTo>
                  <a:lnTo>
                    <a:pt x="9281" y="9171"/>
                  </a:lnTo>
                  <a:lnTo>
                    <a:pt x="8951" y="9207"/>
                  </a:lnTo>
                  <a:lnTo>
                    <a:pt x="8621" y="9281"/>
                  </a:lnTo>
                  <a:lnTo>
                    <a:pt x="8328" y="9391"/>
                  </a:lnTo>
                  <a:lnTo>
                    <a:pt x="8291" y="9427"/>
                  </a:lnTo>
                  <a:lnTo>
                    <a:pt x="8144" y="9427"/>
                  </a:lnTo>
                  <a:lnTo>
                    <a:pt x="7631" y="9537"/>
                  </a:lnTo>
                  <a:lnTo>
                    <a:pt x="7117" y="9648"/>
                  </a:lnTo>
                  <a:lnTo>
                    <a:pt x="6934" y="9684"/>
                  </a:lnTo>
                  <a:lnTo>
                    <a:pt x="6787" y="9794"/>
                  </a:lnTo>
                  <a:lnTo>
                    <a:pt x="6677" y="9904"/>
                  </a:lnTo>
                  <a:lnTo>
                    <a:pt x="6567" y="10088"/>
                  </a:lnTo>
                  <a:lnTo>
                    <a:pt x="6494" y="10271"/>
                  </a:lnTo>
                  <a:lnTo>
                    <a:pt x="6494" y="10455"/>
                  </a:lnTo>
                  <a:lnTo>
                    <a:pt x="6494" y="10601"/>
                  </a:lnTo>
                  <a:lnTo>
                    <a:pt x="6530" y="10785"/>
                  </a:lnTo>
                  <a:lnTo>
                    <a:pt x="6604" y="10968"/>
                  </a:lnTo>
                  <a:lnTo>
                    <a:pt x="6714" y="11115"/>
                  </a:lnTo>
                  <a:lnTo>
                    <a:pt x="6824" y="11225"/>
                  </a:lnTo>
                  <a:lnTo>
                    <a:pt x="6970" y="11335"/>
                  </a:lnTo>
                  <a:lnTo>
                    <a:pt x="7117" y="11408"/>
                  </a:lnTo>
                  <a:lnTo>
                    <a:pt x="7301" y="11445"/>
                  </a:lnTo>
                  <a:lnTo>
                    <a:pt x="7484" y="11482"/>
                  </a:lnTo>
                  <a:lnTo>
                    <a:pt x="7777" y="11482"/>
                  </a:lnTo>
                  <a:lnTo>
                    <a:pt x="7851" y="11555"/>
                  </a:lnTo>
                  <a:lnTo>
                    <a:pt x="7924" y="11665"/>
                  </a:lnTo>
                  <a:lnTo>
                    <a:pt x="7961" y="11812"/>
                  </a:lnTo>
                  <a:lnTo>
                    <a:pt x="8034" y="12105"/>
                  </a:lnTo>
                  <a:lnTo>
                    <a:pt x="8071" y="12362"/>
                  </a:lnTo>
                  <a:lnTo>
                    <a:pt x="8108" y="12509"/>
                  </a:lnTo>
                  <a:lnTo>
                    <a:pt x="7851" y="12435"/>
                  </a:lnTo>
                  <a:lnTo>
                    <a:pt x="7631" y="12399"/>
                  </a:lnTo>
                  <a:lnTo>
                    <a:pt x="7557" y="12362"/>
                  </a:lnTo>
                  <a:lnTo>
                    <a:pt x="7521" y="12215"/>
                  </a:lnTo>
                  <a:lnTo>
                    <a:pt x="7521" y="12179"/>
                  </a:lnTo>
                  <a:lnTo>
                    <a:pt x="7447" y="12179"/>
                  </a:lnTo>
                  <a:lnTo>
                    <a:pt x="7447" y="12215"/>
                  </a:lnTo>
                  <a:lnTo>
                    <a:pt x="7411" y="12472"/>
                  </a:lnTo>
                  <a:lnTo>
                    <a:pt x="7411" y="12509"/>
                  </a:lnTo>
                  <a:lnTo>
                    <a:pt x="7447" y="12545"/>
                  </a:lnTo>
                  <a:lnTo>
                    <a:pt x="7851" y="12729"/>
                  </a:lnTo>
                  <a:lnTo>
                    <a:pt x="8254" y="12949"/>
                  </a:lnTo>
                  <a:lnTo>
                    <a:pt x="8438" y="13316"/>
                  </a:lnTo>
                  <a:lnTo>
                    <a:pt x="8474" y="13389"/>
                  </a:lnTo>
                  <a:lnTo>
                    <a:pt x="8548" y="13426"/>
                  </a:lnTo>
                  <a:lnTo>
                    <a:pt x="8621" y="13426"/>
                  </a:lnTo>
                  <a:lnTo>
                    <a:pt x="8694" y="13389"/>
                  </a:lnTo>
                  <a:lnTo>
                    <a:pt x="8841" y="13279"/>
                  </a:lnTo>
                  <a:lnTo>
                    <a:pt x="9428" y="13609"/>
                  </a:lnTo>
                  <a:lnTo>
                    <a:pt x="9281" y="13609"/>
                  </a:lnTo>
                  <a:lnTo>
                    <a:pt x="8548" y="13536"/>
                  </a:lnTo>
                  <a:lnTo>
                    <a:pt x="7851" y="13536"/>
                  </a:lnTo>
                  <a:lnTo>
                    <a:pt x="7374" y="13206"/>
                  </a:lnTo>
                  <a:lnTo>
                    <a:pt x="6860" y="12912"/>
                  </a:lnTo>
                  <a:lnTo>
                    <a:pt x="6824" y="12876"/>
                  </a:lnTo>
                  <a:lnTo>
                    <a:pt x="6750" y="12912"/>
                  </a:lnTo>
                  <a:lnTo>
                    <a:pt x="6750" y="12949"/>
                  </a:lnTo>
                  <a:lnTo>
                    <a:pt x="6750" y="13022"/>
                  </a:lnTo>
                  <a:lnTo>
                    <a:pt x="6970" y="13316"/>
                  </a:lnTo>
                  <a:lnTo>
                    <a:pt x="7227" y="13572"/>
                  </a:lnTo>
                  <a:lnTo>
                    <a:pt x="6897" y="13609"/>
                  </a:lnTo>
                  <a:lnTo>
                    <a:pt x="6567" y="13646"/>
                  </a:lnTo>
                  <a:lnTo>
                    <a:pt x="6310" y="13426"/>
                  </a:lnTo>
                  <a:lnTo>
                    <a:pt x="6090" y="13169"/>
                  </a:lnTo>
                  <a:lnTo>
                    <a:pt x="6017" y="13169"/>
                  </a:lnTo>
                  <a:lnTo>
                    <a:pt x="5943" y="13242"/>
                  </a:lnTo>
                  <a:lnTo>
                    <a:pt x="5907" y="13389"/>
                  </a:lnTo>
                  <a:lnTo>
                    <a:pt x="5943" y="13499"/>
                  </a:lnTo>
                  <a:lnTo>
                    <a:pt x="5980" y="13646"/>
                  </a:lnTo>
                  <a:lnTo>
                    <a:pt x="6090" y="13756"/>
                  </a:lnTo>
                  <a:lnTo>
                    <a:pt x="5760" y="13829"/>
                  </a:lnTo>
                  <a:lnTo>
                    <a:pt x="5430" y="13939"/>
                  </a:lnTo>
                  <a:lnTo>
                    <a:pt x="5393" y="13903"/>
                  </a:lnTo>
                  <a:lnTo>
                    <a:pt x="5173" y="13682"/>
                  </a:lnTo>
                  <a:lnTo>
                    <a:pt x="5026" y="13609"/>
                  </a:lnTo>
                  <a:lnTo>
                    <a:pt x="4916" y="13572"/>
                  </a:lnTo>
                  <a:lnTo>
                    <a:pt x="4880" y="13572"/>
                  </a:lnTo>
                  <a:lnTo>
                    <a:pt x="4880" y="13609"/>
                  </a:lnTo>
                  <a:lnTo>
                    <a:pt x="4880" y="13682"/>
                  </a:lnTo>
                  <a:lnTo>
                    <a:pt x="4916" y="13793"/>
                  </a:lnTo>
                  <a:lnTo>
                    <a:pt x="4990" y="13939"/>
                  </a:lnTo>
                  <a:lnTo>
                    <a:pt x="5100" y="14086"/>
                  </a:lnTo>
                  <a:lnTo>
                    <a:pt x="5136" y="14086"/>
                  </a:lnTo>
                  <a:lnTo>
                    <a:pt x="4843" y="14306"/>
                  </a:lnTo>
                  <a:lnTo>
                    <a:pt x="4623" y="14269"/>
                  </a:lnTo>
                  <a:lnTo>
                    <a:pt x="4109" y="14196"/>
                  </a:lnTo>
                  <a:lnTo>
                    <a:pt x="3853" y="14159"/>
                  </a:lnTo>
                  <a:lnTo>
                    <a:pt x="3596" y="14086"/>
                  </a:lnTo>
                  <a:lnTo>
                    <a:pt x="3669" y="14013"/>
                  </a:lnTo>
                  <a:lnTo>
                    <a:pt x="3706" y="13903"/>
                  </a:lnTo>
                  <a:lnTo>
                    <a:pt x="3706" y="13829"/>
                  </a:lnTo>
                  <a:lnTo>
                    <a:pt x="3669" y="13719"/>
                  </a:lnTo>
                  <a:lnTo>
                    <a:pt x="3632" y="13646"/>
                  </a:lnTo>
                  <a:lnTo>
                    <a:pt x="3559" y="13609"/>
                  </a:lnTo>
                  <a:lnTo>
                    <a:pt x="3632" y="13242"/>
                  </a:lnTo>
                  <a:lnTo>
                    <a:pt x="3742" y="12876"/>
                  </a:lnTo>
                  <a:lnTo>
                    <a:pt x="3889" y="12509"/>
                  </a:lnTo>
                  <a:lnTo>
                    <a:pt x="4073" y="12179"/>
                  </a:lnTo>
                  <a:lnTo>
                    <a:pt x="4293" y="11848"/>
                  </a:lnTo>
                  <a:lnTo>
                    <a:pt x="4549" y="11555"/>
                  </a:lnTo>
                  <a:lnTo>
                    <a:pt x="4843" y="11298"/>
                  </a:lnTo>
                  <a:lnTo>
                    <a:pt x="5173" y="11115"/>
                  </a:lnTo>
                  <a:lnTo>
                    <a:pt x="5246" y="11041"/>
                  </a:lnTo>
                  <a:lnTo>
                    <a:pt x="5283" y="10931"/>
                  </a:lnTo>
                  <a:lnTo>
                    <a:pt x="5283" y="10858"/>
                  </a:lnTo>
                  <a:lnTo>
                    <a:pt x="5210" y="10785"/>
                  </a:lnTo>
                  <a:lnTo>
                    <a:pt x="4770" y="10234"/>
                  </a:lnTo>
                  <a:lnTo>
                    <a:pt x="4549" y="9978"/>
                  </a:lnTo>
                  <a:lnTo>
                    <a:pt x="4293" y="9758"/>
                  </a:lnTo>
                  <a:lnTo>
                    <a:pt x="3999" y="9574"/>
                  </a:lnTo>
                  <a:lnTo>
                    <a:pt x="3706" y="9427"/>
                  </a:lnTo>
                  <a:lnTo>
                    <a:pt x="3376" y="9317"/>
                  </a:lnTo>
                  <a:lnTo>
                    <a:pt x="3046" y="9281"/>
                  </a:lnTo>
                  <a:lnTo>
                    <a:pt x="3046" y="8877"/>
                  </a:lnTo>
                  <a:lnTo>
                    <a:pt x="3119" y="8510"/>
                  </a:lnTo>
                  <a:lnTo>
                    <a:pt x="3266" y="8180"/>
                  </a:lnTo>
                  <a:lnTo>
                    <a:pt x="3486" y="7887"/>
                  </a:lnTo>
                  <a:lnTo>
                    <a:pt x="3632" y="7740"/>
                  </a:lnTo>
                  <a:lnTo>
                    <a:pt x="3816" y="7593"/>
                  </a:lnTo>
                  <a:lnTo>
                    <a:pt x="3889" y="7557"/>
                  </a:lnTo>
                  <a:lnTo>
                    <a:pt x="3963" y="7557"/>
                  </a:lnTo>
                  <a:lnTo>
                    <a:pt x="4036" y="7593"/>
                  </a:lnTo>
                  <a:lnTo>
                    <a:pt x="4109" y="7630"/>
                  </a:lnTo>
                  <a:lnTo>
                    <a:pt x="4219" y="7740"/>
                  </a:lnTo>
                  <a:lnTo>
                    <a:pt x="4329" y="7887"/>
                  </a:lnTo>
                  <a:lnTo>
                    <a:pt x="4916" y="8657"/>
                  </a:lnTo>
                  <a:lnTo>
                    <a:pt x="5026" y="8730"/>
                  </a:lnTo>
                  <a:lnTo>
                    <a:pt x="5136" y="8767"/>
                  </a:lnTo>
                  <a:lnTo>
                    <a:pt x="5210" y="8730"/>
                  </a:lnTo>
                  <a:lnTo>
                    <a:pt x="5246" y="8694"/>
                  </a:lnTo>
                  <a:lnTo>
                    <a:pt x="5283" y="8620"/>
                  </a:lnTo>
                  <a:lnTo>
                    <a:pt x="5283" y="8547"/>
                  </a:lnTo>
                  <a:lnTo>
                    <a:pt x="5136" y="7006"/>
                  </a:lnTo>
                  <a:lnTo>
                    <a:pt x="5100" y="6823"/>
                  </a:lnTo>
                  <a:lnTo>
                    <a:pt x="4990" y="6640"/>
                  </a:lnTo>
                  <a:lnTo>
                    <a:pt x="4880" y="6493"/>
                  </a:lnTo>
                  <a:lnTo>
                    <a:pt x="4660" y="6456"/>
                  </a:lnTo>
                  <a:lnTo>
                    <a:pt x="4733" y="6420"/>
                  </a:lnTo>
                  <a:lnTo>
                    <a:pt x="4843" y="6346"/>
                  </a:lnTo>
                  <a:lnTo>
                    <a:pt x="5026" y="6199"/>
                  </a:lnTo>
                  <a:lnTo>
                    <a:pt x="5430" y="6016"/>
                  </a:lnTo>
                  <a:lnTo>
                    <a:pt x="5613" y="5943"/>
                  </a:lnTo>
                  <a:lnTo>
                    <a:pt x="5760" y="5796"/>
                  </a:lnTo>
                  <a:lnTo>
                    <a:pt x="5870" y="5649"/>
                  </a:lnTo>
                  <a:lnTo>
                    <a:pt x="5980" y="5466"/>
                  </a:lnTo>
                  <a:lnTo>
                    <a:pt x="5980" y="5392"/>
                  </a:lnTo>
                  <a:lnTo>
                    <a:pt x="5943" y="5319"/>
                  </a:lnTo>
                  <a:lnTo>
                    <a:pt x="5907" y="5246"/>
                  </a:lnTo>
                  <a:lnTo>
                    <a:pt x="5833" y="5209"/>
                  </a:lnTo>
                  <a:lnTo>
                    <a:pt x="4990" y="5099"/>
                  </a:lnTo>
                  <a:lnTo>
                    <a:pt x="4109" y="4989"/>
                  </a:lnTo>
                  <a:lnTo>
                    <a:pt x="3742" y="4989"/>
                  </a:lnTo>
                  <a:lnTo>
                    <a:pt x="3302" y="4952"/>
                  </a:lnTo>
                  <a:lnTo>
                    <a:pt x="2899" y="4989"/>
                  </a:lnTo>
                  <a:lnTo>
                    <a:pt x="2715" y="5026"/>
                  </a:lnTo>
                  <a:lnTo>
                    <a:pt x="2532" y="5099"/>
                  </a:lnTo>
                  <a:lnTo>
                    <a:pt x="2495" y="5136"/>
                  </a:lnTo>
                  <a:lnTo>
                    <a:pt x="2532" y="5209"/>
                  </a:lnTo>
                  <a:lnTo>
                    <a:pt x="2165" y="5062"/>
                  </a:lnTo>
                  <a:lnTo>
                    <a:pt x="2459" y="4732"/>
                  </a:lnTo>
                  <a:lnTo>
                    <a:pt x="2752" y="4402"/>
                  </a:lnTo>
                  <a:lnTo>
                    <a:pt x="3082" y="4145"/>
                  </a:lnTo>
                  <a:lnTo>
                    <a:pt x="3449" y="3889"/>
                  </a:lnTo>
                  <a:lnTo>
                    <a:pt x="3816" y="3668"/>
                  </a:lnTo>
                  <a:lnTo>
                    <a:pt x="4219" y="3448"/>
                  </a:lnTo>
                  <a:lnTo>
                    <a:pt x="4623" y="3302"/>
                  </a:lnTo>
                  <a:lnTo>
                    <a:pt x="5026" y="3155"/>
                  </a:lnTo>
                  <a:lnTo>
                    <a:pt x="5467" y="3045"/>
                  </a:lnTo>
                  <a:lnTo>
                    <a:pt x="5907" y="2972"/>
                  </a:lnTo>
                  <a:lnTo>
                    <a:pt x="6310" y="2935"/>
                  </a:lnTo>
                  <a:close/>
                  <a:moveTo>
                    <a:pt x="5393" y="14343"/>
                  </a:moveTo>
                  <a:lnTo>
                    <a:pt x="5430" y="14379"/>
                  </a:lnTo>
                  <a:lnTo>
                    <a:pt x="5356" y="14379"/>
                  </a:lnTo>
                  <a:lnTo>
                    <a:pt x="5393" y="14343"/>
                  </a:lnTo>
                  <a:close/>
                  <a:moveTo>
                    <a:pt x="7704" y="13903"/>
                  </a:moveTo>
                  <a:lnTo>
                    <a:pt x="7961" y="14049"/>
                  </a:lnTo>
                  <a:lnTo>
                    <a:pt x="8291" y="14196"/>
                  </a:lnTo>
                  <a:lnTo>
                    <a:pt x="8584" y="14306"/>
                  </a:lnTo>
                  <a:lnTo>
                    <a:pt x="8181" y="14379"/>
                  </a:lnTo>
                  <a:lnTo>
                    <a:pt x="7741" y="14416"/>
                  </a:lnTo>
                  <a:lnTo>
                    <a:pt x="7704" y="14306"/>
                  </a:lnTo>
                  <a:lnTo>
                    <a:pt x="7631" y="14233"/>
                  </a:lnTo>
                  <a:lnTo>
                    <a:pt x="7264" y="14123"/>
                  </a:lnTo>
                  <a:lnTo>
                    <a:pt x="6970" y="13939"/>
                  </a:lnTo>
                  <a:lnTo>
                    <a:pt x="7521" y="13903"/>
                  </a:lnTo>
                  <a:close/>
                  <a:moveTo>
                    <a:pt x="6420" y="14013"/>
                  </a:moveTo>
                  <a:lnTo>
                    <a:pt x="6567" y="14123"/>
                  </a:lnTo>
                  <a:lnTo>
                    <a:pt x="6787" y="14306"/>
                  </a:lnTo>
                  <a:lnTo>
                    <a:pt x="7007" y="14453"/>
                  </a:lnTo>
                  <a:lnTo>
                    <a:pt x="6053" y="14416"/>
                  </a:lnTo>
                  <a:lnTo>
                    <a:pt x="6053" y="14343"/>
                  </a:lnTo>
                  <a:lnTo>
                    <a:pt x="6053" y="14269"/>
                  </a:lnTo>
                  <a:lnTo>
                    <a:pt x="5980" y="14196"/>
                  </a:lnTo>
                  <a:lnTo>
                    <a:pt x="5907" y="14159"/>
                  </a:lnTo>
                  <a:lnTo>
                    <a:pt x="5870" y="14159"/>
                  </a:lnTo>
                  <a:lnTo>
                    <a:pt x="5980" y="14123"/>
                  </a:lnTo>
                  <a:lnTo>
                    <a:pt x="6420" y="14013"/>
                  </a:lnTo>
                  <a:close/>
                  <a:moveTo>
                    <a:pt x="6824" y="2385"/>
                  </a:moveTo>
                  <a:lnTo>
                    <a:pt x="6750" y="2421"/>
                  </a:lnTo>
                  <a:lnTo>
                    <a:pt x="6677" y="2495"/>
                  </a:lnTo>
                  <a:lnTo>
                    <a:pt x="6127" y="2531"/>
                  </a:lnTo>
                  <a:lnTo>
                    <a:pt x="5540" y="2605"/>
                  </a:lnTo>
                  <a:lnTo>
                    <a:pt x="5026" y="2715"/>
                  </a:lnTo>
                  <a:lnTo>
                    <a:pt x="4476" y="2861"/>
                  </a:lnTo>
                  <a:lnTo>
                    <a:pt x="3926" y="3082"/>
                  </a:lnTo>
                  <a:lnTo>
                    <a:pt x="3376" y="3375"/>
                  </a:lnTo>
                  <a:lnTo>
                    <a:pt x="2899" y="3705"/>
                  </a:lnTo>
                  <a:lnTo>
                    <a:pt x="2459" y="4109"/>
                  </a:lnTo>
                  <a:lnTo>
                    <a:pt x="2018" y="4512"/>
                  </a:lnTo>
                  <a:lnTo>
                    <a:pt x="1652" y="4989"/>
                  </a:lnTo>
                  <a:lnTo>
                    <a:pt x="1321" y="5466"/>
                  </a:lnTo>
                  <a:lnTo>
                    <a:pt x="1065" y="6016"/>
                  </a:lnTo>
                  <a:lnTo>
                    <a:pt x="735" y="6713"/>
                  </a:lnTo>
                  <a:lnTo>
                    <a:pt x="478" y="7447"/>
                  </a:lnTo>
                  <a:lnTo>
                    <a:pt x="221" y="8180"/>
                  </a:lnTo>
                  <a:lnTo>
                    <a:pt x="74" y="8914"/>
                  </a:lnTo>
                  <a:lnTo>
                    <a:pt x="38" y="9244"/>
                  </a:lnTo>
                  <a:lnTo>
                    <a:pt x="1" y="9611"/>
                  </a:lnTo>
                  <a:lnTo>
                    <a:pt x="38" y="9941"/>
                  </a:lnTo>
                  <a:lnTo>
                    <a:pt x="74" y="10271"/>
                  </a:lnTo>
                  <a:lnTo>
                    <a:pt x="148" y="10601"/>
                  </a:lnTo>
                  <a:lnTo>
                    <a:pt x="258" y="10931"/>
                  </a:lnTo>
                  <a:lnTo>
                    <a:pt x="368" y="11262"/>
                  </a:lnTo>
                  <a:lnTo>
                    <a:pt x="514" y="11555"/>
                  </a:lnTo>
                  <a:lnTo>
                    <a:pt x="881" y="12142"/>
                  </a:lnTo>
                  <a:lnTo>
                    <a:pt x="1285" y="12692"/>
                  </a:lnTo>
                  <a:lnTo>
                    <a:pt x="1725" y="13206"/>
                  </a:lnTo>
                  <a:lnTo>
                    <a:pt x="2202" y="13719"/>
                  </a:lnTo>
                  <a:lnTo>
                    <a:pt x="2459" y="13976"/>
                  </a:lnTo>
                  <a:lnTo>
                    <a:pt x="2752" y="14233"/>
                  </a:lnTo>
                  <a:lnTo>
                    <a:pt x="2825" y="14343"/>
                  </a:lnTo>
                  <a:lnTo>
                    <a:pt x="2899" y="14416"/>
                  </a:lnTo>
                  <a:lnTo>
                    <a:pt x="3009" y="14453"/>
                  </a:lnTo>
                  <a:lnTo>
                    <a:pt x="3119" y="14453"/>
                  </a:lnTo>
                  <a:lnTo>
                    <a:pt x="3192" y="14526"/>
                  </a:lnTo>
                  <a:lnTo>
                    <a:pt x="3559" y="14636"/>
                  </a:lnTo>
                  <a:lnTo>
                    <a:pt x="3889" y="14746"/>
                  </a:lnTo>
                  <a:lnTo>
                    <a:pt x="4623" y="14820"/>
                  </a:lnTo>
                  <a:lnTo>
                    <a:pt x="6017" y="14966"/>
                  </a:lnTo>
                  <a:lnTo>
                    <a:pt x="6714" y="15003"/>
                  </a:lnTo>
                  <a:lnTo>
                    <a:pt x="7411" y="15003"/>
                  </a:lnTo>
                  <a:lnTo>
                    <a:pt x="8108" y="14930"/>
                  </a:lnTo>
                  <a:lnTo>
                    <a:pt x="8768" y="14783"/>
                  </a:lnTo>
                  <a:lnTo>
                    <a:pt x="9465" y="14600"/>
                  </a:lnTo>
                  <a:lnTo>
                    <a:pt x="9758" y="14453"/>
                  </a:lnTo>
                  <a:lnTo>
                    <a:pt x="10088" y="14306"/>
                  </a:lnTo>
                  <a:lnTo>
                    <a:pt x="10382" y="14159"/>
                  </a:lnTo>
                  <a:lnTo>
                    <a:pt x="10675" y="13976"/>
                  </a:lnTo>
                  <a:lnTo>
                    <a:pt x="11152" y="13536"/>
                  </a:lnTo>
                  <a:lnTo>
                    <a:pt x="11629" y="13059"/>
                  </a:lnTo>
                  <a:lnTo>
                    <a:pt x="12033" y="12509"/>
                  </a:lnTo>
                  <a:lnTo>
                    <a:pt x="12399" y="11958"/>
                  </a:lnTo>
                  <a:lnTo>
                    <a:pt x="12729" y="11372"/>
                  </a:lnTo>
                  <a:lnTo>
                    <a:pt x="12986" y="10748"/>
                  </a:lnTo>
                  <a:lnTo>
                    <a:pt x="13243" y="10161"/>
                  </a:lnTo>
                  <a:lnTo>
                    <a:pt x="13426" y="9464"/>
                  </a:lnTo>
                  <a:lnTo>
                    <a:pt x="13500" y="9097"/>
                  </a:lnTo>
                  <a:lnTo>
                    <a:pt x="13573" y="8730"/>
                  </a:lnTo>
                  <a:lnTo>
                    <a:pt x="13573" y="8400"/>
                  </a:lnTo>
                  <a:lnTo>
                    <a:pt x="13573" y="8034"/>
                  </a:lnTo>
                  <a:lnTo>
                    <a:pt x="13573" y="7667"/>
                  </a:lnTo>
                  <a:lnTo>
                    <a:pt x="13500" y="7300"/>
                  </a:lnTo>
                  <a:lnTo>
                    <a:pt x="13426" y="6970"/>
                  </a:lnTo>
                  <a:lnTo>
                    <a:pt x="13353" y="6640"/>
                  </a:lnTo>
                  <a:lnTo>
                    <a:pt x="13206" y="6346"/>
                  </a:lnTo>
                  <a:lnTo>
                    <a:pt x="13060" y="6053"/>
                  </a:lnTo>
                  <a:lnTo>
                    <a:pt x="12693" y="5466"/>
                  </a:lnTo>
                  <a:lnTo>
                    <a:pt x="12289" y="4916"/>
                  </a:lnTo>
                  <a:lnTo>
                    <a:pt x="11849" y="4475"/>
                  </a:lnTo>
                  <a:lnTo>
                    <a:pt x="11372" y="4035"/>
                  </a:lnTo>
                  <a:lnTo>
                    <a:pt x="10895" y="3668"/>
                  </a:lnTo>
                  <a:lnTo>
                    <a:pt x="10345" y="3338"/>
                  </a:lnTo>
                  <a:lnTo>
                    <a:pt x="9795" y="3045"/>
                  </a:lnTo>
                  <a:lnTo>
                    <a:pt x="9208" y="2788"/>
                  </a:lnTo>
                  <a:lnTo>
                    <a:pt x="8584" y="2605"/>
                  </a:lnTo>
                  <a:lnTo>
                    <a:pt x="7998" y="2458"/>
                  </a:lnTo>
                  <a:lnTo>
                    <a:pt x="7447" y="2385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76" name="Google Shape;299;p5">
              <a:extLst>
                <a:ext uri="{FF2B5EF4-FFF2-40B4-BE49-F238E27FC236}">
                  <a16:creationId xmlns:a16="http://schemas.microsoft.com/office/drawing/2014/main" id="{049A4857-2C93-4ECC-9659-5F5F270E1B8D}"/>
                </a:ext>
              </a:extLst>
            </p:cNvPr>
            <p:cNvSpPr/>
            <p:nvPr/>
          </p:nvSpPr>
          <p:spPr>
            <a:xfrm>
              <a:off x="6902250" y="3951050"/>
              <a:ext cx="436525" cy="299875"/>
            </a:xfrm>
            <a:custGeom>
              <a:avLst/>
              <a:gdLst/>
              <a:ahLst/>
              <a:cxnLst/>
              <a:rect l="l" t="t" r="r" b="b"/>
              <a:pathLst>
                <a:path w="17461" h="11995" extrusionOk="0">
                  <a:moveTo>
                    <a:pt x="9758" y="2238"/>
                  </a:moveTo>
                  <a:lnTo>
                    <a:pt x="9721" y="2274"/>
                  </a:lnTo>
                  <a:lnTo>
                    <a:pt x="9648" y="2311"/>
                  </a:lnTo>
                  <a:lnTo>
                    <a:pt x="9611" y="2458"/>
                  </a:lnTo>
                  <a:lnTo>
                    <a:pt x="9648" y="2568"/>
                  </a:lnTo>
                  <a:lnTo>
                    <a:pt x="9721" y="2605"/>
                  </a:lnTo>
                  <a:lnTo>
                    <a:pt x="9758" y="2641"/>
                  </a:lnTo>
                  <a:lnTo>
                    <a:pt x="9941" y="2641"/>
                  </a:lnTo>
                  <a:lnTo>
                    <a:pt x="9978" y="2605"/>
                  </a:lnTo>
                  <a:lnTo>
                    <a:pt x="10051" y="2531"/>
                  </a:lnTo>
                  <a:lnTo>
                    <a:pt x="10051" y="2458"/>
                  </a:lnTo>
                  <a:lnTo>
                    <a:pt x="10051" y="2348"/>
                  </a:lnTo>
                  <a:lnTo>
                    <a:pt x="9978" y="2274"/>
                  </a:lnTo>
                  <a:lnTo>
                    <a:pt x="9941" y="2238"/>
                  </a:lnTo>
                  <a:close/>
                  <a:moveTo>
                    <a:pt x="9795" y="3191"/>
                  </a:moveTo>
                  <a:lnTo>
                    <a:pt x="9721" y="3265"/>
                  </a:lnTo>
                  <a:lnTo>
                    <a:pt x="9684" y="3301"/>
                  </a:lnTo>
                  <a:lnTo>
                    <a:pt x="9684" y="3375"/>
                  </a:lnTo>
                  <a:lnTo>
                    <a:pt x="9684" y="3485"/>
                  </a:lnTo>
                  <a:lnTo>
                    <a:pt x="9758" y="3522"/>
                  </a:lnTo>
                  <a:lnTo>
                    <a:pt x="9795" y="3558"/>
                  </a:lnTo>
                  <a:lnTo>
                    <a:pt x="9941" y="3558"/>
                  </a:lnTo>
                  <a:lnTo>
                    <a:pt x="9978" y="3522"/>
                  </a:lnTo>
                  <a:lnTo>
                    <a:pt x="10015" y="3485"/>
                  </a:lnTo>
                  <a:lnTo>
                    <a:pt x="10051" y="3375"/>
                  </a:lnTo>
                  <a:lnTo>
                    <a:pt x="10015" y="3301"/>
                  </a:lnTo>
                  <a:lnTo>
                    <a:pt x="9978" y="3228"/>
                  </a:lnTo>
                  <a:lnTo>
                    <a:pt x="9941" y="3191"/>
                  </a:lnTo>
                  <a:close/>
                  <a:moveTo>
                    <a:pt x="11519" y="3045"/>
                  </a:moveTo>
                  <a:lnTo>
                    <a:pt x="11409" y="3081"/>
                  </a:lnTo>
                  <a:lnTo>
                    <a:pt x="11335" y="3118"/>
                  </a:lnTo>
                  <a:lnTo>
                    <a:pt x="11298" y="3191"/>
                  </a:lnTo>
                  <a:lnTo>
                    <a:pt x="11262" y="3265"/>
                  </a:lnTo>
                  <a:lnTo>
                    <a:pt x="11262" y="3338"/>
                  </a:lnTo>
                  <a:lnTo>
                    <a:pt x="11262" y="3412"/>
                  </a:lnTo>
                  <a:lnTo>
                    <a:pt x="11298" y="3485"/>
                  </a:lnTo>
                  <a:lnTo>
                    <a:pt x="11372" y="3522"/>
                  </a:lnTo>
                  <a:lnTo>
                    <a:pt x="11445" y="3595"/>
                  </a:lnTo>
                  <a:lnTo>
                    <a:pt x="11592" y="3595"/>
                  </a:lnTo>
                  <a:lnTo>
                    <a:pt x="11665" y="3522"/>
                  </a:lnTo>
                  <a:lnTo>
                    <a:pt x="11702" y="3485"/>
                  </a:lnTo>
                  <a:lnTo>
                    <a:pt x="11739" y="3412"/>
                  </a:lnTo>
                  <a:lnTo>
                    <a:pt x="11702" y="3265"/>
                  </a:lnTo>
                  <a:lnTo>
                    <a:pt x="11702" y="3155"/>
                  </a:lnTo>
                  <a:lnTo>
                    <a:pt x="11629" y="3081"/>
                  </a:lnTo>
                  <a:lnTo>
                    <a:pt x="11519" y="3045"/>
                  </a:lnTo>
                  <a:close/>
                  <a:moveTo>
                    <a:pt x="15554" y="1541"/>
                  </a:moveTo>
                  <a:lnTo>
                    <a:pt x="15407" y="1871"/>
                  </a:lnTo>
                  <a:lnTo>
                    <a:pt x="15187" y="2164"/>
                  </a:lnTo>
                  <a:lnTo>
                    <a:pt x="14967" y="2458"/>
                  </a:lnTo>
                  <a:lnTo>
                    <a:pt x="14710" y="2715"/>
                  </a:lnTo>
                  <a:lnTo>
                    <a:pt x="14416" y="2935"/>
                  </a:lnTo>
                  <a:lnTo>
                    <a:pt x="14123" y="3155"/>
                  </a:lnTo>
                  <a:lnTo>
                    <a:pt x="13536" y="3595"/>
                  </a:lnTo>
                  <a:lnTo>
                    <a:pt x="13279" y="3265"/>
                  </a:lnTo>
                  <a:lnTo>
                    <a:pt x="12986" y="2971"/>
                  </a:lnTo>
                  <a:lnTo>
                    <a:pt x="13096" y="2935"/>
                  </a:lnTo>
                  <a:lnTo>
                    <a:pt x="13683" y="2531"/>
                  </a:lnTo>
                  <a:lnTo>
                    <a:pt x="14306" y="2164"/>
                  </a:lnTo>
                  <a:lnTo>
                    <a:pt x="14930" y="1834"/>
                  </a:lnTo>
                  <a:lnTo>
                    <a:pt x="15554" y="1541"/>
                  </a:lnTo>
                  <a:close/>
                  <a:moveTo>
                    <a:pt x="8914" y="3228"/>
                  </a:moveTo>
                  <a:lnTo>
                    <a:pt x="8841" y="3301"/>
                  </a:lnTo>
                  <a:lnTo>
                    <a:pt x="8804" y="3375"/>
                  </a:lnTo>
                  <a:lnTo>
                    <a:pt x="8804" y="3485"/>
                  </a:lnTo>
                  <a:lnTo>
                    <a:pt x="8804" y="3558"/>
                  </a:lnTo>
                  <a:lnTo>
                    <a:pt x="8877" y="3632"/>
                  </a:lnTo>
                  <a:lnTo>
                    <a:pt x="8951" y="3668"/>
                  </a:lnTo>
                  <a:lnTo>
                    <a:pt x="9098" y="3668"/>
                  </a:lnTo>
                  <a:lnTo>
                    <a:pt x="9134" y="3632"/>
                  </a:lnTo>
                  <a:lnTo>
                    <a:pt x="9208" y="3558"/>
                  </a:lnTo>
                  <a:lnTo>
                    <a:pt x="9208" y="3485"/>
                  </a:lnTo>
                  <a:lnTo>
                    <a:pt x="9208" y="3375"/>
                  </a:lnTo>
                  <a:lnTo>
                    <a:pt x="9171" y="3338"/>
                  </a:lnTo>
                  <a:lnTo>
                    <a:pt x="9134" y="3265"/>
                  </a:lnTo>
                  <a:lnTo>
                    <a:pt x="9061" y="3228"/>
                  </a:lnTo>
                  <a:close/>
                  <a:moveTo>
                    <a:pt x="16324" y="1101"/>
                  </a:moveTo>
                  <a:lnTo>
                    <a:pt x="16140" y="1541"/>
                  </a:lnTo>
                  <a:lnTo>
                    <a:pt x="15884" y="1944"/>
                  </a:lnTo>
                  <a:lnTo>
                    <a:pt x="15590" y="2348"/>
                  </a:lnTo>
                  <a:lnTo>
                    <a:pt x="15297" y="2751"/>
                  </a:lnTo>
                  <a:lnTo>
                    <a:pt x="14967" y="3081"/>
                  </a:lnTo>
                  <a:lnTo>
                    <a:pt x="14600" y="3412"/>
                  </a:lnTo>
                  <a:lnTo>
                    <a:pt x="13829" y="4072"/>
                  </a:lnTo>
                  <a:lnTo>
                    <a:pt x="13756" y="3925"/>
                  </a:lnTo>
                  <a:lnTo>
                    <a:pt x="13976" y="3778"/>
                  </a:lnTo>
                  <a:lnTo>
                    <a:pt x="14343" y="3558"/>
                  </a:lnTo>
                  <a:lnTo>
                    <a:pt x="14673" y="3301"/>
                  </a:lnTo>
                  <a:lnTo>
                    <a:pt x="15003" y="3008"/>
                  </a:lnTo>
                  <a:lnTo>
                    <a:pt x="15297" y="2715"/>
                  </a:lnTo>
                  <a:lnTo>
                    <a:pt x="15554" y="2384"/>
                  </a:lnTo>
                  <a:lnTo>
                    <a:pt x="15774" y="2018"/>
                  </a:lnTo>
                  <a:lnTo>
                    <a:pt x="15957" y="1651"/>
                  </a:lnTo>
                  <a:lnTo>
                    <a:pt x="16104" y="1211"/>
                  </a:lnTo>
                  <a:lnTo>
                    <a:pt x="16104" y="1137"/>
                  </a:lnTo>
                  <a:lnTo>
                    <a:pt x="16324" y="1101"/>
                  </a:lnTo>
                  <a:close/>
                  <a:moveTo>
                    <a:pt x="10528" y="3962"/>
                  </a:moveTo>
                  <a:lnTo>
                    <a:pt x="10455" y="3998"/>
                  </a:lnTo>
                  <a:lnTo>
                    <a:pt x="10381" y="4072"/>
                  </a:lnTo>
                  <a:lnTo>
                    <a:pt x="10381" y="4108"/>
                  </a:lnTo>
                  <a:lnTo>
                    <a:pt x="10345" y="4219"/>
                  </a:lnTo>
                  <a:lnTo>
                    <a:pt x="10381" y="4329"/>
                  </a:lnTo>
                  <a:lnTo>
                    <a:pt x="10455" y="4402"/>
                  </a:lnTo>
                  <a:lnTo>
                    <a:pt x="10491" y="4439"/>
                  </a:lnTo>
                  <a:lnTo>
                    <a:pt x="10638" y="4439"/>
                  </a:lnTo>
                  <a:lnTo>
                    <a:pt x="10748" y="4365"/>
                  </a:lnTo>
                  <a:lnTo>
                    <a:pt x="10785" y="4292"/>
                  </a:lnTo>
                  <a:lnTo>
                    <a:pt x="10822" y="4219"/>
                  </a:lnTo>
                  <a:lnTo>
                    <a:pt x="10785" y="4108"/>
                  </a:lnTo>
                  <a:lnTo>
                    <a:pt x="10748" y="4072"/>
                  </a:lnTo>
                  <a:lnTo>
                    <a:pt x="10712" y="3998"/>
                  </a:lnTo>
                  <a:lnTo>
                    <a:pt x="10675" y="3962"/>
                  </a:lnTo>
                  <a:close/>
                  <a:moveTo>
                    <a:pt x="16434" y="477"/>
                  </a:moveTo>
                  <a:lnTo>
                    <a:pt x="16617" y="514"/>
                  </a:lnTo>
                  <a:lnTo>
                    <a:pt x="16764" y="587"/>
                  </a:lnTo>
                  <a:lnTo>
                    <a:pt x="16837" y="734"/>
                  </a:lnTo>
                  <a:lnTo>
                    <a:pt x="16911" y="880"/>
                  </a:lnTo>
                  <a:lnTo>
                    <a:pt x="16947" y="1064"/>
                  </a:lnTo>
                  <a:lnTo>
                    <a:pt x="16947" y="1247"/>
                  </a:lnTo>
                  <a:lnTo>
                    <a:pt x="16911" y="1541"/>
                  </a:lnTo>
                  <a:lnTo>
                    <a:pt x="16764" y="1871"/>
                  </a:lnTo>
                  <a:lnTo>
                    <a:pt x="16544" y="2128"/>
                  </a:lnTo>
                  <a:lnTo>
                    <a:pt x="16104" y="2641"/>
                  </a:lnTo>
                  <a:lnTo>
                    <a:pt x="15077" y="3668"/>
                  </a:lnTo>
                  <a:lnTo>
                    <a:pt x="14086" y="4549"/>
                  </a:lnTo>
                  <a:lnTo>
                    <a:pt x="14013" y="4402"/>
                  </a:lnTo>
                  <a:lnTo>
                    <a:pt x="14123" y="4329"/>
                  </a:lnTo>
                  <a:lnTo>
                    <a:pt x="14967" y="3632"/>
                  </a:lnTo>
                  <a:lnTo>
                    <a:pt x="15370" y="3228"/>
                  </a:lnTo>
                  <a:lnTo>
                    <a:pt x="15737" y="2825"/>
                  </a:lnTo>
                  <a:lnTo>
                    <a:pt x="16067" y="2384"/>
                  </a:lnTo>
                  <a:lnTo>
                    <a:pt x="16361" y="1908"/>
                  </a:lnTo>
                  <a:lnTo>
                    <a:pt x="16617" y="1431"/>
                  </a:lnTo>
                  <a:lnTo>
                    <a:pt x="16764" y="880"/>
                  </a:lnTo>
                  <a:lnTo>
                    <a:pt x="16764" y="770"/>
                  </a:lnTo>
                  <a:lnTo>
                    <a:pt x="16727" y="697"/>
                  </a:lnTo>
                  <a:lnTo>
                    <a:pt x="16654" y="660"/>
                  </a:lnTo>
                  <a:lnTo>
                    <a:pt x="16544" y="660"/>
                  </a:lnTo>
                  <a:lnTo>
                    <a:pt x="15920" y="770"/>
                  </a:lnTo>
                  <a:lnTo>
                    <a:pt x="15333" y="954"/>
                  </a:lnTo>
                  <a:lnTo>
                    <a:pt x="15333" y="954"/>
                  </a:lnTo>
                  <a:lnTo>
                    <a:pt x="15590" y="807"/>
                  </a:lnTo>
                  <a:lnTo>
                    <a:pt x="15884" y="660"/>
                  </a:lnTo>
                  <a:lnTo>
                    <a:pt x="16177" y="550"/>
                  </a:lnTo>
                  <a:lnTo>
                    <a:pt x="16434" y="477"/>
                  </a:lnTo>
                  <a:close/>
                  <a:moveTo>
                    <a:pt x="9354" y="4182"/>
                  </a:moveTo>
                  <a:lnTo>
                    <a:pt x="9208" y="4255"/>
                  </a:lnTo>
                  <a:lnTo>
                    <a:pt x="9134" y="4365"/>
                  </a:lnTo>
                  <a:lnTo>
                    <a:pt x="9134" y="4439"/>
                  </a:lnTo>
                  <a:lnTo>
                    <a:pt x="9171" y="4512"/>
                  </a:lnTo>
                  <a:lnTo>
                    <a:pt x="9208" y="4585"/>
                  </a:lnTo>
                  <a:lnTo>
                    <a:pt x="9281" y="4622"/>
                  </a:lnTo>
                  <a:lnTo>
                    <a:pt x="9428" y="4622"/>
                  </a:lnTo>
                  <a:lnTo>
                    <a:pt x="9538" y="4585"/>
                  </a:lnTo>
                  <a:lnTo>
                    <a:pt x="9611" y="4475"/>
                  </a:lnTo>
                  <a:lnTo>
                    <a:pt x="9648" y="4402"/>
                  </a:lnTo>
                  <a:lnTo>
                    <a:pt x="9648" y="4292"/>
                  </a:lnTo>
                  <a:lnTo>
                    <a:pt x="9611" y="4255"/>
                  </a:lnTo>
                  <a:lnTo>
                    <a:pt x="9538" y="4182"/>
                  </a:lnTo>
                  <a:close/>
                  <a:moveTo>
                    <a:pt x="13243" y="6566"/>
                  </a:moveTo>
                  <a:lnTo>
                    <a:pt x="13169" y="6639"/>
                  </a:lnTo>
                  <a:lnTo>
                    <a:pt x="13133" y="6713"/>
                  </a:lnTo>
                  <a:lnTo>
                    <a:pt x="13133" y="6860"/>
                  </a:lnTo>
                  <a:lnTo>
                    <a:pt x="13133" y="6933"/>
                  </a:lnTo>
                  <a:lnTo>
                    <a:pt x="13206" y="6970"/>
                  </a:lnTo>
                  <a:lnTo>
                    <a:pt x="13316" y="7006"/>
                  </a:lnTo>
                  <a:lnTo>
                    <a:pt x="13463" y="6970"/>
                  </a:lnTo>
                  <a:lnTo>
                    <a:pt x="13536" y="6933"/>
                  </a:lnTo>
                  <a:lnTo>
                    <a:pt x="13536" y="6860"/>
                  </a:lnTo>
                  <a:lnTo>
                    <a:pt x="13573" y="6750"/>
                  </a:lnTo>
                  <a:lnTo>
                    <a:pt x="13536" y="6676"/>
                  </a:lnTo>
                  <a:lnTo>
                    <a:pt x="13463" y="6603"/>
                  </a:lnTo>
                  <a:lnTo>
                    <a:pt x="13316" y="6566"/>
                  </a:lnTo>
                  <a:close/>
                  <a:moveTo>
                    <a:pt x="12216" y="7300"/>
                  </a:moveTo>
                  <a:lnTo>
                    <a:pt x="12105" y="7336"/>
                  </a:lnTo>
                  <a:lnTo>
                    <a:pt x="12032" y="7410"/>
                  </a:lnTo>
                  <a:lnTo>
                    <a:pt x="11995" y="7520"/>
                  </a:lnTo>
                  <a:lnTo>
                    <a:pt x="11995" y="7630"/>
                  </a:lnTo>
                  <a:lnTo>
                    <a:pt x="12032" y="7703"/>
                  </a:lnTo>
                  <a:lnTo>
                    <a:pt x="12105" y="7777"/>
                  </a:lnTo>
                  <a:lnTo>
                    <a:pt x="12216" y="7777"/>
                  </a:lnTo>
                  <a:lnTo>
                    <a:pt x="12289" y="7740"/>
                  </a:lnTo>
                  <a:lnTo>
                    <a:pt x="12362" y="7703"/>
                  </a:lnTo>
                  <a:lnTo>
                    <a:pt x="12436" y="7630"/>
                  </a:lnTo>
                  <a:lnTo>
                    <a:pt x="12436" y="7520"/>
                  </a:lnTo>
                  <a:lnTo>
                    <a:pt x="12436" y="7410"/>
                  </a:lnTo>
                  <a:lnTo>
                    <a:pt x="12326" y="7336"/>
                  </a:lnTo>
                  <a:lnTo>
                    <a:pt x="12216" y="7300"/>
                  </a:lnTo>
                  <a:close/>
                  <a:moveTo>
                    <a:pt x="12729" y="8033"/>
                  </a:moveTo>
                  <a:lnTo>
                    <a:pt x="12656" y="8107"/>
                  </a:lnTo>
                  <a:lnTo>
                    <a:pt x="12656" y="8143"/>
                  </a:lnTo>
                  <a:lnTo>
                    <a:pt x="12619" y="8253"/>
                  </a:lnTo>
                  <a:lnTo>
                    <a:pt x="12619" y="8400"/>
                  </a:lnTo>
                  <a:lnTo>
                    <a:pt x="12656" y="8437"/>
                  </a:lnTo>
                  <a:lnTo>
                    <a:pt x="12692" y="8474"/>
                  </a:lnTo>
                  <a:lnTo>
                    <a:pt x="12729" y="8474"/>
                  </a:lnTo>
                  <a:lnTo>
                    <a:pt x="12802" y="8510"/>
                  </a:lnTo>
                  <a:lnTo>
                    <a:pt x="12912" y="8474"/>
                  </a:lnTo>
                  <a:lnTo>
                    <a:pt x="12986" y="8437"/>
                  </a:lnTo>
                  <a:lnTo>
                    <a:pt x="13022" y="8400"/>
                  </a:lnTo>
                  <a:lnTo>
                    <a:pt x="13022" y="8253"/>
                  </a:lnTo>
                  <a:lnTo>
                    <a:pt x="13022" y="8180"/>
                  </a:lnTo>
                  <a:lnTo>
                    <a:pt x="12949" y="8107"/>
                  </a:lnTo>
                  <a:lnTo>
                    <a:pt x="12912" y="8033"/>
                  </a:lnTo>
                  <a:close/>
                  <a:moveTo>
                    <a:pt x="10051" y="2128"/>
                  </a:moveTo>
                  <a:lnTo>
                    <a:pt x="10455" y="2164"/>
                  </a:lnTo>
                  <a:lnTo>
                    <a:pt x="10858" y="2238"/>
                  </a:lnTo>
                  <a:lnTo>
                    <a:pt x="11262" y="2348"/>
                  </a:lnTo>
                  <a:lnTo>
                    <a:pt x="11225" y="2458"/>
                  </a:lnTo>
                  <a:lnTo>
                    <a:pt x="11262" y="2568"/>
                  </a:lnTo>
                  <a:lnTo>
                    <a:pt x="11335" y="2641"/>
                  </a:lnTo>
                  <a:lnTo>
                    <a:pt x="11445" y="2715"/>
                  </a:lnTo>
                  <a:lnTo>
                    <a:pt x="11629" y="2715"/>
                  </a:lnTo>
                  <a:lnTo>
                    <a:pt x="11775" y="2788"/>
                  </a:lnTo>
                  <a:lnTo>
                    <a:pt x="12105" y="2935"/>
                  </a:lnTo>
                  <a:lnTo>
                    <a:pt x="12179" y="2971"/>
                  </a:lnTo>
                  <a:lnTo>
                    <a:pt x="12252" y="3008"/>
                  </a:lnTo>
                  <a:lnTo>
                    <a:pt x="12472" y="3191"/>
                  </a:lnTo>
                  <a:lnTo>
                    <a:pt x="12692" y="3412"/>
                  </a:lnTo>
                  <a:lnTo>
                    <a:pt x="13096" y="3852"/>
                  </a:lnTo>
                  <a:lnTo>
                    <a:pt x="11482" y="4842"/>
                  </a:lnTo>
                  <a:lnTo>
                    <a:pt x="9868" y="5796"/>
                  </a:lnTo>
                  <a:lnTo>
                    <a:pt x="6090" y="8070"/>
                  </a:lnTo>
                  <a:lnTo>
                    <a:pt x="5209" y="8620"/>
                  </a:lnTo>
                  <a:lnTo>
                    <a:pt x="5356" y="8327"/>
                  </a:lnTo>
                  <a:lnTo>
                    <a:pt x="5649" y="7960"/>
                  </a:lnTo>
                  <a:lnTo>
                    <a:pt x="5943" y="7557"/>
                  </a:lnTo>
                  <a:lnTo>
                    <a:pt x="5906" y="7483"/>
                  </a:lnTo>
                  <a:lnTo>
                    <a:pt x="5870" y="7483"/>
                  </a:lnTo>
                  <a:lnTo>
                    <a:pt x="5686" y="7593"/>
                  </a:lnTo>
                  <a:lnTo>
                    <a:pt x="5539" y="7740"/>
                  </a:lnTo>
                  <a:lnTo>
                    <a:pt x="5209" y="8070"/>
                  </a:lnTo>
                  <a:lnTo>
                    <a:pt x="4989" y="8437"/>
                  </a:lnTo>
                  <a:lnTo>
                    <a:pt x="4769" y="8840"/>
                  </a:lnTo>
                  <a:lnTo>
                    <a:pt x="4732" y="8877"/>
                  </a:lnTo>
                  <a:lnTo>
                    <a:pt x="4622" y="8584"/>
                  </a:lnTo>
                  <a:lnTo>
                    <a:pt x="4916" y="8107"/>
                  </a:lnTo>
                  <a:lnTo>
                    <a:pt x="5283" y="7630"/>
                  </a:lnTo>
                  <a:lnTo>
                    <a:pt x="5649" y="7190"/>
                  </a:lnTo>
                  <a:lnTo>
                    <a:pt x="6016" y="6786"/>
                  </a:lnTo>
                  <a:lnTo>
                    <a:pt x="6016" y="6750"/>
                  </a:lnTo>
                  <a:lnTo>
                    <a:pt x="6016" y="6713"/>
                  </a:lnTo>
                  <a:lnTo>
                    <a:pt x="5943" y="6713"/>
                  </a:lnTo>
                  <a:lnTo>
                    <a:pt x="5539" y="7043"/>
                  </a:lnTo>
                  <a:lnTo>
                    <a:pt x="5173" y="7410"/>
                  </a:lnTo>
                  <a:lnTo>
                    <a:pt x="4842" y="7777"/>
                  </a:lnTo>
                  <a:lnTo>
                    <a:pt x="4512" y="8180"/>
                  </a:lnTo>
                  <a:lnTo>
                    <a:pt x="4476" y="7923"/>
                  </a:lnTo>
                  <a:lnTo>
                    <a:pt x="4439" y="7667"/>
                  </a:lnTo>
                  <a:lnTo>
                    <a:pt x="4659" y="7336"/>
                  </a:lnTo>
                  <a:lnTo>
                    <a:pt x="4879" y="7080"/>
                  </a:lnTo>
                  <a:lnTo>
                    <a:pt x="5686" y="6016"/>
                  </a:lnTo>
                  <a:lnTo>
                    <a:pt x="5723" y="5943"/>
                  </a:lnTo>
                  <a:lnTo>
                    <a:pt x="5686" y="5906"/>
                  </a:lnTo>
                  <a:lnTo>
                    <a:pt x="5576" y="5906"/>
                  </a:lnTo>
                  <a:lnTo>
                    <a:pt x="5283" y="6199"/>
                  </a:lnTo>
                  <a:lnTo>
                    <a:pt x="4953" y="6529"/>
                  </a:lnTo>
                  <a:lnTo>
                    <a:pt x="4402" y="7153"/>
                  </a:lnTo>
                  <a:lnTo>
                    <a:pt x="4402" y="6529"/>
                  </a:lnTo>
                  <a:lnTo>
                    <a:pt x="4622" y="6199"/>
                  </a:lnTo>
                  <a:lnTo>
                    <a:pt x="4953" y="5759"/>
                  </a:lnTo>
                  <a:lnTo>
                    <a:pt x="5136" y="5502"/>
                  </a:lnTo>
                  <a:lnTo>
                    <a:pt x="5246" y="5392"/>
                  </a:lnTo>
                  <a:lnTo>
                    <a:pt x="5393" y="5319"/>
                  </a:lnTo>
                  <a:lnTo>
                    <a:pt x="5429" y="5319"/>
                  </a:lnTo>
                  <a:lnTo>
                    <a:pt x="5429" y="5282"/>
                  </a:lnTo>
                  <a:lnTo>
                    <a:pt x="5393" y="5246"/>
                  </a:lnTo>
                  <a:lnTo>
                    <a:pt x="5393" y="5209"/>
                  </a:lnTo>
                  <a:lnTo>
                    <a:pt x="5173" y="5209"/>
                  </a:lnTo>
                  <a:lnTo>
                    <a:pt x="5063" y="5282"/>
                  </a:lnTo>
                  <a:lnTo>
                    <a:pt x="4953" y="5356"/>
                  </a:lnTo>
                  <a:lnTo>
                    <a:pt x="4769" y="5539"/>
                  </a:lnTo>
                  <a:lnTo>
                    <a:pt x="4622" y="5722"/>
                  </a:lnTo>
                  <a:lnTo>
                    <a:pt x="4476" y="5869"/>
                  </a:lnTo>
                  <a:lnTo>
                    <a:pt x="4586" y="5466"/>
                  </a:lnTo>
                  <a:lnTo>
                    <a:pt x="4732" y="5062"/>
                  </a:lnTo>
                  <a:lnTo>
                    <a:pt x="4879" y="4842"/>
                  </a:lnTo>
                  <a:lnTo>
                    <a:pt x="5026" y="4622"/>
                  </a:lnTo>
                  <a:lnTo>
                    <a:pt x="5209" y="4402"/>
                  </a:lnTo>
                  <a:lnTo>
                    <a:pt x="5393" y="4219"/>
                  </a:lnTo>
                  <a:lnTo>
                    <a:pt x="5796" y="3852"/>
                  </a:lnTo>
                  <a:lnTo>
                    <a:pt x="6236" y="3522"/>
                  </a:lnTo>
                  <a:lnTo>
                    <a:pt x="6677" y="3228"/>
                  </a:lnTo>
                  <a:lnTo>
                    <a:pt x="7117" y="2935"/>
                  </a:lnTo>
                  <a:lnTo>
                    <a:pt x="7594" y="2715"/>
                  </a:lnTo>
                  <a:lnTo>
                    <a:pt x="8070" y="2494"/>
                  </a:lnTo>
                  <a:lnTo>
                    <a:pt x="8474" y="2348"/>
                  </a:lnTo>
                  <a:lnTo>
                    <a:pt x="8841" y="2238"/>
                  </a:lnTo>
                  <a:lnTo>
                    <a:pt x="9244" y="2164"/>
                  </a:lnTo>
                  <a:lnTo>
                    <a:pt x="9648" y="2128"/>
                  </a:lnTo>
                  <a:close/>
                  <a:moveTo>
                    <a:pt x="13316" y="4219"/>
                  </a:moveTo>
                  <a:lnTo>
                    <a:pt x="13426" y="4365"/>
                  </a:lnTo>
                  <a:lnTo>
                    <a:pt x="12582" y="5026"/>
                  </a:lnTo>
                  <a:lnTo>
                    <a:pt x="11702" y="5649"/>
                  </a:lnTo>
                  <a:lnTo>
                    <a:pt x="10785" y="6273"/>
                  </a:lnTo>
                  <a:lnTo>
                    <a:pt x="9868" y="6860"/>
                  </a:lnTo>
                  <a:lnTo>
                    <a:pt x="8877" y="7446"/>
                  </a:lnTo>
                  <a:lnTo>
                    <a:pt x="7887" y="8033"/>
                  </a:lnTo>
                  <a:lnTo>
                    <a:pt x="6860" y="8584"/>
                  </a:lnTo>
                  <a:lnTo>
                    <a:pt x="5796" y="9097"/>
                  </a:lnTo>
                  <a:lnTo>
                    <a:pt x="4989" y="9464"/>
                  </a:lnTo>
                  <a:lnTo>
                    <a:pt x="4916" y="9317"/>
                  </a:lnTo>
                  <a:lnTo>
                    <a:pt x="4953" y="9207"/>
                  </a:lnTo>
                  <a:lnTo>
                    <a:pt x="6053" y="8584"/>
                  </a:lnTo>
                  <a:lnTo>
                    <a:pt x="10198" y="6089"/>
                  </a:lnTo>
                  <a:lnTo>
                    <a:pt x="11775" y="5136"/>
                  </a:lnTo>
                  <a:lnTo>
                    <a:pt x="13316" y="4219"/>
                  </a:lnTo>
                  <a:close/>
                  <a:moveTo>
                    <a:pt x="3962" y="7960"/>
                  </a:moveTo>
                  <a:lnTo>
                    <a:pt x="3999" y="8070"/>
                  </a:lnTo>
                  <a:lnTo>
                    <a:pt x="3999" y="8107"/>
                  </a:lnTo>
                  <a:lnTo>
                    <a:pt x="4146" y="8694"/>
                  </a:lnTo>
                  <a:lnTo>
                    <a:pt x="3962" y="9024"/>
                  </a:lnTo>
                  <a:lnTo>
                    <a:pt x="3925" y="9097"/>
                  </a:lnTo>
                  <a:lnTo>
                    <a:pt x="3925" y="9134"/>
                  </a:lnTo>
                  <a:lnTo>
                    <a:pt x="3999" y="9244"/>
                  </a:lnTo>
                  <a:lnTo>
                    <a:pt x="3339" y="9501"/>
                  </a:lnTo>
                  <a:lnTo>
                    <a:pt x="3008" y="9611"/>
                  </a:lnTo>
                  <a:lnTo>
                    <a:pt x="2642" y="9684"/>
                  </a:lnTo>
                  <a:lnTo>
                    <a:pt x="2898" y="9171"/>
                  </a:lnTo>
                  <a:lnTo>
                    <a:pt x="3229" y="8694"/>
                  </a:lnTo>
                  <a:lnTo>
                    <a:pt x="3559" y="8327"/>
                  </a:lnTo>
                  <a:lnTo>
                    <a:pt x="3962" y="7960"/>
                  </a:lnTo>
                  <a:close/>
                  <a:moveTo>
                    <a:pt x="13609" y="4732"/>
                  </a:moveTo>
                  <a:lnTo>
                    <a:pt x="13683" y="4915"/>
                  </a:lnTo>
                  <a:lnTo>
                    <a:pt x="12986" y="5502"/>
                  </a:lnTo>
                  <a:lnTo>
                    <a:pt x="12105" y="6199"/>
                  </a:lnTo>
                  <a:lnTo>
                    <a:pt x="11225" y="6823"/>
                  </a:lnTo>
                  <a:lnTo>
                    <a:pt x="10308" y="7446"/>
                  </a:lnTo>
                  <a:lnTo>
                    <a:pt x="9354" y="8033"/>
                  </a:lnTo>
                  <a:lnTo>
                    <a:pt x="8401" y="8584"/>
                  </a:lnTo>
                  <a:lnTo>
                    <a:pt x="7447" y="9097"/>
                  </a:lnTo>
                  <a:lnTo>
                    <a:pt x="6456" y="9574"/>
                  </a:lnTo>
                  <a:lnTo>
                    <a:pt x="5429" y="10014"/>
                  </a:lnTo>
                  <a:lnTo>
                    <a:pt x="5246" y="9794"/>
                  </a:lnTo>
                  <a:lnTo>
                    <a:pt x="5466" y="9684"/>
                  </a:lnTo>
                  <a:lnTo>
                    <a:pt x="6603" y="9134"/>
                  </a:lnTo>
                  <a:lnTo>
                    <a:pt x="7740" y="8547"/>
                  </a:lnTo>
                  <a:lnTo>
                    <a:pt x="8877" y="7923"/>
                  </a:lnTo>
                  <a:lnTo>
                    <a:pt x="9978" y="7263"/>
                  </a:lnTo>
                  <a:lnTo>
                    <a:pt x="10895" y="6676"/>
                  </a:lnTo>
                  <a:lnTo>
                    <a:pt x="11812" y="6053"/>
                  </a:lnTo>
                  <a:lnTo>
                    <a:pt x="12729" y="5392"/>
                  </a:lnTo>
                  <a:lnTo>
                    <a:pt x="13609" y="4732"/>
                  </a:lnTo>
                  <a:close/>
                  <a:moveTo>
                    <a:pt x="11995" y="9721"/>
                  </a:moveTo>
                  <a:lnTo>
                    <a:pt x="12472" y="9831"/>
                  </a:lnTo>
                  <a:lnTo>
                    <a:pt x="12436" y="9867"/>
                  </a:lnTo>
                  <a:lnTo>
                    <a:pt x="12032" y="10271"/>
                  </a:lnTo>
                  <a:lnTo>
                    <a:pt x="12032" y="10198"/>
                  </a:lnTo>
                  <a:lnTo>
                    <a:pt x="11995" y="9721"/>
                  </a:lnTo>
                  <a:close/>
                  <a:moveTo>
                    <a:pt x="2715" y="8804"/>
                  </a:moveTo>
                  <a:lnTo>
                    <a:pt x="2422" y="9317"/>
                  </a:lnTo>
                  <a:lnTo>
                    <a:pt x="2165" y="9867"/>
                  </a:lnTo>
                  <a:lnTo>
                    <a:pt x="2165" y="9941"/>
                  </a:lnTo>
                  <a:lnTo>
                    <a:pt x="2201" y="10051"/>
                  </a:lnTo>
                  <a:lnTo>
                    <a:pt x="2275" y="10088"/>
                  </a:lnTo>
                  <a:lnTo>
                    <a:pt x="2348" y="10124"/>
                  </a:lnTo>
                  <a:lnTo>
                    <a:pt x="2898" y="10014"/>
                  </a:lnTo>
                  <a:lnTo>
                    <a:pt x="3449" y="9867"/>
                  </a:lnTo>
                  <a:lnTo>
                    <a:pt x="3925" y="9684"/>
                  </a:lnTo>
                  <a:lnTo>
                    <a:pt x="4439" y="9464"/>
                  </a:lnTo>
                  <a:lnTo>
                    <a:pt x="4549" y="9684"/>
                  </a:lnTo>
                  <a:lnTo>
                    <a:pt x="3559" y="10124"/>
                  </a:lnTo>
                  <a:lnTo>
                    <a:pt x="3082" y="10308"/>
                  </a:lnTo>
                  <a:lnTo>
                    <a:pt x="2568" y="10528"/>
                  </a:lnTo>
                  <a:lnTo>
                    <a:pt x="2275" y="10638"/>
                  </a:lnTo>
                  <a:lnTo>
                    <a:pt x="2018" y="10674"/>
                  </a:lnTo>
                  <a:lnTo>
                    <a:pt x="1761" y="10711"/>
                  </a:lnTo>
                  <a:lnTo>
                    <a:pt x="1468" y="10711"/>
                  </a:lnTo>
                  <a:lnTo>
                    <a:pt x="2091" y="9794"/>
                  </a:lnTo>
                  <a:lnTo>
                    <a:pt x="2348" y="9317"/>
                  </a:lnTo>
                  <a:lnTo>
                    <a:pt x="2642" y="8877"/>
                  </a:lnTo>
                  <a:lnTo>
                    <a:pt x="2715" y="8804"/>
                  </a:lnTo>
                  <a:close/>
                  <a:moveTo>
                    <a:pt x="13829" y="5429"/>
                  </a:moveTo>
                  <a:lnTo>
                    <a:pt x="13940" y="5943"/>
                  </a:lnTo>
                  <a:lnTo>
                    <a:pt x="13940" y="6456"/>
                  </a:lnTo>
                  <a:lnTo>
                    <a:pt x="13940" y="6896"/>
                  </a:lnTo>
                  <a:lnTo>
                    <a:pt x="13866" y="7336"/>
                  </a:lnTo>
                  <a:lnTo>
                    <a:pt x="13756" y="7740"/>
                  </a:lnTo>
                  <a:lnTo>
                    <a:pt x="13609" y="8143"/>
                  </a:lnTo>
                  <a:lnTo>
                    <a:pt x="13426" y="8547"/>
                  </a:lnTo>
                  <a:lnTo>
                    <a:pt x="13206" y="8914"/>
                  </a:lnTo>
                  <a:lnTo>
                    <a:pt x="12949" y="9281"/>
                  </a:lnTo>
                  <a:lnTo>
                    <a:pt x="12656" y="9647"/>
                  </a:lnTo>
                  <a:lnTo>
                    <a:pt x="12289" y="9611"/>
                  </a:lnTo>
                  <a:lnTo>
                    <a:pt x="11922" y="9537"/>
                  </a:lnTo>
                  <a:lnTo>
                    <a:pt x="11849" y="9574"/>
                  </a:lnTo>
                  <a:lnTo>
                    <a:pt x="11812" y="9574"/>
                  </a:lnTo>
                  <a:lnTo>
                    <a:pt x="11775" y="9647"/>
                  </a:lnTo>
                  <a:lnTo>
                    <a:pt x="11702" y="10418"/>
                  </a:lnTo>
                  <a:lnTo>
                    <a:pt x="11702" y="10491"/>
                  </a:lnTo>
                  <a:lnTo>
                    <a:pt x="11409" y="10711"/>
                  </a:lnTo>
                  <a:lnTo>
                    <a:pt x="11188" y="10821"/>
                  </a:lnTo>
                  <a:lnTo>
                    <a:pt x="11152" y="10858"/>
                  </a:lnTo>
                  <a:lnTo>
                    <a:pt x="11042" y="10931"/>
                  </a:lnTo>
                  <a:lnTo>
                    <a:pt x="11042" y="10564"/>
                  </a:lnTo>
                  <a:lnTo>
                    <a:pt x="11115" y="10198"/>
                  </a:lnTo>
                  <a:lnTo>
                    <a:pt x="11188" y="9867"/>
                  </a:lnTo>
                  <a:lnTo>
                    <a:pt x="11298" y="9501"/>
                  </a:lnTo>
                  <a:lnTo>
                    <a:pt x="11298" y="9464"/>
                  </a:lnTo>
                  <a:lnTo>
                    <a:pt x="11262" y="9427"/>
                  </a:lnTo>
                  <a:lnTo>
                    <a:pt x="11225" y="9427"/>
                  </a:lnTo>
                  <a:lnTo>
                    <a:pt x="11188" y="9464"/>
                  </a:lnTo>
                  <a:lnTo>
                    <a:pt x="11078" y="9647"/>
                  </a:lnTo>
                  <a:lnTo>
                    <a:pt x="10968" y="9831"/>
                  </a:lnTo>
                  <a:lnTo>
                    <a:pt x="10785" y="10234"/>
                  </a:lnTo>
                  <a:lnTo>
                    <a:pt x="10712" y="10638"/>
                  </a:lnTo>
                  <a:lnTo>
                    <a:pt x="10712" y="11078"/>
                  </a:lnTo>
                  <a:lnTo>
                    <a:pt x="10271" y="11261"/>
                  </a:lnTo>
                  <a:lnTo>
                    <a:pt x="9831" y="11371"/>
                  </a:lnTo>
                  <a:lnTo>
                    <a:pt x="9868" y="11005"/>
                  </a:lnTo>
                  <a:lnTo>
                    <a:pt x="9978" y="10638"/>
                  </a:lnTo>
                  <a:lnTo>
                    <a:pt x="10051" y="10344"/>
                  </a:lnTo>
                  <a:lnTo>
                    <a:pt x="10161" y="10088"/>
                  </a:lnTo>
                  <a:lnTo>
                    <a:pt x="10418" y="9574"/>
                  </a:lnTo>
                  <a:lnTo>
                    <a:pt x="10418" y="9537"/>
                  </a:lnTo>
                  <a:lnTo>
                    <a:pt x="10381" y="9501"/>
                  </a:lnTo>
                  <a:lnTo>
                    <a:pt x="10345" y="9501"/>
                  </a:lnTo>
                  <a:lnTo>
                    <a:pt x="10345" y="9537"/>
                  </a:lnTo>
                  <a:lnTo>
                    <a:pt x="10015" y="9941"/>
                  </a:lnTo>
                  <a:lnTo>
                    <a:pt x="9758" y="10418"/>
                  </a:lnTo>
                  <a:lnTo>
                    <a:pt x="9538" y="10895"/>
                  </a:lnTo>
                  <a:lnTo>
                    <a:pt x="9501" y="11151"/>
                  </a:lnTo>
                  <a:lnTo>
                    <a:pt x="9428" y="11408"/>
                  </a:lnTo>
                  <a:lnTo>
                    <a:pt x="8951" y="11408"/>
                  </a:lnTo>
                  <a:lnTo>
                    <a:pt x="8951" y="11261"/>
                  </a:lnTo>
                  <a:lnTo>
                    <a:pt x="8914" y="11225"/>
                  </a:lnTo>
                  <a:lnTo>
                    <a:pt x="8877" y="11188"/>
                  </a:lnTo>
                  <a:lnTo>
                    <a:pt x="8841" y="11188"/>
                  </a:lnTo>
                  <a:lnTo>
                    <a:pt x="8804" y="11225"/>
                  </a:lnTo>
                  <a:lnTo>
                    <a:pt x="8731" y="11298"/>
                  </a:lnTo>
                  <a:lnTo>
                    <a:pt x="9171" y="10454"/>
                  </a:lnTo>
                  <a:lnTo>
                    <a:pt x="9391" y="10051"/>
                  </a:lnTo>
                  <a:lnTo>
                    <a:pt x="9684" y="9647"/>
                  </a:lnTo>
                  <a:lnTo>
                    <a:pt x="9684" y="9611"/>
                  </a:lnTo>
                  <a:lnTo>
                    <a:pt x="9648" y="9611"/>
                  </a:lnTo>
                  <a:lnTo>
                    <a:pt x="9648" y="9574"/>
                  </a:lnTo>
                  <a:lnTo>
                    <a:pt x="9611" y="9611"/>
                  </a:lnTo>
                  <a:lnTo>
                    <a:pt x="9244" y="10014"/>
                  </a:lnTo>
                  <a:lnTo>
                    <a:pt x="8914" y="10418"/>
                  </a:lnTo>
                  <a:lnTo>
                    <a:pt x="8621" y="10858"/>
                  </a:lnTo>
                  <a:lnTo>
                    <a:pt x="8327" y="11335"/>
                  </a:lnTo>
                  <a:lnTo>
                    <a:pt x="7960" y="11225"/>
                  </a:lnTo>
                  <a:lnTo>
                    <a:pt x="7997" y="11188"/>
                  </a:lnTo>
                  <a:lnTo>
                    <a:pt x="7997" y="11151"/>
                  </a:lnTo>
                  <a:lnTo>
                    <a:pt x="7960" y="11115"/>
                  </a:lnTo>
                  <a:lnTo>
                    <a:pt x="7960" y="11078"/>
                  </a:lnTo>
                  <a:lnTo>
                    <a:pt x="7924" y="10968"/>
                  </a:lnTo>
                  <a:lnTo>
                    <a:pt x="7960" y="10858"/>
                  </a:lnTo>
                  <a:lnTo>
                    <a:pt x="8034" y="10601"/>
                  </a:lnTo>
                  <a:lnTo>
                    <a:pt x="8181" y="10308"/>
                  </a:lnTo>
                  <a:lnTo>
                    <a:pt x="8474" y="9831"/>
                  </a:lnTo>
                  <a:lnTo>
                    <a:pt x="8767" y="9427"/>
                  </a:lnTo>
                  <a:lnTo>
                    <a:pt x="8804" y="9391"/>
                  </a:lnTo>
                  <a:lnTo>
                    <a:pt x="8767" y="9317"/>
                  </a:lnTo>
                  <a:lnTo>
                    <a:pt x="8694" y="9317"/>
                  </a:lnTo>
                  <a:lnTo>
                    <a:pt x="8364" y="9537"/>
                  </a:lnTo>
                  <a:lnTo>
                    <a:pt x="8107" y="9831"/>
                  </a:lnTo>
                  <a:lnTo>
                    <a:pt x="7887" y="10124"/>
                  </a:lnTo>
                  <a:lnTo>
                    <a:pt x="7704" y="10454"/>
                  </a:lnTo>
                  <a:lnTo>
                    <a:pt x="7594" y="10784"/>
                  </a:lnTo>
                  <a:lnTo>
                    <a:pt x="7557" y="10968"/>
                  </a:lnTo>
                  <a:lnTo>
                    <a:pt x="7594" y="11115"/>
                  </a:lnTo>
                  <a:lnTo>
                    <a:pt x="7153" y="10968"/>
                  </a:lnTo>
                  <a:lnTo>
                    <a:pt x="6713" y="10784"/>
                  </a:lnTo>
                  <a:lnTo>
                    <a:pt x="6933" y="10564"/>
                  </a:lnTo>
                  <a:lnTo>
                    <a:pt x="7080" y="10344"/>
                  </a:lnTo>
                  <a:lnTo>
                    <a:pt x="7153" y="10234"/>
                  </a:lnTo>
                  <a:lnTo>
                    <a:pt x="7190" y="10124"/>
                  </a:lnTo>
                  <a:lnTo>
                    <a:pt x="7190" y="10088"/>
                  </a:lnTo>
                  <a:lnTo>
                    <a:pt x="7153" y="10088"/>
                  </a:lnTo>
                  <a:lnTo>
                    <a:pt x="7080" y="10124"/>
                  </a:lnTo>
                  <a:lnTo>
                    <a:pt x="7007" y="10161"/>
                  </a:lnTo>
                  <a:lnTo>
                    <a:pt x="6823" y="10308"/>
                  </a:lnTo>
                  <a:lnTo>
                    <a:pt x="6493" y="10564"/>
                  </a:lnTo>
                  <a:lnTo>
                    <a:pt x="6420" y="10638"/>
                  </a:lnTo>
                  <a:lnTo>
                    <a:pt x="5906" y="10344"/>
                  </a:lnTo>
                  <a:lnTo>
                    <a:pt x="6897" y="9904"/>
                  </a:lnTo>
                  <a:lnTo>
                    <a:pt x="7887" y="9391"/>
                  </a:lnTo>
                  <a:lnTo>
                    <a:pt x="8877" y="8877"/>
                  </a:lnTo>
                  <a:lnTo>
                    <a:pt x="9795" y="8327"/>
                  </a:lnTo>
                  <a:lnTo>
                    <a:pt x="10748" y="7740"/>
                  </a:lnTo>
                  <a:lnTo>
                    <a:pt x="11665" y="7116"/>
                  </a:lnTo>
                  <a:lnTo>
                    <a:pt x="12546" y="6456"/>
                  </a:lnTo>
                  <a:lnTo>
                    <a:pt x="13426" y="5796"/>
                  </a:lnTo>
                  <a:lnTo>
                    <a:pt x="13829" y="5429"/>
                  </a:lnTo>
                  <a:close/>
                  <a:moveTo>
                    <a:pt x="1651" y="9757"/>
                  </a:moveTo>
                  <a:lnTo>
                    <a:pt x="1028" y="10711"/>
                  </a:lnTo>
                  <a:lnTo>
                    <a:pt x="991" y="10784"/>
                  </a:lnTo>
                  <a:lnTo>
                    <a:pt x="1028" y="10858"/>
                  </a:lnTo>
                  <a:lnTo>
                    <a:pt x="1028" y="10931"/>
                  </a:lnTo>
                  <a:lnTo>
                    <a:pt x="1101" y="10968"/>
                  </a:lnTo>
                  <a:lnTo>
                    <a:pt x="1358" y="11041"/>
                  </a:lnTo>
                  <a:lnTo>
                    <a:pt x="1651" y="11078"/>
                  </a:lnTo>
                  <a:lnTo>
                    <a:pt x="1908" y="11078"/>
                  </a:lnTo>
                  <a:lnTo>
                    <a:pt x="2165" y="11041"/>
                  </a:lnTo>
                  <a:lnTo>
                    <a:pt x="2715" y="10858"/>
                  </a:lnTo>
                  <a:lnTo>
                    <a:pt x="3229" y="10638"/>
                  </a:lnTo>
                  <a:lnTo>
                    <a:pt x="4769" y="10014"/>
                  </a:lnTo>
                  <a:lnTo>
                    <a:pt x="4953" y="10198"/>
                  </a:lnTo>
                  <a:lnTo>
                    <a:pt x="4072" y="10564"/>
                  </a:lnTo>
                  <a:lnTo>
                    <a:pt x="3192" y="10895"/>
                  </a:lnTo>
                  <a:lnTo>
                    <a:pt x="2238" y="11188"/>
                  </a:lnTo>
                  <a:lnTo>
                    <a:pt x="1248" y="11445"/>
                  </a:lnTo>
                  <a:lnTo>
                    <a:pt x="1101" y="11518"/>
                  </a:lnTo>
                  <a:lnTo>
                    <a:pt x="844" y="11555"/>
                  </a:lnTo>
                  <a:lnTo>
                    <a:pt x="624" y="11555"/>
                  </a:lnTo>
                  <a:lnTo>
                    <a:pt x="551" y="11518"/>
                  </a:lnTo>
                  <a:lnTo>
                    <a:pt x="477" y="11481"/>
                  </a:lnTo>
                  <a:lnTo>
                    <a:pt x="477" y="11408"/>
                  </a:lnTo>
                  <a:lnTo>
                    <a:pt x="514" y="11298"/>
                  </a:lnTo>
                  <a:lnTo>
                    <a:pt x="661" y="11005"/>
                  </a:lnTo>
                  <a:lnTo>
                    <a:pt x="991" y="10601"/>
                  </a:lnTo>
                  <a:lnTo>
                    <a:pt x="1321" y="10161"/>
                  </a:lnTo>
                  <a:lnTo>
                    <a:pt x="1651" y="9757"/>
                  </a:lnTo>
                  <a:close/>
                  <a:moveTo>
                    <a:pt x="16324" y="0"/>
                  </a:moveTo>
                  <a:lnTo>
                    <a:pt x="16140" y="37"/>
                  </a:lnTo>
                  <a:lnTo>
                    <a:pt x="15774" y="147"/>
                  </a:lnTo>
                  <a:lnTo>
                    <a:pt x="15480" y="330"/>
                  </a:lnTo>
                  <a:lnTo>
                    <a:pt x="14636" y="807"/>
                  </a:lnTo>
                  <a:lnTo>
                    <a:pt x="13866" y="1357"/>
                  </a:lnTo>
                  <a:lnTo>
                    <a:pt x="13059" y="1908"/>
                  </a:lnTo>
                  <a:lnTo>
                    <a:pt x="12289" y="2458"/>
                  </a:lnTo>
                  <a:lnTo>
                    <a:pt x="12032" y="2311"/>
                  </a:lnTo>
                  <a:lnTo>
                    <a:pt x="11812" y="2238"/>
                  </a:lnTo>
                  <a:lnTo>
                    <a:pt x="11629" y="2238"/>
                  </a:lnTo>
                  <a:lnTo>
                    <a:pt x="11372" y="2091"/>
                  </a:lnTo>
                  <a:lnTo>
                    <a:pt x="11115" y="1981"/>
                  </a:lnTo>
                  <a:lnTo>
                    <a:pt x="10858" y="1908"/>
                  </a:lnTo>
                  <a:lnTo>
                    <a:pt x="10565" y="1834"/>
                  </a:lnTo>
                  <a:lnTo>
                    <a:pt x="10015" y="1761"/>
                  </a:lnTo>
                  <a:lnTo>
                    <a:pt x="9464" y="1761"/>
                  </a:lnTo>
                  <a:lnTo>
                    <a:pt x="8914" y="1834"/>
                  </a:lnTo>
                  <a:lnTo>
                    <a:pt x="8364" y="1981"/>
                  </a:lnTo>
                  <a:lnTo>
                    <a:pt x="7814" y="2164"/>
                  </a:lnTo>
                  <a:lnTo>
                    <a:pt x="7300" y="2384"/>
                  </a:lnTo>
                  <a:lnTo>
                    <a:pt x="6677" y="2715"/>
                  </a:lnTo>
                  <a:lnTo>
                    <a:pt x="6090" y="3081"/>
                  </a:lnTo>
                  <a:lnTo>
                    <a:pt x="5503" y="3522"/>
                  </a:lnTo>
                  <a:lnTo>
                    <a:pt x="4989" y="3962"/>
                  </a:lnTo>
                  <a:lnTo>
                    <a:pt x="4769" y="4219"/>
                  </a:lnTo>
                  <a:lnTo>
                    <a:pt x="4549" y="4475"/>
                  </a:lnTo>
                  <a:lnTo>
                    <a:pt x="4402" y="4769"/>
                  </a:lnTo>
                  <a:lnTo>
                    <a:pt x="4256" y="5062"/>
                  </a:lnTo>
                  <a:lnTo>
                    <a:pt x="4146" y="5356"/>
                  </a:lnTo>
                  <a:lnTo>
                    <a:pt x="4035" y="5686"/>
                  </a:lnTo>
                  <a:lnTo>
                    <a:pt x="3999" y="6016"/>
                  </a:lnTo>
                  <a:lnTo>
                    <a:pt x="3925" y="6346"/>
                  </a:lnTo>
                  <a:lnTo>
                    <a:pt x="3889" y="6970"/>
                  </a:lnTo>
                  <a:lnTo>
                    <a:pt x="3925" y="7630"/>
                  </a:lnTo>
                  <a:lnTo>
                    <a:pt x="3339" y="7960"/>
                  </a:lnTo>
                  <a:lnTo>
                    <a:pt x="2752" y="8290"/>
                  </a:lnTo>
                  <a:lnTo>
                    <a:pt x="2238" y="8657"/>
                  </a:lnTo>
                  <a:lnTo>
                    <a:pt x="1725" y="9097"/>
                  </a:lnTo>
                  <a:lnTo>
                    <a:pt x="1248" y="9574"/>
                  </a:lnTo>
                  <a:lnTo>
                    <a:pt x="808" y="10051"/>
                  </a:lnTo>
                  <a:lnTo>
                    <a:pt x="404" y="10601"/>
                  </a:lnTo>
                  <a:lnTo>
                    <a:pt x="221" y="10858"/>
                  </a:lnTo>
                  <a:lnTo>
                    <a:pt x="74" y="11151"/>
                  </a:lnTo>
                  <a:lnTo>
                    <a:pt x="1" y="11371"/>
                  </a:lnTo>
                  <a:lnTo>
                    <a:pt x="37" y="11555"/>
                  </a:lnTo>
                  <a:lnTo>
                    <a:pt x="111" y="11738"/>
                  </a:lnTo>
                  <a:lnTo>
                    <a:pt x="184" y="11812"/>
                  </a:lnTo>
                  <a:lnTo>
                    <a:pt x="257" y="11885"/>
                  </a:lnTo>
                  <a:lnTo>
                    <a:pt x="477" y="11958"/>
                  </a:lnTo>
                  <a:lnTo>
                    <a:pt x="697" y="11995"/>
                  </a:lnTo>
                  <a:lnTo>
                    <a:pt x="918" y="11995"/>
                  </a:lnTo>
                  <a:lnTo>
                    <a:pt x="1174" y="11958"/>
                  </a:lnTo>
                  <a:lnTo>
                    <a:pt x="1835" y="11812"/>
                  </a:lnTo>
                  <a:lnTo>
                    <a:pt x="2495" y="11591"/>
                  </a:lnTo>
                  <a:lnTo>
                    <a:pt x="3815" y="11151"/>
                  </a:lnTo>
                  <a:lnTo>
                    <a:pt x="4586" y="10858"/>
                  </a:lnTo>
                  <a:lnTo>
                    <a:pt x="5356" y="10564"/>
                  </a:lnTo>
                  <a:lnTo>
                    <a:pt x="5760" y="10858"/>
                  </a:lnTo>
                  <a:lnTo>
                    <a:pt x="6200" y="11078"/>
                  </a:lnTo>
                  <a:lnTo>
                    <a:pt x="6236" y="11261"/>
                  </a:lnTo>
                  <a:lnTo>
                    <a:pt x="6273" y="11335"/>
                  </a:lnTo>
                  <a:lnTo>
                    <a:pt x="6346" y="11371"/>
                  </a:lnTo>
                  <a:lnTo>
                    <a:pt x="6493" y="11371"/>
                  </a:lnTo>
                  <a:lnTo>
                    <a:pt x="6603" y="11261"/>
                  </a:lnTo>
                  <a:lnTo>
                    <a:pt x="7410" y="11591"/>
                  </a:lnTo>
                  <a:lnTo>
                    <a:pt x="7814" y="11702"/>
                  </a:lnTo>
                  <a:lnTo>
                    <a:pt x="8217" y="11812"/>
                  </a:lnTo>
                  <a:lnTo>
                    <a:pt x="8291" y="11848"/>
                  </a:lnTo>
                  <a:lnTo>
                    <a:pt x="8364" y="11885"/>
                  </a:lnTo>
                  <a:lnTo>
                    <a:pt x="8474" y="11848"/>
                  </a:lnTo>
                  <a:lnTo>
                    <a:pt x="8547" y="11885"/>
                  </a:lnTo>
                  <a:lnTo>
                    <a:pt x="8877" y="11922"/>
                  </a:lnTo>
                  <a:lnTo>
                    <a:pt x="9574" y="11922"/>
                  </a:lnTo>
                  <a:lnTo>
                    <a:pt x="9905" y="11885"/>
                  </a:lnTo>
                  <a:lnTo>
                    <a:pt x="10235" y="11812"/>
                  </a:lnTo>
                  <a:lnTo>
                    <a:pt x="10565" y="11702"/>
                  </a:lnTo>
                  <a:lnTo>
                    <a:pt x="10895" y="11555"/>
                  </a:lnTo>
                  <a:lnTo>
                    <a:pt x="11225" y="11408"/>
                  </a:lnTo>
                  <a:lnTo>
                    <a:pt x="11555" y="11225"/>
                  </a:lnTo>
                  <a:lnTo>
                    <a:pt x="11885" y="11041"/>
                  </a:lnTo>
                  <a:lnTo>
                    <a:pt x="12179" y="10784"/>
                  </a:lnTo>
                  <a:lnTo>
                    <a:pt x="12472" y="10564"/>
                  </a:lnTo>
                  <a:lnTo>
                    <a:pt x="12766" y="10308"/>
                  </a:lnTo>
                  <a:lnTo>
                    <a:pt x="13022" y="10014"/>
                  </a:lnTo>
                  <a:lnTo>
                    <a:pt x="13279" y="9721"/>
                  </a:lnTo>
                  <a:lnTo>
                    <a:pt x="13499" y="9391"/>
                  </a:lnTo>
                  <a:lnTo>
                    <a:pt x="13719" y="9097"/>
                  </a:lnTo>
                  <a:lnTo>
                    <a:pt x="13903" y="8730"/>
                  </a:lnTo>
                  <a:lnTo>
                    <a:pt x="14050" y="8400"/>
                  </a:lnTo>
                  <a:lnTo>
                    <a:pt x="14196" y="8033"/>
                  </a:lnTo>
                  <a:lnTo>
                    <a:pt x="14306" y="7667"/>
                  </a:lnTo>
                  <a:lnTo>
                    <a:pt x="14380" y="7300"/>
                  </a:lnTo>
                  <a:lnTo>
                    <a:pt x="14453" y="6933"/>
                  </a:lnTo>
                  <a:lnTo>
                    <a:pt x="14490" y="6529"/>
                  </a:lnTo>
                  <a:lnTo>
                    <a:pt x="14490" y="6163"/>
                  </a:lnTo>
                  <a:lnTo>
                    <a:pt x="14453" y="5796"/>
                  </a:lnTo>
                  <a:lnTo>
                    <a:pt x="14380" y="5429"/>
                  </a:lnTo>
                  <a:lnTo>
                    <a:pt x="14270" y="5062"/>
                  </a:lnTo>
                  <a:lnTo>
                    <a:pt x="15113" y="4329"/>
                  </a:lnTo>
                  <a:lnTo>
                    <a:pt x="15920" y="3558"/>
                  </a:lnTo>
                  <a:lnTo>
                    <a:pt x="16434" y="3045"/>
                  </a:lnTo>
                  <a:lnTo>
                    <a:pt x="16691" y="2751"/>
                  </a:lnTo>
                  <a:lnTo>
                    <a:pt x="16947" y="2458"/>
                  </a:lnTo>
                  <a:lnTo>
                    <a:pt x="17168" y="2128"/>
                  </a:lnTo>
                  <a:lnTo>
                    <a:pt x="17351" y="1798"/>
                  </a:lnTo>
                  <a:lnTo>
                    <a:pt x="17461" y="1431"/>
                  </a:lnTo>
                  <a:lnTo>
                    <a:pt x="17461" y="1247"/>
                  </a:lnTo>
                  <a:lnTo>
                    <a:pt x="17461" y="1064"/>
                  </a:lnTo>
                  <a:lnTo>
                    <a:pt x="17388" y="770"/>
                  </a:lnTo>
                  <a:lnTo>
                    <a:pt x="17278" y="514"/>
                  </a:lnTo>
                  <a:lnTo>
                    <a:pt x="17094" y="257"/>
                  </a:lnTo>
                  <a:lnTo>
                    <a:pt x="16837" y="74"/>
                  </a:lnTo>
                  <a:lnTo>
                    <a:pt x="16691" y="37"/>
                  </a:lnTo>
                  <a:lnTo>
                    <a:pt x="16507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77" name="Google Shape;300;p5">
              <a:extLst>
                <a:ext uri="{FF2B5EF4-FFF2-40B4-BE49-F238E27FC236}">
                  <a16:creationId xmlns:a16="http://schemas.microsoft.com/office/drawing/2014/main" id="{4529F50E-F03E-4423-B32D-02237EFE094F}"/>
                </a:ext>
              </a:extLst>
            </p:cNvPr>
            <p:cNvSpPr/>
            <p:nvPr/>
          </p:nvSpPr>
          <p:spPr>
            <a:xfrm>
              <a:off x="6405225" y="2154575"/>
              <a:ext cx="328325" cy="339325"/>
            </a:xfrm>
            <a:custGeom>
              <a:avLst/>
              <a:gdLst/>
              <a:ahLst/>
              <a:cxnLst/>
              <a:rect l="l" t="t" r="r" b="b"/>
              <a:pathLst>
                <a:path w="13133" h="13573" extrusionOk="0">
                  <a:moveTo>
                    <a:pt x="2714" y="1798"/>
                  </a:moveTo>
                  <a:lnTo>
                    <a:pt x="2971" y="1908"/>
                  </a:lnTo>
                  <a:lnTo>
                    <a:pt x="3118" y="2018"/>
                  </a:lnTo>
                  <a:lnTo>
                    <a:pt x="3265" y="2128"/>
                  </a:lnTo>
                  <a:lnTo>
                    <a:pt x="3411" y="2311"/>
                  </a:lnTo>
                  <a:lnTo>
                    <a:pt x="3485" y="2458"/>
                  </a:lnTo>
                  <a:lnTo>
                    <a:pt x="3375" y="2458"/>
                  </a:lnTo>
                  <a:lnTo>
                    <a:pt x="3301" y="2495"/>
                  </a:lnTo>
                  <a:lnTo>
                    <a:pt x="3265" y="2568"/>
                  </a:lnTo>
                  <a:lnTo>
                    <a:pt x="3228" y="2605"/>
                  </a:lnTo>
                  <a:lnTo>
                    <a:pt x="3155" y="2568"/>
                  </a:lnTo>
                  <a:lnTo>
                    <a:pt x="3008" y="2348"/>
                  </a:lnTo>
                  <a:lnTo>
                    <a:pt x="2825" y="1981"/>
                  </a:lnTo>
                  <a:lnTo>
                    <a:pt x="2714" y="1798"/>
                  </a:lnTo>
                  <a:close/>
                  <a:moveTo>
                    <a:pt x="1908" y="2825"/>
                  </a:moveTo>
                  <a:lnTo>
                    <a:pt x="1797" y="2861"/>
                  </a:lnTo>
                  <a:lnTo>
                    <a:pt x="1761" y="2898"/>
                  </a:lnTo>
                  <a:lnTo>
                    <a:pt x="1687" y="2971"/>
                  </a:lnTo>
                  <a:lnTo>
                    <a:pt x="1687" y="3045"/>
                  </a:lnTo>
                  <a:lnTo>
                    <a:pt x="1687" y="3118"/>
                  </a:lnTo>
                  <a:lnTo>
                    <a:pt x="1724" y="3191"/>
                  </a:lnTo>
                  <a:lnTo>
                    <a:pt x="1797" y="3228"/>
                  </a:lnTo>
                  <a:lnTo>
                    <a:pt x="1944" y="3301"/>
                  </a:lnTo>
                  <a:lnTo>
                    <a:pt x="2054" y="3412"/>
                  </a:lnTo>
                  <a:lnTo>
                    <a:pt x="2164" y="3522"/>
                  </a:lnTo>
                  <a:lnTo>
                    <a:pt x="2201" y="3595"/>
                  </a:lnTo>
                  <a:lnTo>
                    <a:pt x="2274" y="3632"/>
                  </a:lnTo>
                  <a:lnTo>
                    <a:pt x="2384" y="3632"/>
                  </a:lnTo>
                  <a:lnTo>
                    <a:pt x="2458" y="3558"/>
                  </a:lnTo>
                  <a:lnTo>
                    <a:pt x="2494" y="3448"/>
                  </a:lnTo>
                  <a:lnTo>
                    <a:pt x="2494" y="3338"/>
                  </a:lnTo>
                  <a:lnTo>
                    <a:pt x="2421" y="3228"/>
                  </a:lnTo>
                  <a:lnTo>
                    <a:pt x="2348" y="3155"/>
                  </a:lnTo>
                  <a:lnTo>
                    <a:pt x="2164" y="2971"/>
                  </a:lnTo>
                  <a:lnTo>
                    <a:pt x="1981" y="2861"/>
                  </a:lnTo>
                  <a:lnTo>
                    <a:pt x="1908" y="2825"/>
                  </a:lnTo>
                  <a:close/>
                  <a:moveTo>
                    <a:pt x="1137" y="2311"/>
                  </a:moveTo>
                  <a:lnTo>
                    <a:pt x="1614" y="2458"/>
                  </a:lnTo>
                  <a:lnTo>
                    <a:pt x="2054" y="2678"/>
                  </a:lnTo>
                  <a:lnTo>
                    <a:pt x="2201" y="2751"/>
                  </a:lnTo>
                  <a:lnTo>
                    <a:pt x="2348" y="2898"/>
                  </a:lnTo>
                  <a:lnTo>
                    <a:pt x="2458" y="3008"/>
                  </a:lnTo>
                  <a:lnTo>
                    <a:pt x="2531" y="3191"/>
                  </a:lnTo>
                  <a:lnTo>
                    <a:pt x="2568" y="3265"/>
                  </a:lnTo>
                  <a:lnTo>
                    <a:pt x="2568" y="3338"/>
                  </a:lnTo>
                  <a:lnTo>
                    <a:pt x="2531" y="3485"/>
                  </a:lnTo>
                  <a:lnTo>
                    <a:pt x="2384" y="3742"/>
                  </a:lnTo>
                  <a:lnTo>
                    <a:pt x="2274" y="3852"/>
                  </a:lnTo>
                  <a:lnTo>
                    <a:pt x="2164" y="3962"/>
                  </a:lnTo>
                  <a:lnTo>
                    <a:pt x="1834" y="3632"/>
                  </a:lnTo>
                  <a:lnTo>
                    <a:pt x="1541" y="3228"/>
                  </a:lnTo>
                  <a:lnTo>
                    <a:pt x="1321" y="2788"/>
                  </a:lnTo>
                  <a:lnTo>
                    <a:pt x="1137" y="2311"/>
                  </a:lnTo>
                  <a:close/>
                  <a:moveTo>
                    <a:pt x="8804" y="514"/>
                  </a:moveTo>
                  <a:lnTo>
                    <a:pt x="8694" y="2531"/>
                  </a:lnTo>
                  <a:lnTo>
                    <a:pt x="8657" y="3632"/>
                  </a:lnTo>
                  <a:lnTo>
                    <a:pt x="8657" y="4549"/>
                  </a:lnTo>
                  <a:lnTo>
                    <a:pt x="7556" y="3778"/>
                  </a:lnTo>
                  <a:lnTo>
                    <a:pt x="7043" y="3375"/>
                  </a:lnTo>
                  <a:lnTo>
                    <a:pt x="6529" y="2971"/>
                  </a:lnTo>
                  <a:lnTo>
                    <a:pt x="6639" y="2788"/>
                  </a:lnTo>
                  <a:lnTo>
                    <a:pt x="6713" y="2678"/>
                  </a:lnTo>
                  <a:lnTo>
                    <a:pt x="7556" y="1798"/>
                  </a:lnTo>
                  <a:lnTo>
                    <a:pt x="8290" y="991"/>
                  </a:lnTo>
                  <a:lnTo>
                    <a:pt x="8510" y="734"/>
                  </a:lnTo>
                  <a:lnTo>
                    <a:pt x="8657" y="624"/>
                  </a:lnTo>
                  <a:lnTo>
                    <a:pt x="8804" y="514"/>
                  </a:lnTo>
                  <a:close/>
                  <a:moveTo>
                    <a:pt x="660" y="4145"/>
                  </a:moveTo>
                  <a:lnTo>
                    <a:pt x="880" y="4219"/>
                  </a:lnTo>
                  <a:lnTo>
                    <a:pt x="1064" y="4255"/>
                  </a:lnTo>
                  <a:lnTo>
                    <a:pt x="1247" y="4329"/>
                  </a:lnTo>
                  <a:lnTo>
                    <a:pt x="1357" y="4439"/>
                  </a:lnTo>
                  <a:lnTo>
                    <a:pt x="1431" y="4585"/>
                  </a:lnTo>
                  <a:lnTo>
                    <a:pt x="1467" y="4659"/>
                  </a:lnTo>
                  <a:lnTo>
                    <a:pt x="1467" y="4732"/>
                  </a:lnTo>
                  <a:lnTo>
                    <a:pt x="1467" y="4805"/>
                  </a:lnTo>
                  <a:lnTo>
                    <a:pt x="1394" y="4842"/>
                  </a:lnTo>
                  <a:lnTo>
                    <a:pt x="1284" y="4805"/>
                  </a:lnTo>
                  <a:lnTo>
                    <a:pt x="1211" y="4769"/>
                  </a:lnTo>
                  <a:lnTo>
                    <a:pt x="990" y="4585"/>
                  </a:lnTo>
                  <a:lnTo>
                    <a:pt x="844" y="4402"/>
                  </a:lnTo>
                  <a:lnTo>
                    <a:pt x="660" y="4145"/>
                  </a:lnTo>
                  <a:close/>
                  <a:moveTo>
                    <a:pt x="3962" y="2935"/>
                  </a:moveTo>
                  <a:lnTo>
                    <a:pt x="4218" y="3155"/>
                  </a:lnTo>
                  <a:lnTo>
                    <a:pt x="4035" y="3338"/>
                  </a:lnTo>
                  <a:lnTo>
                    <a:pt x="2641" y="4659"/>
                  </a:lnTo>
                  <a:lnTo>
                    <a:pt x="2311" y="5026"/>
                  </a:lnTo>
                  <a:lnTo>
                    <a:pt x="2054" y="5392"/>
                  </a:lnTo>
                  <a:lnTo>
                    <a:pt x="1797" y="5172"/>
                  </a:lnTo>
                  <a:lnTo>
                    <a:pt x="2971" y="4072"/>
                  </a:lnTo>
                  <a:lnTo>
                    <a:pt x="3485" y="3522"/>
                  </a:lnTo>
                  <a:lnTo>
                    <a:pt x="3742" y="3265"/>
                  </a:lnTo>
                  <a:lnTo>
                    <a:pt x="3962" y="2935"/>
                  </a:lnTo>
                  <a:close/>
                  <a:moveTo>
                    <a:pt x="4989" y="5209"/>
                  </a:moveTo>
                  <a:lnTo>
                    <a:pt x="5356" y="5686"/>
                  </a:lnTo>
                  <a:lnTo>
                    <a:pt x="5686" y="6199"/>
                  </a:lnTo>
                  <a:lnTo>
                    <a:pt x="6199" y="7080"/>
                  </a:lnTo>
                  <a:lnTo>
                    <a:pt x="6199" y="7080"/>
                  </a:lnTo>
                  <a:lnTo>
                    <a:pt x="5282" y="6640"/>
                  </a:lnTo>
                  <a:lnTo>
                    <a:pt x="4365" y="6199"/>
                  </a:lnTo>
                  <a:lnTo>
                    <a:pt x="4512" y="5943"/>
                  </a:lnTo>
                  <a:lnTo>
                    <a:pt x="4989" y="5209"/>
                  </a:lnTo>
                  <a:close/>
                  <a:moveTo>
                    <a:pt x="4879" y="4695"/>
                  </a:moveTo>
                  <a:lnTo>
                    <a:pt x="4805" y="4805"/>
                  </a:lnTo>
                  <a:lnTo>
                    <a:pt x="4218" y="5649"/>
                  </a:lnTo>
                  <a:lnTo>
                    <a:pt x="3962" y="6053"/>
                  </a:lnTo>
                  <a:lnTo>
                    <a:pt x="3852" y="6053"/>
                  </a:lnTo>
                  <a:lnTo>
                    <a:pt x="3778" y="6126"/>
                  </a:lnTo>
                  <a:lnTo>
                    <a:pt x="3742" y="6199"/>
                  </a:lnTo>
                  <a:lnTo>
                    <a:pt x="3705" y="6273"/>
                  </a:lnTo>
                  <a:lnTo>
                    <a:pt x="3742" y="6346"/>
                  </a:lnTo>
                  <a:lnTo>
                    <a:pt x="3778" y="6493"/>
                  </a:lnTo>
                  <a:lnTo>
                    <a:pt x="3852" y="6529"/>
                  </a:lnTo>
                  <a:lnTo>
                    <a:pt x="3925" y="6566"/>
                  </a:lnTo>
                  <a:lnTo>
                    <a:pt x="3998" y="6566"/>
                  </a:lnTo>
                  <a:lnTo>
                    <a:pt x="5172" y="7080"/>
                  </a:lnTo>
                  <a:lnTo>
                    <a:pt x="5722" y="7336"/>
                  </a:lnTo>
                  <a:lnTo>
                    <a:pt x="6053" y="7447"/>
                  </a:lnTo>
                  <a:lnTo>
                    <a:pt x="6346" y="7483"/>
                  </a:lnTo>
                  <a:lnTo>
                    <a:pt x="6419" y="7483"/>
                  </a:lnTo>
                  <a:lnTo>
                    <a:pt x="6493" y="7447"/>
                  </a:lnTo>
                  <a:lnTo>
                    <a:pt x="6529" y="7483"/>
                  </a:lnTo>
                  <a:lnTo>
                    <a:pt x="6603" y="7483"/>
                  </a:lnTo>
                  <a:lnTo>
                    <a:pt x="6639" y="7447"/>
                  </a:lnTo>
                  <a:lnTo>
                    <a:pt x="6639" y="7410"/>
                  </a:lnTo>
                  <a:lnTo>
                    <a:pt x="6566" y="7080"/>
                  </a:lnTo>
                  <a:lnTo>
                    <a:pt x="6456" y="6750"/>
                  </a:lnTo>
                  <a:lnTo>
                    <a:pt x="6273" y="6419"/>
                  </a:lnTo>
                  <a:lnTo>
                    <a:pt x="6089" y="6089"/>
                  </a:lnTo>
                  <a:lnTo>
                    <a:pt x="5649" y="5429"/>
                  </a:lnTo>
                  <a:lnTo>
                    <a:pt x="5135" y="4769"/>
                  </a:lnTo>
                  <a:lnTo>
                    <a:pt x="5062" y="4695"/>
                  </a:lnTo>
                  <a:close/>
                  <a:moveTo>
                    <a:pt x="9757" y="9537"/>
                  </a:moveTo>
                  <a:lnTo>
                    <a:pt x="9794" y="9647"/>
                  </a:lnTo>
                  <a:lnTo>
                    <a:pt x="9831" y="9757"/>
                  </a:lnTo>
                  <a:lnTo>
                    <a:pt x="9867" y="9867"/>
                  </a:lnTo>
                  <a:lnTo>
                    <a:pt x="9867" y="9978"/>
                  </a:lnTo>
                  <a:lnTo>
                    <a:pt x="9831" y="10088"/>
                  </a:lnTo>
                  <a:lnTo>
                    <a:pt x="9794" y="9757"/>
                  </a:lnTo>
                  <a:lnTo>
                    <a:pt x="9757" y="9537"/>
                  </a:lnTo>
                  <a:close/>
                  <a:moveTo>
                    <a:pt x="8950" y="8877"/>
                  </a:moveTo>
                  <a:lnTo>
                    <a:pt x="9207" y="9024"/>
                  </a:lnTo>
                  <a:lnTo>
                    <a:pt x="9207" y="9207"/>
                  </a:lnTo>
                  <a:lnTo>
                    <a:pt x="9281" y="9391"/>
                  </a:lnTo>
                  <a:lnTo>
                    <a:pt x="9391" y="9757"/>
                  </a:lnTo>
                  <a:lnTo>
                    <a:pt x="9574" y="10418"/>
                  </a:lnTo>
                  <a:lnTo>
                    <a:pt x="9464" y="10491"/>
                  </a:lnTo>
                  <a:lnTo>
                    <a:pt x="9391" y="10271"/>
                  </a:lnTo>
                  <a:lnTo>
                    <a:pt x="9281" y="10088"/>
                  </a:lnTo>
                  <a:lnTo>
                    <a:pt x="8914" y="9281"/>
                  </a:lnTo>
                  <a:lnTo>
                    <a:pt x="8840" y="9134"/>
                  </a:lnTo>
                  <a:lnTo>
                    <a:pt x="8767" y="9024"/>
                  </a:lnTo>
                  <a:lnTo>
                    <a:pt x="8950" y="8877"/>
                  </a:lnTo>
                  <a:close/>
                  <a:moveTo>
                    <a:pt x="8547" y="9244"/>
                  </a:moveTo>
                  <a:lnTo>
                    <a:pt x="8547" y="9281"/>
                  </a:lnTo>
                  <a:lnTo>
                    <a:pt x="8657" y="9281"/>
                  </a:lnTo>
                  <a:lnTo>
                    <a:pt x="8694" y="9244"/>
                  </a:lnTo>
                  <a:lnTo>
                    <a:pt x="8657" y="9354"/>
                  </a:lnTo>
                  <a:lnTo>
                    <a:pt x="8657" y="9464"/>
                  </a:lnTo>
                  <a:lnTo>
                    <a:pt x="8767" y="9721"/>
                  </a:lnTo>
                  <a:lnTo>
                    <a:pt x="9024" y="10198"/>
                  </a:lnTo>
                  <a:lnTo>
                    <a:pt x="9170" y="10528"/>
                  </a:lnTo>
                  <a:lnTo>
                    <a:pt x="8804" y="10234"/>
                  </a:lnTo>
                  <a:lnTo>
                    <a:pt x="8804" y="10198"/>
                  </a:lnTo>
                  <a:lnTo>
                    <a:pt x="8767" y="9904"/>
                  </a:lnTo>
                  <a:lnTo>
                    <a:pt x="8657" y="9611"/>
                  </a:lnTo>
                  <a:lnTo>
                    <a:pt x="8584" y="9464"/>
                  </a:lnTo>
                  <a:lnTo>
                    <a:pt x="8474" y="9317"/>
                  </a:lnTo>
                  <a:lnTo>
                    <a:pt x="8547" y="9244"/>
                  </a:lnTo>
                  <a:close/>
                  <a:moveTo>
                    <a:pt x="9464" y="10601"/>
                  </a:moveTo>
                  <a:lnTo>
                    <a:pt x="9574" y="10638"/>
                  </a:lnTo>
                  <a:lnTo>
                    <a:pt x="9464" y="10638"/>
                  </a:lnTo>
                  <a:lnTo>
                    <a:pt x="9464" y="10601"/>
                  </a:lnTo>
                  <a:close/>
                  <a:moveTo>
                    <a:pt x="8877" y="8510"/>
                  </a:moveTo>
                  <a:lnTo>
                    <a:pt x="8584" y="8730"/>
                  </a:lnTo>
                  <a:lnTo>
                    <a:pt x="8327" y="8914"/>
                  </a:lnTo>
                  <a:lnTo>
                    <a:pt x="8143" y="9171"/>
                  </a:lnTo>
                  <a:lnTo>
                    <a:pt x="8070" y="9354"/>
                  </a:lnTo>
                  <a:lnTo>
                    <a:pt x="7997" y="9501"/>
                  </a:lnTo>
                  <a:lnTo>
                    <a:pt x="7997" y="9647"/>
                  </a:lnTo>
                  <a:lnTo>
                    <a:pt x="8033" y="9831"/>
                  </a:lnTo>
                  <a:lnTo>
                    <a:pt x="8070" y="9978"/>
                  </a:lnTo>
                  <a:lnTo>
                    <a:pt x="8143" y="10088"/>
                  </a:lnTo>
                  <a:lnTo>
                    <a:pt x="8363" y="10344"/>
                  </a:lnTo>
                  <a:lnTo>
                    <a:pt x="8584" y="10564"/>
                  </a:lnTo>
                  <a:lnTo>
                    <a:pt x="8914" y="10785"/>
                  </a:lnTo>
                  <a:lnTo>
                    <a:pt x="9244" y="10968"/>
                  </a:lnTo>
                  <a:lnTo>
                    <a:pt x="9391" y="11041"/>
                  </a:lnTo>
                  <a:lnTo>
                    <a:pt x="9537" y="11078"/>
                  </a:lnTo>
                  <a:lnTo>
                    <a:pt x="9684" y="11041"/>
                  </a:lnTo>
                  <a:lnTo>
                    <a:pt x="9867" y="10968"/>
                  </a:lnTo>
                  <a:lnTo>
                    <a:pt x="10051" y="10821"/>
                  </a:lnTo>
                  <a:lnTo>
                    <a:pt x="10234" y="10601"/>
                  </a:lnTo>
                  <a:lnTo>
                    <a:pt x="10271" y="10491"/>
                  </a:lnTo>
                  <a:lnTo>
                    <a:pt x="10271" y="10381"/>
                  </a:lnTo>
                  <a:lnTo>
                    <a:pt x="10271" y="10271"/>
                  </a:lnTo>
                  <a:lnTo>
                    <a:pt x="10198" y="10161"/>
                  </a:lnTo>
                  <a:lnTo>
                    <a:pt x="10198" y="9904"/>
                  </a:lnTo>
                  <a:lnTo>
                    <a:pt x="10161" y="9684"/>
                  </a:lnTo>
                  <a:lnTo>
                    <a:pt x="10088" y="9464"/>
                  </a:lnTo>
                  <a:lnTo>
                    <a:pt x="9977" y="9244"/>
                  </a:lnTo>
                  <a:lnTo>
                    <a:pt x="9831" y="9060"/>
                  </a:lnTo>
                  <a:lnTo>
                    <a:pt x="9647" y="8914"/>
                  </a:lnTo>
                  <a:lnTo>
                    <a:pt x="9464" y="8767"/>
                  </a:lnTo>
                  <a:lnTo>
                    <a:pt x="9060" y="8510"/>
                  </a:lnTo>
                  <a:close/>
                  <a:moveTo>
                    <a:pt x="2604" y="8510"/>
                  </a:moveTo>
                  <a:lnTo>
                    <a:pt x="3815" y="9757"/>
                  </a:lnTo>
                  <a:lnTo>
                    <a:pt x="4292" y="10271"/>
                  </a:lnTo>
                  <a:lnTo>
                    <a:pt x="3852" y="10344"/>
                  </a:lnTo>
                  <a:lnTo>
                    <a:pt x="2678" y="10674"/>
                  </a:lnTo>
                  <a:lnTo>
                    <a:pt x="1577" y="10968"/>
                  </a:lnTo>
                  <a:lnTo>
                    <a:pt x="1064" y="11115"/>
                  </a:lnTo>
                  <a:lnTo>
                    <a:pt x="697" y="11188"/>
                  </a:lnTo>
                  <a:lnTo>
                    <a:pt x="587" y="11188"/>
                  </a:lnTo>
                  <a:lnTo>
                    <a:pt x="477" y="11151"/>
                  </a:lnTo>
                  <a:lnTo>
                    <a:pt x="1577" y="9721"/>
                  </a:lnTo>
                  <a:lnTo>
                    <a:pt x="1908" y="9317"/>
                  </a:lnTo>
                  <a:lnTo>
                    <a:pt x="2201" y="8914"/>
                  </a:lnTo>
                  <a:lnTo>
                    <a:pt x="2421" y="8730"/>
                  </a:lnTo>
                  <a:lnTo>
                    <a:pt x="2604" y="8510"/>
                  </a:lnTo>
                  <a:close/>
                  <a:moveTo>
                    <a:pt x="8914" y="8180"/>
                  </a:moveTo>
                  <a:lnTo>
                    <a:pt x="9097" y="8217"/>
                  </a:lnTo>
                  <a:lnTo>
                    <a:pt x="9244" y="8253"/>
                  </a:lnTo>
                  <a:lnTo>
                    <a:pt x="9574" y="8400"/>
                  </a:lnTo>
                  <a:lnTo>
                    <a:pt x="9867" y="8584"/>
                  </a:lnTo>
                  <a:lnTo>
                    <a:pt x="10124" y="8840"/>
                  </a:lnTo>
                  <a:lnTo>
                    <a:pt x="10308" y="9171"/>
                  </a:lnTo>
                  <a:lnTo>
                    <a:pt x="10454" y="9464"/>
                  </a:lnTo>
                  <a:lnTo>
                    <a:pt x="10564" y="9794"/>
                  </a:lnTo>
                  <a:lnTo>
                    <a:pt x="10601" y="10161"/>
                  </a:lnTo>
                  <a:lnTo>
                    <a:pt x="10601" y="10528"/>
                  </a:lnTo>
                  <a:lnTo>
                    <a:pt x="10491" y="10858"/>
                  </a:lnTo>
                  <a:lnTo>
                    <a:pt x="10491" y="10895"/>
                  </a:lnTo>
                  <a:lnTo>
                    <a:pt x="10454" y="10858"/>
                  </a:lnTo>
                  <a:lnTo>
                    <a:pt x="10344" y="10785"/>
                  </a:lnTo>
                  <a:lnTo>
                    <a:pt x="10271" y="10785"/>
                  </a:lnTo>
                  <a:lnTo>
                    <a:pt x="10161" y="10821"/>
                  </a:lnTo>
                  <a:lnTo>
                    <a:pt x="10124" y="10931"/>
                  </a:lnTo>
                  <a:lnTo>
                    <a:pt x="10088" y="11078"/>
                  </a:lnTo>
                  <a:lnTo>
                    <a:pt x="10051" y="11188"/>
                  </a:lnTo>
                  <a:lnTo>
                    <a:pt x="9867" y="11298"/>
                  </a:lnTo>
                  <a:lnTo>
                    <a:pt x="9794" y="11371"/>
                  </a:lnTo>
                  <a:lnTo>
                    <a:pt x="9757" y="11445"/>
                  </a:lnTo>
                  <a:lnTo>
                    <a:pt x="9611" y="11481"/>
                  </a:lnTo>
                  <a:lnTo>
                    <a:pt x="9464" y="11481"/>
                  </a:lnTo>
                  <a:lnTo>
                    <a:pt x="9354" y="11445"/>
                  </a:lnTo>
                  <a:lnTo>
                    <a:pt x="9207" y="11408"/>
                  </a:lnTo>
                  <a:lnTo>
                    <a:pt x="8620" y="11078"/>
                  </a:lnTo>
                  <a:lnTo>
                    <a:pt x="8327" y="10895"/>
                  </a:lnTo>
                  <a:lnTo>
                    <a:pt x="8070" y="10674"/>
                  </a:lnTo>
                  <a:lnTo>
                    <a:pt x="7850" y="10418"/>
                  </a:lnTo>
                  <a:lnTo>
                    <a:pt x="7703" y="10124"/>
                  </a:lnTo>
                  <a:lnTo>
                    <a:pt x="7593" y="9794"/>
                  </a:lnTo>
                  <a:lnTo>
                    <a:pt x="7593" y="9501"/>
                  </a:lnTo>
                  <a:lnTo>
                    <a:pt x="7630" y="9171"/>
                  </a:lnTo>
                  <a:lnTo>
                    <a:pt x="7777" y="8877"/>
                  </a:lnTo>
                  <a:lnTo>
                    <a:pt x="7960" y="8620"/>
                  </a:lnTo>
                  <a:lnTo>
                    <a:pt x="8217" y="8400"/>
                  </a:lnTo>
                  <a:lnTo>
                    <a:pt x="8400" y="8290"/>
                  </a:lnTo>
                  <a:lnTo>
                    <a:pt x="8584" y="8217"/>
                  </a:lnTo>
                  <a:lnTo>
                    <a:pt x="8730" y="8180"/>
                  </a:lnTo>
                  <a:close/>
                  <a:moveTo>
                    <a:pt x="8767" y="7777"/>
                  </a:moveTo>
                  <a:lnTo>
                    <a:pt x="8547" y="7813"/>
                  </a:lnTo>
                  <a:lnTo>
                    <a:pt x="8363" y="7850"/>
                  </a:lnTo>
                  <a:lnTo>
                    <a:pt x="8143" y="7960"/>
                  </a:lnTo>
                  <a:lnTo>
                    <a:pt x="7960" y="8033"/>
                  </a:lnTo>
                  <a:lnTo>
                    <a:pt x="7777" y="8180"/>
                  </a:lnTo>
                  <a:lnTo>
                    <a:pt x="7593" y="8364"/>
                  </a:lnTo>
                  <a:lnTo>
                    <a:pt x="7446" y="8510"/>
                  </a:lnTo>
                  <a:lnTo>
                    <a:pt x="7336" y="8657"/>
                  </a:lnTo>
                  <a:lnTo>
                    <a:pt x="7190" y="9024"/>
                  </a:lnTo>
                  <a:lnTo>
                    <a:pt x="7116" y="9427"/>
                  </a:lnTo>
                  <a:lnTo>
                    <a:pt x="7116" y="9831"/>
                  </a:lnTo>
                  <a:lnTo>
                    <a:pt x="7153" y="10051"/>
                  </a:lnTo>
                  <a:lnTo>
                    <a:pt x="7226" y="10271"/>
                  </a:lnTo>
                  <a:lnTo>
                    <a:pt x="7336" y="10454"/>
                  </a:lnTo>
                  <a:lnTo>
                    <a:pt x="7446" y="10638"/>
                  </a:lnTo>
                  <a:lnTo>
                    <a:pt x="7740" y="11005"/>
                  </a:lnTo>
                  <a:lnTo>
                    <a:pt x="8107" y="11298"/>
                  </a:lnTo>
                  <a:lnTo>
                    <a:pt x="8510" y="11555"/>
                  </a:lnTo>
                  <a:lnTo>
                    <a:pt x="8914" y="11775"/>
                  </a:lnTo>
                  <a:lnTo>
                    <a:pt x="9134" y="11885"/>
                  </a:lnTo>
                  <a:lnTo>
                    <a:pt x="9354" y="11958"/>
                  </a:lnTo>
                  <a:lnTo>
                    <a:pt x="9574" y="11958"/>
                  </a:lnTo>
                  <a:lnTo>
                    <a:pt x="9757" y="11922"/>
                  </a:lnTo>
                  <a:lnTo>
                    <a:pt x="9977" y="11848"/>
                  </a:lnTo>
                  <a:lnTo>
                    <a:pt x="10198" y="11702"/>
                  </a:lnTo>
                  <a:lnTo>
                    <a:pt x="10381" y="11555"/>
                  </a:lnTo>
                  <a:lnTo>
                    <a:pt x="10491" y="11371"/>
                  </a:lnTo>
                  <a:lnTo>
                    <a:pt x="10674" y="11298"/>
                  </a:lnTo>
                  <a:lnTo>
                    <a:pt x="10784" y="11151"/>
                  </a:lnTo>
                  <a:lnTo>
                    <a:pt x="10895" y="10968"/>
                  </a:lnTo>
                  <a:lnTo>
                    <a:pt x="10968" y="10785"/>
                  </a:lnTo>
                  <a:lnTo>
                    <a:pt x="11005" y="10601"/>
                  </a:lnTo>
                  <a:lnTo>
                    <a:pt x="11005" y="10381"/>
                  </a:lnTo>
                  <a:lnTo>
                    <a:pt x="11005" y="10124"/>
                  </a:lnTo>
                  <a:lnTo>
                    <a:pt x="10968" y="9684"/>
                  </a:lnTo>
                  <a:lnTo>
                    <a:pt x="10821" y="9207"/>
                  </a:lnTo>
                  <a:lnTo>
                    <a:pt x="10638" y="8804"/>
                  </a:lnTo>
                  <a:lnTo>
                    <a:pt x="10491" y="8620"/>
                  </a:lnTo>
                  <a:lnTo>
                    <a:pt x="10344" y="8437"/>
                  </a:lnTo>
                  <a:lnTo>
                    <a:pt x="10198" y="8290"/>
                  </a:lnTo>
                  <a:lnTo>
                    <a:pt x="10014" y="8143"/>
                  </a:lnTo>
                  <a:lnTo>
                    <a:pt x="9831" y="8033"/>
                  </a:lnTo>
                  <a:lnTo>
                    <a:pt x="9611" y="7923"/>
                  </a:lnTo>
                  <a:lnTo>
                    <a:pt x="9427" y="7850"/>
                  </a:lnTo>
                  <a:lnTo>
                    <a:pt x="9207" y="7813"/>
                  </a:lnTo>
                  <a:lnTo>
                    <a:pt x="8987" y="7777"/>
                  </a:lnTo>
                  <a:close/>
                  <a:moveTo>
                    <a:pt x="9024" y="0"/>
                  </a:moveTo>
                  <a:lnTo>
                    <a:pt x="8767" y="37"/>
                  </a:lnTo>
                  <a:lnTo>
                    <a:pt x="8547" y="110"/>
                  </a:lnTo>
                  <a:lnTo>
                    <a:pt x="8363" y="257"/>
                  </a:lnTo>
                  <a:lnTo>
                    <a:pt x="8180" y="440"/>
                  </a:lnTo>
                  <a:lnTo>
                    <a:pt x="7593" y="1027"/>
                  </a:lnTo>
                  <a:lnTo>
                    <a:pt x="7006" y="1651"/>
                  </a:lnTo>
                  <a:lnTo>
                    <a:pt x="6639" y="2054"/>
                  </a:lnTo>
                  <a:lnTo>
                    <a:pt x="6383" y="2311"/>
                  </a:lnTo>
                  <a:lnTo>
                    <a:pt x="6199" y="2605"/>
                  </a:lnTo>
                  <a:lnTo>
                    <a:pt x="5796" y="2201"/>
                  </a:lnTo>
                  <a:lnTo>
                    <a:pt x="5722" y="2128"/>
                  </a:lnTo>
                  <a:lnTo>
                    <a:pt x="5502" y="2128"/>
                  </a:lnTo>
                  <a:lnTo>
                    <a:pt x="5392" y="2201"/>
                  </a:lnTo>
                  <a:lnTo>
                    <a:pt x="5356" y="2238"/>
                  </a:lnTo>
                  <a:lnTo>
                    <a:pt x="4915" y="2531"/>
                  </a:lnTo>
                  <a:lnTo>
                    <a:pt x="4512" y="2898"/>
                  </a:lnTo>
                  <a:lnTo>
                    <a:pt x="4292" y="2715"/>
                  </a:lnTo>
                  <a:lnTo>
                    <a:pt x="4072" y="2495"/>
                  </a:lnTo>
                  <a:lnTo>
                    <a:pt x="3998" y="2458"/>
                  </a:lnTo>
                  <a:lnTo>
                    <a:pt x="3888" y="2458"/>
                  </a:lnTo>
                  <a:lnTo>
                    <a:pt x="3815" y="2495"/>
                  </a:lnTo>
                  <a:lnTo>
                    <a:pt x="3778" y="2568"/>
                  </a:lnTo>
                  <a:lnTo>
                    <a:pt x="3778" y="2421"/>
                  </a:lnTo>
                  <a:lnTo>
                    <a:pt x="3778" y="2311"/>
                  </a:lnTo>
                  <a:lnTo>
                    <a:pt x="3668" y="2128"/>
                  </a:lnTo>
                  <a:lnTo>
                    <a:pt x="3521" y="1908"/>
                  </a:lnTo>
                  <a:lnTo>
                    <a:pt x="3338" y="1761"/>
                  </a:lnTo>
                  <a:lnTo>
                    <a:pt x="3118" y="1614"/>
                  </a:lnTo>
                  <a:lnTo>
                    <a:pt x="2861" y="1504"/>
                  </a:lnTo>
                  <a:lnTo>
                    <a:pt x="2458" y="1321"/>
                  </a:lnTo>
                  <a:lnTo>
                    <a:pt x="2348" y="1321"/>
                  </a:lnTo>
                  <a:lnTo>
                    <a:pt x="2238" y="1357"/>
                  </a:lnTo>
                  <a:lnTo>
                    <a:pt x="2201" y="1431"/>
                  </a:lnTo>
                  <a:lnTo>
                    <a:pt x="2201" y="1504"/>
                  </a:lnTo>
                  <a:lnTo>
                    <a:pt x="2531" y="2238"/>
                  </a:lnTo>
                  <a:lnTo>
                    <a:pt x="2678" y="2531"/>
                  </a:lnTo>
                  <a:lnTo>
                    <a:pt x="2751" y="2678"/>
                  </a:lnTo>
                  <a:lnTo>
                    <a:pt x="2861" y="2825"/>
                  </a:lnTo>
                  <a:lnTo>
                    <a:pt x="3008" y="2898"/>
                  </a:lnTo>
                  <a:lnTo>
                    <a:pt x="3191" y="2935"/>
                  </a:lnTo>
                  <a:lnTo>
                    <a:pt x="3338" y="2935"/>
                  </a:lnTo>
                  <a:lnTo>
                    <a:pt x="3485" y="2861"/>
                  </a:lnTo>
                  <a:lnTo>
                    <a:pt x="3632" y="2788"/>
                  </a:lnTo>
                  <a:lnTo>
                    <a:pt x="3301" y="3155"/>
                  </a:lnTo>
                  <a:lnTo>
                    <a:pt x="2971" y="3485"/>
                  </a:lnTo>
                  <a:lnTo>
                    <a:pt x="2935" y="3412"/>
                  </a:lnTo>
                  <a:lnTo>
                    <a:pt x="2935" y="3265"/>
                  </a:lnTo>
                  <a:lnTo>
                    <a:pt x="2898" y="3081"/>
                  </a:lnTo>
                  <a:lnTo>
                    <a:pt x="2825" y="2825"/>
                  </a:lnTo>
                  <a:lnTo>
                    <a:pt x="2678" y="2605"/>
                  </a:lnTo>
                  <a:lnTo>
                    <a:pt x="2458" y="2384"/>
                  </a:lnTo>
                  <a:lnTo>
                    <a:pt x="2238" y="2238"/>
                  </a:lnTo>
                  <a:lnTo>
                    <a:pt x="1981" y="2091"/>
                  </a:lnTo>
                  <a:lnTo>
                    <a:pt x="1687" y="1981"/>
                  </a:lnTo>
                  <a:lnTo>
                    <a:pt x="1431" y="1908"/>
                  </a:lnTo>
                  <a:lnTo>
                    <a:pt x="880" y="1834"/>
                  </a:lnTo>
                  <a:lnTo>
                    <a:pt x="770" y="1834"/>
                  </a:lnTo>
                  <a:lnTo>
                    <a:pt x="697" y="1871"/>
                  </a:lnTo>
                  <a:lnTo>
                    <a:pt x="624" y="1944"/>
                  </a:lnTo>
                  <a:lnTo>
                    <a:pt x="624" y="2054"/>
                  </a:lnTo>
                  <a:lnTo>
                    <a:pt x="697" y="2384"/>
                  </a:lnTo>
                  <a:lnTo>
                    <a:pt x="807" y="2751"/>
                  </a:lnTo>
                  <a:lnTo>
                    <a:pt x="917" y="3045"/>
                  </a:lnTo>
                  <a:lnTo>
                    <a:pt x="1101" y="3375"/>
                  </a:lnTo>
                  <a:lnTo>
                    <a:pt x="1284" y="3668"/>
                  </a:lnTo>
                  <a:lnTo>
                    <a:pt x="1504" y="3925"/>
                  </a:lnTo>
                  <a:lnTo>
                    <a:pt x="1724" y="4182"/>
                  </a:lnTo>
                  <a:lnTo>
                    <a:pt x="1981" y="4439"/>
                  </a:lnTo>
                  <a:lnTo>
                    <a:pt x="2018" y="4439"/>
                  </a:lnTo>
                  <a:lnTo>
                    <a:pt x="1761" y="4695"/>
                  </a:lnTo>
                  <a:lnTo>
                    <a:pt x="1761" y="4549"/>
                  </a:lnTo>
                  <a:lnTo>
                    <a:pt x="1724" y="4402"/>
                  </a:lnTo>
                  <a:lnTo>
                    <a:pt x="1614" y="4255"/>
                  </a:lnTo>
                  <a:lnTo>
                    <a:pt x="1467" y="4108"/>
                  </a:lnTo>
                  <a:lnTo>
                    <a:pt x="1321" y="3998"/>
                  </a:lnTo>
                  <a:lnTo>
                    <a:pt x="1101" y="3925"/>
                  </a:lnTo>
                  <a:lnTo>
                    <a:pt x="697" y="3815"/>
                  </a:lnTo>
                  <a:lnTo>
                    <a:pt x="330" y="3742"/>
                  </a:lnTo>
                  <a:lnTo>
                    <a:pt x="220" y="3742"/>
                  </a:lnTo>
                  <a:lnTo>
                    <a:pt x="147" y="3815"/>
                  </a:lnTo>
                  <a:lnTo>
                    <a:pt x="110" y="3925"/>
                  </a:lnTo>
                  <a:lnTo>
                    <a:pt x="147" y="3998"/>
                  </a:lnTo>
                  <a:lnTo>
                    <a:pt x="367" y="4329"/>
                  </a:lnTo>
                  <a:lnTo>
                    <a:pt x="624" y="4732"/>
                  </a:lnTo>
                  <a:lnTo>
                    <a:pt x="807" y="4915"/>
                  </a:lnTo>
                  <a:lnTo>
                    <a:pt x="954" y="5062"/>
                  </a:lnTo>
                  <a:lnTo>
                    <a:pt x="1137" y="5172"/>
                  </a:lnTo>
                  <a:lnTo>
                    <a:pt x="1321" y="5246"/>
                  </a:lnTo>
                  <a:lnTo>
                    <a:pt x="1321" y="5282"/>
                  </a:lnTo>
                  <a:lnTo>
                    <a:pt x="1394" y="5356"/>
                  </a:lnTo>
                  <a:lnTo>
                    <a:pt x="1834" y="5759"/>
                  </a:lnTo>
                  <a:lnTo>
                    <a:pt x="1651" y="6126"/>
                  </a:lnTo>
                  <a:lnTo>
                    <a:pt x="1504" y="6493"/>
                  </a:lnTo>
                  <a:lnTo>
                    <a:pt x="1394" y="6896"/>
                  </a:lnTo>
                  <a:lnTo>
                    <a:pt x="1321" y="6933"/>
                  </a:lnTo>
                  <a:lnTo>
                    <a:pt x="1321" y="7043"/>
                  </a:lnTo>
                  <a:lnTo>
                    <a:pt x="1321" y="7153"/>
                  </a:lnTo>
                  <a:lnTo>
                    <a:pt x="1357" y="7263"/>
                  </a:lnTo>
                  <a:lnTo>
                    <a:pt x="1431" y="7373"/>
                  </a:lnTo>
                  <a:lnTo>
                    <a:pt x="1467" y="7410"/>
                  </a:lnTo>
                  <a:lnTo>
                    <a:pt x="1541" y="7447"/>
                  </a:lnTo>
                  <a:lnTo>
                    <a:pt x="1651" y="7593"/>
                  </a:lnTo>
                  <a:lnTo>
                    <a:pt x="2311" y="8217"/>
                  </a:lnTo>
                  <a:lnTo>
                    <a:pt x="2164" y="8327"/>
                  </a:lnTo>
                  <a:lnTo>
                    <a:pt x="2018" y="8437"/>
                  </a:lnTo>
                  <a:lnTo>
                    <a:pt x="1761" y="8694"/>
                  </a:lnTo>
                  <a:lnTo>
                    <a:pt x="1394" y="9207"/>
                  </a:lnTo>
                  <a:lnTo>
                    <a:pt x="990" y="9721"/>
                  </a:lnTo>
                  <a:lnTo>
                    <a:pt x="220" y="10748"/>
                  </a:lnTo>
                  <a:lnTo>
                    <a:pt x="73" y="10968"/>
                  </a:lnTo>
                  <a:lnTo>
                    <a:pt x="0" y="11151"/>
                  </a:lnTo>
                  <a:lnTo>
                    <a:pt x="0" y="11225"/>
                  </a:lnTo>
                  <a:lnTo>
                    <a:pt x="37" y="11335"/>
                  </a:lnTo>
                  <a:lnTo>
                    <a:pt x="183" y="11518"/>
                  </a:lnTo>
                  <a:lnTo>
                    <a:pt x="257" y="11592"/>
                  </a:lnTo>
                  <a:lnTo>
                    <a:pt x="367" y="11628"/>
                  </a:lnTo>
                  <a:lnTo>
                    <a:pt x="550" y="11665"/>
                  </a:lnTo>
                  <a:lnTo>
                    <a:pt x="770" y="11628"/>
                  </a:lnTo>
                  <a:lnTo>
                    <a:pt x="990" y="11592"/>
                  </a:lnTo>
                  <a:lnTo>
                    <a:pt x="2348" y="11188"/>
                  </a:lnTo>
                  <a:lnTo>
                    <a:pt x="3595" y="10821"/>
                  </a:lnTo>
                  <a:lnTo>
                    <a:pt x="4072" y="10711"/>
                  </a:lnTo>
                  <a:lnTo>
                    <a:pt x="4292" y="10638"/>
                  </a:lnTo>
                  <a:lnTo>
                    <a:pt x="4512" y="10491"/>
                  </a:lnTo>
                  <a:lnTo>
                    <a:pt x="5025" y="11005"/>
                  </a:lnTo>
                  <a:lnTo>
                    <a:pt x="5539" y="11518"/>
                  </a:lnTo>
                  <a:lnTo>
                    <a:pt x="6089" y="11995"/>
                  </a:lnTo>
                  <a:lnTo>
                    <a:pt x="6676" y="12398"/>
                  </a:lnTo>
                  <a:lnTo>
                    <a:pt x="7006" y="12619"/>
                  </a:lnTo>
                  <a:lnTo>
                    <a:pt x="7373" y="12802"/>
                  </a:lnTo>
                  <a:lnTo>
                    <a:pt x="7740" y="12985"/>
                  </a:lnTo>
                  <a:lnTo>
                    <a:pt x="8070" y="13132"/>
                  </a:lnTo>
                  <a:lnTo>
                    <a:pt x="8474" y="13242"/>
                  </a:lnTo>
                  <a:lnTo>
                    <a:pt x="8840" y="13352"/>
                  </a:lnTo>
                  <a:lnTo>
                    <a:pt x="9207" y="13426"/>
                  </a:lnTo>
                  <a:lnTo>
                    <a:pt x="9611" y="13499"/>
                  </a:lnTo>
                  <a:lnTo>
                    <a:pt x="9977" y="13536"/>
                  </a:lnTo>
                  <a:lnTo>
                    <a:pt x="10381" y="13572"/>
                  </a:lnTo>
                  <a:lnTo>
                    <a:pt x="11115" y="13536"/>
                  </a:lnTo>
                  <a:lnTo>
                    <a:pt x="11812" y="13426"/>
                  </a:lnTo>
                  <a:lnTo>
                    <a:pt x="12215" y="13316"/>
                  </a:lnTo>
                  <a:lnTo>
                    <a:pt x="12362" y="13279"/>
                  </a:lnTo>
                  <a:lnTo>
                    <a:pt x="12435" y="13279"/>
                  </a:lnTo>
                  <a:lnTo>
                    <a:pt x="12435" y="13316"/>
                  </a:lnTo>
                  <a:lnTo>
                    <a:pt x="12509" y="13352"/>
                  </a:lnTo>
                  <a:lnTo>
                    <a:pt x="12545" y="13352"/>
                  </a:lnTo>
                  <a:lnTo>
                    <a:pt x="12582" y="13316"/>
                  </a:lnTo>
                  <a:lnTo>
                    <a:pt x="12619" y="13279"/>
                  </a:lnTo>
                  <a:lnTo>
                    <a:pt x="12655" y="13169"/>
                  </a:lnTo>
                  <a:lnTo>
                    <a:pt x="12655" y="13022"/>
                  </a:lnTo>
                  <a:lnTo>
                    <a:pt x="12545" y="12949"/>
                  </a:lnTo>
                  <a:lnTo>
                    <a:pt x="12435" y="12912"/>
                  </a:lnTo>
                  <a:lnTo>
                    <a:pt x="12178" y="12912"/>
                  </a:lnTo>
                  <a:lnTo>
                    <a:pt x="11702" y="13022"/>
                  </a:lnTo>
                  <a:lnTo>
                    <a:pt x="11188" y="13095"/>
                  </a:lnTo>
                  <a:lnTo>
                    <a:pt x="10748" y="13132"/>
                  </a:lnTo>
                  <a:lnTo>
                    <a:pt x="10308" y="13095"/>
                  </a:lnTo>
                  <a:lnTo>
                    <a:pt x="9867" y="13095"/>
                  </a:lnTo>
                  <a:lnTo>
                    <a:pt x="9464" y="13022"/>
                  </a:lnTo>
                  <a:lnTo>
                    <a:pt x="9024" y="12949"/>
                  </a:lnTo>
                  <a:lnTo>
                    <a:pt x="8584" y="12802"/>
                  </a:lnTo>
                  <a:lnTo>
                    <a:pt x="8180" y="12655"/>
                  </a:lnTo>
                  <a:lnTo>
                    <a:pt x="7777" y="12509"/>
                  </a:lnTo>
                  <a:lnTo>
                    <a:pt x="7300" y="12252"/>
                  </a:lnTo>
                  <a:lnTo>
                    <a:pt x="6860" y="11958"/>
                  </a:lnTo>
                  <a:lnTo>
                    <a:pt x="6419" y="11628"/>
                  </a:lnTo>
                  <a:lnTo>
                    <a:pt x="6016" y="11298"/>
                  </a:lnTo>
                  <a:lnTo>
                    <a:pt x="5246" y="10564"/>
                  </a:lnTo>
                  <a:lnTo>
                    <a:pt x="4512" y="9794"/>
                  </a:lnTo>
                  <a:lnTo>
                    <a:pt x="3008" y="8290"/>
                  </a:lnTo>
                  <a:lnTo>
                    <a:pt x="2274" y="7520"/>
                  </a:lnTo>
                  <a:lnTo>
                    <a:pt x="2091" y="7300"/>
                  </a:lnTo>
                  <a:lnTo>
                    <a:pt x="1871" y="7080"/>
                  </a:lnTo>
                  <a:lnTo>
                    <a:pt x="1944" y="6713"/>
                  </a:lnTo>
                  <a:lnTo>
                    <a:pt x="2054" y="6383"/>
                  </a:lnTo>
                  <a:lnTo>
                    <a:pt x="2238" y="6053"/>
                  </a:lnTo>
                  <a:lnTo>
                    <a:pt x="2421" y="5722"/>
                  </a:lnTo>
                  <a:lnTo>
                    <a:pt x="2641" y="5429"/>
                  </a:lnTo>
                  <a:lnTo>
                    <a:pt x="2898" y="5172"/>
                  </a:lnTo>
                  <a:lnTo>
                    <a:pt x="3411" y="4622"/>
                  </a:lnTo>
                  <a:lnTo>
                    <a:pt x="4475" y="3558"/>
                  </a:lnTo>
                  <a:lnTo>
                    <a:pt x="5025" y="3045"/>
                  </a:lnTo>
                  <a:lnTo>
                    <a:pt x="5246" y="2825"/>
                  </a:lnTo>
                  <a:lnTo>
                    <a:pt x="5392" y="2678"/>
                  </a:lnTo>
                  <a:lnTo>
                    <a:pt x="5502" y="2605"/>
                  </a:lnTo>
                  <a:lnTo>
                    <a:pt x="5612" y="2715"/>
                  </a:lnTo>
                  <a:lnTo>
                    <a:pt x="5392" y="2825"/>
                  </a:lnTo>
                  <a:lnTo>
                    <a:pt x="5246" y="2971"/>
                  </a:lnTo>
                  <a:lnTo>
                    <a:pt x="4952" y="3301"/>
                  </a:lnTo>
                  <a:lnTo>
                    <a:pt x="4805" y="3485"/>
                  </a:lnTo>
                  <a:lnTo>
                    <a:pt x="4695" y="3668"/>
                  </a:lnTo>
                  <a:lnTo>
                    <a:pt x="4585" y="3888"/>
                  </a:lnTo>
                  <a:lnTo>
                    <a:pt x="4585" y="3962"/>
                  </a:lnTo>
                  <a:lnTo>
                    <a:pt x="4622" y="4072"/>
                  </a:lnTo>
                  <a:lnTo>
                    <a:pt x="4659" y="4145"/>
                  </a:lnTo>
                  <a:lnTo>
                    <a:pt x="4732" y="4145"/>
                  </a:lnTo>
                  <a:lnTo>
                    <a:pt x="4915" y="4035"/>
                  </a:lnTo>
                  <a:lnTo>
                    <a:pt x="5025" y="3888"/>
                  </a:lnTo>
                  <a:lnTo>
                    <a:pt x="5209" y="3558"/>
                  </a:lnTo>
                  <a:lnTo>
                    <a:pt x="5502" y="3228"/>
                  </a:lnTo>
                  <a:lnTo>
                    <a:pt x="5759" y="2898"/>
                  </a:lnTo>
                  <a:lnTo>
                    <a:pt x="6016" y="3118"/>
                  </a:lnTo>
                  <a:lnTo>
                    <a:pt x="5832" y="3301"/>
                  </a:lnTo>
                  <a:lnTo>
                    <a:pt x="5612" y="3522"/>
                  </a:lnTo>
                  <a:lnTo>
                    <a:pt x="5466" y="3742"/>
                  </a:lnTo>
                  <a:lnTo>
                    <a:pt x="5356" y="3962"/>
                  </a:lnTo>
                  <a:lnTo>
                    <a:pt x="5319" y="4072"/>
                  </a:lnTo>
                  <a:lnTo>
                    <a:pt x="5392" y="4182"/>
                  </a:lnTo>
                  <a:lnTo>
                    <a:pt x="5502" y="4219"/>
                  </a:lnTo>
                  <a:lnTo>
                    <a:pt x="5539" y="4219"/>
                  </a:lnTo>
                  <a:lnTo>
                    <a:pt x="5612" y="4182"/>
                  </a:lnTo>
                  <a:lnTo>
                    <a:pt x="5796" y="3998"/>
                  </a:lnTo>
                  <a:lnTo>
                    <a:pt x="5942" y="3778"/>
                  </a:lnTo>
                  <a:lnTo>
                    <a:pt x="6089" y="3558"/>
                  </a:lnTo>
                  <a:lnTo>
                    <a:pt x="6199" y="3301"/>
                  </a:lnTo>
                  <a:lnTo>
                    <a:pt x="6309" y="3375"/>
                  </a:lnTo>
                  <a:lnTo>
                    <a:pt x="6456" y="3485"/>
                  </a:lnTo>
                  <a:lnTo>
                    <a:pt x="6346" y="3595"/>
                  </a:lnTo>
                  <a:lnTo>
                    <a:pt x="6236" y="3705"/>
                  </a:lnTo>
                  <a:lnTo>
                    <a:pt x="6089" y="3962"/>
                  </a:lnTo>
                  <a:lnTo>
                    <a:pt x="5869" y="4255"/>
                  </a:lnTo>
                  <a:lnTo>
                    <a:pt x="5796" y="4402"/>
                  </a:lnTo>
                  <a:lnTo>
                    <a:pt x="5722" y="4585"/>
                  </a:lnTo>
                  <a:lnTo>
                    <a:pt x="5722" y="4622"/>
                  </a:lnTo>
                  <a:lnTo>
                    <a:pt x="5722" y="4695"/>
                  </a:lnTo>
                  <a:lnTo>
                    <a:pt x="5796" y="4732"/>
                  </a:lnTo>
                  <a:lnTo>
                    <a:pt x="5906" y="4769"/>
                  </a:lnTo>
                  <a:lnTo>
                    <a:pt x="6016" y="4695"/>
                  </a:lnTo>
                  <a:lnTo>
                    <a:pt x="6126" y="4585"/>
                  </a:lnTo>
                  <a:lnTo>
                    <a:pt x="6199" y="4439"/>
                  </a:lnTo>
                  <a:lnTo>
                    <a:pt x="6383" y="4145"/>
                  </a:lnTo>
                  <a:lnTo>
                    <a:pt x="6456" y="3962"/>
                  </a:lnTo>
                  <a:lnTo>
                    <a:pt x="6603" y="3632"/>
                  </a:lnTo>
                  <a:lnTo>
                    <a:pt x="7300" y="4145"/>
                  </a:lnTo>
                  <a:lnTo>
                    <a:pt x="7116" y="4292"/>
                  </a:lnTo>
                  <a:lnTo>
                    <a:pt x="6933" y="4439"/>
                  </a:lnTo>
                  <a:lnTo>
                    <a:pt x="6713" y="4695"/>
                  </a:lnTo>
                  <a:lnTo>
                    <a:pt x="6529" y="5026"/>
                  </a:lnTo>
                  <a:lnTo>
                    <a:pt x="6529" y="5099"/>
                  </a:lnTo>
                  <a:lnTo>
                    <a:pt x="6529" y="5172"/>
                  </a:lnTo>
                  <a:lnTo>
                    <a:pt x="6566" y="5209"/>
                  </a:lnTo>
                  <a:lnTo>
                    <a:pt x="6639" y="5246"/>
                  </a:lnTo>
                  <a:lnTo>
                    <a:pt x="6676" y="5282"/>
                  </a:lnTo>
                  <a:lnTo>
                    <a:pt x="6749" y="5282"/>
                  </a:lnTo>
                  <a:lnTo>
                    <a:pt x="6823" y="5246"/>
                  </a:lnTo>
                  <a:lnTo>
                    <a:pt x="6860" y="5172"/>
                  </a:lnTo>
                  <a:lnTo>
                    <a:pt x="7153" y="4695"/>
                  </a:lnTo>
                  <a:lnTo>
                    <a:pt x="7410" y="4255"/>
                  </a:lnTo>
                  <a:lnTo>
                    <a:pt x="7740" y="4475"/>
                  </a:lnTo>
                  <a:lnTo>
                    <a:pt x="7483" y="4732"/>
                  </a:lnTo>
                  <a:lnTo>
                    <a:pt x="7116" y="5136"/>
                  </a:lnTo>
                  <a:lnTo>
                    <a:pt x="7080" y="5209"/>
                  </a:lnTo>
                  <a:lnTo>
                    <a:pt x="7043" y="5246"/>
                  </a:lnTo>
                  <a:lnTo>
                    <a:pt x="7080" y="5319"/>
                  </a:lnTo>
                  <a:lnTo>
                    <a:pt x="7116" y="5356"/>
                  </a:lnTo>
                  <a:lnTo>
                    <a:pt x="7190" y="5392"/>
                  </a:lnTo>
                  <a:lnTo>
                    <a:pt x="7263" y="5429"/>
                  </a:lnTo>
                  <a:lnTo>
                    <a:pt x="7336" y="5429"/>
                  </a:lnTo>
                  <a:lnTo>
                    <a:pt x="7373" y="5356"/>
                  </a:lnTo>
                  <a:lnTo>
                    <a:pt x="7556" y="5172"/>
                  </a:lnTo>
                  <a:lnTo>
                    <a:pt x="7740" y="4989"/>
                  </a:lnTo>
                  <a:lnTo>
                    <a:pt x="7813" y="4805"/>
                  </a:lnTo>
                  <a:lnTo>
                    <a:pt x="7850" y="4695"/>
                  </a:lnTo>
                  <a:lnTo>
                    <a:pt x="7887" y="4585"/>
                  </a:lnTo>
                  <a:lnTo>
                    <a:pt x="8474" y="4989"/>
                  </a:lnTo>
                  <a:lnTo>
                    <a:pt x="8107" y="5319"/>
                  </a:lnTo>
                  <a:lnTo>
                    <a:pt x="7813" y="5722"/>
                  </a:lnTo>
                  <a:lnTo>
                    <a:pt x="7777" y="5796"/>
                  </a:lnTo>
                  <a:lnTo>
                    <a:pt x="7777" y="5833"/>
                  </a:lnTo>
                  <a:lnTo>
                    <a:pt x="7813" y="5943"/>
                  </a:lnTo>
                  <a:lnTo>
                    <a:pt x="7887" y="5979"/>
                  </a:lnTo>
                  <a:lnTo>
                    <a:pt x="7997" y="5979"/>
                  </a:lnTo>
                  <a:lnTo>
                    <a:pt x="8033" y="5943"/>
                  </a:lnTo>
                  <a:lnTo>
                    <a:pt x="8327" y="5502"/>
                  </a:lnTo>
                  <a:lnTo>
                    <a:pt x="8584" y="5062"/>
                  </a:lnTo>
                  <a:lnTo>
                    <a:pt x="9024" y="5356"/>
                  </a:lnTo>
                  <a:lnTo>
                    <a:pt x="8767" y="5612"/>
                  </a:lnTo>
                  <a:lnTo>
                    <a:pt x="8584" y="5796"/>
                  </a:lnTo>
                  <a:lnTo>
                    <a:pt x="8510" y="5906"/>
                  </a:lnTo>
                  <a:lnTo>
                    <a:pt x="8474" y="6053"/>
                  </a:lnTo>
                  <a:lnTo>
                    <a:pt x="8253" y="6383"/>
                  </a:lnTo>
                  <a:lnTo>
                    <a:pt x="8217" y="6456"/>
                  </a:lnTo>
                  <a:lnTo>
                    <a:pt x="8253" y="6566"/>
                  </a:lnTo>
                  <a:lnTo>
                    <a:pt x="8290" y="6603"/>
                  </a:lnTo>
                  <a:lnTo>
                    <a:pt x="8363" y="6640"/>
                  </a:lnTo>
                  <a:lnTo>
                    <a:pt x="8474" y="6640"/>
                  </a:lnTo>
                  <a:lnTo>
                    <a:pt x="8547" y="6566"/>
                  </a:lnTo>
                  <a:lnTo>
                    <a:pt x="8804" y="6199"/>
                  </a:lnTo>
                  <a:lnTo>
                    <a:pt x="8877" y="6126"/>
                  </a:lnTo>
                  <a:lnTo>
                    <a:pt x="8950" y="6016"/>
                  </a:lnTo>
                  <a:lnTo>
                    <a:pt x="9097" y="5796"/>
                  </a:lnTo>
                  <a:lnTo>
                    <a:pt x="9244" y="5539"/>
                  </a:lnTo>
                  <a:lnTo>
                    <a:pt x="9537" y="5722"/>
                  </a:lnTo>
                  <a:lnTo>
                    <a:pt x="9354" y="5906"/>
                  </a:lnTo>
                  <a:lnTo>
                    <a:pt x="9207" y="6126"/>
                  </a:lnTo>
                  <a:lnTo>
                    <a:pt x="8950" y="6419"/>
                  </a:lnTo>
                  <a:lnTo>
                    <a:pt x="8877" y="6566"/>
                  </a:lnTo>
                  <a:lnTo>
                    <a:pt x="8840" y="6750"/>
                  </a:lnTo>
                  <a:lnTo>
                    <a:pt x="8914" y="6823"/>
                  </a:lnTo>
                  <a:lnTo>
                    <a:pt x="8950" y="6860"/>
                  </a:lnTo>
                  <a:lnTo>
                    <a:pt x="8987" y="6860"/>
                  </a:lnTo>
                  <a:lnTo>
                    <a:pt x="9134" y="6786"/>
                  </a:lnTo>
                  <a:lnTo>
                    <a:pt x="9244" y="6640"/>
                  </a:lnTo>
                  <a:lnTo>
                    <a:pt x="9391" y="6383"/>
                  </a:lnTo>
                  <a:lnTo>
                    <a:pt x="9537" y="6126"/>
                  </a:lnTo>
                  <a:lnTo>
                    <a:pt x="9721" y="5869"/>
                  </a:lnTo>
                  <a:lnTo>
                    <a:pt x="10198" y="6236"/>
                  </a:lnTo>
                  <a:lnTo>
                    <a:pt x="10051" y="6419"/>
                  </a:lnTo>
                  <a:lnTo>
                    <a:pt x="9867" y="6640"/>
                  </a:lnTo>
                  <a:lnTo>
                    <a:pt x="9684" y="6860"/>
                  </a:lnTo>
                  <a:lnTo>
                    <a:pt x="9611" y="7006"/>
                  </a:lnTo>
                  <a:lnTo>
                    <a:pt x="9574" y="7116"/>
                  </a:lnTo>
                  <a:lnTo>
                    <a:pt x="9574" y="7190"/>
                  </a:lnTo>
                  <a:lnTo>
                    <a:pt x="9611" y="7263"/>
                  </a:lnTo>
                  <a:lnTo>
                    <a:pt x="9757" y="7263"/>
                  </a:lnTo>
                  <a:lnTo>
                    <a:pt x="9867" y="7190"/>
                  </a:lnTo>
                  <a:lnTo>
                    <a:pt x="9941" y="7080"/>
                  </a:lnTo>
                  <a:lnTo>
                    <a:pt x="10124" y="6823"/>
                  </a:lnTo>
                  <a:lnTo>
                    <a:pt x="10271" y="6603"/>
                  </a:lnTo>
                  <a:lnTo>
                    <a:pt x="10381" y="6383"/>
                  </a:lnTo>
                  <a:lnTo>
                    <a:pt x="10895" y="6823"/>
                  </a:lnTo>
                  <a:lnTo>
                    <a:pt x="10931" y="6860"/>
                  </a:lnTo>
                  <a:lnTo>
                    <a:pt x="10638" y="7226"/>
                  </a:lnTo>
                  <a:lnTo>
                    <a:pt x="10381" y="7593"/>
                  </a:lnTo>
                  <a:lnTo>
                    <a:pt x="10271" y="7703"/>
                  </a:lnTo>
                  <a:lnTo>
                    <a:pt x="10271" y="7777"/>
                  </a:lnTo>
                  <a:lnTo>
                    <a:pt x="10271" y="7813"/>
                  </a:lnTo>
                  <a:lnTo>
                    <a:pt x="10344" y="7923"/>
                  </a:lnTo>
                  <a:lnTo>
                    <a:pt x="10418" y="7960"/>
                  </a:lnTo>
                  <a:lnTo>
                    <a:pt x="10491" y="7923"/>
                  </a:lnTo>
                  <a:lnTo>
                    <a:pt x="10528" y="7887"/>
                  </a:lnTo>
                  <a:lnTo>
                    <a:pt x="10821" y="7483"/>
                  </a:lnTo>
                  <a:lnTo>
                    <a:pt x="11115" y="7043"/>
                  </a:lnTo>
                  <a:lnTo>
                    <a:pt x="11445" y="7447"/>
                  </a:lnTo>
                  <a:lnTo>
                    <a:pt x="11298" y="7703"/>
                  </a:lnTo>
                  <a:lnTo>
                    <a:pt x="11151" y="7960"/>
                  </a:lnTo>
                  <a:lnTo>
                    <a:pt x="10968" y="8253"/>
                  </a:lnTo>
                  <a:lnTo>
                    <a:pt x="10931" y="8437"/>
                  </a:lnTo>
                  <a:lnTo>
                    <a:pt x="10931" y="8510"/>
                  </a:lnTo>
                  <a:lnTo>
                    <a:pt x="10931" y="8584"/>
                  </a:lnTo>
                  <a:lnTo>
                    <a:pt x="10968" y="8657"/>
                  </a:lnTo>
                  <a:lnTo>
                    <a:pt x="11041" y="8657"/>
                  </a:lnTo>
                  <a:lnTo>
                    <a:pt x="11188" y="8584"/>
                  </a:lnTo>
                  <a:lnTo>
                    <a:pt x="11261" y="8474"/>
                  </a:lnTo>
                  <a:lnTo>
                    <a:pt x="11408" y="8180"/>
                  </a:lnTo>
                  <a:lnTo>
                    <a:pt x="11628" y="7703"/>
                  </a:lnTo>
                  <a:lnTo>
                    <a:pt x="11812" y="7997"/>
                  </a:lnTo>
                  <a:lnTo>
                    <a:pt x="11995" y="8290"/>
                  </a:lnTo>
                  <a:lnTo>
                    <a:pt x="11812" y="8694"/>
                  </a:lnTo>
                  <a:lnTo>
                    <a:pt x="11628" y="9097"/>
                  </a:lnTo>
                  <a:lnTo>
                    <a:pt x="11518" y="9097"/>
                  </a:lnTo>
                  <a:lnTo>
                    <a:pt x="11408" y="9317"/>
                  </a:lnTo>
                  <a:lnTo>
                    <a:pt x="11335" y="9501"/>
                  </a:lnTo>
                  <a:lnTo>
                    <a:pt x="11335" y="9574"/>
                  </a:lnTo>
                  <a:lnTo>
                    <a:pt x="11335" y="9647"/>
                  </a:lnTo>
                  <a:lnTo>
                    <a:pt x="11408" y="9721"/>
                  </a:lnTo>
                  <a:lnTo>
                    <a:pt x="11591" y="9721"/>
                  </a:lnTo>
                  <a:lnTo>
                    <a:pt x="11628" y="9684"/>
                  </a:lnTo>
                  <a:lnTo>
                    <a:pt x="11812" y="9427"/>
                  </a:lnTo>
                  <a:lnTo>
                    <a:pt x="11958" y="9171"/>
                  </a:lnTo>
                  <a:lnTo>
                    <a:pt x="12105" y="8914"/>
                  </a:lnTo>
                  <a:lnTo>
                    <a:pt x="12178" y="8657"/>
                  </a:lnTo>
                  <a:lnTo>
                    <a:pt x="12325" y="9024"/>
                  </a:lnTo>
                  <a:lnTo>
                    <a:pt x="12472" y="9427"/>
                  </a:lnTo>
                  <a:lnTo>
                    <a:pt x="12068" y="10088"/>
                  </a:lnTo>
                  <a:lnTo>
                    <a:pt x="11995" y="10088"/>
                  </a:lnTo>
                  <a:lnTo>
                    <a:pt x="11922" y="10271"/>
                  </a:lnTo>
                  <a:lnTo>
                    <a:pt x="11848" y="10418"/>
                  </a:lnTo>
                  <a:lnTo>
                    <a:pt x="11848" y="10491"/>
                  </a:lnTo>
                  <a:lnTo>
                    <a:pt x="11848" y="10528"/>
                  </a:lnTo>
                  <a:lnTo>
                    <a:pt x="11922" y="10601"/>
                  </a:lnTo>
                  <a:lnTo>
                    <a:pt x="12068" y="10601"/>
                  </a:lnTo>
                  <a:lnTo>
                    <a:pt x="12142" y="10564"/>
                  </a:lnTo>
                  <a:lnTo>
                    <a:pt x="12362" y="10198"/>
                  </a:lnTo>
                  <a:lnTo>
                    <a:pt x="12582" y="9831"/>
                  </a:lnTo>
                  <a:lnTo>
                    <a:pt x="12692" y="10454"/>
                  </a:lnTo>
                  <a:lnTo>
                    <a:pt x="12509" y="10638"/>
                  </a:lnTo>
                  <a:lnTo>
                    <a:pt x="12362" y="10858"/>
                  </a:lnTo>
                  <a:lnTo>
                    <a:pt x="12215" y="11078"/>
                  </a:lnTo>
                  <a:lnTo>
                    <a:pt x="12178" y="11225"/>
                  </a:lnTo>
                  <a:lnTo>
                    <a:pt x="12178" y="11371"/>
                  </a:lnTo>
                  <a:lnTo>
                    <a:pt x="12215" y="11408"/>
                  </a:lnTo>
                  <a:lnTo>
                    <a:pt x="12252" y="11408"/>
                  </a:lnTo>
                  <a:lnTo>
                    <a:pt x="12362" y="11371"/>
                  </a:lnTo>
                  <a:lnTo>
                    <a:pt x="12472" y="11298"/>
                  </a:lnTo>
                  <a:lnTo>
                    <a:pt x="12582" y="11078"/>
                  </a:lnTo>
                  <a:lnTo>
                    <a:pt x="12692" y="10858"/>
                  </a:lnTo>
                  <a:lnTo>
                    <a:pt x="12729" y="11188"/>
                  </a:lnTo>
                  <a:lnTo>
                    <a:pt x="12655" y="11775"/>
                  </a:lnTo>
                  <a:lnTo>
                    <a:pt x="12509" y="11922"/>
                  </a:lnTo>
                  <a:lnTo>
                    <a:pt x="12362" y="12068"/>
                  </a:lnTo>
                  <a:lnTo>
                    <a:pt x="12325" y="12215"/>
                  </a:lnTo>
                  <a:lnTo>
                    <a:pt x="12325" y="12288"/>
                  </a:lnTo>
                  <a:lnTo>
                    <a:pt x="12362" y="12362"/>
                  </a:lnTo>
                  <a:lnTo>
                    <a:pt x="12435" y="12398"/>
                  </a:lnTo>
                  <a:lnTo>
                    <a:pt x="12472" y="12398"/>
                  </a:lnTo>
                  <a:lnTo>
                    <a:pt x="12619" y="12288"/>
                  </a:lnTo>
                  <a:lnTo>
                    <a:pt x="12655" y="12655"/>
                  </a:lnTo>
                  <a:lnTo>
                    <a:pt x="12692" y="12692"/>
                  </a:lnTo>
                  <a:lnTo>
                    <a:pt x="12729" y="12655"/>
                  </a:lnTo>
                  <a:lnTo>
                    <a:pt x="12802" y="12545"/>
                  </a:lnTo>
                  <a:lnTo>
                    <a:pt x="12912" y="12398"/>
                  </a:lnTo>
                  <a:lnTo>
                    <a:pt x="13022" y="12068"/>
                  </a:lnTo>
                  <a:lnTo>
                    <a:pt x="13095" y="11738"/>
                  </a:lnTo>
                  <a:lnTo>
                    <a:pt x="13132" y="11408"/>
                  </a:lnTo>
                  <a:lnTo>
                    <a:pt x="13132" y="11005"/>
                  </a:lnTo>
                  <a:lnTo>
                    <a:pt x="13132" y="10638"/>
                  </a:lnTo>
                  <a:lnTo>
                    <a:pt x="13095" y="10234"/>
                  </a:lnTo>
                  <a:lnTo>
                    <a:pt x="13022" y="9867"/>
                  </a:lnTo>
                  <a:lnTo>
                    <a:pt x="12949" y="9464"/>
                  </a:lnTo>
                  <a:lnTo>
                    <a:pt x="12839" y="9060"/>
                  </a:lnTo>
                  <a:lnTo>
                    <a:pt x="12692" y="8694"/>
                  </a:lnTo>
                  <a:lnTo>
                    <a:pt x="12545" y="8327"/>
                  </a:lnTo>
                  <a:lnTo>
                    <a:pt x="12325" y="7960"/>
                  </a:lnTo>
                  <a:lnTo>
                    <a:pt x="12142" y="7630"/>
                  </a:lnTo>
                  <a:lnTo>
                    <a:pt x="11885" y="7300"/>
                  </a:lnTo>
                  <a:lnTo>
                    <a:pt x="11628" y="6970"/>
                  </a:lnTo>
                  <a:lnTo>
                    <a:pt x="11335" y="6640"/>
                  </a:lnTo>
                  <a:lnTo>
                    <a:pt x="11041" y="6346"/>
                  </a:lnTo>
                  <a:lnTo>
                    <a:pt x="10344" y="5759"/>
                  </a:lnTo>
                  <a:lnTo>
                    <a:pt x="9647" y="5246"/>
                  </a:lnTo>
                  <a:lnTo>
                    <a:pt x="8914" y="4732"/>
                  </a:lnTo>
                  <a:lnTo>
                    <a:pt x="8987" y="4439"/>
                  </a:lnTo>
                  <a:lnTo>
                    <a:pt x="9024" y="4182"/>
                  </a:lnTo>
                  <a:lnTo>
                    <a:pt x="9060" y="3558"/>
                  </a:lnTo>
                  <a:lnTo>
                    <a:pt x="9097" y="2898"/>
                  </a:lnTo>
                  <a:lnTo>
                    <a:pt x="9281" y="220"/>
                  </a:lnTo>
                  <a:lnTo>
                    <a:pt x="9244" y="110"/>
                  </a:lnTo>
                  <a:lnTo>
                    <a:pt x="9207" y="37"/>
                  </a:lnTo>
                  <a:lnTo>
                    <a:pt x="9097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78" name="Google Shape;301;p5">
              <a:extLst>
                <a:ext uri="{FF2B5EF4-FFF2-40B4-BE49-F238E27FC236}">
                  <a16:creationId xmlns:a16="http://schemas.microsoft.com/office/drawing/2014/main" id="{26465B18-38CC-4D66-8B36-8AE718A8A6FD}"/>
                </a:ext>
              </a:extLst>
            </p:cNvPr>
            <p:cNvSpPr/>
            <p:nvPr/>
          </p:nvSpPr>
          <p:spPr>
            <a:xfrm>
              <a:off x="6537275" y="2750650"/>
              <a:ext cx="459450" cy="475050"/>
            </a:xfrm>
            <a:custGeom>
              <a:avLst/>
              <a:gdLst/>
              <a:ahLst/>
              <a:cxnLst/>
              <a:rect l="l" t="t" r="r" b="b"/>
              <a:pathLst>
                <a:path w="18378" h="19002" extrusionOk="0">
                  <a:moveTo>
                    <a:pt x="13793" y="5429"/>
                  </a:moveTo>
                  <a:lnTo>
                    <a:pt x="13682" y="5466"/>
                  </a:lnTo>
                  <a:lnTo>
                    <a:pt x="13572" y="5502"/>
                  </a:lnTo>
                  <a:lnTo>
                    <a:pt x="13499" y="5576"/>
                  </a:lnTo>
                  <a:lnTo>
                    <a:pt x="13352" y="5759"/>
                  </a:lnTo>
                  <a:lnTo>
                    <a:pt x="13352" y="5869"/>
                  </a:lnTo>
                  <a:lnTo>
                    <a:pt x="13352" y="5979"/>
                  </a:lnTo>
                  <a:lnTo>
                    <a:pt x="13389" y="6016"/>
                  </a:lnTo>
                  <a:lnTo>
                    <a:pt x="13426" y="6053"/>
                  </a:lnTo>
                  <a:lnTo>
                    <a:pt x="13499" y="6053"/>
                  </a:lnTo>
                  <a:lnTo>
                    <a:pt x="13572" y="5979"/>
                  </a:lnTo>
                  <a:lnTo>
                    <a:pt x="13646" y="5943"/>
                  </a:lnTo>
                  <a:lnTo>
                    <a:pt x="13719" y="5796"/>
                  </a:lnTo>
                  <a:lnTo>
                    <a:pt x="13829" y="5649"/>
                  </a:lnTo>
                  <a:lnTo>
                    <a:pt x="13903" y="5502"/>
                  </a:lnTo>
                  <a:lnTo>
                    <a:pt x="13903" y="5466"/>
                  </a:lnTo>
                  <a:lnTo>
                    <a:pt x="13903" y="5429"/>
                  </a:lnTo>
                  <a:close/>
                  <a:moveTo>
                    <a:pt x="13242" y="6089"/>
                  </a:moveTo>
                  <a:lnTo>
                    <a:pt x="13169" y="6126"/>
                  </a:lnTo>
                  <a:lnTo>
                    <a:pt x="13022" y="6309"/>
                  </a:lnTo>
                  <a:lnTo>
                    <a:pt x="12912" y="6493"/>
                  </a:lnTo>
                  <a:lnTo>
                    <a:pt x="12875" y="6529"/>
                  </a:lnTo>
                  <a:lnTo>
                    <a:pt x="12875" y="6603"/>
                  </a:lnTo>
                  <a:lnTo>
                    <a:pt x="12949" y="6676"/>
                  </a:lnTo>
                  <a:lnTo>
                    <a:pt x="13022" y="6713"/>
                  </a:lnTo>
                  <a:lnTo>
                    <a:pt x="13096" y="6676"/>
                  </a:lnTo>
                  <a:lnTo>
                    <a:pt x="13132" y="6639"/>
                  </a:lnTo>
                  <a:lnTo>
                    <a:pt x="13242" y="6456"/>
                  </a:lnTo>
                  <a:lnTo>
                    <a:pt x="13352" y="6273"/>
                  </a:lnTo>
                  <a:lnTo>
                    <a:pt x="13389" y="6199"/>
                  </a:lnTo>
                  <a:lnTo>
                    <a:pt x="13316" y="6126"/>
                  </a:lnTo>
                  <a:lnTo>
                    <a:pt x="13242" y="6089"/>
                  </a:lnTo>
                  <a:close/>
                  <a:moveTo>
                    <a:pt x="17241" y="6419"/>
                  </a:moveTo>
                  <a:lnTo>
                    <a:pt x="17534" y="6713"/>
                  </a:lnTo>
                  <a:lnTo>
                    <a:pt x="17497" y="6713"/>
                  </a:lnTo>
                  <a:lnTo>
                    <a:pt x="17387" y="6823"/>
                  </a:lnTo>
                  <a:lnTo>
                    <a:pt x="17351" y="6676"/>
                  </a:lnTo>
                  <a:lnTo>
                    <a:pt x="17241" y="6419"/>
                  </a:lnTo>
                  <a:close/>
                  <a:moveTo>
                    <a:pt x="12692" y="6786"/>
                  </a:moveTo>
                  <a:lnTo>
                    <a:pt x="12582" y="6860"/>
                  </a:lnTo>
                  <a:lnTo>
                    <a:pt x="12435" y="6970"/>
                  </a:lnTo>
                  <a:lnTo>
                    <a:pt x="12399" y="7116"/>
                  </a:lnTo>
                  <a:lnTo>
                    <a:pt x="12362" y="7190"/>
                  </a:lnTo>
                  <a:lnTo>
                    <a:pt x="12399" y="7226"/>
                  </a:lnTo>
                  <a:lnTo>
                    <a:pt x="12472" y="7300"/>
                  </a:lnTo>
                  <a:lnTo>
                    <a:pt x="12582" y="7300"/>
                  </a:lnTo>
                  <a:lnTo>
                    <a:pt x="12619" y="7263"/>
                  </a:lnTo>
                  <a:lnTo>
                    <a:pt x="12655" y="7190"/>
                  </a:lnTo>
                  <a:lnTo>
                    <a:pt x="12729" y="7043"/>
                  </a:lnTo>
                  <a:lnTo>
                    <a:pt x="12802" y="7006"/>
                  </a:lnTo>
                  <a:lnTo>
                    <a:pt x="12839" y="6933"/>
                  </a:lnTo>
                  <a:lnTo>
                    <a:pt x="12875" y="6860"/>
                  </a:lnTo>
                  <a:lnTo>
                    <a:pt x="12875" y="6823"/>
                  </a:lnTo>
                  <a:lnTo>
                    <a:pt x="12839" y="6823"/>
                  </a:lnTo>
                  <a:lnTo>
                    <a:pt x="12765" y="6786"/>
                  </a:lnTo>
                  <a:close/>
                  <a:moveTo>
                    <a:pt x="17571" y="6750"/>
                  </a:moveTo>
                  <a:lnTo>
                    <a:pt x="17828" y="7043"/>
                  </a:lnTo>
                  <a:lnTo>
                    <a:pt x="18048" y="7373"/>
                  </a:lnTo>
                  <a:lnTo>
                    <a:pt x="17828" y="7593"/>
                  </a:lnTo>
                  <a:lnTo>
                    <a:pt x="17828" y="7520"/>
                  </a:lnTo>
                  <a:lnTo>
                    <a:pt x="17864" y="7336"/>
                  </a:lnTo>
                  <a:lnTo>
                    <a:pt x="17828" y="7116"/>
                  </a:lnTo>
                  <a:lnTo>
                    <a:pt x="17828" y="7080"/>
                  </a:lnTo>
                  <a:lnTo>
                    <a:pt x="17754" y="7006"/>
                  </a:lnTo>
                  <a:lnTo>
                    <a:pt x="17681" y="7006"/>
                  </a:lnTo>
                  <a:lnTo>
                    <a:pt x="17644" y="7043"/>
                  </a:lnTo>
                  <a:lnTo>
                    <a:pt x="17681" y="7080"/>
                  </a:lnTo>
                  <a:lnTo>
                    <a:pt x="17644" y="7226"/>
                  </a:lnTo>
                  <a:lnTo>
                    <a:pt x="17607" y="7446"/>
                  </a:lnTo>
                  <a:lnTo>
                    <a:pt x="17534" y="7667"/>
                  </a:lnTo>
                  <a:lnTo>
                    <a:pt x="17534" y="7887"/>
                  </a:lnTo>
                  <a:lnTo>
                    <a:pt x="17534" y="7960"/>
                  </a:lnTo>
                  <a:lnTo>
                    <a:pt x="17131" y="8584"/>
                  </a:lnTo>
                  <a:lnTo>
                    <a:pt x="17167" y="8217"/>
                  </a:lnTo>
                  <a:lnTo>
                    <a:pt x="17241" y="7850"/>
                  </a:lnTo>
                  <a:lnTo>
                    <a:pt x="17387" y="7630"/>
                  </a:lnTo>
                  <a:lnTo>
                    <a:pt x="17387" y="7593"/>
                  </a:lnTo>
                  <a:lnTo>
                    <a:pt x="17387" y="7520"/>
                  </a:lnTo>
                  <a:lnTo>
                    <a:pt x="17461" y="7483"/>
                  </a:lnTo>
                  <a:lnTo>
                    <a:pt x="17497" y="7446"/>
                  </a:lnTo>
                  <a:lnTo>
                    <a:pt x="17534" y="7373"/>
                  </a:lnTo>
                  <a:lnTo>
                    <a:pt x="17534" y="7263"/>
                  </a:lnTo>
                  <a:lnTo>
                    <a:pt x="17497" y="7080"/>
                  </a:lnTo>
                  <a:lnTo>
                    <a:pt x="17571" y="6750"/>
                  </a:lnTo>
                  <a:close/>
                  <a:moveTo>
                    <a:pt x="16874" y="8840"/>
                  </a:moveTo>
                  <a:lnTo>
                    <a:pt x="16947" y="8877"/>
                  </a:lnTo>
                  <a:lnTo>
                    <a:pt x="16874" y="8950"/>
                  </a:lnTo>
                  <a:lnTo>
                    <a:pt x="16874" y="8877"/>
                  </a:lnTo>
                  <a:lnTo>
                    <a:pt x="16874" y="8840"/>
                  </a:lnTo>
                  <a:close/>
                  <a:moveTo>
                    <a:pt x="11445" y="8584"/>
                  </a:moveTo>
                  <a:lnTo>
                    <a:pt x="11408" y="8620"/>
                  </a:lnTo>
                  <a:lnTo>
                    <a:pt x="11298" y="8657"/>
                  </a:lnTo>
                  <a:lnTo>
                    <a:pt x="11188" y="8804"/>
                  </a:lnTo>
                  <a:lnTo>
                    <a:pt x="11188" y="8840"/>
                  </a:lnTo>
                  <a:lnTo>
                    <a:pt x="11188" y="8914"/>
                  </a:lnTo>
                  <a:lnTo>
                    <a:pt x="11188" y="8987"/>
                  </a:lnTo>
                  <a:lnTo>
                    <a:pt x="11225" y="9024"/>
                  </a:lnTo>
                  <a:lnTo>
                    <a:pt x="11408" y="9024"/>
                  </a:lnTo>
                  <a:lnTo>
                    <a:pt x="11445" y="8987"/>
                  </a:lnTo>
                  <a:lnTo>
                    <a:pt x="11555" y="8804"/>
                  </a:lnTo>
                  <a:lnTo>
                    <a:pt x="11555" y="8730"/>
                  </a:lnTo>
                  <a:lnTo>
                    <a:pt x="11555" y="8657"/>
                  </a:lnTo>
                  <a:lnTo>
                    <a:pt x="11518" y="8620"/>
                  </a:lnTo>
                  <a:lnTo>
                    <a:pt x="11445" y="8584"/>
                  </a:lnTo>
                  <a:close/>
                  <a:moveTo>
                    <a:pt x="16580" y="8804"/>
                  </a:moveTo>
                  <a:lnTo>
                    <a:pt x="16580" y="8877"/>
                  </a:lnTo>
                  <a:lnTo>
                    <a:pt x="16580" y="9060"/>
                  </a:lnTo>
                  <a:lnTo>
                    <a:pt x="16617" y="9170"/>
                  </a:lnTo>
                  <a:lnTo>
                    <a:pt x="16654" y="9244"/>
                  </a:lnTo>
                  <a:lnTo>
                    <a:pt x="16397" y="9611"/>
                  </a:lnTo>
                  <a:lnTo>
                    <a:pt x="16360" y="9391"/>
                  </a:lnTo>
                  <a:lnTo>
                    <a:pt x="16324" y="9170"/>
                  </a:lnTo>
                  <a:lnTo>
                    <a:pt x="16324" y="9097"/>
                  </a:lnTo>
                  <a:lnTo>
                    <a:pt x="16580" y="8804"/>
                  </a:lnTo>
                  <a:close/>
                  <a:moveTo>
                    <a:pt x="16067" y="9391"/>
                  </a:moveTo>
                  <a:lnTo>
                    <a:pt x="16067" y="9684"/>
                  </a:lnTo>
                  <a:lnTo>
                    <a:pt x="16103" y="9794"/>
                  </a:lnTo>
                  <a:lnTo>
                    <a:pt x="16177" y="9941"/>
                  </a:lnTo>
                  <a:lnTo>
                    <a:pt x="15993" y="10161"/>
                  </a:lnTo>
                  <a:lnTo>
                    <a:pt x="15920" y="10308"/>
                  </a:lnTo>
                  <a:lnTo>
                    <a:pt x="15957" y="9867"/>
                  </a:lnTo>
                  <a:lnTo>
                    <a:pt x="15920" y="9794"/>
                  </a:lnTo>
                  <a:lnTo>
                    <a:pt x="15847" y="9757"/>
                  </a:lnTo>
                  <a:lnTo>
                    <a:pt x="15810" y="9721"/>
                  </a:lnTo>
                  <a:lnTo>
                    <a:pt x="16067" y="9391"/>
                  </a:lnTo>
                  <a:close/>
                  <a:moveTo>
                    <a:pt x="9611" y="2348"/>
                  </a:moveTo>
                  <a:lnTo>
                    <a:pt x="9574" y="2421"/>
                  </a:lnTo>
                  <a:lnTo>
                    <a:pt x="9134" y="2861"/>
                  </a:lnTo>
                  <a:lnTo>
                    <a:pt x="8767" y="3375"/>
                  </a:lnTo>
                  <a:lnTo>
                    <a:pt x="7997" y="4365"/>
                  </a:lnTo>
                  <a:lnTo>
                    <a:pt x="7630" y="4879"/>
                  </a:lnTo>
                  <a:lnTo>
                    <a:pt x="7227" y="5356"/>
                  </a:lnTo>
                  <a:lnTo>
                    <a:pt x="6823" y="5832"/>
                  </a:lnTo>
                  <a:lnTo>
                    <a:pt x="6346" y="6273"/>
                  </a:lnTo>
                  <a:lnTo>
                    <a:pt x="6273" y="6346"/>
                  </a:lnTo>
                  <a:lnTo>
                    <a:pt x="6273" y="6456"/>
                  </a:lnTo>
                  <a:lnTo>
                    <a:pt x="6236" y="6456"/>
                  </a:lnTo>
                  <a:lnTo>
                    <a:pt x="6163" y="6493"/>
                  </a:lnTo>
                  <a:lnTo>
                    <a:pt x="6163" y="6566"/>
                  </a:lnTo>
                  <a:lnTo>
                    <a:pt x="6199" y="6603"/>
                  </a:lnTo>
                  <a:lnTo>
                    <a:pt x="6309" y="6786"/>
                  </a:lnTo>
                  <a:lnTo>
                    <a:pt x="6493" y="6970"/>
                  </a:lnTo>
                  <a:lnTo>
                    <a:pt x="6823" y="7263"/>
                  </a:lnTo>
                  <a:lnTo>
                    <a:pt x="7593" y="7813"/>
                  </a:lnTo>
                  <a:lnTo>
                    <a:pt x="8437" y="8363"/>
                  </a:lnTo>
                  <a:lnTo>
                    <a:pt x="8620" y="8510"/>
                  </a:lnTo>
                  <a:lnTo>
                    <a:pt x="8767" y="8694"/>
                  </a:lnTo>
                  <a:lnTo>
                    <a:pt x="9061" y="9060"/>
                  </a:lnTo>
                  <a:lnTo>
                    <a:pt x="9207" y="9207"/>
                  </a:lnTo>
                  <a:lnTo>
                    <a:pt x="9391" y="9354"/>
                  </a:lnTo>
                  <a:lnTo>
                    <a:pt x="9758" y="9574"/>
                  </a:lnTo>
                  <a:lnTo>
                    <a:pt x="10638" y="10161"/>
                  </a:lnTo>
                  <a:lnTo>
                    <a:pt x="11482" y="10784"/>
                  </a:lnTo>
                  <a:lnTo>
                    <a:pt x="12289" y="11408"/>
                  </a:lnTo>
                  <a:lnTo>
                    <a:pt x="12362" y="11445"/>
                  </a:lnTo>
                  <a:lnTo>
                    <a:pt x="12472" y="11445"/>
                  </a:lnTo>
                  <a:lnTo>
                    <a:pt x="12545" y="11408"/>
                  </a:lnTo>
                  <a:lnTo>
                    <a:pt x="12582" y="11371"/>
                  </a:lnTo>
                  <a:lnTo>
                    <a:pt x="12619" y="11298"/>
                  </a:lnTo>
                  <a:lnTo>
                    <a:pt x="12655" y="11188"/>
                  </a:lnTo>
                  <a:lnTo>
                    <a:pt x="12619" y="11115"/>
                  </a:lnTo>
                  <a:lnTo>
                    <a:pt x="12545" y="11041"/>
                  </a:lnTo>
                  <a:lnTo>
                    <a:pt x="11775" y="10418"/>
                  </a:lnTo>
                  <a:lnTo>
                    <a:pt x="11812" y="10381"/>
                  </a:lnTo>
                  <a:lnTo>
                    <a:pt x="11922" y="10198"/>
                  </a:lnTo>
                  <a:lnTo>
                    <a:pt x="11995" y="10014"/>
                  </a:lnTo>
                  <a:lnTo>
                    <a:pt x="11995" y="9941"/>
                  </a:lnTo>
                  <a:lnTo>
                    <a:pt x="11958" y="9904"/>
                  </a:lnTo>
                  <a:lnTo>
                    <a:pt x="11885" y="9904"/>
                  </a:lnTo>
                  <a:lnTo>
                    <a:pt x="11738" y="10051"/>
                  </a:lnTo>
                  <a:lnTo>
                    <a:pt x="11592" y="10234"/>
                  </a:lnTo>
                  <a:lnTo>
                    <a:pt x="11555" y="10271"/>
                  </a:lnTo>
                  <a:lnTo>
                    <a:pt x="11005" y="9867"/>
                  </a:lnTo>
                  <a:lnTo>
                    <a:pt x="10821" y="9757"/>
                  </a:lnTo>
                  <a:lnTo>
                    <a:pt x="10858" y="9684"/>
                  </a:lnTo>
                  <a:lnTo>
                    <a:pt x="10895" y="9611"/>
                  </a:lnTo>
                  <a:lnTo>
                    <a:pt x="11041" y="9464"/>
                  </a:lnTo>
                  <a:lnTo>
                    <a:pt x="11078" y="9427"/>
                  </a:lnTo>
                  <a:lnTo>
                    <a:pt x="11078" y="9354"/>
                  </a:lnTo>
                  <a:lnTo>
                    <a:pt x="11078" y="9317"/>
                  </a:lnTo>
                  <a:lnTo>
                    <a:pt x="11005" y="9281"/>
                  </a:lnTo>
                  <a:lnTo>
                    <a:pt x="10968" y="9317"/>
                  </a:lnTo>
                  <a:lnTo>
                    <a:pt x="10895" y="9281"/>
                  </a:lnTo>
                  <a:lnTo>
                    <a:pt x="10821" y="9317"/>
                  </a:lnTo>
                  <a:lnTo>
                    <a:pt x="10711" y="9427"/>
                  </a:lnTo>
                  <a:lnTo>
                    <a:pt x="10601" y="9574"/>
                  </a:lnTo>
                  <a:lnTo>
                    <a:pt x="10124" y="9281"/>
                  </a:lnTo>
                  <a:lnTo>
                    <a:pt x="10051" y="9207"/>
                  </a:lnTo>
                  <a:lnTo>
                    <a:pt x="10234" y="8914"/>
                  </a:lnTo>
                  <a:lnTo>
                    <a:pt x="10234" y="8840"/>
                  </a:lnTo>
                  <a:lnTo>
                    <a:pt x="10234" y="8804"/>
                  </a:lnTo>
                  <a:lnTo>
                    <a:pt x="10198" y="8730"/>
                  </a:lnTo>
                  <a:lnTo>
                    <a:pt x="10088" y="8694"/>
                  </a:lnTo>
                  <a:lnTo>
                    <a:pt x="10051" y="8730"/>
                  </a:lnTo>
                  <a:lnTo>
                    <a:pt x="10014" y="8767"/>
                  </a:lnTo>
                  <a:lnTo>
                    <a:pt x="9758" y="9060"/>
                  </a:lnTo>
                  <a:lnTo>
                    <a:pt x="9537" y="8877"/>
                  </a:lnTo>
                  <a:lnTo>
                    <a:pt x="9354" y="8694"/>
                  </a:lnTo>
                  <a:lnTo>
                    <a:pt x="9134" y="8437"/>
                  </a:lnTo>
                  <a:lnTo>
                    <a:pt x="9207" y="8327"/>
                  </a:lnTo>
                  <a:lnTo>
                    <a:pt x="9281" y="8217"/>
                  </a:lnTo>
                  <a:lnTo>
                    <a:pt x="9354" y="7960"/>
                  </a:lnTo>
                  <a:lnTo>
                    <a:pt x="9354" y="7887"/>
                  </a:lnTo>
                  <a:lnTo>
                    <a:pt x="9317" y="7850"/>
                  </a:lnTo>
                  <a:lnTo>
                    <a:pt x="9244" y="7850"/>
                  </a:lnTo>
                  <a:lnTo>
                    <a:pt x="9171" y="7887"/>
                  </a:lnTo>
                  <a:lnTo>
                    <a:pt x="8987" y="8107"/>
                  </a:lnTo>
                  <a:lnTo>
                    <a:pt x="8951" y="8180"/>
                  </a:lnTo>
                  <a:lnTo>
                    <a:pt x="8767" y="8033"/>
                  </a:lnTo>
                  <a:lnTo>
                    <a:pt x="8327" y="7740"/>
                  </a:lnTo>
                  <a:lnTo>
                    <a:pt x="8364" y="7446"/>
                  </a:lnTo>
                  <a:lnTo>
                    <a:pt x="8364" y="7410"/>
                  </a:lnTo>
                  <a:lnTo>
                    <a:pt x="8327" y="7336"/>
                  </a:lnTo>
                  <a:lnTo>
                    <a:pt x="8290" y="7300"/>
                  </a:lnTo>
                  <a:lnTo>
                    <a:pt x="8180" y="7300"/>
                  </a:lnTo>
                  <a:lnTo>
                    <a:pt x="8107" y="7336"/>
                  </a:lnTo>
                  <a:lnTo>
                    <a:pt x="8070" y="7446"/>
                  </a:lnTo>
                  <a:lnTo>
                    <a:pt x="8034" y="7556"/>
                  </a:lnTo>
                  <a:lnTo>
                    <a:pt x="7960" y="7520"/>
                  </a:lnTo>
                  <a:lnTo>
                    <a:pt x="7410" y="7116"/>
                  </a:lnTo>
                  <a:lnTo>
                    <a:pt x="7447" y="7080"/>
                  </a:lnTo>
                  <a:lnTo>
                    <a:pt x="7520" y="6970"/>
                  </a:lnTo>
                  <a:lnTo>
                    <a:pt x="7520" y="6896"/>
                  </a:lnTo>
                  <a:lnTo>
                    <a:pt x="7520" y="6860"/>
                  </a:lnTo>
                  <a:lnTo>
                    <a:pt x="7557" y="6750"/>
                  </a:lnTo>
                  <a:lnTo>
                    <a:pt x="7520" y="6713"/>
                  </a:lnTo>
                  <a:lnTo>
                    <a:pt x="7483" y="6713"/>
                  </a:lnTo>
                  <a:lnTo>
                    <a:pt x="7410" y="6750"/>
                  </a:lnTo>
                  <a:lnTo>
                    <a:pt x="7337" y="6750"/>
                  </a:lnTo>
                  <a:lnTo>
                    <a:pt x="7227" y="6823"/>
                  </a:lnTo>
                  <a:lnTo>
                    <a:pt x="7116" y="6896"/>
                  </a:lnTo>
                  <a:lnTo>
                    <a:pt x="6640" y="6639"/>
                  </a:lnTo>
                  <a:lnTo>
                    <a:pt x="6640" y="6603"/>
                  </a:lnTo>
                  <a:lnTo>
                    <a:pt x="7116" y="6163"/>
                  </a:lnTo>
                  <a:lnTo>
                    <a:pt x="7557" y="5649"/>
                  </a:lnTo>
                  <a:lnTo>
                    <a:pt x="7593" y="5722"/>
                  </a:lnTo>
                  <a:lnTo>
                    <a:pt x="7630" y="5759"/>
                  </a:lnTo>
                  <a:lnTo>
                    <a:pt x="7740" y="5759"/>
                  </a:lnTo>
                  <a:lnTo>
                    <a:pt x="8034" y="5576"/>
                  </a:lnTo>
                  <a:lnTo>
                    <a:pt x="8327" y="5392"/>
                  </a:lnTo>
                  <a:lnTo>
                    <a:pt x="8620" y="5209"/>
                  </a:lnTo>
                  <a:lnTo>
                    <a:pt x="8914" y="5025"/>
                  </a:lnTo>
                  <a:lnTo>
                    <a:pt x="9244" y="4879"/>
                  </a:lnTo>
                  <a:lnTo>
                    <a:pt x="9574" y="4732"/>
                  </a:lnTo>
                  <a:lnTo>
                    <a:pt x="9941" y="4659"/>
                  </a:lnTo>
                  <a:lnTo>
                    <a:pt x="10308" y="4622"/>
                  </a:lnTo>
                  <a:lnTo>
                    <a:pt x="10491" y="4622"/>
                  </a:lnTo>
                  <a:lnTo>
                    <a:pt x="10675" y="4659"/>
                  </a:lnTo>
                  <a:lnTo>
                    <a:pt x="10821" y="4732"/>
                  </a:lnTo>
                  <a:lnTo>
                    <a:pt x="10931" y="4842"/>
                  </a:lnTo>
                  <a:lnTo>
                    <a:pt x="11041" y="4989"/>
                  </a:lnTo>
                  <a:lnTo>
                    <a:pt x="11078" y="5136"/>
                  </a:lnTo>
                  <a:lnTo>
                    <a:pt x="11151" y="5502"/>
                  </a:lnTo>
                  <a:lnTo>
                    <a:pt x="11151" y="5906"/>
                  </a:lnTo>
                  <a:lnTo>
                    <a:pt x="11151" y="6309"/>
                  </a:lnTo>
                  <a:lnTo>
                    <a:pt x="11151" y="6676"/>
                  </a:lnTo>
                  <a:lnTo>
                    <a:pt x="11188" y="7006"/>
                  </a:lnTo>
                  <a:lnTo>
                    <a:pt x="11261" y="7373"/>
                  </a:lnTo>
                  <a:lnTo>
                    <a:pt x="11445" y="7703"/>
                  </a:lnTo>
                  <a:lnTo>
                    <a:pt x="11408" y="7813"/>
                  </a:lnTo>
                  <a:lnTo>
                    <a:pt x="11372" y="7923"/>
                  </a:lnTo>
                  <a:lnTo>
                    <a:pt x="11372" y="8033"/>
                  </a:lnTo>
                  <a:lnTo>
                    <a:pt x="11372" y="8143"/>
                  </a:lnTo>
                  <a:lnTo>
                    <a:pt x="11445" y="8253"/>
                  </a:lnTo>
                  <a:lnTo>
                    <a:pt x="11482" y="8327"/>
                  </a:lnTo>
                  <a:lnTo>
                    <a:pt x="11592" y="8400"/>
                  </a:lnTo>
                  <a:lnTo>
                    <a:pt x="11665" y="8474"/>
                  </a:lnTo>
                  <a:lnTo>
                    <a:pt x="11775" y="8510"/>
                  </a:lnTo>
                  <a:lnTo>
                    <a:pt x="12105" y="8510"/>
                  </a:lnTo>
                  <a:lnTo>
                    <a:pt x="12435" y="8694"/>
                  </a:lnTo>
                  <a:lnTo>
                    <a:pt x="12765" y="8840"/>
                  </a:lnTo>
                  <a:lnTo>
                    <a:pt x="13022" y="8877"/>
                  </a:lnTo>
                  <a:lnTo>
                    <a:pt x="13316" y="8877"/>
                  </a:lnTo>
                  <a:lnTo>
                    <a:pt x="13646" y="8804"/>
                  </a:lnTo>
                  <a:lnTo>
                    <a:pt x="13939" y="8694"/>
                  </a:lnTo>
                  <a:lnTo>
                    <a:pt x="14233" y="8584"/>
                  </a:lnTo>
                  <a:lnTo>
                    <a:pt x="14489" y="8400"/>
                  </a:lnTo>
                  <a:lnTo>
                    <a:pt x="14746" y="8217"/>
                  </a:lnTo>
                  <a:lnTo>
                    <a:pt x="14930" y="8033"/>
                  </a:lnTo>
                  <a:lnTo>
                    <a:pt x="14966" y="7997"/>
                  </a:lnTo>
                  <a:lnTo>
                    <a:pt x="14966" y="7923"/>
                  </a:lnTo>
                  <a:lnTo>
                    <a:pt x="14930" y="7813"/>
                  </a:lnTo>
                  <a:lnTo>
                    <a:pt x="14820" y="7777"/>
                  </a:lnTo>
                  <a:lnTo>
                    <a:pt x="14710" y="7777"/>
                  </a:lnTo>
                  <a:lnTo>
                    <a:pt x="14123" y="8143"/>
                  </a:lnTo>
                  <a:lnTo>
                    <a:pt x="13829" y="8290"/>
                  </a:lnTo>
                  <a:lnTo>
                    <a:pt x="13462" y="8400"/>
                  </a:lnTo>
                  <a:lnTo>
                    <a:pt x="13206" y="8474"/>
                  </a:lnTo>
                  <a:lnTo>
                    <a:pt x="12912" y="8437"/>
                  </a:lnTo>
                  <a:lnTo>
                    <a:pt x="12692" y="8363"/>
                  </a:lnTo>
                  <a:lnTo>
                    <a:pt x="12472" y="8217"/>
                  </a:lnTo>
                  <a:lnTo>
                    <a:pt x="12545" y="8107"/>
                  </a:lnTo>
                  <a:lnTo>
                    <a:pt x="12582" y="7960"/>
                  </a:lnTo>
                  <a:lnTo>
                    <a:pt x="12582" y="7850"/>
                  </a:lnTo>
                  <a:lnTo>
                    <a:pt x="12545" y="7777"/>
                  </a:lnTo>
                  <a:lnTo>
                    <a:pt x="12509" y="7740"/>
                  </a:lnTo>
                  <a:lnTo>
                    <a:pt x="12325" y="7630"/>
                  </a:lnTo>
                  <a:lnTo>
                    <a:pt x="12142" y="7520"/>
                  </a:lnTo>
                  <a:lnTo>
                    <a:pt x="11812" y="7520"/>
                  </a:lnTo>
                  <a:lnTo>
                    <a:pt x="11628" y="7116"/>
                  </a:lnTo>
                  <a:lnTo>
                    <a:pt x="11518" y="6713"/>
                  </a:lnTo>
                  <a:lnTo>
                    <a:pt x="11518" y="6346"/>
                  </a:lnTo>
                  <a:lnTo>
                    <a:pt x="11518" y="6016"/>
                  </a:lnTo>
                  <a:lnTo>
                    <a:pt x="11555" y="5649"/>
                  </a:lnTo>
                  <a:lnTo>
                    <a:pt x="11518" y="5282"/>
                  </a:lnTo>
                  <a:lnTo>
                    <a:pt x="11445" y="4989"/>
                  </a:lnTo>
                  <a:lnTo>
                    <a:pt x="11335" y="4732"/>
                  </a:lnTo>
                  <a:lnTo>
                    <a:pt x="11188" y="4549"/>
                  </a:lnTo>
                  <a:lnTo>
                    <a:pt x="11005" y="4402"/>
                  </a:lnTo>
                  <a:lnTo>
                    <a:pt x="10785" y="4329"/>
                  </a:lnTo>
                  <a:lnTo>
                    <a:pt x="10565" y="4255"/>
                  </a:lnTo>
                  <a:lnTo>
                    <a:pt x="10051" y="4255"/>
                  </a:lnTo>
                  <a:lnTo>
                    <a:pt x="9758" y="4292"/>
                  </a:lnTo>
                  <a:lnTo>
                    <a:pt x="9464" y="4365"/>
                  </a:lnTo>
                  <a:lnTo>
                    <a:pt x="8914" y="4585"/>
                  </a:lnTo>
                  <a:lnTo>
                    <a:pt x="8400" y="4879"/>
                  </a:lnTo>
                  <a:lnTo>
                    <a:pt x="7960" y="5209"/>
                  </a:lnTo>
                  <a:lnTo>
                    <a:pt x="8290" y="4769"/>
                  </a:lnTo>
                  <a:lnTo>
                    <a:pt x="9061" y="3742"/>
                  </a:lnTo>
                  <a:lnTo>
                    <a:pt x="9464" y="3191"/>
                  </a:lnTo>
                  <a:lnTo>
                    <a:pt x="9831" y="2641"/>
                  </a:lnTo>
                  <a:lnTo>
                    <a:pt x="9868" y="2568"/>
                  </a:lnTo>
                  <a:lnTo>
                    <a:pt x="9868" y="2531"/>
                  </a:lnTo>
                  <a:lnTo>
                    <a:pt x="9794" y="2421"/>
                  </a:lnTo>
                  <a:lnTo>
                    <a:pt x="9721" y="2384"/>
                  </a:lnTo>
                  <a:lnTo>
                    <a:pt x="9684" y="2348"/>
                  </a:lnTo>
                  <a:close/>
                  <a:moveTo>
                    <a:pt x="15663" y="9867"/>
                  </a:moveTo>
                  <a:lnTo>
                    <a:pt x="15700" y="9904"/>
                  </a:lnTo>
                  <a:lnTo>
                    <a:pt x="15627" y="10381"/>
                  </a:lnTo>
                  <a:lnTo>
                    <a:pt x="15663" y="10418"/>
                  </a:lnTo>
                  <a:lnTo>
                    <a:pt x="15663" y="10454"/>
                  </a:lnTo>
                  <a:lnTo>
                    <a:pt x="15773" y="10491"/>
                  </a:lnTo>
                  <a:lnTo>
                    <a:pt x="15443" y="10895"/>
                  </a:lnTo>
                  <a:lnTo>
                    <a:pt x="15443" y="10821"/>
                  </a:lnTo>
                  <a:lnTo>
                    <a:pt x="15333" y="10491"/>
                  </a:lnTo>
                  <a:lnTo>
                    <a:pt x="15296" y="10454"/>
                  </a:lnTo>
                  <a:lnTo>
                    <a:pt x="15260" y="10454"/>
                  </a:lnTo>
                  <a:lnTo>
                    <a:pt x="15223" y="10491"/>
                  </a:lnTo>
                  <a:lnTo>
                    <a:pt x="15223" y="10528"/>
                  </a:lnTo>
                  <a:lnTo>
                    <a:pt x="15186" y="10821"/>
                  </a:lnTo>
                  <a:lnTo>
                    <a:pt x="15186" y="11188"/>
                  </a:lnTo>
                  <a:lnTo>
                    <a:pt x="15223" y="11225"/>
                  </a:lnTo>
                  <a:lnTo>
                    <a:pt x="14746" y="11848"/>
                  </a:lnTo>
                  <a:lnTo>
                    <a:pt x="14746" y="11591"/>
                  </a:lnTo>
                  <a:lnTo>
                    <a:pt x="14746" y="11371"/>
                  </a:lnTo>
                  <a:lnTo>
                    <a:pt x="14746" y="11115"/>
                  </a:lnTo>
                  <a:lnTo>
                    <a:pt x="14710" y="11078"/>
                  </a:lnTo>
                  <a:lnTo>
                    <a:pt x="15333" y="10308"/>
                  </a:lnTo>
                  <a:lnTo>
                    <a:pt x="15663" y="9867"/>
                  </a:lnTo>
                  <a:close/>
                  <a:moveTo>
                    <a:pt x="14526" y="11298"/>
                  </a:moveTo>
                  <a:lnTo>
                    <a:pt x="14453" y="11555"/>
                  </a:lnTo>
                  <a:lnTo>
                    <a:pt x="14416" y="11775"/>
                  </a:lnTo>
                  <a:lnTo>
                    <a:pt x="14453" y="11885"/>
                  </a:lnTo>
                  <a:lnTo>
                    <a:pt x="14489" y="11958"/>
                  </a:lnTo>
                  <a:lnTo>
                    <a:pt x="14563" y="11995"/>
                  </a:lnTo>
                  <a:lnTo>
                    <a:pt x="14600" y="11995"/>
                  </a:lnTo>
                  <a:lnTo>
                    <a:pt x="14123" y="12619"/>
                  </a:lnTo>
                  <a:lnTo>
                    <a:pt x="14049" y="12655"/>
                  </a:lnTo>
                  <a:lnTo>
                    <a:pt x="14049" y="12362"/>
                  </a:lnTo>
                  <a:lnTo>
                    <a:pt x="14049" y="12142"/>
                  </a:lnTo>
                  <a:lnTo>
                    <a:pt x="14049" y="12032"/>
                  </a:lnTo>
                  <a:lnTo>
                    <a:pt x="14013" y="11922"/>
                  </a:lnTo>
                  <a:lnTo>
                    <a:pt x="14526" y="11298"/>
                  </a:lnTo>
                  <a:close/>
                  <a:moveTo>
                    <a:pt x="4806" y="7997"/>
                  </a:moveTo>
                  <a:lnTo>
                    <a:pt x="4769" y="8033"/>
                  </a:lnTo>
                  <a:lnTo>
                    <a:pt x="4769" y="8070"/>
                  </a:lnTo>
                  <a:lnTo>
                    <a:pt x="4952" y="8217"/>
                  </a:lnTo>
                  <a:lnTo>
                    <a:pt x="5099" y="8327"/>
                  </a:lnTo>
                  <a:lnTo>
                    <a:pt x="5576" y="8584"/>
                  </a:lnTo>
                  <a:lnTo>
                    <a:pt x="6126" y="8840"/>
                  </a:lnTo>
                  <a:lnTo>
                    <a:pt x="6640" y="9134"/>
                  </a:lnTo>
                  <a:lnTo>
                    <a:pt x="7116" y="9501"/>
                  </a:lnTo>
                  <a:lnTo>
                    <a:pt x="7557" y="9831"/>
                  </a:lnTo>
                  <a:lnTo>
                    <a:pt x="8437" y="10638"/>
                  </a:lnTo>
                  <a:lnTo>
                    <a:pt x="9244" y="11371"/>
                  </a:lnTo>
                  <a:lnTo>
                    <a:pt x="10088" y="12105"/>
                  </a:lnTo>
                  <a:lnTo>
                    <a:pt x="10344" y="12325"/>
                  </a:lnTo>
                  <a:lnTo>
                    <a:pt x="10748" y="12655"/>
                  </a:lnTo>
                  <a:lnTo>
                    <a:pt x="10931" y="12765"/>
                  </a:lnTo>
                  <a:lnTo>
                    <a:pt x="11115" y="12839"/>
                  </a:lnTo>
                  <a:lnTo>
                    <a:pt x="11225" y="12839"/>
                  </a:lnTo>
                  <a:lnTo>
                    <a:pt x="11298" y="12802"/>
                  </a:lnTo>
                  <a:lnTo>
                    <a:pt x="11335" y="12765"/>
                  </a:lnTo>
                  <a:lnTo>
                    <a:pt x="11372" y="12692"/>
                  </a:lnTo>
                  <a:lnTo>
                    <a:pt x="11372" y="12582"/>
                  </a:lnTo>
                  <a:lnTo>
                    <a:pt x="11335" y="12472"/>
                  </a:lnTo>
                  <a:lnTo>
                    <a:pt x="11151" y="12325"/>
                  </a:lnTo>
                  <a:lnTo>
                    <a:pt x="10711" y="11995"/>
                  </a:lnTo>
                  <a:lnTo>
                    <a:pt x="10271" y="11628"/>
                  </a:lnTo>
                  <a:lnTo>
                    <a:pt x="9391" y="10858"/>
                  </a:lnTo>
                  <a:lnTo>
                    <a:pt x="8547" y="10051"/>
                  </a:lnTo>
                  <a:lnTo>
                    <a:pt x="8107" y="9684"/>
                  </a:lnTo>
                  <a:lnTo>
                    <a:pt x="7703" y="9354"/>
                  </a:lnTo>
                  <a:lnTo>
                    <a:pt x="7227" y="9024"/>
                  </a:lnTo>
                  <a:lnTo>
                    <a:pt x="6786" y="8694"/>
                  </a:lnTo>
                  <a:lnTo>
                    <a:pt x="6309" y="8437"/>
                  </a:lnTo>
                  <a:lnTo>
                    <a:pt x="5833" y="8217"/>
                  </a:lnTo>
                  <a:lnTo>
                    <a:pt x="5356" y="8033"/>
                  </a:lnTo>
                  <a:lnTo>
                    <a:pt x="5209" y="7997"/>
                  </a:lnTo>
                  <a:close/>
                  <a:moveTo>
                    <a:pt x="954" y="12582"/>
                  </a:moveTo>
                  <a:lnTo>
                    <a:pt x="1101" y="12692"/>
                  </a:lnTo>
                  <a:lnTo>
                    <a:pt x="1064" y="12765"/>
                  </a:lnTo>
                  <a:lnTo>
                    <a:pt x="1064" y="12839"/>
                  </a:lnTo>
                  <a:lnTo>
                    <a:pt x="1064" y="12875"/>
                  </a:lnTo>
                  <a:lnTo>
                    <a:pt x="1101" y="12839"/>
                  </a:lnTo>
                  <a:lnTo>
                    <a:pt x="1211" y="12912"/>
                  </a:lnTo>
                  <a:lnTo>
                    <a:pt x="1247" y="12985"/>
                  </a:lnTo>
                  <a:lnTo>
                    <a:pt x="1247" y="13059"/>
                  </a:lnTo>
                  <a:lnTo>
                    <a:pt x="1284" y="13242"/>
                  </a:lnTo>
                  <a:lnTo>
                    <a:pt x="991" y="13095"/>
                  </a:lnTo>
                  <a:lnTo>
                    <a:pt x="844" y="13059"/>
                  </a:lnTo>
                  <a:lnTo>
                    <a:pt x="697" y="13022"/>
                  </a:lnTo>
                  <a:lnTo>
                    <a:pt x="844" y="12765"/>
                  </a:lnTo>
                  <a:lnTo>
                    <a:pt x="954" y="12582"/>
                  </a:lnTo>
                  <a:close/>
                  <a:moveTo>
                    <a:pt x="2715" y="10858"/>
                  </a:moveTo>
                  <a:lnTo>
                    <a:pt x="2641" y="10931"/>
                  </a:lnTo>
                  <a:lnTo>
                    <a:pt x="2641" y="10968"/>
                  </a:lnTo>
                  <a:lnTo>
                    <a:pt x="2788" y="11151"/>
                  </a:lnTo>
                  <a:lnTo>
                    <a:pt x="2935" y="11261"/>
                  </a:lnTo>
                  <a:lnTo>
                    <a:pt x="3302" y="11445"/>
                  </a:lnTo>
                  <a:lnTo>
                    <a:pt x="3778" y="11775"/>
                  </a:lnTo>
                  <a:lnTo>
                    <a:pt x="4255" y="12105"/>
                  </a:lnTo>
                  <a:lnTo>
                    <a:pt x="5099" y="12765"/>
                  </a:lnTo>
                  <a:lnTo>
                    <a:pt x="5539" y="13095"/>
                  </a:lnTo>
                  <a:lnTo>
                    <a:pt x="5759" y="13242"/>
                  </a:lnTo>
                  <a:lnTo>
                    <a:pt x="5869" y="13279"/>
                  </a:lnTo>
                  <a:lnTo>
                    <a:pt x="6053" y="13279"/>
                  </a:lnTo>
                  <a:lnTo>
                    <a:pt x="6126" y="13242"/>
                  </a:lnTo>
                  <a:lnTo>
                    <a:pt x="6163" y="13169"/>
                  </a:lnTo>
                  <a:lnTo>
                    <a:pt x="6126" y="13059"/>
                  </a:lnTo>
                  <a:lnTo>
                    <a:pt x="6089" y="12985"/>
                  </a:lnTo>
                  <a:lnTo>
                    <a:pt x="6016" y="12875"/>
                  </a:lnTo>
                  <a:lnTo>
                    <a:pt x="5869" y="12729"/>
                  </a:lnTo>
                  <a:lnTo>
                    <a:pt x="5502" y="12472"/>
                  </a:lnTo>
                  <a:lnTo>
                    <a:pt x="4512" y="11738"/>
                  </a:lnTo>
                  <a:lnTo>
                    <a:pt x="4035" y="11408"/>
                  </a:lnTo>
                  <a:lnTo>
                    <a:pt x="3522" y="11078"/>
                  </a:lnTo>
                  <a:lnTo>
                    <a:pt x="3338" y="11005"/>
                  </a:lnTo>
                  <a:lnTo>
                    <a:pt x="3118" y="10895"/>
                  </a:lnTo>
                  <a:lnTo>
                    <a:pt x="2935" y="10858"/>
                  </a:lnTo>
                  <a:close/>
                  <a:moveTo>
                    <a:pt x="13756" y="12252"/>
                  </a:moveTo>
                  <a:lnTo>
                    <a:pt x="13719" y="12362"/>
                  </a:lnTo>
                  <a:lnTo>
                    <a:pt x="13719" y="12619"/>
                  </a:lnTo>
                  <a:lnTo>
                    <a:pt x="13719" y="12912"/>
                  </a:lnTo>
                  <a:lnTo>
                    <a:pt x="13756" y="12985"/>
                  </a:lnTo>
                  <a:lnTo>
                    <a:pt x="13793" y="13022"/>
                  </a:lnTo>
                  <a:lnTo>
                    <a:pt x="13719" y="13095"/>
                  </a:lnTo>
                  <a:lnTo>
                    <a:pt x="13389" y="13536"/>
                  </a:lnTo>
                  <a:lnTo>
                    <a:pt x="13426" y="13132"/>
                  </a:lnTo>
                  <a:lnTo>
                    <a:pt x="13462" y="12912"/>
                  </a:lnTo>
                  <a:lnTo>
                    <a:pt x="13462" y="12765"/>
                  </a:lnTo>
                  <a:lnTo>
                    <a:pt x="13426" y="12655"/>
                  </a:lnTo>
                  <a:lnTo>
                    <a:pt x="13756" y="12252"/>
                  </a:lnTo>
                  <a:close/>
                  <a:moveTo>
                    <a:pt x="4402" y="8694"/>
                  </a:moveTo>
                  <a:lnTo>
                    <a:pt x="4329" y="8730"/>
                  </a:lnTo>
                  <a:lnTo>
                    <a:pt x="4255" y="8804"/>
                  </a:lnTo>
                  <a:lnTo>
                    <a:pt x="4255" y="8877"/>
                  </a:lnTo>
                  <a:lnTo>
                    <a:pt x="4255" y="8987"/>
                  </a:lnTo>
                  <a:lnTo>
                    <a:pt x="4292" y="9060"/>
                  </a:lnTo>
                  <a:lnTo>
                    <a:pt x="4365" y="9134"/>
                  </a:lnTo>
                  <a:lnTo>
                    <a:pt x="4512" y="9207"/>
                  </a:lnTo>
                  <a:lnTo>
                    <a:pt x="4842" y="9354"/>
                  </a:lnTo>
                  <a:lnTo>
                    <a:pt x="5136" y="9501"/>
                  </a:lnTo>
                  <a:lnTo>
                    <a:pt x="5392" y="9647"/>
                  </a:lnTo>
                  <a:lnTo>
                    <a:pt x="5869" y="10014"/>
                  </a:lnTo>
                  <a:lnTo>
                    <a:pt x="6346" y="10418"/>
                  </a:lnTo>
                  <a:lnTo>
                    <a:pt x="6786" y="10858"/>
                  </a:lnTo>
                  <a:lnTo>
                    <a:pt x="8584" y="12398"/>
                  </a:lnTo>
                  <a:lnTo>
                    <a:pt x="9501" y="13169"/>
                  </a:lnTo>
                  <a:lnTo>
                    <a:pt x="9721" y="13315"/>
                  </a:lnTo>
                  <a:lnTo>
                    <a:pt x="9941" y="13462"/>
                  </a:lnTo>
                  <a:lnTo>
                    <a:pt x="10161" y="13572"/>
                  </a:lnTo>
                  <a:lnTo>
                    <a:pt x="10271" y="13609"/>
                  </a:lnTo>
                  <a:lnTo>
                    <a:pt x="10381" y="13609"/>
                  </a:lnTo>
                  <a:lnTo>
                    <a:pt x="10454" y="13572"/>
                  </a:lnTo>
                  <a:lnTo>
                    <a:pt x="10491" y="13536"/>
                  </a:lnTo>
                  <a:lnTo>
                    <a:pt x="10528" y="13462"/>
                  </a:lnTo>
                  <a:lnTo>
                    <a:pt x="10491" y="13389"/>
                  </a:lnTo>
                  <a:lnTo>
                    <a:pt x="10418" y="13242"/>
                  </a:lnTo>
                  <a:lnTo>
                    <a:pt x="10271" y="13132"/>
                  </a:lnTo>
                  <a:lnTo>
                    <a:pt x="9978" y="12949"/>
                  </a:lnTo>
                  <a:lnTo>
                    <a:pt x="9537" y="12619"/>
                  </a:lnTo>
                  <a:lnTo>
                    <a:pt x="9134" y="12288"/>
                  </a:lnTo>
                  <a:lnTo>
                    <a:pt x="7557" y="10931"/>
                  </a:lnTo>
                  <a:lnTo>
                    <a:pt x="6823" y="10271"/>
                  </a:lnTo>
                  <a:lnTo>
                    <a:pt x="6089" y="9647"/>
                  </a:lnTo>
                  <a:lnTo>
                    <a:pt x="5686" y="9354"/>
                  </a:lnTo>
                  <a:lnTo>
                    <a:pt x="5246" y="9097"/>
                  </a:lnTo>
                  <a:lnTo>
                    <a:pt x="4769" y="8950"/>
                  </a:lnTo>
                  <a:lnTo>
                    <a:pt x="4549" y="8840"/>
                  </a:lnTo>
                  <a:lnTo>
                    <a:pt x="4475" y="8767"/>
                  </a:lnTo>
                  <a:lnTo>
                    <a:pt x="4439" y="8694"/>
                  </a:lnTo>
                  <a:close/>
                  <a:moveTo>
                    <a:pt x="1541" y="13022"/>
                  </a:moveTo>
                  <a:lnTo>
                    <a:pt x="2091" y="13389"/>
                  </a:lnTo>
                  <a:lnTo>
                    <a:pt x="2091" y="13572"/>
                  </a:lnTo>
                  <a:lnTo>
                    <a:pt x="2126" y="13749"/>
                  </a:lnTo>
                  <a:lnTo>
                    <a:pt x="1504" y="13389"/>
                  </a:lnTo>
                  <a:lnTo>
                    <a:pt x="1578" y="13352"/>
                  </a:lnTo>
                  <a:lnTo>
                    <a:pt x="1614" y="13315"/>
                  </a:lnTo>
                  <a:lnTo>
                    <a:pt x="1614" y="13279"/>
                  </a:lnTo>
                  <a:lnTo>
                    <a:pt x="1614" y="13205"/>
                  </a:lnTo>
                  <a:lnTo>
                    <a:pt x="1541" y="13095"/>
                  </a:lnTo>
                  <a:lnTo>
                    <a:pt x="1541" y="13022"/>
                  </a:lnTo>
                  <a:close/>
                  <a:moveTo>
                    <a:pt x="13206" y="12949"/>
                  </a:moveTo>
                  <a:lnTo>
                    <a:pt x="13169" y="13022"/>
                  </a:lnTo>
                  <a:lnTo>
                    <a:pt x="13059" y="13756"/>
                  </a:lnTo>
                  <a:lnTo>
                    <a:pt x="13059" y="13829"/>
                  </a:lnTo>
                  <a:lnTo>
                    <a:pt x="13096" y="13866"/>
                  </a:lnTo>
                  <a:lnTo>
                    <a:pt x="12912" y="14086"/>
                  </a:lnTo>
                  <a:lnTo>
                    <a:pt x="12912" y="13719"/>
                  </a:lnTo>
                  <a:lnTo>
                    <a:pt x="12875" y="13352"/>
                  </a:lnTo>
                  <a:lnTo>
                    <a:pt x="13206" y="12949"/>
                  </a:lnTo>
                  <a:close/>
                  <a:moveTo>
                    <a:pt x="2458" y="13646"/>
                  </a:moveTo>
                  <a:lnTo>
                    <a:pt x="2641" y="13792"/>
                  </a:lnTo>
                  <a:lnTo>
                    <a:pt x="2788" y="13902"/>
                  </a:lnTo>
                  <a:lnTo>
                    <a:pt x="2788" y="14086"/>
                  </a:lnTo>
                  <a:lnTo>
                    <a:pt x="2825" y="14233"/>
                  </a:lnTo>
                  <a:lnTo>
                    <a:pt x="2605" y="14086"/>
                  </a:lnTo>
                  <a:lnTo>
                    <a:pt x="2385" y="13939"/>
                  </a:lnTo>
                  <a:lnTo>
                    <a:pt x="2495" y="13939"/>
                  </a:lnTo>
                  <a:lnTo>
                    <a:pt x="2568" y="13866"/>
                  </a:lnTo>
                  <a:lnTo>
                    <a:pt x="2568" y="13829"/>
                  </a:lnTo>
                  <a:lnTo>
                    <a:pt x="2568" y="13756"/>
                  </a:lnTo>
                  <a:lnTo>
                    <a:pt x="2458" y="13646"/>
                  </a:lnTo>
                  <a:close/>
                  <a:moveTo>
                    <a:pt x="3595" y="9794"/>
                  </a:moveTo>
                  <a:lnTo>
                    <a:pt x="3558" y="9831"/>
                  </a:lnTo>
                  <a:lnTo>
                    <a:pt x="3522" y="9867"/>
                  </a:lnTo>
                  <a:lnTo>
                    <a:pt x="3558" y="9977"/>
                  </a:lnTo>
                  <a:lnTo>
                    <a:pt x="3595" y="10088"/>
                  </a:lnTo>
                  <a:lnTo>
                    <a:pt x="3815" y="10234"/>
                  </a:lnTo>
                  <a:lnTo>
                    <a:pt x="4659" y="10821"/>
                  </a:lnTo>
                  <a:lnTo>
                    <a:pt x="5466" y="11518"/>
                  </a:lnTo>
                  <a:lnTo>
                    <a:pt x="6236" y="12178"/>
                  </a:lnTo>
                  <a:lnTo>
                    <a:pt x="7080" y="12839"/>
                  </a:lnTo>
                  <a:lnTo>
                    <a:pt x="7923" y="13462"/>
                  </a:lnTo>
                  <a:lnTo>
                    <a:pt x="8730" y="14049"/>
                  </a:lnTo>
                  <a:lnTo>
                    <a:pt x="9134" y="14343"/>
                  </a:lnTo>
                  <a:lnTo>
                    <a:pt x="9574" y="14563"/>
                  </a:lnTo>
                  <a:lnTo>
                    <a:pt x="9684" y="14563"/>
                  </a:lnTo>
                  <a:lnTo>
                    <a:pt x="9794" y="14526"/>
                  </a:lnTo>
                  <a:lnTo>
                    <a:pt x="9868" y="14453"/>
                  </a:lnTo>
                  <a:lnTo>
                    <a:pt x="9904" y="14416"/>
                  </a:lnTo>
                  <a:lnTo>
                    <a:pt x="9904" y="14379"/>
                  </a:lnTo>
                  <a:lnTo>
                    <a:pt x="9904" y="14306"/>
                  </a:lnTo>
                  <a:lnTo>
                    <a:pt x="9868" y="14269"/>
                  </a:lnTo>
                  <a:lnTo>
                    <a:pt x="9794" y="14196"/>
                  </a:lnTo>
                  <a:lnTo>
                    <a:pt x="9721" y="14159"/>
                  </a:lnTo>
                  <a:lnTo>
                    <a:pt x="9501" y="14012"/>
                  </a:lnTo>
                  <a:lnTo>
                    <a:pt x="9281" y="13866"/>
                  </a:lnTo>
                  <a:lnTo>
                    <a:pt x="8290" y="13205"/>
                  </a:lnTo>
                  <a:lnTo>
                    <a:pt x="7373" y="12508"/>
                  </a:lnTo>
                  <a:lnTo>
                    <a:pt x="6493" y="11812"/>
                  </a:lnTo>
                  <a:lnTo>
                    <a:pt x="5649" y="11115"/>
                  </a:lnTo>
                  <a:lnTo>
                    <a:pt x="4769" y="10418"/>
                  </a:lnTo>
                  <a:lnTo>
                    <a:pt x="4549" y="10234"/>
                  </a:lnTo>
                  <a:lnTo>
                    <a:pt x="4145" y="9977"/>
                  </a:lnTo>
                  <a:lnTo>
                    <a:pt x="3925" y="9867"/>
                  </a:lnTo>
                  <a:lnTo>
                    <a:pt x="3742" y="9794"/>
                  </a:lnTo>
                  <a:close/>
                  <a:moveTo>
                    <a:pt x="3155" y="14122"/>
                  </a:moveTo>
                  <a:lnTo>
                    <a:pt x="3778" y="14563"/>
                  </a:lnTo>
                  <a:lnTo>
                    <a:pt x="3742" y="14746"/>
                  </a:lnTo>
                  <a:lnTo>
                    <a:pt x="3742" y="14856"/>
                  </a:lnTo>
                  <a:lnTo>
                    <a:pt x="3338" y="14563"/>
                  </a:lnTo>
                  <a:lnTo>
                    <a:pt x="3338" y="14489"/>
                  </a:lnTo>
                  <a:lnTo>
                    <a:pt x="3302" y="14416"/>
                  </a:lnTo>
                  <a:lnTo>
                    <a:pt x="3192" y="14269"/>
                  </a:lnTo>
                  <a:lnTo>
                    <a:pt x="3155" y="14122"/>
                  </a:lnTo>
                  <a:close/>
                  <a:moveTo>
                    <a:pt x="12692" y="13536"/>
                  </a:moveTo>
                  <a:lnTo>
                    <a:pt x="12619" y="13976"/>
                  </a:lnTo>
                  <a:lnTo>
                    <a:pt x="12582" y="14416"/>
                  </a:lnTo>
                  <a:lnTo>
                    <a:pt x="12582" y="14489"/>
                  </a:lnTo>
                  <a:lnTo>
                    <a:pt x="12142" y="15040"/>
                  </a:lnTo>
                  <a:lnTo>
                    <a:pt x="12142" y="14893"/>
                  </a:lnTo>
                  <a:lnTo>
                    <a:pt x="12142" y="14563"/>
                  </a:lnTo>
                  <a:lnTo>
                    <a:pt x="12105" y="14269"/>
                  </a:lnTo>
                  <a:lnTo>
                    <a:pt x="12692" y="13536"/>
                  </a:lnTo>
                  <a:close/>
                  <a:moveTo>
                    <a:pt x="4035" y="14746"/>
                  </a:moveTo>
                  <a:lnTo>
                    <a:pt x="4402" y="15003"/>
                  </a:lnTo>
                  <a:lnTo>
                    <a:pt x="4402" y="15040"/>
                  </a:lnTo>
                  <a:lnTo>
                    <a:pt x="4402" y="15150"/>
                  </a:lnTo>
                  <a:lnTo>
                    <a:pt x="4439" y="15223"/>
                  </a:lnTo>
                  <a:lnTo>
                    <a:pt x="4549" y="15370"/>
                  </a:lnTo>
                  <a:lnTo>
                    <a:pt x="4659" y="15553"/>
                  </a:lnTo>
                  <a:lnTo>
                    <a:pt x="4255" y="15223"/>
                  </a:lnTo>
                  <a:lnTo>
                    <a:pt x="4255" y="15150"/>
                  </a:lnTo>
                  <a:lnTo>
                    <a:pt x="4219" y="15076"/>
                  </a:lnTo>
                  <a:lnTo>
                    <a:pt x="4109" y="14966"/>
                  </a:lnTo>
                  <a:lnTo>
                    <a:pt x="4035" y="14856"/>
                  </a:lnTo>
                  <a:lnTo>
                    <a:pt x="4035" y="14746"/>
                  </a:lnTo>
                  <a:close/>
                  <a:moveTo>
                    <a:pt x="11922" y="14489"/>
                  </a:moveTo>
                  <a:lnTo>
                    <a:pt x="11885" y="14856"/>
                  </a:lnTo>
                  <a:lnTo>
                    <a:pt x="11848" y="15113"/>
                  </a:lnTo>
                  <a:lnTo>
                    <a:pt x="11848" y="15260"/>
                  </a:lnTo>
                  <a:lnTo>
                    <a:pt x="11848" y="15370"/>
                  </a:lnTo>
                  <a:lnTo>
                    <a:pt x="11555" y="15700"/>
                  </a:lnTo>
                  <a:lnTo>
                    <a:pt x="11592" y="15480"/>
                  </a:lnTo>
                  <a:lnTo>
                    <a:pt x="11555" y="15223"/>
                  </a:lnTo>
                  <a:lnTo>
                    <a:pt x="11555" y="15150"/>
                  </a:lnTo>
                  <a:lnTo>
                    <a:pt x="11482" y="15113"/>
                  </a:lnTo>
                  <a:lnTo>
                    <a:pt x="11445" y="15113"/>
                  </a:lnTo>
                  <a:lnTo>
                    <a:pt x="11922" y="14489"/>
                  </a:lnTo>
                  <a:close/>
                  <a:moveTo>
                    <a:pt x="4769" y="15223"/>
                  </a:moveTo>
                  <a:lnTo>
                    <a:pt x="5026" y="15406"/>
                  </a:lnTo>
                  <a:lnTo>
                    <a:pt x="5576" y="15810"/>
                  </a:lnTo>
                  <a:lnTo>
                    <a:pt x="5576" y="15883"/>
                  </a:lnTo>
                  <a:lnTo>
                    <a:pt x="5576" y="16177"/>
                  </a:lnTo>
                  <a:lnTo>
                    <a:pt x="5576" y="16287"/>
                  </a:lnTo>
                  <a:lnTo>
                    <a:pt x="4916" y="15773"/>
                  </a:lnTo>
                  <a:lnTo>
                    <a:pt x="4952" y="15663"/>
                  </a:lnTo>
                  <a:lnTo>
                    <a:pt x="4952" y="15553"/>
                  </a:lnTo>
                  <a:lnTo>
                    <a:pt x="4916" y="15480"/>
                  </a:lnTo>
                  <a:lnTo>
                    <a:pt x="4879" y="15370"/>
                  </a:lnTo>
                  <a:lnTo>
                    <a:pt x="4769" y="15223"/>
                  </a:lnTo>
                  <a:close/>
                  <a:moveTo>
                    <a:pt x="5833" y="15993"/>
                  </a:moveTo>
                  <a:lnTo>
                    <a:pt x="6456" y="16507"/>
                  </a:lnTo>
                  <a:lnTo>
                    <a:pt x="6420" y="16580"/>
                  </a:lnTo>
                  <a:lnTo>
                    <a:pt x="6383" y="16690"/>
                  </a:lnTo>
                  <a:lnTo>
                    <a:pt x="6346" y="16874"/>
                  </a:lnTo>
                  <a:lnTo>
                    <a:pt x="5869" y="16507"/>
                  </a:lnTo>
                  <a:lnTo>
                    <a:pt x="5869" y="16323"/>
                  </a:lnTo>
                  <a:lnTo>
                    <a:pt x="5869" y="16140"/>
                  </a:lnTo>
                  <a:lnTo>
                    <a:pt x="5833" y="15993"/>
                  </a:lnTo>
                  <a:close/>
                  <a:moveTo>
                    <a:pt x="11298" y="15260"/>
                  </a:moveTo>
                  <a:lnTo>
                    <a:pt x="11298" y="15443"/>
                  </a:lnTo>
                  <a:lnTo>
                    <a:pt x="11225" y="15957"/>
                  </a:lnTo>
                  <a:lnTo>
                    <a:pt x="11225" y="16030"/>
                  </a:lnTo>
                  <a:lnTo>
                    <a:pt x="11261" y="16067"/>
                  </a:lnTo>
                  <a:lnTo>
                    <a:pt x="10088" y="17387"/>
                  </a:lnTo>
                  <a:lnTo>
                    <a:pt x="10088" y="17130"/>
                  </a:lnTo>
                  <a:lnTo>
                    <a:pt x="10088" y="16984"/>
                  </a:lnTo>
                  <a:lnTo>
                    <a:pt x="10308" y="16653"/>
                  </a:lnTo>
                  <a:lnTo>
                    <a:pt x="10821" y="15920"/>
                  </a:lnTo>
                  <a:lnTo>
                    <a:pt x="10785" y="16067"/>
                  </a:lnTo>
                  <a:lnTo>
                    <a:pt x="10711" y="16287"/>
                  </a:lnTo>
                  <a:lnTo>
                    <a:pt x="10711" y="16397"/>
                  </a:lnTo>
                  <a:lnTo>
                    <a:pt x="10711" y="16507"/>
                  </a:lnTo>
                  <a:lnTo>
                    <a:pt x="10748" y="16543"/>
                  </a:lnTo>
                  <a:lnTo>
                    <a:pt x="10785" y="16543"/>
                  </a:lnTo>
                  <a:lnTo>
                    <a:pt x="10895" y="16470"/>
                  </a:lnTo>
                  <a:lnTo>
                    <a:pt x="10968" y="16360"/>
                  </a:lnTo>
                  <a:lnTo>
                    <a:pt x="11005" y="16103"/>
                  </a:lnTo>
                  <a:lnTo>
                    <a:pt x="11005" y="15663"/>
                  </a:lnTo>
                  <a:lnTo>
                    <a:pt x="11225" y="15370"/>
                  </a:lnTo>
                  <a:lnTo>
                    <a:pt x="11298" y="15260"/>
                  </a:lnTo>
                  <a:close/>
                  <a:moveTo>
                    <a:pt x="6566" y="16580"/>
                  </a:moveTo>
                  <a:lnTo>
                    <a:pt x="7006" y="17020"/>
                  </a:lnTo>
                  <a:lnTo>
                    <a:pt x="7006" y="17240"/>
                  </a:lnTo>
                  <a:lnTo>
                    <a:pt x="7006" y="17460"/>
                  </a:lnTo>
                  <a:lnTo>
                    <a:pt x="6896" y="17350"/>
                  </a:lnTo>
                  <a:lnTo>
                    <a:pt x="6640" y="17130"/>
                  </a:lnTo>
                  <a:lnTo>
                    <a:pt x="6640" y="17020"/>
                  </a:lnTo>
                  <a:lnTo>
                    <a:pt x="6603" y="16800"/>
                  </a:lnTo>
                  <a:lnTo>
                    <a:pt x="6566" y="16580"/>
                  </a:lnTo>
                  <a:close/>
                  <a:moveTo>
                    <a:pt x="9464" y="404"/>
                  </a:moveTo>
                  <a:lnTo>
                    <a:pt x="9684" y="440"/>
                  </a:lnTo>
                  <a:lnTo>
                    <a:pt x="9868" y="477"/>
                  </a:lnTo>
                  <a:lnTo>
                    <a:pt x="10051" y="587"/>
                  </a:lnTo>
                  <a:lnTo>
                    <a:pt x="10418" y="844"/>
                  </a:lnTo>
                  <a:lnTo>
                    <a:pt x="10711" y="1064"/>
                  </a:lnTo>
                  <a:lnTo>
                    <a:pt x="12582" y="2421"/>
                  </a:lnTo>
                  <a:lnTo>
                    <a:pt x="14489" y="3815"/>
                  </a:lnTo>
                  <a:lnTo>
                    <a:pt x="15443" y="4512"/>
                  </a:lnTo>
                  <a:lnTo>
                    <a:pt x="15700" y="4732"/>
                  </a:lnTo>
                  <a:lnTo>
                    <a:pt x="15847" y="4805"/>
                  </a:lnTo>
                  <a:lnTo>
                    <a:pt x="15993" y="4879"/>
                  </a:lnTo>
                  <a:lnTo>
                    <a:pt x="15590" y="5356"/>
                  </a:lnTo>
                  <a:lnTo>
                    <a:pt x="15223" y="5869"/>
                  </a:lnTo>
                  <a:lnTo>
                    <a:pt x="15040" y="6089"/>
                  </a:lnTo>
                  <a:lnTo>
                    <a:pt x="14856" y="6383"/>
                  </a:lnTo>
                  <a:lnTo>
                    <a:pt x="14783" y="6529"/>
                  </a:lnTo>
                  <a:lnTo>
                    <a:pt x="14746" y="6639"/>
                  </a:lnTo>
                  <a:lnTo>
                    <a:pt x="14746" y="6786"/>
                  </a:lnTo>
                  <a:lnTo>
                    <a:pt x="14856" y="6896"/>
                  </a:lnTo>
                  <a:lnTo>
                    <a:pt x="14966" y="7006"/>
                  </a:lnTo>
                  <a:lnTo>
                    <a:pt x="15076" y="7080"/>
                  </a:lnTo>
                  <a:lnTo>
                    <a:pt x="15370" y="7190"/>
                  </a:lnTo>
                  <a:lnTo>
                    <a:pt x="15957" y="7300"/>
                  </a:lnTo>
                  <a:lnTo>
                    <a:pt x="16727" y="7446"/>
                  </a:lnTo>
                  <a:lnTo>
                    <a:pt x="17021" y="7520"/>
                  </a:lnTo>
                  <a:lnTo>
                    <a:pt x="16984" y="7593"/>
                  </a:lnTo>
                  <a:lnTo>
                    <a:pt x="16470" y="8143"/>
                  </a:lnTo>
                  <a:lnTo>
                    <a:pt x="15993" y="8730"/>
                  </a:lnTo>
                  <a:lnTo>
                    <a:pt x="15040" y="9904"/>
                  </a:lnTo>
                  <a:lnTo>
                    <a:pt x="12912" y="12508"/>
                  </a:lnTo>
                  <a:lnTo>
                    <a:pt x="11848" y="13792"/>
                  </a:lnTo>
                  <a:lnTo>
                    <a:pt x="10821" y="15113"/>
                  </a:lnTo>
                  <a:lnTo>
                    <a:pt x="10344" y="15736"/>
                  </a:lnTo>
                  <a:lnTo>
                    <a:pt x="9904" y="16397"/>
                  </a:lnTo>
                  <a:lnTo>
                    <a:pt x="9464" y="17057"/>
                  </a:lnTo>
                  <a:lnTo>
                    <a:pt x="9317" y="17277"/>
                  </a:lnTo>
                  <a:lnTo>
                    <a:pt x="9207" y="17497"/>
                  </a:lnTo>
                  <a:lnTo>
                    <a:pt x="8987" y="17387"/>
                  </a:lnTo>
                  <a:lnTo>
                    <a:pt x="8767" y="17350"/>
                  </a:lnTo>
                  <a:lnTo>
                    <a:pt x="8290" y="17204"/>
                  </a:lnTo>
                  <a:lnTo>
                    <a:pt x="7997" y="17094"/>
                  </a:lnTo>
                  <a:lnTo>
                    <a:pt x="7740" y="16910"/>
                  </a:lnTo>
                  <a:lnTo>
                    <a:pt x="7483" y="16727"/>
                  </a:lnTo>
                  <a:lnTo>
                    <a:pt x="7227" y="16507"/>
                  </a:lnTo>
                  <a:lnTo>
                    <a:pt x="6750" y="16067"/>
                  </a:lnTo>
                  <a:lnTo>
                    <a:pt x="6273" y="15663"/>
                  </a:lnTo>
                  <a:lnTo>
                    <a:pt x="5723" y="15296"/>
                  </a:lnTo>
                  <a:lnTo>
                    <a:pt x="5209" y="14929"/>
                  </a:lnTo>
                  <a:lnTo>
                    <a:pt x="3045" y="13462"/>
                  </a:lnTo>
                  <a:lnTo>
                    <a:pt x="1908" y="12619"/>
                  </a:lnTo>
                  <a:lnTo>
                    <a:pt x="1321" y="12215"/>
                  </a:lnTo>
                  <a:lnTo>
                    <a:pt x="697" y="11848"/>
                  </a:lnTo>
                  <a:lnTo>
                    <a:pt x="624" y="11812"/>
                  </a:lnTo>
                  <a:lnTo>
                    <a:pt x="1614" y="10381"/>
                  </a:lnTo>
                  <a:lnTo>
                    <a:pt x="2641" y="8950"/>
                  </a:lnTo>
                  <a:lnTo>
                    <a:pt x="3668" y="7556"/>
                  </a:lnTo>
                  <a:lnTo>
                    <a:pt x="4732" y="6163"/>
                  </a:lnTo>
                  <a:lnTo>
                    <a:pt x="6970" y="3338"/>
                  </a:lnTo>
                  <a:lnTo>
                    <a:pt x="8144" y="1944"/>
                  </a:lnTo>
                  <a:lnTo>
                    <a:pt x="8730" y="1284"/>
                  </a:lnTo>
                  <a:lnTo>
                    <a:pt x="9244" y="550"/>
                  </a:lnTo>
                  <a:lnTo>
                    <a:pt x="9281" y="477"/>
                  </a:lnTo>
                  <a:lnTo>
                    <a:pt x="9281" y="404"/>
                  </a:lnTo>
                  <a:close/>
                  <a:moveTo>
                    <a:pt x="7227" y="17204"/>
                  </a:moveTo>
                  <a:lnTo>
                    <a:pt x="7667" y="17460"/>
                  </a:lnTo>
                  <a:lnTo>
                    <a:pt x="8107" y="17681"/>
                  </a:lnTo>
                  <a:lnTo>
                    <a:pt x="8070" y="17937"/>
                  </a:lnTo>
                  <a:lnTo>
                    <a:pt x="8107" y="18194"/>
                  </a:lnTo>
                  <a:lnTo>
                    <a:pt x="7850" y="18084"/>
                  </a:lnTo>
                  <a:lnTo>
                    <a:pt x="7447" y="17791"/>
                  </a:lnTo>
                  <a:lnTo>
                    <a:pt x="7410" y="17644"/>
                  </a:lnTo>
                  <a:lnTo>
                    <a:pt x="7337" y="17497"/>
                  </a:lnTo>
                  <a:lnTo>
                    <a:pt x="7227" y="17204"/>
                  </a:lnTo>
                  <a:close/>
                  <a:moveTo>
                    <a:pt x="9831" y="17460"/>
                  </a:moveTo>
                  <a:lnTo>
                    <a:pt x="9868" y="17534"/>
                  </a:lnTo>
                  <a:lnTo>
                    <a:pt x="9904" y="17571"/>
                  </a:lnTo>
                  <a:lnTo>
                    <a:pt x="9464" y="18084"/>
                  </a:lnTo>
                  <a:lnTo>
                    <a:pt x="9207" y="18341"/>
                  </a:lnTo>
                  <a:lnTo>
                    <a:pt x="9171" y="18231"/>
                  </a:lnTo>
                  <a:lnTo>
                    <a:pt x="9134" y="18121"/>
                  </a:lnTo>
                  <a:lnTo>
                    <a:pt x="9134" y="17974"/>
                  </a:lnTo>
                  <a:lnTo>
                    <a:pt x="9317" y="17974"/>
                  </a:lnTo>
                  <a:lnTo>
                    <a:pt x="9317" y="17937"/>
                  </a:lnTo>
                  <a:lnTo>
                    <a:pt x="9391" y="17937"/>
                  </a:lnTo>
                  <a:lnTo>
                    <a:pt x="9464" y="17901"/>
                  </a:lnTo>
                  <a:lnTo>
                    <a:pt x="9574" y="17827"/>
                  </a:lnTo>
                  <a:lnTo>
                    <a:pt x="9647" y="17681"/>
                  </a:lnTo>
                  <a:lnTo>
                    <a:pt x="9794" y="17460"/>
                  </a:lnTo>
                  <a:close/>
                  <a:moveTo>
                    <a:pt x="9464" y="0"/>
                  </a:moveTo>
                  <a:lnTo>
                    <a:pt x="9281" y="37"/>
                  </a:lnTo>
                  <a:lnTo>
                    <a:pt x="9134" y="110"/>
                  </a:lnTo>
                  <a:lnTo>
                    <a:pt x="9024" y="147"/>
                  </a:lnTo>
                  <a:lnTo>
                    <a:pt x="8951" y="257"/>
                  </a:lnTo>
                  <a:lnTo>
                    <a:pt x="8914" y="294"/>
                  </a:lnTo>
                  <a:lnTo>
                    <a:pt x="8914" y="330"/>
                  </a:lnTo>
                  <a:lnTo>
                    <a:pt x="8327" y="954"/>
                  </a:lnTo>
                  <a:lnTo>
                    <a:pt x="7740" y="1614"/>
                  </a:lnTo>
                  <a:lnTo>
                    <a:pt x="6640" y="2971"/>
                  </a:lnTo>
                  <a:lnTo>
                    <a:pt x="5502" y="4365"/>
                  </a:lnTo>
                  <a:lnTo>
                    <a:pt x="4402" y="5759"/>
                  </a:lnTo>
                  <a:lnTo>
                    <a:pt x="2421" y="8400"/>
                  </a:lnTo>
                  <a:lnTo>
                    <a:pt x="477" y="11041"/>
                  </a:lnTo>
                  <a:lnTo>
                    <a:pt x="330" y="11261"/>
                  </a:lnTo>
                  <a:lnTo>
                    <a:pt x="37" y="11701"/>
                  </a:lnTo>
                  <a:lnTo>
                    <a:pt x="0" y="11775"/>
                  </a:lnTo>
                  <a:lnTo>
                    <a:pt x="0" y="11885"/>
                  </a:lnTo>
                  <a:lnTo>
                    <a:pt x="37" y="11958"/>
                  </a:lnTo>
                  <a:lnTo>
                    <a:pt x="74" y="12032"/>
                  </a:lnTo>
                  <a:lnTo>
                    <a:pt x="147" y="12068"/>
                  </a:lnTo>
                  <a:lnTo>
                    <a:pt x="220" y="12105"/>
                  </a:lnTo>
                  <a:lnTo>
                    <a:pt x="294" y="12105"/>
                  </a:lnTo>
                  <a:lnTo>
                    <a:pt x="404" y="12068"/>
                  </a:lnTo>
                  <a:lnTo>
                    <a:pt x="440" y="12142"/>
                  </a:lnTo>
                  <a:lnTo>
                    <a:pt x="697" y="12398"/>
                  </a:lnTo>
                  <a:lnTo>
                    <a:pt x="587" y="12508"/>
                  </a:lnTo>
                  <a:lnTo>
                    <a:pt x="514" y="12655"/>
                  </a:lnTo>
                  <a:lnTo>
                    <a:pt x="440" y="12802"/>
                  </a:lnTo>
                  <a:lnTo>
                    <a:pt x="404" y="12949"/>
                  </a:lnTo>
                  <a:lnTo>
                    <a:pt x="404" y="13022"/>
                  </a:lnTo>
                  <a:lnTo>
                    <a:pt x="440" y="13059"/>
                  </a:lnTo>
                  <a:lnTo>
                    <a:pt x="514" y="13095"/>
                  </a:lnTo>
                  <a:lnTo>
                    <a:pt x="550" y="13095"/>
                  </a:lnTo>
                  <a:lnTo>
                    <a:pt x="624" y="13205"/>
                  </a:lnTo>
                  <a:lnTo>
                    <a:pt x="697" y="13315"/>
                  </a:lnTo>
                  <a:lnTo>
                    <a:pt x="881" y="13462"/>
                  </a:lnTo>
                  <a:lnTo>
                    <a:pt x="1284" y="13719"/>
                  </a:lnTo>
                  <a:lnTo>
                    <a:pt x="2385" y="14416"/>
                  </a:lnTo>
                  <a:lnTo>
                    <a:pt x="3558" y="15223"/>
                  </a:lnTo>
                  <a:lnTo>
                    <a:pt x="4659" y="16103"/>
                  </a:lnTo>
                  <a:lnTo>
                    <a:pt x="6420" y="17534"/>
                  </a:lnTo>
                  <a:lnTo>
                    <a:pt x="6420" y="17571"/>
                  </a:lnTo>
                  <a:lnTo>
                    <a:pt x="6493" y="17644"/>
                  </a:lnTo>
                  <a:lnTo>
                    <a:pt x="6566" y="17644"/>
                  </a:lnTo>
                  <a:lnTo>
                    <a:pt x="6823" y="17864"/>
                  </a:lnTo>
                  <a:lnTo>
                    <a:pt x="7300" y="18231"/>
                  </a:lnTo>
                  <a:lnTo>
                    <a:pt x="7777" y="18561"/>
                  </a:lnTo>
                  <a:lnTo>
                    <a:pt x="8034" y="18671"/>
                  </a:lnTo>
                  <a:lnTo>
                    <a:pt x="8254" y="18781"/>
                  </a:lnTo>
                  <a:lnTo>
                    <a:pt x="8510" y="18854"/>
                  </a:lnTo>
                  <a:lnTo>
                    <a:pt x="8620" y="18854"/>
                  </a:lnTo>
                  <a:lnTo>
                    <a:pt x="8767" y="18818"/>
                  </a:lnTo>
                  <a:lnTo>
                    <a:pt x="8804" y="18744"/>
                  </a:lnTo>
                  <a:lnTo>
                    <a:pt x="8840" y="18708"/>
                  </a:lnTo>
                  <a:lnTo>
                    <a:pt x="8840" y="18634"/>
                  </a:lnTo>
                  <a:lnTo>
                    <a:pt x="8804" y="18561"/>
                  </a:lnTo>
                  <a:lnTo>
                    <a:pt x="8730" y="18488"/>
                  </a:lnTo>
                  <a:lnTo>
                    <a:pt x="8620" y="18414"/>
                  </a:lnTo>
                  <a:lnTo>
                    <a:pt x="8437" y="18341"/>
                  </a:lnTo>
                  <a:lnTo>
                    <a:pt x="8400" y="18341"/>
                  </a:lnTo>
                  <a:lnTo>
                    <a:pt x="8400" y="18157"/>
                  </a:lnTo>
                  <a:lnTo>
                    <a:pt x="8400" y="17974"/>
                  </a:lnTo>
                  <a:lnTo>
                    <a:pt x="8364" y="17791"/>
                  </a:lnTo>
                  <a:lnTo>
                    <a:pt x="8620" y="17864"/>
                  </a:lnTo>
                  <a:lnTo>
                    <a:pt x="8951" y="17937"/>
                  </a:lnTo>
                  <a:lnTo>
                    <a:pt x="8877" y="18121"/>
                  </a:lnTo>
                  <a:lnTo>
                    <a:pt x="8877" y="18267"/>
                  </a:lnTo>
                  <a:lnTo>
                    <a:pt x="8914" y="18451"/>
                  </a:lnTo>
                  <a:lnTo>
                    <a:pt x="8987" y="18598"/>
                  </a:lnTo>
                  <a:lnTo>
                    <a:pt x="8877" y="18781"/>
                  </a:lnTo>
                  <a:lnTo>
                    <a:pt x="8877" y="18854"/>
                  </a:lnTo>
                  <a:lnTo>
                    <a:pt x="8914" y="18964"/>
                  </a:lnTo>
                  <a:lnTo>
                    <a:pt x="9024" y="19001"/>
                  </a:lnTo>
                  <a:lnTo>
                    <a:pt x="9097" y="18964"/>
                  </a:lnTo>
                  <a:lnTo>
                    <a:pt x="9281" y="18854"/>
                  </a:lnTo>
                  <a:lnTo>
                    <a:pt x="9427" y="18708"/>
                  </a:lnTo>
                  <a:lnTo>
                    <a:pt x="9721" y="18414"/>
                  </a:lnTo>
                  <a:lnTo>
                    <a:pt x="10344" y="17717"/>
                  </a:lnTo>
                  <a:lnTo>
                    <a:pt x="11555" y="16397"/>
                  </a:lnTo>
                  <a:lnTo>
                    <a:pt x="12802" y="14929"/>
                  </a:lnTo>
                  <a:lnTo>
                    <a:pt x="14013" y="13462"/>
                  </a:lnTo>
                  <a:lnTo>
                    <a:pt x="15150" y="11958"/>
                  </a:lnTo>
                  <a:lnTo>
                    <a:pt x="16214" y="10454"/>
                  </a:lnTo>
                  <a:lnTo>
                    <a:pt x="17314" y="8950"/>
                  </a:lnTo>
                  <a:lnTo>
                    <a:pt x="17791" y="8253"/>
                  </a:lnTo>
                  <a:lnTo>
                    <a:pt x="18011" y="7887"/>
                  </a:lnTo>
                  <a:lnTo>
                    <a:pt x="18231" y="7483"/>
                  </a:lnTo>
                  <a:lnTo>
                    <a:pt x="18304" y="7483"/>
                  </a:lnTo>
                  <a:lnTo>
                    <a:pt x="18341" y="7446"/>
                  </a:lnTo>
                  <a:lnTo>
                    <a:pt x="18378" y="7373"/>
                  </a:lnTo>
                  <a:lnTo>
                    <a:pt x="18378" y="7300"/>
                  </a:lnTo>
                  <a:lnTo>
                    <a:pt x="18268" y="7080"/>
                  </a:lnTo>
                  <a:lnTo>
                    <a:pt x="18158" y="6860"/>
                  </a:lnTo>
                  <a:lnTo>
                    <a:pt x="17828" y="6493"/>
                  </a:lnTo>
                  <a:lnTo>
                    <a:pt x="17644" y="6346"/>
                  </a:lnTo>
                  <a:lnTo>
                    <a:pt x="17424" y="6199"/>
                  </a:lnTo>
                  <a:lnTo>
                    <a:pt x="17277" y="6126"/>
                  </a:lnTo>
                  <a:lnTo>
                    <a:pt x="17131" y="6089"/>
                  </a:lnTo>
                  <a:lnTo>
                    <a:pt x="16910" y="5576"/>
                  </a:lnTo>
                  <a:lnTo>
                    <a:pt x="16837" y="5319"/>
                  </a:lnTo>
                  <a:lnTo>
                    <a:pt x="16800" y="5062"/>
                  </a:lnTo>
                  <a:lnTo>
                    <a:pt x="16800" y="4915"/>
                  </a:lnTo>
                  <a:lnTo>
                    <a:pt x="16727" y="4769"/>
                  </a:lnTo>
                  <a:lnTo>
                    <a:pt x="16654" y="4695"/>
                  </a:lnTo>
                  <a:lnTo>
                    <a:pt x="16470" y="4695"/>
                  </a:lnTo>
                  <a:lnTo>
                    <a:pt x="16397" y="4732"/>
                  </a:lnTo>
                  <a:lnTo>
                    <a:pt x="16360" y="4769"/>
                  </a:lnTo>
                  <a:lnTo>
                    <a:pt x="16397" y="4842"/>
                  </a:lnTo>
                  <a:lnTo>
                    <a:pt x="16434" y="4879"/>
                  </a:lnTo>
                  <a:lnTo>
                    <a:pt x="16434" y="4915"/>
                  </a:lnTo>
                  <a:lnTo>
                    <a:pt x="16434" y="5099"/>
                  </a:lnTo>
                  <a:lnTo>
                    <a:pt x="16434" y="5356"/>
                  </a:lnTo>
                  <a:lnTo>
                    <a:pt x="16470" y="5539"/>
                  </a:lnTo>
                  <a:lnTo>
                    <a:pt x="16544" y="5759"/>
                  </a:lnTo>
                  <a:lnTo>
                    <a:pt x="16690" y="6126"/>
                  </a:lnTo>
                  <a:lnTo>
                    <a:pt x="16984" y="7006"/>
                  </a:lnTo>
                  <a:lnTo>
                    <a:pt x="17021" y="7080"/>
                  </a:lnTo>
                  <a:lnTo>
                    <a:pt x="16544" y="6970"/>
                  </a:lnTo>
                  <a:lnTo>
                    <a:pt x="15920" y="6860"/>
                  </a:lnTo>
                  <a:lnTo>
                    <a:pt x="15296" y="6713"/>
                  </a:lnTo>
                  <a:lnTo>
                    <a:pt x="15186" y="6639"/>
                  </a:lnTo>
                  <a:lnTo>
                    <a:pt x="15223" y="6603"/>
                  </a:lnTo>
                  <a:lnTo>
                    <a:pt x="15333" y="6419"/>
                  </a:lnTo>
                  <a:lnTo>
                    <a:pt x="15700" y="5906"/>
                  </a:lnTo>
                  <a:lnTo>
                    <a:pt x="16030" y="5392"/>
                  </a:lnTo>
                  <a:lnTo>
                    <a:pt x="16287" y="4915"/>
                  </a:lnTo>
                  <a:lnTo>
                    <a:pt x="16360" y="4842"/>
                  </a:lnTo>
                  <a:lnTo>
                    <a:pt x="16360" y="4732"/>
                  </a:lnTo>
                  <a:lnTo>
                    <a:pt x="16324" y="4622"/>
                  </a:lnTo>
                  <a:lnTo>
                    <a:pt x="16250" y="4512"/>
                  </a:lnTo>
                  <a:lnTo>
                    <a:pt x="16067" y="4329"/>
                  </a:lnTo>
                  <a:lnTo>
                    <a:pt x="15590" y="4035"/>
                  </a:lnTo>
                  <a:lnTo>
                    <a:pt x="14526" y="3265"/>
                  </a:lnTo>
                  <a:lnTo>
                    <a:pt x="12435" y="1724"/>
                  </a:lnTo>
                  <a:lnTo>
                    <a:pt x="11445" y="1027"/>
                  </a:lnTo>
                  <a:lnTo>
                    <a:pt x="10454" y="330"/>
                  </a:lnTo>
                  <a:lnTo>
                    <a:pt x="10124" y="147"/>
                  </a:lnTo>
                  <a:lnTo>
                    <a:pt x="9794" y="37"/>
                  </a:lnTo>
                  <a:lnTo>
                    <a:pt x="9611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79" name="Google Shape;302;p5">
              <a:extLst>
                <a:ext uri="{FF2B5EF4-FFF2-40B4-BE49-F238E27FC236}">
                  <a16:creationId xmlns:a16="http://schemas.microsoft.com/office/drawing/2014/main" id="{955D4038-4981-4499-AF08-CBA931DF4E77}"/>
                </a:ext>
              </a:extLst>
            </p:cNvPr>
            <p:cNvSpPr/>
            <p:nvPr/>
          </p:nvSpPr>
          <p:spPr>
            <a:xfrm>
              <a:off x="6855475" y="1544725"/>
              <a:ext cx="444800" cy="353100"/>
            </a:xfrm>
            <a:custGeom>
              <a:avLst/>
              <a:gdLst/>
              <a:ahLst/>
              <a:cxnLst/>
              <a:rect l="l" t="t" r="r" b="b"/>
              <a:pathLst>
                <a:path w="17792" h="14124" extrusionOk="0">
                  <a:moveTo>
                    <a:pt x="10565" y="2275"/>
                  </a:moveTo>
                  <a:lnTo>
                    <a:pt x="10785" y="2312"/>
                  </a:lnTo>
                  <a:lnTo>
                    <a:pt x="11189" y="2422"/>
                  </a:lnTo>
                  <a:lnTo>
                    <a:pt x="11555" y="2605"/>
                  </a:lnTo>
                  <a:lnTo>
                    <a:pt x="11445" y="2605"/>
                  </a:lnTo>
                  <a:lnTo>
                    <a:pt x="10638" y="2899"/>
                  </a:lnTo>
                  <a:lnTo>
                    <a:pt x="9868" y="3192"/>
                  </a:lnTo>
                  <a:lnTo>
                    <a:pt x="9245" y="3449"/>
                  </a:lnTo>
                  <a:lnTo>
                    <a:pt x="8584" y="3706"/>
                  </a:lnTo>
                  <a:lnTo>
                    <a:pt x="7961" y="4036"/>
                  </a:lnTo>
                  <a:lnTo>
                    <a:pt x="7667" y="4219"/>
                  </a:lnTo>
                  <a:lnTo>
                    <a:pt x="7410" y="4439"/>
                  </a:lnTo>
                  <a:lnTo>
                    <a:pt x="7631" y="4073"/>
                  </a:lnTo>
                  <a:lnTo>
                    <a:pt x="7887" y="3743"/>
                  </a:lnTo>
                  <a:lnTo>
                    <a:pt x="8144" y="3412"/>
                  </a:lnTo>
                  <a:lnTo>
                    <a:pt x="8438" y="3156"/>
                  </a:lnTo>
                  <a:lnTo>
                    <a:pt x="8768" y="2899"/>
                  </a:lnTo>
                  <a:lnTo>
                    <a:pt x="9098" y="2679"/>
                  </a:lnTo>
                  <a:lnTo>
                    <a:pt x="9501" y="2495"/>
                  </a:lnTo>
                  <a:lnTo>
                    <a:pt x="9905" y="2349"/>
                  </a:lnTo>
                  <a:lnTo>
                    <a:pt x="10125" y="2312"/>
                  </a:lnTo>
                  <a:lnTo>
                    <a:pt x="10345" y="2275"/>
                  </a:lnTo>
                  <a:close/>
                  <a:moveTo>
                    <a:pt x="1285" y="2129"/>
                  </a:moveTo>
                  <a:lnTo>
                    <a:pt x="1248" y="2165"/>
                  </a:lnTo>
                  <a:lnTo>
                    <a:pt x="1101" y="2275"/>
                  </a:lnTo>
                  <a:lnTo>
                    <a:pt x="991" y="2422"/>
                  </a:lnTo>
                  <a:lnTo>
                    <a:pt x="808" y="2715"/>
                  </a:lnTo>
                  <a:lnTo>
                    <a:pt x="588" y="2605"/>
                  </a:lnTo>
                  <a:lnTo>
                    <a:pt x="441" y="2422"/>
                  </a:lnTo>
                  <a:lnTo>
                    <a:pt x="258" y="2239"/>
                  </a:lnTo>
                  <a:lnTo>
                    <a:pt x="184" y="2202"/>
                  </a:lnTo>
                  <a:lnTo>
                    <a:pt x="111" y="2202"/>
                  </a:lnTo>
                  <a:lnTo>
                    <a:pt x="37" y="2239"/>
                  </a:lnTo>
                  <a:lnTo>
                    <a:pt x="1" y="2312"/>
                  </a:lnTo>
                  <a:lnTo>
                    <a:pt x="1" y="2495"/>
                  </a:lnTo>
                  <a:lnTo>
                    <a:pt x="74" y="2642"/>
                  </a:lnTo>
                  <a:lnTo>
                    <a:pt x="147" y="2789"/>
                  </a:lnTo>
                  <a:lnTo>
                    <a:pt x="258" y="2936"/>
                  </a:lnTo>
                  <a:lnTo>
                    <a:pt x="404" y="3046"/>
                  </a:lnTo>
                  <a:lnTo>
                    <a:pt x="588" y="3119"/>
                  </a:lnTo>
                  <a:lnTo>
                    <a:pt x="294" y="3706"/>
                  </a:lnTo>
                  <a:lnTo>
                    <a:pt x="74" y="4293"/>
                  </a:lnTo>
                  <a:lnTo>
                    <a:pt x="74" y="4403"/>
                  </a:lnTo>
                  <a:lnTo>
                    <a:pt x="74" y="4476"/>
                  </a:lnTo>
                  <a:lnTo>
                    <a:pt x="147" y="4549"/>
                  </a:lnTo>
                  <a:lnTo>
                    <a:pt x="221" y="4586"/>
                  </a:lnTo>
                  <a:lnTo>
                    <a:pt x="294" y="4623"/>
                  </a:lnTo>
                  <a:lnTo>
                    <a:pt x="368" y="4586"/>
                  </a:lnTo>
                  <a:lnTo>
                    <a:pt x="441" y="4549"/>
                  </a:lnTo>
                  <a:lnTo>
                    <a:pt x="514" y="4476"/>
                  </a:lnTo>
                  <a:lnTo>
                    <a:pt x="991" y="3339"/>
                  </a:lnTo>
                  <a:lnTo>
                    <a:pt x="1248" y="2789"/>
                  </a:lnTo>
                  <a:lnTo>
                    <a:pt x="1321" y="2495"/>
                  </a:lnTo>
                  <a:lnTo>
                    <a:pt x="1395" y="2202"/>
                  </a:lnTo>
                  <a:lnTo>
                    <a:pt x="1358" y="2165"/>
                  </a:lnTo>
                  <a:lnTo>
                    <a:pt x="1321" y="2129"/>
                  </a:lnTo>
                  <a:close/>
                  <a:moveTo>
                    <a:pt x="11702" y="2715"/>
                  </a:moveTo>
                  <a:lnTo>
                    <a:pt x="11959" y="2936"/>
                  </a:lnTo>
                  <a:lnTo>
                    <a:pt x="12142" y="3156"/>
                  </a:lnTo>
                  <a:lnTo>
                    <a:pt x="12216" y="3266"/>
                  </a:lnTo>
                  <a:lnTo>
                    <a:pt x="11812" y="3412"/>
                  </a:lnTo>
                  <a:lnTo>
                    <a:pt x="11445" y="3559"/>
                  </a:lnTo>
                  <a:lnTo>
                    <a:pt x="9758" y="4183"/>
                  </a:lnTo>
                  <a:lnTo>
                    <a:pt x="8254" y="4770"/>
                  </a:lnTo>
                  <a:lnTo>
                    <a:pt x="7484" y="5100"/>
                  </a:lnTo>
                  <a:lnTo>
                    <a:pt x="7117" y="5283"/>
                  </a:lnTo>
                  <a:lnTo>
                    <a:pt x="6787" y="5503"/>
                  </a:lnTo>
                  <a:lnTo>
                    <a:pt x="7337" y="4549"/>
                  </a:lnTo>
                  <a:lnTo>
                    <a:pt x="7374" y="4549"/>
                  </a:lnTo>
                  <a:lnTo>
                    <a:pt x="8364" y="4073"/>
                  </a:lnTo>
                  <a:lnTo>
                    <a:pt x="9355" y="3632"/>
                  </a:lnTo>
                  <a:lnTo>
                    <a:pt x="11409" y="2862"/>
                  </a:lnTo>
                  <a:lnTo>
                    <a:pt x="11445" y="2936"/>
                  </a:lnTo>
                  <a:lnTo>
                    <a:pt x="11519" y="2972"/>
                  </a:lnTo>
                  <a:lnTo>
                    <a:pt x="11592" y="3009"/>
                  </a:lnTo>
                  <a:lnTo>
                    <a:pt x="11666" y="2972"/>
                  </a:lnTo>
                  <a:lnTo>
                    <a:pt x="11739" y="2899"/>
                  </a:lnTo>
                  <a:lnTo>
                    <a:pt x="11739" y="2789"/>
                  </a:lnTo>
                  <a:lnTo>
                    <a:pt x="11702" y="2715"/>
                  </a:lnTo>
                  <a:close/>
                  <a:moveTo>
                    <a:pt x="12326" y="3522"/>
                  </a:moveTo>
                  <a:lnTo>
                    <a:pt x="12399" y="3596"/>
                  </a:lnTo>
                  <a:lnTo>
                    <a:pt x="12436" y="3596"/>
                  </a:lnTo>
                  <a:lnTo>
                    <a:pt x="12583" y="3926"/>
                  </a:lnTo>
                  <a:lnTo>
                    <a:pt x="12546" y="3926"/>
                  </a:lnTo>
                  <a:lnTo>
                    <a:pt x="12473" y="3963"/>
                  </a:lnTo>
                  <a:lnTo>
                    <a:pt x="12289" y="4109"/>
                  </a:lnTo>
                  <a:lnTo>
                    <a:pt x="12106" y="4219"/>
                  </a:lnTo>
                  <a:lnTo>
                    <a:pt x="11702" y="4403"/>
                  </a:lnTo>
                  <a:lnTo>
                    <a:pt x="11262" y="4586"/>
                  </a:lnTo>
                  <a:lnTo>
                    <a:pt x="10822" y="4733"/>
                  </a:lnTo>
                  <a:lnTo>
                    <a:pt x="9941" y="5026"/>
                  </a:lnTo>
                  <a:lnTo>
                    <a:pt x="9061" y="5393"/>
                  </a:lnTo>
                  <a:lnTo>
                    <a:pt x="8217" y="5723"/>
                  </a:lnTo>
                  <a:lnTo>
                    <a:pt x="7374" y="6127"/>
                  </a:lnTo>
                  <a:lnTo>
                    <a:pt x="6750" y="6384"/>
                  </a:lnTo>
                  <a:lnTo>
                    <a:pt x="6420" y="6567"/>
                  </a:lnTo>
                  <a:lnTo>
                    <a:pt x="6090" y="6750"/>
                  </a:lnTo>
                  <a:lnTo>
                    <a:pt x="6310" y="6384"/>
                  </a:lnTo>
                  <a:lnTo>
                    <a:pt x="6677" y="5650"/>
                  </a:lnTo>
                  <a:lnTo>
                    <a:pt x="7410" y="5467"/>
                  </a:lnTo>
                  <a:lnTo>
                    <a:pt x="8107" y="5173"/>
                  </a:lnTo>
                  <a:lnTo>
                    <a:pt x="9465" y="4623"/>
                  </a:lnTo>
                  <a:lnTo>
                    <a:pt x="10932" y="4073"/>
                  </a:lnTo>
                  <a:lnTo>
                    <a:pt x="11629" y="3816"/>
                  </a:lnTo>
                  <a:lnTo>
                    <a:pt x="12326" y="3522"/>
                  </a:lnTo>
                  <a:close/>
                  <a:moveTo>
                    <a:pt x="5100" y="8401"/>
                  </a:moveTo>
                  <a:lnTo>
                    <a:pt x="4989" y="8438"/>
                  </a:lnTo>
                  <a:lnTo>
                    <a:pt x="4953" y="8474"/>
                  </a:lnTo>
                  <a:lnTo>
                    <a:pt x="4953" y="8511"/>
                  </a:lnTo>
                  <a:lnTo>
                    <a:pt x="4916" y="8768"/>
                  </a:lnTo>
                  <a:lnTo>
                    <a:pt x="4879" y="8988"/>
                  </a:lnTo>
                  <a:lnTo>
                    <a:pt x="4879" y="9245"/>
                  </a:lnTo>
                  <a:lnTo>
                    <a:pt x="4916" y="9355"/>
                  </a:lnTo>
                  <a:lnTo>
                    <a:pt x="4989" y="9465"/>
                  </a:lnTo>
                  <a:lnTo>
                    <a:pt x="5026" y="9501"/>
                  </a:lnTo>
                  <a:lnTo>
                    <a:pt x="5173" y="9501"/>
                  </a:lnTo>
                  <a:lnTo>
                    <a:pt x="5210" y="9465"/>
                  </a:lnTo>
                  <a:lnTo>
                    <a:pt x="5283" y="9391"/>
                  </a:lnTo>
                  <a:lnTo>
                    <a:pt x="5320" y="9281"/>
                  </a:lnTo>
                  <a:lnTo>
                    <a:pt x="5320" y="9061"/>
                  </a:lnTo>
                  <a:lnTo>
                    <a:pt x="5320" y="8768"/>
                  </a:lnTo>
                  <a:lnTo>
                    <a:pt x="5283" y="8511"/>
                  </a:lnTo>
                  <a:lnTo>
                    <a:pt x="5246" y="8474"/>
                  </a:lnTo>
                  <a:lnTo>
                    <a:pt x="5210" y="8438"/>
                  </a:lnTo>
                  <a:lnTo>
                    <a:pt x="5100" y="8401"/>
                  </a:lnTo>
                  <a:close/>
                  <a:moveTo>
                    <a:pt x="5210" y="9685"/>
                  </a:moveTo>
                  <a:lnTo>
                    <a:pt x="5136" y="9722"/>
                  </a:lnTo>
                  <a:lnTo>
                    <a:pt x="5063" y="9758"/>
                  </a:lnTo>
                  <a:lnTo>
                    <a:pt x="5026" y="9795"/>
                  </a:lnTo>
                  <a:lnTo>
                    <a:pt x="4989" y="9905"/>
                  </a:lnTo>
                  <a:lnTo>
                    <a:pt x="4989" y="9978"/>
                  </a:lnTo>
                  <a:lnTo>
                    <a:pt x="4916" y="10308"/>
                  </a:lnTo>
                  <a:lnTo>
                    <a:pt x="4916" y="10639"/>
                  </a:lnTo>
                  <a:lnTo>
                    <a:pt x="4953" y="10749"/>
                  </a:lnTo>
                  <a:lnTo>
                    <a:pt x="4989" y="10785"/>
                  </a:lnTo>
                  <a:lnTo>
                    <a:pt x="5063" y="10822"/>
                  </a:lnTo>
                  <a:lnTo>
                    <a:pt x="5173" y="10822"/>
                  </a:lnTo>
                  <a:lnTo>
                    <a:pt x="5246" y="10785"/>
                  </a:lnTo>
                  <a:lnTo>
                    <a:pt x="5283" y="10749"/>
                  </a:lnTo>
                  <a:lnTo>
                    <a:pt x="5283" y="10639"/>
                  </a:lnTo>
                  <a:lnTo>
                    <a:pt x="5283" y="10272"/>
                  </a:lnTo>
                  <a:lnTo>
                    <a:pt x="5356" y="9905"/>
                  </a:lnTo>
                  <a:lnTo>
                    <a:pt x="5356" y="9832"/>
                  </a:lnTo>
                  <a:lnTo>
                    <a:pt x="5320" y="9758"/>
                  </a:lnTo>
                  <a:lnTo>
                    <a:pt x="5283" y="9722"/>
                  </a:lnTo>
                  <a:lnTo>
                    <a:pt x="5210" y="9685"/>
                  </a:lnTo>
                  <a:close/>
                  <a:moveTo>
                    <a:pt x="14600" y="9501"/>
                  </a:moveTo>
                  <a:lnTo>
                    <a:pt x="14563" y="9575"/>
                  </a:lnTo>
                  <a:lnTo>
                    <a:pt x="14490" y="9868"/>
                  </a:lnTo>
                  <a:lnTo>
                    <a:pt x="14417" y="10125"/>
                  </a:lnTo>
                  <a:lnTo>
                    <a:pt x="14380" y="10712"/>
                  </a:lnTo>
                  <a:lnTo>
                    <a:pt x="14417" y="10785"/>
                  </a:lnTo>
                  <a:lnTo>
                    <a:pt x="14453" y="10859"/>
                  </a:lnTo>
                  <a:lnTo>
                    <a:pt x="14527" y="10895"/>
                  </a:lnTo>
                  <a:lnTo>
                    <a:pt x="14600" y="10932"/>
                  </a:lnTo>
                  <a:lnTo>
                    <a:pt x="14673" y="10932"/>
                  </a:lnTo>
                  <a:lnTo>
                    <a:pt x="14747" y="10895"/>
                  </a:lnTo>
                  <a:lnTo>
                    <a:pt x="14783" y="10859"/>
                  </a:lnTo>
                  <a:lnTo>
                    <a:pt x="14820" y="10785"/>
                  </a:lnTo>
                  <a:lnTo>
                    <a:pt x="14820" y="10639"/>
                  </a:lnTo>
                  <a:lnTo>
                    <a:pt x="14820" y="10088"/>
                  </a:lnTo>
                  <a:lnTo>
                    <a:pt x="14820" y="9832"/>
                  </a:lnTo>
                  <a:lnTo>
                    <a:pt x="14747" y="9575"/>
                  </a:lnTo>
                  <a:lnTo>
                    <a:pt x="14710" y="9501"/>
                  </a:lnTo>
                  <a:close/>
                  <a:moveTo>
                    <a:pt x="12729" y="4183"/>
                  </a:moveTo>
                  <a:lnTo>
                    <a:pt x="12986" y="4880"/>
                  </a:lnTo>
                  <a:lnTo>
                    <a:pt x="12766" y="4990"/>
                  </a:lnTo>
                  <a:lnTo>
                    <a:pt x="12509" y="5100"/>
                  </a:lnTo>
                  <a:lnTo>
                    <a:pt x="12032" y="5320"/>
                  </a:lnTo>
                  <a:lnTo>
                    <a:pt x="10969" y="5833"/>
                  </a:lnTo>
                  <a:lnTo>
                    <a:pt x="9978" y="6310"/>
                  </a:lnTo>
                  <a:lnTo>
                    <a:pt x="8988" y="6714"/>
                  </a:lnTo>
                  <a:lnTo>
                    <a:pt x="8071" y="7007"/>
                  </a:lnTo>
                  <a:lnTo>
                    <a:pt x="7117" y="7301"/>
                  </a:lnTo>
                  <a:lnTo>
                    <a:pt x="6677" y="7484"/>
                  </a:lnTo>
                  <a:lnTo>
                    <a:pt x="6237" y="7704"/>
                  </a:lnTo>
                  <a:lnTo>
                    <a:pt x="5796" y="7924"/>
                  </a:lnTo>
                  <a:lnTo>
                    <a:pt x="5430" y="8218"/>
                  </a:lnTo>
                  <a:lnTo>
                    <a:pt x="5393" y="8254"/>
                  </a:lnTo>
                  <a:lnTo>
                    <a:pt x="5393" y="8291"/>
                  </a:lnTo>
                  <a:lnTo>
                    <a:pt x="5430" y="8328"/>
                  </a:lnTo>
                  <a:lnTo>
                    <a:pt x="5466" y="8328"/>
                  </a:lnTo>
                  <a:lnTo>
                    <a:pt x="6420" y="7961"/>
                  </a:lnTo>
                  <a:lnTo>
                    <a:pt x="7337" y="7594"/>
                  </a:lnTo>
                  <a:lnTo>
                    <a:pt x="8364" y="7264"/>
                  </a:lnTo>
                  <a:lnTo>
                    <a:pt x="9391" y="6897"/>
                  </a:lnTo>
                  <a:lnTo>
                    <a:pt x="10345" y="6530"/>
                  </a:lnTo>
                  <a:lnTo>
                    <a:pt x="11262" y="6090"/>
                  </a:lnTo>
                  <a:lnTo>
                    <a:pt x="12326" y="5577"/>
                  </a:lnTo>
                  <a:lnTo>
                    <a:pt x="12729" y="5393"/>
                  </a:lnTo>
                  <a:lnTo>
                    <a:pt x="12913" y="5283"/>
                  </a:lnTo>
                  <a:lnTo>
                    <a:pt x="13133" y="5210"/>
                  </a:lnTo>
                  <a:lnTo>
                    <a:pt x="13169" y="5356"/>
                  </a:lnTo>
                  <a:lnTo>
                    <a:pt x="13426" y="5870"/>
                  </a:lnTo>
                  <a:lnTo>
                    <a:pt x="13390" y="5870"/>
                  </a:lnTo>
                  <a:lnTo>
                    <a:pt x="13353" y="5797"/>
                  </a:lnTo>
                  <a:lnTo>
                    <a:pt x="13280" y="5760"/>
                  </a:lnTo>
                  <a:lnTo>
                    <a:pt x="13206" y="5723"/>
                  </a:lnTo>
                  <a:lnTo>
                    <a:pt x="13133" y="5760"/>
                  </a:lnTo>
                  <a:lnTo>
                    <a:pt x="12216" y="6237"/>
                  </a:lnTo>
                  <a:lnTo>
                    <a:pt x="11299" y="6677"/>
                  </a:lnTo>
                  <a:lnTo>
                    <a:pt x="10345" y="7081"/>
                  </a:lnTo>
                  <a:lnTo>
                    <a:pt x="9428" y="7484"/>
                  </a:lnTo>
                  <a:lnTo>
                    <a:pt x="8474" y="7851"/>
                  </a:lnTo>
                  <a:lnTo>
                    <a:pt x="7520" y="8181"/>
                  </a:lnTo>
                  <a:lnTo>
                    <a:pt x="6640" y="8474"/>
                  </a:lnTo>
                  <a:lnTo>
                    <a:pt x="6163" y="8658"/>
                  </a:lnTo>
                  <a:lnTo>
                    <a:pt x="5980" y="8768"/>
                  </a:lnTo>
                  <a:lnTo>
                    <a:pt x="5760" y="8878"/>
                  </a:lnTo>
                  <a:lnTo>
                    <a:pt x="5760" y="8915"/>
                  </a:lnTo>
                  <a:lnTo>
                    <a:pt x="5760" y="8951"/>
                  </a:lnTo>
                  <a:lnTo>
                    <a:pt x="6273" y="8951"/>
                  </a:lnTo>
                  <a:lnTo>
                    <a:pt x="6713" y="8805"/>
                  </a:lnTo>
                  <a:lnTo>
                    <a:pt x="7631" y="8511"/>
                  </a:lnTo>
                  <a:lnTo>
                    <a:pt x="8621" y="8144"/>
                  </a:lnTo>
                  <a:lnTo>
                    <a:pt x="9611" y="7777"/>
                  </a:lnTo>
                  <a:lnTo>
                    <a:pt x="10528" y="7411"/>
                  </a:lnTo>
                  <a:lnTo>
                    <a:pt x="11409" y="7007"/>
                  </a:lnTo>
                  <a:lnTo>
                    <a:pt x="12289" y="6604"/>
                  </a:lnTo>
                  <a:lnTo>
                    <a:pt x="13133" y="6163"/>
                  </a:lnTo>
                  <a:lnTo>
                    <a:pt x="13206" y="6200"/>
                  </a:lnTo>
                  <a:lnTo>
                    <a:pt x="13316" y="6200"/>
                  </a:lnTo>
                  <a:lnTo>
                    <a:pt x="13390" y="6163"/>
                  </a:lnTo>
                  <a:lnTo>
                    <a:pt x="13463" y="6090"/>
                  </a:lnTo>
                  <a:lnTo>
                    <a:pt x="13500" y="6053"/>
                  </a:lnTo>
                  <a:lnTo>
                    <a:pt x="13866" y="6714"/>
                  </a:lnTo>
                  <a:lnTo>
                    <a:pt x="13646" y="6787"/>
                  </a:lnTo>
                  <a:lnTo>
                    <a:pt x="13463" y="6860"/>
                  </a:lnTo>
                  <a:lnTo>
                    <a:pt x="12913" y="7081"/>
                  </a:lnTo>
                  <a:lnTo>
                    <a:pt x="12399" y="7337"/>
                  </a:lnTo>
                  <a:lnTo>
                    <a:pt x="11225" y="7961"/>
                  </a:lnTo>
                  <a:lnTo>
                    <a:pt x="10675" y="8254"/>
                  </a:lnTo>
                  <a:lnTo>
                    <a:pt x="10052" y="8548"/>
                  </a:lnTo>
                  <a:lnTo>
                    <a:pt x="9428" y="8768"/>
                  </a:lnTo>
                  <a:lnTo>
                    <a:pt x="8804" y="8951"/>
                  </a:lnTo>
                  <a:lnTo>
                    <a:pt x="7520" y="9318"/>
                  </a:lnTo>
                  <a:lnTo>
                    <a:pt x="6200" y="9722"/>
                  </a:lnTo>
                  <a:lnTo>
                    <a:pt x="5796" y="9868"/>
                  </a:lnTo>
                  <a:lnTo>
                    <a:pt x="5650" y="10015"/>
                  </a:lnTo>
                  <a:lnTo>
                    <a:pt x="5576" y="10052"/>
                  </a:lnTo>
                  <a:lnTo>
                    <a:pt x="5576" y="10015"/>
                  </a:lnTo>
                  <a:lnTo>
                    <a:pt x="5540" y="9978"/>
                  </a:lnTo>
                  <a:lnTo>
                    <a:pt x="5540" y="10015"/>
                  </a:lnTo>
                  <a:lnTo>
                    <a:pt x="5503" y="10088"/>
                  </a:lnTo>
                  <a:lnTo>
                    <a:pt x="5503" y="10198"/>
                  </a:lnTo>
                  <a:lnTo>
                    <a:pt x="5540" y="10235"/>
                  </a:lnTo>
                  <a:lnTo>
                    <a:pt x="5576" y="10235"/>
                  </a:lnTo>
                  <a:lnTo>
                    <a:pt x="5796" y="10125"/>
                  </a:lnTo>
                  <a:lnTo>
                    <a:pt x="6017" y="10052"/>
                  </a:lnTo>
                  <a:lnTo>
                    <a:pt x="6530" y="9942"/>
                  </a:lnTo>
                  <a:lnTo>
                    <a:pt x="7704" y="9575"/>
                  </a:lnTo>
                  <a:lnTo>
                    <a:pt x="8878" y="9281"/>
                  </a:lnTo>
                  <a:lnTo>
                    <a:pt x="9465" y="9098"/>
                  </a:lnTo>
                  <a:lnTo>
                    <a:pt x="10015" y="8878"/>
                  </a:lnTo>
                  <a:lnTo>
                    <a:pt x="10528" y="8695"/>
                  </a:lnTo>
                  <a:lnTo>
                    <a:pt x="11005" y="8438"/>
                  </a:lnTo>
                  <a:lnTo>
                    <a:pt x="11959" y="7924"/>
                  </a:lnTo>
                  <a:lnTo>
                    <a:pt x="12473" y="7667"/>
                  </a:lnTo>
                  <a:lnTo>
                    <a:pt x="12986" y="7411"/>
                  </a:lnTo>
                  <a:lnTo>
                    <a:pt x="13573" y="7191"/>
                  </a:lnTo>
                  <a:lnTo>
                    <a:pt x="13756" y="7117"/>
                  </a:lnTo>
                  <a:lnTo>
                    <a:pt x="14013" y="7044"/>
                  </a:lnTo>
                  <a:lnTo>
                    <a:pt x="14050" y="7081"/>
                  </a:lnTo>
                  <a:lnTo>
                    <a:pt x="14160" y="7081"/>
                  </a:lnTo>
                  <a:lnTo>
                    <a:pt x="14197" y="7191"/>
                  </a:lnTo>
                  <a:lnTo>
                    <a:pt x="13830" y="7374"/>
                  </a:lnTo>
                  <a:lnTo>
                    <a:pt x="13500" y="7594"/>
                  </a:lnTo>
                  <a:lnTo>
                    <a:pt x="12436" y="8218"/>
                  </a:lnTo>
                  <a:lnTo>
                    <a:pt x="11335" y="8768"/>
                  </a:lnTo>
                  <a:lnTo>
                    <a:pt x="10198" y="9245"/>
                  </a:lnTo>
                  <a:lnTo>
                    <a:pt x="9061" y="9685"/>
                  </a:lnTo>
                  <a:lnTo>
                    <a:pt x="7887" y="10088"/>
                  </a:lnTo>
                  <a:lnTo>
                    <a:pt x="6750" y="10455"/>
                  </a:lnTo>
                  <a:lnTo>
                    <a:pt x="6200" y="10639"/>
                  </a:lnTo>
                  <a:lnTo>
                    <a:pt x="5906" y="10749"/>
                  </a:lnTo>
                  <a:lnTo>
                    <a:pt x="5650" y="10895"/>
                  </a:lnTo>
                  <a:lnTo>
                    <a:pt x="5613" y="10932"/>
                  </a:lnTo>
                  <a:lnTo>
                    <a:pt x="5613" y="10969"/>
                  </a:lnTo>
                  <a:lnTo>
                    <a:pt x="5613" y="11005"/>
                  </a:lnTo>
                  <a:lnTo>
                    <a:pt x="5686" y="11042"/>
                  </a:lnTo>
                  <a:lnTo>
                    <a:pt x="5943" y="11005"/>
                  </a:lnTo>
                  <a:lnTo>
                    <a:pt x="6200" y="10969"/>
                  </a:lnTo>
                  <a:lnTo>
                    <a:pt x="6713" y="10822"/>
                  </a:lnTo>
                  <a:lnTo>
                    <a:pt x="7337" y="10602"/>
                  </a:lnTo>
                  <a:lnTo>
                    <a:pt x="7961" y="10419"/>
                  </a:lnTo>
                  <a:lnTo>
                    <a:pt x="9208" y="10015"/>
                  </a:lnTo>
                  <a:lnTo>
                    <a:pt x="10418" y="9538"/>
                  </a:lnTo>
                  <a:lnTo>
                    <a:pt x="11445" y="9061"/>
                  </a:lnTo>
                  <a:lnTo>
                    <a:pt x="12473" y="8584"/>
                  </a:lnTo>
                  <a:lnTo>
                    <a:pt x="13573" y="7961"/>
                  </a:lnTo>
                  <a:lnTo>
                    <a:pt x="14013" y="7741"/>
                  </a:lnTo>
                  <a:lnTo>
                    <a:pt x="14233" y="7594"/>
                  </a:lnTo>
                  <a:lnTo>
                    <a:pt x="14417" y="7447"/>
                  </a:lnTo>
                  <a:lnTo>
                    <a:pt x="14527" y="7594"/>
                  </a:lnTo>
                  <a:lnTo>
                    <a:pt x="14527" y="7631"/>
                  </a:lnTo>
                  <a:lnTo>
                    <a:pt x="14417" y="7961"/>
                  </a:lnTo>
                  <a:lnTo>
                    <a:pt x="14417" y="8328"/>
                  </a:lnTo>
                  <a:lnTo>
                    <a:pt x="14343" y="8254"/>
                  </a:lnTo>
                  <a:lnTo>
                    <a:pt x="14233" y="8254"/>
                  </a:lnTo>
                  <a:lnTo>
                    <a:pt x="13830" y="8438"/>
                  </a:lnTo>
                  <a:lnTo>
                    <a:pt x="13426" y="8658"/>
                  </a:lnTo>
                  <a:lnTo>
                    <a:pt x="12693" y="9135"/>
                  </a:lnTo>
                  <a:lnTo>
                    <a:pt x="12252" y="9428"/>
                  </a:lnTo>
                  <a:lnTo>
                    <a:pt x="11776" y="9685"/>
                  </a:lnTo>
                  <a:lnTo>
                    <a:pt x="11299" y="9942"/>
                  </a:lnTo>
                  <a:lnTo>
                    <a:pt x="10822" y="10125"/>
                  </a:lnTo>
                  <a:lnTo>
                    <a:pt x="8658" y="10822"/>
                  </a:lnTo>
                  <a:lnTo>
                    <a:pt x="7741" y="11115"/>
                  </a:lnTo>
                  <a:lnTo>
                    <a:pt x="7300" y="11262"/>
                  </a:lnTo>
                  <a:lnTo>
                    <a:pt x="6860" y="11446"/>
                  </a:lnTo>
                  <a:lnTo>
                    <a:pt x="5283" y="11409"/>
                  </a:lnTo>
                  <a:lnTo>
                    <a:pt x="5246" y="11189"/>
                  </a:lnTo>
                  <a:lnTo>
                    <a:pt x="5173" y="11115"/>
                  </a:lnTo>
                  <a:lnTo>
                    <a:pt x="5026" y="11115"/>
                  </a:lnTo>
                  <a:lnTo>
                    <a:pt x="4989" y="11189"/>
                  </a:lnTo>
                  <a:lnTo>
                    <a:pt x="4953" y="11409"/>
                  </a:lnTo>
                  <a:lnTo>
                    <a:pt x="4182" y="11336"/>
                  </a:lnTo>
                  <a:lnTo>
                    <a:pt x="3816" y="11336"/>
                  </a:lnTo>
                  <a:lnTo>
                    <a:pt x="3412" y="11372"/>
                  </a:lnTo>
                  <a:lnTo>
                    <a:pt x="3119" y="11409"/>
                  </a:lnTo>
                  <a:lnTo>
                    <a:pt x="2862" y="11556"/>
                  </a:lnTo>
                  <a:lnTo>
                    <a:pt x="2825" y="11005"/>
                  </a:lnTo>
                  <a:lnTo>
                    <a:pt x="2715" y="9428"/>
                  </a:lnTo>
                  <a:lnTo>
                    <a:pt x="2715" y="9171"/>
                  </a:lnTo>
                  <a:lnTo>
                    <a:pt x="2972" y="9171"/>
                  </a:lnTo>
                  <a:lnTo>
                    <a:pt x="3265" y="9135"/>
                  </a:lnTo>
                  <a:lnTo>
                    <a:pt x="3522" y="9061"/>
                  </a:lnTo>
                  <a:lnTo>
                    <a:pt x="3779" y="8988"/>
                  </a:lnTo>
                  <a:lnTo>
                    <a:pt x="4036" y="8841"/>
                  </a:lnTo>
                  <a:lnTo>
                    <a:pt x="4293" y="8695"/>
                  </a:lnTo>
                  <a:lnTo>
                    <a:pt x="4733" y="8401"/>
                  </a:lnTo>
                  <a:lnTo>
                    <a:pt x="5063" y="8108"/>
                  </a:lnTo>
                  <a:lnTo>
                    <a:pt x="5356" y="7777"/>
                  </a:lnTo>
                  <a:lnTo>
                    <a:pt x="5613" y="7447"/>
                  </a:lnTo>
                  <a:lnTo>
                    <a:pt x="5870" y="7117"/>
                  </a:lnTo>
                  <a:lnTo>
                    <a:pt x="6273" y="7007"/>
                  </a:lnTo>
                  <a:lnTo>
                    <a:pt x="6640" y="6824"/>
                  </a:lnTo>
                  <a:lnTo>
                    <a:pt x="7410" y="6420"/>
                  </a:lnTo>
                  <a:lnTo>
                    <a:pt x="8401" y="5980"/>
                  </a:lnTo>
                  <a:lnTo>
                    <a:pt x="9355" y="5577"/>
                  </a:lnTo>
                  <a:lnTo>
                    <a:pt x="10308" y="5246"/>
                  </a:lnTo>
                  <a:lnTo>
                    <a:pt x="11262" y="4880"/>
                  </a:lnTo>
                  <a:lnTo>
                    <a:pt x="12032" y="4623"/>
                  </a:lnTo>
                  <a:lnTo>
                    <a:pt x="12436" y="4403"/>
                  </a:lnTo>
                  <a:lnTo>
                    <a:pt x="12619" y="4219"/>
                  </a:lnTo>
                  <a:lnTo>
                    <a:pt x="12729" y="4183"/>
                  </a:lnTo>
                  <a:close/>
                  <a:moveTo>
                    <a:pt x="2385" y="1"/>
                  </a:moveTo>
                  <a:lnTo>
                    <a:pt x="2238" y="38"/>
                  </a:lnTo>
                  <a:lnTo>
                    <a:pt x="2202" y="74"/>
                  </a:lnTo>
                  <a:lnTo>
                    <a:pt x="2165" y="111"/>
                  </a:lnTo>
                  <a:lnTo>
                    <a:pt x="2055" y="368"/>
                  </a:lnTo>
                  <a:lnTo>
                    <a:pt x="1982" y="515"/>
                  </a:lnTo>
                  <a:lnTo>
                    <a:pt x="1578" y="1432"/>
                  </a:lnTo>
                  <a:lnTo>
                    <a:pt x="1541" y="1542"/>
                  </a:lnTo>
                  <a:lnTo>
                    <a:pt x="1578" y="1615"/>
                  </a:lnTo>
                  <a:lnTo>
                    <a:pt x="1615" y="1688"/>
                  </a:lnTo>
                  <a:lnTo>
                    <a:pt x="1688" y="1762"/>
                  </a:lnTo>
                  <a:lnTo>
                    <a:pt x="1761" y="1798"/>
                  </a:lnTo>
                  <a:lnTo>
                    <a:pt x="1835" y="1798"/>
                  </a:lnTo>
                  <a:lnTo>
                    <a:pt x="1908" y="1762"/>
                  </a:lnTo>
                  <a:lnTo>
                    <a:pt x="1982" y="1652"/>
                  </a:lnTo>
                  <a:lnTo>
                    <a:pt x="2128" y="1358"/>
                  </a:lnTo>
                  <a:lnTo>
                    <a:pt x="2092" y="2165"/>
                  </a:lnTo>
                  <a:lnTo>
                    <a:pt x="2092" y="2972"/>
                  </a:lnTo>
                  <a:lnTo>
                    <a:pt x="2055" y="4073"/>
                  </a:lnTo>
                  <a:lnTo>
                    <a:pt x="1982" y="4109"/>
                  </a:lnTo>
                  <a:lnTo>
                    <a:pt x="1835" y="4073"/>
                  </a:lnTo>
                  <a:lnTo>
                    <a:pt x="1725" y="3999"/>
                  </a:lnTo>
                  <a:lnTo>
                    <a:pt x="1615" y="3999"/>
                  </a:lnTo>
                  <a:lnTo>
                    <a:pt x="1541" y="4036"/>
                  </a:lnTo>
                  <a:lnTo>
                    <a:pt x="1505" y="4109"/>
                  </a:lnTo>
                  <a:lnTo>
                    <a:pt x="1541" y="4219"/>
                  </a:lnTo>
                  <a:lnTo>
                    <a:pt x="1651" y="4293"/>
                  </a:lnTo>
                  <a:lnTo>
                    <a:pt x="1761" y="4366"/>
                  </a:lnTo>
                  <a:lnTo>
                    <a:pt x="1908" y="4403"/>
                  </a:lnTo>
                  <a:lnTo>
                    <a:pt x="2055" y="4439"/>
                  </a:lnTo>
                  <a:lnTo>
                    <a:pt x="2055" y="5540"/>
                  </a:lnTo>
                  <a:lnTo>
                    <a:pt x="1908" y="5577"/>
                  </a:lnTo>
                  <a:lnTo>
                    <a:pt x="1651" y="5613"/>
                  </a:lnTo>
                  <a:lnTo>
                    <a:pt x="1615" y="5687"/>
                  </a:lnTo>
                  <a:lnTo>
                    <a:pt x="1541" y="5723"/>
                  </a:lnTo>
                  <a:lnTo>
                    <a:pt x="1541" y="5760"/>
                  </a:lnTo>
                  <a:lnTo>
                    <a:pt x="1505" y="5797"/>
                  </a:lnTo>
                  <a:lnTo>
                    <a:pt x="1541" y="5833"/>
                  </a:lnTo>
                  <a:lnTo>
                    <a:pt x="1578" y="5833"/>
                  </a:lnTo>
                  <a:lnTo>
                    <a:pt x="1651" y="5907"/>
                  </a:lnTo>
                  <a:lnTo>
                    <a:pt x="2055" y="5907"/>
                  </a:lnTo>
                  <a:lnTo>
                    <a:pt x="2092" y="6200"/>
                  </a:lnTo>
                  <a:lnTo>
                    <a:pt x="2092" y="7154"/>
                  </a:lnTo>
                  <a:lnTo>
                    <a:pt x="1835" y="7227"/>
                  </a:lnTo>
                  <a:lnTo>
                    <a:pt x="1541" y="7374"/>
                  </a:lnTo>
                  <a:lnTo>
                    <a:pt x="1505" y="7411"/>
                  </a:lnTo>
                  <a:lnTo>
                    <a:pt x="1505" y="7447"/>
                  </a:lnTo>
                  <a:lnTo>
                    <a:pt x="1541" y="7484"/>
                  </a:lnTo>
                  <a:lnTo>
                    <a:pt x="1578" y="7521"/>
                  </a:lnTo>
                  <a:lnTo>
                    <a:pt x="2092" y="7521"/>
                  </a:lnTo>
                  <a:lnTo>
                    <a:pt x="2165" y="8951"/>
                  </a:lnTo>
                  <a:lnTo>
                    <a:pt x="2165" y="8988"/>
                  </a:lnTo>
                  <a:lnTo>
                    <a:pt x="1982" y="8951"/>
                  </a:lnTo>
                  <a:lnTo>
                    <a:pt x="1578" y="8951"/>
                  </a:lnTo>
                  <a:lnTo>
                    <a:pt x="1505" y="8988"/>
                  </a:lnTo>
                  <a:lnTo>
                    <a:pt x="1468" y="9061"/>
                  </a:lnTo>
                  <a:lnTo>
                    <a:pt x="1468" y="9135"/>
                  </a:lnTo>
                  <a:lnTo>
                    <a:pt x="1541" y="9208"/>
                  </a:lnTo>
                  <a:lnTo>
                    <a:pt x="1688" y="9245"/>
                  </a:lnTo>
                  <a:lnTo>
                    <a:pt x="1835" y="9318"/>
                  </a:lnTo>
                  <a:lnTo>
                    <a:pt x="2202" y="9391"/>
                  </a:lnTo>
                  <a:lnTo>
                    <a:pt x="2238" y="10419"/>
                  </a:lnTo>
                  <a:lnTo>
                    <a:pt x="2018" y="10419"/>
                  </a:lnTo>
                  <a:lnTo>
                    <a:pt x="1798" y="10455"/>
                  </a:lnTo>
                  <a:lnTo>
                    <a:pt x="1725" y="10529"/>
                  </a:lnTo>
                  <a:lnTo>
                    <a:pt x="1651" y="10602"/>
                  </a:lnTo>
                  <a:lnTo>
                    <a:pt x="1578" y="10675"/>
                  </a:lnTo>
                  <a:lnTo>
                    <a:pt x="1615" y="10749"/>
                  </a:lnTo>
                  <a:lnTo>
                    <a:pt x="1688" y="10822"/>
                  </a:lnTo>
                  <a:lnTo>
                    <a:pt x="2128" y="10822"/>
                  </a:lnTo>
                  <a:lnTo>
                    <a:pt x="2275" y="10859"/>
                  </a:lnTo>
                  <a:lnTo>
                    <a:pt x="2275" y="10895"/>
                  </a:lnTo>
                  <a:lnTo>
                    <a:pt x="2312" y="11702"/>
                  </a:lnTo>
                  <a:lnTo>
                    <a:pt x="2348" y="11959"/>
                  </a:lnTo>
                  <a:lnTo>
                    <a:pt x="2385" y="12106"/>
                  </a:lnTo>
                  <a:lnTo>
                    <a:pt x="2495" y="12216"/>
                  </a:lnTo>
                  <a:lnTo>
                    <a:pt x="2568" y="12253"/>
                  </a:lnTo>
                  <a:lnTo>
                    <a:pt x="2679" y="12253"/>
                  </a:lnTo>
                  <a:lnTo>
                    <a:pt x="2752" y="12216"/>
                  </a:lnTo>
                  <a:lnTo>
                    <a:pt x="2789" y="12143"/>
                  </a:lnTo>
                  <a:lnTo>
                    <a:pt x="2825" y="12106"/>
                  </a:lnTo>
                  <a:lnTo>
                    <a:pt x="3009" y="11959"/>
                  </a:lnTo>
                  <a:lnTo>
                    <a:pt x="3265" y="11886"/>
                  </a:lnTo>
                  <a:lnTo>
                    <a:pt x="3486" y="11849"/>
                  </a:lnTo>
                  <a:lnTo>
                    <a:pt x="3742" y="11849"/>
                  </a:lnTo>
                  <a:lnTo>
                    <a:pt x="3742" y="12033"/>
                  </a:lnTo>
                  <a:lnTo>
                    <a:pt x="3742" y="12216"/>
                  </a:lnTo>
                  <a:lnTo>
                    <a:pt x="3816" y="12363"/>
                  </a:lnTo>
                  <a:lnTo>
                    <a:pt x="3889" y="12509"/>
                  </a:lnTo>
                  <a:lnTo>
                    <a:pt x="3962" y="12583"/>
                  </a:lnTo>
                  <a:lnTo>
                    <a:pt x="4036" y="12546"/>
                  </a:lnTo>
                  <a:lnTo>
                    <a:pt x="4109" y="12509"/>
                  </a:lnTo>
                  <a:lnTo>
                    <a:pt x="4146" y="12436"/>
                  </a:lnTo>
                  <a:lnTo>
                    <a:pt x="4072" y="12216"/>
                  </a:lnTo>
                  <a:lnTo>
                    <a:pt x="4036" y="12069"/>
                  </a:lnTo>
                  <a:lnTo>
                    <a:pt x="4036" y="11886"/>
                  </a:lnTo>
                  <a:lnTo>
                    <a:pt x="5063" y="11922"/>
                  </a:lnTo>
                  <a:lnTo>
                    <a:pt x="5063" y="12143"/>
                  </a:lnTo>
                  <a:lnTo>
                    <a:pt x="5100" y="12619"/>
                  </a:lnTo>
                  <a:lnTo>
                    <a:pt x="5136" y="12693"/>
                  </a:lnTo>
                  <a:lnTo>
                    <a:pt x="5173" y="12766"/>
                  </a:lnTo>
                  <a:lnTo>
                    <a:pt x="5320" y="12766"/>
                  </a:lnTo>
                  <a:lnTo>
                    <a:pt x="5466" y="12729"/>
                  </a:lnTo>
                  <a:lnTo>
                    <a:pt x="5503" y="12619"/>
                  </a:lnTo>
                  <a:lnTo>
                    <a:pt x="5540" y="12473"/>
                  </a:lnTo>
                  <a:lnTo>
                    <a:pt x="5466" y="12363"/>
                  </a:lnTo>
                  <a:lnTo>
                    <a:pt x="5393" y="12326"/>
                  </a:lnTo>
                  <a:lnTo>
                    <a:pt x="5356" y="12106"/>
                  </a:lnTo>
                  <a:lnTo>
                    <a:pt x="5283" y="11922"/>
                  </a:lnTo>
                  <a:lnTo>
                    <a:pt x="5906" y="11959"/>
                  </a:lnTo>
                  <a:lnTo>
                    <a:pt x="6493" y="11959"/>
                  </a:lnTo>
                  <a:lnTo>
                    <a:pt x="6493" y="11996"/>
                  </a:lnTo>
                  <a:lnTo>
                    <a:pt x="6457" y="12179"/>
                  </a:lnTo>
                  <a:lnTo>
                    <a:pt x="6420" y="12399"/>
                  </a:lnTo>
                  <a:lnTo>
                    <a:pt x="6457" y="12583"/>
                  </a:lnTo>
                  <a:lnTo>
                    <a:pt x="6567" y="12766"/>
                  </a:lnTo>
                  <a:lnTo>
                    <a:pt x="6603" y="12840"/>
                  </a:lnTo>
                  <a:lnTo>
                    <a:pt x="6677" y="12876"/>
                  </a:lnTo>
                  <a:lnTo>
                    <a:pt x="6750" y="12876"/>
                  </a:lnTo>
                  <a:lnTo>
                    <a:pt x="6824" y="12840"/>
                  </a:lnTo>
                  <a:lnTo>
                    <a:pt x="6897" y="12766"/>
                  </a:lnTo>
                  <a:lnTo>
                    <a:pt x="6897" y="12729"/>
                  </a:lnTo>
                  <a:lnTo>
                    <a:pt x="6897" y="12656"/>
                  </a:lnTo>
                  <a:lnTo>
                    <a:pt x="6824" y="12619"/>
                  </a:lnTo>
                  <a:lnTo>
                    <a:pt x="6787" y="12583"/>
                  </a:lnTo>
                  <a:lnTo>
                    <a:pt x="6713" y="12399"/>
                  </a:lnTo>
                  <a:lnTo>
                    <a:pt x="6677" y="12216"/>
                  </a:lnTo>
                  <a:lnTo>
                    <a:pt x="6640" y="11996"/>
                  </a:lnTo>
                  <a:lnTo>
                    <a:pt x="6640" y="11959"/>
                  </a:lnTo>
                  <a:lnTo>
                    <a:pt x="7924" y="11996"/>
                  </a:lnTo>
                  <a:lnTo>
                    <a:pt x="7851" y="12033"/>
                  </a:lnTo>
                  <a:lnTo>
                    <a:pt x="7814" y="12106"/>
                  </a:lnTo>
                  <a:lnTo>
                    <a:pt x="7777" y="12253"/>
                  </a:lnTo>
                  <a:lnTo>
                    <a:pt x="7777" y="12399"/>
                  </a:lnTo>
                  <a:lnTo>
                    <a:pt x="7777" y="12509"/>
                  </a:lnTo>
                  <a:lnTo>
                    <a:pt x="7814" y="12619"/>
                  </a:lnTo>
                  <a:lnTo>
                    <a:pt x="7887" y="12729"/>
                  </a:lnTo>
                  <a:lnTo>
                    <a:pt x="7961" y="12766"/>
                  </a:lnTo>
                  <a:lnTo>
                    <a:pt x="8034" y="12729"/>
                  </a:lnTo>
                  <a:lnTo>
                    <a:pt x="8107" y="12693"/>
                  </a:lnTo>
                  <a:lnTo>
                    <a:pt x="8144" y="12619"/>
                  </a:lnTo>
                  <a:lnTo>
                    <a:pt x="8107" y="12473"/>
                  </a:lnTo>
                  <a:lnTo>
                    <a:pt x="8071" y="12289"/>
                  </a:lnTo>
                  <a:lnTo>
                    <a:pt x="8071" y="12179"/>
                  </a:lnTo>
                  <a:lnTo>
                    <a:pt x="8034" y="12106"/>
                  </a:lnTo>
                  <a:lnTo>
                    <a:pt x="8034" y="12033"/>
                  </a:lnTo>
                  <a:lnTo>
                    <a:pt x="8034" y="11996"/>
                  </a:lnTo>
                  <a:lnTo>
                    <a:pt x="9391" y="11996"/>
                  </a:lnTo>
                  <a:lnTo>
                    <a:pt x="9318" y="12216"/>
                  </a:lnTo>
                  <a:lnTo>
                    <a:pt x="9318" y="12473"/>
                  </a:lnTo>
                  <a:lnTo>
                    <a:pt x="9355" y="12546"/>
                  </a:lnTo>
                  <a:lnTo>
                    <a:pt x="9428" y="12583"/>
                  </a:lnTo>
                  <a:lnTo>
                    <a:pt x="9611" y="12583"/>
                  </a:lnTo>
                  <a:lnTo>
                    <a:pt x="9685" y="12546"/>
                  </a:lnTo>
                  <a:lnTo>
                    <a:pt x="9721" y="12473"/>
                  </a:lnTo>
                  <a:lnTo>
                    <a:pt x="9721" y="12436"/>
                  </a:lnTo>
                  <a:lnTo>
                    <a:pt x="9721" y="12363"/>
                  </a:lnTo>
                  <a:lnTo>
                    <a:pt x="9611" y="12326"/>
                  </a:lnTo>
                  <a:lnTo>
                    <a:pt x="9611" y="11996"/>
                  </a:lnTo>
                  <a:lnTo>
                    <a:pt x="10638" y="11996"/>
                  </a:lnTo>
                  <a:lnTo>
                    <a:pt x="10675" y="12253"/>
                  </a:lnTo>
                  <a:lnTo>
                    <a:pt x="10748" y="12509"/>
                  </a:lnTo>
                  <a:lnTo>
                    <a:pt x="10822" y="12583"/>
                  </a:lnTo>
                  <a:lnTo>
                    <a:pt x="10969" y="12583"/>
                  </a:lnTo>
                  <a:lnTo>
                    <a:pt x="11005" y="12509"/>
                  </a:lnTo>
                  <a:lnTo>
                    <a:pt x="11042" y="12399"/>
                  </a:lnTo>
                  <a:lnTo>
                    <a:pt x="10969" y="12179"/>
                  </a:lnTo>
                  <a:lnTo>
                    <a:pt x="10895" y="11996"/>
                  </a:lnTo>
                  <a:lnTo>
                    <a:pt x="12106" y="11996"/>
                  </a:lnTo>
                  <a:lnTo>
                    <a:pt x="12069" y="12069"/>
                  </a:lnTo>
                  <a:lnTo>
                    <a:pt x="12032" y="12143"/>
                  </a:lnTo>
                  <a:lnTo>
                    <a:pt x="11996" y="12363"/>
                  </a:lnTo>
                  <a:lnTo>
                    <a:pt x="12032" y="12473"/>
                  </a:lnTo>
                  <a:lnTo>
                    <a:pt x="12069" y="12619"/>
                  </a:lnTo>
                  <a:lnTo>
                    <a:pt x="12142" y="12729"/>
                  </a:lnTo>
                  <a:lnTo>
                    <a:pt x="12216" y="12803"/>
                  </a:lnTo>
                  <a:lnTo>
                    <a:pt x="12289" y="12840"/>
                  </a:lnTo>
                  <a:lnTo>
                    <a:pt x="12362" y="12803"/>
                  </a:lnTo>
                  <a:lnTo>
                    <a:pt x="12399" y="12766"/>
                  </a:lnTo>
                  <a:lnTo>
                    <a:pt x="12399" y="12693"/>
                  </a:lnTo>
                  <a:lnTo>
                    <a:pt x="12362" y="12546"/>
                  </a:lnTo>
                  <a:lnTo>
                    <a:pt x="12289" y="12363"/>
                  </a:lnTo>
                  <a:lnTo>
                    <a:pt x="12252" y="12179"/>
                  </a:lnTo>
                  <a:lnTo>
                    <a:pt x="12252" y="11959"/>
                  </a:lnTo>
                  <a:lnTo>
                    <a:pt x="13353" y="11959"/>
                  </a:lnTo>
                  <a:lnTo>
                    <a:pt x="13280" y="12106"/>
                  </a:lnTo>
                  <a:lnTo>
                    <a:pt x="13243" y="12253"/>
                  </a:lnTo>
                  <a:lnTo>
                    <a:pt x="13243" y="12436"/>
                  </a:lnTo>
                  <a:lnTo>
                    <a:pt x="13316" y="12583"/>
                  </a:lnTo>
                  <a:lnTo>
                    <a:pt x="13353" y="12619"/>
                  </a:lnTo>
                  <a:lnTo>
                    <a:pt x="13426" y="12656"/>
                  </a:lnTo>
                  <a:lnTo>
                    <a:pt x="13500" y="12656"/>
                  </a:lnTo>
                  <a:lnTo>
                    <a:pt x="13573" y="12583"/>
                  </a:lnTo>
                  <a:lnTo>
                    <a:pt x="13610" y="12436"/>
                  </a:lnTo>
                  <a:lnTo>
                    <a:pt x="13536" y="12216"/>
                  </a:lnTo>
                  <a:lnTo>
                    <a:pt x="13536" y="12069"/>
                  </a:lnTo>
                  <a:lnTo>
                    <a:pt x="13573" y="11922"/>
                  </a:lnTo>
                  <a:lnTo>
                    <a:pt x="14563" y="11886"/>
                  </a:lnTo>
                  <a:lnTo>
                    <a:pt x="14563" y="11886"/>
                  </a:lnTo>
                  <a:lnTo>
                    <a:pt x="14527" y="12363"/>
                  </a:lnTo>
                  <a:lnTo>
                    <a:pt x="14563" y="12436"/>
                  </a:lnTo>
                  <a:lnTo>
                    <a:pt x="14637" y="12509"/>
                  </a:lnTo>
                  <a:lnTo>
                    <a:pt x="14747" y="12509"/>
                  </a:lnTo>
                  <a:lnTo>
                    <a:pt x="14820" y="12473"/>
                  </a:lnTo>
                  <a:lnTo>
                    <a:pt x="14893" y="12399"/>
                  </a:lnTo>
                  <a:lnTo>
                    <a:pt x="14967" y="12289"/>
                  </a:lnTo>
                  <a:lnTo>
                    <a:pt x="14967" y="12179"/>
                  </a:lnTo>
                  <a:lnTo>
                    <a:pt x="14967" y="12069"/>
                  </a:lnTo>
                  <a:lnTo>
                    <a:pt x="14930" y="11996"/>
                  </a:lnTo>
                  <a:lnTo>
                    <a:pt x="14857" y="11959"/>
                  </a:lnTo>
                  <a:lnTo>
                    <a:pt x="14857" y="11886"/>
                  </a:lnTo>
                  <a:lnTo>
                    <a:pt x="16618" y="11776"/>
                  </a:lnTo>
                  <a:lnTo>
                    <a:pt x="16654" y="11812"/>
                  </a:lnTo>
                  <a:lnTo>
                    <a:pt x="16544" y="11996"/>
                  </a:lnTo>
                  <a:lnTo>
                    <a:pt x="16361" y="12179"/>
                  </a:lnTo>
                  <a:lnTo>
                    <a:pt x="16287" y="12289"/>
                  </a:lnTo>
                  <a:lnTo>
                    <a:pt x="16251" y="12363"/>
                  </a:lnTo>
                  <a:lnTo>
                    <a:pt x="16287" y="12436"/>
                  </a:lnTo>
                  <a:lnTo>
                    <a:pt x="16324" y="12509"/>
                  </a:lnTo>
                  <a:lnTo>
                    <a:pt x="16397" y="12546"/>
                  </a:lnTo>
                  <a:lnTo>
                    <a:pt x="16471" y="12583"/>
                  </a:lnTo>
                  <a:lnTo>
                    <a:pt x="16544" y="12583"/>
                  </a:lnTo>
                  <a:lnTo>
                    <a:pt x="16581" y="12546"/>
                  </a:lnTo>
                  <a:lnTo>
                    <a:pt x="16728" y="12473"/>
                  </a:lnTo>
                  <a:lnTo>
                    <a:pt x="16801" y="12363"/>
                  </a:lnTo>
                  <a:lnTo>
                    <a:pt x="16984" y="12106"/>
                  </a:lnTo>
                  <a:lnTo>
                    <a:pt x="17461" y="11482"/>
                  </a:lnTo>
                  <a:lnTo>
                    <a:pt x="17461" y="11409"/>
                  </a:lnTo>
                  <a:lnTo>
                    <a:pt x="17461" y="11336"/>
                  </a:lnTo>
                  <a:lnTo>
                    <a:pt x="17461" y="11262"/>
                  </a:lnTo>
                  <a:lnTo>
                    <a:pt x="17425" y="11189"/>
                  </a:lnTo>
                  <a:lnTo>
                    <a:pt x="17058" y="10895"/>
                  </a:lnTo>
                  <a:lnTo>
                    <a:pt x="16728" y="10639"/>
                  </a:lnTo>
                  <a:lnTo>
                    <a:pt x="16654" y="10602"/>
                  </a:lnTo>
                  <a:lnTo>
                    <a:pt x="16581" y="10602"/>
                  </a:lnTo>
                  <a:lnTo>
                    <a:pt x="16544" y="10639"/>
                  </a:lnTo>
                  <a:lnTo>
                    <a:pt x="16471" y="10675"/>
                  </a:lnTo>
                  <a:lnTo>
                    <a:pt x="16434" y="10785"/>
                  </a:lnTo>
                  <a:lnTo>
                    <a:pt x="16434" y="10859"/>
                  </a:lnTo>
                  <a:lnTo>
                    <a:pt x="16471" y="10932"/>
                  </a:lnTo>
                  <a:lnTo>
                    <a:pt x="16801" y="11226"/>
                  </a:lnTo>
                  <a:lnTo>
                    <a:pt x="13940" y="11372"/>
                  </a:lnTo>
                  <a:lnTo>
                    <a:pt x="14050" y="11336"/>
                  </a:lnTo>
                  <a:lnTo>
                    <a:pt x="14270" y="11189"/>
                  </a:lnTo>
                  <a:lnTo>
                    <a:pt x="14343" y="11115"/>
                  </a:lnTo>
                  <a:lnTo>
                    <a:pt x="14417" y="11005"/>
                  </a:lnTo>
                  <a:lnTo>
                    <a:pt x="14417" y="10932"/>
                  </a:lnTo>
                  <a:lnTo>
                    <a:pt x="14380" y="10895"/>
                  </a:lnTo>
                  <a:lnTo>
                    <a:pt x="14233" y="10895"/>
                  </a:lnTo>
                  <a:lnTo>
                    <a:pt x="14123" y="10932"/>
                  </a:lnTo>
                  <a:lnTo>
                    <a:pt x="13903" y="11079"/>
                  </a:lnTo>
                  <a:lnTo>
                    <a:pt x="13720" y="11226"/>
                  </a:lnTo>
                  <a:lnTo>
                    <a:pt x="13573" y="11409"/>
                  </a:lnTo>
                  <a:lnTo>
                    <a:pt x="12289" y="11446"/>
                  </a:lnTo>
                  <a:lnTo>
                    <a:pt x="12546" y="11336"/>
                  </a:lnTo>
                  <a:lnTo>
                    <a:pt x="12839" y="11226"/>
                  </a:lnTo>
                  <a:lnTo>
                    <a:pt x="13169" y="11079"/>
                  </a:lnTo>
                  <a:lnTo>
                    <a:pt x="13500" y="10895"/>
                  </a:lnTo>
                  <a:lnTo>
                    <a:pt x="13793" y="10675"/>
                  </a:lnTo>
                  <a:lnTo>
                    <a:pt x="14050" y="10419"/>
                  </a:lnTo>
                  <a:lnTo>
                    <a:pt x="14087" y="10308"/>
                  </a:lnTo>
                  <a:lnTo>
                    <a:pt x="14050" y="10235"/>
                  </a:lnTo>
                  <a:lnTo>
                    <a:pt x="13976" y="10198"/>
                  </a:lnTo>
                  <a:lnTo>
                    <a:pt x="13903" y="10235"/>
                  </a:lnTo>
                  <a:lnTo>
                    <a:pt x="13646" y="10382"/>
                  </a:lnTo>
                  <a:lnTo>
                    <a:pt x="13390" y="10565"/>
                  </a:lnTo>
                  <a:lnTo>
                    <a:pt x="13133" y="10749"/>
                  </a:lnTo>
                  <a:lnTo>
                    <a:pt x="12876" y="10895"/>
                  </a:lnTo>
                  <a:lnTo>
                    <a:pt x="12583" y="11042"/>
                  </a:lnTo>
                  <a:lnTo>
                    <a:pt x="12289" y="11152"/>
                  </a:lnTo>
                  <a:lnTo>
                    <a:pt x="11996" y="11299"/>
                  </a:lnTo>
                  <a:lnTo>
                    <a:pt x="11702" y="11446"/>
                  </a:lnTo>
                  <a:lnTo>
                    <a:pt x="10162" y="11482"/>
                  </a:lnTo>
                  <a:lnTo>
                    <a:pt x="10602" y="11299"/>
                  </a:lnTo>
                  <a:lnTo>
                    <a:pt x="12216" y="10639"/>
                  </a:lnTo>
                  <a:lnTo>
                    <a:pt x="12766" y="10455"/>
                  </a:lnTo>
                  <a:lnTo>
                    <a:pt x="13316" y="10162"/>
                  </a:lnTo>
                  <a:lnTo>
                    <a:pt x="13573" y="10015"/>
                  </a:lnTo>
                  <a:lnTo>
                    <a:pt x="13793" y="9832"/>
                  </a:lnTo>
                  <a:lnTo>
                    <a:pt x="13976" y="9612"/>
                  </a:lnTo>
                  <a:lnTo>
                    <a:pt x="14087" y="9355"/>
                  </a:lnTo>
                  <a:lnTo>
                    <a:pt x="14087" y="9245"/>
                  </a:lnTo>
                  <a:lnTo>
                    <a:pt x="14050" y="9208"/>
                  </a:lnTo>
                  <a:lnTo>
                    <a:pt x="13940" y="9171"/>
                  </a:lnTo>
                  <a:lnTo>
                    <a:pt x="13866" y="9208"/>
                  </a:lnTo>
                  <a:lnTo>
                    <a:pt x="13463" y="9612"/>
                  </a:lnTo>
                  <a:lnTo>
                    <a:pt x="13243" y="9795"/>
                  </a:lnTo>
                  <a:lnTo>
                    <a:pt x="12986" y="9978"/>
                  </a:lnTo>
                  <a:lnTo>
                    <a:pt x="12693" y="10125"/>
                  </a:lnTo>
                  <a:lnTo>
                    <a:pt x="12399" y="10235"/>
                  </a:lnTo>
                  <a:lnTo>
                    <a:pt x="11776" y="10492"/>
                  </a:lnTo>
                  <a:lnTo>
                    <a:pt x="10418" y="11042"/>
                  </a:lnTo>
                  <a:lnTo>
                    <a:pt x="9905" y="11262"/>
                  </a:lnTo>
                  <a:lnTo>
                    <a:pt x="9428" y="11482"/>
                  </a:lnTo>
                  <a:lnTo>
                    <a:pt x="7667" y="11482"/>
                  </a:lnTo>
                  <a:lnTo>
                    <a:pt x="8621" y="11152"/>
                  </a:lnTo>
                  <a:lnTo>
                    <a:pt x="10895" y="10419"/>
                  </a:lnTo>
                  <a:lnTo>
                    <a:pt x="11335" y="10235"/>
                  </a:lnTo>
                  <a:lnTo>
                    <a:pt x="11776" y="10052"/>
                  </a:lnTo>
                  <a:lnTo>
                    <a:pt x="12179" y="9832"/>
                  </a:lnTo>
                  <a:lnTo>
                    <a:pt x="12583" y="9575"/>
                  </a:lnTo>
                  <a:lnTo>
                    <a:pt x="13426" y="9025"/>
                  </a:lnTo>
                  <a:lnTo>
                    <a:pt x="13866" y="8768"/>
                  </a:lnTo>
                  <a:lnTo>
                    <a:pt x="14307" y="8548"/>
                  </a:lnTo>
                  <a:lnTo>
                    <a:pt x="14380" y="8511"/>
                  </a:lnTo>
                  <a:lnTo>
                    <a:pt x="14417" y="8474"/>
                  </a:lnTo>
                  <a:lnTo>
                    <a:pt x="14417" y="8841"/>
                  </a:lnTo>
                  <a:lnTo>
                    <a:pt x="14453" y="8915"/>
                  </a:lnTo>
                  <a:lnTo>
                    <a:pt x="14490" y="8951"/>
                  </a:lnTo>
                  <a:lnTo>
                    <a:pt x="14527" y="8988"/>
                  </a:lnTo>
                  <a:lnTo>
                    <a:pt x="14600" y="9025"/>
                  </a:lnTo>
                  <a:lnTo>
                    <a:pt x="14673" y="8988"/>
                  </a:lnTo>
                  <a:lnTo>
                    <a:pt x="14747" y="8951"/>
                  </a:lnTo>
                  <a:lnTo>
                    <a:pt x="14783" y="8915"/>
                  </a:lnTo>
                  <a:lnTo>
                    <a:pt x="14783" y="8841"/>
                  </a:lnTo>
                  <a:lnTo>
                    <a:pt x="14783" y="8291"/>
                  </a:lnTo>
                  <a:lnTo>
                    <a:pt x="14747" y="8034"/>
                  </a:lnTo>
                  <a:lnTo>
                    <a:pt x="14673" y="7777"/>
                  </a:lnTo>
                  <a:lnTo>
                    <a:pt x="15077" y="8181"/>
                  </a:lnTo>
                  <a:lnTo>
                    <a:pt x="15517" y="8584"/>
                  </a:lnTo>
                  <a:lnTo>
                    <a:pt x="15737" y="8768"/>
                  </a:lnTo>
                  <a:lnTo>
                    <a:pt x="15847" y="8841"/>
                  </a:lnTo>
                  <a:lnTo>
                    <a:pt x="15994" y="8878"/>
                  </a:lnTo>
                  <a:lnTo>
                    <a:pt x="16361" y="8915"/>
                  </a:lnTo>
                  <a:lnTo>
                    <a:pt x="16764" y="8915"/>
                  </a:lnTo>
                  <a:lnTo>
                    <a:pt x="17204" y="8878"/>
                  </a:lnTo>
                  <a:lnTo>
                    <a:pt x="17608" y="8731"/>
                  </a:lnTo>
                  <a:lnTo>
                    <a:pt x="17681" y="8695"/>
                  </a:lnTo>
                  <a:lnTo>
                    <a:pt x="17755" y="8584"/>
                  </a:lnTo>
                  <a:lnTo>
                    <a:pt x="17791" y="8511"/>
                  </a:lnTo>
                  <a:lnTo>
                    <a:pt x="17755" y="8438"/>
                  </a:lnTo>
                  <a:lnTo>
                    <a:pt x="17718" y="8328"/>
                  </a:lnTo>
                  <a:lnTo>
                    <a:pt x="17681" y="8291"/>
                  </a:lnTo>
                  <a:lnTo>
                    <a:pt x="17571" y="8254"/>
                  </a:lnTo>
                  <a:lnTo>
                    <a:pt x="17461" y="8254"/>
                  </a:lnTo>
                  <a:lnTo>
                    <a:pt x="17131" y="8364"/>
                  </a:lnTo>
                  <a:lnTo>
                    <a:pt x="16764" y="8401"/>
                  </a:lnTo>
                  <a:lnTo>
                    <a:pt x="16397" y="8438"/>
                  </a:lnTo>
                  <a:lnTo>
                    <a:pt x="16177" y="8401"/>
                  </a:lnTo>
                  <a:lnTo>
                    <a:pt x="16031" y="8364"/>
                  </a:lnTo>
                  <a:lnTo>
                    <a:pt x="15480" y="7888"/>
                  </a:lnTo>
                  <a:lnTo>
                    <a:pt x="15004" y="7374"/>
                  </a:lnTo>
                  <a:lnTo>
                    <a:pt x="14563" y="6824"/>
                  </a:lnTo>
                  <a:lnTo>
                    <a:pt x="14160" y="6237"/>
                  </a:lnTo>
                  <a:lnTo>
                    <a:pt x="13830" y="5613"/>
                  </a:lnTo>
                  <a:lnTo>
                    <a:pt x="13536" y="4990"/>
                  </a:lnTo>
                  <a:lnTo>
                    <a:pt x="13096" y="3926"/>
                  </a:lnTo>
                  <a:lnTo>
                    <a:pt x="12803" y="3412"/>
                  </a:lnTo>
                  <a:lnTo>
                    <a:pt x="12509" y="2936"/>
                  </a:lnTo>
                  <a:lnTo>
                    <a:pt x="12326" y="2752"/>
                  </a:lnTo>
                  <a:lnTo>
                    <a:pt x="12142" y="2532"/>
                  </a:lnTo>
                  <a:lnTo>
                    <a:pt x="11959" y="2349"/>
                  </a:lnTo>
                  <a:lnTo>
                    <a:pt x="11739" y="2202"/>
                  </a:lnTo>
                  <a:lnTo>
                    <a:pt x="11482" y="2092"/>
                  </a:lnTo>
                  <a:lnTo>
                    <a:pt x="11225" y="1982"/>
                  </a:lnTo>
                  <a:lnTo>
                    <a:pt x="10932" y="1908"/>
                  </a:lnTo>
                  <a:lnTo>
                    <a:pt x="10602" y="1872"/>
                  </a:lnTo>
                  <a:lnTo>
                    <a:pt x="10308" y="1872"/>
                  </a:lnTo>
                  <a:lnTo>
                    <a:pt x="9978" y="1908"/>
                  </a:lnTo>
                  <a:lnTo>
                    <a:pt x="9685" y="1982"/>
                  </a:lnTo>
                  <a:lnTo>
                    <a:pt x="9391" y="2055"/>
                  </a:lnTo>
                  <a:lnTo>
                    <a:pt x="9098" y="2202"/>
                  </a:lnTo>
                  <a:lnTo>
                    <a:pt x="8841" y="2349"/>
                  </a:lnTo>
                  <a:lnTo>
                    <a:pt x="8584" y="2495"/>
                  </a:lnTo>
                  <a:lnTo>
                    <a:pt x="8327" y="2715"/>
                  </a:lnTo>
                  <a:lnTo>
                    <a:pt x="7887" y="3119"/>
                  </a:lnTo>
                  <a:lnTo>
                    <a:pt x="7484" y="3632"/>
                  </a:lnTo>
                  <a:lnTo>
                    <a:pt x="7117" y="4146"/>
                  </a:lnTo>
                  <a:lnTo>
                    <a:pt x="6787" y="4660"/>
                  </a:lnTo>
                  <a:lnTo>
                    <a:pt x="6127" y="5833"/>
                  </a:lnTo>
                  <a:lnTo>
                    <a:pt x="5796" y="6457"/>
                  </a:lnTo>
                  <a:lnTo>
                    <a:pt x="5430" y="7044"/>
                  </a:lnTo>
                  <a:lnTo>
                    <a:pt x="4989" y="7594"/>
                  </a:lnTo>
                  <a:lnTo>
                    <a:pt x="4769" y="7851"/>
                  </a:lnTo>
                  <a:lnTo>
                    <a:pt x="4513" y="8071"/>
                  </a:lnTo>
                  <a:lnTo>
                    <a:pt x="4256" y="8291"/>
                  </a:lnTo>
                  <a:lnTo>
                    <a:pt x="3962" y="8474"/>
                  </a:lnTo>
                  <a:lnTo>
                    <a:pt x="3669" y="8621"/>
                  </a:lnTo>
                  <a:lnTo>
                    <a:pt x="3339" y="8731"/>
                  </a:lnTo>
                  <a:lnTo>
                    <a:pt x="3009" y="8841"/>
                  </a:lnTo>
                  <a:lnTo>
                    <a:pt x="2715" y="8915"/>
                  </a:lnTo>
                  <a:lnTo>
                    <a:pt x="2605" y="6200"/>
                  </a:lnTo>
                  <a:lnTo>
                    <a:pt x="2568" y="3119"/>
                  </a:lnTo>
                  <a:lnTo>
                    <a:pt x="2605" y="1505"/>
                  </a:lnTo>
                  <a:lnTo>
                    <a:pt x="2568" y="1138"/>
                  </a:lnTo>
                  <a:lnTo>
                    <a:pt x="2715" y="1395"/>
                  </a:lnTo>
                  <a:lnTo>
                    <a:pt x="2862" y="1652"/>
                  </a:lnTo>
                  <a:lnTo>
                    <a:pt x="2899" y="1725"/>
                  </a:lnTo>
                  <a:lnTo>
                    <a:pt x="2972" y="1762"/>
                  </a:lnTo>
                  <a:lnTo>
                    <a:pt x="3119" y="1762"/>
                  </a:lnTo>
                  <a:lnTo>
                    <a:pt x="3192" y="1688"/>
                  </a:lnTo>
                  <a:lnTo>
                    <a:pt x="3229" y="1652"/>
                  </a:lnTo>
                  <a:lnTo>
                    <a:pt x="3265" y="1578"/>
                  </a:lnTo>
                  <a:lnTo>
                    <a:pt x="3265" y="1505"/>
                  </a:lnTo>
                  <a:lnTo>
                    <a:pt x="3155" y="1138"/>
                  </a:lnTo>
                  <a:lnTo>
                    <a:pt x="2972" y="771"/>
                  </a:lnTo>
                  <a:lnTo>
                    <a:pt x="2568" y="111"/>
                  </a:lnTo>
                  <a:lnTo>
                    <a:pt x="2495" y="38"/>
                  </a:lnTo>
                  <a:lnTo>
                    <a:pt x="2385" y="1"/>
                  </a:lnTo>
                  <a:close/>
                  <a:moveTo>
                    <a:pt x="15554" y="12546"/>
                  </a:moveTo>
                  <a:lnTo>
                    <a:pt x="15480" y="12583"/>
                  </a:lnTo>
                  <a:lnTo>
                    <a:pt x="15370" y="12619"/>
                  </a:lnTo>
                  <a:lnTo>
                    <a:pt x="15224" y="12766"/>
                  </a:lnTo>
                  <a:lnTo>
                    <a:pt x="15077" y="12913"/>
                  </a:lnTo>
                  <a:lnTo>
                    <a:pt x="15077" y="12950"/>
                  </a:lnTo>
                  <a:lnTo>
                    <a:pt x="14820" y="12803"/>
                  </a:lnTo>
                  <a:lnTo>
                    <a:pt x="14527" y="12693"/>
                  </a:lnTo>
                  <a:lnTo>
                    <a:pt x="14453" y="12693"/>
                  </a:lnTo>
                  <a:lnTo>
                    <a:pt x="14417" y="12729"/>
                  </a:lnTo>
                  <a:lnTo>
                    <a:pt x="14380" y="12803"/>
                  </a:lnTo>
                  <a:lnTo>
                    <a:pt x="14380" y="12876"/>
                  </a:lnTo>
                  <a:lnTo>
                    <a:pt x="14563" y="13096"/>
                  </a:lnTo>
                  <a:lnTo>
                    <a:pt x="14783" y="13316"/>
                  </a:lnTo>
                  <a:lnTo>
                    <a:pt x="14673" y="13463"/>
                  </a:lnTo>
                  <a:lnTo>
                    <a:pt x="14490" y="13720"/>
                  </a:lnTo>
                  <a:lnTo>
                    <a:pt x="14417" y="13867"/>
                  </a:lnTo>
                  <a:lnTo>
                    <a:pt x="14417" y="14013"/>
                  </a:lnTo>
                  <a:lnTo>
                    <a:pt x="14453" y="14087"/>
                  </a:lnTo>
                  <a:lnTo>
                    <a:pt x="14490" y="14123"/>
                  </a:lnTo>
                  <a:lnTo>
                    <a:pt x="14600" y="14123"/>
                  </a:lnTo>
                  <a:lnTo>
                    <a:pt x="14673" y="14087"/>
                  </a:lnTo>
                  <a:lnTo>
                    <a:pt x="14783" y="14050"/>
                  </a:lnTo>
                  <a:lnTo>
                    <a:pt x="14893" y="13903"/>
                  </a:lnTo>
                  <a:lnTo>
                    <a:pt x="15150" y="13573"/>
                  </a:lnTo>
                  <a:lnTo>
                    <a:pt x="15590" y="13903"/>
                  </a:lnTo>
                  <a:lnTo>
                    <a:pt x="15700" y="13940"/>
                  </a:lnTo>
                  <a:lnTo>
                    <a:pt x="15774" y="13940"/>
                  </a:lnTo>
                  <a:lnTo>
                    <a:pt x="15847" y="13903"/>
                  </a:lnTo>
                  <a:lnTo>
                    <a:pt x="15884" y="13830"/>
                  </a:lnTo>
                  <a:lnTo>
                    <a:pt x="15921" y="13757"/>
                  </a:lnTo>
                  <a:lnTo>
                    <a:pt x="15921" y="13647"/>
                  </a:lnTo>
                  <a:lnTo>
                    <a:pt x="15921" y="13573"/>
                  </a:lnTo>
                  <a:lnTo>
                    <a:pt x="15847" y="13500"/>
                  </a:lnTo>
                  <a:lnTo>
                    <a:pt x="15407" y="13170"/>
                  </a:lnTo>
                  <a:lnTo>
                    <a:pt x="15480" y="13096"/>
                  </a:lnTo>
                  <a:lnTo>
                    <a:pt x="15590" y="12876"/>
                  </a:lnTo>
                  <a:lnTo>
                    <a:pt x="15664" y="12803"/>
                  </a:lnTo>
                  <a:lnTo>
                    <a:pt x="15737" y="12766"/>
                  </a:lnTo>
                  <a:lnTo>
                    <a:pt x="15774" y="12729"/>
                  </a:lnTo>
                  <a:lnTo>
                    <a:pt x="15811" y="12693"/>
                  </a:lnTo>
                  <a:lnTo>
                    <a:pt x="15811" y="12656"/>
                  </a:lnTo>
                  <a:lnTo>
                    <a:pt x="15774" y="12656"/>
                  </a:lnTo>
                  <a:lnTo>
                    <a:pt x="15664" y="12583"/>
                  </a:lnTo>
                  <a:lnTo>
                    <a:pt x="15554" y="12546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80" name="Google Shape;303;p5">
              <a:extLst>
                <a:ext uri="{FF2B5EF4-FFF2-40B4-BE49-F238E27FC236}">
                  <a16:creationId xmlns:a16="http://schemas.microsoft.com/office/drawing/2014/main" id="{BC196BA2-19D7-4FBD-89F6-07BC62432395}"/>
                </a:ext>
              </a:extLst>
            </p:cNvPr>
            <p:cNvSpPr/>
            <p:nvPr/>
          </p:nvSpPr>
          <p:spPr>
            <a:xfrm>
              <a:off x="6844475" y="1037625"/>
              <a:ext cx="414525" cy="389750"/>
            </a:xfrm>
            <a:custGeom>
              <a:avLst/>
              <a:gdLst/>
              <a:ahLst/>
              <a:cxnLst/>
              <a:rect l="l" t="t" r="r" b="b"/>
              <a:pathLst>
                <a:path w="16581" h="15590" extrusionOk="0">
                  <a:moveTo>
                    <a:pt x="13793" y="2568"/>
                  </a:moveTo>
                  <a:lnTo>
                    <a:pt x="14123" y="2641"/>
                  </a:lnTo>
                  <a:lnTo>
                    <a:pt x="14123" y="2678"/>
                  </a:lnTo>
                  <a:lnTo>
                    <a:pt x="14086" y="2825"/>
                  </a:lnTo>
                  <a:lnTo>
                    <a:pt x="14013" y="2935"/>
                  </a:lnTo>
                  <a:lnTo>
                    <a:pt x="13866" y="3045"/>
                  </a:lnTo>
                  <a:lnTo>
                    <a:pt x="13756" y="3081"/>
                  </a:lnTo>
                  <a:lnTo>
                    <a:pt x="13573" y="2971"/>
                  </a:lnTo>
                  <a:lnTo>
                    <a:pt x="13609" y="2788"/>
                  </a:lnTo>
                  <a:lnTo>
                    <a:pt x="13683" y="2678"/>
                  </a:lnTo>
                  <a:lnTo>
                    <a:pt x="13720" y="2605"/>
                  </a:lnTo>
                  <a:lnTo>
                    <a:pt x="13793" y="2568"/>
                  </a:lnTo>
                  <a:close/>
                  <a:moveTo>
                    <a:pt x="9428" y="3705"/>
                  </a:moveTo>
                  <a:lnTo>
                    <a:pt x="9831" y="4475"/>
                  </a:lnTo>
                  <a:lnTo>
                    <a:pt x="10161" y="5246"/>
                  </a:lnTo>
                  <a:lnTo>
                    <a:pt x="8327" y="4402"/>
                  </a:lnTo>
                  <a:lnTo>
                    <a:pt x="8878" y="4035"/>
                  </a:lnTo>
                  <a:lnTo>
                    <a:pt x="9428" y="3705"/>
                  </a:lnTo>
                  <a:close/>
                  <a:moveTo>
                    <a:pt x="5283" y="3668"/>
                  </a:moveTo>
                  <a:lnTo>
                    <a:pt x="6383" y="4072"/>
                  </a:lnTo>
                  <a:lnTo>
                    <a:pt x="7410" y="4512"/>
                  </a:lnTo>
                  <a:lnTo>
                    <a:pt x="6383" y="5319"/>
                  </a:lnTo>
                  <a:lnTo>
                    <a:pt x="5393" y="6163"/>
                  </a:lnTo>
                  <a:lnTo>
                    <a:pt x="5319" y="5282"/>
                  </a:lnTo>
                  <a:lnTo>
                    <a:pt x="5283" y="4365"/>
                  </a:lnTo>
                  <a:lnTo>
                    <a:pt x="5283" y="3668"/>
                  </a:lnTo>
                  <a:close/>
                  <a:moveTo>
                    <a:pt x="13096" y="2494"/>
                  </a:moveTo>
                  <a:lnTo>
                    <a:pt x="13023" y="2641"/>
                  </a:lnTo>
                  <a:lnTo>
                    <a:pt x="12986" y="2825"/>
                  </a:lnTo>
                  <a:lnTo>
                    <a:pt x="12949" y="3008"/>
                  </a:lnTo>
                  <a:lnTo>
                    <a:pt x="12986" y="3191"/>
                  </a:lnTo>
                  <a:lnTo>
                    <a:pt x="13096" y="3412"/>
                  </a:lnTo>
                  <a:lnTo>
                    <a:pt x="13243" y="3595"/>
                  </a:lnTo>
                  <a:lnTo>
                    <a:pt x="13426" y="3705"/>
                  </a:lnTo>
                  <a:lnTo>
                    <a:pt x="13646" y="3778"/>
                  </a:lnTo>
                  <a:lnTo>
                    <a:pt x="13793" y="3815"/>
                  </a:lnTo>
                  <a:lnTo>
                    <a:pt x="13536" y="4512"/>
                  </a:lnTo>
                  <a:lnTo>
                    <a:pt x="13243" y="5209"/>
                  </a:lnTo>
                  <a:lnTo>
                    <a:pt x="12913" y="5869"/>
                  </a:lnTo>
                  <a:lnTo>
                    <a:pt x="12546" y="6529"/>
                  </a:lnTo>
                  <a:lnTo>
                    <a:pt x="11665" y="6016"/>
                  </a:lnTo>
                  <a:lnTo>
                    <a:pt x="10785" y="5576"/>
                  </a:lnTo>
                  <a:lnTo>
                    <a:pt x="10602" y="5026"/>
                  </a:lnTo>
                  <a:lnTo>
                    <a:pt x="10345" y="4475"/>
                  </a:lnTo>
                  <a:lnTo>
                    <a:pt x="10125" y="3962"/>
                  </a:lnTo>
                  <a:lnTo>
                    <a:pt x="9831" y="3448"/>
                  </a:lnTo>
                  <a:lnTo>
                    <a:pt x="10602" y="3045"/>
                  </a:lnTo>
                  <a:lnTo>
                    <a:pt x="11005" y="2898"/>
                  </a:lnTo>
                  <a:lnTo>
                    <a:pt x="11409" y="2751"/>
                  </a:lnTo>
                  <a:lnTo>
                    <a:pt x="11849" y="2641"/>
                  </a:lnTo>
                  <a:lnTo>
                    <a:pt x="12252" y="2568"/>
                  </a:lnTo>
                  <a:lnTo>
                    <a:pt x="12692" y="2494"/>
                  </a:lnTo>
                  <a:close/>
                  <a:moveTo>
                    <a:pt x="2605" y="6713"/>
                  </a:moveTo>
                  <a:lnTo>
                    <a:pt x="2678" y="6750"/>
                  </a:lnTo>
                  <a:lnTo>
                    <a:pt x="2752" y="6823"/>
                  </a:lnTo>
                  <a:lnTo>
                    <a:pt x="2788" y="6970"/>
                  </a:lnTo>
                  <a:lnTo>
                    <a:pt x="2752" y="7116"/>
                  </a:lnTo>
                  <a:lnTo>
                    <a:pt x="2715" y="7153"/>
                  </a:lnTo>
                  <a:lnTo>
                    <a:pt x="2605" y="7226"/>
                  </a:lnTo>
                  <a:lnTo>
                    <a:pt x="2458" y="7336"/>
                  </a:lnTo>
                  <a:lnTo>
                    <a:pt x="2165" y="7116"/>
                  </a:lnTo>
                  <a:lnTo>
                    <a:pt x="2275" y="6970"/>
                  </a:lnTo>
                  <a:lnTo>
                    <a:pt x="2275" y="6896"/>
                  </a:lnTo>
                  <a:lnTo>
                    <a:pt x="2458" y="6860"/>
                  </a:lnTo>
                  <a:lnTo>
                    <a:pt x="2715" y="6860"/>
                  </a:lnTo>
                  <a:lnTo>
                    <a:pt x="2715" y="6823"/>
                  </a:lnTo>
                  <a:lnTo>
                    <a:pt x="2678" y="6786"/>
                  </a:lnTo>
                  <a:lnTo>
                    <a:pt x="2605" y="6713"/>
                  </a:lnTo>
                  <a:close/>
                  <a:moveTo>
                    <a:pt x="8364" y="6529"/>
                  </a:moveTo>
                  <a:lnTo>
                    <a:pt x="8547" y="6566"/>
                  </a:lnTo>
                  <a:lnTo>
                    <a:pt x="8657" y="6603"/>
                  </a:lnTo>
                  <a:lnTo>
                    <a:pt x="8657" y="6713"/>
                  </a:lnTo>
                  <a:lnTo>
                    <a:pt x="8694" y="6860"/>
                  </a:lnTo>
                  <a:lnTo>
                    <a:pt x="8694" y="6970"/>
                  </a:lnTo>
                  <a:lnTo>
                    <a:pt x="8694" y="7116"/>
                  </a:lnTo>
                  <a:lnTo>
                    <a:pt x="8657" y="7226"/>
                  </a:lnTo>
                  <a:lnTo>
                    <a:pt x="8621" y="7336"/>
                  </a:lnTo>
                  <a:lnTo>
                    <a:pt x="8547" y="7446"/>
                  </a:lnTo>
                  <a:lnTo>
                    <a:pt x="8364" y="7446"/>
                  </a:lnTo>
                  <a:lnTo>
                    <a:pt x="8107" y="7520"/>
                  </a:lnTo>
                  <a:lnTo>
                    <a:pt x="7850" y="7593"/>
                  </a:lnTo>
                  <a:lnTo>
                    <a:pt x="7704" y="7483"/>
                  </a:lnTo>
                  <a:lnTo>
                    <a:pt x="7630" y="7336"/>
                  </a:lnTo>
                  <a:lnTo>
                    <a:pt x="7557" y="7190"/>
                  </a:lnTo>
                  <a:lnTo>
                    <a:pt x="7594" y="7006"/>
                  </a:lnTo>
                  <a:lnTo>
                    <a:pt x="7667" y="6750"/>
                  </a:lnTo>
                  <a:lnTo>
                    <a:pt x="7777" y="6750"/>
                  </a:lnTo>
                  <a:lnTo>
                    <a:pt x="7850" y="6786"/>
                  </a:lnTo>
                  <a:lnTo>
                    <a:pt x="7924" y="6750"/>
                  </a:lnTo>
                  <a:lnTo>
                    <a:pt x="7960" y="6713"/>
                  </a:lnTo>
                  <a:lnTo>
                    <a:pt x="8071" y="6566"/>
                  </a:lnTo>
                  <a:lnTo>
                    <a:pt x="8364" y="6529"/>
                  </a:lnTo>
                  <a:close/>
                  <a:moveTo>
                    <a:pt x="3155" y="3191"/>
                  </a:moveTo>
                  <a:lnTo>
                    <a:pt x="3595" y="3228"/>
                  </a:lnTo>
                  <a:lnTo>
                    <a:pt x="4036" y="3301"/>
                  </a:lnTo>
                  <a:lnTo>
                    <a:pt x="4439" y="3412"/>
                  </a:lnTo>
                  <a:lnTo>
                    <a:pt x="4879" y="3522"/>
                  </a:lnTo>
                  <a:lnTo>
                    <a:pt x="4843" y="4072"/>
                  </a:lnTo>
                  <a:lnTo>
                    <a:pt x="4843" y="4659"/>
                  </a:lnTo>
                  <a:lnTo>
                    <a:pt x="4879" y="5282"/>
                  </a:lnTo>
                  <a:lnTo>
                    <a:pt x="4989" y="6529"/>
                  </a:lnTo>
                  <a:lnTo>
                    <a:pt x="4182" y="7263"/>
                  </a:lnTo>
                  <a:lnTo>
                    <a:pt x="3779" y="7630"/>
                  </a:lnTo>
                  <a:lnTo>
                    <a:pt x="3375" y="8033"/>
                  </a:lnTo>
                  <a:lnTo>
                    <a:pt x="3265" y="7960"/>
                  </a:lnTo>
                  <a:lnTo>
                    <a:pt x="2898" y="7667"/>
                  </a:lnTo>
                  <a:lnTo>
                    <a:pt x="3008" y="7520"/>
                  </a:lnTo>
                  <a:lnTo>
                    <a:pt x="3119" y="7410"/>
                  </a:lnTo>
                  <a:lnTo>
                    <a:pt x="3155" y="7336"/>
                  </a:lnTo>
                  <a:lnTo>
                    <a:pt x="3192" y="7300"/>
                  </a:lnTo>
                  <a:lnTo>
                    <a:pt x="3192" y="7153"/>
                  </a:lnTo>
                  <a:lnTo>
                    <a:pt x="3229" y="6933"/>
                  </a:lnTo>
                  <a:lnTo>
                    <a:pt x="3192" y="6823"/>
                  </a:lnTo>
                  <a:lnTo>
                    <a:pt x="3155" y="6676"/>
                  </a:lnTo>
                  <a:lnTo>
                    <a:pt x="3119" y="6566"/>
                  </a:lnTo>
                  <a:lnTo>
                    <a:pt x="3045" y="6456"/>
                  </a:lnTo>
                  <a:lnTo>
                    <a:pt x="2972" y="6383"/>
                  </a:lnTo>
                  <a:lnTo>
                    <a:pt x="2862" y="6309"/>
                  </a:lnTo>
                  <a:lnTo>
                    <a:pt x="2752" y="6273"/>
                  </a:lnTo>
                  <a:lnTo>
                    <a:pt x="2605" y="6236"/>
                  </a:lnTo>
                  <a:lnTo>
                    <a:pt x="2495" y="6236"/>
                  </a:lnTo>
                  <a:lnTo>
                    <a:pt x="2348" y="6273"/>
                  </a:lnTo>
                  <a:lnTo>
                    <a:pt x="2128" y="6383"/>
                  </a:lnTo>
                  <a:lnTo>
                    <a:pt x="1908" y="6529"/>
                  </a:lnTo>
                  <a:lnTo>
                    <a:pt x="1761" y="6713"/>
                  </a:lnTo>
                  <a:lnTo>
                    <a:pt x="1321" y="6309"/>
                  </a:lnTo>
                  <a:lnTo>
                    <a:pt x="954" y="5833"/>
                  </a:lnTo>
                  <a:lnTo>
                    <a:pt x="734" y="5502"/>
                  </a:lnTo>
                  <a:lnTo>
                    <a:pt x="624" y="5172"/>
                  </a:lnTo>
                  <a:lnTo>
                    <a:pt x="551" y="4805"/>
                  </a:lnTo>
                  <a:lnTo>
                    <a:pt x="514" y="4439"/>
                  </a:lnTo>
                  <a:lnTo>
                    <a:pt x="551" y="4255"/>
                  </a:lnTo>
                  <a:lnTo>
                    <a:pt x="624" y="4072"/>
                  </a:lnTo>
                  <a:lnTo>
                    <a:pt x="734" y="3925"/>
                  </a:lnTo>
                  <a:lnTo>
                    <a:pt x="844" y="3778"/>
                  </a:lnTo>
                  <a:lnTo>
                    <a:pt x="991" y="3668"/>
                  </a:lnTo>
                  <a:lnTo>
                    <a:pt x="1174" y="3558"/>
                  </a:lnTo>
                  <a:lnTo>
                    <a:pt x="1541" y="3412"/>
                  </a:lnTo>
                  <a:lnTo>
                    <a:pt x="1908" y="3265"/>
                  </a:lnTo>
                  <a:lnTo>
                    <a:pt x="2312" y="3191"/>
                  </a:lnTo>
                  <a:close/>
                  <a:moveTo>
                    <a:pt x="11005" y="6199"/>
                  </a:moveTo>
                  <a:lnTo>
                    <a:pt x="12289" y="6896"/>
                  </a:lnTo>
                  <a:lnTo>
                    <a:pt x="11885" y="7483"/>
                  </a:lnTo>
                  <a:lnTo>
                    <a:pt x="11482" y="8033"/>
                  </a:lnTo>
                  <a:lnTo>
                    <a:pt x="11335" y="7410"/>
                  </a:lnTo>
                  <a:lnTo>
                    <a:pt x="11188" y="6750"/>
                  </a:lnTo>
                  <a:lnTo>
                    <a:pt x="11005" y="6199"/>
                  </a:lnTo>
                  <a:close/>
                  <a:moveTo>
                    <a:pt x="7264" y="8180"/>
                  </a:moveTo>
                  <a:lnTo>
                    <a:pt x="7410" y="8253"/>
                  </a:lnTo>
                  <a:lnTo>
                    <a:pt x="7594" y="8290"/>
                  </a:lnTo>
                  <a:lnTo>
                    <a:pt x="7960" y="8290"/>
                  </a:lnTo>
                  <a:lnTo>
                    <a:pt x="7704" y="8327"/>
                  </a:lnTo>
                  <a:lnTo>
                    <a:pt x="7557" y="8327"/>
                  </a:lnTo>
                  <a:lnTo>
                    <a:pt x="7447" y="8290"/>
                  </a:lnTo>
                  <a:lnTo>
                    <a:pt x="7337" y="8253"/>
                  </a:lnTo>
                  <a:lnTo>
                    <a:pt x="7264" y="8180"/>
                  </a:lnTo>
                  <a:close/>
                  <a:moveTo>
                    <a:pt x="8181" y="5979"/>
                  </a:moveTo>
                  <a:lnTo>
                    <a:pt x="7997" y="6016"/>
                  </a:lnTo>
                  <a:lnTo>
                    <a:pt x="7814" y="6089"/>
                  </a:lnTo>
                  <a:lnTo>
                    <a:pt x="7667" y="6236"/>
                  </a:lnTo>
                  <a:lnTo>
                    <a:pt x="7410" y="6346"/>
                  </a:lnTo>
                  <a:lnTo>
                    <a:pt x="7190" y="6529"/>
                  </a:lnTo>
                  <a:lnTo>
                    <a:pt x="6970" y="6713"/>
                  </a:lnTo>
                  <a:lnTo>
                    <a:pt x="6787" y="6933"/>
                  </a:lnTo>
                  <a:lnTo>
                    <a:pt x="6677" y="7080"/>
                  </a:lnTo>
                  <a:lnTo>
                    <a:pt x="6640" y="7263"/>
                  </a:lnTo>
                  <a:lnTo>
                    <a:pt x="6567" y="7410"/>
                  </a:lnTo>
                  <a:lnTo>
                    <a:pt x="6567" y="7593"/>
                  </a:lnTo>
                  <a:lnTo>
                    <a:pt x="6567" y="7923"/>
                  </a:lnTo>
                  <a:lnTo>
                    <a:pt x="6677" y="8253"/>
                  </a:lnTo>
                  <a:lnTo>
                    <a:pt x="6787" y="8437"/>
                  </a:lnTo>
                  <a:lnTo>
                    <a:pt x="6897" y="8584"/>
                  </a:lnTo>
                  <a:lnTo>
                    <a:pt x="7043" y="8694"/>
                  </a:lnTo>
                  <a:lnTo>
                    <a:pt x="7190" y="8767"/>
                  </a:lnTo>
                  <a:lnTo>
                    <a:pt x="7374" y="8804"/>
                  </a:lnTo>
                  <a:lnTo>
                    <a:pt x="7557" y="8840"/>
                  </a:lnTo>
                  <a:lnTo>
                    <a:pt x="7924" y="8840"/>
                  </a:lnTo>
                  <a:lnTo>
                    <a:pt x="8254" y="8767"/>
                  </a:lnTo>
                  <a:lnTo>
                    <a:pt x="8584" y="8620"/>
                  </a:lnTo>
                  <a:lnTo>
                    <a:pt x="8914" y="8364"/>
                  </a:lnTo>
                  <a:lnTo>
                    <a:pt x="9208" y="8070"/>
                  </a:lnTo>
                  <a:lnTo>
                    <a:pt x="9464" y="7740"/>
                  </a:lnTo>
                  <a:lnTo>
                    <a:pt x="9538" y="7593"/>
                  </a:lnTo>
                  <a:lnTo>
                    <a:pt x="9611" y="7410"/>
                  </a:lnTo>
                  <a:lnTo>
                    <a:pt x="9648" y="7226"/>
                  </a:lnTo>
                  <a:lnTo>
                    <a:pt x="9648" y="7043"/>
                  </a:lnTo>
                  <a:lnTo>
                    <a:pt x="9648" y="6860"/>
                  </a:lnTo>
                  <a:lnTo>
                    <a:pt x="9574" y="6713"/>
                  </a:lnTo>
                  <a:lnTo>
                    <a:pt x="9464" y="6529"/>
                  </a:lnTo>
                  <a:lnTo>
                    <a:pt x="9354" y="6419"/>
                  </a:lnTo>
                  <a:lnTo>
                    <a:pt x="9208" y="6273"/>
                  </a:lnTo>
                  <a:lnTo>
                    <a:pt x="9061" y="6199"/>
                  </a:lnTo>
                  <a:lnTo>
                    <a:pt x="8731" y="6053"/>
                  </a:lnTo>
                  <a:lnTo>
                    <a:pt x="8364" y="5979"/>
                  </a:lnTo>
                  <a:close/>
                  <a:moveTo>
                    <a:pt x="5063" y="7080"/>
                  </a:moveTo>
                  <a:lnTo>
                    <a:pt x="5246" y="8180"/>
                  </a:lnTo>
                  <a:lnTo>
                    <a:pt x="5466" y="9281"/>
                  </a:lnTo>
                  <a:lnTo>
                    <a:pt x="4622" y="8804"/>
                  </a:lnTo>
                  <a:lnTo>
                    <a:pt x="3779" y="8290"/>
                  </a:lnTo>
                  <a:lnTo>
                    <a:pt x="4439" y="7667"/>
                  </a:lnTo>
                  <a:lnTo>
                    <a:pt x="5063" y="7080"/>
                  </a:lnTo>
                  <a:close/>
                  <a:moveTo>
                    <a:pt x="7887" y="4732"/>
                  </a:moveTo>
                  <a:lnTo>
                    <a:pt x="9171" y="5282"/>
                  </a:lnTo>
                  <a:lnTo>
                    <a:pt x="10381" y="5869"/>
                  </a:lnTo>
                  <a:lnTo>
                    <a:pt x="10602" y="6529"/>
                  </a:lnTo>
                  <a:lnTo>
                    <a:pt x="10785" y="7190"/>
                  </a:lnTo>
                  <a:lnTo>
                    <a:pt x="10932" y="7850"/>
                  </a:lnTo>
                  <a:lnTo>
                    <a:pt x="11078" y="8547"/>
                  </a:lnTo>
                  <a:lnTo>
                    <a:pt x="10565" y="9097"/>
                  </a:lnTo>
                  <a:lnTo>
                    <a:pt x="10015" y="9647"/>
                  </a:lnTo>
                  <a:lnTo>
                    <a:pt x="9428" y="10161"/>
                  </a:lnTo>
                  <a:lnTo>
                    <a:pt x="8841" y="10674"/>
                  </a:lnTo>
                  <a:lnTo>
                    <a:pt x="8107" y="10418"/>
                  </a:lnTo>
                  <a:lnTo>
                    <a:pt x="7374" y="10161"/>
                  </a:lnTo>
                  <a:lnTo>
                    <a:pt x="6677" y="9867"/>
                  </a:lnTo>
                  <a:lnTo>
                    <a:pt x="5980" y="9537"/>
                  </a:lnTo>
                  <a:lnTo>
                    <a:pt x="5723" y="8143"/>
                  </a:lnTo>
                  <a:lnTo>
                    <a:pt x="5466" y="6713"/>
                  </a:lnTo>
                  <a:lnTo>
                    <a:pt x="6677" y="5722"/>
                  </a:lnTo>
                  <a:lnTo>
                    <a:pt x="7887" y="4732"/>
                  </a:lnTo>
                  <a:close/>
                  <a:moveTo>
                    <a:pt x="11152" y="9171"/>
                  </a:moveTo>
                  <a:lnTo>
                    <a:pt x="11225" y="10161"/>
                  </a:lnTo>
                  <a:lnTo>
                    <a:pt x="11225" y="11188"/>
                  </a:lnTo>
                  <a:lnTo>
                    <a:pt x="11225" y="11225"/>
                  </a:lnTo>
                  <a:lnTo>
                    <a:pt x="10308" y="11041"/>
                  </a:lnTo>
                  <a:lnTo>
                    <a:pt x="9391" y="10821"/>
                  </a:lnTo>
                  <a:lnTo>
                    <a:pt x="10015" y="10308"/>
                  </a:lnTo>
                  <a:lnTo>
                    <a:pt x="10565" y="9794"/>
                  </a:lnTo>
                  <a:lnTo>
                    <a:pt x="11152" y="9171"/>
                  </a:lnTo>
                  <a:close/>
                  <a:moveTo>
                    <a:pt x="12729" y="7153"/>
                  </a:moveTo>
                  <a:lnTo>
                    <a:pt x="13243" y="7483"/>
                  </a:lnTo>
                  <a:lnTo>
                    <a:pt x="13756" y="7813"/>
                  </a:lnTo>
                  <a:lnTo>
                    <a:pt x="14233" y="8180"/>
                  </a:lnTo>
                  <a:lnTo>
                    <a:pt x="14673" y="8584"/>
                  </a:lnTo>
                  <a:lnTo>
                    <a:pt x="15113" y="9024"/>
                  </a:lnTo>
                  <a:lnTo>
                    <a:pt x="15480" y="9464"/>
                  </a:lnTo>
                  <a:lnTo>
                    <a:pt x="15810" y="9941"/>
                  </a:lnTo>
                  <a:lnTo>
                    <a:pt x="16067" y="10454"/>
                  </a:lnTo>
                  <a:lnTo>
                    <a:pt x="16251" y="11005"/>
                  </a:lnTo>
                  <a:lnTo>
                    <a:pt x="16177" y="11041"/>
                  </a:lnTo>
                  <a:lnTo>
                    <a:pt x="15957" y="11188"/>
                  </a:lnTo>
                  <a:lnTo>
                    <a:pt x="15700" y="11298"/>
                  </a:lnTo>
                  <a:lnTo>
                    <a:pt x="15444" y="11371"/>
                  </a:lnTo>
                  <a:lnTo>
                    <a:pt x="15187" y="11445"/>
                  </a:lnTo>
                  <a:lnTo>
                    <a:pt x="15113" y="11371"/>
                  </a:lnTo>
                  <a:lnTo>
                    <a:pt x="15077" y="11408"/>
                  </a:lnTo>
                  <a:lnTo>
                    <a:pt x="14233" y="11445"/>
                  </a:lnTo>
                  <a:lnTo>
                    <a:pt x="13389" y="11408"/>
                  </a:lnTo>
                  <a:lnTo>
                    <a:pt x="12582" y="11371"/>
                  </a:lnTo>
                  <a:lnTo>
                    <a:pt x="11739" y="11298"/>
                  </a:lnTo>
                  <a:lnTo>
                    <a:pt x="11702" y="10198"/>
                  </a:lnTo>
                  <a:lnTo>
                    <a:pt x="11665" y="9464"/>
                  </a:lnTo>
                  <a:lnTo>
                    <a:pt x="11592" y="8694"/>
                  </a:lnTo>
                  <a:lnTo>
                    <a:pt x="12179" y="7923"/>
                  </a:lnTo>
                  <a:lnTo>
                    <a:pt x="12729" y="7153"/>
                  </a:lnTo>
                  <a:close/>
                  <a:moveTo>
                    <a:pt x="6126" y="10161"/>
                  </a:moveTo>
                  <a:lnTo>
                    <a:pt x="6787" y="10454"/>
                  </a:lnTo>
                  <a:lnTo>
                    <a:pt x="7447" y="10711"/>
                  </a:lnTo>
                  <a:lnTo>
                    <a:pt x="8327" y="11005"/>
                  </a:lnTo>
                  <a:lnTo>
                    <a:pt x="7557" y="11555"/>
                  </a:lnTo>
                  <a:lnTo>
                    <a:pt x="6713" y="11995"/>
                  </a:lnTo>
                  <a:lnTo>
                    <a:pt x="6603" y="12068"/>
                  </a:lnTo>
                  <a:lnTo>
                    <a:pt x="6346" y="11078"/>
                  </a:lnTo>
                  <a:lnTo>
                    <a:pt x="6126" y="10161"/>
                  </a:lnTo>
                  <a:close/>
                  <a:moveTo>
                    <a:pt x="3449" y="8657"/>
                  </a:moveTo>
                  <a:lnTo>
                    <a:pt x="3889" y="8950"/>
                  </a:lnTo>
                  <a:lnTo>
                    <a:pt x="4733" y="9427"/>
                  </a:lnTo>
                  <a:lnTo>
                    <a:pt x="5613" y="9904"/>
                  </a:lnTo>
                  <a:lnTo>
                    <a:pt x="5870" y="11078"/>
                  </a:lnTo>
                  <a:lnTo>
                    <a:pt x="6016" y="11665"/>
                  </a:lnTo>
                  <a:lnTo>
                    <a:pt x="6200" y="12288"/>
                  </a:lnTo>
                  <a:lnTo>
                    <a:pt x="5686" y="12509"/>
                  </a:lnTo>
                  <a:lnTo>
                    <a:pt x="5136" y="12729"/>
                  </a:lnTo>
                  <a:lnTo>
                    <a:pt x="4622" y="12875"/>
                  </a:lnTo>
                  <a:lnTo>
                    <a:pt x="4072" y="12985"/>
                  </a:lnTo>
                  <a:lnTo>
                    <a:pt x="3705" y="12985"/>
                  </a:lnTo>
                  <a:lnTo>
                    <a:pt x="3375" y="12949"/>
                  </a:lnTo>
                  <a:lnTo>
                    <a:pt x="3045" y="12875"/>
                  </a:lnTo>
                  <a:lnTo>
                    <a:pt x="2715" y="12692"/>
                  </a:lnTo>
                  <a:lnTo>
                    <a:pt x="2568" y="12582"/>
                  </a:lnTo>
                  <a:lnTo>
                    <a:pt x="2458" y="12435"/>
                  </a:lnTo>
                  <a:lnTo>
                    <a:pt x="2348" y="12288"/>
                  </a:lnTo>
                  <a:lnTo>
                    <a:pt x="2275" y="12105"/>
                  </a:lnTo>
                  <a:lnTo>
                    <a:pt x="2165" y="11775"/>
                  </a:lnTo>
                  <a:lnTo>
                    <a:pt x="2165" y="11371"/>
                  </a:lnTo>
                  <a:lnTo>
                    <a:pt x="2201" y="11005"/>
                  </a:lnTo>
                  <a:lnTo>
                    <a:pt x="2275" y="10638"/>
                  </a:lnTo>
                  <a:lnTo>
                    <a:pt x="2385" y="10271"/>
                  </a:lnTo>
                  <a:lnTo>
                    <a:pt x="2532" y="9941"/>
                  </a:lnTo>
                  <a:lnTo>
                    <a:pt x="2715" y="9574"/>
                  </a:lnTo>
                  <a:lnTo>
                    <a:pt x="2935" y="9281"/>
                  </a:lnTo>
                  <a:lnTo>
                    <a:pt x="3192" y="8950"/>
                  </a:lnTo>
                  <a:lnTo>
                    <a:pt x="3449" y="8657"/>
                  </a:lnTo>
                  <a:close/>
                  <a:moveTo>
                    <a:pt x="8291" y="14049"/>
                  </a:moveTo>
                  <a:lnTo>
                    <a:pt x="8401" y="14086"/>
                  </a:lnTo>
                  <a:lnTo>
                    <a:pt x="8401" y="14196"/>
                  </a:lnTo>
                  <a:lnTo>
                    <a:pt x="8401" y="14343"/>
                  </a:lnTo>
                  <a:lnTo>
                    <a:pt x="8364" y="14489"/>
                  </a:lnTo>
                  <a:lnTo>
                    <a:pt x="8291" y="14599"/>
                  </a:lnTo>
                  <a:lnTo>
                    <a:pt x="8181" y="14673"/>
                  </a:lnTo>
                  <a:lnTo>
                    <a:pt x="7960" y="14489"/>
                  </a:lnTo>
                  <a:lnTo>
                    <a:pt x="7777" y="14306"/>
                  </a:lnTo>
                  <a:lnTo>
                    <a:pt x="7850" y="14159"/>
                  </a:lnTo>
                  <a:lnTo>
                    <a:pt x="7997" y="14086"/>
                  </a:lnTo>
                  <a:lnTo>
                    <a:pt x="8144" y="14049"/>
                  </a:lnTo>
                  <a:close/>
                  <a:moveTo>
                    <a:pt x="8914" y="11188"/>
                  </a:moveTo>
                  <a:lnTo>
                    <a:pt x="10051" y="11481"/>
                  </a:lnTo>
                  <a:lnTo>
                    <a:pt x="11225" y="11702"/>
                  </a:lnTo>
                  <a:lnTo>
                    <a:pt x="11188" y="12288"/>
                  </a:lnTo>
                  <a:lnTo>
                    <a:pt x="11115" y="12839"/>
                  </a:lnTo>
                  <a:lnTo>
                    <a:pt x="10968" y="13426"/>
                  </a:lnTo>
                  <a:lnTo>
                    <a:pt x="10822" y="13976"/>
                  </a:lnTo>
                  <a:lnTo>
                    <a:pt x="10638" y="14269"/>
                  </a:lnTo>
                  <a:lnTo>
                    <a:pt x="10455" y="14563"/>
                  </a:lnTo>
                  <a:lnTo>
                    <a:pt x="10198" y="14819"/>
                  </a:lnTo>
                  <a:lnTo>
                    <a:pt x="9905" y="15003"/>
                  </a:lnTo>
                  <a:lnTo>
                    <a:pt x="9648" y="15113"/>
                  </a:lnTo>
                  <a:lnTo>
                    <a:pt x="9391" y="15150"/>
                  </a:lnTo>
                  <a:lnTo>
                    <a:pt x="9098" y="15113"/>
                  </a:lnTo>
                  <a:lnTo>
                    <a:pt x="8841" y="15040"/>
                  </a:lnTo>
                  <a:lnTo>
                    <a:pt x="8951" y="14856"/>
                  </a:lnTo>
                  <a:lnTo>
                    <a:pt x="8988" y="14673"/>
                  </a:lnTo>
                  <a:lnTo>
                    <a:pt x="9061" y="14453"/>
                  </a:lnTo>
                  <a:lnTo>
                    <a:pt x="9061" y="14269"/>
                  </a:lnTo>
                  <a:lnTo>
                    <a:pt x="9024" y="14086"/>
                  </a:lnTo>
                  <a:lnTo>
                    <a:pt x="8951" y="13976"/>
                  </a:lnTo>
                  <a:lnTo>
                    <a:pt x="8841" y="13829"/>
                  </a:lnTo>
                  <a:lnTo>
                    <a:pt x="8731" y="13756"/>
                  </a:lnTo>
                  <a:lnTo>
                    <a:pt x="8547" y="13646"/>
                  </a:lnTo>
                  <a:lnTo>
                    <a:pt x="8401" y="13609"/>
                  </a:lnTo>
                  <a:lnTo>
                    <a:pt x="8254" y="13572"/>
                  </a:lnTo>
                  <a:lnTo>
                    <a:pt x="8071" y="13572"/>
                  </a:lnTo>
                  <a:lnTo>
                    <a:pt x="7887" y="13609"/>
                  </a:lnTo>
                  <a:lnTo>
                    <a:pt x="7740" y="13682"/>
                  </a:lnTo>
                  <a:lnTo>
                    <a:pt x="7594" y="13792"/>
                  </a:lnTo>
                  <a:lnTo>
                    <a:pt x="7447" y="13902"/>
                  </a:lnTo>
                  <a:lnTo>
                    <a:pt x="7264" y="13609"/>
                  </a:lnTo>
                  <a:lnTo>
                    <a:pt x="7080" y="13242"/>
                  </a:lnTo>
                  <a:lnTo>
                    <a:pt x="6897" y="12912"/>
                  </a:lnTo>
                  <a:lnTo>
                    <a:pt x="6750" y="12545"/>
                  </a:lnTo>
                  <a:lnTo>
                    <a:pt x="7814" y="11958"/>
                  </a:lnTo>
                  <a:lnTo>
                    <a:pt x="8364" y="11591"/>
                  </a:lnTo>
                  <a:lnTo>
                    <a:pt x="8914" y="11188"/>
                  </a:lnTo>
                  <a:close/>
                  <a:moveTo>
                    <a:pt x="6493" y="0"/>
                  </a:moveTo>
                  <a:lnTo>
                    <a:pt x="6163" y="294"/>
                  </a:lnTo>
                  <a:lnTo>
                    <a:pt x="5870" y="624"/>
                  </a:lnTo>
                  <a:lnTo>
                    <a:pt x="5613" y="991"/>
                  </a:lnTo>
                  <a:lnTo>
                    <a:pt x="5429" y="1394"/>
                  </a:lnTo>
                  <a:lnTo>
                    <a:pt x="5246" y="1798"/>
                  </a:lnTo>
                  <a:lnTo>
                    <a:pt x="5099" y="2201"/>
                  </a:lnTo>
                  <a:lnTo>
                    <a:pt x="5026" y="2641"/>
                  </a:lnTo>
                  <a:lnTo>
                    <a:pt x="4953" y="3081"/>
                  </a:lnTo>
                  <a:lnTo>
                    <a:pt x="4219" y="2898"/>
                  </a:lnTo>
                  <a:lnTo>
                    <a:pt x="3485" y="2788"/>
                  </a:lnTo>
                  <a:lnTo>
                    <a:pt x="2752" y="2715"/>
                  </a:lnTo>
                  <a:lnTo>
                    <a:pt x="2385" y="2751"/>
                  </a:lnTo>
                  <a:lnTo>
                    <a:pt x="2055" y="2788"/>
                  </a:lnTo>
                  <a:lnTo>
                    <a:pt x="1725" y="2825"/>
                  </a:lnTo>
                  <a:lnTo>
                    <a:pt x="1394" y="2898"/>
                  </a:lnTo>
                  <a:lnTo>
                    <a:pt x="1101" y="3045"/>
                  </a:lnTo>
                  <a:lnTo>
                    <a:pt x="808" y="3191"/>
                  </a:lnTo>
                  <a:lnTo>
                    <a:pt x="551" y="3338"/>
                  </a:lnTo>
                  <a:lnTo>
                    <a:pt x="367" y="3558"/>
                  </a:lnTo>
                  <a:lnTo>
                    <a:pt x="184" y="3815"/>
                  </a:lnTo>
                  <a:lnTo>
                    <a:pt x="74" y="4108"/>
                  </a:lnTo>
                  <a:lnTo>
                    <a:pt x="1" y="4402"/>
                  </a:lnTo>
                  <a:lnTo>
                    <a:pt x="1" y="4732"/>
                  </a:lnTo>
                  <a:lnTo>
                    <a:pt x="37" y="5026"/>
                  </a:lnTo>
                  <a:lnTo>
                    <a:pt x="147" y="5356"/>
                  </a:lnTo>
                  <a:lnTo>
                    <a:pt x="257" y="5649"/>
                  </a:lnTo>
                  <a:lnTo>
                    <a:pt x="441" y="5943"/>
                  </a:lnTo>
                  <a:lnTo>
                    <a:pt x="624" y="6236"/>
                  </a:lnTo>
                  <a:lnTo>
                    <a:pt x="844" y="6493"/>
                  </a:lnTo>
                  <a:lnTo>
                    <a:pt x="1211" y="6860"/>
                  </a:lnTo>
                  <a:lnTo>
                    <a:pt x="1615" y="7263"/>
                  </a:lnTo>
                  <a:lnTo>
                    <a:pt x="1615" y="7300"/>
                  </a:lnTo>
                  <a:lnTo>
                    <a:pt x="1615" y="7520"/>
                  </a:lnTo>
                  <a:lnTo>
                    <a:pt x="1688" y="7777"/>
                  </a:lnTo>
                  <a:lnTo>
                    <a:pt x="1725" y="7887"/>
                  </a:lnTo>
                  <a:lnTo>
                    <a:pt x="1835" y="7960"/>
                  </a:lnTo>
                  <a:lnTo>
                    <a:pt x="1908" y="8033"/>
                  </a:lnTo>
                  <a:lnTo>
                    <a:pt x="2055" y="8070"/>
                  </a:lnTo>
                  <a:lnTo>
                    <a:pt x="2165" y="8107"/>
                  </a:lnTo>
                  <a:lnTo>
                    <a:pt x="2275" y="8070"/>
                  </a:lnTo>
                  <a:lnTo>
                    <a:pt x="2532" y="7997"/>
                  </a:lnTo>
                  <a:lnTo>
                    <a:pt x="3045" y="8400"/>
                  </a:lnTo>
                  <a:lnTo>
                    <a:pt x="2642" y="8914"/>
                  </a:lnTo>
                  <a:lnTo>
                    <a:pt x="2312" y="9464"/>
                  </a:lnTo>
                  <a:lnTo>
                    <a:pt x="2018" y="10051"/>
                  </a:lnTo>
                  <a:lnTo>
                    <a:pt x="1871" y="10344"/>
                  </a:lnTo>
                  <a:lnTo>
                    <a:pt x="1798" y="10674"/>
                  </a:lnTo>
                  <a:lnTo>
                    <a:pt x="1725" y="10968"/>
                  </a:lnTo>
                  <a:lnTo>
                    <a:pt x="1688" y="11261"/>
                  </a:lnTo>
                  <a:lnTo>
                    <a:pt x="1688" y="11555"/>
                  </a:lnTo>
                  <a:lnTo>
                    <a:pt x="1725" y="11885"/>
                  </a:lnTo>
                  <a:lnTo>
                    <a:pt x="1798" y="12142"/>
                  </a:lnTo>
                  <a:lnTo>
                    <a:pt x="1908" y="12435"/>
                  </a:lnTo>
                  <a:lnTo>
                    <a:pt x="2055" y="12692"/>
                  </a:lnTo>
                  <a:lnTo>
                    <a:pt x="2238" y="12912"/>
                  </a:lnTo>
                  <a:lnTo>
                    <a:pt x="2495" y="13132"/>
                  </a:lnTo>
                  <a:lnTo>
                    <a:pt x="2788" y="13279"/>
                  </a:lnTo>
                  <a:lnTo>
                    <a:pt x="3045" y="13389"/>
                  </a:lnTo>
                  <a:lnTo>
                    <a:pt x="3375" y="13426"/>
                  </a:lnTo>
                  <a:lnTo>
                    <a:pt x="3669" y="13462"/>
                  </a:lnTo>
                  <a:lnTo>
                    <a:pt x="3999" y="13462"/>
                  </a:lnTo>
                  <a:lnTo>
                    <a:pt x="4292" y="13426"/>
                  </a:lnTo>
                  <a:lnTo>
                    <a:pt x="4586" y="13389"/>
                  </a:lnTo>
                  <a:lnTo>
                    <a:pt x="5026" y="13242"/>
                  </a:lnTo>
                  <a:lnTo>
                    <a:pt x="5503" y="13095"/>
                  </a:lnTo>
                  <a:lnTo>
                    <a:pt x="5906" y="12949"/>
                  </a:lnTo>
                  <a:lnTo>
                    <a:pt x="6346" y="12729"/>
                  </a:lnTo>
                  <a:lnTo>
                    <a:pt x="6530" y="13169"/>
                  </a:lnTo>
                  <a:lnTo>
                    <a:pt x="6713" y="13572"/>
                  </a:lnTo>
                  <a:lnTo>
                    <a:pt x="6970" y="13976"/>
                  </a:lnTo>
                  <a:lnTo>
                    <a:pt x="7227" y="14343"/>
                  </a:lnTo>
                  <a:lnTo>
                    <a:pt x="7153" y="14526"/>
                  </a:lnTo>
                  <a:lnTo>
                    <a:pt x="7117" y="14709"/>
                  </a:lnTo>
                  <a:lnTo>
                    <a:pt x="7153" y="14893"/>
                  </a:lnTo>
                  <a:lnTo>
                    <a:pt x="7227" y="15076"/>
                  </a:lnTo>
                  <a:lnTo>
                    <a:pt x="7337" y="15223"/>
                  </a:lnTo>
                  <a:lnTo>
                    <a:pt x="7484" y="15333"/>
                  </a:lnTo>
                  <a:lnTo>
                    <a:pt x="7630" y="15406"/>
                  </a:lnTo>
                  <a:lnTo>
                    <a:pt x="7777" y="15480"/>
                  </a:lnTo>
                  <a:lnTo>
                    <a:pt x="7924" y="15516"/>
                  </a:lnTo>
                  <a:lnTo>
                    <a:pt x="8107" y="15516"/>
                  </a:lnTo>
                  <a:lnTo>
                    <a:pt x="8254" y="15480"/>
                  </a:lnTo>
                  <a:lnTo>
                    <a:pt x="8437" y="15406"/>
                  </a:lnTo>
                  <a:lnTo>
                    <a:pt x="8474" y="15406"/>
                  </a:lnTo>
                  <a:lnTo>
                    <a:pt x="8804" y="15516"/>
                  </a:lnTo>
                  <a:lnTo>
                    <a:pt x="9171" y="15590"/>
                  </a:lnTo>
                  <a:lnTo>
                    <a:pt x="9501" y="15590"/>
                  </a:lnTo>
                  <a:lnTo>
                    <a:pt x="9868" y="15516"/>
                  </a:lnTo>
                  <a:lnTo>
                    <a:pt x="10161" y="15406"/>
                  </a:lnTo>
                  <a:lnTo>
                    <a:pt x="10418" y="15260"/>
                  </a:lnTo>
                  <a:lnTo>
                    <a:pt x="10675" y="15040"/>
                  </a:lnTo>
                  <a:lnTo>
                    <a:pt x="10858" y="14819"/>
                  </a:lnTo>
                  <a:lnTo>
                    <a:pt x="11042" y="14563"/>
                  </a:lnTo>
                  <a:lnTo>
                    <a:pt x="11188" y="14269"/>
                  </a:lnTo>
                  <a:lnTo>
                    <a:pt x="11299" y="13976"/>
                  </a:lnTo>
                  <a:lnTo>
                    <a:pt x="11409" y="13682"/>
                  </a:lnTo>
                  <a:lnTo>
                    <a:pt x="11519" y="13242"/>
                  </a:lnTo>
                  <a:lnTo>
                    <a:pt x="11629" y="12765"/>
                  </a:lnTo>
                  <a:lnTo>
                    <a:pt x="11665" y="12252"/>
                  </a:lnTo>
                  <a:lnTo>
                    <a:pt x="11702" y="11775"/>
                  </a:lnTo>
                  <a:lnTo>
                    <a:pt x="12619" y="11848"/>
                  </a:lnTo>
                  <a:lnTo>
                    <a:pt x="13499" y="11922"/>
                  </a:lnTo>
                  <a:lnTo>
                    <a:pt x="14416" y="11922"/>
                  </a:lnTo>
                  <a:lnTo>
                    <a:pt x="15297" y="11885"/>
                  </a:lnTo>
                  <a:lnTo>
                    <a:pt x="15333" y="11848"/>
                  </a:lnTo>
                  <a:lnTo>
                    <a:pt x="15333" y="11775"/>
                  </a:lnTo>
                  <a:lnTo>
                    <a:pt x="15590" y="11702"/>
                  </a:lnTo>
                  <a:lnTo>
                    <a:pt x="15884" y="11628"/>
                  </a:lnTo>
                  <a:lnTo>
                    <a:pt x="16140" y="11481"/>
                  </a:lnTo>
                  <a:lnTo>
                    <a:pt x="16397" y="11335"/>
                  </a:lnTo>
                  <a:lnTo>
                    <a:pt x="16507" y="11335"/>
                  </a:lnTo>
                  <a:lnTo>
                    <a:pt x="16544" y="11298"/>
                  </a:lnTo>
                  <a:lnTo>
                    <a:pt x="16581" y="11225"/>
                  </a:lnTo>
                  <a:lnTo>
                    <a:pt x="16544" y="10931"/>
                  </a:lnTo>
                  <a:lnTo>
                    <a:pt x="16471" y="10638"/>
                  </a:lnTo>
                  <a:lnTo>
                    <a:pt x="16397" y="10344"/>
                  </a:lnTo>
                  <a:lnTo>
                    <a:pt x="16287" y="10088"/>
                  </a:lnTo>
                  <a:lnTo>
                    <a:pt x="15994" y="9537"/>
                  </a:lnTo>
                  <a:lnTo>
                    <a:pt x="15627" y="9060"/>
                  </a:lnTo>
                  <a:lnTo>
                    <a:pt x="15223" y="8584"/>
                  </a:lnTo>
                  <a:lnTo>
                    <a:pt x="14783" y="8143"/>
                  </a:lnTo>
                  <a:lnTo>
                    <a:pt x="14306" y="7740"/>
                  </a:lnTo>
                  <a:lnTo>
                    <a:pt x="13793" y="7336"/>
                  </a:lnTo>
                  <a:lnTo>
                    <a:pt x="12949" y="6786"/>
                  </a:lnTo>
                  <a:lnTo>
                    <a:pt x="13353" y="6053"/>
                  </a:lnTo>
                  <a:lnTo>
                    <a:pt x="13720" y="5319"/>
                  </a:lnTo>
                  <a:lnTo>
                    <a:pt x="14050" y="4549"/>
                  </a:lnTo>
                  <a:lnTo>
                    <a:pt x="14306" y="3778"/>
                  </a:lnTo>
                  <a:lnTo>
                    <a:pt x="14306" y="3632"/>
                  </a:lnTo>
                  <a:lnTo>
                    <a:pt x="14453" y="3522"/>
                  </a:lnTo>
                  <a:lnTo>
                    <a:pt x="14600" y="3375"/>
                  </a:lnTo>
                  <a:lnTo>
                    <a:pt x="14747" y="3155"/>
                  </a:lnTo>
                  <a:lnTo>
                    <a:pt x="14820" y="2935"/>
                  </a:lnTo>
                  <a:lnTo>
                    <a:pt x="14820" y="2678"/>
                  </a:lnTo>
                  <a:lnTo>
                    <a:pt x="14747" y="2421"/>
                  </a:lnTo>
                  <a:lnTo>
                    <a:pt x="14637" y="2238"/>
                  </a:lnTo>
                  <a:lnTo>
                    <a:pt x="14490" y="2054"/>
                  </a:lnTo>
                  <a:lnTo>
                    <a:pt x="14270" y="1944"/>
                  </a:lnTo>
                  <a:lnTo>
                    <a:pt x="14160" y="1908"/>
                  </a:lnTo>
                  <a:lnTo>
                    <a:pt x="14013" y="1908"/>
                  </a:lnTo>
                  <a:lnTo>
                    <a:pt x="13830" y="1944"/>
                  </a:lnTo>
                  <a:lnTo>
                    <a:pt x="13683" y="2018"/>
                  </a:lnTo>
                  <a:lnTo>
                    <a:pt x="13536" y="2091"/>
                  </a:lnTo>
                  <a:lnTo>
                    <a:pt x="13389" y="2201"/>
                  </a:lnTo>
                  <a:lnTo>
                    <a:pt x="12949" y="2128"/>
                  </a:lnTo>
                  <a:lnTo>
                    <a:pt x="12472" y="2164"/>
                  </a:lnTo>
                  <a:lnTo>
                    <a:pt x="12032" y="2201"/>
                  </a:lnTo>
                  <a:lnTo>
                    <a:pt x="11592" y="2274"/>
                  </a:lnTo>
                  <a:lnTo>
                    <a:pt x="11115" y="2421"/>
                  </a:lnTo>
                  <a:lnTo>
                    <a:pt x="10675" y="2568"/>
                  </a:lnTo>
                  <a:lnTo>
                    <a:pt x="10271" y="2751"/>
                  </a:lnTo>
                  <a:lnTo>
                    <a:pt x="9831" y="2971"/>
                  </a:lnTo>
                  <a:lnTo>
                    <a:pt x="9611" y="3081"/>
                  </a:lnTo>
                  <a:lnTo>
                    <a:pt x="9208" y="2421"/>
                  </a:lnTo>
                  <a:lnTo>
                    <a:pt x="8767" y="1761"/>
                  </a:lnTo>
                  <a:lnTo>
                    <a:pt x="8254" y="1137"/>
                  </a:lnTo>
                  <a:lnTo>
                    <a:pt x="7740" y="550"/>
                  </a:lnTo>
                  <a:lnTo>
                    <a:pt x="7630" y="477"/>
                  </a:lnTo>
                  <a:lnTo>
                    <a:pt x="7520" y="477"/>
                  </a:lnTo>
                  <a:lnTo>
                    <a:pt x="7117" y="624"/>
                  </a:lnTo>
                  <a:lnTo>
                    <a:pt x="6713" y="807"/>
                  </a:lnTo>
                  <a:lnTo>
                    <a:pt x="6640" y="844"/>
                  </a:lnTo>
                  <a:lnTo>
                    <a:pt x="6603" y="881"/>
                  </a:lnTo>
                  <a:lnTo>
                    <a:pt x="6640" y="991"/>
                  </a:lnTo>
                  <a:lnTo>
                    <a:pt x="6677" y="1064"/>
                  </a:lnTo>
                  <a:lnTo>
                    <a:pt x="6787" y="1064"/>
                  </a:lnTo>
                  <a:lnTo>
                    <a:pt x="7153" y="1027"/>
                  </a:lnTo>
                  <a:lnTo>
                    <a:pt x="7484" y="991"/>
                  </a:lnTo>
                  <a:lnTo>
                    <a:pt x="7960" y="1541"/>
                  </a:lnTo>
                  <a:lnTo>
                    <a:pt x="8401" y="2091"/>
                  </a:lnTo>
                  <a:lnTo>
                    <a:pt x="8841" y="2715"/>
                  </a:lnTo>
                  <a:lnTo>
                    <a:pt x="9208" y="3301"/>
                  </a:lnTo>
                  <a:lnTo>
                    <a:pt x="8511" y="3742"/>
                  </a:lnTo>
                  <a:lnTo>
                    <a:pt x="7850" y="4219"/>
                  </a:lnTo>
                  <a:lnTo>
                    <a:pt x="6603" y="3668"/>
                  </a:lnTo>
                  <a:lnTo>
                    <a:pt x="5980" y="3412"/>
                  </a:lnTo>
                  <a:lnTo>
                    <a:pt x="5319" y="3191"/>
                  </a:lnTo>
                  <a:lnTo>
                    <a:pt x="5393" y="2788"/>
                  </a:lnTo>
                  <a:lnTo>
                    <a:pt x="5466" y="2384"/>
                  </a:lnTo>
                  <a:lnTo>
                    <a:pt x="5576" y="1981"/>
                  </a:lnTo>
                  <a:lnTo>
                    <a:pt x="5723" y="1577"/>
                  </a:lnTo>
                  <a:lnTo>
                    <a:pt x="5906" y="1211"/>
                  </a:lnTo>
                  <a:lnTo>
                    <a:pt x="6126" y="844"/>
                  </a:lnTo>
                  <a:lnTo>
                    <a:pt x="6383" y="514"/>
                  </a:lnTo>
                  <a:lnTo>
                    <a:pt x="6640" y="184"/>
                  </a:lnTo>
                  <a:lnTo>
                    <a:pt x="6677" y="110"/>
                  </a:lnTo>
                  <a:lnTo>
                    <a:pt x="6677" y="37"/>
                  </a:lnTo>
                  <a:lnTo>
                    <a:pt x="6603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81" name="Google Shape;304;p5">
              <a:extLst>
                <a:ext uri="{FF2B5EF4-FFF2-40B4-BE49-F238E27FC236}">
                  <a16:creationId xmlns:a16="http://schemas.microsoft.com/office/drawing/2014/main" id="{21DE9610-C560-4F22-946A-0E99295DCAD9}"/>
                </a:ext>
              </a:extLst>
            </p:cNvPr>
            <p:cNvSpPr/>
            <p:nvPr/>
          </p:nvSpPr>
          <p:spPr>
            <a:xfrm>
              <a:off x="6553775" y="1840025"/>
              <a:ext cx="234775" cy="276975"/>
            </a:xfrm>
            <a:custGeom>
              <a:avLst/>
              <a:gdLst/>
              <a:ahLst/>
              <a:cxnLst/>
              <a:rect l="l" t="t" r="r" b="b"/>
              <a:pathLst>
                <a:path w="9391" h="11079" extrusionOk="0">
                  <a:moveTo>
                    <a:pt x="4916" y="441"/>
                  </a:moveTo>
                  <a:lnTo>
                    <a:pt x="5026" y="477"/>
                  </a:lnTo>
                  <a:lnTo>
                    <a:pt x="5099" y="551"/>
                  </a:lnTo>
                  <a:lnTo>
                    <a:pt x="5099" y="771"/>
                  </a:lnTo>
                  <a:lnTo>
                    <a:pt x="5026" y="954"/>
                  </a:lnTo>
                  <a:lnTo>
                    <a:pt x="4953" y="1064"/>
                  </a:lnTo>
                  <a:lnTo>
                    <a:pt x="4842" y="1138"/>
                  </a:lnTo>
                  <a:lnTo>
                    <a:pt x="4732" y="1174"/>
                  </a:lnTo>
                  <a:lnTo>
                    <a:pt x="4622" y="1138"/>
                  </a:lnTo>
                  <a:lnTo>
                    <a:pt x="4366" y="1028"/>
                  </a:lnTo>
                  <a:lnTo>
                    <a:pt x="4439" y="917"/>
                  </a:lnTo>
                  <a:lnTo>
                    <a:pt x="4439" y="771"/>
                  </a:lnTo>
                  <a:lnTo>
                    <a:pt x="4402" y="697"/>
                  </a:lnTo>
                  <a:lnTo>
                    <a:pt x="4366" y="661"/>
                  </a:lnTo>
                  <a:lnTo>
                    <a:pt x="4476" y="551"/>
                  </a:lnTo>
                  <a:lnTo>
                    <a:pt x="4622" y="477"/>
                  </a:lnTo>
                  <a:lnTo>
                    <a:pt x="4769" y="441"/>
                  </a:lnTo>
                  <a:close/>
                  <a:moveTo>
                    <a:pt x="3375" y="6493"/>
                  </a:moveTo>
                  <a:lnTo>
                    <a:pt x="3375" y="6530"/>
                  </a:lnTo>
                  <a:lnTo>
                    <a:pt x="3339" y="6530"/>
                  </a:lnTo>
                  <a:lnTo>
                    <a:pt x="3375" y="6493"/>
                  </a:lnTo>
                  <a:close/>
                  <a:moveTo>
                    <a:pt x="4292" y="6933"/>
                  </a:moveTo>
                  <a:lnTo>
                    <a:pt x="4256" y="7007"/>
                  </a:lnTo>
                  <a:lnTo>
                    <a:pt x="4219" y="6970"/>
                  </a:lnTo>
                  <a:lnTo>
                    <a:pt x="4292" y="6933"/>
                  </a:lnTo>
                  <a:close/>
                  <a:moveTo>
                    <a:pt x="5209" y="4219"/>
                  </a:moveTo>
                  <a:lnTo>
                    <a:pt x="5429" y="4329"/>
                  </a:lnTo>
                  <a:lnTo>
                    <a:pt x="5649" y="4439"/>
                  </a:lnTo>
                  <a:lnTo>
                    <a:pt x="5686" y="4549"/>
                  </a:lnTo>
                  <a:lnTo>
                    <a:pt x="5723" y="4586"/>
                  </a:lnTo>
                  <a:lnTo>
                    <a:pt x="5796" y="4586"/>
                  </a:lnTo>
                  <a:lnTo>
                    <a:pt x="6016" y="4879"/>
                  </a:lnTo>
                  <a:lnTo>
                    <a:pt x="6163" y="5173"/>
                  </a:lnTo>
                  <a:lnTo>
                    <a:pt x="6200" y="5503"/>
                  </a:lnTo>
                  <a:lnTo>
                    <a:pt x="6200" y="5833"/>
                  </a:lnTo>
                  <a:lnTo>
                    <a:pt x="6090" y="6126"/>
                  </a:lnTo>
                  <a:lnTo>
                    <a:pt x="5943" y="6420"/>
                  </a:lnTo>
                  <a:lnTo>
                    <a:pt x="5796" y="6603"/>
                  </a:lnTo>
                  <a:lnTo>
                    <a:pt x="5649" y="6750"/>
                  </a:lnTo>
                  <a:lnTo>
                    <a:pt x="5649" y="6713"/>
                  </a:lnTo>
                  <a:lnTo>
                    <a:pt x="5649" y="6566"/>
                  </a:lnTo>
                  <a:lnTo>
                    <a:pt x="5649" y="6383"/>
                  </a:lnTo>
                  <a:lnTo>
                    <a:pt x="5613" y="6346"/>
                  </a:lnTo>
                  <a:lnTo>
                    <a:pt x="5576" y="6310"/>
                  </a:lnTo>
                  <a:lnTo>
                    <a:pt x="5539" y="6310"/>
                  </a:lnTo>
                  <a:lnTo>
                    <a:pt x="5503" y="6346"/>
                  </a:lnTo>
                  <a:lnTo>
                    <a:pt x="5393" y="6493"/>
                  </a:lnTo>
                  <a:lnTo>
                    <a:pt x="5356" y="6676"/>
                  </a:lnTo>
                  <a:lnTo>
                    <a:pt x="5319" y="6933"/>
                  </a:lnTo>
                  <a:lnTo>
                    <a:pt x="5099" y="7007"/>
                  </a:lnTo>
                  <a:lnTo>
                    <a:pt x="5099" y="6860"/>
                  </a:lnTo>
                  <a:lnTo>
                    <a:pt x="5099" y="6713"/>
                  </a:lnTo>
                  <a:lnTo>
                    <a:pt x="5136" y="6566"/>
                  </a:lnTo>
                  <a:lnTo>
                    <a:pt x="5209" y="6456"/>
                  </a:lnTo>
                  <a:lnTo>
                    <a:pt x="5246" y="6420"/>
                  </a:lnTo>
                  <a:lnTo>
                    <a:pt x="5209" y="6383"/>
                  </a:lnTo>
                  <a:lnTo>
                    <a:pt x="5173" y="6346"/>
                  </a:lnTo>
                  <a:lnTo>
                    <a:pt x="5136" y="6346"/>
                  </a:lnTo>
                  <a:lnTo>
                    <a:pt x="4953" y="6456"/>
                  </a:lnTo>
                  <a:lnTo>
                    <a:pt x="4842" y="6640"/>
                  </a:lnTo>
                  <a:lnTo>
                    <a:pt x="4769" y="6823"/>
                  </a:lnTo>
                  <a:lnTo>
                    <a:pt x="4769" y="7043"/>
                  </a:lnTo>
                  <a:lnTo>
                    <a:pt x="4696" y="7043"/>
                  </a:lnTo>
                  <a:lnTo>
                    <a:pt x="4659" y="7007"/>
                  </a:lnTo>
                  <a:lnTo>
                    <a:pt x="4622" y="6970"/>
                  </a:lnTo>
                  <a:lnTo>
                    <a:pt x="4586" y="6970"/>
                  </a:lnTo>
                  <a:lnTo>
                    <a:pt x="5026" y="6016"/>
                  </a:lnTo>
                  <a:lnTo>
                    <a:pt x="5026" y="5943"/>
                  </a:lnTo>
                  <a:lnTo>
                    <a:pt x="4989" y="5906"/>
                  </a:lnTo>
                  <a:lnTo>
                    <a:pt x="4953" y="5906"/>
                  </a:lnTo>
                  <a:lnTo>
                    <a:pt x="4916" y="5943"/>
                  </a:lnTo>
                  <a:lnTo>
                    <a:pt x="4402" y="6750"/>
                  </a:lnTo>
                  <a:lnTo>
                    <a:pt x="4366" y="6676"/>
                  </a:lnTo>
                  <a:lnTo>
                    <a:pt x="4329" y="6640"/>
                  </a:lnTo>
                  <a:lnTo>
                    <a:pt x="4256" y="6640"/>
                  </a:lnTo>
                  <a:lnTo>
                    <a:pt x="4439" y="6236"/>
                  </a:lnTo>
                  <a:lnTo>
                    <a:pt x="4659" y="5796"/>
                  </a:lnTo>
                  <a:lnTo>
                    <a:pt x="4696" y="5759"/>
                  </a:lnTo>
                  <a:lnTo>
                    <a:pt x="4659" y="5723"/>
                  </a:lnTo>
                  <a:lnTo>
                    <a:pt x="4586" y="5723"/>
                  </a:lnTo>
                  <a:lnTo>
                    <a:pt x="4182" y="6273"/>
                  </a:lnTo>
                  <a:lnTo>
                    <a:pt x="3999" y="6566"/>
                  </a:lnTo>
                  <a:lnTo>
                    <a:pt x="3852" y="6860"/>
                  </a:lnTo>
                  <a:lnTo>
                    <a:pt x="3669" y="6786"/>
                  </a:lnTo>
                  <a:lnTo>
                    <a:pt x="3779" y="6750"/>
                  </a:lnTo>
                  <a:lnTo>
                    <a:pt x="3852" y="6640"/>
                  </a:lnTo>
                  <a:lnTo>
                    <a:pt x="3889" y="6566"/>
                  </a:lnTo>
                  <a:lnTo>
                    <a:pt x="3889" y="6420"/>
                  </a:lnTo>
                  <a:lnTo>
                    <a:pt x="3889" y="6383"/>
                  </a:lnTo>
                  <a:lnTo>
                    <a:pt x="3815" y="6383"/>
                  </a:lnTo>
                  <a:lnTo>
                    <a:pt x="3999" y="6163"/>
                  </a:lnTo>
                  <a:lnTo>
                    <a:pt x="4512" y="5539"/>
                  </a:lnTo>
                  <a:lnTo>
                    <a:pt x="4512" y="5466"/>
                  </a:lnTo>
                  <a:lnTo>
                    <a:pt x="4476" y="5429"/>
                  </a:lnTo>
                  <a:lnTo>
                    <a:pt x="4402" y="5429"/>
                  </a:lnTo>
                  <a:lnTo>
                    <a:pt x="3779" y="6016"/>
                  </a:lnTo>
                  <a:lnTo>
                    <a:pt x="3632" y="6126"/>
                  </a:lnTo>
                  <a:lnTo>
                    <a:pt x="3595" y="6090"/>
                  </a:lnTo>
                  <a:lnTo>
                    <a:pt x="3559" y="6090"/>
                  </a:lnTo>
                  <a:lnTo>
                    <a:pt x="3485" y="6126"/>
                  </a:lnTo>
                  <a:lnTo>
                    <a:pt x="3669" y="5869"/>
                  </a:lnTo>
                  <a:lnTo>
                    <a:pt x="3889" y="5649"/>
                  </a:lnTo>
                  <a:lnTo>
                    <a:pt x="4146" y="5466"/>
                  </a:lnTo>
                  <a:lnTo>
                    <a:pt x="4402" y="5283"/>
                  </a:lnTo>
                  <a:lnTo>
                    <a:pt x="4439" y="5246"/>
                  </a:lnTo>
                  <a:lnTo>
                    <a:pt x="4402" y="5209"/>
                  </a:lnTo>
                  <a:lnTo>
                    <a:pt x="4402" y="5173"/>
                  </a:lnTo>
                  <a:lnTo>
                    <a:pt x="4329" y="5136"/>
                  </a:lnTo>
                  <a:lnTo>
                    <a:pt x="3962" y="5319"/>
                  </a:lnTo>
                  <a:lnTo>
                    <a:pt x="3632" y="5539"/>
                  </a:lnTo>
                  <a:lnTo>
                    <a:pt x="3339" y="5796"/>
                  </a:lnTo>
                  <a:lnTo>
                    <a:pt x="3082" y="6126"/>
                  </a:lnTo>
                  <a:lnTo>
                    <a:pt x="3045" y="6016"/>
                  </a:lnTo>
                  <a:lnTo>
                    <a:pt x="3082" y="5980"/>
                  </a:lnTo>
                  <a:lnTo>
                    <a:pt x="3339" y="5613"/>
                  </a:lnTo>
                  <a:lnTo>
                    <a:pt x="3632" y="5283"/>
                  </a:lnTo>
                  <a:lnTo>
                    <a:pt x="3962" y="4952"/>
                  </a:lnTo>
                  <a:lnTo>
                    <a:pt x="4292" y="4659"/>
                  </a:lnTo>
                  <a:lnTo>
                    <a:pt x="4292" y="4622"/>
                  </a:lnTo>
                  <a:lnTo>
                    <a:pt x="4256" y="4586"/>
                  </a:lnTo>
                  <a:lnTo>
                    <a:pt x="4219" y="4586"/>
                  </a:lnTo>
                  <a:lnTo>
                    <a:pt x="3925" y="4732"/>
                  </a:lnTo>
                  <a:lnTo>
                    <a:pt x="3632" y="4879"/>
                  </a:lnTo>
                  <a:lnTo>
                    <a:pt x="3375" y="5099"/>
                  </a:lnTo>
                  <a:lnTo>
                    <a:pt x="3155" y="5356"/>
                  </a:lnTo>
                  <a:lnTo>
                    <a:pt x="3228" y="5209"/>
                  </a:lnTo>
                  <a:lnTo>
                    <a:pt x="3339" y="5062"/>
                  </a:lnTo>
                  <a:lnTo>
                    <a:pt x="3559" y="4842"/>
                  </a:lnTo>
                  <a:lnTo>
                    <a:pt x="3852" y="4622"/>
                  </a:lnTo>
                  <a:lnTo>
                    <a:pt x="4146" y="4476"/>
                  </a:lnTo>
                  <a:lnTo>
                    <a:pt x="4402" y="4366"/>
                  </a:lnTo>
                  <a:lnTo>
                    <a:pt x="4659" y="4292"/>
                  </a:lnTo>
                  <a:lnTo>
                    <a:pt x="4953" y="4219"/>
                  </a:lnTo>
                  <a:close/>
                  <a:moveTo>
                    <a:pt x="807" y="8767"/>
                  </a:moveTo>
                  <a:lnTo>
                    <a:pt x="807" y="8841"/>
                  </a:lnTo>
                  <a:lnTo>
                    <a:pt x="844" y="8914"/>
                  </a:lnTo>
                  <a:lnTo>
                    <a:pt x="918" y="8951"/>
                  </a:lnTo>
                  <a:lnTo>
                    <a:pt x="1138" y="8951"/>
                  </a:lnTo>
                  <a:lnTo>
                    <a:pt x="1211" y="8987"/>
                  </a:lnTo>
                  <a:lnTo>
                    <a:pt x="1321" y="8987"/>
                  </a:lnTo>
                  <a:lnTo>
                    <a:pt x="1321" y="9061"/>
                  </a:lnTo>
                  <a:lnTo>
                    <a:pt x="1321" y="9097"/>
                  </a:lnTo>
                  <a:lnTo>
                    <a:pt x="1248" y="9171"/>
                  </a:lnTo>
                  <a:lnTo>
                    <a:pt x="1174" y="9207"/>
                  </a:lnTo>
                  <a:lnTo>
                    <a:pt x="954" y="9244"/>
                  </a:lnTo>
                  <a:lnTo>
                    <a:pt x="844" y="9207"/>
                  </a:lnTo>
                  <a:lnTo>
                    <a:pt x="697" y="9134"/>
                  </a:lnTo>
                  <a:lnTo>
                    <a:pt x="587" y="9061"/>
                  </a:lnTo>
                  <a:lnTo>
                    <a:pt x="551" y="8951"/>
                  </a:lnTo>
                  <a:lnTo>
                    <a:pt x="661" y="8841"/>
                  </a:lnTo>
                  <a:lnTo>
                    <a:pt x="807" y="8767"/>
                  </a:lnTo>
                  <a:close/>
                  <a:moveTo>
                    <a:pt x="8511" y="8657"/>
                  </a:moveTo>
                  <a:lnTo>
                    <a:pt x="8621" y="8694"/>
                  </a:lnTo>
                  <a:lnTo>
                    <a:pt x="8731" y="8731"/>
                  </a:lnTo>
                  <a:lnTo>
                    <a:pt x="8841" y="8804"/>
                  </a:lnTo>
                  <a:lnTo>
                    <a:pt x="8951" y="8877"/>
                  </a:lnTo>
                  <a:lnTo>
                    <a:pt x="8987" y="8987"/>
                  </a:lnTo>
                  <a:lnTo>
                    <a:pt x="9024" y="9097"/>
                  </a:lnTo>
                  <a:lnTo>
                    <a:pt x="9024" y="9134"/>
                  </a:lnTo>
                  <a:lnTo>
                    <a:pt x="8987" y="9134"/>
                  </a:lnTo>
                  <a:lnTo>
                    <a:pt x="8877" y="9097"/>
                  </a:lnTo>
                  <a:lnTo>
                    <a:pt x="8804" y="9134"/>
                  </a:lnTo>
                  <a:lnTo>
                    <a:pt x="8731" y="9171"/>
                  </a:lnTo>
                  <a:lnTo>
                    <a:pt x="8621" y="9281"/>
                  </a:lnTo>
                  <a:lnTo>
                    <a:pt x="8474" y="9354"/>
                  </a:lnTo>
                  <a:lnTo>
                    <a:pt x="8327" y="9318"/>
                  </a:lnTo>
                  <a:lnTo>
                    <a:pt x="8254" y="9244"/>
                  </a:lnTo>
                  <a:lnTo>
                    <a:pt x="8217" y="9171"/>
                  </a:lnTo>
                  <a:lnTo>
                    <a:pt x="8217" y="9024"/>
                  </a:lnTo>
                  <a:lnTo>
                    <a:pt x="8254" y="8841"/>
                  </a:lnTo>
                  <a:lnTo>
                    <a:pt x="8254" y="8694"/>
                  </a:lnTo>
                  <a:lnTo>
                    <a:pt x="8511" y="8657"/>
                  </a:lnTo>
                  <a:close/>
                  <a:moveTo>
                    <a:pt x="5026" y="9501"/>
                  </a:moveTo>
                  <a:lnTo>
                    <a:pt x="5063" y="9574"/>
                  </a:lnTo>
                  <a:lnTo>
                    <a:pt x="4989" y="9538"/>
                  </a:lnTo>
                  <a:lnTo>
                    <a:pt x="5026" y="9501"/>
                  </a:lnTo>
                  <a:close/>
                  <a:moveTo>
                    <a:pt x="4696" y="9868"/>
                  </a:moveTo>
                  <a:lnTo>
                    <a:pt x="4953" y="9941"/>
                  </a:lnTo>
                  <a:lnTo>
                    <a:pt x="4916" y="10014"/>
                  </a:lnTo>
                  <a:lnTo>
                    <a:pt x="4879" y="10271"/>
                  </a:lnTo>
                  <a:lnTo>
                    <a:pt x="4842" y="10308"/>
                  </a:lnTo>
                  <a:lnTo>
                    <a:pt x="4549" y="10308"/>
                  </a:lnTo>
                  <a:lnTo>
                    <a:pt x="4439" y="10235"/>
                  </a:lnTo>
                  <a:lnTo>
                    <a:pt x="4329" y="10125"/>
                  </a:lnTo>
                  <a:lnTo>
                    <a:pt x="4292" y="10051"/>
                  </a:lnTo>
                  <a:lnTo>
                    <a:pt x="4256" y="9941"/>
                  </a:lnTo>
                  <a:lnTo>
                    <a:pt x="4329" y="9904"/>
                  </a:lnTo>
                  <a:lnTo>
                    <a:pt x="4439" y="9868"/>
                  </a:lnTo>
                  <a:close/>
                  <a:moveTo>
                    <a:pt x="4806" y="0"/>
                  </a:moveTo>
                  <a:lnTo>
                    <a:pt x="4622" y="37"/>
                  </a:lnTo>
                  <a:lnTo>
                    <a:pt x="4476" y="110"/>
                  </a:lnTo>
                  <a:lnTo>
                    <a:pt x="4292" y="147"/>
                  </a:lnTo>
                  <a:lnTo>
                    <a:pt x="4146" y="257"/>
                  </a:lnTo>
                  <a:lnTo>
                    <a:pt x="3999" y="367"/>
                  </a:lnTo>
                  <a:lnTo>
                    <a:pt x="3889" y="477"/>
                  </a:lnTo>
                  <a:lnTo>
                    <a:pt x="3779" y="624"/>
                  </a:lnTo>
                  <a:lnTo>
                    <a:pt x="3705" y="807"/>
                  </a:lnTo>
                  <a:lnTo>
                    <a:pt x="3669" y="954"/>
                  </a:lnTo>
                  <a:lnTo>
                    <a:pt x="3669" y="1138"/>
                  </a:lnTo>
                  <a:lnTo>
                    <a:pt x="3705" y="1321"/>
                  </a:lnTo>
                  <a:lnTo>
                    <a:pt x="3815" y="1578"/>
                  </a:lnTo>
                  <a:lnTo>
                    <a:pt x="3999" y="1761"/>
                  </a:lnTo>
                  <a:lnTo>
                    <a:pt x="4182" y="1871"/>
                  </a:lnTo>
                  <a:lnTo>
                    <a:pt x="4402" y="1945"/>
                  </a:lnTo>
                  <a:lnTo>
                    <a:pt x="4366" y="2055"/>
                  </a:lnTo>
                  <a:lnTo>
                    <a:pt x="4329" y="2165"/>
                  </a:lnTo>
                  <a:lnTo>
                    <a:pt x="4329" y="2531"/>
                  </a:lnTo>
                  <a:lnTo>
                    <a:pt x="4329" y="2898"/>
                  </a:lnTo>
                  <a:lnTo>
                    <a:pt x="4329" y="3522"/>
                  </a:lnTo>
                  <a:lnTo>
                    <a:pt x="4329" y="3669"/>
                  </a:lnTo>
                  <a:lnTo>
                    <a:pt x="4366" y="3779"/>
                  </a:lnTo>
                  <a:lnTo>
                    <a:pt x="4072" y="3925"/>
                  </a:lnTo>
                  <a:lnTo>
                    <a:pt x="3815" y="4109"/>
                  </a:lnTo>
                  <a:lnTo>
                    <a:pt x="3742" y="4182"/>
                  </a:lnTo>
                  <a:lnTo>
                    <a:pt x="3742" y="4255"/>
                  </a:lnTo>
                  <a:lnTo>
                    <a:pt x="3522" y="4402"/>
                  </a:lnTo>
                  <a:lnTo>
                    <a:pt x="3339" y="4549"/>
                  </a:lnTo>
                  <a:lnTo>
                    <a:pt x="3155" y="4696"/>
                  </a:lnTo>
                  <a:lnTo>
                    <a:pt x="3008" y="4879"/>
                  </a:lnTo>
                  <a:lnTo>
                    <a:pt x="2862" y="5062"/>
                  </a:lnTo>
                  <a:lnTo>
                    <a:pt x="2752" y="5283"/>
                  </a:lnTo>
                  <a:lnTo>
                    <a:pt x="2678" y="5503"/>
                  </a:lnTo>
                  <a:lnTo>
                    <a:pt x="2642" y="5686"/>
                  </a:lnTo>
                  <a:lnTo>
                    <a:pt x="2642" y="5906"/>
                  </a:lnTo>
                  <a:lnTo>
                    <a:pt x="2678" y="6126"/>
                  </a:lnTo>
                  <a:lnTo>
                    <a:pt x="2752" y="6346"/>
                  </a:lnTo>
                  <a:lnTo>
                    <a:pt x="2825" y="6566"/>
                  </a:lnTo>
                  <a:lnTo>
                    <a:pt x="2898" y="6676"/>
                  </a:lnTo>
                  <a:lnTo>
                    <a:pt x="2421" y="7080"/>
                  </a:lnTo>
                  <a:lnTo>
                    <a:pt x="1908" y="7447"/>
                  </a:lnTo>
                  <a:lnTo>
                    <a:pt x="1431" y="7850"/>
                  </a:lnTo>
                  <a:lnTo>
                    <a:pt x="1211" y="8070"/>
                  </a:lnTo>
                  <a:lnTo>
                    <a:pt x="991" y="8327"/>
                  </a:lnTo>
                  <a:lnTo>
                    <a:pt x="771" y="8364"/>
                  </a:lnTo>
                  <a:lnTo>
                    <a:pt x="624" y="8327"/>
                  </a:lnTo>
                  <a:lnTo>
                    <a:pt x="477" y="8327"/>
                  </a:lnTo>
                  <a:lnTo>
                    <a:pt x="367" y="8364"/>
                  </a:lnTo>
                  <a:lnTo>
                    <a:pt x="257" y="8437"/>
                  </a:lnTo>
                  <a:lnTo>
                    <a:pt x="184" y="8511"/>
                  </a:lnTo>
                  <a:lnTo>
                    <a:pt x="111" y="8584"/>
                  </a:lnTo>
                  <a:lnTo>
                    <a:pt x="37" y="8804"/>
                  </a:lnTo>
                  <a:lnTo>
                    <a:pt x="0" y="9061"/>
                  </a:lnTo>
                  <a:lnTo>
                    <a:pt x="0" y="9318"/>
                  </a:lnTo>
                  <a:lnTo>
                    <a:pt x="74" y="9538"/>
                  </a:lnTo>
                  <a:lnTo>
                    <a:pt x="257" y="9684"/>
                  </a:lnTo>
                  <a:lnTo>
                    <a:pt x="477" y="9831"/>
                  </a:lnTo>
                  <a:lnTo>
                    <a:pt x="697" y="9904"/>
                  </a:lnTo>
                  <a:lnTo>
                    <a:pt x="954" y="9941"/>
                  </a:lnTo>
                  <a:lnTo>
                    <a:pt x="1174" y="9904"/>
                  </a:lnTo>
                  <a:lnTo>
                    <a:pt x="1431" y="9868"/>
                  </a:lnTo>
                  <a:lnTo>
                    <a:pt x="1651" y="9794"/>
                  </a:lnTo>
                  <a:lnTo>
                    <a:pt x="1798" y="9648"/>
                  </a:lnTo>
                  <a:lnTo>
                    <a:pt x="1908" y="9574"/>
                  </a:lnTo>
                  <a:lnTo>
                    <a:pt x="1945" y="9464"/>
                  </a:lnTo>
                  <a:lnTo>
                    <a:pt x="1981" y="9354"/>
                  </a:lnTo>
                  <a:lnTo>
                    <a:pt x="1981" y="9207"/>
                  </a:lnTo>
                  <a:lnTo>
                    <a:pt x="1908" y="8987"/>
                  </a:lnTo>
                  <a:lnTo>
                    <a:pt x="1798" y="8767"/>
                  </a:lnTo>
                  <a:lnTo>
                    <a:pt x="1651" y="8584"/>
                  </a:lnTo>
                  <a:lnTo>
                    <a:pt x="1431" y="8437"/>
                  </a:lnTo>
                  <a:lnTo>
                    <a:pt x="1394" y="8437"/>
                  </a:lnTo>
                  <a:lnTo>
                    <a:pt x="1578" y="8254"/>
                  </a:lnTo>
                  <a:lnTo>
                    <a:pt x="1761" y="8070"/>
                  </a:lnTo>
                  <a:lnTo>
                    <a:pt x="2165" y="7777"/>
                  </a:lnTo>
                  <a:lnTo>
                    <a:pt x="2421" y="7557"/>
                  </a:lnTo>
                  <a:lnTo>
                    <a:pt x="2642" y="7337"/>
                  </a:lnTo>
                  <a:lnTo>
                    <a:pt x="2862" y="7080"/>
                  </a:lnTo>
                  <a:lnTo>
                    <a:pt x="3008" y="6786"/>
                  </a:lnTo>
                  <a:lnTo>
                    <a:pt x="3118" y="6897"/>
                  </a:lnTo>
                  <a:lnTo>
                    <a:pt x="3302" y="7043"/>
                  </a:lnTo>
                  <a:lnTo>
                    <a:pt x="3632" y="7227"/>
                  </a:lnTo>
                  <a:lnTo>
                    <a:pt x="3999" y="7337"/>
                  </a:lnTo>
                  <a:lnTo>
                    <a:pt x="4366" y="7410"/>
                  </a:lnTo>
                  <a:lnTo>
                    <a:pt x="4439" y="7410"/>
                  </a:lnTo>
                  <a:lnTo>
                    <a:pt x="4402" y="7887"/>
                  </a:lnTo>
                  <a:lnTo>
                    <a:pt x="4402" y="8364"/>
                  </a:lnTo>
                  <a:lnTo>
                    <a:pt x="4439" y="9318"/>
                  </a:lnTo>
                  <a:lnTo>
                    <a:pt x="4256" y="9391"/>
                  </a:lnTo>
                  <a:lnTo>
                    <a:pt x="4109" y="9464"/>
                  </a:lnTo>
                  <a:lnTo>
                    <a:pt x="3999" y="9574"/>
                  </a:lnTo>
                  <a:lnTo>
                    <a:pt x="3925" y="9684"/>
                  </a:lnTo>
                  <a:lnTo>
                    <a:pt x="3889" y="9794"/>
                  </a:lnTo>
                  <a:lnTo>
                    <a:pt x="3852" y="9941"/>
                  </a:lnTo>
                  <a:lnTo>
                    <a:pt x="3815" y="10125"/>
                  </a:lnTo>
                  <a:lnTo>
                    <a:pt x="3852" y="10271"/>
                  </a:lnTo>
                  <a:lnTo>
                    <a:pt x="3925" y="10565"/>
                  </a:lnTo>
                  <a:lnTo>
                    <a:pt x="4072" y="10821"/>
                  </a:lnTo>
                  <a:lnTo>
                    <a:pt x="4182" y="10895"/>
                  </a:lnTo>
                  <a:lnTo>
                    <a:pt x="4329" y="10968"/>
                  </a:lnTo>
                  <a:lnTo>
                    <a:pt x="4439" y="11042"/>
                  </a:lnTo>
                  <a:lnTo>
                    <a:pt x="4586" y="11078"/>
                  </a:lnTo>
                  <a:lnTo>
                    <a:pt x="4879" y="11078"/>
                  </a:lnTo>
                  <a:lnTo>
                    <a:pt x="5173" y="11005"/>
                  </a:lnTo>
                  <a:lnTo>
                    <a:pt x="5283" y="10932"/>
                  </a:lnTo>
                  <a:lnTo>
                    <a:pt x="5393" y="10821"/>
                  </a:lnTo>
                  <a:lnTo>
                    <a:pt x="5466" y="10711"/>
                  </a:lnTo>
                  <a:lnTo>
                    <a:pt x="5503" y="10601"/>
                  </a:lnTo>
                  <a:lnTo>
                    <a:pt x="5576" y="10308"/>
                  </a:lnTo>
                  <a:lnTo>
                    <a:pt x="5539" y="10051"/>
                  </a:lnTo>
                  <a:lnTo>
                    <a:pt x="5503" y="9904"/>
                  </a:lnTo>
                  <a:lnTo>
                    <a:pt x="5393" y="9794"/>
                  </a:lnTo>
                  <a:lnTo>
                    <a:pt x="5319" y="9684"/>
                  </a:lnTo>
                  <a:lnTo>
                    <a:pt x="5173" y="9611"/>
                  </a:lnTo>
                  <a:lnTo>
                    <a:pt x="5136" y="9428"/>
                  </a:lnTo>
                  <a:lnTo>
                    <a:pt x="5099" y="9354"/>
                  </a:lnTo>
                  <a:lnTo>
                    <a:pt x="4842" y="9354"/>
                  </a:lnTo>
                  <a:lnTo>
                    <a:pt x="4806" y="8474"/>
                  </a:lnTo>
                  <a:lnTo>
                    <a:pt x="4806" y="7960"/>
                  </a:lnTo>
                  <a:lnTo>
                    <a:pt x="4769" y="7447"/>
                  </a:lnTo>
                  <a:lnTo>
                    <a:pt x="5136" y="7410"/>
                  </a:lnTo>
                  <a:lnTo>
                    <a:pt x="5503" y="7300"/>
                  </a:lnTo>
                  <a:lnTo>
                    <a:pt x="5833" y="7117"/>
                  </a:lnTo>
                  <a:lnTo>
                    <a:pt x="6126" y="6860"/>
                  </a:lnTo>
                  <a:lnTo>
                    <a:pt x="6200" y="6786"/>
                  </a:lnTo>
                  <a:lnTo>
                    <a:pt x="6310" y="6933"/>
                  </a:lnTo>
                  <a:lnTo>
                    <a:pt x="6493" y="7080"/>
                  </a:lnTo>
                  <a:lnTo>
                    <a:pt x="6677" y="7190"/>
                  </a:lnTo>
                  <a:lnTo>
                    <a:pt x="6860" y="7300"/>
                  </a:lnTo>
                  <a:lnTo>
                    <a:pt x="7043" y="7630"/>
                  </a:lnTo>
                  <a:lnTo>
                    <a:pt x="7263" y="7997"/>
                  </a:lnTo>
                  <a:lnTo>
                    <a:pt x="7557" y="8437"/>
                  </a:lnTo>
                  <a:lnTo>
                    <a:pt x="7667" y="8584"/>
                  </a:lnTo>
                  <a:lnTo>
                    <a:pt x="7557" y="8767"/>
                  </a:lnTo>
                  <a:lnTo>
                    <a:pt x="7484" y="8951"/>
                  </a:lnTo>
                  <a:lnTo>
                    <a:pt x="7447" y="9097"/>
                  </a:lnTo>
                  <a:lnTo>
                    <a:pt x="7447" y="9281"/>
                  </a:lnTo>
                  <a:lnTo>
                    <a:pt x="7484" y="9428"/>
                  </a:lnTo>
                  <a:lnTo>
                    <a:pt x="7520" y="9611"/>
                  </a:lnTo>
                  <a:lnTo>
                    <a:pt x="7594" y="9758"/>
                  </a:lnTo>
                  <a:lnTo>
                    <a:pt x="7704" y="9904"/>
                  </a:lnTo>
                  <a:lnTo>
                    <a:pt x="7850" y="10014"/>
                  </a:lnTo>
                  <a:lnTo>
                    <a:pt x="7960" y="10125"/>
                  </a:lnTo>
                  <a:lnTo>
                    <a:pt x="8107" y="10161"/>
                  </a:lnTo>
                  <a:lnTo>
                    <a:pt x="8254" y="10198"/>
                  </a:lnTo>
                  <a:lnTo>
                    <a:pt x="8547" y="10198"/>
                  </a:lnTo>
                  <a:lnTo>
                    <a:pt x="8694" y="10125"/>
                  </a:lnTo>
                  <a:lnTo>
                    <a:pt x="8877" y="10051"/>
                  </a:lnTo>
                  <a:lnTo>
                    <a:pt x="9098" y="9831"/>
                  </a:lnTo>
                  <a:lnTo>
                    <a:pt x="9281" y="9538"/>
                  </a:lnTo>
                  <a:lnTo>
                    <a:pt x="9354" y="9391"/>
                  </a:lnTo>
                  <a:lnTo>
                    <a:pt x="9391" y="9244"/>
                  </a:lnTo>
                  <a:lnTo>
                    <a:pt x="9391" y="9061"/>
                  </a:lnTo>
                  <a:lnTo>
                    <a:pt x="9391" y="8914"/>
                  </a:lnTo>
                  <a:lnTo>
                    <a:pt x="9318" y="8767"/>
                  </a:lnTo>
                  <a:lnTo>
                    <a:pt x="9244" y="8621"/>
                  </a:lnTo>
                  <a:lnTo>
                    <a:pt x="9134" y="8511"/>
                  </a:lnTo>
                  <a:lnTo>
                    <a:pt x="8987" y="8437"/>
                  </a:lnTo>
                  <a:lnTo>
                    <a:pt x="8841" y="8364"/>
                  </a:lnTo>
                  <a:lnTo>
                    <a:pt x="8694" y="8327"/>
                  </a:lnTo>
                  <a:lnTo>
                    <a:pt x="8364" y="8290"/>
                  </a:lnTo>
                  <a:lnTo>
                    <a:pt x="8180" y="8290"/>
                  </a:lnTo>
                  <a:lnTo>
                    <a:pt x="7997" y="8364"/>
                  </a:lnTo>
                  <a:lnTo>
                    <a:pt x="7924" y="8217"/>
                  </a:lnTo>
                  <a:lnTo>
                    <a:pt x="7814" y="8070"/>
                  </a:lnTo>
                  <a:lnTo>
                    <a:pt x="7557" y="7667"/>
                  </a:lnTo>
                  <a:lnTo>
                    <a:pt x="7300" y="7300"/>
                  </a:lnTo>
                  <a:lnTo>
                    <a:pt x="7227" y="7153"/>
                  </a:lnTo>
                  <a:lnTo>
                    <a:pt x="7153" y="7007"/>
                  </a:lnTo>
                  <a:lnTo>
                    <a:pt x="7043" y="6933"/>
                  </a:lnTo>
                  <a:lnTo>
                    <a:pt x="6897" y="6897"/>
                  </a:lnTo>
                  <a:lnTo>
                    <a:pt x="6640" y="6750"/>
                  </a:lnTo>
                  <a:lnTo>
                    <a:pt x="6346" y="6530"/>
                  </a:lnTo>
                  <a:lnTo>
                    <a:pt x="6530" y="6236"/>
                  </a:lnTo>
                  <a:lnTo>
                    <a:pt x="6603" y="5869"/>
                  </a:lnTo>
                  <a:lnTo>
                    <a:pt x="6603" y="5503"/>
                  </a:lnTo>
                  <a:lnTo>
                    <a:pt x="6567" y="5173"/>
                  </a:lnTo>
                  <a:lnTo>
                    <a:pt x="6456" y="4842"/>
                  </a:lnTo>
                  <a:lnTo>
                    <a:pt x="6310" y="4586"/>
                  </a:lnTo>
                  <a:lnTo>
                    <a:pt x="6126" y="4329"/>
                  </a:lnTo>
                  <a:lnTo>
                    <a:pt x="5870" y="4109"/>
                  </a:lnTo>
                  <a:lnTo>
                    <a:pt x="5613" y="3962"/>
                  </a:lnTo>
                  <a:lnTo>
                    <a:pt x="5356" y="3815"/>
                  </a:lnTo>
                  <a:lnTo>
                    <a:pt x="5026" y="3742"/>
                  </a:lnTo>
                  <a:lnTo>
                    <a:pt x="4732" y="3742"/>
                  </a:lnTo>
                  <a:lnTo>
                    <a:pt x="4732" y="3522"/>
                  </a:lnTo>
                  <a:lnTo>
                    <a:pt x="4696" y="2678"/>
                  </a:lnTo>
                  <a:lnTo>
                    <a:pt x="4732" y="2385"/>
                  </a:lnTo>
                  <a:lnTo>
                    <a:pt x="4696" y="2165"/>
                  </a:lnTo>
                  <a:lnTo>
                    <a:pt x="4659" y="1981"/>
                  </a:lnTo>
                  <a:lnTo>
                    <a:pt x="4842" y="1945"/>
                  </a:lnTo>
                  <a:lnTo>
                    <a:pt x="5063" y="1871"/>
                  </a:lnTo>
                  <a:lnTo>
                    <a:pt x="5246" y="1761"/>
                  </a:lnTo>
                  <a:lnTo>
                    <a:pt x="5393" y="1651"/>
                  </a:lnTo>
                  <a:lnTo>
                    <a:pt x="5539" y="1468"/>
                  </a:lnTo>
                  <a:lnTo>
                    <a:pt x="5613" y="1284"/>
                  </a:lnTo>
                  <a:lnTo>
                    <a:pt x="5686" y="1101"/>
                  </a:lnTo>
                  <a:lnTo>
                    <a:pt x="5686" y="844"/>
                  </a:lnTo>
                  <a:lnTo>
                    <a:pt x="5613" y="624"/>
                  </a:lnTo>
                  <a:lnTo>
                    <a:pt x="5503" y="404"/>
                  </a:lnTo>
                  <a:lnTo>
                    <a:pt x="5466" y="257"/>
                  </a:lnTo>
                  <a:lnTo>
                    <a:pt x="5429" y="184"/>
                  </a:lnTo>
                  <a:lnTo>
                    <a:pt x="5356" y="147"/>
                  </a:lnTo>
                  <a:lnTo>
                    <a:pt x="5209" y="147"/>
                  </a:lnTo>
                  <a:lnTo>
                    <a:pt x="5063" y="110"/>
                  </a:lnTo>
                  <a:lnTo>
                    <a:pt x="4989" y="37"/>
                  </a:lnTo>
                  <a:lnTo>
                    <a:pt x="4806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82" name="Google Shape;305;p5">
              <a:extLst>
                <a:ext uri="{FF2B5EF4-FFF2-40B4-BE49-F238E27FC236}">
                  <a16:creationId xmlns:a16="http://schemas.microsoft.com/office/drawing/2014/main" id="{88DAE264-72FE-49C3-92CA-C4E22CFD6679}"/>
                </a:ext>
              </a:extLst>
            </p:cNvPr>
            <p:cNvSpPr/>
            <p:nvPr/>
          </p:nvSpPr>
          <p:spPr>
            <a:xfrm>
              <a:off x="6618875" y="2550725"/>
              <a:ext cx="408125" cy="156850"/>
            </a:xfrm>
            <a:custGeom>
              <a:avLst/>
              <a:gdLst/>
              <a:ahLst/>
              <a:cxnLst/>
              <a:rect l="l" t="t" r="r" b="b"/>
              <a:pathLst>
                <a:path w="16325" h="6274" extrusionOk="0">
                  <a:moveTo>
                    <a:pt x="14710" y="1"/>
                  </a:moveTo>
                  <a:lnTo>
                    <a:pt x="14527" y="74"/>
                  </a:lnTo>
                  <a:lnTo>
                    <a:pt x="14380" y="147"/>
                  </a:lnTo>
                  <a:lnTo>
                    <a:pt x="14270" y="221"/>
                  </a:lnTo>
                  <a:lnTo>
                    <a:pt x="14270" y="257"/>
                  </a:lnTo>
                  <a:lnTo>
                    <a:pt x="14197" y="221"/>
                  </a:lnTo>
                  <a:lnTo>
                    <a:pt x="14087" y="221"/>
                  </a:lnTo>
                  <a:lnTo>
                    <a:pt x="14013" y="294"/>
                  </a:lnTo>
                  <a:lnTo>
                    <a:pt x="13977" y="331"/>
                  </a:lnTo>
                  <a:lnTo>
                    <a:pt x="13977" y="441"/>
                  </a:lnTo>
                  <a:lnTo>
                    <a:pt x="14013" y="551"/>
                  </a:lnTo>
                  <a:lnTo>
                    <a:pt x="14050" y="587"/>
                  </a:lnTo>
                  <a:lnTo>
                    <a:pt x="14123" y="624"/>
                  </a:lnTo>
                  <a:lnTo>
                    <a:pt x="14343" y="624"/>
                  </a:lnTo>
                  <a:lnTo>
                    <a:pt x="14527" y="551"/>
                  </a:lnTo>
                  <a:lnTo>
                    <a:pt x="14710" y="477"/>
                  </a:lnTo>
                  <a:lnTo>
                    <a:pt x="14894" y="441"/>
                  </a:lnTo>
                  <a:lnTo>
                    <a:pt x="14967" y="477"/>
                  </a:lnTo>
                  <a:lnTo>
                    <a:pt x="15004" y="514"/>
                  </a:lnTo>
                  <a:lnTo>
                    <a:pt x="14967" y="587"/>
                  </a:lnTo>
                  <a:lnTo>
                    <a:pt x="14930" y="661"/>
                  </a:lnTo>
                  <a:lnTo>
                    <a:pt x="14747" y="881"/>
                  </a:lnTo>
                  <a:lnTo>
                    <a:pt x="14123" y="1725"/>
                  </a:lnTo>
                  <a:lnTo>
                    <a:pt x="14123" y="1798"/>
                  </a:lnTo>
                  <a:lnTo>
                    <a:pt x="14087" y="1871"/>
                  </a:lnTo>
                  <a:lnTo>
                    <a:pt x="14123" y="1981"/>
                  </a:lnTo>
                  <a:lnTo>
                    <a:pt x="14233" y="2055"/>
                  </a:lnTo>
                  <a:lnTo>
                    <a:pt x="14343" y="2091"/>
                  </a:lnTo>
                  <a:lnTo>
                    <a:pt x="14820" y="2091"/>
                  </a:lnTo>
                  <a:lnTo>
                    <a:pt x="15260" y="2055"/>
                  </a:lnTo>
                  <a:lnTo>
                    <a:pt x="15774" y="1945"/>
                  </a:lnTo>
                  <a:lnTo>
                    <a:pt x="16031" y="1871"/>
                  </a:lnTo>
                  <a:lnTo>
                    <a:pt x="16251" y="1761"/>
                  </a:lnTo>
                  <a:lnTo>
                    <a:pt x="16324" y="1651"/>
                  </a:lnTo>
                  <a:lnTo>
                    <a:pt x="16324" y="1541"/>
                  </a:lnTo>
                  <a:lnTo>
                    <a:pt x="16288" y="1468"/>
                  </a:lnTo>
                  <a:lnTo>
                    <a:pt x="16214" y="1431"/>
                  </a:lnTo>
                  <a:lnTo>
                    <a:pt x="16141" y="1394"/>
                  </a:lnTo>
                  <a:lnTo>
                    <a:pt x="15957" y="1431"/>
                  </a:lnTo>
                  <a:lnTo>
                    <a:pt x="15774" y="1468"/>
                  </a:lnTo>
                  <a:lnTo>
                    <a:pt x="15370" y="1541"/>
                  </a:lnTo>
                  <a:lnTo>
                    <a:pt x="14820" y="1615"/>
                  </a:lnTo>
                  <a:lnTo>
                    <a:pt x="14820" y="1615"/>
                  </a:lnTo>
                  <a:lnTo>
                    <a:pt x="15260" y="1028"/>
                  </a:lnTo>
                  <a:lnTo>
                    <a:pt x="15370" y="844"/>
                  </a:lnTo>
                  <a:lnTo>
                    <a:pt x="15481" y="698"/>
                  </a:lnTo>
                  <a:lnTo>
                    <a:pt x="15517" y="477"/>
                  </a:lnTo>
                  <a:lnTo>
                    <a:pt x="15517" y="404"/>
                  </a:lnTo>
                  <a:lnTo>
                    <a:pt x="15481" y="294"/>
                  </a:lnTo>
                  <a:lnTo>
                    <a:pt x="15370" y="184"/>
                  </a:lnTo>
                  <a:lnTo>
                    <a:pt x="15224" y="74"/>
                  </a:lnTo>
                  <a:lnTo>
                    <a:pt x="15077" y="37"/>
                  </a:lnTo>
                  <a:lnTo>
                    <a:pt x="14894" y="1"/>
                  </a:lnTo>
                  <a:close/>
                  <a:moveTo>
                    <a:pt x="6604" y="2788"/>
                  </a:moveTo>
                  <a:lnTo>
                    <a:pt x="6163" y="2898"/>
                  </a:lnTo>
                  <a:lnTo>
                    <a:pt x="5576" y="2972"/>
                  </a:lnTo>
                  <a:lnTo>
                    <a:pt x="5283" y="3045"/>
                  </a:lnTo>
                  <a:lnTo>
                    <a:pt x="4990" y="3118"/>
                  </a:lnTo>
                  <a:lnTo>
                    <a:pt x="4953" y="3155"/>
                  </a:lnTo>
                  <a:lnTo>
                    <a:pt x="4880" y="3229"/>
                  </a:lnTo>
                  <a:lnTo>
                    <a:pt x="4880" y="3302"/>
                  </a:lnTo>
                  <a:lnTo>
                    <a:pt x="4880" y="3339"/>
                  </a:lnTo>
                  <a:lnTo>
                    <a:pt x="4880" y="3412"/>
                  </a:lnTo>
                  <a:lnTo>
                    <a:pt x="4916" y="3485"/>
                  </a:lnTo>
                  <a:lnTo>
                    <a:pt x="4990" y="3522"/>
                  </a:lnTo>
                  <a:lnTo>
                    <a:pt x="5063" y="3522"/>
                  </a:lnTo>
                  <a:lnTo>
                    <a:pt x="5613" y="3485"/>
                  </a:lnTo>
                  <a:lnTo>
                    <a:pt x="6163" y="3412"/>
                  </a:lnTo>
                  <a:lnTo>
                    <a:pt x="6640" y="3339"/>
                  </a:lnTo>
                  <a:lnTo>
                    <a:pt x="6860" y="3265"/>
                  </a:lnTo>
                  <a:lnTo>
                    <a:pt x="6970" y="3192"/>
                  </a:lnTo>
                  <a:lnTo>
                    <a:pt x="7044" y="3118"/>
                  </a:lnTo>
                  <a:lnTo>
                    <a:pt x="7044" y="3008"/>
                  </a:lnTo>
                  <a:lnTo>
                    <a:pt x="7044" y="2972"/>
                  </a:lnTo>
                  <a:lnTo>
                    <a:pt x="7007" y="2898"/>
                  </a:lnTo>
                  <a:lnTo>
                    <a:pt x="6897" y="2862"/>
                  </a:lnTo>
                  <a:lnTo>
                    <a:pt x="6824" y="2825"/>
                  </a:lnTo>
                  <a:lnTo>
                    <a:pt x="6604" y="2788"/>
                  </a:lnTo>
                  <a:close/>
                  <a:moveTo>
                    <a:pt x="13500" y="1945"/>
                  </a:moveTo>
                  <a:lnTo>
                    <a:pt x="13280" y="1981"/>
                  </a:lnTo>
                  <a:lnTo>
                    <a:pt x="13060" y="2018"/>
                  </a:lnTo>
                  <a:lnTo>
                    <a:pt x="12876" y="2055"/>
                  </a:lnTo>
                  <a:lnTo>
                    <a:pt x="12693" y="2201"/>
                  </a:lnTo>
                  <a:lnTo>
                    <a:pt x="12546" y="2275"/>
                  </a:lnTo>
                  <a:lnTo>
                    <a:pt x="12436" y="2422"/>
                  </a:lnTo>
                  <a:lnTo>
                    <a:pt x="12289" y="2678"/>
                  </a:lnTo>
                  <a:lnTo>
                    <a:pt x="12179" y="3008"/>
                  </a:lnTo>
                  <a:lnTo>
                    <a:pt x="12179" y="3339"/>
                  </a:lnTo>
                  <a:lnTo>
                    <a:pt x="12179" y="3522"/>
                  </a:lnTo>
                  <a:lnTo>
                    <a:pt x="12216" y="3669"/>
                  </a:lnTo>
                  <a:lnTo>
                    <a:pt x="12289" y="3815"/>
                  </a:lnTo>
                  <a:lnTo>
                    <a:pt x="12363" y="3962"/>
                  </a:lnTo>
                  <a:lnTo>
                    <a:pt x="12473" y="4109"/>
                  </a:lnTo>
                  <a:lnTo>
                    <a:pt x="12583" y="4219"/>
                  </a:lnTo>
                  <a:lnTo>
                    <a:pt x="12729" y="4292"/>
                  </a:lnTo>
                  <a:lnTo>
                    <a:pt x="12876" y="4366"/>
                  </a:lnTo>
                  <a:lnTo>
                    <a:pt x="12986" y="4402"/>
                  </a:lnTo>
                  <a:lnTo>
                    <a:pt x="13096" y="4402"/>
                  </a:lnTo>
                  <a:lnTo>
                    <a:pt x="13353" y="4329"/>
                  </a:lnTo>
                  <a:lnTo>
                    <a:pt x="13757" y="4146"/>
                  </a:lnTo>
                  <a:lnTo>
                    <a:pt x="14197" y="3999"/>
                  </a:lnTo>
                  <a:lnTo>
                    <a:pt x="14417" y="3852"/>
                  </a:lnTo>
                  <a:lnTo>
                    <a:pt x="14564" y="3705"/>
                  </a:lnTo>
                  <a:lnTo>
                    <a:pt x="14600" y="3632"/>
                  </a:lnTo>
                  <a:lnTo>
                    <a:pt x="14564" y="3559"/>
                  </a:lnTo>
                  <a:lnTo>
                    <a:pt x="14527" y="3485"/>
                  </a:lnTo>
                  <a:lnTo>
                    <a:pt x="14453" y="3449"/>
                  </a:lnTo>
                  <a:lnTo>
                    <a:pt x="14343" y="3412"/>
                  </a:lnTo>
                  <a:lnTo>
                    <a:pt x="14197" y="3449"/>
                  </a:lnTo>
                  <a:lnTo>
                    <a:pt x="13940" y="3522"/>
                  </a:lnTo>
                  <a:lnTo>
                    <a:pt x="13426" y="3742"/>
                  </a:lnTo>
                  <a:lnTo>
                    <a:pt x="13280" y="3815"/>
                  </a:lnTo>
                  <a:lnTo>
                    <a:pt x="13133" y="3852"/>
                  </a:lnTo>
                  <a:lnTo>
                    <a:pt x="12986" y="3852"/>
                  </a:lnTo>
                  <a:lnTo>
                    <a:pt x="12839" y="3779"/>
                  </a:lnTo>
                  <a:lnTo>
                    <a:pt x="12766" y="3669"/>
                  </a:lnTo>
                  <a:lnTo>
                    <a:pt x="12729" y="3559"/>
                  </a:lnTo>
                  <a:lnTo>
                    <a:pt x="12656" y="3339"/>
                  </a:lnTo>
                  <a:lnTo>
                    <a:pt x="12656" y="3118"/>
                  </a:lnTo>
                  <a:lnTo>
                    <a:pt x="12729" y="2898"/>
                  </a:lnTo>
                  <a:lnTo>
                    <a:pt x="12839" y="2715"/>
                  </a:lnTo>
                  <a:lnTo>
                    <a:pt x="12986" y="2532"/>
                  </a:lnTo>
                  <a:lnTo>
                    <a:pt x="13133" y="2458"/>
                  </a:lnTo>
                  <a:lnTo>
                    <a:pt x="13280" y="2422"/>
                  </a:lnTo>
                  <a:lnTo>
                    <a:pt x="13610" y="2385"/>
                  </a:lnTo>
                  <a:lnTo>
                    <a:pt x="13940" y="2348"/>
                  </a:lnTo>
                  <a:lnTo>
                    <a:pt x="14307" y="2348"/>
                  </a:lnTo>
                  <a:lnTo>
                    <a:pt x="14307" y="2311"/>
                  </a:lnTo>
                  <a:lnTo>
                    <a:pt x="14307" y="2275"/>
                  </a:lnTo>
                  <a:lnTo>
                    <a:pt x="14307" y="2238"/>
                  </a:lnTo>
                  <a:lnTo>
                    <a:pt x="14123" y="2128"/>
                  </a:lnTo>
                  <a:lnTo>
                    <a:pt x="13903" y="2055"/>
                  </a:lnTo>
                  <a:lnTo>
                    <a:pt x="13720" y="1981"/>
                  </a:lnTo>
                  <a:lnTo>
                    <a:pt x="13500" y="1945"/>
                  </a:lnTo>
                  <a:close/>
                  <a:moveTo>
                    <a:pt x="6787" y="4182"/>
                  </a:moveTo>
                  <a:lnTo>
                    <a:pt x="6347" y="4292"/>
                  </a:lnTo>
                  <a:lnTo>
                    <a:pt x="5907" y="4366"/>
                  </a:lnTo>
                  <a:lnTo>
                    <a:pt x="5466" y="4439"/>
                  </a:lnTo>
                  <a:lnTo>
                    <a:pt x="5063" y="4549"/>
                  </a:lnTo>
                  <a:lnTo>
                    <a:pt x="4990" y="4622"/>
                  </a:lnTo>
                  <a:lnTo>
                    <a:pt x="4953" y="4696"/>
                  </a:lnTo>
                  <a:lnTo>
                    <a:pt x="4953" y="4806"/>
                  </a:lnTo>
                  <a:lnTo>
                    <a:pt x="5063" y="4843"/>
                  </a:lnTo>
                  <a:lnTo>
                    <a:pt x="5283" y="4879"/>
                  </a:lnTo>
                  <a:lnTo>
                    <a:pt x="5980" y="4879"/>
                  </a:lnTo>
                  <a:lnTo>
                    <a:pt x="6457" y="4769"/>
                  </a:lnTo>
                  <a:lnTo>
                    <a:pt x="6897" y="4659"/>
                  </a:lnTo>
                  <a:lnTo>
                    <a:pt x="6970" y="4622"/>
                  </a:lnTo>
                  <a:lnTo>
                    <a:pt x="7044" y="4586"/>
                  </a:lnTo>
                  <a:lnTo>
                    <a:pt x="7080" y="4512"/>
                  </a:lnTo>
                  <a:lnTo>
                    <a:pt x="7117" y="4439"/>
                  </a:lnTo>
                  <a:lnTo>
                    <a:pt x="7080" y="4292"/>
                  </a:lnTo>
                  <a:lnTo>
                    <a:pt x="7007" y="4219"/>
                  </a:lnTo>
                  <a:lnTo>
                    <a:pt x="6934" y="4182"/>
                  </a:lnTo>
                  <a:close/>
                  <a:moveTo>
                    <a:pt x="11079" y="2055"/>
                  </a:moveTo>
                  <a:lnTo>
                    <a:pt x="10785" y="2091"/>
                  </a:lnTo>
                  <a:lnTo>
                    <a:pt x="10565" y="2165"/>
                  </a:lnTo>
                  <a:lnTo>
                    <a:pt x="10382" y="2311"/>
                  </a:lnTo>
                  <a:lnTo>
                    <a:pt x="10235" y="2495"/>
                  </a:lnTo>
                  <a:lnTo>
                    <a:pt x="10198" y="2385"/>
                  </a:lnTo>
                  <a:lnTo>
                    <a:pt x="10088" y="2348"/>
                  </a:lnTo>
                  <a:lnTo>
                    <a:pt x="9942" y="2311"/>
                  </a:lnTo>
                  <a:lnTo>
                    <a:pt x="9611" y="2311"/>
                  </a:lnTo>
                  <a:lnTo>
                    <a:pt x="9501" y="2348"/>
                  </a:lnTo>
                  <a:lnTo>
                    <a:pt x="9208" y="2495"/>
                  </a:lnTo>
                  <a:lnTo>
                    <a:pt x="8988" y="2678"/>
                  </a:lnTo>
                  <a:lnTo>
                    <a:pt x="8951" y="2568"/>
                  </a:lnTo>
                  <a:lnTo>
                    <a:pt x="8915" y="2532"/>
                  </a:lnTo>
                  <a:lnTo>
                    <a:pt x="8878" y="2532"/>
                  </a:lnTo>
                  <a:lnTo>
                    <a:pt x="8804" y="2568"/>
                  </a:lnTo>
                  <a:lnTo>
                    <a:pt x="8731" y="2752"/>
                  </a:lnTo>
                  <a:lnTo>
                    <a:pt x="8658" y="2935"/>
                  </a:lnTo>
                  <a:lnTo>
                    <a:pt x="8621" y="3339"/>
                  </a:lnTo>
                  <a:lnTo>
                    <a:pt x="8584" y="3705"/>
                  </a:lnTo>
                  <a:lnTo>
                    <a:pt x="8621" y="4072"/>
                  </a:lnTo>
                  <a:lnTo>
                    <a:pt x="8694" y="4439"/>
                  </a:lnTo>
                  <a:lnTo>
                    <a:pt x="8768" y="4806"/>
                  </a:lnTo>
                  <a:lnTo>
                    <a:pt x="8804" y="4879"/>
                  </a:lnTo>
                  <a:lnTo>
                    <a:pt x="8878" y="4953"/>
                  </a:lnTo>
                  <a:lnTo>
                    <a:pt x="8951" y="4989"/>
                  </a:lnTo>
                  <a:lnTo>
                    <a:pt x="9061" y="4953"/>
                  </a:lnTo>
                  <a:lnTo>
                    <a:pt x="9135" y="4916"/>
                  </a:lnTo>
                  <a:lnTo>
                    <a:pt x="9208" y="4879"/>
                  </a:lnTo>
                  <a:lnTo>
                    <a:pt x="9245" y="4769"/>
                  </a:lnTo>
                  <a:lnTo>
                    <a:pt x="9208" y="4659"/>
                  </a:lnTo>
                  <a:lnTo>
                    <a:pt x="9135" y="4182"/>
                  </a:lnTo>
                  <a:lnTo>
                    <a:pt x="9098" y="3669"/>
                  </a:lnTo>
                  <a:lnTo>
                    <a:pt x="9135" y="3339"/>
                  </a:lnTo>
                  <a:lnTo>
                    <a:pt x="9208" y="3118"/>
                  </a:lnTo>
                  <a:lnTo>
                    <a:pt x="9391" y="2972"/>
                  </a:lnTo>
                  <a:lnTo>
                    <a:pt x="9575" y="2825"/>
                  </a:lnTo>
                  <a:lnTo>
                    <a:pt x="9795" y="2788"/>
                  </a:lnTo>
                  <a:lnTo>
                    <a:pt x="9868" y="4072"/>
                  </a:lnTo>
                  <a:lnTo>
                    <a:pt x="9905" y="4146"/>
                  </a:lnTo>
                  <a:lnTo>
                    <a:pt x="9942" y="4219"/>
                  </a:lnTo>
                  <a:lnTo>
                    <a:pt x="10015" y="4292"/>
                  </a:lnTo>
                  <a:lnTo>
                    <a:pt x="10125" y="4292"/>
                  </a:lnTo>
                  <a:lnTo>
                    <a:pt x="10198" y="4329"/>
                  </a:lnTo>
                  <a:lnTo>
                    <a:pt x="10272" y="4292"/>
                  </a:lnTo>
                  <a:lnTo>
                    <a:pt x="10308" y="4219"/>
                  </a:lnTo>
                  <a:lnTo>
                    <a:pt x="10345" y="4146"/>
                  </a:lnTo>
                  <a:lnTo>
                    <a:pt x="10455" y="3559"/>
                  </a:lnTo>
                  <a:lnTo>
                    <a:pt x="10565" y="3008"/>
                  </a:lnTo>
                  <a:lnTo>
                    <a:pt x="10602" y="2862"/>
                  </a:lnTo>
                  <a:lnTo>
                    <a:pt x="10675" y="2752"/>
                  </a:lnTo>
                  <a:lnTo>
                    <a:pt x="10785" y="2642"/>
                  </a:lnTo>
                  <a:lnTo>
                    <a:pt x="10895" y="2568"/>
                  </a:lnTo>
                  <a:lnTo>
                    <a:pt x="11079" y="2568"/>
                  </a:lnTo>
                  <a:lnTo>
                    <a:pt x="11115" y="2642"/>
                  </a:lnTo>
                  <a:lnTo>
                    <a:pt x="11115" y="2752"/>
                  </a:lnTo>
                  <a:lnTo>
                    <a:pt x="11115" y="2862"/>
                  </a:lnTo>
                  <a:lnTo>
                    <a:pt x="11189" y="3449"/>
                  </a:lnTo>
                  <a:lnTo>
                    <a:pt x="11299" y="4036"/>
                  </a:lnTo>
                  <a:lnTo>
                    <a:pt x="11372" y="4256"/>
                  </a:lnTo>
                  <a:lnTo>
                    <a:pt x="11446" y="4512"/>
                  </a:lnTo>
                  <a:lnTo>
                    <a:pt x="11556" y="4732"/>
                  </a:lnTo>
                  <a:lnTo>
                    <a:pt x="11629" y="4806"/>
                  </a:lnTo>
                  <a:lnTo>
                    <a:pt x="11739" y="4843"/>
                  </a:lnTo>
                  <a:lnTo>
                    <a:pt x="11849" y="4843"/>
                  </a:lnTo>
                  <a:lnTo>
                    <a:pt x="11922" y="4806"/>
                  </a:lnTo>
                  <a:lnTo>
                    <a:pt x="11996" y="4769"/>
                  </a:lnTo>
                  <a:lnTo>
                    <a:pt x="12032" y="4696"/>
                  </a:lnTo>
                  <a:lnTo>
                    <a:pt x="12069" y="4586"/>
                  </a:lnTo>
                  <a:lnTo>
                    <a:pt x="11996" y="4476"/>
                  </a:lnTo>
                  <a:lnTo>
                    <a:pt x="11922" y="4402"/>
                  </a:lnTo>
                  <a:lnTo>
                    <a:pt x="11886" y="4256"/>
                  </a:lnTo>
                  <a:lnTo>
                    <a:pt x="11812" y="4072"/>
                  </a:lnTo>
                  <a:lnTo>
                    <a:pt x="11776" y="3779"/>
                  </a:lnTo>
                  <a:lnTo>
                    <a:pt x="11666" y="3339"/>
                  </a:lnTo>
                  <a:lnTo>
                    <a:pt x="11629" y="2862"/>
                  </a:lnTo>
                  <a:lnTo>
                    <a:pt x="11629" y="2532"/>
                  </a:lnTo>
                  <a:lnTo>
                    <a:pt x="11592" y="2385"/>
                  </a:lnTo>
                  <a:lnTo>
                    <a:pt x="11482" y="2275"/>
                  </a:lnTo>
                  <a:lnTo>
                    <a:pt x="11299" y="2128"/>
                  </a:lnTo>
                  <a:lnTo>
                    <a:pt x="11189" y="2091"/>
                  </a:lnTo>
                  <a:lnTo>
                    <a:pt x="11079" y="2055"/>
                  </a:lnTo>
                  <a:close/>
                  <a:moveTo>
                    <a:pt x="2715" y="1138"/>
                  </a:moveTo>
                  <a:lnTo>
                    <a:pt x="2569" y="1174"/>
                  </a:lnTo>
                  <a:lnTo>
                    <a:pt x="2422" y="1284"/>
                  </a:lnTo>
                  <a:lnTo>
                    <a:pt x="2385" y="1358"/>
                  </a:lnTo>
                  <a:lnTo>
                    <a:pt x="2165" y="1284"/>
                  </a:lnTo>
                  <a:lnTo>
                    <a:pt x="1762" y="1284"/>
                  </a:lnTo>
                  <a:lnTo>
                    <a:pt x="1542" y="1358"/>
                  </a:lnTo>
                  <a:lnTo>
                    <a:pt x="771" y="1504"/>
                  </a:lnTo>
                  <a:lnTo>
                    <a:pt x="368" y="1651"/>
                  </a:lnTo>
                  <a:lnTo>
                    <a:pt x="184" y="1725"/>
                  </a:lnTo>
                  <a:lnTo>
                    <a:pt x="38" y="1835"/>
                  </a:lnTo>
                  <a:lnTo>
                    <a:pt x="1" y="1908"/>
                  </a:lnTo>
                  <a:lnTo>
                    <a:pt x="1" y="1981"/>
                  </a:lnTo>
                  <a:lnTo>
                    <a:pt x="38" y="2018"/>
                  </a:lnTo>
                  <a:lnTo>
                    <a:pt x="111" y="2055"/>
                  </a:lnTo>
                  <a:lnTo>
                    <a:pt x="74" y="2348"/>
                  </a:lnTo>
                  <a:lnTo>
                    <a:pt x="74" y="2642"/>
                  </a:lnTo>
                  <a:lnTo>
                    <a:pt x="74" y="3705"/>
                  </a:lnTo>
                  <a:lnTo>
                    <a:pt x="111" y="4843"/>
                  </a:lnTo>
                  <a:lnTo>
                    <a:pt x="148" y="5980"/>
                  </a:lnTo>
                  <a:lnTo>
                    <a:pt x="184" y="6090"/>
                  </a:lnTo>
                  <a:lnTo>
                    <a:pt x="294" y="6200"/>
                  </a:lnTo>
                  <a:lnTo>
                    <a:pt x="404" y="6236"/>
                  </a:lnTo>
                  <a:lnTo>
                    <a:pt x="514" y="6200"/>
                  </a:lnTo>
                  <a:lnTo>
                    <a:pt x="624" y="6236"/>
                  </a:lnTo>
                  <a:lnTo>
                    <a:pt x="845" y="6273"/>
                  </a:lnTo>
                  <a:lnTo>
                    <a:pt x="1028" y="6236"/>
                  </a:lnTo>
                  <a:lnTo>
                    <a:pt x="1395" y="6163"/>
                  </a:lnTo>
                  <a:lnTo>
                    <a:pt x="2385" y="5980"/>
                  </a:lnTo>
                  <a:lnTo>
                    <a:pt x="2605" y="5943"/>
                  </a:lnTo>
                  <a:lnTo>
                    <a:pt x="2752" y="5906"/>
                  </a:lnTo>
                  <a:lnTo>
                    <a:pt x="2899" y="5833"/>
                  </a:lnTo>
                  <a:lnTo>
                    <a:pt x="2972" y="5686"/>
                  </a:lnTo>
                  <a:lnTo>
                    <a:pt x="2972" y="5576"/>
                  </a:lnTo>
                  <a:lnTo>
                    <a:pt x="2935" y="5503"/>
                  </a:lnTo>
                  <a:lnTo>
                    <a:pt x="2825" y="5429"/>
                  </a:lnTo>
                  <a:lnTo>
                    <a:pt x="2679" y="5393"/>
                  </a:lnTo>
                  <a:lnTo>
                    <a:pt x="2532" y="5393"/>
                  </a:lnTo>
                  <a:lnTo>
                    <a:pt x="2385" y="5429"/>
                  </a:lnTo>
                  <a:lnTo>
                    <a:pt x="2055" y="5503"/>
                  </a:lnTo>
                  <a:lnTo>
                    <a:pt x="1762" y="5576"/>
                  </a:lnTo>
                  <a:lnTo>
                    <a:pt x="1028" y="5723"/>
                  </a:lnTo>
                  <a:lnTo>
                    <a:pt x="698" y="5796"/>
                  </a:lnTo>
                  <a:lnTo>
                    <a:pt x="661" y="4953"/>
                  </a:lnTo>
                  <a:lnTo>
                    <a:pt x="624" y="4109"/>
                  </a:lnTo>
                  <a:lnTo>
                    <a:pt x="845" y="4109"/>
                  </a:lnTo>
                  <a:lnTo>
                    <a:pt x="1028" y="4072"/>
                  </a:lnTo>
                  <a:lnTo>
                    <a:pt x="1431" y="3962"/>
                  </a:lnTo>
                  <a:lnTo>
                    <a:pt x="2459" y="3742"/>
                  </a:lnTo>
                  <a:lnTo>
                    <a:pt x="2495" y="3779"/>
                  </a:lnTo>
                  <a:lnTo>
                    <a:pt x="2605" y="3779"/>
                  </a:lnTo>
                  <a:lnTo>
                    <a:pt x="2679" y="3742"/>
                  </a:lnTo>
                  <a:lnTo>
                    <a:pt x="2752" y="3705"/>
                  </a:lnTo>
                  <a:lnTo>
                    <a:pt x="2789" y="3669"/>
                  </a:lnTo>
                  <a:lnTo>
                    <a:pt x="2862" y="3559"/>
                  </a:lnTo>
                  <a:lnTo>
                    <a:pt x="2899" y="3485"/>
                  </a:lnTo>
                  <a:lnTo>
                    <a:pt x="2899" y="3412"/>
                  </a:lnTo>
                  <a:lnTo>
                    <a:pt x="2862" y="3339"/>
                  </a:lnTo>
                  <a:lnTo>
                    <a:pt x="2825" y="3265"/>
                  </a:lnTo>
                  <a:lnTo>
                    <a:pt x="2715" y="3155"/>
                  </a:lnTo>
                  <a:lnTo>
                    <a:pt x="2532" y="3155"/>
                  </a:lnTo>
                  <a:lnTo>
                    <a:pt x="1431" y="3449"/>
                  </a:lnTo>
                  <a:lnTo>
                    <a:pt x="1028" y="3522"/>
                  </a:lnTo>
                  <a:lnTo>
                    <a:pt x="808" y="3595"/>
                  </a:lnTo>
                  <a:lnTo>
                    <a:pt x="624" y="3632"/>
                  </a:lnTo>
                  <a:lnTo>
                    <a:pt x="588" y="2788"/>
                  </a:lnTo>
                  <a:lnTo>
                    <a:pt x="588" y="2458"/>
                  </a:lnTo>
                  <a:lnTo>
                    <a:pt x="551" y="2091"/>
                  </a:lnTo>
                  <a:lnTo>
                    <a:pt x="1065" y="1981"/>
                  </a:lnTo>
                  <a:lnTo>
                    <a:pt x="1615" y="1835"/>
                  </a:lnTo>
                  <a:lnTo>
                    <a:pt x="1798" y="1798"/>
                  </a:lnTo>
                  <a:lnTo>
                    <a:pt x="2055" y="1798"/>
                  </a:lnTo>
                  <a:lnTo>
                    <a:pt x="2165" y="1871"/>
                  </a:lnTo>
                  <a:lnTo>
                    <a:pt x="2238" y="1908"/>
                  </a:lnTo>
                  <a:lnTo>
                    <a:pt x="2312" y="1945"/>
                  </a:lnTo>
                  <a:lnTo>
                    <a:pt x="2422" y="1945"/>
                  </a:lnTo>
                  <a:lnTo>
                    <a:pt x="2495" y="1908"/>
                  </a:lnTo>
                  <a:lnTo>
                    <a:pt x="3009" y="1651"/>
                  </a:lnTo>
                  <a:lnTo>
                    <a:pt x="3082" y="1615"/>
                  </a:lnTo>
                  <a:lnTo>
                    <a:pt x="3119" y="1578"/>
                  </a:lnTo>
                  <a:lnTo>
                    <a:pt x="3156" y="1431"/>
                  </a:lnTo>
                  <a:lnTo>
                    <a:pt x="3119" y="1284"/>
                  </a:lnTo>
                  <a:lnTo>
                    <a:pt x="3082" y="1248"/>
                  </a:lnTo>
                  <a:lnTo>
                    <a:pt x="3009" y="1174"/>
                  </a:lnTo>
                  <a:lnTo>
                    <a:pt x="2862" y="1138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83" name="Google Shape;306;p5">
              <a:extLst>
                <a:ext uri="{FF2B5EF4-FFF2-40B4-BE49-F238E27FC236}">
                  <a16:creationId xmlns:a16="http://schemas.microsoft.com/office/drawing/2014/main" id="{38907BB3-F232-4E38-B159-FB6D2CA6E755}"/>
                </a:ext>
              </a:extLst>
            </p:cNvPr>
            <p:cNvSpPr/>
            <p:nvPr/>
          </p:nvSpPr>
          <p:spPr>
            <a:xfrm>
              <a:off x="6336425" y="4507675"/>
              <a:ext cx="520000" cy="365000"/>
            </a:xfrm>
            <a:custGeom>
              <a:avLst/>
              <a:gdLst/>
              <a:ahLst/>
              <a:cxnLst/>
              <a:rect l="l" t="t" r="r" b="b"/>
              <a:pathLst>
                <a:path w="20800" h="14600" extrusionOk="0">
                  <a:moveTo>
                    <a:pt x="5466" y="441"/>
                  </a:moveTo>
                  <a:lnTo>
                    <a:pt x="5650" y="478"/>
                  </a:lnTo>
                  <a:lnTo>
                    <a:pt x="5577" y="478"/>
                  </a:lnTo>
                  <a:lnTo>
                    <a:pt x="5466" y="441"/>
                  </a:lnTo>
                  <a:close/>
                  <a:moveTo>
                    <a:pt x="4843" y="478"/>
                  </a:moveTo>
                  <a:lnTo>
                    <a:pt x="4806" y="514"/>
                  </a:lnTo>
                  <a:lnTo>
                    <a:pt x="4586" y="551"/>
                  </a:lnTo>
                  <a:lnTo>
                    <a:pt x="4843" y="478"/>
                  </a:lnTo>
                  <a:close/>
                  <a:moveTo>
                    <a:pt x="5173" y="808"/>
                  </a:moveTo>
                  <a:lnTo>
                    <a:pt x="5210" y="844"/>
                  </a:lnTo>
                  <a:lnTo>
                    <a:pt x="5246" y="918"/>
                  </a:lnTo>
                  <a:lnTo>
                    <a:pt x="5356" y="991"/>
                  </a:lnTo>
                  <a:lnTo>
                    <a:pt x="5503" y="1028"/>
                  </a:lnTo>
                  <a:lnTo>
                    <a:pt x="5760" y="1028"/>
                  </a:lnTo>
                  <a:lnTo>
                    <a:pt x="5870" y="991"/>
                  </a:lnTo>
                  <a:lnTo>
                    <a:pt x="5980" y="991"/>
                  </a:lnTo>
                  <a:lnTo>
                    <a:pt x="6017" y="1028"/>
                  </a:lnTo>
                  <a:lnTo>
                    <a:pt x="6053" y="1101"/>
                  </a:lnTo>
                  <a:lnTo>
                    <a:pt x="6163" y="1431"/>
                  </a:lnTo>
                  <a:lnTo>
                    <a:pt x="6163" y="1725"/>
                  </a:lnTo>
                  <a:lnTo>
                    <a:pt x="6127" y="2055"/>
                  </a:lnTo>
                  <a:lnTo>
                    <a:pt x="6053" y="2348"/>
                  </a:lnTo>
                  <a:lnTo>
                    <a:pt x="5980" y="2532"/>
                  </a:lnTo>
                  <a:lnTo>
                    <a:pt x="5907" y="2715"/>
                  </a:lnTo>
                  <a:lnTo>
                    <a:pt x="5650" y="3009"/>
                  </a:lnTo>
                  <a:lnTo>
                    <a:pt x="5393" y="3229"/>
                  </a:lnTo>
                  <a:lnTo>
                    <a:pt x="5063" y="3412"/>
                  </a:lnTo>
                  <a:lnTo>
                    <a:pt x="5063" y="3375"/>
                  </a:lnTo>
                  <a:lnTo>
                    <a:pt x="5063" y="3302"/>
                  </a:lnTo>
                  <a:lnTo>
                    <a:pt x="5026" y="3265"/>
                  </a:lnTo>
                  <a:lnTo>
                    <a:pt x="4953" y="3229"/>
                  </a:lnTo>
                  <a:lnTo>
                    <a:pt x="4880" y="3229"/>
                  </a:lnTo>
                  <a:lnTo>
                    <a:pt x="5063" y="2789"/>
                  </a:lnTo>
                  <a:lnTo>
                    <a:pt x="5063" y="2715"/>
                  </a:lnTo>
                  <a:lnTo>
                    <a:pt x="4990" y="2679"/>
                  </a:lnTo>
                  <a:lnTo>
                    <a:pt x="4953" y="2679"/>
                  </a:lnTo>
                  <a:lnTo>
                    <a:pt x="4880" y="2715"/>
                  </a:lnTo>
                  <a:lnTo>
                    <a:pt x="4549" y="3229"/>
                  </a:lnTo>
                  <a:lnTo>
                    <a:pt x="4329" y="3559"/>
                  </a:lnTo>
                  <a:lnTo>
                    <a:pt x="4109" y="3522"/>
                  </a:lnTo>
                  <a:lnTo>
                    <a:pt x="3853" y="3486"/>
                  </a:lnTo>
                  <a:lnTo>
                    <a:pt x="3706" y="3449"/>
                  </a:lnTo>
                  <a:lnTo>
                    <a:pt x="3999" y="3192"/>
                  </a:lnTo>
                  <a:lnTo>
                    <a:pt x="4586" y="2642"/>
                  </a:lnTo>
                  <a:lnTo>
                    <a:pt x="4586" y="2568"/>
                  </a:lnTo>
                  <a:lnTo>
                    <a:pt x="4586" y="2495"/>
                  </a:lnTo>
                  <a:lnTo>
                    <a:pt x="4513" y="2458"/>
                  </a:lnTo>
                  <a:lnTo>
                    <a:pt x="4439" y="2458"/>
                  </a:lnTo>
                  <a:lnTo>
                    <a:pt x="3486" y="3119"/>
                  </a:lnTo>
                  <a:lnTo>
                    <a:pt x="3302" y="3265"/>
                  </a:lnTo>
                  <a:lnTo>
                    <a:pt x="3229" y="3192"/>
                  </a:lnTo>
                  <a:lnTo>
                    <a:pt x="3266" y="3082"/>
                  </a:lnTo>
                  <a:lnTo>
                    <a:pt x="3302" y="3009"/>
                  </a:lnTo>
                  <a:lnTo>
                    <a:pt x="3266" y="2935"/>
                  </a:lnTo>
                  <a:lnTo>
                    <a:pt x="3229" y="2899"/>
                  </a:lnTo>
                  <a:lnTo>
                    <a:pt x="3339" y="2935"/>
                  </a:lnTo>
                  <a:lnTo>
                    <a:pt x="3669" y="2752"/>
                  </a:lnTo>
                  <a:lnTo>
                    <a:pt x="4733" y="2055"/>
                  </a:lnTo>
                  <a:lnTo>
                    <a:pt x="4770" y="1982"/>
                  </a:lnTo>
                  <a:lnTo>
                    <a:pt x="4770" y="1945"/>
                  </a:lnTo>
                  <a:lnTo>
                    <a:pt x="4733" y="1872"/>
                  </a:lnTo>
                  <a:lnTo>
                    <a:pt x="4660" y="1872"/>
                  </a:lnTo>
                  <a:lnTo>
                    <a:pt x="4329" y="1982"/>
                  </a:lnTo>
                  <a:lnTo>
                    <a:pt x="3816" y="2202"/>
                  </a:lnTo>
                  <a:lnTo>
                    <a:pt x="3302" y="2458"/>
                  </a:lnTo>
                  <a:lnTo>
                    <a:pt x="3082" y="2642"/>
                  </a:lnTo>
                  <a:lnTo>
                    <a:pt x="2935" y="2789"/>
                  </a:lnTo>
                  <a:lnTo>
                    <a:pt x="2899" y="2605"/>
                  </a:lnTo>
                  <a:lnTo>
                    <a:pt x="2899" y="2458"/>
                  </a:lnTo>
                  <a:lnTo>
                    <a:pt x="3082" y="2385"/>
                  </a:lnTo>
                  <a:lnTo>
                    <a:pt x="3266" y="2238"/>
                  </a:lnTo>
                  <a:lnTo>
                    <a:pt x="3632" y="2018"/>
                  </a:lnTo>
                  <a:lnTo>
                    <a:pt x="4109" y="1725"/>
                  </a:lnTo>
                  <a:lnTo>
                    <a:pt x="4586" y="1505"/>
                  </a:lnTo>
                  <a:lnTo>
                    <a:pt x="4660" y="1431"/>
                  </a:lnTo>
                  <a:lnTo>
                    <a:pt x="4660" y="1358"/>
                  </a:lnTo>
                  <a:lnTo>
                    <a:pt x="4586" y="1321"/>
                  </a:lnTo>
                  <a:lnTo>
                    <a:pt x="4513" y="1285"/>
                  </a:lnTo>
                  <a:lnTo>
                    <a:pt x="4256" y="1358"/>
                  </a:lnTo>
                  <a:lnTo>
                    <a:pt x="3963" y="1431"/>
                  </a:lnTo>
                  <a:lnTo>
                    <a:pt x="3706" y="1505"/>
                  </a:lnTo>
                  <a:lnTo>
                    <a:pt x="3449" y="1651"/>
                  </a:lnTo>
                  <a:lnTo>
                    <a:pt x="3156" y="1798"/>
                  </a:lnTo>
                  <a:lnTo>
                    <a:pt x="3302" y="1578"/>
                  </a:lnTo>
                  <a:lnTo>
                    <a:pt x="3486" y="1358"/>
                  </a:lnTo>
                  <a:lnTo>
                    <a:pt x="3779" y="1211"/>
                  </a:lnTo>
                  <a:lnTo>
                    <a:pt x="4109" y="1065"/>
                  </a:lnTo>
                  <a:lnTo>
                    <a:pt x="4733" y="844"/>
                  </a:lnTo>
                  <a:lnTo>
                    <a:pt x="4770" y="918"/>
                  </a:lnTo>
                  <a:lnTo>
                    <a:pt x="4843" y="991"/>
                  </a:lnTo>
                  <a:lnTo>
                    <a:pt x="4916" y="991"/>
                  </a:lnTo>
                  <a:lnTo>
                    <a:pt x="4990" y="1028"/>
                  </a:lnTo>
                  <a:lnTo>
                    <a:pt x="5063" y="991"/>
                  </a:lnTo>
                  <a:lnTo>
                    <a:pt x="5100" y="955"/>
                  </a:lnTo>
                  <a:lnTo>
                    <a:pt x="5173" y="881"/>
                  </a:lnTo>
                  <a:lnTo>
                    <a:pt x="5173" y="808"/>
                  </a:lnTo>
                  <a:close/>
                  <a:moveTo>
                    <a:pt x="9648" y="3302"/>
                  </a:moveTo>
                  <a:lnTo>
                    <a:pt x="9905" y="3375"/>
                  </a:lnTo>
                  <a:lnTo>
                    <a:pt x="9905" y="3412"/>
                  </a:lnTo>
                  <a:lnTo>
                    <a:pt x="10125" y="3632"/>
                  </a:lnTo>
                  <a:lnTo>
                    <a:pt x="10308" y="3889"/>
                  </a:lnTo>
                  <a:lnTo>
                    <a:pt x="10162" y="4036"/>
                  </a:lnTo>
                  <a:lnTo>
                    <a:pt x="9978" y="4182"/>
                  </a:lnTo>
                  <a:lnTo>
                    <a:pt x="9795" y="4293"/>
                  </a:lnTo>
                  <a:lnTo>
                    <a:pt x="9612" y="4329"/>
                  </a:lnTo>
                  <a:lnTo>
                    <a:pt x="9501" y="4293"/>
                  </a:lnTo>
                  <a:lnTo>
                    <a:pt x="9428" y="4256"/>
                  </a:lnTo>
                  <a:lnTo>
                    <a:pt x="9501" y="4146"/>
                  </a:lnTo>
                  <a:lnTo>
                    <a:pt x="9501" y="4072"/>
                  </a:lnTo>
                  <a:lnTo>
                    <a:pt x="9465" y="3999"/>
                  </a:lnTo>
                  <a:lnTo>
                    <a:pt x="9391" y="3926"/>
                  </a:lnTo>
                  <a:lnTo>
                    <a:pt x="9245" y="3926"/>
                  </a:lnTo>
                  <a:lnTo>
                    <a:pt x="9465" y="3816"/>
                  </a:lnTo>
                  <a:lnTo>
                    <a:pt x="9501" y="3779"/>
                  </a:lnTo>
                  <a:lnTo>
                    <a:pt x="9538" y="3742"/>
                  </a:lnTo>
                  <a:lnTo>
                    <a:pt x="9538" y="3632"/>
                  </a:lnTo>
                  <a:lnTo>
                    <a:pt x="9465" y="3559"/>
                  </a:lnTo>
                  <a:lnTo>
                    <a:pt x="9391" y="3522"/>
                  </a:lnTo>
                  <a:lnTo>
                    <a:pt x="9355" y="3522"/>
                  </a:lnTo>
                  <a:lnTo>
                    <a:pt x="9061" y="3632"/>
                  </a:lnTo>
                  <a:lnTo>
                    <a:pt x="9208" y="3375"/>
                  </a:lnTo>
                  <a:lnTo>
                    <a:pt x="9281" y="3412"/>
                  </a:lnTo>
                  <a:lnTo>
                    <a:pt x="9355" y="3412"/>
                  </a:lnTo>
                  <a:lnTo>
                    <a:pt x="9501" y="3375"/>
                  </a:lnTo>
                  <a:lnTo>
                    <a:pt x="9648" y="3302"/>
                  </a:lnTo>
                  <a:close/>
                  <a:moveTo>
                    <a:pt x="1505" y="4329"/>
                  </a:moveTo>
                  <a:lnTo>
                    <a:pt x="1615" y="4366"/>
                  </a:lnTo>
                  <a:lnTo>
                    <a:pt x="1725" y="4439"/>
                  </a:lnTo>
                  <a:lnTo>
                    <a:pt x="1872" y="4586"/>
                  </a:lnTo>
                  <a:lnTo>
                    <a:pt x="1908" y="4769"/>
                  </a:lnTo>
                  <a:lnTo>
                    <a:pt x="1945" y="4916"/>
                  </a:lnTo>
                  <a:lnTo>
                    <a:pt x="1908" y="5100"/>
                  </a:lnTo>
                  <a:lnTo>
                    <a:pt x="1872" y="5246"/>
                  </a:lnTo>
                  <a:lnTo>
                    <a:pt x="1762" y="5393"/>
                  </a:lnTo>
                  <a:lnTo>
                    <a:pt x="1615" y="5503"/>
                  </a:lnTo>
                  <a:lnTo>
                    <a:pt x="1468" y="5576"/>
                  </a:lnTo>
                  <a:lnTo>
                    <a:pt x="1432" y="5430"/>
                  </a:lnTo>
                  <a:lnTo>
                    <a:pt x="1432" y="5283"/>
                  </a:lnTo>
                  <a:lnTo>
                    <a:pt x="1432" y="5210"/>
                  </a:lnTo>
                  <a:lnTo>
                    <a:pt x="1395" y="5136"/>
                  </a:lnTo>
                  <a:lnTo>
                    <a:pt x="1395" y="5063"/>
                  </a:lnTo>
                  <a:lnTo>
                    <a:pt x="1321" y="4989"/>
                  </a:lnTo>
                  <a:lnTo>
                    <a:pt x="1285" y="4953"/>
                  </a:lnTo>
                  <a:lnTo>
                    <a:pt x="1175" y="4989"/>
                  </a:lnTo>
                  <a:lnTo>
                    <a:pt x="1028" y="5063"/>
                  </a:lnTo>
                  <a:lnTo>
                    <a:pt x="1138" y="4989"/>
                  </a:lnTo>
                  <a:lnTo>
                    <a:pt x="1321" y="4879"/>
                  </a:lnTo>
                  <a:lnTo>
                    <a:pt x="1468" y="4769"/>
                  </a:lnTo>
                  <a:lnTo>
                    <a:pt x="1542" y="4696"/>
                  </a:lnTo>
                  <a:lnTo>
                    <a:pt x="1505" y="4623"/>
                  </a:lnTo>
                  <a:lnTo>
                    <a:pt x="1468" y="4549"/>
                  </a:lnTo>
                  <a:lnTo>
                    <a:pt x="1395" y="4513"/>
                  </a:lnTo>
                  <a:lnTo>
                    <a:pt x="1432" y="4476"/>
                  </a:lnTo>
                  <a:lnTo>
                    <a:pt x="1468" y="4439"/>
                  </a:lnTo>
                  <a:lnTo>
                    <a:pt x="1468" y="4403"/>
                  </a:lnTo>
                  <a:lnTo>
                    <a:pt x="1432" y="4329"/>
                  </a:lnTo>
                  <a:close/>
                  <a:moveTo>
                    <a:pt x="1138" y="5576"/>
                  </a:moveTo>
                  <a:lnTo>
                    <a:pt x="1138" y="5650"/>
                  </a:lnTo>
                  <a:lnTo>
                    <a:pt x="1028" y="5613"/>
                  </a:lnTo>
                  <a:lnTo>
                    <a:pt x="1138" y="5576"/>
                  </a:lnTo>
                  <a:close/>
                  <a:moveTo>
                    <a:pt x="7887" y="5907"/>
                  </a:moveTo>
                  <a:lnTo>
                    <a:pt x="8218" y="5980"/>
                  </a:lnTo>
                  <a:lnTo>
                    <a:pt x="8291" y="6090"/>
                  </a:lnTo>
                  <a:lnTo>
                    <a:pt x="8401" y="6163"/>
                  </a:lnTo>
                  <a:lnTo>
                    <a:pt x="8511" y="6273"/>
                  </a:lnTo>
                  <a:lnTo>
                    <a:pt x="8621" y="6383"/>
                  </a:lnTo>
                  <a:lnTo>
                    <a:pt x="8694" y="6530"/>
                  </a:lnTo>
                  <a:lnTo>
                    <a:pt x="8768" y="6677"/>
                  </a:lnTo>
                  <a:lnTo>
                    <a:pt x="8805" y="6934"/>
                  </a:lnTo>
                  <a:lnTo>
                    <a:pt x="8768" y="7154"/>
                  </a:lnTo>
                  <a:lnTo>
                    <a:pt x="8658" y="7374"/>
                  </a:lnTo>
                  <a:lnTo>
                    <a:pt x="8548" y="7557"/>
                  </a:lnTo>
                  <a:lnTo>
                    <a:pt x="8438" y="7704"/>
                  </a:lnTo>
                  <a:lnTo>
                    <a:pt x="8291" y="7814"/>
                  </a:lnTo>
                  <a:lnTo>
                    <a:pt x="8144" y="7887"/>
                  </a:lnTo>
                  <a:lnTo>
                    <a:pt x="7998" y="7961"/>
                  </a:lnTo>
                  <a:lnTo>
                    <a:pt x="8071" y="7594"/>
                  </a:lnTo>
                  <a:lnTo>
                    <a:pt x="8071" y="7520"/>
                  </a:lnTo>
                  <a:lnTo>
                    <a:pt x="8034" y="7484"/>
                  </a:lnTo>
                  <a:lnTo>
                    <a:pt x="7961" y="7484"/>
                  </a:lnTo>
                  <a:lnTo>
                    <a:pt x="7924" y="7520"/>
                  </a:lnTo>
                  <a:lnTo>
                    <a:pt x="7741" y="7741"/>
                  </a:lnTo>
                  <a:lnTo>
                    <a:pt x="7557" y="7997"/>
                  </a:lnTo>
                  <a:lnTo>
                    <a:pt x="7264" y="7924"/>
                  </a:lnTo>
                  <a:lnTo>
                    <a:pt x="7484" y="7594"/>
                  </a:lnTo>
                  <a:lnTo>
                    <a:pt x="7741" y="7337"/>
                  </a:lnTo>
                  <a:lnTo>
                    <a:pt x="7741" y="7264"/>
                  </a:lnTo>
                  <a:lnTo>
                    <a:pt x="7741" y="7227"/>
                  </a:lnTo>
                  <a:lnTo>
                    <a:pt x="7631" y="7227"/>
                  </a:lnTo>
                  <a:lnTo>
                    <a:pt x="7447" y="7337"/>
                  </a:lnTo>
                  <a:lnTo>
                    <a:pt x="7264" y="7447"/>
                  </a:lnTo>
                  <a:lnTo>
                    <a:pt x="7080" y="7594"/>
                  </a:lnTo>
                  <a:lnTo>
                    <a:pt x="6934" y="7777"/>
                  </a:lnTo>
                  <a:lnTo>
                    <a:pt x="6860" y="7704"/>
                  </a:lnTo>
                  <a:lnTo>
                    <a:pt x="6714" y="7557"/>
                  </a:lnTo>
                  <a:lnTo>
                    <a:pt x="7227" y="7264"/>
                  </a:lnTo>
                  <a:lnTo>
                    <a:pt x="7741" y="6934"/>
                  </a:lnTo>
                  <a:lnTo>
                    <a:pt x="7741" y="6897"/>
                  </a:lnTo>
                  <a:lnTo>
                    <a:pt x="7704" y="6860"/>
                  </a:lnTo>
                  <a:lnTo>
                    <a:pt x="7411" y="6860"/>
                  </a:lnTo>
                  <a:lnTo>
                    <a:pt x="7080" y="6934"/>
                  </a:lnTo>
                  <a:lnTo>
                    <a:pt x="6787" y="7044"/>
                  </a:lnTo>
                  <a:lnTo>
                    <a:pt x="6530" y="7227"/>
                  </a:lnTo>
                  <a:lnTo>
                    <a:pt x="6494" y="7007"/>
                  </a:lnTo>
                  <a:lnTo>
                    <a:pt x="6494" y="6750"/>
                  </a:lnTo>
                  <a:lnTo>
                    <a:pt x="6604" y="6713"/>
                  </a:lnTo>
                  <a:lnTo>
                    <a:pt x="6970" y="6603"/>
                  </a:lnTo>
                  <a:lnTo>
                    <a:pt x="7117" y="6530"/>
                  </a:lnTo>
                  <a:lnTo>
                    <a:pt x="7301" y="6420"/>
                  </a:lnTo>
                  <a:lnTo>
                    <a:pt x="7337" y="6347"/>
                  </a:lnTo>
                  <a:lnTo>
                    <a:pt x="7337" y="6310"/>
                  </a:lnTo>
                  <a:lnTo>
                    <a:pt x="7301" y="6310"/>
                  </a:lnTo>
                  <a:lnTo>
                    <a:pt x="7007" y="6273"/>
                  </a:lnTo>
                  <a:lnTo>
                    <a:pt x="6750" y="6310"/>
                  </a:lnTo>
                  <a:lnTo>
                    <a:pt x="6750" y="6310"/>
                  </a:lnTo>
                  <a:lnTo>
                    <a:pt x="6860" y="6200"/>
                  </a:lnTo>
                  <a:lnTo>
                    <a:pt x="6970" y="6090"/>
                  </a:lnTo>
                  <a:lnTo>
                    <a:pt x="7117" y="6017"/>
                  </a:lnTo>
                  <a:lnTo>
                    <a:pt x="7264" y="5943"/>
                  </a:lnTo>
                  <a:lnTo>
                    <a:pt x="7557" y="5907"/>
                  </a:lnTo>
                  <a:close/>
                  <a:moveTo>
                    <a:pt x="4953" y="1"/>
                  </a:moveTo>
                  <a:lnTo>
                    <a:pt x="4733" y="37"/>
                  </a:lnTo>
                  <a:lnTo>
                    <a:pt x="4476" y="111"/>
                  </a:lnTo>
                  <a:lnTo>
                    <a:pt x="4256" y="184"/>
                  </a:lnTo>
                  <a:lnTo>
                    <a:pt x="4036" y="294"/>
                  </a:lnTo>
                  <a:lnTo>
                    <a:pt x="3632" y="551"/>
                  </a:lnTo>
                  <a:lnTo>
                    <a:pt x="3302" y="881"/>
                  </a:lnTo>
                  <a:lnTo>
                    <a:pt x="2972" y="1248"/>
                  </a:lnTo>
                  <a:lnTo>
                    <a:pt x="2679" y="1651"/>
                  </a:lnTo>
                  <a:lnTo>
                    <a:pt x="2569" y="1872"/>
                  </a:lnTo>
                  <a:lnTo>
                    <a:pt x="2495" y="2092"/>
                  </a:lnTo>
                  <a:lnTo>
                    <a:pt x="2422" y="2348"/>
                  </a:lnTo>
                  <a:lnTo>
                    <a:pt x="2385" y="2568"/>
                  </a:lnTo>
                  <a:lnTo>
                    <a:pt x="2422" y="2789"/>
                  </a:lnTo>
                  <a:lnTo>
                    <a:pt x="2459" y="2935"/>
                  </a:lnTo>
                  <a:lnTo>
                    <a:pt x="2532" y="3119"/>
                  </a:lnTo>
                  <a:lnTo>
                    <a:pt x="2605" y="3265"/>
                  </a:lnTo>
                  <a:lnTo>
                    <a:pt x="2495" y="3339"/>
                  </a:lnTo>
                  <a:lnTo>
                    <a:pt x="2018" y="3559"/>
                  </a:lnTo>
                  <a:lnTo>
                    <a:pt x="1798" y="3706"/>
                  </a:lnTo>
                  <a:lnTo>
                    <a:pt x="1688" y="3779"/>
                  </a:lnTo>
                  <a:lnTo>
                    <a:pt x="1578" y="3852"/>
                  </a:lnTo>
                  <a:lnTo>
                    <a:pt x="1065" y="3852"/>
                  </a:lnTo>
                  <a:lnTo>
                    <a:pt x="881" y="3926"/>
                  </a:lnTo>
                  <a:lnTo>
                    <a:pt x="735" y="3999"/>
                  </a:lnTo>
                  <a:lnTo>
                    <a:pt x="588" y="4109"/>
                  </a:lnTo>
                  <a:lnTo>
                    <a:pt x="478" y="4256"/>
                  </a:lnTo>
                  <a:lnTo>
                    <a:pt x="368" y="4403"/>
                  </a:lnTo>
                  <a:lnTo>
                    <a:pt x="184" y="4623"/>
                  </a:lnTo>
                  <a:lnTo>
                    <a:pt x="74" y="4879"/>
                  </a:lnTo>
                  <a:lnTo>
                    <a:pt x="38" y="4989"/>
                  </a:lnTo>
                  <a:lnTo>
                    <a:pt x="1" y="5136"/>
                  </a:lnTo>
                  <a:lnTo>
                    <a:pt x="38" y="5283"/>
                  </a:lnTo>
                  <a:lnTo>
                    <a:pt x="74" y="5430"/>
                  </a:lnTo>
                  <a:lnTo>
                    <a:pt x="184" y="5576"/>
                  </a:lnTo>
                  <a:lnTo>
                    <a:pt x="258" y="5723"/>
                  </a:lnTo>
                  <a:lnTo>
                    <a:pt x="404" y="5833"/>
                  </a:lnTo>
                  <a:lnTo>
                    <a:pt x="514" y="5943"/>
                  </a:lnTo>
                  <a:lnTo>
                    <a:pt x="661" y="6017"/>
                  </a:lnTo>
                  <a:lnTo>
                    <a:pt x="845" y="6053"/>
                  </a:lnTo>
                  <a:lnTo>
                    <a:pt x="1175" y="6127"/>
                  </a:lnTo>
                  <a:lnTo>
                    <a:pt x="1358" y="6127"/>
                  </a:lnTo>
                  <a:lnTo>
                    <a:pt x="1505" y="6090"/>
                  </a:lnTo>
                  <a:lnTo>
                    <a:pt x="1688" y="6053"/>
                  </a:lnTo>
                  <a:lnTo>
                    <a:pt x="1835" y="5980"/>
                  </a:lnTo>
                  <a:lnTo>
                    <a:pt x="2055" y="5760"/>
                  </a:lnTo>
                  <a:lnTo>
                    <a:pt x="2275" y="5503"/>
                  </a:lnTo>
                  <a:lnTo>
                    <a:pt x="2385" y="5210"/>
                  </a:lnTo>
                  <a:lnTo>
                    <a:pt x="2422" y="5063"/>
                  </a:lnTo>
                  <a:lnTo>
                    <a:pt x="2422" y="4879"/>
                  </a:lnTo>
                  <a:lnTo>
                    <a:pt x="2385" y="4733"/>
                  </a:lnTo>
                  <a:lnTo>
                    <a:pt x="2349" y="4586"/>
                  </a:lnTo>
                  <a:lnTo>
                    <a:pt x="2275" y="4403"/>
                  </a:lnTo>
                  <a:lnTo>
                    <a:pt x="2202" y="4256"/>
                  </a:lnTo>
                  <a:lnTo>
                    <a:pt x="2092" y="4146"/>
                  </a:lnTo>
                  <a:lnTo>
                    <a:pt x="2055" y="4109"/>
                  </a:lnTo>
                  <a:lnTo>
                    <a:pt x="2165" y="4036"/>
                  </a:lnTo>
                  <a:lnTo>
                    <a:pt x="2495" y="3816"/>
                  </a:lnTo>
                  <a:lnTo>
                    <a:pt x="2679" y="3669"/>
                  </a:lnTo>
                  <a:lnTo>
                    <a:pt x="2862" y="3522"/>
                  </a:lnTo>
                  <a:lnTo>
                    <a:pt x="3119" y="3706"/>
                  </a:lnTo>
                  <a:lnTo>
                    <a:pt x="3156" y="3779"/>
                  </a:lnTo>
                  <a:lnTo>
                    <a:pt x="3229" y="3816"/>
                  </a:lnTo>
                  <a:lnTo>
                    <a:pt x="3339" y="3816"/>
                  </a:lnTo>
                  <a:lnTo>
                    <a:pt x="3706" y="3962"/>
                  </a:lnTo>
                  <a:lnTo>
                    <a:pt x="4109" y="4036"/>
                  </a:lnTo>
                  <a:lnTo>
                    <a:pt x="4513" y="4072"/>
                  </a:lnTo>
                  <a:lnTo>
                    <a:pt x="4880" y="3999"/>
                  </a:lnTo>
                  <a:lnTo>
                    <a:pt x="5246" y="3889"/>
                  </a:lnTo>
                  <a:lnTo>
                    <a:pt x="5283" y="3962"/>
                  </a:lnTo>
                  <a:lnTo>
                    <a:pt x="5320" y="4036"/>
                  </a:lnTo>
                  <a:lnTo>
                    <a:pt x="5540" y="4219"/>
                  </a:lnTo>
                  <a:lnTo>
                    <a:pt x="5723" y="4439"/>
                  </a:lnTo>
                  <a:lnTo>
                    <a:pt x="5980" y="4916"/>
                  </a:lnTo>
                  <a:lnTo>
                    <a:pt x="6200" y="5430"/>
                  </a:lnTo>
                  <a:lnTo>
                    <a:pt x="6347" y="5650"/>
                  </a:lnTo>
                  <a:lnTo>
                    <a:pt x="6530" y="5870"/>
                  </a:lnTo>
                  <a:lnTo>
                    <a:pt x="6347" y="6017"/>
                  </a:lnTo>
                  <a:lnTo>
                    <a:pt x="6237" y="6200"/>
                  </a:lnTo>
                  <a:lnTo>
                    <a:pt x="6127" y="6383"/>
                  </a:lnTo>
                  <a:lnTo>
                    <a:pt x="6053" y="6567"/>
                  </a:lnTo>
                  <a:lnTo>
                    <a:pt x="5797" y="6713"/>
                  </a:lnTo>
                  <a:lnTo>
                    <a:pt x="5723" y="6824"/>
                  </a:lnTo>
                  <a:lnTo>
                    <a:pt x="5723" y="6934"/>
                  </a:lnTo>
                  <a:lnTo>
                    <a:pt x="5760" y="7044"/>
                  </a:lnTo>
                  <a:lnTo>
                    <a:pt x="5833" y="7080"/>
                  </a:lnTo>
                  <a:lnTo>
                    <a:pt x="6017" y="7080"/>
                  </a:lnTo>
                  <a:lnTo>
                    <a:pt x="6053" y="7300"/>
                  </a:lnTo>
                  <a:lnTo>
                    <a:pt x="6127" y="7520"/>
                  </a:lnTo>
                  <a:lnTo>
                    <a:pt x="6127" y="7631"/>
                  </a:lnTo>
                  <a:lnTo>
                    <a:pt x="6127" y="7741"/>
                  </a:lnTo>
                  <a:lnTo>
                    <a:pt x="6200" y="7814"/>
                  </a:lnTo>
                  <a:lnTo>
                    <a:pt x="6310" y="7851"/>
                  </a:lnTo>
                  <a:lnTo>
                    <a:pt x="6347" y="7851"/>
                  </a:lnTo>
                  <a:lnTo>
                    <a:pt x="6494" y="8034"/>
                  </a:lnTo>
                  <a:lnTo>
                    <a:pt x="6640" y="8144"/>
                  </a:lnTo>
                  <a:lnTo>
                    <a:pt x="6787" y="8254"/>
                  </a:lnTo>
                  <a:lnTo>
                    <a:pt x="6860" y="8291"/>
                  </a:lnTo>
                  <a:lnTo>
                    <a:pt x="6934" y="8327"/>
                  </a:lnTo>
                  <a:lnTo>
                    <a:pt x="7191" y="8438"/>
                  </a:lnTo>
                  <a:lnTo>
                    <a:pt x="7447" y="8474"/>
                  </a:lnTo>
                  <a:lnTo>
                    <a:pt x="7741" y="8474"/>
                  </a:lnTo>
                  <a:lnTo>
                    <a:pt x="7998" y="8438"/>
                  </a:lnTo>
                  <a:lnTo>
                    <a:pt x="8254" y="8364"/>
                  </a:lnTo>
                  <a:lnTo>
                    <a:pt x="8511" y="8254"/>
                  </a:lnTo>
                  <a:lnTo>
                    <a:pt x="8731" y="8071"/>
                  </a:lnTo>
                  <a:lnTo>
                    <a:pt x="8915" y="7887"/>
                  </a:lnTo>
                  <a:lnTo>
                    <a:pt x="9098" y="7631"/>
                  </a:lnTo>
                  <a:lnTo>
                    <a:pt x="9245" y="7300"/>
                  </a:lnTo>
                  <a:lnTo>
                    <a:pt x="9281" y="7007"/>
                  </a:lnTo>
                  <a:lnTo>
                    <a:pt x="9318" y="6824"/>
                  </a:lnTo>
                  <a:lnTo>
                    <a:pt x="9281" y="6677"/>
                  </a:lnTo>
                  <a:lnTo>
                    <a:pt x="9208" y="6457"/>
                  </a:lnTo>
                  <a:lnTo>
                    <a:pt x="9135" y="6200"/>
                  </a:lnTo>
                  <a:lnTo>
                    <a:pt x="8951" y="5980"/>
                  </a:lnTo>
                  <a:lnTo>
                    <a:pt x="8878" y="5907"/>
                  </a:lnTo>
                  <a:lnTo>
                    <a:pt x="8768" y="5833"/>
                  </a:lnTo>
                  <a:lnTo>
                    <a:pt x="8805" y="5686"/>
                  </a:lnTo>
                  <a:lnTo>
                    <a:pt x="9025" y="5246"/>
                  </a:lnTo>
                  <a:lnTo>
                    <a:pt x="9208" y="4769"/>
                  </a:lnTo>
                  <a:lnTo>
                    <a:pt x="9428" y="4806"/>
                  </a:lnTo>
                  <a:lnTo>
                    <a:pt x="9648" y="4806"/>
                  </a:lnTo>
                  <a:lnTo>
                    <a:pt x="9832" y="4733"/>
                  </a:lnTo>
                  <a:lnTo>
                    <a:pt x="10052" y="4659"/>
                  </a:lnTo>
                  <a:lnTo>
                    <a:pt x="10235" y="4549"/>
                  </a:lnTo>
                  <a:lnTo>
                    <a:pt x="10419" y="4403"/>
                  </a:lnTo>
                  <a:lnTo>
                    <a:pt x="10712" y="4109"/>
                  </a:lnTo>
                  <a:lnTo>
                    <a:pt x="10785" y="3962"/>
                  </a:lnTo>
                  <a:lnTo>
                    <a:pt x="10785" y="3816"/>
                  </a:lnTo>
                  <a:lnTo>
                    <a:pt x="10639" y="3559"/>
                  </a:lnTo>
                  <a:lnTo>
                    <a:pt x="10492" y="3339"/>
                  </a:lnTo>
                  <a:lnTo>
                    <a:pt x="10345" y="3155"/>
                  </a:lnTo>
                  <a:lnTo>
                    <a:pt x="10125" y="2972"/>
                  </a:lnTo>
                  <a:lnTo>
                    <a:pt x="9905" y="2825"/>
                  </a:lnTo>
                  <a:lnTo>
                    <a:pt x="9795" y="2789"/>
                  </a:lnTo>
                  <a:lnTo>
                    <a:pt x="9685" y="2752"/>
                  </a:lnTo>
                  <a:lnTo>
                    <a:pt x="9501" y="2862"/>
                  </a:lnTo>
                  <a:lnTo>
                    <a:pt x="9391" y="2825"/>
                  </a:lnTo>
                  <a:lnTo>
                    <a:pt x="9318" y="2862"/>
                  </a:lnTo>
                  <a:lnTo>
                    <a:pt x="9025" y="3009"/>
                  </a:lnTo>
                  <a:lnTo>
                    <a:pt x="8768" y="3192"/>
                  </a:lnTo>
                  <a:lnTo>
                    <a:pt x="8658" y="3302"/>
                  </a:lnTo>
                  <a:lnTo>
                    <a:pt x="8548" y="3449"/>
                  </a:lnTo>
                  <a:lnTo>
                    <a:pt x="8474" y="3559"/>
                  </a:lnTo>
                  <a:lnTo>
                    <a:pt x="8438" y="3742"/>
                  </a:lnTo>
                  <a:lnTo>
                    <a:pt x="8438" y="3852"/>
                  </a:lnTo>
                  <a:lnTo>
                    <a:pt x="8438" y="3962"/>
                  </a:lnTo>
                  <a:lnTo>
                    <a:pt x="8474" y="4182"/>
                  </a:lnTo>
                  <a:lnTo>
                    <a:pt x="8621" y="4403"/>
                  </a:lnTo>
                  <a:lnTo>
                    <a:pt x="8768" y="4549"/>
                  </a:lnTo>
                  <a:lnTo>
                    <a:pt x="8878" y="4623"/>
                  </a:lnTo>
                  <a:lnTo>
                    <a:pt x="8694" y="4879"/>
                  </a:lnTo>
                  <a:lnTo>
                    <a:pt x="8548" y="5136"/>
                  </a:lnTo>
                  <a:lnTo>
                    <a:pt x="8291" y="5613"/>
                  </a:lnTo>
                  <a:lnTo>
                    <a:pt x="8144" y="5540"/>
                  </a:lnTo>
                  <a:lnTo>
                    <a:pt x="7961" y="5503"/>
                  </a:lnTo>
                  <a:lnTo>
                    <a:pt x="7777" y="5466"/>
                  </a:lnTo>
                  <a:lnTo>
                    <a:pt x="7411" y="5466"/>
                  </a:lnTo>
                  <a:lnTo>
                    <a:pt x="7227" y="5503"/>
                  </a:lnTo>
                  <a:lnTo>
                    <a:pt x="7044" y="5540"/>
                  </a:lnTo>
                  <a:lnTo>
                    <a:pt x="6860" y="5650"/>
                  </a:lnTo>
                  <a:lnTo>
                    <a:pt x="6750" y="5320"/>
                  </a:lnTo>
                  <a:lnTo>
                    <a:pt x="6604" y="5026"/>
                  </a:lnTo>
                  <a:lnTo>
                    <a:pt x="6273" y="4476"/>
                  </a:lnTo>
                  <a:lnTo>
                    <a:pt x="6163" y="4256"/>
                  </a:lnTo>
                  <a:lnTo>
                    <a:pt x="6053" y="4072"/>
                  </a:lnTo>
                  <a:lnTo>
                    <a:pt x="5870" y="3889"/>
                  </a:lnTo>
                  <a:lnTo>
                    <a:pt x="5687" y="3779"/>
                  </a:lnTo>
                  <a:lnTo>
                    <a:pt x="5723" y="3706"/>
                  </a:lnTo>
                  <a:lnTo>
                    <a:pt x="5723" y="3632"/>
                  </a:lnTo>
                  <a:lnTo>
                    <a:pt x="5907" y="3486"/>
                  </a:lnTo>
                  <a:lnTo>
                    <a:pt x="6053" y="3339"/>
                  </a:lnTo>
                  <a:lnTo>
                    <a:pt x="6200" y="3155"/>
                  </a:lnTo>
                  <a:lnTo>
                    <a:pt x="6347" y="2972"/>
                  </a:lnTo>
                  <a:lnTo>
                    <a:pt x="6457" y="2752"/>
                  </a:lnTo>
                  <a:lnTo>
                    <a:pt x="6530" y="2532"/>
                  </a:lnTo>
                  <a:lnTo>
                    <a:pt x="6604" y="2312"/>
                  </a:lnTo>
                  <a:lnTo>
                    <a:pt x="6677" y="2055"/>
                  </a:lnTo>
                  <a:lnTo>
                    <a:pt x="6677" y="1615"/>
                  </a:lnTo>
                  <a:lnTo>
                    <a:pt x="6677" y="1358"/>
                  </a:lnTo>
                  <a:lnTo>
                    <a:pt x="6640" y="1138"/>
                  </a:lnTo>
                  <a:lnTo>
                    <a:pt x="6567" y="881"/>
                  </a:lnTo>
                  <a:lnTo>
                    <a:pt x="6457" y="698"/>
                  </a:lnTo>
                  <a:lnTo>
                    <a:pt x="6273" y="551"/>
                  </a:lnTo>
                  <a:lnTo>
                    <a:pt x="6200" y="478"/>
                  </a:lnTo>
                  <a:lnTo>
                    <a:pt x="6090" y="478"/>
                  </a:lnTo>
                  <a:lnTo>
                    <a:pt x="6017" y="331"/>
                  </a:lnTo>
                  <a:lnTo>
                    <a:pt x="5907" y="221"/>
                  </a:lnTo>
                  <a:lnTo>
                    <a:pt x="5760" y="148"/>
                  </a:lnTo>
                  <a:lnTo>
                    <a:pt x="5613" y="74"/>
                  </a:lnTo>
                  <a:lnTo>
                    <a:pt x="5283" y="1"/>
                  </a:lnTo>
                  <a:close/>
                  <a:moveTo>
                    <a:pt x="15114" y="6750"/>
                  </a:moveTo>
                  <a:lnTo>
                    <a:pt x="15187" y="6787"/>
                  </a:lnTo>
                  <a:lnTo>
                    <a:pt x="15481" y="6897"/>
                  </a:lnTo>
                  <a:lnTo>
                    <a:pt x="15591" y="6970"/>
                  </a:lnTo>
                  <a:lnTo>
                    <a:pt x="15737" y="7044"/>
                  </a:lnTo>
                  <a:lnTo>
                    <a:pt x="15847" y="7190"/>
                  </a:lnTo>
                  <a:lnTo>
                    <a:pt x="15921" y="7337"/>
                  </a:lnTo>
                  <a:lnTo>
                    <a:pt x="16068" y="7667"/>
                  </a:lnTo>
                  <a:lnTo>
                    <a:pt x="16141" y="8034"/>
                  </a:lnTo>
                  <a:lnTo>
                    <a:pt x="16178" y="8438"/>
                  </a:lnTo>
                  <a:lnTo>
                    <a:pt x="16178" y="8621"/>
                  </a:lnTo>
                  <a:lnTo>
                    <a:pt x="16141" y="8804"/>
                  </a:lnTo>
                  <a:lnTo>
                    <a:pt x="16068" y="8988"/>
                  </a:lnTo>
                  <a:lnTo>
                    <a:pt x="15957" y="9134"/>
                  </a:lnTo>
                  <a:lnTo>
                    <a:pt x="15701" y="9355"/>
                  </a:lnTo>
                  <a:lnTo>
                    <a:pt x="15407" y="9575"/>
                  </a:lnTo>
                  <a:lnTo>
                    <a:pt x="15077" y="9758"/>
                  </a:lnTo>
                  <a:lnTo>
                    <a:pt x="14710" y="9905"/>
                  </a:lnTo>
                  <a:lnTo>
                    <a:pt x="14710" y="9905"/>
                  </a:lnTo>
                  <a:lnTo>
                    <a:pt x="15187" y="9208"/>
                  </a:lnTo>
                  <a:lnTo>
                    <a:pt x="15187" y="9134"/>
                  </a:lnTo>
                  <a:lnTo>
                    <a:pt x="15150" y="9098"/>
                  </a:lnTo>
                  <a:lnTo>
                    <a:pt x="15114" y="9061"/>
                  </a:lnTo>
                  <a:lnTo>
                    <a:pt x="15040" y="9098"/>
                  </a:lnTo>
                  <a:lnTo>
                    <a:pt x="14564" y="9538"/>
                  </a:lnTo>
                  <a:lnTo>
                    <a:pt x="14123" y="9978"/>
                  </a:lnTo>
                  <a:lnTo>
                    <a:pt x="13940" y="9978"/>
                  </a:lnTo>
                  <a:lnTo>
                    <a:pt x="13757" y="9905"/>
                  </a:lnTo>
                  <a:lnTo>
                    <a:pt x="13940" y="9648"/>
                  </a:lnTo>
                  <a:lnTo>
                    <a:pt x="14160" y="9391"/>
                  </a:lnTo>
                  <a:lnTo>
                    <a:pt x="14380" y="9134"/>
                  </a:lnTo>
                  <a:lnTo>
                    <a:pt x="14637" y="8914"/>
                  </a:lnTo>
                  <a:lnTo>
                    <a:pt x="14674" y="8841"/>
                  </a:lnTo>
                  <a:lnTo>
                    <a:pt x="14674" y="8804"/>
                  </a:lnTo>
                  <a:lnTo>
                    <a:pt x="14637" y="8731"/>
                  </a:lnTo>
                  <a:lnTo>
                    <a:pt x="14564" y="8731"/>
                  </a:lnTo>
                  <a:lnTo>
                    <a:pt x="14784" y="8584"/>
                  </a:lnTo>
                  <a:lnTo>
                    <a:pt x="14820" y="8511"/>
                  </a:lnTo>
                  <a:lnTo>
                    <a:pt x="14784" y="8438"/>
                  </a:lnTo>
                  <a:lnTo>
                    <a:pt x="14710" y="8401"/>
                  </a:lnTo>
                  <a:lnTo>
                    <a:pt x="14637" y="8401"/>
                  </a:lnTo>
                  <a:lnTo>
                    <a:pt x="14233" y="8621"/>
                  </a:lnTo>
                  <a:lnTo>
                    <a:pt x="13867" y="8841"/>
                  </a:lnTo>
                  <a:lnTo>
                    <a:pt x="13500" y="9061"/>
                  </a:lnTo>
                  <a:lnTo>
                    <a:pt x="13170" y="9318"/>
                  </a:lnTo>
                  <a:lnTo>
                    <a:pt x="13060" y="9098"/>
                  </a:lnTo>
                  <a:lnTo>
                    <a:pt x="13720" y="8658"/>
                  </a:lnTo>
                  <a:lnTo>
                    <a:pt x="14417" y="8291"/>
                  </a:lnTo>
                  <a:lnTo>
                    <a:pt x="14454" y="8217"/>
                  </a:lnTo>
                  <a:lnTo>
                    <a:pt x="14454" y="8144"/>
                  </a:lnTo>
                  <a:lnTo>
                    <a:pt x="14417" y="8107"/>
                  </a:lnTo>
                  <a:lnTo>
                    <a:pt x="14343" y="8107"/>
                  </a:lnTo>
                  <a:lnTo>
                    <a:pt x="13647" y="8364"/>
                  </a:lnTo>
                  <a:lnTo>
                    <a:pt x="12986" y="8658"/>
                  </a:lnTo>
                  <a:lnTo>
                    <a:pt x="12986" y="8474"/>
                  </a:lnTo>
                  <a:lnTo>
                    <a:pt x="13133" y="8401"/>
                  </a:lnTo>
                  <a:lnTo>
                    <a:pt x="13243" y="8327"/>
                  </a:lnTo>
                  <a:lnTo>
                    <a:pt x="13500" y="8144"/>
                  </a:lnTo>
                  <a:lnTo>
                    <a:pt x="14013" y="7924"/>
                  </a:lnTo>
                  <a:lnTo>
                    <a:pt x="14307" y="7814"/>
                  </a:lnTo>
                  <a:lnTo>
                    <a:pt x="14564" y="7777"/>
                  </a:lnTo>
                  <a:lnTo>
                    <a:pt x="14600" y="7741"/>
                  </a:lnTo>
                  <a:lnTo>
                    <a:pt x="14600" y="7704"/>
                  </a:lnTo>
                  <a:lnTo>
                    <a:pt x="14564" y="7667"/>
                  </a:lnTo>
                  <a:lnTo>
                    <a:pt x="14233" y="7667"/>
                  </a:lnTo>
                  <a:lnTo>
                    <a:pt x="13903" y="7704"/>
                  </a:lnTo>
                  <a:lnTo>
                    <a:pt x="13573" y="7777"/>
                  </a:lnTo>
                  <a:lnTo>
                    <a:pt x="13280" y="7851"/>
                  </a:lnTo>
                  <a:lnTo>
                    <a:pt x="13500" y="7594"/>
                  </a:lnTo>
                  <a:lnTo>
                    <a:pt x="14087" y="7484"/>
                  </a:lnTo>
                  <a:lnTo>
                    <a:pt x="14380" y="7410"/>
                  </a:lnTo>
                  <a:lnTo>
                    <a:pt x="14674" y="7264"/>
                  </a:lnTo>
                  <a:lnTo>
                    <a:pt x="14710" y="7227"/>
                  </a:lnTo>
                  <a:lnTo>
                    <a:pt x="14710" y="7190"/>
                  </a:lnTo>
                  <a:lnTo>
                    <a:pt x="14710" y="7154"/>
                  </a:lnTo>
                  <a:lnTo>
                    <a:pt x="14637" y="7117"/>
                  </a:lnTo>
                  <a:lnTo>
                    <a:pt x="14343" y="7080"/>
                  </a:lnTo>
                  <a:lnTo>
                    <a:pt x="14013" y="7080"/>
                  </a:lnTo>
                  <a:lnTo>
                    <a:pt x="14270" y="6934"/>
                  </a:lnTo>
                  <a:lnTo>
                    <a:pt x="14527" y="6824"/>
                  </a:lnTo>
                  <a:lnTo>
                    <a:pt x="14820" y="6750"/>
                  </a:lnTo>
                  <a:close/>
                  <a:moveTo>
                    <a:pt x="5246" y="9098"/>
                  </a:moveTo>
                  <a:lnTo>
                    <a:pt x="5320" y="9208"/>
                  </a:lnTo>
                  <a:lnTo>
                    <a:pt x="5393" y="9245"/>
                  </a:lnTo>
                  <a:lnTo>
                    <a:pt x="5577" y="9245"/>
                  </a:lnTo>
                  <a:lnTo>
                    <a:pt x="5650" y="9281"/>
                  </a:lnTo>
                  <a:lnTo>
                    <a:pt x="5760" y="9318"/>
                  </a:lnTo>
                  <a:lnTo>
                    <a:pt x="5833" y="9391"/>
                  </a:lnTo>
                  <a:lnTo>
                    <a:pt x="5870" y="9465"/>
                  </a:lnTo>
                  <a:lnTo>
                    <a:pt x="5907" y="9538"/>
                  </a:lnTo>
                  <a:lnTo>
                    <a:pt x="5907" y="9648"/>
                  </a:lnTo>
                  <a:lnTo>
                    <a:pt x="5870" y="9758"/>
                  </a:lnTo>
                  <a:lnTo>
                    <a:pt x="5797" y="9831"/>
                  </a:lnTo>
                  <a:lnTo>
                    <a:pt x="5723" y="9905"/>
                  </a:lnTo>
                  <a:lnTo>
                    <a:pt x="5650" y="9978"/>
                  </a:lnTo>
                  <a:lnTo>
                    <a:pt x="5540" y="10015"/>
                  </a:lnTo>
                  <a:lnTo>
                    <a:pt x="5466" y="9868"/>
                  </a:lnTo>
                  <a:lnTo>
                    <a:pt x="5356" y="9758"/>
                  </a:lnTo>
                  <a:lnTo>
                    <a:pt x="5210" y="9685"/>
                  </a:lnTo>
                  <a:lnTo>
                    <a:pt x="5026" y="9648"/>
                  </a:lnTo>
                  <a:lnTo>
                    <a:pt x="5063" y="9648"/>
                  </a:lnTo>
                  <a:lnTo>
                    <a:pt x="5210" y="9575"/>
                  </a:lnTo>
                  <a:lnTo>
                    <a:pt x="5283" y="9538"/>
                  </a:lnTo>
                  <a:lnTo>
                    <a:pt x="5283" y="9501"/>
                  </a:lnTo>
                  <a:lnTo>
                    <a:pt x="5283" y="9355"/>
                  </a:lnTo>
                  <a:lnTo>
                    <a:pt x="5210" y="9245"/>
                  </a:lnTo>
                  <a:lnTo>
                    <a:pt x="5100" y="9245"/>
                  </a:lnTo>
                  <a:lnTo>
                    <a:pt x="4953" y="9281"/>
                  </a:lnTo>
                  <a:lnTo>
                    <a:pt x="4806" y="9355"/>
                  </a:lnTo>
                  <a:lnTo>
                    <a:pt x="4806" y="9355"/>
                  </a:lnTo>
                  <a:lnTo>
                    <a:pt x="4843" y="9281"/>
                  </a:lnTo>
                  <a:lnTo>
                    <a:pt x="4880" y="9208"/>
                  </a:lnTo>
                  <a:lnTo>
                    <a:pt x="4843" y="9171"/>
                  </a:lnTo>
                  <a:lnTo>
                    <a:pt x="5026" y="9134"/>
                  </a:lnTo>
                  <a:lnTo>
                    <a:pt x="5246" y="9098"/>
                  </a:lnTo>
                  <a:close/>
                  <a:moveTo>
                    <a:pt x="6347" y="8034"/>
                  </a:moveTo>
                  <a:lnTo>
                    <a:pt x="6347" y="8071"/>
                  </a:lnTo>
                  <a:lnTo>
                    <a:pt x="6310" y="8181"/>
                  </a:lnTo>
                  <a:lnTo>
                    <a:pt x="6127" y="8254"/>
                  </a:lnTo>
                  <a:lnTo>
                    <a:pt x="5980" y="8364"/>
                  </a:lnTo>
                  <a:lnTo>
                    <a:pt x="5687" y="8621"/>
                  </a:lnTo>
                  <a:lnTo>
                    <a:pt x="5577" y="8621"/>
                  </a:lnTo>
                  <a:lnTo>
                    <a:pt x="5466" y="8694"/>
                  </a:lnTo>
                  <a:lnTo>
                    <a:pt x="5393" y="8768"/>
                  </a:lnTo>
                  <a:lnTo>
                    <a:pt x="5246" y="8731"/>
                  </a:lnTo>
                  <a:lnTo>
                    <a:pt x="4806" y="8731"/>
                  </a:lnTo>
                  <a:lnTo>
                    <a:pt x="4549" y="8841"/>
                  </a:lnTo>
                  <a:lnTo>
                    <a:pt x="4293" y="9024"/>
                  </a:lnTo>
                  <a:lnTo>
                    <a:pt x="4183" y="9171"/>
                  </a:lnTo>
                  <a:lnTo>
                    <a:pt x="4073" y="9355"/>
                  </a:lnTo>
                  <a:lnTo>
                    <a:pt x="4073" y="9501"/>
                  </a:lnTo>
                  <a:lnTo>
                    <a:pt x="4073" y="9648"/>
                  </a:lnTo>
                  <a:lnTo>
                    <a:pt x="4073" y="9721"/>
                  </a:lnTo>
                  <a:lnTo>
                    <a:pt x="4146" y="9831"/>
                  </a:lnTo>
                  <a:lnTo>
                    <a:pt x="4256" y="9978"/>
                  </a:lnTo>
                  <a:lnTo>
                    <a:pt x="4439" y="10162"/>
                  </a:lnTo>
                  <a:lnTo>
                    <a:pt x="4623" y="10308"/>
                  </a:lnTo>
                  <a:lnTo>
                    <a:pt x="4843" y="10382"/>
                  </a:lnTo>
                  <a:lnTo>
                    <a:pt x="5026" y="10455"/>
                  </a:lnTo>
                  <a:lnTo>
                    <a:pt x="5246" y="10492"/>
                  </a:lnTo>
                  <a:lnTo>
                    <a:pt x="5466" y="10492"/>
                  </a:lnTo>
                  <a:lnTo>
                    <a:pt x="5723" y="10455"/>
                  </a:lnTo>
                  <a:lnTo>
                    <a:pt x="5907" y="10345"/>
                  </a:lnTo>
                  <a:lnTo>
                    <a:pt x="6090" y="10235"/>
                  </a:lnTo>
                  <a:lnTo>
                    <a:pt x="6237" y="10052"/>
                  </a:lnTo>
                  <a:lnTo>
                    <a:pt x="6347" y="9868"/>
                  </a:lnTo>
                  <a:lnTo>
                    <a:pt x="6384" y="9575"/>
                  </a:lnTo>
                  <a:lnTo>
                    <a:pt x="6310" y="9355"/>
                  </a:lnTo>
                  <a:lnTo>
                    <a:pt x="6200" y="9134"/>
                  </a:lnTo>
                  <a:lnTo>
                    <a:pt x="6017" y="8951"/>
                  </a:lnTo>
                  <a:lnTo>
                    <a:pt x="6310" y="8658"/>
                  </a:lnTo>
                  <a:lnTo>
                    <a:pt x="6420" y="8548"/>
                  </a:lnTo>
                  <a:lnTo>
                    <a:pt x="6567" y="8401"/>
                  </a:lnTo>
                  <a:lnTo>
                    <a:pt x="6567" y="8327"/>
                  </a:lnTo>
                  <a:lnTo>
                    <a:pt x="6567" y="8254"/>
                  </a:lnTo>
                  <a:lnTo>
                    <a:pt x="6530" y="8217"/>
                  </a:lnTo>
                  <a:lnTo>
                    <a:pt x="6494" y="8181"/>
                  </a:lnTo>
                  <a:lnTo>
                    <a:pt x="6384" y="8071"/>
                  </a:lnTo>
                  <a:lnTo>
                    <a:pt x="6347" y="8034"/>
                  </a:lnTo>
                  <a:close/>
                  <a:moveTo>
                    <a:pt x="19992" y="10418"/>
                  </a:moveTo>
                  <a:lnTo>
                    <a:pt x="20139" y="10492"/>
                  </a:lnTo>
                  <a:lnTo>
                    <a:pt x="20139" y="10602"/>
                  </a:lnTo>
                  <a:lnTo>
                    <a:pt x="20176" y="10638"/>
                  </a:lnTo>
                  <a:lnTo>
                    <a:pt x="20213" y="10638"/>
                  </a:lnTo>
                  <a:lnTo>
                    <a:pt x="20249" y="10602"/>
                  </a:lnTo>
                  <a:lnTo>
                    <a:pt x="20286" y="10785"/>
                  </a:lnTo>
                  <a:lnTo>
                    <a:pt x="20286" y="11042"/>
                  </a:lnTo>
                  <a:lnTo>
                    <a:pt x="20286" y="11189"/>
                  </a:lnTo>
                  <a:lnTo>
                    <a:pt x="20213" y="11372"/>
                  </a:lnTo>
                  <a:lnTo>
                    <a:pt x="20139" y="11519"/>
                  </a:lnTo>
                  <a:lnTo>
                    <a:pt x="20066" y="11665"/>
                  </a:lnTo>
                  <a:lnTo>
                    <a:pt x="19956" y="11812"/>
                  </a:lnTo>
                  <a:lnTo>
                    <a:pt x="19809" y="11886"/>
                  </a:lnTo>
                  <a:lnTo>
                    <a:pt x="19662" y="11959"/>
                  </a:lnTo>
                  <a:lnTo>
                    <a:pt x="19479" y="11959"/>
                  </a:lnTo>
                  <a:lnTo>
                    <a:pt x="19442" y="11886"/>
                  </a:lnTo>
                  <a:lnTo>
                    <a:pt x="19222" y="11776"/>
                  </a:lnTo>
                  <a:lnTo>
                    <a:pt x="19626" y="11702"/>
                  </a:lnTo>
                  <a:lnTo>
                    <a:pt x="19662" y="11665"/>
                  </a:lnTo>
                  <a:lnTo>
                    <a:pt x="19736" y="11629"/>
                  </a:lnTo>
                  <a:lnTo>
                    <a:pt x="19736" y="11482"/>
                  </a:lnTo>
                  <a:lnTo>
                    <a:pt x="19699" y="11372"/>
                  </a:lnTo>
                  <a:lnTo>
                    <a:pt x="19626" y="11335"/>
                  </a:lnTo>
                  <a:lnTo>
                    <a:pt x="19406" y="11335"/>
                  </a:lnTo>
                  <a:lnTo>
                    <a:pt x="19662" y="11152"/>
                  </a:lnTo>
                  <a:lnTo>
                    <a:pt x="19736" y="11115"/>
                  </a:lnTo>
                  <a:lnTo>
                    <a:pt x="19736" y="11042"/>
                  </a:lnTo>
                  <a:lnTo>
                    <a:pt x="19736" y="10969"/>
                  </a:lnTo>
                  <a:lnTo>
                    <a:pt x="19736" y="10932"/>
                  </a:lnTo>
                  <a:lnTo>
                    <a:pt x="19699" y="10858"/>
                  </a:lnTo>
                  <a:lnTo>
                    <a:pt x="19626" y="10822"/>
                  </a:lnTo>
                  <a:lnTo>
                    <a:pt x="19552" y="10822"/>
                  </a:lnTo>
                  <a:lnTo>
                    <a:pt x="19479" y="10858"/>
                  </a:lnTo>
                  <a:lnTo>
                    <a:pt x="19332" y="10895"/>
                  </a:lnTo>
                  <a:lnTo>
                    <a:pt x="19185" y="10932"/>
                  </a:lnTo>
                  <a:lnTo>
                    <a:pt x="19185" y="10932"/>
                  </a:lnTo>
                  <a:lnTo>
                    <a:pt x="19626" y="10748"/>
                  </a:lnTo>
                  <a:lnTo>
                    <a:pt x="19662" y="10712"/>
                  </a:lnTo>
                  <a:lnTo>
                    <a:pt x="19662" y="10675"/>
                  </a:lnTo>
                  <a:lnTo>
                    <a:pt x="19626" y="10638"/>
                  </a:lnTo>
                  <a:lnTo>
                    <a:pt x="19479" y="10602"/>
                  </a:lnTo>
                  <a:lnTo>
                    <a:pt x="19295" y="10602"/>
                  </a:lnTo>
                  <a:lnTo>
                    <a:pt x="19369" y="10565"/>
                  </a:lnTo>
                  <a:lnTo>
                    <a:pt x="19589" y="10455"/>
                  </a:lnTo>
                  <a:lnTo>
                    <a:pt x="19772" y="10418"/>
                  </a:lnTo>
                  <a:close/>
                  <a:moveTo>
                    <a:pt x="16691" y="13390"/>
                  </a:moveTo>
                  <a:lnTo>
                    <a:pt x="16801" y="13463"/>
                  </a:lnTo>
                  <a:lnTo>
                    <a:pt x="16874" y="13536"/>
                  </a:lnTo>
                  <a:lnTo>
                    <a:pt x="16728" y="13646"/>
                  </a:lnTo>
                  <a:lnTo>
                    <a:pt x="16581" y="13756"/>
                  </a:lnTo>
                  <a:lnTo>
                    <a:pt x="16434" y="13903"/>
                  </a:lnTo>
                  <a:lnTo>
                    <a:pt x="16361" y="14050"/>
                  </a:lnTo>
                  <a:lnTo>
                    <a:pt x="16104" y="14013"/>
                  </a:lnTo>
                  <a:lnTo>
                    <a:pt x="16068" y="13976"/>
                  </a:lnTo>
                  <a:lnTo>
                    <a:pt x="16691" y="13390"/>
                  </a:lnTo>
                  <a:close/>
                  <a:moveTo>
                    <a:pt x="16654" y="11959"/>
                  </a:moveTo>
                  <a:lnTo>
                    <a:pt x="17058" y="12326"/>
                  </a:lnTo>
                  <a:lnTo>
                    <a:pt x="17278" y="12546"/>
                  </a:lnTo>
                  <a:lnTo>
                    <a:pt x="17498" y="12803"/>
                  </a:lnTo>
                  <a:lnTo>
                    <a:pt x="17681" y="13059"/>
                  </a:lnTo>
                  <a:lnTo>
                    <a:pt x="17755" y="13169"/>
                  </a:lnTo>
                  <a:lnTo>
                    <a:pt x="17792" y="13279"/>
                  </a:lnTo>
                  <a:lnTo>
                    <a:pt x="17792" y="13426"/>
                  </a:lnTo>
                  <a:lnTo>
                    <a:pt x="17755" y="13536"/>
                  </a:lnTo>
                  <a:lnTo>
                    <a:pt x="17718" y="13646"/>
                  </a:lnTo>
                  <a:lnTo>
                    <a:pt x="17608" y="13756"/>
                  </a:lnTo>
                  <a:lnTo>
                    <a:pt x="17498" y="13866"/>
                  </a:lnTo>
                  <a:lnTo>
                    <a:pt x="17351" y="13940"/>
                  </a:lnTo>
                  <a:lnTo>
                    <a:pt x="17278" y="13866"/>
                  </a:lnTo>
                  <a:lnTo>
                    <a:pt x="17168" y="13866"/>
                  </a:lnTo>
                  <a:lnTo>
                    <a:pt x="17095" y="13903"/>
                  </a:lnTo>
                  <a:lnTo>
                    <a:pt x="17058" y="13940"/>
                  </a:lnTo>
                  <a:lnTo>
                    <a:pt x="17021" y="13940"/>
                  </a:lnTo>
                  <a:lnTo>
                    <a:pt x="16948" y="13976"/>
                  </a:lnTo>
                  <a:lnTo>
                    <a:pt x="16911" y="14050"/>
                  </a:lnTo>
                  <a:lnTo>
                    <a:pt x="16874" y="14050"/>
                  </a:lnTo>
                  <a:lnTo>
                    <a:pt x="16948" y="13940"/>
                  </a:lnTo>
                  <a:lnTo>
                    <a:pt x="17095" y="13793"/>
                  </a:lnTo>
                  <a:lnTo>
                    <a:pt x="17168" y="13683"/>
                  </a:lnTo>
                  <a:lnTo>
                    <a:pt x="17205" y="13573"/>
                  </a:lnTo>
                  <a:lnTo>
                    <a:pt x="17168" y="13500"/>
                  </a:lnTo>
                  <a:lnTo>
                    <a:pt x="17131" y="13426"/>
                  </a:lnTo>
                  <a:lnTo>
                    <a:pt x="17021" y="13316"/>
                  </a:lnTo>
                  <a:lnTo>
                    <a:pt x="16874" y="13206"/>
                  </a:lnTo>
                  <a:lnTo>
                    <a:pt x="16691" y="13169"/>
                  </a:lnTo>
                  <a:lnTo>
                    <a:pt x="16618" y="13169"/>
                  </a:lnTo>
                  <a:lnTo>
                    <a:pt x="16581" y="13206"/>
                  </a:lnTo>
                  <a:lnTo>
                    <a:pt x="15627" y="13793"/>
                  </a:lnTo>
                  <a:lnTo>
                    <a:pt x="15517" y="13756"/>
                  </a:lnTo>
                  <a:lnTo>
                    <a:pt x="15407" y="13646"/>
                  </a:lnTo>
                  <a:lnTo>
                    <a:pt x="15884" y="13353"/>
                  </a:lnTo>
                  <a:lnTo>
                    <a:pt x="16361" y="13096"/>
                  </a:lnTo>
                  <a:lnTo>
                    <a:pt x="16398" y="13023"/>
                  </a:lnTo>
                  <a:lnTo>
                    <a:pt x="16398" y="12986"/>
                  </a:lnTo>
                  <a:lnTo>
                    <a:pt x="16361" y="12913"/>
                  </a:lnTo>
                  <a:lnTo>
                    <a:pt x="16288" y="12913"/>
                  </a:lnTo>
                  <a:lnTo>
                    <a:pt x="15994" y="12949"/>
                  </a:lnTo>
                  <a:lnTo>
                    <a:pt x="15701" y="13059"/>
                  </a:lnTo>
                  <a:lnTo>
                    <a:pt x="15407" y="13169"/>
                  </a:lnTo>
                  <a:lnTo>
                    <a:pt x="15150" y="13279"/>
                  </a:lnTo>
                  <a:lnTo>
                    <a:pt x="15040" y="13023"/>
                  </a:lnTo>
                  <a:lnTo>
                    <a:pt x="15077" y="12986"/>
                  </a:lnTo>
                  <a:lnTo>
                    <a:pt x="16068" y="12399"/>
                  </a:lnTo>
                  <a:lnTo>
                    <a:pt x="16104" y="12362"/>
                  </a:lnTo>
                  <a:lnTo>
                    <a:pt x="16104" y="12326"/>
                  </a:lnTo>
                  <a:lnTo>
                    <a:pt x="16068" y="12289"/>
                  </a:lnTo>
                  <a:lnTo>
                    <a:pt x="15994" y="12252"/>
                  </a:lnTo>
                  <a:lnTo>
                    <a:pt x="15554" y="12362"/>
                  </a:lnTo>
                  <a:lnTo>
                    <a:pt x="15150" y="12472"/>
                  </a:lnTo>
                  <a:lnTo>
                    <a:pt x="15150" y="12472"/>
                  </a:lnTo>
                  <a:lnTo>
                    <a:pt x="15297" y="12326"/>
                  </a:lnTo>
                  <a:lnTo>
                    <a:pt x="15517" y="12179"/>
                  </a:lnTo>
                  <a:lnTo>
                    <a:pt x="15737" y="12069"/>
                  </a:lnTo>
                  <a:lnTo>
                    <a:pt x="15994" y="11996"/>
                  </a:lnTo>
                  <a:lnTo>
                    <a:pt x="16324" y="11959"/>
                  </a:lnTo>
                  <a:close/>
                  <a:moveTo>
                    <a:pt x="14857" y="6310"/>
                  </a:moveTo>
                  <a:lnTo>
                    <a:pt x="14600" y="6347"/>
                  </a:lnTo>
                  <a:lnTo>
                    <a:pt x="14380" y="6383"/>
                  </a:lnTo>
                  <a:lnTo>
                    <a:pt x="14197" y="6457"/>
                  </a:lnTo>
                  <a:lnTo>
                    <a:pt x="13793" y="6677"/>
                  </a:lnTo>
                  <a:lnTo>
                    <a:pt x="13426" y="6970"/>
                  </a:lnTo>
                  <a:lnTo>
                    <a:pt x="13243" y="7154"/>
                  </a:lnTo>
                  <a:lnTo>
                    <a:pt x="12950" y="7190"/>
                  </a:lnTo>
                  <a:lnTo>
                    <a:pt x="12840" y="7227"/>
                  </a:lnTo>
                  <a:lnTo>
                    <a:pt x="12803" y="7300"/>
                  </a:lnTo>
                  <a:lnTo>
                    <a:pt x="12766" y="7374"/>
                  </a:lnTo>
                  <a:lnTo>
                    <a:pt x="12766" y="7447"/>
                  </a:lnTo>
                  <a:lnTo>
                    <a:pt x="11042" y="7631"/>
                  </a:lnTo>
                  <a:lnTo>
                    <a:pt x="10052" y="7667"/>
                  </a:lnTo>
                  <a:lnTo>
                    <a:pt x="9575" y="7704"/>
                  </a:lnTo>
                  <a:lnTo>
                    <a:pt x="9098" y="7741"/>
                  </a:lnTo>
                  <a:lnTo>
                    <a:pt x="9025" y="7777"/>
                  </a:lnTo>
                  <a:lnTo>
                    <a:pt x="8988" y="7814"/>
                  </a:lnTo>
                  <a:lnTo>
                    <a:pt x="8951" y="7924"/>
                  </a:lnTo>
                  <a:lnTo>
                    <a:pt x="9025" y="8034"/>
                  </a:lnTo>
                  <a:lnTo>
                    <a:pt x="9061" y="8071"/>
                  </a:lnTo>
                  <a:lnTo>
                    <a:pt x="9135" y="8107"/>
                  </a:lnTo>
                  <a:lnTo>
                    <a:pt x="9612" y="8144"/>
                  </a:lnTo>
                  <a:lnTo>
                    <a:pt x="10125" y="8144"/>
                  </a:lnTo>
                  <a:lnTo>
                    <a:pt x="11152" y="8071"/>
                  </a:lnTo>
                  <a:lnTo>
                    <a:pt x="11922" y="8034"/>
                  </a:lnTo>
                  <a:lnTo>
                    <a:pt x="12693" y="7961"/>
                  </a:lnTo>
                  <a:lnTo>
                    <a:pt x="12546" y="8254"/>
                  </a:lnTo>
                  <a:lnTo>
                    <a:pt x="12473" y="8438"/>
                  </a:lnTo>
                  <a:lnTo>
                    <a:pt x="12473" y="8584"/>
                  </a:lnTo>
                  <a:lnTo>
                    <a:pt x="12509" y="8914"/>
                  </a:lnTo>
                  <a:lnTo>
                    <a:pt x="12363" y="9024"/>
                  </a:lnTo>
                  <a:lnTo>
                    <a:pt x="12253" y="9134"/>
                  </a:lnTo>
                  <a:lnTo>
                    <a:pt x="12253" y="9245"/>
                  </a:lnTo>
                  <a:lnTo>
                    <a:pt x="12289" y="9355"/>
                  </a:lnTo>
                  <a:lnTo>
                    <a:pt x="12399" y="9428"/>
                  </a:lnTo>
                  <a:lnTo>
                    <a:pt x="12546" y="9465"/>
                  </a:lnTo>
                  <a:lnTo>
                    <a:pt x="12693" y="9465"/>
                  </a:lnTo>
                  <a:lnTo>
                    <a:pt x="12803" y="9685"/>
                  </a:lnTo>
                  <a:lnTo>
                    <a:pt x="12950" y="9868"/>
                  </a:lnTo>
                  <a:lnTo>
                    <a:pt x="13096" y="10052"/>
                  </a:lnTo>
                  <a:lnTo>
                    <a:pt x="13243" y="10198"/>
                  </a:lnTo>
                  <a:lnTo>
                    <a:pt x="13426" y="10308"/>
                  </a:lnTo>
                  <a:lnTo>
                    <a:pt x="13647" y="10418"/>
                  </a:lnTo>
                  <a:lnTo>
                    <a:pt x="13867" y="10455"/>
                  </a:lnTo>
                  <a:lnTo>
                    <a:pt x="14087" y="10492"/>
                  </a:lnTo>
                  <a:lnTo>
                    <a:pt x="14233" y="10492"/>
                  </a:lnTo>
                  <a:lnTo>
                    <a:pt x="14600" y="10418"/>
                  </a:lnTo>
                  <a:lnTo>
                    <a:pt x="14967" y="10345"/>
                  </a:lnTo>
                  <a:lnTo>
                    <a:pt x="14930" y="10455"/>
                  </a:lnTo>
                  <a:lnTo>
                    <a:pt x="14930" y="10602"/>
                  </a:lnTo>
                  <a:lnTo>
                    <a:pt x="15004" y="10895"/>
                  </a:lnTo>
                  <a:lnTo>
                    <a:pt x="15077" y="11079"/>
                  </a:lnTo>
                  <a:lnTo>
                    <a:pt x="15150" y="11299"/>
                  </a:lnTo>
                  <a:lnTo>
                    <a:pt x="15297" y="11482"/>
                  </a:lnTo>
                  <a:lnTo>
                    <a:pt x="15481" y="11629"/>
                  </a:lnTo>
                  <a:lnTo>
                    <a:pt x="15481" y="11665"/>
                  </a:lnTo>
                  <a:lnTo>
                    <a:pt x="15261" y="11739"/>
                  </a:lnTo>
                  <a:lnTo>
                    <a:pt x="15077" y="11886"/>
                  </a:lnTo>
                  <a:lnTo>
                    <a:pt x="14894" y="11996"/>
                  </a:lnTo>
                  <a:lnTo>
                    <a:pt x="14784" y="12142"/>
                  </a:lnTo>
                  <a:lnTo>
                    <a:pt x="14674" y="12326"/>
                  </a:lnTo>
                  <a:lnTo>
                    <a:pt x="14600" y="12509"/>
                  </a:lnTo>
                  <a:lnTo>
                    <a:pt x="14564" y="12693"/>
                  </a:lnTo>
                  <a:lnTo>
                    <a:pt x="14527" y="12876"/>
                  </a:lnTo>
                  <a:lnTo>
                    <a:pt x="14527" y="12986"/>
                  </a:lnTo>
                  <a:lnTo>
                    <a:pt x="14527" y="13059"/>
                  </a:lnTo>
                  <a:lnTo>
                    <a:pt x="14600" y="13353"/>
                  </a:lnTo>
                  <a:lnTo>
                    <a:pt x="14747" y="13610"/>
                  </a:lnTo>
                  <a:lnTo>
                    <a:pt x="14747" y="13720"/>
                  </a:lnTo>
                  <a:lnTo>
                    <a:pt x="14784" y="13830"/>
                  </a:lnTo>
                  <a:lnTo>
                    <a:pt x="14930" y="13903"/>
                  </a:lnTo>
                  <a:lnTo>
                    <a:pt x="15004" y="13976"/>
                  </a:lnTo>
                  <a:lnTo>
                    <a:pt x="15297" y="14197"/>
                  </a:lnTo>
                  <a:lnTo>
                    <a:pt x="15627" y="14380"/>
                  </a:lnTo>
                  <a:lnTo>
                    <a:pt x="15994" y="14527"/>
                  </a:lnTo>
                  <a:lnTo>
                    <a:pt x="16398" y="14600"/>
                  </a:lnTo>
                  <a:lnTo>
                    <a:pt x="16801" y="14600"/>
                  </a:lnTo>
                  <a:lnTo>
                    <a:pt x="17205" y="14527"/>
                  </a:lnTo>
                  <a:lnTo>
                    <a:pt x="17571" y="14417"/>
                  </a:lnTo>
                  <a:lnTo>
                    <a:pt x="17902" y="14233"/>
                  </a:lnTo>
                  <a:lnTo>
                    <a:pt x="18122" y="14013"/>
                  </a:lnTo>
                  <a:lnTo>
                    <a:pt x="18268" y="13793"/>
                  </a:lnTo>
                  <a:lnTo>
                    <a:pt x="18305" y="13536"/>
                  </a:lnTo>
                  <a:lnTo>
                    <a:pt x="18305" y="13316"/>
                  </a:lnTo>
                  <a:lnTo>
                    <a:pt x="18232" y="13059"/>
                  </a:lnTo>
                  <a:lnTo>
                    <a:pt x="18122" y="12803"/>
                  </a:lnTo>
                  <a:lnTo>
                    <a:pt x="17975" y="12546"/>
                  </a:lnTo>
                  <a:lnTo>
                    <a:pt x="17792" y="12326"/>
                  </a:lnTo>
                  <a:lnTo>
                    <a:pt x="17902" y="12289"/>
                  </a:lnTo>
                  <a:lnTo>
                    <a:pt x="18232" y="12106"/>
                  </a:lnTo>
                  <a:lnTo>
                    <a:pt x="18599" y="11849"/>
                  </a:lnTo>
                  <a:lnTo>
                    <a:pt x="18709" y="12032"/>
                  </a:lnTo>
                  <a:lnTo>
                    <a:pt x="18855" y="12179"/>
                  </a:lnTo>
                  <a:lnTo>
                    <a:pt x="19002" y="12289"/>
                  </a:lnTo>
                  <a:lnTo>
                    <a:pt x="19149" y="12362"/>
                  </a:lnTo>
                  <a:lnTo>
                    <a:pt x="19406" y="12436"/>
                  </a:lnTo>
                  <a:lnTo>
                    <a:pt x="19662" y="12399"/>
                  </a:lnTo>
                  <a:lnTo>
                    <a:pt x="19919" y="12326"/>
                  </a:lnTo>
                  <a:lnTo>
                    <a:pt x="20139" y="12179"/>
                  </a:lnTo>
                  <a:lnTo>
                    <a:pt x="20359" y="11996"/>
                  </a:lnTo>
                  <a:lnTo>
                    <a:pt x="20543" y="11776"/>
                  </a:lnTo>
                  <a:lnTo>
                    <a:pt x="20653" y="11519"/>
                  </a:lnTo>
                  <a:lnTo>
                    <a:pt x="20726" y="11225"/>
                  </a:lnTo>
                  <a:lnTo>
                    <a:pt x="20799" y="10858"/>
                  </a:lnTo>
                  <a:lnTo>
                    <a:pt x="20763" y="10675"/>
                  </a:lnTo>
                  <a:lnTo>
                    <a:pt x="20726" y="10528"/>
                  </a:lnTo>
                  <a:lnTo>
                    <a:pt x="20689" y="10382"/>
                  </a:lnTo>
                  <a:lnTo>
                    <a:pt x="20579" y="10272"/>
                  </a:lnTo>
                  <a:lnTo>
                    <a:pt x="20359" y="10088"/>
                  </a:lnTo>
                  <a:lnTo>
                    <a:pt x="20066" y="9978"/>
                  </a:lnTo>
                  <a:lnTo>
                    <a:pt x="19919" y="9941"/>
                  </a:lnTo>
                  <a:lnTo>
                    <a:pt x="19626" y="9941"/>
                  </a:lnTo>
                  <a:lnTo>
                    <a:pt x="19516" y="10015"/>
                  </a:lnTo>
                  <a:lnTo>
                    <a:pt x="19479" y="10088"/>
                  </a:lnTo>
                  <a:lnTo>
                    <a:pt x="19185" y="10198"/>
                  </a:lnTo>
                  <a:lnTo>
                    <a:pt x="18929" y="10308"/>
                  </a:lnTo>
                  <a:lnTo>
                    <a:pt x="18819" y="10418"/>
                  </a:lnTo>
                  <a:lnTo>
                    <a:pt x="18672" y="10528"/>
                  </a:lnTo>
                  <a:lnTo>
                    <a:pt x="18599" y="10675"/>
                  </a:lnTo>
                  <a:lnTo>
                    <a:pt x="18525" y="10822"/>
                  </a:lnTo>
                  <a:lnTo>
                    <a:pt x="18452" y="11115"/>
                  </a:lnTo>
                  <a:lnTo>
                    <a:pt x="18452" y="11409"/>
                  </a:lnTo>
                  <a:lnTo>
                    <a:pt x="18048" y="11702"/>
                  </a:lnTo>
                  <a:lnTo>
                    <a:pt x="17645" y="11996"/>
                  </a:lnTo>
                  <a:lnTo>
                    <a:pt x="17608" y="12032"/>
                  </a:lnTo>
                  <a:lnTo>
                    <a:pt x="17608" y="12106"/>
                  </a:lnTo>
                  <a:lnTo>
                    <a:pt x="17241" y="11776"/>
                  </a:lnTo>
                  <a:lnTo>
                    <a:pt x="16911" y="11519"/>
                  </a:lnTo>
                  <a:lnTo>
                    <a:pt x="16838" y="11482"/>
                  </a:lnTo>
                  <a:lnTo>
                    <a:pt x="16691" y="11482"/>
                  </a:lnTo>
                  <a:lnTo>
                    <a:pt x="16654" y="11555"/>
                  </a:lnTo>
                  <a:lnTo>
                    <a:pt x="16434" y="11519"/>
                  </a:lnTo>
                  <a:lnTo>
                    <a:pt x="16214" y="11519"/>
                  </a:lnTo>
                  <a:lnTo>
                    <a:pt x="15774" y="11555"/>
                  </a:lnTo>
                  <a:lnTo>
                    <a:pt x="15811" y="11445"/>
                  </a:lnTo>
                  <a:lnTo>
                    <a:pt x="15774" y="11335"/>
                  </a:lnTo>
                  <a:lnTo>
                    <a:pt x="15664" y="11152"/>
                  </a:lnTo>
                  <a:lnTo>
                    <a:pt x="15554" y="11005"/>
                  </a:lnTo>
                  <a:lnTo>
                    <a:pt x="15444" y="10822"/>
                  </a:lnTo>
                  <a:lnTo>
                    <a:pt x="15371" y="10602"/>
                  </a:lnTo>
                  <a:lnTo>
                    <a:pt x="15334" y="10418"/>
                  </a:lnTo>
                  <a:lnTo>
                    <a:pt x="15297" y="10308"/>
                  </a:lnTo>
                  <a:lnTo>
                    <a:pt x="15224" y="10235"/>
                  </a:lnTo>
                  <a:lnTo>
                    <a:pt x="15627" y="10015"/>
                  </a:lnTo>
                  <a:lnTo>
                    <a:pt x="16031" y="9758"/>
                  </a:lnTo>
                  <a:lnTo>
                    <a:pt x="16361" y="9428"/>
                  </a:lnTo>
                  <a:lnTo>
                    <a:pt x="16471" y="9281"/>
                  </a:lnTo>
                  <a:lnTo>
                    <a:pt x="16581" y="9098"/>
                  </a:lnTo>
                  <a:lnTo>
                    <a:pt x="16654" y="8878"/>
                  </a:lnTo>
                  <a:lnTo>
                    <a:pt x="16691" y="8621"/>
                  </a:lnTo>
                  <a:lnTo>
                    <a:pt x="16691" y="8364"/>
                  </a:lnTo>
                  <a:lnTo>
                    <a:pt x="16691" y="8107"/>
                  </a:lnTo>
                  <a:lnTo>
                    <a:pt x="16581" y="7631"/>
                  </a:lnTo>
                  <a:lnTo>
                    <a:pt x="16398" y="7190"/>
                  </a:lnTo>
                  <a:lnTo>
                    <a:pt x="16251" y="6897"/>
                  </a:lnTo>
                  <a:lnTo>
                    <a:pt x="16031" y="6640"/>
                  </a:lnTo>
                  <a:lnTo>
                    <a:pt x="15884" y="6530"/>
                  </a:lnTo>
                  <a:lnTo>
                    <a:pt x="15737" y="6457"/>
                  </a:lnTo>
                  <a:lnTo>
                    <a:pt x="15591" y="6420"/>
                  </a:lnTo>
                  <a:lnTo>
                    <a:pt x="15407" y="6383"/>
                  </a:lnTo>
                  <a:lnTo>
                    <a:pt x="15077" y="631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84" name="Google Shape;307;p5">
              <a:extLst>
                <a:ext uri="{FF2B5EF4-FFF2-40B4-BE49-F238E27FC236}">
                  <a16:creationId xmlns:a16="http://schemas.microsoft.com/office/drawing/2014/main" id="{1CDAD999-4B33-4B81-A1B6-59C6EE935E05}"/>
                </a:ext>
              </a:extLst>
            </p:cNvPr>
            <p:cNvSpPr/>
            <p:nvPr/>
          </p:nvSpPr>
          <p:spPr>
            <a:xfrm>
              <a:off x="6425400" y="3728200"/>
              <a:ext cx="342075" cy="360425"/>
            </a:xfrm>
            <a:custGeom>
              <a:avLst/>
              <a:gdLst/>
              <a:ahLst/>
              <a:cxnLst/>
              <a:rect l="l" t="t" r="r" b="b"/>
              <a:pathLst>
                <a:path w="13683" h="14417" extrusionOk="0">
                  <a:moveTo>
                    <a:pt x="9281" y="2311"/>
                  </a:moveTo>
                  <a:lnTo>
                    <a:pt x="9170" y="2385"/>
                  </a:lnTo>
                  <a:lnTo>
                    <a:pt x="9134" y="2495"/>
                  </a:lnTo>
                  <a:lnTo>
                    <a:pt x="9097" y="2568"/>
                  </a:lnTo>
                  <a:lnTo>
                    <a:pt x="9097" y="2678"/>
                  </a:lnTo>
                  <a:lnTo>
                    <a:pt x="9134" y="2862"/>
                  </a:lnTo>
                  <a:lnTo>
                    <a:pt x="9207" y="3082"/>
                  </a:lnTo>
                  <a:lnTo>
                    <a:pt x="9464" y="3742"/>
                  </a:lnTo>
                  <a:lnTo>
                    <a:pt x="9721" y="4402"/>
                  </a:lnTo>
                  <a:lnTo>
                    <a:pt x="9647" y="4439"/>
                  </a:lnTo>
                  <a:lnTo>
                    <a:pt x="9060" y="5283"/>
                  </a:lnTo>
                  <a:lnTo>
                    <a:pt x="8804" y="5649"/>
                  </a:lnTo>
                  <a:lnTo>
                    <a:pt x="8694" y="5833"/>
                  </a:lnTo>
                  <a:lnTo>
                    <a:pt x="8657" y="5943"/>
                  </a:lnTo>
                  <a:lnTo>
                    <a:pt x="8694" y="6053"/>
                  </a:lnTo>
                  <a:lnTo>
                    <a:pt x="8804" y="6016"/>
                  </a:lnTo>
                  <a:lnTo>
                    <a:pt x="8877" y="5980"/>
                  </a:lnTo>
                  <a:lnTo>
                    <a:pt x="9024" y="5833"/>
                  </a:lnTo>
                  <a:lnTo>
                    <a:pt x="9281" y="5503"/>
                  </a:lnTo>
                  <a:lnTo>
                    <a:pt x="9941" y="4659"/>
                  </a:lnTo>
                  <a:lnTo>
                    <a:pt x="10014" y="4659"/>
                  </a:lnTo>
                  <a:lnTo>
                    <a:pt x="10124" y="4622"/>
                  </a:lnTo>
                  <a:lnTo>
                    <a:pt x="10161" y="4549"/>
                  </a:lnTo>
                  <a:lnTo>
                    <a:pt x="10161" y="4439"/>
                  </a:lnTo>
                  <a:lnTo>
                    <a:pt x="9684" y="3229"/>
                  </a:lnTo>
                  <a:lnTo>
                    <a:pt x="9427" y="2715"/>
                  </a:lnTo>
                  <a:lnTo>
                    <a:pt x="9354" y="2532"/>
                  </a:lnTo>
                  <a:lnTo>
                    <a:pt x="9317" y="2422"/>
                  </a:lnTo>
                  <a:lnTo>
                    <a:pt x="9317" y="2348"/>
                  </a:lnTo>
                  <a:lnTo>
                    <a:pt x="9317" y="2311"/>
                  </a:lnTo>
                  <a:close/>
                  <a:moveTo>
                    <a:pt x="8694" y="1615"/>
                  </a:moveTo>
                  <a:lnTo>
                    <a:pt x="8767" y="1798"/>
                  </a:lnTo>
                  <a:lnTo>
                    <a:pt x="8804" y="1908"/>
                  </a:lnTo>
                  <a:lnTo>
                    <a:pt x="8914" y="1981"/>
                  </a:lnTo>
                  <a:lnTo>
                    <a:pt x="9024" y="2055"/>
                  </a:lnTo>
                  <a:lnTo>
                    <a:pt x="9170" y="2018"/>
                  </a:lnTo>
                  <a:lnTo>
                    <a:pt x="9391" y="1908"/>
                  </a:lnTo>
                  <a:lnTo>
                    <a:pt x="9611" y="1725"/>
                  </a:lnTo>
                  <a:lnTo>
                    <a:pt x="9867" y="2275"/>
                  </a:lnTo>
                  <a:lnTo>
                    <a:pt x="10161" y="2752"/>
                  </a:lnTo>
                  <a:lnTo>
                    <a:pt x="10454" y="3265"/>
                  </a:lnTo>
                  <a:lnTo>
                    <a:pt x="10674" y="3779"/>
                  </a:lnTo>
                  <a:lnTo>
                    <a:pt x="10528" y="3925"/>
                  </a:lnTo>
                  <a:lnTo>
                    <a:pt x="10381" y="4072"/>
                  </a:lnTo>
                  <a:lnTo>
                    <a:pt x="10271" y="4256"/>
                  </a:lnTo>
                  <a:lnTo>
                    <a:pt x="10234" y="4476"/>
                  </a:lnTo>
                  <a:lnTo>
                    <a:pt x="10271" y="4586"/>
                  </a:lnTo>
                  <a:lnTo>
                    <a:pt x="10344" y="4659"/>
                  </a:lnTo>
                  <a:lnTo>
                    <a:pt x="10344" y="4806"/>
                  </a:lnTo>
                  <a:lnTo>
                    <a:pt x="10381" y="4879"/>
                  </a:lnTo>
                  <a:lnTo>
                    <a:pt x="10491" y="4916"/>
                  </a:lnTo>
                  <a:lnTo>
                    <a:pt x="10491" y="4953"/>
                  </a:lnTo>
                  <a:lnTo>
                    <a:pt x="10344" y="5173"/>
                  </a:lnTo>
                  <a:lnTo>
                    <a:pt x="9977" y="5649"/>
                  </a:lnTo>
                  <a:lnTo>
                    <a:pt x="9647" y="6163"/>
                  </a:lnTo>
                  <a:lnTo>
                    <a:pt x="9501" y="6090"/>
                  </a:lnTo>
                  <a:lnTo>
                    <a:pt x="9317" y="6053"/>
                  </a:lnTo>
                  <a:lnTo>
                    <a:pt x="9134" y="6126"/>
                  </a:lnTo>
                  <a:lnTo>
                    <a:pt x="8950" y="6200"/>
                  </a:lnTo>
                  <a:lnTo>
                    <a:pt x="8840" y="6346"/>
                  </a:lnTo>
                  <a:lnTo>
                    <a:pt x="8730" y="6493"/>
                  </a:lnTo>
                  <a:lnTo>
                    <a:pt x="8327" y="6493"/>
                  </a:lnTo>
                  <a:lnTo>
                    <a:pt x="7556" y="6530"/>
                  </a:lnTo>
                  <a:lnTo>
                    <a:pt x="7520" y="6456"/>
                  </a:lnTo>
                  <a:lnTo>
                    <a:pt x="7410" y="6383"/>
                  </a:lnTo>
                  <a:lnTo>
                    <a:pt x="7080" y="6273"/>
                  </a:lnTo>
                  <a:lnTo>
                    <a:pt x="7043" y="6273"/>
                  </a:lnTo>
                  <a:lnTo>
                    <a:pt x="6970" y="6236"/>
                  </a:lnTo>
                  <a:lnTo>
                    <a:pt x="6786" y="6236"/>
                  </a:lnTo>
                  <a:lnTo>
                    <a:pt x="6639" y="6200"/>
                  </a:lnTo>
                  <a:lnTo>
                    <a:pt x="5832" y="5429"/>
                  </a:lnTo>
                  <a:lnTo>
                    <a:pt x="5246" y="4879"/>
                  </a:lnTo>
                  <a:lnTo>
                    <a:pt x="5319" y="4696"/>
                  </a:lnTo>
                  <a:lnTo>
                    <a:pt x="5319" y="4512"/>
                  </a:lnTo>
                  <a:lnTo>
                    <a:pt x="5282" y="4439"/>
                  </a:lnTo>
                  <a:lnTo>
                    <a:pt x="5246" y="4366"/>
                  </a:lnTo>
                  <a:lnTo>
                    <a:pt x="5099" y="4256"/>
                  </a:lnTo>
                  <a:lnTo>
                    <a:pt x="5282" y="3815"/>
                  </a:lnTo>
                  <a:lnTo>
                    <a:pt x="5796" y="2715"/>
                  </a:lnTo>
                  <a:lnTo>
                    <a:pt x="6126" y="2018"/>
                  </a:lnTo>
                  <a:lnTo>
                    <a:pt x="6273" y="2018"/>
                  </a:lnTo>
                  <a:lnTo>
                    <a:pt x="6419" y="1981"/>
                  </a:lnTo>
                  <a:lnTo>
                    <a:pt x="6566" y="1908"/>
                  </a:lnTo>
                  <a:lnTo>
                    <a:pt x="6713" y="1798"/>
                  </a:lnTo>
                  <a:lnTo>
                    <a:pt x="6823" y="1688"/>
                  </a:lnTo>
                  <a:lnTo>
                    <a:pt x="7483" y="1651"/>
                  </a:lnTo>
                  <a:lnTo>
                    <a:pt x="8694" y="1615"/>
                  </a:lnTo>
                  <a:close/>
                  <a:moveTo>
                    <a:pt x="6823" y="6823"/>
                  </a:moveTo>
                  <a:lnTo>
                    <a:pt x="6933" y="6897"/>
                  </a:lnTo>
                  <a:lnTo>
                    <a:pt x="6749" y="6897"/>
                  </a:lnTo>
                  <a:lnTo>
                    <a:pt x="6713" y="6860"/>
                  </a:lnTo>
                  <a:lnTo>
                    <a:pt x="6823" y="6823"/>
                  </a:lnTo>
                  <a:close/>
                  <a:moveTo>
                    <a:pt x="2714" y="5393"/>
                  </a:moveTo>
                  <a:lnTo>
                    <a:pt x="2641" y="5429"/>
                  </a:lnTo>
                  <a:lnTo>
                    <a:pt x="2531" y="5503"/>
                  </a:lnTo>
                  <a:lnTo>
                    <a:pt x="2458" y="5576"/>
                  </a:lnTo>
                  <a:lnTo>
                    <a:pt x="2274" y="5796"/>
                  </a:lnTo>
                  <a:lnTo>
                    <a:pt x="1981" y="6310"/>
                  </a:lnTo>
                  <a:lnTo>
                    <a:pt x="1651" y="6860"/>
                  </a:lnTo>
                  <a:lnTo>
                    <a:pt x="1504" y="7080"/>
                  </a:lnTo>
                  <a:lnTo>
                    <a:pt x="1431" y="7190"/>
                  </a:lnTo>
                  <a:lnTo>
                    <a:pt x="1394" y="7263"/>
                  </a:lnTo>
                  <a:lnTo>
                    <a:pt x="1394" y="7337"/>
                  </a:lnTo>
                  <a:lnTo>
                    <a:pt x="1321" y="7374"/>
                  </a:lnTo>
                  <a:lnTo>
                    <a:pt x="1321" y="7410"/>
                  </a:lnTo>
                  <a:lnTo>
                    <a:pt x="1321" y="7520"/>
                  </a:lnTo>
                  <a:lnTo>
                    <a:pt x="1394" y="7557"/>
                  </a:lnTo>
                  <a:lnTo>
                    <a:pt x="1504" y="7594"/>
                  </a:lnTo>
                  <a:lnTo>
                    <a:pt x="1614" y="7520"/>
                  </a:lnTo>
                  <a:lnTo>
                    <a:pt x="1724" y="7447"/>
                  </a:lnTo>
                  <a:lnTo>
                    <a:pt x="1834" y="7337"/>
                  </a:lnTo>
                  <a:lnTo>
                    <a:pt x="2018" y="7043"/>
                  </a:lnTo>
                  <a:lnTo>
                    <a:pt x="2128" y="6823"/>
                  </a:lnTo>
                  <a:lnTo>
                    <a:pt x="2568" y="6200"/>
                  </a:lnTo>
                  <a:lnTo>
                    <a:pt x="2751" y="5870"/>
                  </a:lnTo>
                  <a:lnTo>
                    <a:pt x="2861" y="5723"/>
                  </a:lnTo>
                  <a:lnTo>
                    <a:pt x="2861" y="5539"/>
                  </a:lnTo>
                  <a:lnTo>
                    <a:pt x="2861" y="5466"/>
                  </a:lnTo>
                  <a:lnTo>
                    <a:pt x="2788" y="5429"/>
                  </a:lnTo>
                  <a:lnTo>
                    <a:pt x="2714" y="5393"/>
                  </a:lnTo>
                  <a:close/>
                  <a:moveTo>
                    <a:pt x="4072" y="4843"/>
                  </a:moveTo>
                  <a:lnTo>
                    <a:pt x="4182" y="5026"/>
                  </a:lnTo>
                  <a:lnTo>
                    <a:pt x="4328" y="5173"/>
                  </a:lnTo>
                  <a:lnTo>
                    <a:pt x="4475" y="5209"/>
                  </a:lnTo>
                  <a:lnTo>
                    <a:pt x="4622" y="5246"/>
                  </a:lnTo>
                  <a:lnTo>
                    <a:pt x="4769" y="5246"/>
                  </a:lnTo>
                  <a:lnTo>
                    <a:pt x="4915" y="5209"/>
                  </a:lnTo>
                  <a:lnTo>
                    <a:pt x="5319" y="5576"/>
                  </a:lnTo>
                  <a:lnTo>
                    <a:pt x="6163" y="6456"/>
                  </a:lnTo>
                  <a:lnTo>
                    <a:pt x="6126" y="6530"/>
                  </a:lnTo>
                  <a:lnTo>
                    <a:pt x="6089" y="6640"/>
                  </a:lnTo>
                  <a:lnTo>
                    <a:pt x="6126" y="6787"/>
                  </a:lnTo>
                  <a:lnTo>
                    <a:pt x="6163" y="6897"/>
                  </a:lnTo>
                  <a:lnTo>
                    <a:pt x="6236" y="7007"/>
                  </a:lnTo>
                  <a:lnTo>
                    <a:pt x="6236" y="7080"/>
                  </a:lnTo>
                  <a:lnTo>
                    <a:pt x="5942" y="7410"/>
                  </a:lnTo>
                  <a:lnTo>
                    <a:pt x="5686" y="7777"/>
                  </a:lnTo>
                  <a:lnTo>
                    <a:pt x="5172" y="8511"/>
                  </a:lnTo>
                  <a:lnTo>
                    <a:pt x="4695" y="9134"/>
                  </a:lnTo>
                  <a:lnTo>
                    <a:pt x="4585" y="9061"/>
                  </a:lnTo>
                  <a:lnTo>
                    <a:pt x="4439" y="9061"/>
                  </a:lnTo>
                  <a:lnTo>
                    <a:pt x="4255" y="9098"/>
                  </a:lnTo>
                  <a:lnTo>
                    <a:pt x="4108" y="9208"/>
                  </a:lnTo>
                  <a:lnTo>
                    <a:pt x="3998" y="9354"/>
                  </a:lnTo>
                  <a:lnTo>
                    <a:pt x="3925" y="9538"/>
                  </a:lnTo>
                  <a:lnTo>
                    <a:pt x="3595" y="9501"/>
                  </a:lnTo>
                  <a:lnTo>
                    <a:pt x="2825" y="9538"/>
                  </a:lnTo>
                  <a:lnTo>
                    <a:pt x="2788" y="9354"/>
                  </a:lnTo>
                  <a:lnTo>
                    <a:pt x="2678" y="9208"/>
                  </a:lnTo>
                  <a:lnTo>
                    <a:pt x="2531" y="9098"/>
                  </a:lnTo>
                  <a:lnTo>
                    <a:pt x="2384" y="9061"/>
                  </a:lnTo>
                  <a:lnTo>
                    <a:pt x="2238" y="9061"/>
                  </a:lnTo>
                  <a:lnTo>
                    <a:pt x="2054" y="9098"/>
                  </a:lnTo>
                  <a:lnTo>
                    <a:pt x="1577" y="8437"/>
                  </a:lnTo>
                  <a:lnTo>
                    <a:pt x="1394" y="8107"/>
                  </a:lnTo>
                  <a:lnTo>
                    <a:pt x="1137" y="7777"/>
                  </a:lnTo>
                  <a:lnTo>
                    <a:pt x="1211" y="7594"/>
                  </a:lnTo>
                  <a:lnTo>
                    <a:pt x="1247" y="7447"/>
                  </a:lnTo>
                  <a:lnTo>
                    <a:pt x="1211" y="7263"/>
                  </a:lnTo>
                  <a:lnTo>
                    <a:pt x="1174" y="7117"/>
                  </a:lnTo>
                  <a:lnTo>
                    <a:pt x="1064" y="7007"/>
                  </a:lnTo>
                  <a:lnTo>
                    <a:pt x="1101" y="6933"/>
                  </a:lnTo>
                  <a:lnTo>
                    <a:pt x="1174" y="6823"/>
                  </a:lnTo>
                  <a:lnTo>
                    <a:pt x="1247" y="6640"/>
                  </a:lnTo>
                  <a:lnTo>
                    <a:pt x="1614" y="5980"/>
                  </a:lnTo>
                  <a:lnTo>
                    <a:pt x="1944" y="5356"/>
                  </a:lnTo>
                  <a:lnTo>
                    <a:pt x="2164" y="5356"/>
                  </a:lnTo>
                  <a:lnTo>
                    <a:pt x="2384" y="5283"/>
                  </a:lnTo>
                  <a:lnTo>
                    <a:pt x="2531" y="5136"/>
                  </a:lnTo>
                  <a:lnTo>
                    <a:pt x="2604" y="5063"/>
                  </a:lnTo>
                  <a:lnTo>
                    <a:pt x="2641" y="4953"/>
                  </a:lnTo>
                  <a:lnTo>
                    <a:pt x="2678" y="4916"/>
                  </a:lnTo>
                  <a:lnTo>
                    <a:pt x="3118" y="4953"/>
                  </a:lnTo>
                  <a:lnTo>
                    <a:pt x="3705" y="4916"/>
                  </a:lnTo>
                  <a:lnTo>
                    <a:pt x="4072" y="4843"/>
                  </a:lnTo>
                  <a:close/>
                  <a:moveTo>
                    <a:pt x="8877" y="7740"/>
                  </a:moveTo>
                  <a:lnTo>
                    <a:pt x="8877" y="7777"/>
                  </a:lnTo>
                  <a:lnTo>
                    <a:pt x="8877" y="7814"/>
                  </a:lnTo>
                  <a:lnTo>
                    <a:pt x="8914" y="7997"/>
                  </a:lnTo>
                  <a:lnTo>
                    <a:pt x="8914" y="8070"/>
                  </a:lnTo>
                  <a:lnTo>
                    <a:pt x="8950" y="8181"/>
                  </a:lnTo>
                  <a:lnTo>
                    <a:pt x="9391" y="8731"/>
                  </a:lnTo>
                  <a:lnTo>
                    <a:pt x="9794" y="9281"/>
                  </a:lnTo>
                  <a:lnTo>
                    <a:pt x="9941" y="9464"/>
                  </a:lnTo>
                  <a:lnTo>
                    <a:pt x="10014" y="9538"/>
                  </a:lnTo>
                  <a:lnTo>
                    <a:pt x="10124" y="9574"/>
                  </a:lnTo>
                  <a:lnTo>
                    <a:pt x="10234" y="9574"/>
                  </a:lnTo>
                  <a:lnTo>
                    <a:pt x="10308" y="9538"/>
                  </a:lnTo>
                  <a:lnTo>
                    <a:pt x="10381" y="9501"/>
                  </a:lnTo>
                  <a:lnTo>
                    <a:pt x="10418" y="9391"/>
                  </a:lnTo>
                  <a:lnTo>
                    <a:pt x="10418" y="9354"/>
                  </a:lnTo>
                  <a:lnTo>
                    <a:pt x="10418" y="9244"/>
                  </a:lnTo>
                  <a:lnTo>
                    <a:pt x="10381" y="9171"/>
                  </a:lnTo>
                  <a:lnTo>
                    <a:pt x="10308" y="9134"/>
                  </a:lnTo>
                  <a:lnTo>
                    <a:pt x="10198" y="9098"/>
                  </a:lnTo>
                  <a:lnTo>
                    <a:pt x="10088" y="8951"/>
                  </a:lnTo>
                  <a:lnTo>
                    <a:pt x="10014" y="8841"/>
                  </a:lnTo>
                  <a:lnTo>
                    <a:pt x="9647" y="8401"/>
                  </a:lnTo>
                  <a:lnTo>
                    <a:pt x="9281" y="7924"/>
                  </a:lnTo>
                  <a:lnTo>
                    <a:pt x="9207" y="7850"/>
                  </a:lnTo>
                  <a:lnTo>
                    <a:pt x="9134" y="7814"/>
                  </a:lnTo>
                  <a:lnTo>
                    <a:pt x="8950" y="7740"/>
                  </a:lnTo>
                  <a:close/>
                  <a:moveTo>
                    <a:pt x="2128" y="9721"/>
                  </a:moveTo>
                  <a:lnTo>
                    <a:pt x="2054" y="9758"/>
                  </a:lnTo>
                  <a:lnTo>
                    <a:pt x="2054" y="9721"/>
                  </a:lnTo>
                  <a:close/>
                  <a:moveTo>
                    <a:pt x="5612" y="9281"/>
                  </a:moveTo>
                  <a:lnTo>
                    <a:pt x="5576" y="9318"/>
                  </a:lnTo>
                  <a:lnTo>
                    <a:pt x="5576" y="9354"/>
                  </a:lnTo>
                  <a:lnTo>
                    <a:pt x="5576" y="9538"/>
                  </a:lnTo>
                  <a:lnTo>
                    <a:pt x="5649" y="9684"/>
                  </a:lnTo>
                  <a:lnTo>
                    <a:pt x="5796" y="9941"/>
                  </a:lnTo>
                  <a:lnTo>
                    <a:pt x="6163" y="10455"/>
                  </a:lnTo>
                  <a:lnTo>
                    <a:pt x="6456" y="10895"/>
                  </a:lnTo>
                  <a:lnTo>
                    <a:pt x="6603" y="11115"/>
                  </a:lnTo>
                  <a:lnTo>
                    <a:pt x="6823" y="11298"/>
                  </a:lnTo>
                  <a:lnTo>
                    <a:pt x="6860" y="11372"/>
                  </a:lnTo>
                  <a:lnTo>
                    <a:pt x="6970" y="11482"/>
                  </a:lnTo>
                  <a:lnTo>
                    <a:pt x="7043" y="11519"/>
                  </a:lnTo>
                  <a:lnTo>
                    <a:pt x="7116" y="11519"/>
                  </a:lnTo>
                  <a:lnTo>
                    <a:pt x="7190" y="11482"/>
                  </a:lnTo>
                  <a:lnTo>
                    <a:pt x="7226" y="11408"/>
                  </a:lnTo>
                  <a:lnTo>
                    <a:pt x="7263" y="11188"/>
                  </a:lnTo>
                  <a:lnTo>
                    <a:pt x="7226" y="11078"/>
                  </a:lnTo>
                  <a:lnTo>
                    <a:pt x="7153" y="10968"/>
                  </a:lnTo>
                  <a:lnTo>
                    <a:pt x="7080" y="10932"/>
                  </a:lnTo>
                  <a:lnTo>
                    <a:pt x="7006" y="10895"/>
                  </a:lnTo>
                  <a:lnTo>
                    <a:pt x="6933" y="10785"/>
                  </a:lnTo>
                  <a:lnTo>
                    <a:pt x="6860" y="10675"/>
                  </a:lnTo>
                  <a:lnTo>
                    <a:pt x="6713" y="10455"/>
                  </a:lnTo>
                  <a:lnTo>
                    <a:pt x="6273" y="9831"/>
                  </a:lnTo>
                  <a:lnTo>
                    <a:pt x="6016" y="9501"/>
                  </a:lnTo>
                  <a:lnTo>
                    <a:pt x="5869" y="9391"/>
                  </a:lnTo>
                  <a:lnTo>
                    <a:pt x="5722" y="9281"/>
                  </a:lnTo>
                  <a:close/>
                  <a:moveTo>
                    <a:pt x="8730" y="6970"/>
                  </a:moveTo>
                  <a:lnTo>
                    <a:pt x="8804" y="7080"/>
                  </a:lnTo>
                  <a:lnTo>
                    <a:pt x="8914" y="7153"/>
                  </a:lnTo>
                  <a:lnTo>
                    <a:pt x="8987" y="7227"/>
                  </a:lnTo>
                  <a:lnTo>
                    <a:pt x="9097" y="7263"/>
                  </a:lnTo>
                  <a:lnTo>
                    <a:pt x="9391" y="7227"/>
                  </a:lnTo>
                  <a:lnTo>
                    <a:pt x="9501" y="7263"/>
                  </a:lnTo>
                  <a:lnTo>
                    <a:pt x="9574" y="7300"/>
                  </a:lnTo>
                  <a:lnTo>
                    <a:pt x="9721" y="7557"/>
                  </a:lnTo>
                  <a:lnTo>
                    <a:pt x="9867" y="7814"/>
                  </a:lnTo>
                  <a:lnTo>
                    <a:pt x="10234" y="8364"/>
                  </a:lnTo>
                  <a:lnTo>
                    <a:pt x="10711" y="9098"/>
                  </a:lnTo>
                  <a:lnTo>
                    <a:pt x="10638" y="9281"/>
                  </a:lnTo>
                  <a:lnTo>
                    <a:pt x="10601" y="9428"/>
                  </a:lnTo>
                  <a:lnTo>
                    <a:pt x="10564" y="9758"/>
                  </a:lnTo>
                  <a:lnTo>
                    <a:pt x="10528" y="9941"/>
                  </a:lnTo>
                  <a:lnTo>
                    <a:pt x="10528" y="10125"/>
                  </a:lnTo>
                  <a:lnTo>
                    <a:pt x="10528" y="10235"/>
                  </a:lnTo>
                  <a:lnTo>
                    <a:pt x="10564" y="10271"/>
                  </a:lnTo>
                  <a:lnTo>
                    <a:pt x="10344" y="10638"/>
                  </a:lnTo>
                  <a:lnTo>
                    <a:pt x="9794" y="11555"/>
                  </a:lnTo>
                  <a:lnTo>
                    <a:pt x="9684" y="11519"/>
                  </a:lnTo>
                  <a:lnTo>
                    <a:pt x="9537" y="11519"/>
                  </a:lnTo>
                  <a:lnTo>
                    <a:pt x="9391" y="11555"/>
                  </a:lnTo>
                  <a:lnTo>
                    <a:pt x="9281" y="11629"/>
                  </a:lnTo>
                  <a:lnTo>
                    <a:pt x="9170" y="11702"/>
                  </a:lnTo>
                  <a:lnTo>
                    <a:pt x="9097" y="11812"/>
                  </a:lnTo>
                  <a:lnTo>
                    <a:pt x="9024" y="11922"/>
                  </a:lnTo>
                  <a:lnTo>
                    <a:pt x="8987" y="12032"/>
                  </a:lnTo>
                  <a:lnTo>
                    <a:pt x="8400" y="12069"/>
                  </a:lnTo>
                  <a:lnTo>
                    <a:pt x="7483" y="12142"/>
                  </a:lnTo>
                  <a:lnTo>
                    <a:pt x="7006" y="12142"/>
                  </a:lnTo>
                  <a:lnTo>
                    <a:pt x="6970" y="11959"/>
                  </a:lnTo>
                  <a:lnTo>
                    <a:pt x="6823" y="11775"/>
                  </a:lnTo>
                  <a:lnTo>
                    <a:pt x="6749" y="11739"/>
                  </a:lnTo>
                  <a:lnTo>
                    <a:pt x="6676" y="11702"/>
                  </a:lnTo>
                  <a:lnTo>
                    <a:pt x="6493" y="11665"/>
                  </a:lnTo>
                  <a:lnTo>
                    <a:pt x="6419" y="11629"/>
                  </a:lnTo>
                  <a:lnTo>
                    <a:pt x="6346" y="11665"/>
                  </a:lnTo>
                  <a:lnTo>
                    <a:pt x="6273" y="11739"/>
                  </a:lnTo>
                  <a:lnTo>
                    <a:pt x="6199" y="11739"/>
                  </a:lnTo>
                  <a:lnTo>
                    <a:pt x="5979" y="11225"/>
                  </a:lnTo>
                  <a:lnTo>
                    <a:pt x="5722" y="10712"/>
                  </a:lnTo>
                  <a:lnTo>
                    <a:pt x="5466" y="10308"/>
                  </a:lnTo>
                  <a:lnTo>
                    <a:pt x="5172" y="9868"/>
                  </a:lnTo>
                  <a:lnTo>
                    <a:pt x="5209" y="9758"/>
                  </a:lnTo>
                  <a:lnTo>
                    <a:pt x="5246" y="9648"/>
                  </a:lnTo>
                  <a:lnTo>
                    <a:pt x="5246" y="9501"/>
                  </a:lnTo>
                  <a:lnTo>
                    <a:pt x="5209" y="9391"/>
                  </a:lnTo>
                  <a:lnTo>
                    <a:pt x="5135" y="9318"/>
                  </a:lnTo>
                  <a:lnTo>
                    <a:pt x="5099" y="9318"/>
                  </a:lnTo>
                  <a:lnTo>
                    <a:pt x="5209" y="9171"/>
                  </a:lnTo>
                  <a:lnTo>
                    <a:pt x="5759" y="8401"/>
                  </a:lnTo>
                  <a:lnTo>
                    <a:pt x="6163" y="7850"/>
                  </a:lnTo>
                  <a:lnTo>
                    <a:pt x="6383" y="7594"/>
                  </a:lnTo>
                  <a:lnTo>
                    <a:pt x="6529" y="7300"/>
                  </a:lnTo>
                  <a:lnTo>
                    <a:pt x="6676" y="7337"/>
                  </a:lnTo>
                  <a:lnTo>
                    <a:pt x="6933" y="7337"/>
                  </a:lnTo>
                  <a:lnTo>
                    <a:pt x="7080" y="7300"/>
                  </a:lnTo>
                  <a:lnTo>
                    <a:pt x="7190" y="7263"/>
                  </a:lnTo>
                  <a:lnTo>
                    <a:pt x="7300" y="7153"/>
                  </a:lnTo>
                  <a:lnTo>
                    <a:pt x="7410" y="7080"/>
                  </a:lnTo>
                  <a:lnTo>
                    <a:pt x="7483" y="6970"/>
                  </a:lnTo>
                  <a:close/>
                  <a:moveTo>
                    <a:pt x="4769" y="1"/>
                  </a:moveTo>
                  <a:lnTo>
                    <a:pt x="4769" y="37"/>
                  </a:lnTo>
                  <a:lnTo>
                    <a:pt x="4805" y="184"/>
                  </a:lnTo>
                  <a:lnTo>
                    <a:pt x="4879" y="294"/>
                  </a:lnTo>
                  <a:lnTo>
                    <a:pt x="4989" y="367"/>
                  </a:lnTo>
                  <a:lnTo>
                    <a:pt x="5099" y="404"/>
                  </a:lnTo>
                  <a:lnTo>
                    <a:pt x="5172" y="551"/>
                  </a:lnTo>
                  <a:lnTo>
                    <a:pt x="5282" y="697"/>
                  </a:lnTo>
                  <a:lnTo>
                    <a:pt x="5466" y="991"/>
                  </a:lnTo>
                  <a:lnTo>
                    <a:pt x="5539" y="1101"/>
                  </a:lnTo>
                  <a:lnTo>
                    <a:pt x="5466" y="1284"/>
                  </a:lnTo>
                  <a:lnTo>
                    <a:pt x="5466" y="1468"/>
                  </a:lnTo>
                  <a:lnTo>
                    <a:pt x="5539" y="1688"/>
                  </a:lnTo>
                  <a:lnTo>
                    <a:pt x="5649" y="1835"/>
                  </a:lnTo>
                  <a:lnTo>
                    <a:pt x="5722" y="1908"/>
                  </a:lnTo>
                  <a:lnTo>
                    <a:pt x="5356" y="2605"/>
                  </a:lnTo>
                  <a:lnTo>
                    <a:pt x="4879" y="3595"/>
                  </a:lnTo>
                  <a:lnTo>
                    <a:pt x="4769" y="3852"/>
                  </a:lnTo>
                  <a:lnTo>
                    <a:pt x="4622" y="4072"/>
                  </a:lnTo>
                  <a:lnTo>
                    <a:pt x="4402" y="4072"/>
                  </a:lnTo>
                  <a:lnTo>
                    <a:pt x="4292" y="4109"/>
                  </a:lnTo>
                  <a:lnTo>
                    <a:pt x="4182" y="4182"/>
                  </a:lnTo>
                  <a:lnTo>
                    <a:pt x="4108" y="4292"/>
                  </a:lnTo>
                  <a:lnTo>
                    <a:pt x="4072" y="4402"/>
                  </a:lnTo>
                  <a:lnTo>
                    <a:pt x="3485" y="4476"/>
                  </a:lnTo>
                  <a:lnTo>
                    <a:pt x="3045" y="4512"/>
                  </a:lnTo>
                  <a:lnTo>
                    <a:pt x="2678" y="4549"/>
                  </a:lnTo>
                  <a:lnTo>
                    <a:pt x="2568" y="4366"/>
                  </a:lnTo>
                  <a:lnTo>
                    <a:pt x="2458" y="4219"/>
                  </a:lnTo>
                  <a:lnTo>
                    <a:pt x="2274" y="4146"/>
                  </a:lnTo>
                  <a:lnTo>
                    <a:pt x="2091" y="4109"/>
                  </a:lnTo>
                  <a:lnTo>
                    <a:pt x="1907" y="4109"/>
                  </a:lnTo>
                  <a:lnTo>
                    <a:pt x="1797" y="4182"/>
                  </a:lnTo>
                  <a:lnTo>
                    <a:pt x="1651" y="4292"/>
                  </a:lnTo>
                  <a:lnTo>
                    <a:pt x="1577" y="4402"/>
                  </a:lnTo>
                  <a:lnTo>
                    <a:pt x="1504" y="4512"/>
                  </a:lnTo>
                  <a:lnTo>
                    <a:pt x="1504" y="4622"/>
                  </a:lnTo>
                  <a:lnTo>
                    <a:pt x="1431" y="4769"/>
                  </a:lnTo>
                  <a:lnTo>
                    <a:pt x="1431" y="4953"/>
                  </a:lnTo>
                  <a:lnTo>
                    <a:pt x="1467" y="5099"/>
                  </a:lnTo>
                  <a:lnTo>
                    <a:pt x="1504" y="5173"/>
                  </a:lnTo>
                  <a:lnTo>
                    <a:pt x="1504" y="5209"/>
                  </a:lnTo>
                  <a:lnTo>
                    <a:pt x="1247" y="5760"/>
                  </a:lnTo>
                  <a:lnTo>
                    <a:pt x="880" y="6420"/>
                  </a:lnTo>
                  <a:lnTo>
                    <a:pt x="770" y="6640"/>
                  </a:lnTo>
                  <a:lnTo>
                    <a:pt x="770" y="6713"/>
                  </a:lnTo>
                  <a:lnTo>
                    <a:pt x="734" y="6823"/>
                  </a:lnTo>
                  <a:lnTo>
                    <a:pt x="734" y="6787"/>
                  </a:lnTo>
                  <a:lnTo>
                    <a:pt x="624" y="6787"/>
                  </a:lnTo>
                  <a:lnTo>
                    <a:pt x="550" y="6823"/>
                  </a:lnTo>
                  <a:lnTo>
                    <a:pt x="404" y="6933"/>
                  </a:lnTo>
                  <a:lnTo>
                    <a:pt x="330" y="6970"/>
                  </a:lnTo>
                  <a:lnTo>
                    <a:pt x="257" y="7007"/>
                  </a:lnTo>
                  <a:lnTo>
                    <a:pt x="183" y="7117"/>
                  </a:lnTo>
                  <a:lnTo>
                    <a:pt x="110" y="7227"/>
                  </a:lnTo>
                  <a:lnTo>
                    <a:pt x="110" y="7447"/>
                  </a:lnTo>
                  <a:lnTo>
                    <a:pt x="0" y="7777"/>
                  </a:lnTo>
                  <a:lnTo>
                    <a:pt x="37" y="7850"/>
                  </a:lnTo>
                  <a:lnTo>
                    <a:pt x="73" y="7887"/>
                  </a:lnTo>
                  <a:lnTo>
                    <a:pt x="110" y="7960"/>
                  </a:lnTo>
                  <a:lnTo>
                    <a:pt x="183" y="7960"/>
                  </a:lnTo>
                  <a:lnTo>
                    <a:pt x="367" y="8034"/>
                  </a:lnTo>
                  <a:lnTo>
                    <a:pt x="660" y="8034"/>
                  </a:lnTo>
                  <a:lnTo>
                    <a:pt x="660" y="7997"/>
                  </a:lnTo>
                  <a:lnTo>
                    <a:pt x="770" y="7997"/>
                  </a:lnTo>
                  <a:lnTo>
                    <a:pt x="880" y="8181"/>
                  </a:lnTo>
                  <a:lnTo>
                    <a:pt x="990" y="8364"/>
                  </a:lnTo>
                  <a:lnTo>
                    <a:pt x="1211" y="8657"/>
                  </a:lnTo>
                  <a:lnTo>
                    <a:pt x="1651" y="9281"/>
                  </a:lnTo>
                  <a:lnTo>
                    <a:pt x="1687" y="9354"/>
                  </a:lnTo>
                  <a:lnTo>
                    <a:pt x="1651" y="9501"/>
                  </a:lnTo>
                  <a:lnTo>
                    <a:pt x="1614" y="9648"/>
                  </a:lnTo>
                  <a:lnTo>
                    <a:pt x="1577" y="9831"/>
                  </a:lnTo>
                  <a:lnTo>
                    <a:pt x="1577" y="9941"/>
                  </a:lnTo>
                  <a:lnTo>
                    <a:pt x="1614" y="10051"/>
                  </a:lnTo>
                  <a:lnTo>
                    <a:pt x="1541" y="10235"/>
                  </a:lnTo>
                  <a:lnTo>
                    <a:pt x="1431" y="10418"/>
                  </a:lnTo>
                  <a:lnTo>
                    <a:pt x="1357" y="10601"/>
                  </a:lnTo>
                  <a:lnTo>
                    <a:pt x="1211" y="10785"/>
                  </a:lnTo>
                  <a:lnTo>
                    <a:pt x="1137" y="10858"/>
                  </a:lnTo>
                  <a:lnTo>
                    <a:pt x="1137" y="10968"/>
                  </a:lnTo>
                  <a:lnTo>
                    <a:pt x="1174" y="11078"/>
                  </a:lnTo>
                  <a:lnTo>
                    <a:pt x="1247" y="11152"/>
                  </a:lnTo>
                  <a:lnTo>
                    <a:pt x="1357" y="11188"/>
                  </a:lnTo>
                  <a:lnTo>
                    <a:pt x="1467" y="11152"/>
                  </a:lnTo>
                  <a:lnTo>
                    <a:pt x="1541" y="11078"/>
                  </a:lnTo>
                  <a:lnTo>
                    <a:pt x="1577" y="10968"/>
                  </a:lnTo>
                  <a:lnTo>
                    <a:pt x="1614" y="10932"/>
                  </a:lnTo>
                  <a:lnTo>
                    <a:pt x="1687" y="10822"/>
                  </a:lnTo>
                  <a:lnTo>
                    <a:pt x="1761" y="10638"/>
                  </a:lnTo>
                  <a:lnTo>
                    <a:pt x="1834" y="10491"/>
                  </a:lnTo>
                  <a:lnTo>
                    <a:pt x="1907" y="10198"/>
                  </a:lnTo>
                  <a:lnTo>
                    <a:pt x="2164" y="10198"/>
                  </a:lnTo>
                  <a:lnTo>
                    <a:pt x="2348" y="10161"/>
                  </a:lnTo>
                  <a:lnTo>
                    <a:pt x="2494" y="10088"/>
                  </a:lnTo>
                  <a:lnTo>
                    <a:pt x="2641" y="10015"/>
                  </a:lnTo>
                  <a:lnTo>
                    <a:pt x="2714" y="9905"/>
                  </a:lnTo>
                  <a:lnTo>
                    <a:pt x="3338" y="9905"/>
                  </a:lnTo>
                  <a:lnTo>
                    <a:pt x="3998" y="9941"/>
                  </a:lnTo>
                  <a:lnTo>
                    <a:pt x="4035" y="10051"/>
                  </a:lnTo>
                  <a:lnTo>
                    <a:pt x="4072" y="10088"/>
                  </a:lnTo>
                  <a:lnTo>
                    <a:pt x="4145" y="10161"/>
                  </a:lnTo>
                  <a:lnTo>
                    <a:pt x="4292" y="10235"/>
                  </a:lnTo>
                  <a:lnTo>
                    <a:pt x="4439" y="10308"/>
                  </a:lnTo>
                  <a:lnTo>
                    <a:pt x="4622" y="10308"/>
                  </a:lnTo>
                  <a:lnTo>
                    <a:pt x="4805" y="10271"/>
                  </a:lnTo>
                  <a:lnTo>
                    <a:pt x="4879" y="10235"/>
                  </a:lnTo>
                  <a:lnTo>
                    <a:pt x="5282" y="10822"/>
                  </a:lnTo>
                  <a:lnTo>
                    <a:pt x="5429" y="11115"/>
                  </a:lnTo>
                  <a:lnTo>
                    <a:pt x="5576" y="11408"/>
                  </a:lnTo>
                  <a:lnTo>
                    <a:pt x="5796" y="11995"/>
                  </a:lnTo>
                  <a:lnTo>
                    <a:pt x="5759" y="12105"/>
                  </a:lnTo>
                  <a:lnTo>
                    <a:pt x="5759" y="12215"/>
                  </a:lnTo>
                  <a:lnTo>
                    <a:pt x="5759" y="12362"/>
                  </a:lnTo>
                  <a:lnTo>
                    <a:pt x="5759" y="12472"/>
                  </a:lnTo>
                  <a:lnTo>
                    <a:pt x="5759" y="12509"/>
                  </a:lnTo>
                  <a:lnTo>
                    <a:pt x="5722" y="12619"/>
                  </a:lnTo>
                  <a:lnTo>
                    <a:pt x="5722" y="12692"/>
                  </a:lnTo>
                  <a:lnTo>
                    <a:pt x="5759" y="12766"/>
                  </a:lnTo>
                  <a:lnTo>
                    <a:pt x="5979" y="12876"/>
                  </a:lnTo>
                  <a:lnTo>
                    <a:pt x="5759" y="13169"/>
                  </a:lnTo>
                  <a:lnTo>
                    <a:pt x="5612" y="13463"/>
                  </a:lnTo>
                  <a:lnTo>
                    <a:pt x="5502" y="13793"/>
                  </a:lnTo>
                  <a:lnTo>
                    <a:pt x="5429" y="14123"/>
                  </a:lnTo>
                  <a:lnTo>
                    <a:pt x="5392" y="14196"/>
                  </a:lnTo>
                  <a:lnTo>
                    <a:pt x="5429" y="14270"/>
                  </a:lnTo>
                  <a:lnTo>
                    <a:pt x="5502" y="14343"/>
                  </a:lnTo>
                  <a:lnTo>
                    <a:pt x="5576" y="14380"/>
                  </a:lnTo>
                  <a:lnTo>
                    <a:pt x="5649" y="14416"/>
                  </a:lnTo>
                  <a:lnTo>
                    <a:pt x="5722" y="14416"/>
                  </a:lnTo>
                  <a:lnTo>
                    <a:pt x="5759" y="14380"/>
                  </a:lnTo>
                  <a:lnTo>
                    <a:pt x="5832" y="14306"/>
                  </a:lnTo>
                  <a:lnTo>
                    <a:pt x="5832" y="14233"/>
                  </a:lnTo>
                  <a:lnTo>
                    <a:pt x="5869" y="14086"/>
                  </a:lnTo>
                  <a:lnTo>
                    <a:pt x="5979" y="13793"/>
                  </a:lnTo>
                  <a:lnTo>
                    <a:pt x="6089" y="13463"/>
                  </a:lnTo>
                  <a:lnTo>
                    <a:pt x="6309" y="13022"/>
                  </a:lnTo>
                  <a:lnTo>
                    <a:pt x="6566" y="13022"/>
                  </a:lnTo>
                  <a:lnTo>
                    <a:pt x="6713" y="12986"/>
                  </a:lnTo>
                  <a:lnTo>
                    <a:pt x="6786" y="12876"/>
                  </a:lnTo>
                  <a:lnTo>
                    <a:pt x="6860" y="12582"/>
                  </a:lnTo>
                  <a:lnTo>
                    <a:pt x="7593" y="12582"/>
                  </a:lnTo>
                  <a:lnTo>
                    <a:pt x="8253" y="12546"/>
                  </a:lnTo>
                  <a:lnTo>
                    <a:pt x="8914" y="12509"/>
                  </a:lnTo>
                  <a:lnTo>
                    <a:pt x="8950" y="12509"/>
                  </a:lnTo>
                  <a:lnTo>
                    <a:pt x="8950" y="12619"/>
                  </a:lnTo>
                  <a:lnTo>
                    <a:pt x="9024" y="12692"/>
                  </a:lnTo>
                  <a:lnTo>
                    <a:pt x="9170" y="12802"/>
                  </a:lnTo>
                  <a:lnTo>
                    <a:pt x="9354" y="12876"/>
                  </a:lnTo>
                  <a:lnTo>
                    <a:pt x="9537" y="12912"/>
                  </a:lnTo>
                  <a:lnTo>
                    <a:pt x="9647" y="13279"/>
                  </a:lnTo>
                  <a:lnTo>
                    <a:pt x="9794" y="13829"/>
                  </a:lnTo>
                  <a:lnTo>
                    <a:pt x="9904" y="14050"/>
                  </a:lnTo>
                  <a:lnTo>
                    <a:pt x="9977" y="14160"/>
                  </a:lnTo>
                  <a:lnTo>
                    <a:pt x="10051" y="14270"/>
                  </a:lnTo>
                  <a:lnTo>
                    <a:pt x="10198" y="14270"/>
                  </a:lnTo>
                  <a:lnTo>
                    <a:pt x="10271" y="14233"/>
                  </a:lnTo>
                  <a:lnTo>
                    <a:pt x="10308" y="14160"/>
                  </a:lnTo>
                  <a:lnTo>
                    <a:pt x="10308" y="14013"/>
                  </a:lnTo>
                  <a:lnTo>
                    <a:pt x="10308" y="13903"/>
                  </a:lnTo>
                  <a:lnTo>
                    <a:pt x="10198" y="13609"/>
                  </a:lnTo>
                  <a:lnTo>
                    <a:pt x="9977" y="12949"/>
                  </a:lnTo>
                  <a:lnTo>
                    <a:pt x="9904" y="12729"/>
                  </a:lnTo>
                  <a:lnTo>
                    <a:pt x="9977" y="12619"/>
                  </a:lnTo>
                  <a:lnTo>
                    <a:pt x="10088" y="12399"/>
                  </a:lnTo>
                  <a:lnTo>
                    <a:pt x="10124" y="12215"/>
                  </a:lnTo>
                  <a:lnTo>
                    <a:pt x="10161" y="12032"/>
                  </a:lnTo>
                  <a:lnTo>
                    <a:pt x="10161" y="11885"/>
                  </a:lnTo>
                  <a:lnTo>
                    <a:pt x="10124" y="11849"/>
                  </a:lnTo>
                  <a:lnTo>
                    <a:pt x="10601" y="11042"/>
                  </a:lnTo>
                  <a:lnTo>
                    <a:pt x="11115" y="10235"/>
                  </a:lnTo>
                  <a:lnTo>
                    <a:pt x="11371" y="10088"/>
                  </a:lnTo>
                  <a:lnTo>
                    <a:pt x="11518" y="9978"/>
                  </a:lnTo>
                  <a:lnTo>
                    <a:pt x="11628" y="9868"/>
                  </a:lnTo>
                  <a:lnTo>
                    <a:pt x="11665" y="9831"/>
                  </a:lnTo>
                  <a:lnTo>
                    <a:pt x="11738" y="9758"/>
                  </a:lnTo>
                  <a:lnTo>
                    <a:pt x="11812" y="9611"/>
                  </a:lnTo>
                  <a:lnTo>
                    <a:pt x="11885" y="9464"/>
                  </a:lnTo>
                  <a:lnTo>
                    <a:pt x="12068" y="9501"/>
                  </a:lnTo>
                  <a:lnTo>
                    <a:pt x="12288" y="9501"/>
                  </a:lnTo>
                  <a:lnTo>
                    <a:pt x="12875" y="9538"/>
                  </a:lnTo>
                  <a:lnTo>
                    <a:pt x="13426" y="9501"/>
                  </a:lnTo>
                  <a:lnTo>
                    <a:pt x="13499" y="9501"/>
                  </a:lnTo>
                  <a:lnTo>
                    <a:pt x="13572" y="9464"/>
                  </a:lnTo>
                  <a:lnTo>
                    <a:pt x="13646" y="9391"/>
                  </a:lnTo>
                  <a:lnTo>
                    <a:pt x="13646" y="9318"/>
                  </a:lnTo>
                  <a:lnTo>
                    <a:pt x="13682" y="9244"/>
                  </a:lnTo>
                  <a:lnTo>
                    <a:pt x="13646" y="9171"/>
                  </a:lnTo>
                  <a:lnTo>
                    <a:pt x="13609" y="9098"/>
                  </a:lnTo>
                  <a:lnTo>
                    <a:pt x="13536" y="9024"/>
                  </a:lnTo>
                  <a:lnTo>
                    <a:pt x="13426" y="9024"/>
                  </a:lnTo>
                  <a:lnTo>
                    <a:pt x="13059" y="8988"/>
                  </a:lnTo>
                  <a:lnTo>
                    <a:pt x="12655" y="8988"/>
                  </a:lnTo>
                  <a:lnTo>
                    <a:pt x="11885" y="9024"/>
                  </a:lnTo>
                  <a:lnTo>
                    <a:pt x="11812" y="8951"/>
                  </a:lnTo>
                  <a:lnTo>
                    <a:pt x="11738" y="8877"/>
                  </a:lnTo>
                  <a:lnTo>
                    <a:pt x="11518" y="8767"/>
                  </a:lnTo>
                  <a:lnTo>
                    <a:pt x="11445" y="8767"/>
                  </a:lnTo>
                  <a:lnTo>
                    <a:pt x="11335" y="8804"/>
                  </a:lnTo>
                  <a:lnTo>
                    <a:pt x="11225" y="8767"/>
                  </a:lnTo>
                  <a:lnTo>
                    <a:pt x="11078" y="8804"/>
                  </a:lnTo>
                  <a:lnTo>
                    <a:pt x="10638" y="8107"/>
                  </a:lnTo>
                  <a:lnTo>
                    <a:pt x="10271" y="7594"/>
                  </a:lnTo>
                  <a:lnTo>
                    <a:pt x="10088" y="7300"/>
                  </a:lnTo>
                  <a:lnTo>
                    <a:pt x="9904" y="7080"/>
                  </a:lnTo>
                  <a:lnTo>
                    <a:pt x="9977" y="6970"/>
                  </a:lnTo>
                  <a:lnTo>
                    <a:pt x="10051" y="6823"/>
                  </a:lnTo>
                  <a:lnTo>
                    <a:pt x="10088" y="6713"/>
                  </a:lnTo>
                  <a:lnTo>
                    <a:pt x="10124" y="6567"/>
                  </a:lnTo>
                  <a:lnTo>
                    <a:pt x="10088" y="6493"/>
                  </a:lnTo>
                  <a:lnTo>
                    <a:pt x="10051" y="6456"/>
                  </a:lnTo>
                  <a:lnTo>
                    <a:pt x="9941" y="6456"/>
                  </a:lnTo>
                  <a:lnTo>
                    <a:pt x="10124" y="6236"/>
                  </a:lnTo>
                  <a:lnTo>
                    <a:pt x="10308" y="5980"/>
                  </a:lnTo>
                  <a:lnTo>
                    <a:pt x="10638" y="5503"/>
                  </a:lnTo>
                  <a:lnTo>
                    <a:pt x="11005" y="4953"/>
                  </a:lnTo>
                  <a:lnTo>
                    <a:pt x="11078" y="4953"/>
                  </a:lnTo>
                  <a:lnTo>
                    <a:pt x="11151" y="4916"/>
                  </a:lnTo>
                  <a:lnTo>
                    <a:pt x="11225" y="4843"/>
                  </a:lnTo>
                  <a:lnTo>
                    <a:pt x="11298" y="4769"/>
                  </a:lnTo>
                  <a:lnTo>
                    <a:pt x="11518" y="4586"/>
                  </a:lnTo>
                  <a:lnTo>
                    <a:pt x="11591" y="4476"/>
                  </a:lnTo>
                  <a:lnTo>
                    <a:pt x="11665" y="4366"/>
                  </a:lnTo>
                  <a:lnTo>
                    <a:pt x="11702" y="4256"/>
                  </a:lnTo>
                  <a:lnTo>
                    <a:pt x="11702" y="4146"/>
                  </a:lnTo>
                  <a:lnTo>
                    <a:pt x="11665" y="3999"/>
                  </a:lnTo>
                  <a:lnTo>
                    <a:pt x="11591" y="3889"/>
                  </a:lnTo>
                  <a:lnTo>
                    <a:pt x="11518" y="3779"/>
                  </a:lnTo>
                  <a:lnTo>
                    <a:pt x="11408" y="3742"/>
                  </a:lnTo>
                  <a:lnTo>
                    <a:pt x="11298" y="3705"/>
                  </a:lnTo>
                  <a:lnTo>
                    <a:pt x="11151" y="3669"/>
                  </a:lnTo>
                  <a:lnTo>
                    <a:pt x="10931" y="3192"/>
                  </a:lnTo>
                  <a:lnTo>
                    <a:pt x="10674" y="2752"/>
                  </a:lnTo>
                  <a:lnTo>
                    <a:pt x="10344" y="2091"/>
                  </a:lnTo>
                  <a:lnTo>
                    <a:pt x="10124" y="1725"/>
                  </a:lnTo>
                  <a:lnTo>
                    <a:pt x="9904" y="1431"/>
                  </a:lnTo>
                  <a:lnTo>
                    <a:pt x="9941" y="1284"/>
                  </a:lnTo>
                  <a:lnTo>
                    <a:pt x="9941" y="1211"/>
                  </a:lnTo>
                  <a:lnTo>
                    <a:pt x="9977" y="1064"/>
                  </a:lnTo>
                  <a:lnTo>
                    <a:pt x="9941" y="954"/>
                  </a:lnTo>
                  <a:lnTo>
                    <a:pt x="9904" y="844"/>
                  </a:lnTo>
                  <a:lnTo>
                    <a:pt x="9831" y="697"/>
                  </a:lnTo>
                  <a:lnTo>
                    <a:pt x="9721" y="587"/>
                  </a:lnTo>
                  <a:lnTo>
                    <a:pt x="9574" y="514"/>
                  </a:lnTo>
                  <a:lnTo>
                    <a:pt x="9427" y="477"/>
                  </a:lnTo>
                  <a:lnTo>
                    <a:pt x="9244" y="514"/>
                  </a:lnTo>
                  <a:lnTo>
                    <a:pt x="9097" y="551"/>
                  </a:lnTo>
                  <a:lnTo>
                    <a:pt x="8987" y="661"/>
                  </a:lnTo>
                  <a:lnTo>
                    <a:pt x="8914" y="808"/>
                  </a:lnTo>
                  <a:lnTo>
                    <a:pt x="8877" y="954"/>
                  </a:lnTo>
                  <a:lnTo>
                    <a:pt x="8840" y="1028"/>
                  </a:lnTo>
                  <a:lnTo>
                    <a:pt x="7887" y="1101"/>
                  </a:lnTo>
                  <a:lnTo>
                    <a:pt x="7080" y="1174"/>
                  </a:lnTo>
                  <a:lnTo>
                    <a:pt x="6933" y="1174"/>
                  </a:lnTo>
                  <a:lnTo>
                    <a:pt x="6860" y="1064"/>
                  </a:lnTo>
                  <a:lnTo>
                    <a:pt x="6749" y="918"/>
                  </a:lnTo>
                  <a:lnTo>
                    <a:pt x="6713" y="881"/>
                  </a:lnTo>
                  <a:lnTo>
                    <a:pt x="6639" y="808"/>
                  </a:lnTo>
                  <a:lnTo>
                    <a:pt x="6529" y="771"/>
                  </a:lnTo>
                  <a:lnTo>
                    <a:pt x="6456" y="771"/>
                  </a:lnTo>
                  <a:lnTo>
                    <a:pt x="6383" y="808"/>
                  </a:lnTo>
                  <a:lnTo>
                    <a:pt x="5942" y="808"/>
                  </a:lnTo>
                  <a:lnTo>
                    <a:pt x="5686" y="477"/>
                  </a:lnTo>
                  <a:lnTo>
                    <a:pt x="5576" y="294"/>
                  </a:lnTo>
                  <a:lnTo>
                    <a:pt x="5466" y="111"/>
                  </a:lnTo>
                  <a:lnTo>
                    <a:pt x="5429" y="37"/>
                  </a:lnTo>
                  <a:lnTo>
                    <a:pt x="5356" y="1"/>
                  </a:lnTo>
                  <a:lnTo>
                    <a:pt x="5209" y="1"/>
                  </a:lnTo>
                  <a:lnTo>
                    <a:pt x="5025" y="37"/>
                  </a:lnTo>
                  <a:lnTo>
                    <a:pt x="4915" y="1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85" name="Google Shape;308;p5">
              <a:extLst>
                <a:ext uri="{FF2B5EF4-FFF2-40B4-BE49-F238E27FC236}">
                  <a16:creationId xmlns:a16="http://schemas.microsoft.com/office/drawing/2014/main" id="{634D8B8E-87FB-4B4C-ADAA-7193446D5204}"/>
                </a:ext>
              </a:extLst>
            </p:cNvPr>
            <p:cNvSpPr/>
            <p:nvPr/>
          </p:nvSpPr>
          <p:spPr>
            <a:xfrm>
              <a:off x="6789450" y="3384325"/>
              <a:ext cx="262300" cy="186175"/>
            </a:xfrm>
            <a:custGeom>
              <a:avLst/>
              <a:gdLst/>
              <a:ahLst/>
              <a:cxnLst/>
              <a:rect l="l" t="t" r="r" b="b"/>
              <a:pathLst>
                <a:path w="10492" h="7447" extrusionOk="0">
                  <a:moveTo>
                    <a:pt x="7300" y="1761"/>
                  </a:moveTo>
                  <a:lnTo>
                    <a:pt x="7117" y="1797"/>
                  </a:lnTo>
                  <a:lnTo>
                    <a:pt x="6897" y="1834"/>
                  </a:lnTo>
                  <a:lnTo>
                    <a:pt x="6713" y="1907"/>
                  </a:lnTo>
                  <a:lnTo>
                    <a:pt x="6530" y="2017"/>
                  </a:lnTo>
                  <a:lnTo>
                    <a:pt x="6383" y="2128"/>
                  </a:lnTo>
                  <a:lnTo>
                    <a:pt x="6273" y="2274"/>
                  </a:lnTo>
                  <a:lnTo>
                    <a:pt x="6200" y="2458"/>
                  </a:lnTo>
                  <a:lnTo>
                    <a:pt x="6200" y="2531"/>
                  </a:lnTo>
                  <a:lnTo>
                    <a:pt x="6237" y="2604"/>
                  </a:lnTo>
                  <a:lnTo>
                    <a:pt x="6310" y="2641"/>
                  </a:lnTo>
                  <a:lnTo>
                    <a:pt x="6383" y="2641"/>
                  </a:lnTo>
                  <a:lnTo>
                    <a:pt x="6530" y="2604"/>
                  </a:lnTo>
                  <a:lnTo>
                    <a:pt x="6640" y="2531"/>
                  </a:lnTo>
                  <a:lnTo>
                    <a:pt x="6860" y="2384"/>
                  </a:lnTo>
                  <a:lnTo>
                    <a:pt x="7007" y="2348"/>
                  </a:lnTo>
                  <a:lnTo>
                    <a:pt x="7154" y="2274"/>
                  </a:lnTo>
                  <a:lnTo>
                    <a:pt x="7484" y="2274"/>
                  </a:lnTo>
                  <a:lnTo>
                    <a:pt x="7667" y="2311"/>
                  </a:lnTo>
                  <a:lnTo>
                    <a:pt x="7851" y="2384"/>
                  </a:lnTo>
                  <a:lnTo>
                    <a:pt x="7924" y="2458"/>
                  </a:lnTo>
                  <a:lnTo>
                    <a:pt x="7961" y="2531"/>
                  </a:lnTo>
                  <a:lnTo>
                    <a:pt x="7997" y="2641"/>
                  </a:lnTo>
                  <a:lnTo>
                    <a:pt x="7997" y="2751"/>
                  </a:lnTo>
                  <a:lnTo>
                    <a:pt x="7961" y="2898"/>
                  </a:lnTo>
                  <a:lnTo>
                    <a:pt x="7887" y="3045"/>
                  </a:lnTo>
                  <a:lnTo>
                    <a:pt x="7667" y="3338"/>
                  </a:lnTo>
                  <a:lnTo>
                    <a:pt x="7190" y="3998"/>
                  </a:lnTo>
                  <a:lnTo>
                    <a:pt x="6713" y="4622"/>
                  </a:lnTo>
                  <a:lnTo>
                    <a:pt x="5686" y="5869"/>
                  </a:lnTo>
                  <a:lnTo>
                    <a:pt x="5613" y="6016"/>
                  </a:lnTo>
                  <a:lnTo>
                    <a:pt x="5650" y="6162"/>
                  </a:lnTo>
                  <a:lnTo>
                    <a:pt x="5686" y="6236"/>
                  </a:lnTo>
                  <a:lnTo>
                    <a:pt x="5723" y="6273"/>
                  </a:lnTo>
                  <a:lnTo>
                    <a:pt x="5796" y="6309"/>
                  </a:lnTo>
                  <a:lnTo>
                    <a:pt x="5870" y="6309"/>
                  </a:lnTo>
                  <a:lnTo>
                    <a:pt x="6567" y="6273"/>
                  </a:lnTo>
                  <a:lnTo>
                    <a:pt x="7264" y="6309"/>
                  </a:lnTo>
                  <a:lnTo>
                    <a:pt x="8034" y="6346"/>
                  </a:lnTo>
                  <a:lnTo>
                    <a:pt x="8401" y="6419"/>
                  </a:lnTo>
                  <a:lnTo>
                    <a:pt x="8547" y="6419"/>
                  </a:lnTo>
                  <a:lnTo>
                    <a:pt x="8731" y="6383"/>
                  </a:lnTo>
                  <a:lnTo>
                    <a:pt x="8841" y="6309"/>
                  </a:lnTo>
                  <a:lnTo>
                    <a:pt x="8878" y="6199"/>
                  </a:lnTo>
                  <a:lnTo>
                    <a:pt x="8878" y="6089"/>
                  </a:lnTo>
                  <a:lnTo>
                    <a:pt x="8768" y="6016"/>
                  </a:lnTo>
                  <a:lnTo>
                    <a:pt x="8658" y="5942"/>
                  </a:lnTo>
                  <a:lnTo>
                    <a:pt x="8474" y="5869"/>
                  </a:lnTo>
                  <a:lnTo>
                    <a:pt x="8107" y="5796"/>
                  </a:lnTo>
                  <a:lnTo>
                    <a:pt x="7410" y="5759"/>
                  </a:lnTo>
                  <a:lnTo>
                    <a:pt x="6457" y="5759"/>
                  </a:lnTo>
                  <a:lnTo>
                    <a:pt x="7557" y="4365"/>
                  </a:lnTo>
                  <a:lnTo>
                    <a:pt x="7851" y="3998"/>
                  </a:lnTo>
                  <a:lnTo>
                    <a:pt x="8144" y="3595"/>
                  </a:lnTo>
                  <a:lnTo>
                    <a:pt x="8291" y="3375"/>
                  </a:lnTo>
                  <a:lnTo>
                    <a:pt x="8401" y="3191"/>
                  </a:lnTo>
                  <a:lnTo>
                    <a:pt x="8474" y="2935"/>
                  </a:lnTo>
                  <a:lnTo>
                    <a:pt x="8511" y="2714"/>
                  </a:lnTo>
                  <a:lnTo>
                    <a:pt x="8511" y="2494"/>
                  </a:lnTo>
                  <a:lnTo>
                    <a:pt x="8437" y="2311"/>
                  </a:lnTo>
                  <a:lnTo>
                    <a:pt x="8327" y="2164"/>
                  </a:lnTo>
                  <a:lnTo>
                    <a:pt x="8217" y="2017"/>
                  </a:lnTo>
                  <a:lnTo>
                    <a:pt x="8071" y="1907"/>
                  </a:lnTo>
                  <a:lnTo>
                    <a:pt x="7887" y="1834"/>
                  </a:lnTo>
                  <a:lnTo>
                    <a:pt x="7667" y="1797"/>
                  </a:lnTo>
                  <a:lnTo>
                    <a:pt x="7484" y="1761"/>
                  </a:lnTo>
                  <a:close/>
                  <a:moveTo>
                    <a:pt x="954" y="0"/>
                  </a:moveTo>
                  <a:lnTo>
                    <a:pt x="771" y="37"/>
                  </a:lnTo>
                  <a:lnTo>
                    <a:pt x="624" y="110"/>
                  </a:lnTo>
                  <a:lnTo>
                    <a:pt x="441" y="183"/>
                  </a:lnTo>
                  <a:lnTo>
                    <a:pt x="294" y="257"/>
                  </a:lnTo>
                  <a:lnTo>
                    <a:pt x="147" y="404"/>
                  </a:lnTo>
                  <a:lnTo>
                    <a:pt x="37" y="514"/>
                  </a:lnTo>
                  <a:lnTo>
                    <a:pt x="1" y="587"/>
                  </a:lnTo>
                  <a:lnTo>
                    <a:pt x="1" y="660"/>
                  </a:lnTo>
                  <a:lnTo>
                    <a:pt x="74" y="770"/>
                  </a:lnTo>
                  <a:lnTo>
                    <a:pt x="184" y="844"/>
                  </a:lnTo>
                  <a:lnTo>
                    <a:pt x="257" y="844"/>
                  </a:lnTo>
                  <a:lnTo>
                    <a:pt x="331" y="807"/>
                  </a:lnTo>
                  <a:lnTo>
                    <a:pt x="661" y="660"/>
                  </a:lnTo>
                  <a:lnTo>
                    <a:pt x="844" y="624"/>
                  </a:lnTo>
                  <a:lnTo>
                    <a:pt x="1028" y="587"/>
                  </a:lnTo>
                  <a:lnTo>
                    <a:pt x="991" y="624"/>
                  </a:lnTo>
                  <a:lnTo>
                    <a:pt x="991" y="844"/>
                  </a:lnTo>
                  <a:lnTo>
                    <a:pt x="991" y="1064"/>
                  </a:lnTo>
                  <a:lnTo>
                    <a:pt x="1101" y="1467"/>
                  </a:lnTo>
                  <a:lnTo>
                    <a:pt x="1358" y="2641"/>
                  </a:lnTo>
                  <a:lnTo>
                    <a:pt x="2312" y="7263"/>
                  </a:lnTo>
                  <a:lnTo>
                    <a:pt x="2348" y="7336"/>
                  </a:lnTo>
                  <a:lnTo>
                    <a:pt x="2422" y="7410"/>
                  </a:lnTo>
                  <a:lnTo>
                    <a:pt x="2495" y="7446"/>
                  </a:lnTo>
                  <a:lnTo>
                    <a:pt x="2678" y="7446"/>
                  </a:lnTo>
                  <a:lnTo>
                    <a:pt x="2752" y="7410"/>
                  </a:lnTo>
                  <a:lnTo>
                    <a:pt x="2825" y="7336"/>
                  </a:lnTo>
                  <a:lnTo>
                    <a:pt x="2862" y="7263"/>
                  </a:lnTo>
                  <a:lnTo>
                    <a:pt x="4072" y="4108"/>
                  </a:lnTo>
                  <a:lnTo>
                    <a:pt x="5246" y="990"/>
                  </a:lnTo>
                  <a:lnTo>
                    <a:pt x="6457" y="917"/>
                  </a:lnTo>
                  <a:lnTo>
                    <a:pt x="7667" y="880"/>
                  </a:lnTo>
                  <a:lnTo>
                    <a:pt x="8988" y="917"/>
                  </a:lnTo>
                  <a:lnTo>
                    <a:pt x="9648" y="990"/>
                  </a:lnTo>
                  <a:lnTo>
                    <a:pt x="9978" y="990"/>
                  </a:lnTo>
                  <a:lnTo>
                    <a:pt x="10308" y="954"/>
                  </a:lnTo>
                  <a:lnTo>
                    <a:pt x="10382" y="917"/>
                  </a:lnTo>
                  <a:lnTo>
                    <a:pt x="10455" y="880"/>
                  </a:lnTo>
                  <a:lnTo>
                    <a:pt x="10492" y="807"/>
                  </a:lnTo>
                  <a:lnTo>
                    <a:pt x="10492" y="734"/>
                  </a:lnTo>
                  <a:lnTo>
                    <a:pt x="10418" y="587"/>
                  </a:lnTo>
                  <a:lnTo>
                    <a:pt x="10382" y="514"/>
                  </a:lnTo>
                  <a:lnTo>
                    <a:pt x="10308" y="477"/>
                  </a:lnTo>
                  <a:lnTo>
                    <a:pt x="10015" y="404"/>
                  </a:lnTo>
                  <a:lnTo>
                    <a:pt x="9721" y="367"/>
                  </a:lnTo>
                  <a:lnTo>
                    <a:pt x="9134" y="330"/>
                  </a:lnTo>
                  <a:lnTo>
                    <a:pt x="7814" y="293"/>
                  </a:lnTo>
                  <a:lnTo>
                    <a:pt x="6420" y="330"/>
                  </a:lnTo>
                  <a:lnTo>
                    <a:pt x="5026" y="404"/>
                  </a:lnTo>
                  <a:lnTo>
                    <a:pt x="4916" y="440"/>
                  </a:lnTo>
                  <a:lnTo>
                    <a:pt x="4843" y="477"/>
                  </a:lnTo>
                  <a:lnTo>
                    <a:pt x="4806" y="550"/>
                  </a:lnTo>
                  <a:lnTo>
                    <a:pt x="4733" y="624"/>
                  </a:lnTo>
                  <a:lnTo>
                    <a:pt x="2678" y="6162"/>
                  </a:lnTo>
                  <a:lnTo>
                    <a:pt x="2128" y="3705"/>
                  </a:lnTo>
                  <a:lnTo>
                    <a:pt x="1725" y="1981"/>
                  </a:lnTo>
                  <a:lnTo>
                    <a:pt x="1541" y="1210"/>
                  </a:lnTo>
                  <a:lnTo>
                    <a:pt x="1468" y="844"/>
                  </a:lnTo>
                  <a:lnTo>
                    <a:pt x="1431" y="660"/>
                  </a:lnTo>
                  <a:lnTo>
                    <a:pt x="1395" y="550"/>
                  </a:lnTo>
                  <a:lnTo>
                    <a:pt x="1431" y="550"/>
                  </a:lnTo>
                  <a:lnTo>
                    <a:pt x="1468" y="514"/>
                  </a:lnTo>
                  <a:lnTo>
                    <a:pt x="1468" y="477"/>
                  </a:lnTo>
                  <a:lnTo>
                    <a:pt x="1505" y="367"/>
                  </a:lnTo>
                  <a:lnTo>
                    <a:pt x="1505" y="220"/>
                  </a:lnTo>
                  <a:lnTo>
                    <a:pt x="1468" y="110"/>
                  </a:lnTo>
                  <a:lnTo>
                    <a:pt x="1395" y="73"/>
                  </a:lnTo>
                  <a:lnTo>
                    <a:pt x="1321" y="37"/>
                  </a:lnTo>
                  <a:lnTo>
                    <a:pt x="1138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86" name="Google Shape;309;p5">
              <a:extLst>
                <a:ext uri="{FF2B5EF4-FFF2-40B4-BE49-F238E27FC236}">
                  <a16:creationId xmlns:a16="http://schemas.microsoft.com/office/drawing/2014/main" id="{A84278D9-55A7-43CB-80E4-4915603F39C1}"/>
                </a:ext>
              </a:extLst>
            </p:cNvPr>
            <p:cNvSpPr/>
            <p:nvPr/>
          </p:nvSpPr>
          <p:spPr>
            <a:xfrm>
              <a:off x="6950850" y="4617725"/>
              <a:ext cx="254050" cy="162350"/>
            </a:xfrm>
            <a:custGeom>
              <a:avLst/>
              <a:gdLst/>
              <a:ahLst/>
              <a:cxnLst/>
              <a:rect l="l" t="t" r="r" b="b"/>
              <a:pathLst>
                <a:path w="10162" h="6494" extrusionOk="0">
                  <a:moveTo>
                    <a:pt x="8291" y="587"/>
                  </a:moveTo>
                  <a:lnTo>
                    <a:pt x="8291" y="698"/>
                  </a:lnTo>
                  <a:lnTo>
                    <a:pt x="8327" y="771"/>
                  </a:lnTo>
                  <a:lnTo>
                    <a:pt x="8401" y="808"/>
                  </a:lnTo>
                  <a:lnTo>
                    <a:pt x="8474" y="808"/>
                  </a:lnTo>
                  <a:lnTo>
                    <a:pt x="8768" y="771"/>
                  </a:lnTo>
                  <a:lnTo>
                    <a:pt x="8914" y="771"/>
                  </a:lnTo>
                  <a:lnTo>
                    <a:pt x="8988" y="808"/>
                  </a:lnTo>
                  <a:lnTo>
                    <a:pt x="9024" y="844"/>
                  </a:lnTo>
                  <a:lnTo>
                    <a:pt x="9208" y="1101"/>
                  </a:lnTo>
                  <a:lnTo>
                    <a:pt x="9318" y="1321"/>
                  </a:lnTo>
                  <a:lnTo>
                    <a:pt x="9465" y="1615"/>
                  </a:lnTo>
                  <a:lnTo>
                    <a:pt x="9538" y="1871"/>
                  </a:lnTo>
                  <a:lnTo>
                    <a:pt x="9611" y="2165"/>
                  </a:lnTo>
                  <a:lnTo>
                    <a:pt x="9648" y="2458"/>
                  </a:lnTo>
                  <a:lnTo>
                    <a:pt x="9648" y="2715"/>
                  </a:lnTo>
                  <a:lnTo>
                    <a:pt x="9575" y="2972"/>
                  </a:lnTo>
                  <a:lnTo>
                    <a:pt x="9501" y="3229"/>
                  </a:lnTo>
                  <a:lnTo>
                    <a:pt x="9354" y="3485"/>
                  </a:lnTo>
                  <a:lnTo>
                    <a:pt x="9171" y="3669"/>
                  </a:lnTo>
                  <a:lnTo>
                    <a:pt x="8988" y="3852"/>
                  </a:lnTo>
                  <a:lnTo>
                    <a:pt x="8731" y="3962"/>
                  </a:lnTo>
                  <a:lnTo>
                    <a:pt x="8474" y="3999"/>
                  </a:lnTo>
                  <a:lnTo>
                    <a:pt x="8327" y="3999"/>
                  </a:lnTo>
                  <a:lnTo>
                    <a:pt x="8217" y="3925"/>
                  </a:lnTo>
                  <a:lnTo>
                    <a:pt x="8107" y="3852"/>
                  </a:lnTo>
                  <a:lnTo>
                    <a:pt x="7997" y="3742"/>
                  </a:lnTo>
                  <a:lnTo>
                    <a:pt x="7851" y="3485"/>
                  </a:lnTo>
                  <a:lnTo>
                    <a:pt x="7740" y="3229"/>
                  </a:lnTo>
                  <a:lnTo>
                    <a:pt x="7630" y="2935"/>
                  </a:lnTo>
                  <a:lnTo>
                    <a:pt x="7594" y="2605"/>
                  </a:lnTo>
                  <a:lnTo>
                    <a:pt x="7557" y="2311"/>
                  </a:lnTo>
                  <a:lnTo>
                    <a:pt x="7594" y="1981"/>
                  </a:lnTo>
                  <a:lnTo>
                    <a:pt x="7630" y="1578"/>
                  </a:lnTo>
                  <a:lnTo>
                    <a:pt x="7777" y="1211"/>
                  </a:lnTo>
                  <a:lnTo>
                    <a:pt x="7887" y="1028"/>
                  </a:lnTo>
                  <a:lnTo>
                    <a:pt x="7997" y="844"/>
                  </a:lnTo>
                  <a:lnTo>
                    <a:pt x="8107" y="698"/>
                  </a:lnTo>
                  <a:lnTo>
                    <a:pt x="8291" y="587"/>
                  </a:lnTo>
                  <a:close/>
                  <a:moveTo>
                    <a:pt x="8401" y="147"/>
                  </a:moveTo>
                  <a:lnTo>
                    <a:pt x="8181" y="221"/>
                  </a:lnTo>
                  <a:lnTo>
                    <a:pt x="7961" y="294"/>
                  </a:lnTo>
                  <a:lnTo>
                    <a:pt x="7814" y="404"/>
                  </a:lnTo>
                  <a:lnTo>
                    <a:pt x="7667" y="551"/>
                  </a:lnTo>
                  <a:lnTo>
                    <a:pt x="7520" y="698"/>
                  </a:lnTo>
                  <a:lnTo>
                    <a:pt x="7410" y="881"/>
                  </a:lnTo>
                  <a:lnTo>
                    <a:pt x="7264" y="1284"/>
                  </a:lnTo>
                  <a:lnTo>
                    <a:pt x="7154" y="1688"/>
                  </a:lnTo>
                  <a:lnTo>
                    <a:pt x="7117" y="2055"/>
                  </a:lnTo>
                  <a:lnTo>
                    <a:pt x="7080" y="2458"/>
                  </a:lnTo>
                  <a:lnTo>
                    <a:pt x="7154" y="2935"/>
                  </a:lnTo>
                  <a:lnTo>
                    <a:pt x="7264" y="3375"/>
                  </a:lnTo>
                  <a:lnTo>
                    <a:pt x="7410" y="3779"/>
                  </a:lnTo>
                  <a:lnTo>
                    <a:pt x="7520" y="3962"/>
                  </a:lnTo>
                  <a:lnTo>
                    <a:pt x="7667" y="4146"/>
                  </a:lnTo>
                  <a:lnTo>
                    <a:pt x="7814" y="4292"/>
                  </a:lnTo>
                  <a:lnTo>
                    <a:pt x="7961" y="4402"/>
                  </a:lnTo>
                  <a:lnTo>
                    <a:pt x="8144" y="4476"/>
                  </a:lnTo>
                  <a:lnTo>
                    <a:pt x="8364" y="4512"/>
                  </a:lnTo>
                  <a:lnTo>
                    <a:pt x="8584" y="4512"/>
                  </a:lnTo>
                  <a:lnTo>
                    <a:pt x="8768" y="4476"/>
                  </a:lnTo>
                  <a:lnTo>
                    <a:pt x="8988" y="4439"/>
                  </a:lnTo>
                  <a:lnTo>
                    <a:pt x="9134" y="4366"/>
                  </a:lnTo>
                  <a:lnTo>
                    <a:pt x="9318" y="4256"/>
                  </a:lnTo>
                  <a:lnTo>
                    <a:pt x="9465" y="4146"/>
                  </a:lnTo>
                  <a:lnTo>
                    <a:pt x="9721" y="3852"/>
                  </a:lnTo>
                  <a:lnTo>
                    <a:pt x="9905" y="3522"/>
                  </a:lnTo>
                  <a:lnTo>
                    <a:pt x="10051" y="3118"/>
                  </a:lnTo>
                  <a:lnTo>
                    <a:pt x="10161" y="2752"/>
                  </a:lnTo>
                  <a:lnTo>
                    <a:pt x="10161" y="2348"/>
                  </a:lnTo>
                  <a:lnTo>
                    <a:pt x="10125" y="2091"/>
                  </a:lnTo>
                  <a:lnTo>
                    <a:pt x="10051" y="1761"/>
                  </a:lnTo>
                  <a:lnTo>
                    <a:pt x="9941" y="1394"/>
                  </a:lnTo>
                  <a:lnTo>
                    <a:pt x="9758" y="1064"/>
                  </a:lnTo>
                  <a:lnTo>
                    <a:pt x="9575" y="734"/>
                  </a:lnTo>
                  <a:lnTo>
                    <a:pt x="9354" y="441"/>
                  </a:lnTo>
                  <a:lnTo>
                    <a:pt x="9244" y="331"/>
                  </a:lnTo>
                  <a:lnTo>
                    <a:pt x="9098" y="257"/>
                  </a:lnTo>
                  <a:lnTo>
                    <a:pt x="8988" y="221"/>
                  </a:lnTo>
                  <a:lnTo>
                    <a:pt x="8841" y="184"/>
                  </a:lnTo>
                  <a:lnTo>
                    <a:pt x="8621" y="147"/>
                  </a:lnTo>
                  <a:close/>
                  <a:moveTo>
                    <a:pt x="3999" y="1"/>
                  </a:moveTo>
                  <a:lnTo>
                    <a:pt x="3926" y="37"/>
                  </a:lnTo>
                  <a:lnTo>
                    <a:pt x="3852" y="111"/>
                  </a:lnTo>
                  <a:lnTo>
                    <a:pt x="3816" y="404"/>
                  </a:lnTo>
                  <a:lnTo>
                    <a:pt x="3779" y="734"/>
                  </a:lnTo>
                  <a:lnTo>
                    <a:pt x="3705" y="1321"/>
                  </a:lnTo>
                  <a:lnTo>
                    <a:pt x="3632" y="2458"/>
                  </a:lnTo>
                  <a:lnTo>
                    <a:pt x="2898" y="2385"/>
                  </a:lnTo>
                  <a:lnTo>
                    <a:pt x="2128" y="2385"/>
                  </a:lnTo>
                  <a:lnTo>
                    <a:pt x="1395" y="2422"/>
                  </a:lnTo>
                  <a:lnTo>
                    <a:pt x="1028" y="2495"/>
                  </a:lnTo>
                  <a:lnTo>
                    <a:pt x="661" y="2568"/>
                  </a:lnTo>
                  <a:lnTo>
                    <a:pt x="661" y="2495"/>
                  </a:lnTo>
                  <a:lnTo>
                    <a:pt x="588" y="2458"/>
                  </a:lnTo>
                  <a:lnTo>
                    <a:pt x="551" y="2495"/>
                  </a:lnTo>
                  <a:lnTo>
                    <a:pt x="478" y="1651"/>
                  </a:lnTo>
                  <a:lnTo>
                    <a:pt x="441" y="918"/>
                  </a:lnTo>
                  <a:lnTo>
                    <a:pt x="404" y="551"/>
                  </a:lnTo>
                  <a:lnTo>
                    <a:pt x="367" y="184"/>
                  </a:lnTo>
                  <a:lnTo>
                    <a:pt x="331" y="111"/>
                  </a:lnTo>
                  <a:lnTo>
                    <a:pt x="147" y="111"/>
                  </a:lnTo>
                  <a:lnTo>
                    <a:pt x="111" y="184"/>
                  </a:lnTo>
                  <a:lnTo>
                    <a:pt x="37" y="514"/>
                  </a:lnTo>
                  <a:lnTo>
                    <a:pt x="1" y="881"/>
                  </a:lnTo>
                  <a:lnTo>
                    <a:pt x="1" y="1578"/>
                  </a:lnTo>
                  <a:lnTo>
                    <a:pt x="37" y="2275"/>
                  </a:lnTo>
                  <a:lnTo>
                    <a:pt x="111" y="2972"/>
                  </a:lnTo>
                  <a:lnTo>
                    <a:pt x="184" y="3632"/>
                  </a:lnTo>
                  <a:lnTo>
                    <a:pt x="294" y="4329"/>
                  </a:lnTo>
                  <a:lnTo>
                    <a:pt x="404" y="4989"/>
                  </a:lnTo>
                  <a:lnTo>
                    <a:pt x="478" y="5356"/>
                  </a:lnTo>
                  <a:lnTo>
                    <a:pt x="551" y="5503"/>
                  </a:lnTo>
                  <a:lnTo>
                    <a:pt x="588" y="5650"/>
                  </a:lnTo>
                  <a:lnTo>
                    <a:pt x="551" y="5723"/>
                  </a:lnTo>
                  <a:lnTo>
                    <a:pt x="588" y="5833"/>
                  </a:lnTo>
                  <a:lnTo>
                    <a:pt x="661" y="5906"/>
                  </a:lnTo>
                  <a:lnTo>
                    <a:pt x="734" y="5943"/>
                  </a:lnTo>
                  <a:lnTo>
                    <a:pt x="881" y="5943"/>
                  </a:lnTo>
                  <a:lnTo>
                    <a:pt x="954" y="5906"/>
                  </a:lnTo>
                  <a:lnTo>
                    <a:pt x="1028" y="5833"/>
                  </a:lnTo>
                  <a:lnTo>
                    <a:pt x="1064" y="5760"/>
                  </a:lnTo>
                  <a:lnTo>
                    <a:pt x="1064" y="5650"/>
                  </a:lnTo>
                  <a:lnTo>
                    <a:pt x="1064" y="5466"/>
                  </a:lnTo>
                  <a:lnTo>
                    <a:pt x="881" y="4696"/>
                  </a:lnTo>
                  <a:lnTo>
                    <a:pt x="734" y="3889"/>
                  </a:lnTo>
                  <a:lnTo>
                    <a:pt x="624" y="3082"/>
                  </a:lnTo>
                  <a:lnTo>
                    <a:pt x="588" y="2935"/>
                  </a:lnTo>
                  <a:lnTo>
                    <a:pt x="991" y="2972"/>
                  </a:lnTo>
                  <a:lnTo>
                    <a:pt x="1358" y="2935"/>
                  </a:lnTo>
                  <a:lnTo>
                    <a:pt x="2128" y="2898"/>
                  </a:lnTo>
                  <a:lnTo>
                    <a:pt x="2862" y="2898"/>
                  </a:lnTo>
                  <a:lnTo>
                    <a:pt x="3632" y="2972"/>
                  </a:lnTo>
                  <a:lnTo>
                    <a:pt x="3559" y="4256"/>
                  </a:lnTo>
                  <a:lnTo>
                    <a:pt x="3485" y="4843"/>
                  </a:lnTo>
                  <a:lnTo>
                    <a:pt x="3485" y="4989"/>
                  </a:lnTo>
                  <a:lnTo>
                    <a:pt x="3522" y="5173"/>
                  </a:lnTo>
                  <a:lnTo>
                    <a:pt x="3559" y="5283"/>
                  </a:lnTo>
                  <a:lnTo>
                    <a:pt x="3632" y="5393"/>
                  </a:lnTo>
                  <a:lnTo>
                    <a:pt x="3669" y="5429"/>
                  </a:lnTo>
                  <a:lnTo>
                    <a:pt x="3742" y="5466"/>
                  </a:lnTo>
                  <a:lnTo>
                    <a:pt x="3852" y="5393"/>
                  </a:lnTo>
                  <a:lnTo>
                    <a:pt x="3926" y="5319"/>
                  </a:lnTo>
                  <a:lnTo>
                    <a:pt x="3999" y="5209"/>
                  </a:lnTo>
                  <a:lnTo>
                    <a:pt x="4036" y="4916"/>
                  </a:lnTo>
                  <a:lnTo>
                    <a:pt x="4036" y="4366"/>
                  </a:lnTo>
                  <a:lnTo>
                    <a:pt x="4109" y="2935"/>
                  </a:lnTo>
                  <a:lnTo>
                    <a:pt x="4146" y="1468"/>
                  </a:lnTo>
                  <a:lnTo>
                    <a:pt x="4182" y="771"/>
                  </a:lnTo>
                  <a:lnTo>
                    <a:pt x="4182" y="441"/>
                  </a:lnTo>
                  <a:lnTo>
                    <a:pt x="4146" y="111"/>
                  </a:lnTo>
                  <a:lnTo>
                    <a:pt x="4072" y="37"/>
                  </a:lnTo>
                  <a:lnTo>
                    <a:pt x="3999" y="1"/>
                  </a:lnTo>
                  <a:close/>
                  <a:moveTo>
                    <a:pt x="5503" y="3779"/>
                  </a:moveTo>
                  <a:lnTo>
                    <a:pt x="5246" y="3815"/>
                  </a:lnTo>
                  <a:lnTo>
                    <a:pt x="5026" y="3925"/>
                  </a:lnTo>
                  <a:lnTo>
                    <a:pt x="4879" y="3999"/>
                  </a:lnTo>
                  <a:lnTo>
                    <a:pt x="4806" y="4109"/>
                  </a:lnTo>
                  <a:lnTo>
                    <a:pt x="4806" y="4146"/>
                  </a:lnTo>
                  <a:lnTo>
                    <a:pt x="4843" y="4182"/>
                  </a:lnTo>
                  <a:lnTo>
                    <a:pt x="4916" y="4256"/>
                  </a:lnTo>
                  <a:lnTo>
                    <a:pt x="5246" y="4256"/>
                  </a:lnTo>
                  <a:lnTo>
                    <a:pt x="5723" y="4219"/>
                  </a:lnTo>
                  <a:lnTo>
                    <a:pt x="5723" y="4219"/>
                  </a:lnTo>
                  <a:lnTo>
                    <a:pt x="5686" y="4329"/>
                  </a:lnTo>
                  <a:lnTo>
                    <a:pt x="5576" y="4439"/>
                  </a:lnTo>
                  <a:lnTo>
                    <a:pt x="5393" y="4622"/>
                  </a:lnTo>
                  <a:lnTo>
                    <a:pt x="5026" y="5099"/>
                  </a:lnTo>
                  <a:lnTo>
                    <a:pt x="4659" y="5613"/>
                  </a:lnTo>
                  <a:lnTo>
                    <a:pt x="4366" y="6126"/>
                  </a:lnTo>
                  <a:lnTo>
                    <a:pt x="4329" y="6273"/>
                  </a:lnTo>
                  <a:lnTo>
                    <a:pt x="4366" y="6420"/>
                  </a:lnTo>
                  <a:lnTo>
                    <a:pt x="4476" y="6493"/>
                  </a:lnTo>
                  <a:lnTo>
                    <a:pt x="4623" y="6493"/>
                  </a:lnTo>
                  <a:lnTo>
                    <a:pt x="6310" y="6126"/>
                  </a:lnTo>
                  <a:lnTo>
                    <a:pt x="6383" y="6090"/>
                  </a:lnTo>
                  <a:lnTo>
                    <a:pt x="6457" y="6016"/>
                  </a:lnTo>
                  <a:lnTo>
                    <a:pt x="6493" y="5943"/>
                  </a:lnTo>
                  <a:lnTo>
                    <a:pt x="6457" y="5833"/>
                  </a:lnTo>
                  <a:lnTo>
                    <a:pt x="6420" y="5760"/>
                  </a:lnTo>
                  <a:lnTo>
                    <a:pt x="6383" y="5686"/>
                  </a:lnTo>
                  <a:lnTo>
                    <a:pt x="6273" y="5650"/>
                  </a:lnTo>
                  <a:lnTo>
                    <a:pt x="6163" y="5650"/>
                  </a:lnTo>
                  <a:lnTo>
                    <a:pt x="5026" y="5906"/>
                  </a:lnTo>
                  <a:lnTo>
                    <a:pt x="5319" y="5466"/>
                  </a:lnTo>
                  <a:lnTo>
                    <a:pt x="5650" y="5063"/>
                  </a:lnTo>
                  <a:lnTo>
                    <a:pt x="5870" y="4806"/>
                  </a:lnTo>
                  <a:lnTo>
                    <a:pt x="6053" y="4549"/>
                  </a:lnTo>
                  <a:lnTo>
                    <a:pt x="6126" y="4402"/>
                  </a:lnTo>
                  <a:lnTo>
                    <a:pt x="6200" y="4256"/>
                  </a:lnTo>
                  <a:lnTo>
                    <a:pt x="6200" y="4109"/>
                  </a:lnTo>
                  <a:lnTo>
                    <a:pt x="6200" y="3925"/>
                  </a:lnTo>
                  <a:lnTo>
                    <a:pt x="6163" y="3889"/>
                  </a:lnTo>
                  <a:lnTo>
                    <a:pt x="6126" y="3815"/>
                  </a:lnTo>
                  <a:lnTo>
                    <a:pt x="5980" y="3779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87" name="Google Shape;310;p5">
              <a:extLst>
                <a:ext uri="{FF2B5EF4-FFF2-40B4-BE49-F238E27FC236}">
                  <a16:creationId xmlns:a16="http://schemas.microsoft.com/office/drawing/2014/main" id="{F4D02316-4EAF-4A18-88B3-3E4CD47FA8F1}"/>
                </a:ext>
              </a:extLst>
            </p:cNvPr>
            <p:cNvSpPr/>
            <p:nvPr/>
          </p:nvSpPr>
          <p:spPr>
            <a:xfrm>
              <a:off x="6051225" y="1090800"/>
              <a:ext cx="285225" cy="283400"/>
            </a:xfrm>
            <a:custGeom>
              <a:avLst/>
              <a:gdLst/>
              <a:ahLst/>
              <a:cxnLst/>
              <a:rect l="l" t="t" r="r" b="b"/>
              <a:pathLst>
                <a:path w="11409" h="11336" extrusionOk="0">
                  <a:moveTo>
                    <a:pt x="5173" y="4219"/>
                  </a:moveTo>
                  <a:lnTo>
                    <a:pt x="5136" y="4256"/>
                  </a:lnTo>
                  <a:lnTo>
                    <a:pt x="5100" y="4292"/>
                  </a:lnTo>
                  <a:lnTo>
                    <a:pt x="4990" y="4366"/>
                  </a:lnTo>
                  <a:lnTo>
                    <a:pt x="4916" y="4476"/>
                  </a:lnTo>
                  <a:lnTo>
                    <a:pt x="4916" y="4512"/>
                  </a:lnTo>
                  <a:lnTo>
                    <a:pt x="4843" y="4659"/>
                  </a:lnTo>
                  <a:lnTo>
                    <a:pt x="4843" y="4769"/>
                  </a:lnTo>
                  <a:lnTo>
                    <a:pt x="4880" y="4843"/>
                  </a:lnTo>
                  <a:lnTo>
                    <a:pt x="4990" y="4916"/>
                  </a:lnTo>
                  <a:lnTo>
                    <a:pt x="5100" y="4989"/>
                  </a:lnTo>
                  <a:lnTo>
                    <a:pt x="5283" y="4989"/>
                  </a:lnTo>
                  <a:lnTo>
                    <a:pt x="5430" y="4916"/>
                  </a:lnTo>
                  <a:lnTo>
                    <a:pt x="5540" y="4769"/>
                  </a:lnTo>
                  <a:lnTo>
                    <a:pt x="5577" y="4696"/>
                  </a:lnTo>
                  <a:lnTo>
                    <a:pt x="5613" y="4623"/>
                  </a:lnTo>
                  <a:lnTo>
                    <a:pt x="5577" y="4549"/>
                  </a:lnTo>
                  <a:lnTo>
                    <a:pt x="5577" y="4476"/>
                  </a:lnTo>
                  <a:lnTo>
                    <a:pt x="5430" y="4402"/>
                  </a:lnTo>
                  <a:lnTo>
                    <a:pt x="5320" y="4366"/>
                  </a:lnTo>
                  <a:lnTo>
                    <a:pt x="5320" y="4292"/>
                  </a:lnTo>
                  <a:lnTo>
                    <a:pt x="5246" y="4256"/>
                  </a:lnTo>
                  <a:lnTo>
                    <a:pt x="5173" y="4219"/>
                  </a:lnTo>
                  <a:close/>
                  <a:moveTo>
                    <a:pt x="5980" y="6016"/>
                  </a:moveTo>
                  <a:lnTo>
                    <a:pt x="6017" y="6053"/>
                  </a:lnTo>
                  <a:lnTo>
                    <a:pt x="6053" y="6126"/>
                  </a:lnTo>
                  <a:lnTo>
                    <a:pt x="6053" y="6200"/>
                  </a:lnTo>
                  <a:lnTo>
                    <a:pt x="5907" y="6237"/>
                  </a:lnTo>
                  <a:lnTo>
                    <a:pt x="5943" y="6090"/>
                  </a:lnTo>
                  <a:lnTo>
                    <a:pt x="5980" y="6016"/>
                  </a:lnTo>
                  <a:close/>
                  <a:moveTo>
                    <a:pt x="5833" y="5613"/>
                  </a:moveTo>
                  <a:lnTo>
                    <a:pt x="5723" y="5650"/>
                  </a:lnTo>
                  <a:lnTo>
                    <a:pt x="5650" y="5723"/>
                  </a:lnTo>
                  <a:lnTo>
                    <a:pt x="5613" y="5796"/>
                  </a:lnTo>
                  <a:lnTo>
                    <a:pt x="5613" y="5870"/>
                  </a:lnTo>
                  <a:lnTo>
                    <a:pt x="5687" y="5943"/>
                  </a:lnTo>
                  <a:lnTo>
                    <a:pt x="5577" y="6163"/>
                  </a:lnTo>
                  <a:lnTo>
                    <a:pt x="5540" y="6420"/>
                  </a:lnTo>
                  <a:lnTo>
                    <a:pt x="5577" y="6530"/>
                  </a:lnTo>
                  <a:lnTo>
                    <a:pt x="5687" y="6567"/>
                  </a:lnTo>
                  <a:lnTo>
                    <a:pt x="5833" y="6603"/>
                  </a:lnTo>
                  <a:lnTo>
                    <a:pt x="5980" y="6603"/>
                  </a:lnTo>
                  <a:lnTo>
                    <a:pt x="6090" y="6567"/>
                  </a:lnTo>
                  <a:lnTo>
                    <a:pt x="6237" y="6530"/>
                  </a:lnTo>
                  <a:lnTo>
                    <a:pt x="6347" y="6457"/>
                  </a:lnTo>
                  <a:lnTo>
                    <a:pt x="6420" y="6347"/>
                  </a:lnTo>
                  <a:lnTo>
                    <a:pt x="6457" y="6200"/>
                  </a:lnTo>
                  <a:lnTo>
                    <a:pt x="6457" y="6053"/>
                  </a:lnTo>
                  <a:lnTo>
                    <a:pt x="6420" y="5943"/>
                  </a:lnTo>
                  <a:lnTo>
                    <a:pt x="6347" y="5833"/>
                  </a:lnTo>
                  <a:lnTo>
                    <a:pt x="6274" y="5760"/>
                  </a:lnTo>
                  <a:lnTo>
                    <a:pt x="6163" y="5686"/>
                  </a:lnTo>
                  <a:lnTo>
                    <a:pt x="6053" y="5650"/>
                  </a:lnTo>
                  <a:lnTo>
                    <a:pt x="5943" y="5613"/>
                  </a:lnTo>
                  <a:close/>
                  <a:moveTo>
                    <a:pt x="3926" y="441"/>
                  </a:moveTo>
                  <a:lnTo>
                    <a:pt x="4623" y="478"/>
                  </a:lnTo>
                  <a:lnTo>
                    <a:pt x="5356" y="478"/>
                  </a:lnTo>
                  <a:lnTo>
                    <a:pt x="6824" y="551"/>
                  </a:lnTo>
                  <a:lnTo>
                    <a:pt x="7631" y="551"/>
                  </a:lnTo>
                  <a:lnTo>
                    <a:pt x="7704" y="734"/>
                  </a:lnTo>
                  <a:lnTo>
                    <a:pt x="7777" y="1064"/>
                  </a:lnTo>
                  <a:lnTo>
                    <a:pt x="7521" y="1174"/>
                  </a:lnTo>
                  <a:lnTo>
                    <a:pt x="7191" y="1211"/>
                  </a:lnTo>
                  <a:lnTo>
                    <a:pt x="7044" y="1211"/>
                  </a:lnTo>
                  <a:lnTo>
                    <a:pt x="6860" y="1174"/>
                  </a:lnTo>
                  <a:lnTo>
                    <a:pt x="6714" y="1174"/>
                  </a:lnTo>
                  <a:lnTo>
                    <a:pt x="6530" y="1211"/>
                  </a:lnTo>
                  <a:lnTo>
                    <a:pt x="6494" y="1248"/>
                  </a:lnTo>
                  <a:lnTo>
                    <a:pt x="6457" y="1321"/>
                  </a:lnTo>
                  <a:lnTo>
                    <a:pt x="6420" y="1395"/>
                  </a:lnTo>
                  <a:lnTo>
                    <a:pt x="6457" y="1468"/>
                  </a:lnTo>
                  <a:lnTo>
                    <a:pt x="6457" y="1505"/>
                  </a:lnTo>
                  <a:lnTo>
                    <a:pt x="6494" y="1578"/>
                  </a:lnTo>
                  <a:lnTo>
                    <a:pt x="6567" y="1651"/>
                  </a:lnTo>
                  <a:lnTo>
                    <a:pt x="6567" y="1871"/>
                  </a:lnTo>
                  <a:lnTo>
                    <a:pt x="6567" y="2092"/>
                  </a:lnTo>
                  <a:lnTo>
                    <a:pt x="6640" y="2642"/>
                  </a:lnTo>
                  <a:lnTo>
                    <a:pt x="6677" y="3192"/>
                  </a:lnTo>
                  <a:lnTo>
                    <a:pt x="6714" y="3632"/>
                  </a:lnTo>
                  <a:lnTo>
                    <a:pt x="6714" y="4072"/>
                  </a:lnTo>
                  <a:lnTo>
                    <a:pt x="6677" y="4586"/>
                  </a:lnTo>
                  <a:lnTo>
                    <a:pt x="6640" y="4843"/>
                  </a:lnTo>
                  <a:lnTo>
                    <a:pt x="6640" y="5099"/>
                  </a:lnTo>
                  <a:lnTo>
                    <a:pt x="6677" y="5246"/>
                  </a:lnTo>
                  <a:lnTo>
                    <a:pt x="6640" y="5319"/>
                  </a:lnTo>
                  <a:lnTo>
                    <a:pt x="6640" y="5393"/>
                  </a:lnTo>
                  <a:lnTo>
                    <a:pt x="6640" y="5466"/>
                  </a:lnTo>
                  <a:lnTo>
                    <a:pt x="6714" y="5540"/>
                  </a:lnTo>
                  <a:lnTo>
                    <a:pt x="7117" y="5796"/>
                  </a:lnTo>
                  <a:lnTo>
                    <a:pt x="7484" y="6016"/>
                  </a:lnTo>
                  <a:lnTo>
                    <a:pt x="7851" y="6310"/>
                  </a:lnTo>
                  <a:lnTo>
                    <a:pt x="8218" y="6640"/>
                  </a:lnTo>
                  <a:lnTo>
                    <a:pt x="8915" y="7300"/>
                  </a:lnTo>
                  <a:lnTo>
                    <a:pt x="8621" y="7337"/>
                  </a:lnTo>
                  <a:lnTo>
                    <a:pt x="8328" y="7300"/>
                  </a:lnTo>
                  <a:lnTo>
                    <a:pt x="8108" y="7227"/>
                  </a:lnTo>
                  <a:lnTo>
                    <a:pt x="7887" y="7154"/>
                  </a:lnTo>
                  <a:lnTo>
                    <a:pt x="7484" y="6933"/>
                  </a:lnTo>
                  <a:lnTo>
                    <a:pt x="7117" y="6823"/>
                  </a:lnTo>
                  <a:lnTo>
                    <a:pt x="6750" y="6787"/>
                  </a:lnTo>
                  <a:lnTo>
                    <a:pt x="6384" y="6823"/>
                  </a:lnTo>
                  <a:lnTo>
                    <a:pt x="5980" y="6933"/>
                  </a:lnTo>
                  <a:lnTo>
                    <a:pt x="5577" y="7044"/>
                  </a:lnTo>
                  <a:lnTo>
                    <a:pt x="5210" y="7227"/>
                  </a:lnTo>
                  <a:lnTo>
                    <a:pt x="4843" y="7374"/>
                  </a:lnTo>
                  <a:lnTo>
                    <a:pt x="4439" y="7520"/>
                  </a:lnTo>
                  <a:lnTo>
                    <a:pt x="4109" y="7557"/>
                  </a:lnTo>
                  <a:lnTo>
                    <a:pt x="3816" y="7594"/>
                  </a:lnTo>
                  <a:lnTo>
                    <a:pt x="3889" y="7557"/>
                  </a:lnTo>
                  <a:lnTo>
                    <a:pt x="3926" y="7484"/>
                  </a:lnTo>
                  <a:lnTo>
                    <a:pt x="3926" y="7374"/>
                  </a:lnTo>
                  <a:lnTo>
                    <a:pt x="3926" y="7300"/>
                  </a:lnTo>
                  <a:lnTo>
                    <a:pt x="3889" y="7227"/>
                  </a:lnTo>
                  <a:lnTo>
                    <a:pt x="3816" y="7190"/>
                  </a:lnTo>
                  <a:lnTo>
                    <a:pt x="2789" y="7190"/>
                  </a:lnTo>
                  <a:lnTo>
                    <a:pt x="2935" y="7044"/>
                  </a:lnTo>
                  <a:lnTo>
                    <a:pt x="3266" y="6677"/>
                  </a:lnTo>
                  <a:lnTo>
                    <a:pt x="3559" y="6713"/>
                  </a:lnTo>
                  <a:lnTo>
                    <a:pt x="3853" y="6713"/>
                  </a:lnTo>
                  <a:lnTo>
                    <a:pt x="4403" y="6677"/>
                  </a:lnTo>
                  <a:lnTo>
                    <a:pt x="4549" y="6640"/>
                  </a:lnTo>
                  <a:lnTo>
                    <a:pt x="4623" y="6530"/>
                  </a:lnTo>
                  <a:lnTo>
                    <a:pt x="4623" y="6457"/>
                  </a:lnTo>
                  <a:lnTo>
                    <a:pt x="4586" y="6383"/>
                  </a:lnTo>
                  <a:lnTo>
                    <a:pt x="4513" y="6310"/>
                  </a:lnTo>
                  <a:lnTo>
                    <a:pt x="4403" y="6273"/>
                  </a:lnTo>
                  <a:lnTo>
                    <a:pt x="3669" y="6273"/>
                  </a:lnTo>
                  <a:lnTo>
                    <a:pt x="3926" y="6016"/>
                  </a:lnTo>
                  <a:lnTo>
                    <a:pt x="4183" y="5723"/>
                  </a:lnTo>
                  <a:lnTo>
                    <a:pt x="4293" y="5723"/>
                  </a:lnTo>
                  <a:lnTo>
                    <a:pt x="4366" y="5686"/>
                  </a:lnTo>
                  <a:lnTo>
                    <a:pt x="4439" y="5576"/>
                  </a:lnTo>
                  <a:lnTo>
                    <a:pt x="4476" y="5466"/>
                  </a:lnTo>
                  <a:lnTo>
                    <a:pt x="4403" y="3449"/>
                  </a:lnTo>
                  <a:lnTo>
                    <a:pt x="4366" y="2495"/>
                  </a:lnTo>
                  <a:lnTo>
                    <a:pt x="4329" y="2018"/>
                  </a:lnTo>
                  <a:lnTo>
                    <a:pt x="4293" y="1541"/>
                  </a:lnTo>
                  <a:lnTo>
                    <a:pt x="4256" y="1431"/>
                  </a:lnTo>
                  <a:lnTo>
                    <a:pt x="4549" y="1505"/>
                  </a:lnTo>
                  <a:lnTo>
                    <a:pt x="4953" y="1578"/>
                  </a:lnTo>
                  <a:lnTo>
                    <a:pt x="5173" y="1578"/>
                  </a:lnTo>
                  <a:lnTo>
                    <a:pt x="5356" y="1505"/>
                  </a:lnTo>
                  <a:lnTo>
                    <a:pt x="5393" y="1468"/>
                  </a:lnTo>
                  <a:lnTo>
                    <a:pt x="5430" y="1431"/>
                  </a:lnTo>
                  <a:lnTo>
                    <a:pt x="5430" y="1358"/>
                  </a:lnTo>
                  <a:lnTo>
                    <a:pt x="5393" y="1321"/>
                  </a:lnTo>
                  <a:lnTo>
                    <a:pt x="5246" y="1211"/>
                  </a:lnTo>
                  <a:lnTo>
                    <a:pt x="5063" y="1174"/>
                  </a:lnTo>
                  <a:lnTo>
                    <a:pt x="4733" y="1138"/>
                  </a:lnTo>
                  <a:lnTo>
                    <a:pt x="4219" y="1064"/>
                  </a:lnTo>
                  <a:lnTo>
                    <a:pt x="4183" y="1028"/>
                  </a:lnTo>
                  <a:lnTo>
                    <a:pt x="4146" y="991"/>
                  </a:lnTo>
                  <a:lnTo>
                    <a:pt x="3999" y="991"/>
                  </a:lnTo>
                  <a:lnTo>
                    <a:pt x="3853" y="1028"/>
                  </a:lnTo>
                  <a:lnTo>
                    <a:pt x="3706" y="1064"/>
                  </a:lnTo>
                  <a:lnTo>
                    <a:pt x="3596" y="1064"/>
                  </a:lnTo>
                  <a:lnTo>
                    <a:pt x="3522" y="1028"/>
                  </a:lnTo>
                  <a:lnTo>
                    <a:pt x="3486" y="991"/>
                  </a:lnTo>
                  <a:lnTo>
                    <a:pt x="3412" y="881"/>
                  </a:lnTo>
                  <a:lnTo>
                    <a:pt x="3412" y="771"/>
                  </a:lnTo>
                  <a:lnTo>
                    <a:pt x="3412" y="698"/>
                  </a:lnTo>
                  <a:lnTo>
                    <a:pt x="3486" y="624"/>
                  </a:lnTo>
                  <a:lnTo>
                    <a:pt x="3559" y="551"/>
                  </a:lnTo>
                  <a:lnTo>
                    <a:pt x="3742" y="478"/>
                  </a:lnTo>
                  <a:lnTo>
                    <a:pt x="3926" y="441"/>
                  </a:lnTo>
                  <a:close/>
                  <a:moveTo>
                    <a:pt x="6090" y="8071"/>
                  </a:moveTo>
                  <a:lnTo>
                    <a:pt x="6127" y="8144"/>
                  </a:lnTo>
                  <a:lnTo>
                    <a:pt x="6127" y="8217"/>
                  </a:lnTo>
                  <a:lnTo>
                    <a:pt x="6090" y="8291"/>
                  </a:lnTo>
                  <a:lnTo>
                    <a:pt x="6053" y="8364"/>
                  </a:lnTo>
                  <a:lnTo>
                    <a:pt x="5980" y="8401"/>
                  </a:lnTo>
                  <a:lnTo>
                    <a:pt x="5907" y="8401"/>
                  </a:lnTo>
                  <a:lnTo>
                    <a:pt x="5833" y="8364"/>
                  </a:lnTo>
                  <a:lnTo>
                    <a:pt x="5760" y="8291"/>
                  </a:lnTo>
                  <a:lnTo>
                    <a:pt x="5760" y="8181"/>
                  </a:lnTo>
                  <a:lnTo>
                    <a:pt x="5833" y="8144"/>
                  </a:lnTo>
                  <a:lnTo>
                    <a:pt x="5943" y="8071"/>
                  </a:lnTo>
                  <a:lnTo>
                    <a:pt x="6017" y="8107"/>
                  </a:lnTo>
                  <a:lnTo>
                    <a:pt x="6053" y="8107"/>
                  </a:lnTo>
                  <a:lnTo>
                    <a:pt x="6090" y="8071"/>
                  </a:lnTo>
                  <a:close/>
                  <a:moveTo>
                    <a:pt x="5907" y="7630"/>
                  </a:moveTo>
                  <a:lnTo>
                    <a:pt x="5797" y="7667"/>
                  </a:lnTo>
                  <a:lnTo>
                    <a:pt x="5687" y="7704"/>
                  </a:lnTo>
                  <a:lnTo>
                    <a:pt x="5577" y="7777"/>
                  </a:lnTo>
                  <a:lnTo>
                    <a:pt x="5467" y="7887"/>
                  </a:lnTo>
                  <a:lnTo>
                    <a:pt x="5467" y="7924"/>
                  </a:lnTo>
                  <a:lnTo>
                    <a:pt x="5430" y="7997"/>
                  </a:lnTo>
                  <a:lnTo>
                    <a:pt x="5503" y="8071"/>
                  </a:lnTo>
                  <a:lnTo>
                    <a:pt x="5430" y="8217"/>
                  </a:lnTo>
                  <a:lnTo>
                    <a:pt x="5430" y="8364"/>
                  </a:lnTo>
                  <a:lnTo>
                    <a:pt x="5467" y="8474"/>
                  </a:lnTo>
                  <a:lnTo>
                    <a:pt x="5540" y="8584"/>
                  </a:lnTo>
                  <a:lnTo>
                    <a:pt x="5650" y="8694"/>
                  </a:lnTo>
                  <a:lnTo>
                    <a:pt x="5797" y="8731"/>
                  </a:lnTo>
                  <a:lnTo>
                    <a:pt x="5907" y="8768"/>
                  </a:lnTo>
                  <a:lnTo>
                    <a:pt x="6053" y="8768"/>
                  </a:lnTo>
                  <a:lnTo>
                    <a:pt x="6200" y="8731"/>
                  </a:lnTo>
                  <a:lnTo>
                    <a:pt x="6310" y="8658"/>
                  </a:lnTo>
                  <a:lnTo>
                    <a:pt x="6384" y="8584"/>
                  </a:lnTo>
                  <a:lnTo>
                    <a:pt x="6457" y="8474"/>
                  </a:lnTo>
                  <a:lnTo>
                    <a:pt x="6494" y="8327"/>
                  </a:lnTo>
                  <a:lnTo>
                    <a:pt x="6494" y="8217"/>
                  </a:lnTo>
                  <a:lnTo>
                    <a:pt x="6494" y="8071"/>
                  </a:lnTo>
                  <a:lnTo>
                    <a:pt x="6457" y="7961"/>
                  </a:lnTo>
                  <a:lnTo>
                    <a:pt x="6384" y="7851"/>
                  </a:lnTo>
                  <a:lnTo>
                    <a:pt x="6310" y="7777"/>
                  </a:lnTo>
                  <a:lnTo>
                    <a:pt x="6200" y="7704"/>
                  </a:lnTo>
                  <a:lnTo>
                    <a:pt x="6053" y="7667"/>
                  </a:lnTo>
                  <a:lnTo>
                    <a:pt x="5907" y="7630"/>
                  </a:lnTo>
                  <a:close/>
                  <a:moveTo>
                    <a:pt x="4476" y="9134"/>
                  </a:moveTo>
                  <a:lnTo>
                    <a:pt x="4513" y="9281"/>
                  </a:lnTo>
                  <a:lnTo>
                    <a:pt x="4476" y="9391"/>
                  </a:lnTo>
                  <a:lnTo>
                    <a:pt x="4403" y="9538"/>
                  </a:lnTo>
                  <a:lnTo>
                    <a:pt x="4256" y="9648"/>
                  </a:lnTo>
                  <a:lnTo>
                    <a:pt x="4183" y="9685"/>
                  </a:lnTo>
                  <a:lnTo>
                    <a:pt x="4109" y="9685"/>
                  </a:lnTo>
                  <a:lnTo>
                    <a:pt x="4036" y="9648"/>
                  </a:lnTo>
                  <a:lnTo>
                    <a:pt x="3963" y="9575"/>
                  </a:lnTo>
                  <a:lnTo>
                    <a:pt x="3926" y="9501"/>
                  </a:lnTo>
                  <a:lnTo>
                    <a:pt x="3926" y="9428"/>
                  </a:lnTo>
                  <a:lnTo>
                    <a:pt x="3963" y="9354"/>
                  </a:lnTo>
                  <a:lnTo>
                    <a:pt x="4036" y="9281"/>
                  </a:lnTo>
                  <a:lnTo>
                    <a:pt x="4219" y="9208"/>
                  </a:lnTo>
                  <a:lnTo>
                    <a:pt x="4403" y="9171"/>
                  </a:lnTo>
                  <a:lnTo>
                    <a:pt x="4439" y="9171"/>
                  </a:lnTo>
                  <a:lnTo>
                    <a:pt x="4476" y="9134"/>
                  </a:lnTo>
                  <a:close/>
                  <a:moveTo>
                    <a:pt x="7741" y="9391"/>
                  </a:moveTo>
                  <a:lnTo>
                    <a:pt x="7814" y="9464"/>
                  </a:lnTo>
                  <a:lnTo>
                    <a:pt x="7851" y="9575"/>
                  </a:lnTo>
                  <a:lnTo>
                    <a:pt x="7851" y="9685"/>
                  </a:lnTo>
                  <a:lnTo>
                    <a:pt x="7814" y="9795"/>
                  </a:lnTo>
                  <a:lnTo>
                    <a:pt x="7704" y="9868"/>
                  </a:lnTo>
                  <a:lnTo>
                    <a:pt x="7557" y="9905"/>
                  </a:lnTo>
                  <a:lnTo>
                    <a:pt x="7447" y="9905"/>
                  </a:lnTo>
                  <a:lnTo>
                    <a:pt x="7301" y="9868"/>
                  </a:lnTo>
                  <a:lnTo>
                    <a:pt x="7227" y="9795"/>
                  </a:lnTo>
                  <a:lnTo>
                    <a:pt x="7301" y="9648"/>
                  </a:lnTo>
                  <a:lnTo>
                    <a:pt x="7374" y="9538"/>
                  </a:lnTo>
                  <a:lnTo>
                    <a:pt x="7484" y="9464"/>
                  </a:lnTo>
                  <a:lnTo>
                    <a:pt x="7631" y="9428"/>
                  </a:lnTo>
                  <a:lnTo>
                    <a:pt x="7704" y="9391"/>
                  </a:lnTo>
                  <a:close/>
                  <a:moveTo>
                    <a:pt x="4439" y="8658"/>
                  </a:moveTo>
                  <a:lnTo>
                    <a:pt x="4293" y="8694"/>
                  </a:lnTo>
                  <a:lnTo>
                    <a:pt x="4146" y="8694"/>
                  </a:lnTo>
                  <a:lnTo>
                    <a:pt x="4073" y="8731"/>
                  </a:lnTo>
                  <a:lnTo>
                    <a:pt x="3999" y="8804"/>
                  </a:lnTo>
                  <a:lnTo>
                    <a:pt x="3963" y="8951"/>
                  </a:lnTo>
                  <a:lnTo>
                    <a:pt x="3742" y="9061"/>
                  </a:lnTo>
                  <a:lnTo>
                    <a:pt x="3596" y="9244"/>
                  </a:lnTo>
                  <a:lnTo>
                    <a:pt x="3559" y="9354"/>
                  </a:lnTo>
                  <a:lnTo>
                    <a:pt x="3522" y="9501"/>
                  </a:lnTo>
                  <a:lnTo>
                    <a:pt x="3559" y="9611"/>
                  </a:lnTo>
                  <a:lnTo>
                    <a:pt x="3596" y="9758"/>
                  </a:lnTo>
                  <a:lnTo>
                    <a:pt x="3706" y="9868"/>
                  </a:lnTo>
                  <a:lnTo>
                    <a:pt x="3779" y="9978"/>
                  </a:lnTo>
                  <a:lnTo>
                    <a:pt x="3926" y="10051"/>
                  </a:lnTo>
                  <a:lnTo>
                    <a:pt x="4036" y="10088"/>
                  </a:lnTo>
                  <a:lnTo>
                    <a:pt x="4366" y="10088"/>
                  </a:lnTo>
                  <a:lnTo>
                    <a:pt x="4513" y="10015"/>
                  </a:lnTo>
                  <a:lnTo>
                    <a:pt x="4623" y="9905"/>
                  </a:lnTo>
                  <a:lnTo>
                    <a:pt x="4733" y="9795"/>
                  </a:lnTo>
                  <a:lnTo>
                    <a:pt x="4843" y="9648"/>
                  </a:lnTo>
                  <a:lnTo>
                    <a:pt x="4880" y="9501"/>
                  </a:lnTo>
                  <a:lnTo>
                    <a:pt x="4916" y="9354"/>
                  </a:lnTo>
                  <a:lnTo>
                    <a:pt x="4916" y="9171"/>
                  </a:lnTo>
                  <a:lnTo>
                    <a:pt x="4880" y="9024"/>
                  </a:lnTo>
                  <a:lnTo>
                    <a:pt x="4806" y="8878"/>
                  </a:lnTo>
                  <a:lnTo>
                    <a:pt x="4733" y="8768"/>
                  </a:lnTo>
                  <a:lnTo>
                    <a:pt x="4586" y="8694"/>
                  </a:lnTo>
                  <a:lnTo>
                    <a:pt x="4439" y="8658"/>
                  </a:lnTo>
                  <a:close/>
                  <a:moveTo>
                    <a:pt x="7447" y="8951"/>
                  </a:moveTo>
                  <a:lnTo>
                    <a:pt x="7337" y="8988"/>
                  </a:lnTo>
                  <a:lnTo>
                    <a:pt x="7264" y="9061"/>
                  </a:lnTo>
                  <a:lnTo>
                    <a:pt x="7227" y="9134"/>
                  </a:lnTo>
                  <a:lnTo>
                    <a:pt x="7227" y="9208"/>
                  </a:lnTo>
                  <a:lnTo>
                    <a:pt x="7117" y="9318"/>
                  </a:lnTo>
                  <a:lnTo>
                    <a:pt x="7007" y="9391"/>
                  </a:lnTo>
                  <a:lnTo>
                    <a:pt x="6934" y="9501"/>
                  </a:lnTo>
                  <a:lnTo>
                    <a:pt x="6897" y="9611"/>
                  </a:lnTo>
                  <a:lnTo>
                    <a:pt x="6897" y="9575"/>
                  </a:lnTo>
                  <a:lnTo>
                    <a:pt x="6860" y="9611"/>
                  </a:lnTo>
                  <a:lnTo>
                    <a:pt x="6824" y="9758"/>
                  </a:lnTo>
                  <a:lnTo>
                    <a:pt x="6824" y="9905"/>
                  </a:lnTo>
                  <a:lnTo>
                    <a:pt x="6860" y="9978"/>
                  </a:lnTo>
                  <a:lnTo>
                    <a:pt x="6897" y="10051"/>
                  </a:lnTo>
                  <a:lnTo>
                    <a:pt x="7007" y="10125"/>
                  </a:lnTo>
                  <a:lnTo>
                    <a:pt x="7044" y="10161"/>
                  </a:lnTo>
                  <a:lnTo>
                    <a:pt x="7044" y="10198"/>
                  </a:lnTo>
                  <a:lnTo>
                    <a:pt x="7227" y="10271"/>
                  </a:lnTo>
                  <a:lnTo>
                    <a:pt x="7374" y="10345"/>
                  </a:lnTo>
                  <a:lnTo>
                    <a:pt x="7704" y="10345"/>
                  </a:lnTo>
                  <a:lnTo>
                    <a:pt x="7851" y="10271"/>
                  </a:lnTo>
                  <a:lnTo>
                    <a:pt x="7998" y="10198"/>
                  </a:lnTo>
                  <a:lnTo>
                    <a:pt x="8108" y="10088"/>
                  </a:lnTo>
                  <a:lnTo>
                    <a:pt x="8181" y="9941"/>
                  </a:lnTo>
                  <a:lnTo>
                    <a:pt x="8254" y="9795"/>
                  </a:lnTo>
                  <a:lnTo>
                    <a:pt x="8291" y="9611"/>
                  </a:lnTo>
                  <a:lnTo>
                    <a:pt x="8254" y="9464"/>
                  </a:lnTo>
                  <a:lnTo>
                    <a:pt x="8218" y="9318"/>
                  </a:lnTo>
                  <a:lnTo>
                    <a:pt x="8144" y="9171"/>
                  </a:lnTo>
                  <a:lnTo>
                    <a:pt x="7998" y="9024"/>
                  </a:lnTo>
                  <a:lnTo>
                    <a:pt x="7924" y="8988"/>
                  </a:lnTo>
                  <a:lnTo>
                    <a:pt x="7851" y="8951"/>
                  </a:lnTo>
                  <a:close/>
                  <a:moveTo>
                    <a:pt x="6970" y="7227"/>
                  </a:moveTo>
                  <a:lnTo>
                    <a:pt x="7227" y="7300"/>
                  </a:lnTo>
                  <a:lnTo>
                    <a:pt x="7741" y="7520"/>
                  </a:lnTo>
                  <a:lnTo>
                    <a:pt x="8071" y="7667"/>
                  </a:lnTo>
                  <a:lnTo>
                    <a:pt x="8474" y="7740"/>
                  </a:lnTo>
                  <a:lnTo>
                    <a:pt x="8658" y="7777"/>
                  </a:lnTo>
                  <a:lnTo>
                    <a:pt x="8878" y="7777"/>
                  </a:lnTo>
                  <a:lnTo>
                    <a:pt x="9061" y="7740"/>
                  </a:lnTo>
                  <a:lnTo>
                    <a:pt x="9245" y="7667"/>
                  </a:lnTo>
                  <a:lnTo>
                    <a:pt x="9575" y="8071"/>
                  </a:lnTo>
                  <a:lnTo>
                    <a:pt x="10125" y="8841"/>
                  </a:lnTo>
                  <a:lnTo>
                    <a:pt x="10639" y="9648"/>
                  </a:lnTo>
                  <a:lnTo>
                    <a:pt x="10785" y="9868"/>
                  </a:lnTo>
                  <a:lnTo>
                    <a:pt x="10822" y="10015"/>
                  </a:lnTo>
                  <a:lnTo>
                    <a:pt x="10785" y="10161"/>
                  </a:lnTo>
                  <a:lnTo>
                    <a:pt x="10749" y="10235"/>
                  </a:lnTo>
                  <a:lnTo>
                    <a:pt x="10639" y="10345"/>
                  </a:lnTo>
                  <a:lnTo>
                    <a:pt x="10455" y="10455"/>
                  </a:lnTo>
                  <a:lnTo>
                    <a:pt x="10235" y="10602"/>
                  </a:lnTo>
                  <a:lnTo>
                    <a:pt x="9758" y="10565"/>
                  </a:lnTo>
                  <a:lnTo>
                    <a:pt x="9281" y="10492"/>
                  </a:lnTo>
                  <a:lnTo>
                    <a:pt x="8328" y="10455"/>
                  </a:lnTo>
                  <a:lnTo>
                    <a:pt x="7374" y="10492"/>
                  </a:lnTo>
                  <a:lnTo>
                    <a:pt x="6420" y="10528"/>
                  </a:lnTo>
                  <a:lnTo>
                    <a:pt x="2092" y="10675"/>
                  </a:lnTo>
                  <a:lnTo>
                    <a:pt x="1065" y="10712"/>
                  </a:lnTo>
                  <a:lnTo>
                    <a:pt x="735" y="10712"/>
                  </a:lnTo>
                  <a:lnTo>
                    <a:pt x="625" y="10638"/>
                  </a:lnTo>
                  <a:lnTo>
                    <a:pt x="588" y="10602"/>
                  </a:lnTo>
                  <a:lnTo>
                    <a:pt x="551" y="10565"/>
                  </a:lnTo>
                  <a:lnTo>
                    <a:pt x="588" y="10418"/>
                  </a:lnTo>
                  <a:lnTo>
                    <a:pt x="735" y="10198"/>
                  </a:lnTo>
                  <a:lnTo>
                    <a:pt x="1065" y="9685"/>
                  </a:lnTo>
                  <a:lnTo>
                    <a:pt x="1542" y="9575"/>
                  </a:lnTo>
                  <a:lnTo>
                    <a:pt x="1762" y="9538"/>
                  </a:lnTo>
                  <a:lnTo>
                    <a:pt x="2018" y="9501"/>
                  </a:lnTo>
                  <a:lnTo>
                    <a:pt x="2092" y="9464"/>
                  </a:lnTo>
                  <a:lnTo>
                    <a:pt x="2128" y="9428"/>
                  </a:lnTo>
                  <a:lnTo>
                    <a:pt x="2165" y="9281"/>
                  </a:lnTo>
                  <a:lnTo>
                    <a:pt x="2128" y="9171"/>
                  </a:lnTo>
                  <a:lnTo>
                    <a:pt x="2092" y="9134"/>
                  </a:lnTo>
                  <a:lnTo>
                    <a:pt x="2018" y="9098"/>
                  </a:lnTo>
                  <a:lnTo>
                    <a:pt x="1872" y="9061"/>
                  </a:lnTo>
                  <a:lnTo>
                    <a:pt x="1725" y="9061"/>
                  </a:lnTo>
                  <a:lnTo>
                    <a:pt x="1395" y="9134"/>
                  </a:lnTo>
                  <a:lnTo>
                    <a:pt x="1395" y="9134"/>
                  </a:lnTo>
                  <a:lnTo>
                    <a:pt x="1798" y="8547"/>
                  </a:lnTo>
                  <a:lnTo>
                    <a:pt x="1835" y="8511"/>
                  </a:lnTo>
                  <a:lnTo>
                    <a:pt x="1945" y="8547"/>
                  </a:lnTo>
                  <a:lnTo>
                    <a:pt x="2092" y="8584"/>
                  </a:lnTo>
                  <a:lnTo>
                    <a:pt x="2459" y="8621"/>
                  </a:lnTo>
                  <a:lnTo>
                    <a:pt x="2972" y="8621"/>
                  </a:lnTo>
                  <a:lnTo>
                    <a:pt x="3082" y="8584"/>
                  </a:lnTo>
                  <a:lnTo>
                    <a:pt x="3156" y="8511"/>
                  </a:lnTo>
                  <a:lnTo>
                    <a:pt x="3192" y="8401"/>
                  </a:lnTo>
                  <a:lnTo>
                    <a:pt x="3156" y="8291"/>
                  </a:lnTo>
                  <a:lnTo>
                    <a:pt x="3082" y="8217"/>
                  </a:lnTo>
                  <a:lnTo>
                    <a:pt x="2972" y="8181"/>
                  </a:lnTo>
                  <a:lnTo>
                    <a:pt x="2055" y="8181"/>
                  </a:lnTo>
                  <a:lnTo>
                    <a:pt x="2532" y="7520"/>
                  </a:lnTo>
                  <a:lnTo>
                    <a:pt x="2752" y="7557"/>
                  </a:lnTo>
                  <a:lnTo>
                    <a:pt x="2899" y="7704"/>
                  </a:lnTo>
                  <a:lnTo>
                    <a:pt x="3046" y="7777"/>
                  </a:lnTo>
                  <a:lnTo>
                    <a:pt x="3192" y="7851"/>
                  </a:lnTo>
                  <a:lnTo>
                    <a:pt x="3376" y="7924"/>
                  </a:lnTo>
                  <a:lnTo>
                    <a:pt x="3742" y="7961"/>
                  </a:lnTo>
                  <a:lnTo>
                    <a:pt x="4073" y="7961"/>
                  </a:lnTo>
                  <a:lnTo>
                    <a:pt x="4549" y="7887"/>
                  </a:lnTo>
                  <a:lnTo>
                    <a:pt x="4953" y="7777"/>
                  </a:lnTo>
                  <a:lnTo>
                    <a:pt x="5797" y="7410"/>
                  </a:lnTo>
                  <a:lnTo>
                    <a:pt x="6237" y="7264"/>
                  </a:lnTo>
                  <a:lnTo>
                    <a:pt x="6494" y="7227"/>
                  </a:lnTo>
                  <a:close/>
                  <a:moveTo>
                    <a:pt x="4036" y="1"/>
                  </a:moveTo>
                  <a:lnTo>
                    <a:pt x="3816" y="37"/>
                  </a:lnTo>
                  <a:lnTo>
                    <a:pt x="3596" y="74"/>
                  </a:lnTo>
                  <a:lnTo>
                    <a:pt x="3412" y="147"/>
                  </a:lnTo>
                  <a:lnTo>
                    <a:pt x="3229" y="257"/>
                  </a:lnTo>
                  <a:lnTo>
                    <a:pt x="3119" y="404"/>
                  </a:lnTo>
                  <a:lnTo>
                    <a:pt x="3009" y="551"/>
                  </a:lnTo>
                  <a:lnTo>
                    <a:pt x="2972" y="771"/>
                  </a:lnTo>
                  <a:lnTo>
                    <a:pt x="3009" y="991"/>
                  </a:lnTo>
                  <a:lnTo>
                    <a:pt x="3082" y="1174"/>
                  </a:lnTo>
                  <a:lnTo>
                    <a:pt x="3156" y="1285"/>
                  </a:lnTo>
                  <a:lnTo>
                    <a:pt x="3266" y="1358"/>
                  </a:lnTo>
                  <a:lnTo>
                    <a:pt x="3412" y="1431"/>
                  </a:lnTo>
                  <a:lnTo>
                    <a:pt x="3559" y="1468"/>
                  </a:lnTo>
                  <a:lnTo>
                    <a:pt x="3706" y="1468"/>
                  </a:lnTo>
                  <a:lnTo>
                    <a:pt x="3853" y="1431"/>
                  </a:lnTo>
                  <a:lnTo>
                    <a:pt x="3999" y="1395"/>
                  </a:lnTo>
                  <a:lnTo>
                    <a:pt x="4073" y="1395"/>
                  </a:lnTo>
                  <a:lnTo>
                    <a:pt x="3963" y="1468"/>
                  </a:lnTo>
                  <a:lnTo>
                    <a:pt x="3926" y="1578"/>
                  </a:lnTo>
                  <a:lnTo>
                    <a:pt x="3889" y="2055"/>
                  </a:lnTo>
                  <a:lnTo>
                    <a:pt x="3889" y="2532"/>
                  </a:lnTo>
                  <a:lnTo>
                    <a:pt x="3926" y="3449"/>
                  </a:lnTo>
                  <a:lnTo>
                    <a:pt x="3926" y="5099"/>
                  </a:lnTo>
                  <a:lnTo>
                    <a:pt x="3926" y="5283"/>
                  </a:lnTo>
                  <a:lnTo>
                    <a:pt x="3963" y="5466"/>
                  </a:lnTo>
                  <a:lnTo>
                    <a:pt x="3963" y="5503"/>
                  </a:lnTo>
                  <a:lnTo>
                    <a:pt x="3742" y="5613"/>
                  </a:lnTo>
                  <a:lnTo>
                    <a:pt x="3559" y="5723"/>
                  </a:lnTo>
                  <a:lnTo>
                    <a:pt x="3229" y="6016"/>
                  </a:lnTo>
                  <a:lnTo>
                    <a:pt x="2899" y="6347"/>
                  </a:lnTo>
                  <a:lnTo>
                    <a:pt x="2605" y="6677"/>
                  </a:lnTo>
                  <a:lnTo>
                    <a:pt x="2239" y="7080"/>
                  </a:lnTo>
                  <a:lnTo>
                    <a:pt x="1908" y="7484"/>
                  </a:lnTo>
                  <a:lnTo>
                    <a:pt x="1285" y="8364"/>
                  </a:lnTo>
                  <a:lnTo>
                    <a:pt x="698" y="9244"/>
                  </a:lnTo>
                  <a:lnTo>
                    <a:pt x="148" y="10125"/>
                  </a:lnTo>
                  <a:lnTo>
                    <a:pt x="38" y="10308"/>
                  </a:lnTo>
                  <a:lnTo>
                    <a:pt x="1" y="10492"/>
                  </a:lnTo>
                  <a:lnTo>
                    <a:pt x="38" y="10675"/>
                  </a:lnTo>
                  <a:lnTo>
                    <a:pt x="111" y="10858"/>
                  </a:lnTo>
                  <a:lnTo>
                    <a:pt x="221" y="11005"/>
                  </a:lnTo>
                  <a:lnTo>
                    <a:pt x="368" y="11115"/>
                  </a:lnTo>
                  <a:lnTo>
                    <a:pt x="551" y="11225"/>
                  </a:lnTo>
                  <a:lnTo>
                    <a:pt x="771" y="11262"/>
                  </a:lnTo>
                  <a:lnTo>
                    <a:pt x="1321" y="11299"/>
                  </a:lnTo>
                  <a:lnTo>
                    <a:pt x="1872" y="11262"/>
                  </a:lnTo>
                  <a:lnTo>
                    <a:pt x="3009" y="11189"/>
                  </a:lnTo>
                  <a:lnTo>
                    <a:pt x="5503" y="11115"/>
                  </a:lnTo>
                  <a:lnTo>
                    <a:pt x="7447" y="11042"/>
                  </a:lnTo>
                  <a:lnTo>
                    <a:pt x="8401" y="11005"/>
                  </a:lnTo>
                  <a:lnTo>
                    <a:pt x="9355" y="11042"/>
                  </a:lnTo>
                  <a:lnTo>
                    <a:pt x="9391" y="11152"/>
                  </a:lnTo>
                  <a:lnTo>
                    <a:pt x="9465" y="11225"/>
                  </a:lnTo>
                  <a:lnTo>
                    <a:pt x="9612" y="11299"/>
                  </a:lnTo>
                  <a:lnTo>
                    <a:pt x="9795" y="11335"/>
                  </a:lnTo>
                  <a:lnTo>
                    <a:pt x="9978" y="11335"/>
                  </a:lnTo>
                  <a:lnTo>
                    <a:pt x="10125" y="11299"/>
                  </a:lnTo>
                  <a:lnTo>
                    <a:pt x="10272" y="11299"/>
                  </a:lnTo>
                  <a:lnTo>
                    <a:pt x="10382" y="11262"/>
                  </a:lnTo>
                  <a:lnTo>
                    <a:pt x="10455" y="11189"/>
                  </a:lnTo>
                  <a:lnTo>
                    <a:pt x="10565" y="11115"/>
                  </a:lnTo>
                  <a:lnTo>
                    <a:pt x="10785" y="10968"/>
                  </a:lnTo>
                  <a:lnTo>
                    <a:pt x="10969" y="10785"/>
                  </a:lnTo>
                  <a:lnTo>
                    <a:pt x="11152" y="10602"/>
                  </a:lnTo>
                  <a:lnTo>
                    <a:pt x="11299" y="10455"/>
                  </a:lnTo>
                  <a:lnTo>
                    <a:pt x="11336" y="10308"/>
                  </a:lnTo>
                  <a:lnTo>
                    <a:pt x="11372" y="10198"/>
                  </a:lnTo>
                  <a:lnTo>
                    <a:pt x="11409" y="10051"/>
                  </a:lnTo>
                  <a:lnTo>
                    <a:pt x="11372" y="9941"/>
                  </a:lnTo>
                  <a:lnTo>
                    <a:pt x="11299" y="9685"/>
                  </a:lnTo>
                  <a:lnTo>
                    <a:pt x="11189" y="9464"/>
                  </a:lnTo>
                  <a:lnTo>
                    <a:pt x="10859" y="8914"/>
                  </a:lnTo>
                  <a:lnTo>
                    <a:pt x="10492" y="8364"/>
                  </a:lnTo>
                  <a:lnTo>
                    <a:pt x="10125" y="7887"/>
                  </a:lnTo>
                  <a:lnTo>
                    <a:pt x="9722" y="7410"/>
                  </a:lnTo>
                  <a:lnTo>
                    <a:pt x="9318" y="6933"/>
                  </a:lnTo>
                  <a:lnTo>
                    <a:pt x="8878" y="6493"/>
                  </a:lnTo>
                  <a:lnTo>
                    <a:pt x="8474" y="6126"/>
                  </a:lnTo>
                  <a:lnTo>
                    <a:pt x="8071" y="5760"/>
                  </a:lnTo>
                  <a:lnTo>
                    <a:pt x="7851" y="5576"/>
                  </a:lnTo>
                  <a:lnTo>
                    <a:pt x="7594" y="5430"/>
                  </a:lnTo>
                  <a:lnTo>
                    <a:pt x="7374" y="5319"/>
                  </a:lnTo>
                  <a:lnTo>
                    <a:pt x="7117" y="5209"/>
                  </a:lnTo>
                  <a:lnTo>
                    <a:pt x="7117" y="5173"/>
                  </a:lnTo>
                  <a:lnTo>
                    <a:pt x="7191" y="4953"/>
                  </a:lnTo>
                  <a:lnTo>
                    <a:pt x="7227" y="4696"/>
                  </a:lnTo>
                  <a:lnTo>
                    <a:pt x="7227" y="4182"/>
                  </a:lnTo>
                  <a:lnTo>
                    <a:pt x="7227" y="3669"/>
                  </a:lnTo>
                  <a:lnTo>
                    <a:pt x="7191" y="3192"/>
                  </a:lnTo>
                  <a:lnTo>
                    <a:pt x="7154" y="2825"/>
                  </a:lnTo>
                  <a:lnTo>
                    <a:pt x="7117" y="2385"/>
                  </a:lnTo>
                  <a:lnTo>
                    <a:pt x="7044" y="2165"/>
                  </a:lnTo>
                  <a:lnTo>
                    <a:pt x="7007" y="1945"/>
                  </a:lnTo>
                  <a:lnTo>
                    <a:pt x="6934" y="1761"/>
                  </a:lnTo>
                  <a:lnTo>
                    <a:pt x="6824" y="1615"/>
                  </a:lnTo>
                  <a:lnTo>
                    <a:pt x="7191" y="1651"/>
                  </a:lnTo>
                  <a:lnTo>
                    <a:pt x="7521" y="1651"/>
                  </a:lnTo>
                  <a:lnTo>
                    <a:pt x="7851" y="1541"/>
                  </a:lnTo>
                  <a:lnTo>
                    <a:pt x="7998" y="1468"/>
                  </a:lnTo>
                  <a:lnTo>
                    <a:pt x="8144" y="1358"/>
                  </a:lnTo>
                  <a:lnTo>
                    <a:pt x="8254" y="1248"/>
                  </a:lnTo>
                  <a:lnTo>
                    <a:pt x="8254" y="1174"/>
                  </a:lnTo>
                  <a:lnTo>
                    <a:pt x="8254" y="1101"/>
                  </a:lnTo>
                  <a:lnTo>
                    <a:pt x="8144" y="624"/>
                  </a:lnTo>
                  <a:lnTo>
                    <a:pt x="8071" y="404"/>
                  </a:lnTo>
                  <a:lnTo>
                    <a:pt x="7998" y="294"/>
                  </a:lnTo>
                  <a:lnTo>
                    <a:pt x="7924" y="221"/>
                  </a:lnTo>
                  <a:lnTo>
                    <a:pt x="7851" y="147"/>
                  </a:lnTo>
                  <a:lnTo>
                    <a:pt x="7777" y="147"/>
                  </a:lnTo>
                  <a:lnTo>
                    <a:pt x="7631" y="111"/>
                  </a:lnTo>
                  <a:lnTo>
                    <a:pt x="6824" y="74"/>
                  </a:lnTo>
                  <a:lnTo>
                    <a:pt x="4036" y="1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88" name="Google Shape;311;p5">
              <a:extLst>
                <a:ext uri="{FF2B5EF4-FFF2-40B4-BE49-F238E27FC236}">
                  <a16:creationId xmlns:a16="http://schemas.microsoft.com/office/drawing/2014/main" id="{3767F723-1A01-4C3A-BECF-39DE99B6571F}"/>
                </a:ext>
              </a:extLst>
            </p:cNvPr>
            <p:cNvSpPr/>
            <p:nvPr/>
          </p:nvSpPr>
          <p:spPr>
            <a:xfrm>
              <a:off x="6849975" y="3631900"/>
              <a:ext cx="270550" cy="339350"/>
            </a:xfrm>
            <a:custGeom>
              <a:avLst/>
              <a:gdLst/>
              <a:ahLst/>
              <a:cxnLst/>
              <a:rect l="l" t="t" r="r" b="b"/>
              <a:pathLst>
                <a:path w="10822" h="13574" extrusionOk="0">
                  <a:moveTo>
                    <a:pt x="10235" y="1358"/>
                  </a:moveTo>
                  <a:lnTo>
                    <a:pt x="10345" y="1652"/>
                  </a:lnTo>
                  <a:lnTo>
                    <a:pt x="10345" y="1982"/>
                  </a:lnTo>
                  <a:lnTo>
                    <a:pt x="10345" y="2312"/>
                  </a:lnTo>
                  <a:lnTo>
                    <a:pt x="10235" y="2605"/>
                  </a:lnTo>
                  <a:lnTo>
                    <a:pt x="10235" y="2569"/>
                  </a:lnTo>
                  <a:lnTo>
                    <a:pt x="10198" y="1945"/>
                  </a:lnTo>
                  <a:lnTo>
                    <a:pt x="10235" y="1358"/>
                  </a:lnTo>
                  <a:close/>
                  <a:moveTo>
                    <a:pt x="9538" y="2092"/>
                  </a:moveTo>
                  <a:lnTo>
                    <a:pt x="9538" y="2422"/>
                  </a:lnTo>
                  <a:lnTo>
                    <a:pt x="9538" y="2789"/>
                  </a:lnTo>
                  <a:lnTo>
                    <a:pt x="9465" y="2202"/>
                  </a:lnTo>
                  <a:lnTo>
                    <a:pt x="9538" y="2092"/>
                  </a:lnTo>
                  <a:close/>
                  <a:moveTo>
                    <a:pt x="9941" y="1285"/>
                  </a:moveTo>
                  <a:lnTo>
                    <a:pt x="9868" y="1835"/>
                  </a:lnTo>
                  <a:lnTo>
                    <a:pt x="9831" y="2129"/>
                  </a:lnTo>
                  <a:lnTo>
                    <a:pt x="9831" y="2459"/>
                  </a:lnTo>
                  <a:lnTo>
                    <a:pt x="9831" y="2642"/>
                  </a:lnTo>
                  <a:lnTo>
                    <a:pt x="9868" y="2789"/>
                  </a:lnTo>
                  <a:lnTo>
                    <a:pt x="9941" y="2936"/>
                  </a:lnTo>
                  <a:lnTo>
                    <a:pt x="10015" y="3046"/>
                  </a:lnTo>
                  <a:lnTo>
                    <a:pt x="10051" y="3046"/>
                  </a:lnTo>
                  <a:lnTo>
                    <a:pt x="9941" y="3229"/>
                  </a:lnTo>
                  <a:lnTo>
                    <a:pt x="9648" y="3632"/>
                  </a:lnTo>
                  <a:lnTo>
                    <a:pt x="9575" y="3046"/>
                  </a:lnTo>
                  <a:lnTo>
                    <a:pt x="9611" y="3119"/>
                  </a:lnTo>
                  <a:lnTo>
                    <a:pt x="9648" y="3156"/>
                  </a:lnTo>
                  <a:lnTo>
                    <a:pt x="9721" y="3192"/>
                  </a:lnTo>
                  <a:lnTo>
                    <a:pt x="9795" y="3156"/>
                  </a:lnTo>
                  <a:lnTo>
                    <a:pt x="9868" y="3156"/>
                  </a:lnTo>
                  <a:lnTo>
                    <a:pt x="9905" y="3082"/>
                  </a:lnTo>
                  <a:lnTo>
                    <a:pt x="9905" y="3046"/>
                  </a:lnTo>
                  <a:lnTo>
                    <a:pt x="9905" y="2972"/>
                  </a:lnTo>
                  <a:lnTo>
                    <a:pt x="9868" y="2936"/>
                  </a:lnTo>
                  <a:lnTo>
                    <a:pt x="9831" y="2899"/>
                  </a:lnTo>
                  <a:lnTo>
                    <a:pt x="9758" y="2899"/>
                  </a:lnTo>
                  <a:lnTo>
                    <a:pt x="9758" y="2642"/>
                  </a:lnTo>
                  <a:lnTo>
                    <a:pt x="9721" y="2092"/>
                  </a:lnTo>
                  <a:lnTo>
                    <a:pt x="9685" y="2018"/>
                  </a:lnTo>
                  <a:lnTo>
                    <a:pt x="9587" y="2018"/>
                  </a:lnTo>
                  <a:lnTo>
                    <a:pt x="9611" y="1982"/>
                  </a:lnTo>
                  <a:lnTo>
                    <a:pt x="9721" y="1762"/>
                  </a:lnTo>
                  <a:lnTo>
                    <a:pt x="9831" y="1542"/>
                  </a:lnTo>
                  <a:lnTo>
                    <a:pt x="9941" y="1285"/>
                  </a:lnTo>
                  <a:close/>
                  <a:moveTo>
                    <a:pt x="9318" y="2385"/>
                  </a:moveTo>
                  <a:lnTo>
                    <a:pt x="9281" y="3119"/>
                  </a:lnTo>
                  <a:lnTo>
                    <a:pt x="9318" y="3889"/>
                  </a:lnTo>
                  <a:lnTo>
                    <a:pt x="9354" y="3963"/>
                  </a:lnTo>
                  <a:lnTo>
                    <a:pt x="9098" y="4183"/>
                  </a:lnTo>
                  <a:lnTo>
                    <a:pt x="9098" y="3963"/>
                  </a:lnTo>
                  <a:lnTo>
                    <a:pt x="9098" y="3743"/>
                  </a:lnTo>
                  <a:lnTo>
                    <a:pt x="9024" y="3302"/>
                  </a:lnTo>
                  <a:lnTo>
                    <a:pt x="8988" y="2715"/>
                  </a:lnTo>
                  <a:lnTo>
                    <a:pt x="9134" y="2569"/>
                  </a:lnTo>
                  <a:lnTo>
                    <a:pt x="9318" y="2385"/>
                  </a:lnTo>
                  <a:close/>
                  <a:moveTo>
                    <a:pt x="8107" y="3596"/>
                  </a:moveTo>
                  <a:lnTo>
                    <a:pt x="7997" y="3889"/>
                  </a:lnTo>
                  <a:lnTo>
                    <a:pt x="7924" y="4219"/>
                  </a:lnTo>
                  <a:lnTo>
                    <a:pt x="7887" y="3779"/>
                  </a:lnTo>
                  <a:lnTo>
                    <a:pt x="8107" y="3596"/>
                  </a:lnTo>
                  <a:close/>
                  <a:moveTo>
                    <a:pt x="8731" y="2972"/>
                  </a:moveTo>
                  <a:lnTo>
                    <a:pt x="8731" y="3302"/>
                  </a:lnTo>
                  <a:lnTo>
                    <a:pt x="8731" y="3816"/>
                  </a:lnTo>
                  <a:lnTo>
                    <a:pt x="8768" y="4109"/>
                  </a:lnTo>
                  <a:lnTo>
                    <a:pt x="8841" y="4366"/>
                  </a:lnTo>
                  <a:lnTo>
                    <a:pt x="8841" y="4403"/>
                  </a:lnTo>
                  <a:lnTo>
                    <a:pt x="8621" y="4586"/>
                  </a:lnTo>
                  <a:lnTo>
                    <a:pt x="8621" y="4586"/>
                  </a:lnTo>
                  <a:lnTo>
                    <a:pt x="8658" y="4219"/>
                  </a:lnTo>
                  <a:lnTo>
                    <a:pt x="8694" y="3816"/>
                  </a:lnTo>
                  <a:lnTo>
                    <a:pt x="8694" y="3449"/>
                  </a:lnTo>
                  <a:lnTo>
                    <a:pt x="8658" y="3082"/>
                  </a:lnTo>
                  <a:lnTo>
                    <a:pt x="8731" y="2972"/>
                  </a:lnTo>
                  <a:close/>
                  <a:moveTo>
                    <a:pt x="8364" y="3339"/>
                  </a:moveTo>
                  <a:lnTo>
                    <a:pt x="8254" y="4733"/>
                  </a:lnTo>
                  <a:lnTo>
                    <a:pt x="8291" y="4806"/>
                  </a:lnTo>
                  <a:lnTo>
                    <a:pt x="8291" y="4843"/>
                  </a:lnTo>
                  <a:lnTo>
                    <a:pt x="8217" y="4916"/>
                  </a:lnTo>
                  <a:lnTo>
                    <a:pt x="8181" y="4880"/>
                  </a:lnTo>
                  <a:lnTo>
                    <a:pt x="8327" y="3522"/>
                  </a:lnTo>
                  <a:lnTo>
                    <a:pt x="8291" y="3486"/>
                  </a:lnTo>
                  <a:lnTo>
                    <a:pt x="8254" y="3449"/>
                  </a:lnTo>
                  <a:lnTo>
                    <a:pt x="8364" y="3339"/>
                  </a:lnTo>
                  <a:close/>
                  <a:moveTo>
                    <a:pt x="7704" y="3963"/>
                  </a:moveTo>
                  <a:lnTo>
                    <a:pt x="7667" y="4329"/>
                  </a:lnTo>
                  <a:lnTo>
                    <a:pt x="7594" y="4696"/>
                  </a:lnTo>
                  <a:lnTo>
                    <a:pt x="7520" y="5026"/>
                  </a:lnTo>
                  <a:lnTo>
                    <a:pt x="7410" y="5393"/>
                  </a:lnTo>
                  <a:lnTo>
                    <a:pt x="7410" y="5467"/>
                  </a:lnTo>
                  <a:lnTo>
                    <a:pt x="7337" y="5430"/>
                  </a:lnTo>
                  <a:lnTo>
                    <a:pt x="7300" y="5430"/>
                  </a:lnTo>
                  <a:lnTo>
                    <a:pt x="7300" y="4990"/>
                  </a:lnTo>
                  <a:lnTo>
                    <a:pt x="7264" y="4696"/>
                  </a:lnTo>
                  <a:lnTo>
                    <a:pt x="7227" y="4366"/>
                  </a:lnTo>
                  <a:lnTo>
                    <a:pt x="7704" y="3963"/>
                  </a:lnTo>
                  <a:close/>
                  <a:moveTo>
                    <a:pt x="7044" y="4513"/>
                  </a:moveTo>
                  <a:lnTo>
                    <a:pt x="6970" y="5026"/>
                  </a:lnTo>
                  <a:lnTo>
                    <a:pt x="6970" y="5320"/>
                  </a:lnTo>
                  <a:lnTo>
                    <a:pt x="6970" y="5540"/>
                  </a:lnTo>
                  <a:lnTo>
                    <a:pt x="7007" y="5650"/>
                  </a:lnTo>
                  <a:lnTo>
                    <a:pt x="7080" y="5760"/>
                  </a:lnTo>
                  <a:lnTo>
                    <a:pt x="6677" y="6053"/>
                  </a:lnTo>
                  <a:lnTo>
                    <a:pt x="6677" y="6053"/>
                  </a:lnTo>
                  <a:lnTo>
                    <a:pt x="6713" y="5797"/>
                  </a:lnTo>
                  <a:lnTo>
                    <a:pt x="6750" y="5540"/>
                  </a:lnTo>
                  <a:lnTo>
                    <a:pt x="6750" y="5173"/>
                  </a:lnTo>
                  <a:lnTo>
                    <a:pt x="6677" y="4843"/>
                  </a:lnTo>
                  <a:lnTo>
                    <a:pt x="7044" y="4513"/>
                  </a:lnTo>
                  <a:close/>
                  <a:moveTo>
                    <a:pt x="6603" y="4916"/>
                  </a:moveTo>
                  <a:lnTo>
                    <a:pt x="6567" y="5173"/>
                  </a:lnTo>
                  <a:lnTo>
                    <a:pt x="6530" y="5430"/>
                  </a:lnTo>
                  <a:lnTo>
                    <a:pt x="6457" y="5613"/>
                  </a:lnTo>
                  <a:lnTo>
                    <a:pt x="6383" y="5760"/>
                  </a:lnTo>
                  <a:lnTo>
                    <a:pt x="6310" y="5943"/>
                  </a:lnTo>
                  <a:lnTo>
                    <a:pt x="6310" y="6127"/>
                  </a:lnTo>
                  <a:lnTo>
                    <a:pt x="6310" y="6200"/>
                  </a:lnTo>
                  <a:lnTo>
                    <a:pt x="6383" y="6237"/>
                  </a:lnTo>
                  <a:lnTo>
                    <a:pt x="5980" y="6494"/>
                  </a:lnTo>
                  <a:lnTo>
                    <a:pt x="6053" y="6090"/>
                  </a:lnTo>
                  <a:lnTo>
                    <a:pt x="6053" y="5760"/>
                  </a:lnTo>
                  <a:lnTo>
                    <a:pt x="6016" y="5393"/>
                  </a:lnTo>
                  <a:lnTo>
                    <a:pt x="6603" y="4916"/>
                  </a:lnTo>
                  <a:close/>
                  <a:moveTo>
                    <a:pt x="5870" y="5540"/>
                  </a:moveTo>
                  <a:lnTo>
                    <a:pt x="5796" y="5943"/>
                  </a:lnTo>
                  <a:lnTo>
                    <a:pt x="5686" y="6347"/>
                  </a:lnTo>
                  <a:lnTo>
                    <a:pt x="5613" y="6567"/>
                  </a:lnTo>
                  <a:lnTo>
                    <a:pt x="5613" y="6677"/>
                  </a:lnTo>
                  <a:lnTo>
                    <a:pt x="5613" y="6750"/>
                  </a:lnTo>
                  <a:lnTo>
                    <a:pt x="5173" y="7081"/>
                  </a:lnTo>
                  <a:lnTo>
                    <a:pt x="5393" y="5943"/>
                  </a:lnTo>
                  <a:lnTo>
                    <a:pt x="5870" y="5540"/>
                  </a:lnTo>
                  <a:close/>
                  <a:moveTo>
                    <a:pt x="9134" y="478"/>
                  </a:moveTo>
                  <a:lnTo>
                    <a:pt x="9428" y="588"/>
                  </a:lnTo>
                  <a:lnTo>
                    <a:pt x="9318" y="735"/>
                  </a:lnTo>
                  <a:lnTo>
                    <a:pt x="9318" y="845"/>
                  </a:lnTo>
                  <a:lnTo>
                    <a:pt x="9354" y="918"/>
                  </a:lnTo>
                  <a:lnTo>
                    <a:pt x="9428" y="955"/>
                  </a:lnTo>
                  <a:lnTo>
                    <a:pt x="9538" y="955"/>
                  </a:lnTo>
                  <a:lnTo>
                    <a:pt x="9538" y="1101"/>
                  </a:lnTo>
                  <a:lnTo>
                    <a:pt x="9465" y="1285"/>
                  </a:lnTo>
                  <a:lnTo>
                    <a:pt x="9318" y="1615"/>
                  </a:lnTo>
                  <a:lnTo>
                    <a:pt x="9134" y="1908"/>
                  </a:lnTo>
                  <a:lnTo>
                    <a:pt x="8914" y="2202"/>
                  </a:lnTo>
                  <a:lnTo>
                    <a:pt x="8841" y="2165"/>
                  </a:lnTo>
                  <a:lnTo>
                    <a:pt x="8804" y="2202"/>
                  </a:lnTo>
                  <a:lnTo>
                    <a:pt x="8768" y="2202"/>
                  </a:lnTo>
                  <a:lnTo>
                    <a:pt x="8731" y="2275"/>
                  </a:lnTo>
                  <a:lnTo>
                    <a:pt x="8731" y="2349"/>
                  </a:lnTo>
                  <a:lnTo>
                    <a:pt x="8364" y="2715"/>
                  </a:lnTo>
                  <a:lnTo>
                    <a:pt x="7740" y="3339"/>
                  </a:lnTo>
                  <a:lnTo>
                    <a:pt x="7667" y="3339"/>
                  </a:lnTo>
                  <a:lnTo>
                    <a:pt x="7667" y="3412"/>
                  </a:lnTo>
                  <a:lnTo>
                    <a:pt x="6493" y="4439"/>
                  </a:lnTo>
                  <a:lnTo>
                    <a:pt x="5650" y="5173"/>
                  </a:lnTo>
                  <a:lnTo>
                    <a:pt x="4806" y="5870"/>
                  </a:lnTo>
                  <a:lnTo>
                    <a:pt x="4769" y="5870"/>
                  </a:lnTo>
                  <a:lnTo>
                    <a:pt x="4733" y="5907"/>
                  </a:lnTo>
                  <a:lnTo>
                    <a:pt x="4623" y="6017"/>
                  </a:lnTo>
                  <a:lnTo>
                    <a:pt x="3889" y="6567"/>
                  </a:lnTo>
                  <a:lnTo>
                    <a:pt x="3852" y="6567"/>
                  </a:lnTo>
                  <a:lnTo>
                    <a:pt x="3816" y="6604"/>
                  </a:lnTo>
                  <a:lnTo>
                    <a:pt x="3632" y="6714"/>
                  </a:lnTo>
                  <a:lnTo>
                    <a:pt x="3339" y="6897"/>
                  </a:lnTo>
                  <a:lnTo>
                    <a:pt x="3155" y="7007"/>
                  </a:lnTo>
                  <a:lnTo>
                    <a:pt x="3045" y="7154"/>
                  </a:lnTo>
                  <a:lnTo>
                    <a:pt x="2972" y="7117"/>
                  </a:lnTo>
                  <a:lnTo>
                    <a:pt x="2605" y="6824"/>
                  </a:lnTo>
                  <a:lnTo>
                    <a:pt x="2312" y="6457"/>
                  </a:lnTo>
                  <a:lnTo>
                    <a:pt x="2128" y="6274"/>
                  </a:lnTo>
                  <a:lnTo>
                    <a:pt x="1945" y="6090"/>
                  </a:lnTo>
                  <a:lnTo>
                    <a:pt x="2202" y="5943"/>
                  </a:lnTo>
                  <a:lnTo>
                    <a:pt x="2458" y="5723"/>
                  </a:lnTo>
                  <a:lnTo>
                    <a:pt x="2605" y="5943"/>
                  </a:lnTo>
                  <a:lnTo>
                    <a:pt x="2825" y="6127"/>
                  </a:lnTo>
                  <a:lnTo>
                    <a:pt x="2935" y="6200"/>
                  </a:lnTo>
                  <a:lnTo>
                    <a:pt x="3082" y="6237"/>
                  </a:lnTo>
                  <a:lnTo>
                    <a:pt x="3229" y="6237"/>
                  </a:lnTo>
                  <a:lnTo>
                    <a:pt x="3339" y="6127"/>
                  </a:lnTo>
                  <a:lnTo>
                    <a:pt x="3375" y="6090"/>
                  </a:lnTo>
                  <a:lnTo>
                    <a:pt x="3412" y="6017"/>
                  </a:lnTo>
                  <a:lnTo>
                    <a:pt x="3375" y="5870"/>
                  </a:lnTo>
                  <a:lnTo>
                    <a:pt x="3339" y="5797"/>
                  </a:lnTo>
                  <a:lnTo>
                    <a:pt x="3265" y="5760"/>
                  </a:lnTo>
                  <a:lnTo>
                    <a:pt x="3119" y="5760"/>
                  </a:lnTo>
                  <a:lnTo>
                    <a:pt x="3082" y="5797"/>
                  </a:lnTo>
                  <a:lnTo>
                    <a:pt x="3082" y="5760"/>
                  </a:lnTo>
                  <a:lnTo>
                    <a:pt x="2935" y="5650"/>
                  </a:lnTo>
                  <a:lnTo>
                    <a:pt x="2752" y="5503"/>
                  </a:lnTo>
                  <a:lnTo>
                    <a:pt x="2825" y="5430"/>
                  </a:lnTo>
                  <a:lnTo>
                    <a:pt x="3302" y="4990"/>
                  </a:lnTo>
                  <a:lnTo>
                    <a:pt x="3375" y="5173"/>
                  </a:lnTo>
                  <a:lnTo>
                    <a:pt x="3449" y="5283"/>
                  </a:lnTo>
                  <a:lnTo>
                    <a:pt x="3559" y="5393"/>
                  </a:lnTo>
                  <a:lnTo>
                    <a:pt x="3669" y="5503"/>
                  </a:lnTo>
                  <a:lnTo>
                    <a:pt x="3816" y="5540"/>
                  </a:lnTo>
                  <a:lnTo>
                    <a:pt x="3926" y="5540"/>
                  </a:lnTo>
                  <a:lnTo>
                    <a:pt x="3999" y="5467"/>
                  </a:lnTo>
                  <a:lnTo>
                    <a:pt x="4036" y="5393"/>
                  </a:lnTo>
                  <a:lnTo>
                    <a:pt x="4036" y="5283"/>
                  </a:lnTo>
                  <a:lnTo>
                    <a:pt x="3889" y="5136"/>
                  </a:lnTo>
                  <a:lnTo>
                    <a:pt x="3742" y="4990"/>
                  </a:lnTo>
                  <a:lnTo>
                    <a:pt x="3632" y="4843"/>
                  </a:lnTo>
                  <a:lnTo>
                    <a:pt x="3595" y="4770"/>
                  </a:lnTo>
                  <a:lnTo>
                    <a:pt x="3595" y="4733"/>
                  </a:lnTo>
                  <a:lnTo>
                    <a:pt x="3926" y="4439"/>
                  </a:lnTo>
                  <a:lnTo>
                    <a:pt x="4146" y="4256"/>
                  </a:lnTo>
                  <a:lnTo>
                    <a:pt x="4182" y="4403"/>
                  </a:lnTo>
                  <a:lnTo>
                    <a:pt x="4256" y="4513"/>
                  </a:lnTo>
                  <a:lnTo>
                    <a:pt x="4329" y="4623"/>
                  </a:lnTo>
                  <a:lnTo>
                    <a:pt x="4439" y="4770"/>
                  </a:lnTo>
                  <a:lnTo>
                    <a:pt x="4586" y="4843"/>
                  </a:lnTo>
                  <a:lnTo>
                    <a:pt x="4696" y="4880"/>
                  </a:lnTo>
                  <a:lnTo>
                    <a:pt x="4806" y="4843"/>
                  </a:lnTo>
                  <a:lnTo>
                    <a:pt x="4843" y="4770"/>
                  </a:lnTo>
                  <a:lnTo>
                    <a:pt x="4879" y="4733"/>
                  </a:lnTo>
                  <a:lnTo>
                    <a:pt x="4879" y="4623"/>
                  </a:lnTo>
                  <a:lnTo>
                    <a:pt x="4843" y="4549"/>
                  </a:lnTo>
                  <a:lnTo>
                    <a:pt x="4769" y="4476"/>
                  </a:lnTo>
                  <a:lnTo>
                    <a:pt x="4623" y="4329"/>
                  </a:lnTo>
                  <a:lnTo>
                    <a:pt x="4513" y="4219"/>
                  </a:lnTo>
                  <a:lnTo>
                    <a:pt x="4476" y="4073"/>
                  </a:lnTo>
                  <a:lnTo>
                    <a:pt x="4476" y="3999"/>
                  </a:lnTo>
                  <a:lnTo>
                    <a:pt x="4989" y="3522"/>
                  </a:lnTo>
                  <a:lnTo>
                    <a:pt x="5063" y="3632"/>
                  </a:lnTo>
                  <a:lnTo>
                    <a:pt x="5173" y="3853"/>
                  </a:lnTo>
                  <a:lnTo>
                    <a:pt x="5356" y="4036"/>
                  </a:lnTo>
                  <a:lnTo>
                    <a:pt x="5430" y="4073"/>
                  </a:lnTo>
                  <a:lnTo>
                    <a:pt x="5503" y="4109"/>
                  </a:lnTo>
                  <a:lnTo>
                    <a:pt x="5576" y="4073"/>
                  </a:lnTo>
                  <a:lnTo>
                    <a:pt x="5650" y="4036"/>
                  </a:lnTo>
                  <a:lnTo>
                    <a:pt x="5686" y="3963"/>
                  </a:lnTo>
                  <a:lnTo>
                    <a:pt x="5686" y="3926"/>
                  </a:lnTo>
                  <a:lnTo>
                    <a:pt x="5686" y="3853"/>
                  </a:lnTo>
                  <a:lnTo>
                    <a:pt x="5650" y="3779"/>
                  </a:lnTo>
                  <a:lnTo>
                    <a:pt x="5246" y="3302"/>
                  </a:lnTo>
                  <a:lnTo>
                    <a:pt x="5980" y="2642"/>
                  </a:lnTo>
                  <a:lnTo>
                    <a:pt x="6016" y="2715"/>
                  </a:lnTo>
                  <a:lnTo>
                    <a:pt x="6163" y="3082"/>
                  </a:lnTo>
                  <a:lnTo>
                    <a:pt x="6200" y="3156"/>
                  </a:lnTo>
                  <a:lnTo>
                    <a:pt x="6237" y="3192"/>
                  </a:lnTo>
                  <a:lnTo>
                    <a:pt x="6383" y="3192"/>
                  </a:lnTo>
                  <a:lnTo>
                    <a:pt x="6457" y="3156"/>
                  </a:lnTo>
                  <a:lnTo>
                    <a:pt x="6493" y="3082"/>
                  </a:lnTo>
                  <a:lnTo>
                    <a:pt x="6530" y="3009"/>
                  </a:lnTo>
                  <a:lnTo>
                    <a:pt x="6493" y="2936"/>
                  </a:lnTo>
                  <a:lnTo>
                    <a:pt x="6383" y="2605"/>
                  </a:lnTo>
                  <a:lnTo>
                    <a:pt x="6273" y="2422"/>
                  </a:lnTo>
                  <a:lnTo>
                    <a:pt x="7007" y="1725"/>
                  </a:lnTo>
                  <a:lnTo>
                    <a:pt x="7044" y="1945"/>
                  </a:lnTo>
                  <a:lnTo>
                    <a:pt x="7080" y="2129"/>
                  </a:lnTo>
                  <a:lnTo>
                    <a:pt x="7154" y="2349"/>
                  </a:lnTo>
                  <a:lnTo>
                    <a:pt x="7227" y="2532"/>
                  </a:lnTo>
                  <a:lnTo>
                    <a:pt x="7300" y="2605"/>
                  </a:lnTo>
                  <a:lnTo>
                    <a:pt x="7410" y="2642"/>
                  </a:lnTo>
                  <a:lnTo>
                    <a:pt x="7557" y="2569"/>
                  </a:lnTo>
                  <a:lnTo>
                    <a:pt x="7630" y="2495"/>
                  </a:lnTo>
                  <a:lnTo>
                    <a:pt x="7667" y="2385"/>
                  </a:lnTo>
                  <a:lnTo>
                    <a:pt x="7667" y="2312"/>
                  </a:lnTo>
                  <a:lnTo>
                    <a:pt x="7630" y="2239"/>
                  </a:lnTo>
                  <a:lnTo>
                    <a:pt x="7557" y="2165"/>
                  </a:lnTo>
                  <a:lnTo>
                    <a:pt x="7484" y="2165"/>
                  </a:lnTo>
                  <a:lnTo>
                    <a:pt x="7337" y="1835"/>
                  </a:lnTo>
                  <a:lnTo>
                    <a:pt x="7227" y="1542"/>
                  </a:lnTo>
                  <a:lnTo>
                    <a:pt x="7740" y="1101"/>
                  </a:lnTo>
                  <a:lnTo>
                    <a:pt x="8217" y="735"/>
                  </a:lnTo>
                  <a:lnTo>
                    <a:pt x="8364" y="625"/>
                  </a:lnTo>
                  <a:lnTo>
                    <a:pt x="8511" y="551"/>
                  </a:lnTo>
                  <a:lnTo>
                    <a:pt x="8841" y="478"/>
                  </a:lnTo>
                  <a:close/>
                  <a:moveTo>
                    <a:pt x="3485" y="7264"/>
                  </a:moveTo>
                  <a:lnTo>
                    <a:pt x="3449" y="7447"/>
                  </a:lnTo>
                  <a:lnTo>
                    <a:pt x="3302" y="7337"/>
                  </a:lnTo>
                  <a:lnTo>
                    <a:pt x="3485" y="7264"/>
                  </a:lnTo>
                  <a:close/>
                  <a:moveTo>
                    <a:pt x="5099" y="6163"/>
                  </a:moveTo>
                  <a:lnTo>
                    <a:pt x="4733" y="7264"/>
                  </a:lnTo>
                  <a:lnTo>
                    <a:pt x="4733" y="7337"/>
                  </a:lnTo>
                  <a:lnTo>
                    <a:pt x="4586" y="7447"/>
                  </a:lnTo>
                  <a:lnTo>
                    <a:pt x="4586" y="7337"/>
                  </a:lnTo>
                  <a:lnTo>
                    <a:pt x="4586" y="7301"/>
                  </a:lnTo>
                  <a:lnTo>
                    <a:pt x="4623" y="6860"/>
                  </a:lnTo>
                  <a:lnTo>
                    <a:pt x="4733" y="6457"/>
                  </a:lnTo>
                  <a:lnTo>
                    <a:pt x="5026" y="6237"/>
                  </a:lnTo>
                  <a:lnTo>
                    <a:pt x="5099" y="6163"/>
                  </a:lnTo>
                  <a:close/>
                  <a:moveTo>
                    <a:pt x="4292" y="6750"/>
                  </a:moveTo>
                  <a:lnTo>
                    <a:pt x="4219" y="7117"/>
                  </a:lnTo>
                  <a:lnTo>
                    <a:pt x="4219" y="7484"/>
                  </a:lnTo>
                  <a:lnTo>
                    <a:pt x="4219" y="7594"/>
                  </a:lnTo>
                  <a:lnTo>
                    <a:pt x="4292" y="7631"/>
                  </a:lnTo>
                  <a:lnTo>
                    <a:pt x="3889" y="7924"/>
                  </a:lnTo>
                  <a:lnTo>
                    <a:pt x="3816" y="7851"/>
                  </a:lnTo>
                  <a:lnTo>
                    <a:pt x="3889" y="7777"/>
                  </a:lnTo>
                  <a:lnTo>
                    <a:pt x="3926" y="7667"/>
                  </a:lnTo>
                  <a:lnTo>
                    <a:pt x="3926" y="7594"/>
                  </a:lnTo>
                  <a:lnTo>
                    <a:pt x="3889" y="7521"/>
                  </a:lnTo>
                  <a:lnTo>
                    <a:pt x="3852" y="7484"/>
                  </a:lnTo>
                  <a:lnTo>
                    <a:pt x="3816" y="7484"/>
                  </a:lnTo>
                  <a:lnTo>
                    <a:pt x="3889" y="7227"/>
                  </a:lnTo>
                  <a:lnTo>
                    <a:pt x="3926" y="7007"/>
                  </a:lnTo>
                  <a:lnTo>
                    <a:pt x="3926" y="6970"/>
                  </a:lnTo>
                  <a:lnTo>
                    <a:pt x="4292" y="6750"/>
                  </a:lnTo>
                  <a:close/>
                  <a:moveTo>
                    <a:pt x="1101" y="6127"/>
                  </a:moveTo>
                  <a:lnTo>
                    <a:pt x="1358" y="6200"/>
                  </a:lnTo>
                  <a:lnTo>
                    <a:pt x="1578" y="6310"/>
                  </a:lnTo>
                  <a:lnTo>
                    <a:pt x="1761" y="6457"/>
                  </a:lnTo>
                  <a:lnTo>
                    <a:pt x="1945" y="6677"/>
                  </a:lnTo>
                  <a:lnTo>
                    <a:pt x="2312" y="7081"/>
                  </a:lnTo>
                  <a:lnTo>
                    <a:pt x="2715" y="7447"/>
                  </a:lnTo>
                  <a:lnTo>
                    <a:pt x="3155" y="7777"/>
                  </a:lnTo>
                  <a:lnTo>
                    <a:pt x="3339" y="7961"/>
                  </a:lnTo>
                  <a:lnTo>
                    <a:pt x="3522" y="8144"/>
                  </a:lnTo>
                  <a:lnTo>
                    <a:pt x="3522" y="8181"/>
                  </a:lnTo>
                  <a:lnTo>
                    <a:pt x="3485" y="8291"/>
                  </a:lnTo>
                  <a:lnTo>
                    <a:pt x="3485" y="8401"/>
                  </a:lnTo>
                  <a:lnTo>
                    <a:pt x="3559" y="8474"/>
                  </a:lnTo>
                  <a:lnTo>
                    <a:pt x="3669" y="8511"/>
                  </a:lnTo>
                  <a:lnTo>
                    <a:pt x="3669" y="8621"/>
                  </a:lnTo>
                  <a:lnTo>
                    <a:pt x="3669" y="8658"/>
                  </a:lnTo>
                  <a:lnTo>
                    <a:pt x="3595" y="8695"/>
                  </a:lnTo>
                  <a:lnTo>
                    <a:pt x="3229" y="8731"/>
                  </a:lnTo>
                  <a:lnTo>
                    <a:pt x="3009" y="8474"/>
                  </a:lnTo>
                  <a:lnTo>
                    <a:pt x="2825" y="8254"/>
                  </a:lnTo>
                  <a:lnTo>
                    <a:pt x="2165" y="7484"/>
                  </a:lnTo>
                  <a:lnTo>
                    <a:pt x="1615" y="6897"/>
                  </a:lnTo>
                  <a:lnTo>
                    <a:pt x="1321" y="6604"/>
                  </a:lnTo>
                  <a:lnTo>
                    <a:pt x="1174" y="6494"/>
                  </a:lnTo>
                  <a:lnTo>
                    <a:pt x="991" y="6420"/>
                  </a:lnTo>
                  <a:lnTo>
                    <a:pt x="1101" y="6127"/>
                  </a:lnTo>
                  <a:close/>
                  <a:moveTo>
                    <a:pt x="8731" y="1"/>
                  </a:moveTo>
                  <a:lnTo>
                    <a:pt x="8474" y="74"/>
                  </a:lnTo>
                  <a:lnTo>
                    <a:pt x="8217" y="184"/>
                  </a:lnTo>
                  <a:lnTo>
                    <a:pt x="7997" y="331"/>
                  </a:lnTo>
                  <a:lnTo>
                    <a:pt x="7777" y="478"/>
                  </a:lnTo>
                  <a:lnTo>
                    <a:pt x="7154" y="1028"/>
                  </a:lnTo>
                  <a:lnTo>
                    <a:pt x="6530" y="1578"/>
                  </a:lnTo>
                  <a:lnTo>
                    <a:pt x="4036" y="3779"/>
                  </a:lnTo>
                  <a:lnTo>
                    <a:pt x="2825" y="4843"/>
                  </a:lnTo>
                  <a:lnTo>
                    <a:pt x="2312" y="5283"/>
                  </a:lnTo>
                  <a:lnTo>
                    <a:pt x="2092" y="5540"/>
                  </a:lnTo>
                  <a:lnTo>
                    <a:pt x="1871" y="5797"/>
                  </a:lnTo>
                  <a:lnTo>
                    <a:pt x="1761" y="5833"/>
                  </a:lnTo>
                  <a:lnTo>
                    <a:pt x="1725" y="5943"/>
                  </a:lnTo>
                  <a:lnTo>
                    <a:pt x="1541" y="5833"/>
                  </a:lnTo>
                  <a:lnTo>
                    <a:pt x="1358" y="5797"/>
                  </a:lnTo>
                  <a:lnTo>
                    <a:pt x="1174" y="5760"/>
                  </a:lnTo>
                  <a:lnTo>
                    <a:pt x="954" y="5760"/>
                  </a:lnTo>
                  <a:lnTo>
                    <a:pt x="844" y="5797"/>
                  </a:lnTo>
                  <a:lnTo>
                    <a:pt x="771" y="5907"/>
                  </a:lnTo>
                  <a:lnTo>
                    <a:pt x="624" y="6420"/>
                  </a:lnTo>
                  <a:lnTo>
                    <a:pt x="624" y="6494"/>
                  </a:lnTo>
                  <a:lnTo>
                    <a:pt x="661" y="6567"/>
                  </a:lnTo>
                  <a:lnTo>
                    <a:pt x="698" y="6604"/>
                  </a:lnTo>
                  <a:lnTo>
                    <a:pt x="771" y="6640"/>
                  </a:lnTo>
                  <a:lnTo>
                    <a:pt x="918" y="6860"/>
                  </a:lnTo>
                  <a:lnTo>
                    <a:pt x="1101" y="7081"/>
                  </a:lnTo>
                  <a:lnTo>
                    <a:pt x="1505" y="7484"/>
                  </a:lnTo>
                  <a:lnTo>
                    <a:pt x="2385" y="8511"/>
                  </a:lnTo>
                  <a:lnTo>
                    <a:pt x="2715" y="8951"/>
                  </a:lnTo>
                  <a:lnTo>
                    <a:pt x="2935" y="9171"/>
                  </a:lnTo>
                  <a:lnTo>
                    <a:pt x="3155" y="9318"/>
                  </a:lnTo>
                  <a:lnTo>
                    <a:pt x="3302" y="9355"/>
                  </a:lnTo>
                  <a:lnTo>
                    <a:pt x="3412" y="9355"/>
                  </a:lnTo>
                  <a:lnTo>
                    <a:pt x="3522" y="9281"/>
                  </a:lnTo>
                  <a:lnTo>
                    <a:pt x="3595" y="9171"/>
                  </a:lnTo>
                  <a:lnTo>
                    <a:pt x="3816" y="9135"/>
                  </a:lnTo>
                  <a:lnTo>
                    <a:pt x="3962" y="9061"/>
                  </a:lnTo>
                  <a:lnTo>
                    <a:pt x="4072" y="8951"/>
                  </a:lnTo>
                  <a:lnTo>
                    <a:pt x="4146" y="8805"/>
                  </a:lnTo>
                  <a:lnTo>
                    <a:pt x="4146" y="8548"/>
                  </a:lnTo>
                  <a:lnTo>
                    <a:pt x="4109" y="8328"/>
                  </a:lnTo>
                  <a:lnTo>
                    <a:pt x="5320" y="7557"/>
                  </a:lnTo>
                  <a:lnTo>
                    <a:pt x="6530" y="6750"/>
                  </a:lnTo>
                  <a:lnTo>
                    <a:pt x="7667" y="5907"/>
                  </a:lnTo>
                  <a:lnTo>
                    <a:pt x="8804" y="5026"/>
                  </a:lnTo>
                  <a:lnTo>
                    <a:pt x="9281" y="4660"/>
                  </a:lnTo>
                  <a:lnTo>
                    <a:pt x="9721" y="4219"/>
                  </a:lnTo>
                  <a:lnTo>
                    <a:pt x="10125" y="3743"/>
                  </a:lnTo>
                  <a:lnTo>
                    <a:pt x="10308" y="3486"/>
                  </a:lnTo>
                  <a:lnTo>
                    <a:pt x="10455" y="3229"/>
                  </a:lnTo>
                  <a:lnTo>
                    <a:pt x="10602" y="2972"/>
                  </a:lnTo>
                  <a:lnTo>
                    <a:pt x="10712" y="2679"/>
                  </a:lnTo>
                  <a:lnTo>
                    <a:pt x="10785" y="2385"/>
                  </a:lnTo>
                  <a:lnTo>
                    <a:pt x="10822" y="2129"/>
                  </a:lnTo>
                  <a:lnTo>
                    <a:pt x="10822" y="1835"/>
                  </a:lnTo>
                  <a:lnTo>
                    <a:pt x="10785" y="1542"/>
                  </a:lnTo>
                  <a:lnTo>
                    <a:pt x="10675" y="1248"/>
                  </a:lnTo>
                  <a:lnTo>
                    <a:pt x="10528" y="955"/>
                  </a:lnTo>
                  <a:lnTo>
                    <a:pt x="10382" y="735"/>
                  </a:lnTo>
                  <a:lnTo>
                    <a:pt x="10198" y="515"/>
                  </a:lnTo>
                  <a:lnTo>
                    <a:pt x="9978" y="368"/>
                  </a:lnTo>
                  <a:lnTo>
                    <a:pt x="9758" y="221"/>
                  </a:lnTo>
                  <a:lnTo>
                    <a:pt x="9501" y="111"/>
                  </a:lnTo>
                  <a:lnTo>
                    <a:pt x="9281" y="38"/>
                  </a:lnTo>
                  <a:lnTo>
                    <a:pt x="8988" y="1"/>
                  </a:lnTo>
                  <a:close/>
                  <a:moveTo>
                    <a:pt x="1981" y="12399"/>
                  </a:moveTo>
                  <a:lnTo>
                    <a:pt x="1981" y="12509"/>
                  </a:lnTo>
                  <a:lnTo>
                    <a:pt x="1981" y="12656"/>
                  </a:lnTo>
                  <a:lnTo>
                    <a:pt x="1908" y="12913"/>
                  </a:lnTo>
                  <a:lnTo>
                    <a:pt x="1798" y="12913"/>
                  </a:lnTo>
                  <a:lnTo>
                    <a:pt x="1871" y="12656"/>
                  </a:lnTo>
                  <a:lnTo>
                    <a:pt x="1981" y="12399"/>
                  </a:lnTo>
                  <a:close/>
                  <a:moveTo>
                    <a:pt x="1651" y="9391"/>
                  </a:moveTo>
                  <a:lnTo>
                    <a:pt x="1688" y="9575"/>
                  </a:lnTo>
                  <a:lnTo>
                    <a:pt x="1908" y="10198"/>
                  </a:lnTo>
                  <a:lnTo>
                    <a:pt x="2348" y="11372"/>
                  </a:lnTo>
                  <a:lnTo>
                    <a:pt x="2422" y="11739"/>
                  </a:lnTo>
                  <a:lnTo>
                    <a:pt x="2458" y="12106"/>
                  </a:lnTo>
                  <a:lnTo>
                    <a:pt x="2422" y="12436"/>
                  </a:lnTo>
                  <a:lnTo>
                    <a:pt x="2348" y="12619"/>
                  </a:lnTo>
                  <a:lnTo>
                    <a:pt x="2275" y="12766"/>
                  </a:lnTo>
                  <a:lnTo>
                    <a:pt x="2312" y="12583"/>
                  </a:lnTo>
                  <a:lnTo>
                    <a:pt x="2275" y="12436"/>
                  </a:lnTo>
                  <a:lnTo>
                    <a:pt x="2202" y="12326"/>
                  </a:lnTo>
                  <a:lnTo>
                    <a:pt x="2128" y="12216"/>
                  </a:lnTo>
                  <a:lnTo>
                    <a:pt x="2018" y="12179"/>
                  </a:lnTo>
                  <a:lnTo>
                    <a:pt x="1871" y="12179"/>
                  </a:lnTo>
                  <a:lnTo>
                    <a:pt x="1835" y="12253"/>
                  </a:lnTo>
                  <a:lnTo>
                    <a:pt x="1835" y="12326"/>
                  </a:lnTo>
                  <a:lnTo>
                    <a:pt x="1578" y="12656"/>
                  </a:lnTo>
                  <a:lnTo>
                    <a:pt x="1505" y="12840"/>
                  </a:lnTo>
                  <a:lnTo>
                    <a:pt x="1431" y="13023"/>
                  </a:lnTo>
                  <a:lnTo>
                    <a:pt x="1358" y="13023"/>
                  </a:lnTo>
                  <a:lnTo>
                    <a:pt x="1578" y="12509"/>
                  </a:lnTo>
                  <a:lnTo>
                    <a:pt x="1761" y="11996"/>
                  </a:lnTo>
                  <a:lnTo>
                    <a:pt x="1761" y="11959"/>
                  </a:lnTo>
                  <a:lnTo>
                    <a:pt x="1725" y="11922"/>
                  </a:lnTo>
                  <a:lnTo>
                    <a:pt x="1688" y="11922"/>
                  </a:lnTo>
                  <a:lnTo>
                    <a:pt x="1651" y="11959"/>
                  </a:lnTo>
                  <a:lnTo>
                    <a:pt x="1321" y="12399"/>
                  </a:lnTo>
                  <a:lnTo>
                    <a:pt x="1028" y="12913"/>
                  </a:lnTo>
                  <a:lnTo>
                    <a:pt x="881" y="12840"/>
                  </a:lnTo>
                  <a:lnTo>
                    <a:pt x="881" y="12729"/>
                  </a:lnTo>
                  <a:lnTo>
                    <a:pt x="1028" y="12436"/>
                  </a:lnTo>
                  <a:lnTo>
                    <a:pt x="1174" y="12143"/>
                  </a:lnTo>
                  <a:lnTo>
                    <a:pt x="1358" y="11849"/>
                  </a:lnTo>
                  <a:lnTo>
                    <a:pt x="1541" y="11556"/>
                  </a:lnTo>
                  <a:lnTo>
                    <a:pt x="1541" y="11519"/>
                  </a:lnTo>
                  <a:lnTo>
                    <a:pt x="1505" y="11482"/>
                  </a:lnTo>
                  <a:lnTo>
                    <a:pt x="1468" y="11519"/>
                  </a:lnTo>
                  <a:lnTo>
                    <a:pt x="1138" y="11812"/>
                  </a:lnTo>
                  <a:lnTo>
                    <a:pt x="954" y="11996"/>
                  </a:lnTo>
                  <a:lnTo>
                    <a:pt x="808" y="12179"/>
                  </a:lnTo>
                  <a:lnTo>
                    <a:pt x="698" y="12399"/>
                  </a:lnTo>
                  <a:lnTo>
                    <a:pt x="588" y="12619"/>
                  </a:lnTo>
                  <a:lnTo>
                    <a:pt x="551" y="12583"/>
                  </a:lnTo>
                  <a:lnTo>
                    <a:pt x="624" y="12473"/>
                  </a:lnTo>
                  <a:lnTo>
                    <a:pt x="661" y="12363"/>
                  </a:lnTo>
                  <a:lnTo>
                    <a:pt x="1138" y="11629"/>
                  </a:lnTo>
                  <a:lnTo>
                    <a:pt x="1321" y="11262"/>
                  </a:lnTo>
                  <a:lnTo>
                    <a:pt x="1468" y="10859"/>
                  </a:lnTo>
                  <a:lnTo>
                    <a:pt x="1431" y="10822"/>
                  </a:lnTo>
                  <a:lnTo>
                    <a:pt x="1395" y="10822"/>
                  </a:lnTo>
                  <a:lnTo>
                    <a:pt x="1064" y="11189"/>
                  </a:lnTo>
                  <a:lnTo>
                    <a:pt x="734" y="11556"/>
                  </a:lnTo>
                  <a:lnTo>
                    <a:pt x="844" y="11372"/>
                  </a:lnTo>
                  <a:lnTo>
                    <a:pt x="1248" y="10749"/>
                  </a:lnTo>
                  <a:lnTo>
                    <a:pt x="1651" y="10125"/>
                  </a:lnTo>
                  <a:lnTo>
                    <a:pt x="1651" y="10052"/>
                  </a:lnTo>
                  <a:lnTo>
                    <a:pt x="1615" y="9978"/>
                  </a:lnTo>
                  <a:lnTo>
                    <a:pt x="1505" y="9978"/>
                  </a:lnTo>
                  <a:lnTo>
                    <a:pt x="1321" y="10162"/>
                  </a:lnTo>
                  <a:lnTo>
                    <a:pt x="1505" y="9795"/>
                  </a:lnTo>
                  <a:lnTo>
                    <a:pt x="1651" y="9391"/>
                  </a:lnTo>
                  <a:close/>
                  <a:moveTo>
                    <a:pt x="1541" y="8768"/>
                  </a:moveTo>
                  <a:lnTo>
                    <a:pt x="1468" y="8805"/>
                  </a:lnTo>
                  <a:lnTo>
                    <a:pt x="1395" y="8915"/>
                  </a:lnTo>
                  <a:lnTo>
                    <a:pt x="1395" y="9025"/>
                  </a:lnTo>
                  <a:lnTo>
                    <a:pt x="1395" y="9061"/>
                  </a:lnTo>
                  <a:lnTo>
                    <a:pt x="1211" y="9355"/>
                  </a:lnTo>
                  <a:lnTo>
                    <a:pt x="1101" y="9648"/>
                  </a:lnTo>
                  <a:lnTo>
                    <a:pt x="661" y="10602"/>
                  </a:lnTo>
                  <a:lnTo>
                    <a:pt x="294" y="11409"/>
                  </a:lnTo>
                  <a:lnTo>
                    <a:pt x="147" y="11812"/>
                  </a:lnTo>
                  <a:lnTo>
                    <a:pt x="37" y="12253"/>
                  </a:lnTo>
                  <a:lnTo>
                    <a:pt x="1" y="12399"/>
                  </a:lnTo>
                  <a:lnTo>
                    <a:pt x="1" y="12509"/>
                  </a:lnTo>
                  <a:lnTo>
                    <a:pt x="74" y="12729"/>
                  </a:lnTo>
                  <a:lnTo>
                    <a:pt x="221" y="12913"/>
                  </a:lnTo>
                  <a:lnTo>
                    <a:pt x="404" y="13096"/>
                  </a:lnTo>
                  <a:lnTo>
                    <a:pt x="441" y="13170"/>
                  </a:lnTo>
                  <a:lnTo>
                    <a:pt x="514" y="13206"/>
                  </a:lnTo>
                  <a:lnTo>
                    <a:pt x="588" y="13243"/>
                  </a:lnTo>
                  <a:lnTo>
                    <a:pt x="661" y="13243"/>
                  </a:lnTo>
                  <a:lnTo>
                    <a:pt x="734" y="13280"/>
                  </a:lnTo>
                  <a:lnTo>
                    <a:pt x="881" y="13353"/>
                  </a:lnTo>
                  <a:lnTo>
                    <a:pt x="954" y="13426"/>
                  </a:lnTo>
                  <a:lnTo>
                    <a:pt x="1101" y="13426"/>
                  </a:lnTo>
                  <a:lnTo>
                    <a:pt x="1431" y="13536"/>
                  </a:lnTo>
                  <a:lnTo>
                    <a:pt x="1468" y="13573"/>
                  </a:lnTo>
                  <a:lnTo>
                    <a:pt x="1688" y="13573"/>
                  </a:lnTo>
                  <a:lnTo>
                    <a:pt x="1908" y="13536"/>
                  </a:lnTo>
                  <a:lnTo>
                    <a:pt x="2128" y="13463"/>
                  </a:lnTo>
                  <a:lnTo>
                    <a:pt x="2312" y="13390"/>
                  </a:lnTo>
                  <a:lnTo>
                    <a:pt x="2495" y="13280"/>
                  </a:lnTo>
                  <a:lnTo>
                    <a:pt x="2605" y="13133"/>
                  </a:lnTo>
                  <a:lnTo>
                    <a:pt x="2715" y="12986"/>
                  </a:lnTo>
                  <a:lnTo>
                    <a:pt x="2788" y="12840"/>
                  </a:lnTo>
                  <a:lnTo>
                    <a:pt x="2862" y="12693"/>
                  </a:lnTo>
                  <a:lnTo>
                    <a:pt x="2935" y="12326"/>
                  </a:lnTo>
                  <a:lnTo>
                    <a:pt x="2935" y="11959"/>
                  </a:lnTo>
                  <a:lnTo>
                    <a:pt x="2862" y="11592"/>
                  </a:lnTo>
                  <a:lnTo>
                    <a:pt x="2788" y="11226"/>
                  </a:lnTo>
                  <a:lnTo>
                    <a:pt x="2678" y="10895"/>
                  </a:lnTo>
                  <a:lnTo>
                    <a:pt x="2055" y="9061"/>
                  </a:lnTo>
                  <a:lnTo>
                    <a:pt x="1981" y="8951"/>
                  </a:lnTo>
                  <a:lnTo>
                    <a:pt x="1871" y="8878"/>
                  </a:lnTo>
                  <a:lnTo>
                    <a:pt x="1761" y="8805"/>
                  </a:lnTo>
                  <a:lnTo>
                    <a:pt x="1651" y="8768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89" name="Google Shape;312;p5">
              <a:extLst>
                <a:ext uri="{FF2B5EF4-FFF2-40B4-BE49-F238E27FC236}">
                  <a16:creationId xmlns:a16="http://schemas.microsoft.com/office/drawing/2014/main" id="{F5A60277-3B49-45CE-BF82-8E40751369E0}"/>
                </a:ext>
              </a:extLst>
            </p:cNvPr>
            <p:cNvSpPr/>
            <p:nvPr/>
          </p:nvSpPr>
          <p:spPr>
            <a:xfrm>
              <a:off x="6351100" y="3281600"/>
              <a:ext cx="366850" cy="361350"/>
            </a:xfrm>
            <a:custGeom>
              <a:avLst/>
              <a:gdLst/>
              <a:ahLst/>
              <a:cxnLst/>
              <a:rect l="l" t="t" r="r" b="b"/>
              <a:pathLst>
                <a:path w="14674" h="14454" extrusionOk="0">
                  <a:moveTo>
                    <a:pt x="7887" y="3779"/>
                  </a:moveTo>
                  <a:lnTo>
                    <a:pt x="7961" y="3816"/>
                  </a:lnTo>
                  <a:lnTo>
                    <a:pt x="8071" y="3889"/>
                  </a:lnTo>
                  <a:lnTo>
                    <a:pt x="8218" y="4072"/>
                  </a:lnTo>
                  <a:lnTo>
                    <a:pt x="8291" y="4292"/>
                  </a:lnTo>
                  <a:lnTo>
                    <a:pt x="8364" y="4513"/>
                  </a:lnTo>
                  <a:lnTo>
                    <a:pt x="8401" y="4696"/>
                  </a:lnTo>
                  <a:lnTo>
                    <a:pt x="8401" y="4916"/>
                  </a:lnTo>
                  <a:lnTo>
                    <a:pt x="8401" y="5099"/>
                  </a:lnTo>
                  <a:lnTo>
                    <a:pt x="8291" y="5283"/>
                  </a:lnTo>
                  <a:lnTo>
                    <a:pt x="8144" y="4659"/>
                  </a:lnTo>
                  <a:lnTo>
                    <a:pt x="8034" y="4219"/>
                  </a:lnTo>
                  <a:lnTo>
                    <a:pt x="7961" y="3999"/>
                  </a:lnTo>
                  <a:lnTo>
                    <a:pt x="7887" y="3779"/>
                  </a:lnTo>
                  <a:close/>
                  <a:moveTo>
                    <a:pt x="4329" y="5063"/>
                  </a:moveTo>
                  <a:lnTo>
                    <a:pt x="4476" y="5209"/>
                  </a:lnTo>
                  <a:lnTo>
                    <a:pt x="4586" y="5356"/>
                  </a:lnTo>
                  <a:lnTo>
                    <a:pt x="4696" y="5503"/>
                  </a:lnTo>
                  <a:lnTo>
                    <a:pt x="4769" y="5686"/>
                  </a:lnTo>
                  <a:lnTo>
                    <a:pt x="4769" y="5870"/>
                  </a:lnTo>
                  <a:lnTo>
                    <a:pt x="4769" y="6053"/>
                  </a:lnTo>
                  <a:lnTo>
                    <a:pt x="4659" y="6126"/>
                  </a:lnTo>
                  <a:lnTo>
                    <a:pt x="4549" y="6237"/>
                  </a:lnTo>
                  <a:lnTo>
                    <a:pt x="4439" y="5980"/>
                  </a:lnTo>
                  <a:lnTo>
                    <a:pt x="4329" y="5686"/>
                  </a:lnTo>
                  <a:lnTo>
                    <a:pt x="4293" y="5393"/>
                  </a:lnTo>
                  <a:lnTo>
                    <a:pt x="4293" y="5209"/>
                  </a:lnTo>
                  <a:lnTo>
                    <a:pt x="4293" y="5136"/>
                  </a:lnTo>
                  <a:lnTo>
                    <a:pt x="4329" y="5063"/>
                  </a:lnTo>
                  <a:close/>
                  <a:moveTo>
                    <a:pt x="6604" y="7594"/>
                  </a:moveTo>
                  <a:lnTo>
                    <a:pt x="6714" y="7667"/>
                  </a:lnTo>
                  <a:lnTo>
                    <a:pt x="6787" y="7814"/>
                  </a:lnTo>
                  <a:lnTo>
                    <a:pt x="6934" y="8071"/>
                  </a:lnTo>
                  <a:lnTo>
                    <a:pt x="7337" y="8694"/>
                  </a:lnTo>
                  <a:lnTo>
                    <a:pt x="7117" y="8878"/>
                  </a:lnTo>
                  <a:lnTo>
                    <a:pt x="7080" y="8768"/>
                  </a:lnTo>
                  <a:lnTo>
                    <a:pt x="6860" y="8474"/>
                  </a:lnTo>
                  <a:lnTo>
                    <a:pt x="6677" y="8144"/>
                  </a:lnTo>
                  <a:lnTo>
                    <a:pt x="6567" y="7887"/>
                  </a:lnTo>
                  <a:lnTo>
                    <a:pt x="6420" y="7667"/>
                  </a:lnTo>
                  <a:lnTo>
                    <a:pt x="6604" y="7594"/>
                  </a:lnTo>
                  <a:close/>
                  <a:moveTo>
                    <a:pt x="5283" y="8107"/>
                  </a:moveTo>
                  <a:lnTo>
                    <a:pt x="5356" y="8144"/>
                  </a:lnTo>
                  <a:lnTo>
                    <a:pt x="5833" y="9428"/>
                  </a:lnTo>
                  <a:lnTo>
                    <a:pt x="5650" y="9501"/>
                  </a:lnTo>
                  <a:lnTo>
                    <a:pt x="5686" y="9318"/>
                  </a:lnTo>
                  <a:lnTo>
                    <a:pt x="5650" y="9208"/>
                  </a:lnTo>
                  <a:lnTo>
                    <a:pt x="5613" y="9061"/>
                  </a:lnTo>
                  <a:lnTo>
                    <a:pt x="5503" y="8768"/>
                  </a:lnTo>
                  <a:lnTo>
                    <a:pt x="5246" y="8107"/>
                  </a:lnTo>
                  <a:close/>
                  <a:moveTo>
                    <a:pt x="7337" y="9905"/>
                  </a:moveTo>
                  <a:lnTo>
                    <a:pt x="7337" y="10235"/>
                  </a:lnTo>
                  <a:lnTo>
                    <a:pt x="7190" y="9978"/>
                  </a:lnTo>
                  <a:lnTo>
                    <a:pt x="7337" y="9905"/>
                  </a:lnTo>
                  <a:close/>
                  <a:moveTo>
                    <a:pt x="9721" y="9061"/>
                  </a:moveTo>
                  <a:lnTo>
                    <a:pt x="9832" y="9281"/>
                  </a:lnTo>
                  <a:lnTo>
                    <a:pt x="9942" y="9501"/>
                  </a:lnTo>
                  <a:lnTo>
                    <a:pt x="10052" y="9685"/>
                  </a:lnTo>
                  <a:lnTo>
                    <a:pt x="10162" y="9868"/>
                  </a:lnTo>
                  <a:lnTo>
                    <a:pt x="10198" y="10015"/>
                  </a:lnTo>
                  <a:lnTo>
                    <a:pt x="10198" y="10161"/>
                  </a:lnTo>
                  <a:lnTo>
                    <a:pt x="10198" y="10308"/>
                  </a:lnTo>
                  <a:lnTo>
                    <a:pt x="10125" y="10455"/>
                  </a:lnTo>
                  <a:lnTo>
                    <a:pt x="10052" y="10345"/>
                  </a:lnTo>
                  <a:lnTo>
                    <a:pt x="9978" y="10308"/>
                  </a:lnTo>
                  <a:lnTo>
                    <a:pt x="9758" y="9758"/>
                  </a:lnTo>
                  <a:lnTo>
                    <a:pt x="9685" y="9464"/>
                  </a:lnTo>
                  <a:lnTo>
                    <a:pt x="9575" y="9171"/>
                  </a:lnTo>
                  <a:lnTo>
                    <a:pt x="9648" y="9134"/>
                  </a:lnTo>
                  <a:lnTo>
                    <a:pt x="9721" y="9061"/>
                  </a:lnTo>
                  <a:close/>
                  <a:moveTo>
                    <a:pt x="7667" y="9758"/>
                  </a:moveTo>
                  <a:lnTo>
                    <a:pt x="7777" y="9795"/>
                  </a:lnTo>
                  <a:lnTo>
                    <a:pt x="7924" y="9868"/>
                  </a:lnTo>
                  <a:lnTo>
                    <a:pt x="8071" y="10015"/>
                  </a:lnTo>
                  <a:lnTo>
                    <a:pt x="8181" y="10235"/>
                  </a:lnTo>
                  <a:lnTo>
                    <a:pt x="8291" y="10638"/>
                  </a:lnTo>
                  <a:lnTo>
                    <a:pt x="8328" y="10822"/>
                  </a:lnTo>
                  <a:lnTo>
                    <a:pt x="8328" y="10968"/>
                  </a:lnTo>
                  <a:lnTo>
                    <a:pt x="8291" y="11115"/>
                  </a:lnTo>
                  <a:lnTo>
                    <a:pt x="8181" y="11189"/>
                  </a:lnTo>
                  <a:lnTo>
                    <a:pt x="8181" y="11115"/>
                  </a:lnTo>
                  <a:lnTo>
                    <a:pt x="8144" y="11005"/>
                  </a:lnTo>
                  <a:lnTo>
                    <a:pt x="8071" y="10968"/>
                  </a:lnTo>
                  <a:lnTo>
                    <a:pt x="7997" y="10895"/>
                  </a:lnTo>
                  <a:lnTo>
                    <a:pt x="7887" y="10675"/>
                  </a:lnTo>
                  <a:lnTo>
                    <a:pt x="7814" y="10382"/>
                  </a:lnTo>
                  <a:lnTo>
                    <a:pt x="7741" y="9831"/>
                  </a:lnTo>
                  <a:lnTo>
                    <a:pt x="7667" y="9758"/>
                  </a:lnTo>
                  <a:close/>
                  <a:moveTo>
                    <a:pt x="10162" y="1321"/>
                  </a:moveTo>
                  <a:lnTo>
                    <a:pt x="10198" y="1541"/>
                  </a:lnTo>
                  <a:lnTo>
                    <a:pt x="10272" y="1725"/>
                  </a:lnTo>
                  <a:lnTo>
                    <a:pt x="10455" y="2092"/>
                  </a:lnTo>
                  <a:lnTo>
                    <a:pt x="10932" y="3229"/>
                  </a:lnTo>
                  <a:lnTo>
                    <a:pt x="10969" y="3302"/>
                  </a:lnTo>
                  <a:lnTo>
                    <a:pt x="10749" y="3375"/>
                  </a:lnTo>
                  <a:lnTo>
                    <a:pt x="10528" y="3449"/>
                  </a:lnTo>
                  <a:lnTo>
                    <a:pt x="9758" y="3742"/>
                  </a:lnTo>
                  <a:lnTo>
                    <a:pt x="8988" y="4146"/>
                  </a:lnTo>
                  <a:lnTo>
                    <a:pt x="8841" y="4219"/>
                  </a:lnTo>
                  <a:lnTo>
                    <a:pt x="8731" y="4329"/>
                  </a:lnTo>
                  <a:lnTo>
                    <a:pt x="8658" y="4072"/>
                  </a:lnTo>
                  <a:lnTo>
                    <a:pt x="8511" y="3816"/>
                  </a:lnTo>
                  <a:lnTo>
                    <a:pt x="8364" y="3595"/>
                  </a:lnTo>
                  <a:lnTo>
                    <a:pt x="8254" y="3522"/>
                  </a:lnTo>
                  <a:lnTo>
                    <a:pt x="8144" y="3449"/>
                  </a:lnTo>
                  <a:lnTo>
                    <a:pt x="7997" y="3412"/>
                  </a:lnTo>
                  <a:lnTo>
                    <a:pt x="7851" y="3375"/>
                  </a:lnTo>
                  <a:lnTo>
                    <a:pt x="7777" y="3375"/>
                  </a:lnTo>
                  <a:lnTo>
                    <a:pt x="7704" y="3412"/>
                  </a:lnTo>
                  <a:lnTo>
                    <a:pt x="7667" y="3485"/>
                  </a:lnTo>
                  <a:lnTo>
                    <a:pt x="7667" y="3559"/>
                  </a:lnTo>
                  <a:lnTo>
                    <a:pt x="7484" y="3595"/>
                  </a:lnTo>
                  <a:lnTo>
                    <a:pt x="7337" y="3706"/>
                  </a:lnTo>
                  <a:lnTo>
                    <a:pt x="7190" y="3852"/>
                  </a:lnTo>
                  <a:lnTo>
                    <a:pt x="7044" y="3999"/>
                  </a:lnTo>
                  <a:lnTo>
                    <a:pt x="7007" y="4109"/>
                  </a:lnTo>
                  <a:lnTo>
                    <a:pt x="7044" y="4219"/>
                  </a:lnTo>
                  <a:lnTo>
                    <a:pt x="7264" y="4696"/>
                  </a:lnTo>
                  <a:lnTo>
                    <a:pt x="7080" y="4769"/>
                  </a:lnTo>
                  <a:lnTo>
                    <a:pt x="6310" y="5026"/>
                  </a:lnTo>
                  <a:lnTo>
                    <a:pt x="5576" y="5283"/>
                  </a:lnTo>
                  <a:lnTo>
                    <a:pt x="5320" y="5356"/>
                  </a:lnTo>
                  <a:lnTo>
                    <a:pt x="5210" y="5393"/>
                  </a:lnTo>
                  <a:lnTo>
                    <a:pt x="5136" y="5466"/>
                  </a:lnTo>
                  <a:lnTo>
                    <a:pt x="5100" y="5356"/>
                  </a:lnTo>
                  <a:lnTo>
                    <a:pt x="4916" y="5063"/>
                  </a:lnTo>
                  <a:lnTo>
                    <a:pt x="4806" y="4879"/>
                  </a:lnTo>
                  <a:lnTo>
                    <a:pt x="4659" y="4733"/>
                  </a:lnTo>
                  <a:lnTo>
                    <a:pt x="4513" y="4623"/>
                  </a:lnTo>
                  <a:lnTo>
                    <a:pt x="4329" y="4549"/>
                  </a:lnTo>
                  <a:lnTo>
                    <a:pt x="4183" y="4513"/>
                  </a:lnTo>
                  <a:lnTo>
                    <a:pt x="4036" y="4586"/>
                  </a:lnTo>
                  <a:lnTo>
                    <a:pt x="3852" y="4586"/>
                  </a:lnTo>
                  <a:lnTo>
                    <a:pt x="3779" y="4623"/>
                  </a:lnTo>
                  <a:lnTo>
                    <a:pt x="3742" y="4696"/>
                  </a:lnTo>
                  <a:lnTo>
                    <a:pt x="3706" y="4989"/>
                  </a:lnTo>
                  <a:lnTo>
                    <a:pt x="3706" y="5283"/>
                  </a:lnTo>
                  <a:lnTo>
                    <a:pt x="3742" y="5576"/>
                  </a:lnTo>
                  <a:lnTo>
                    <a:pt x="3816" y="5870"/>
                  </a:lnTo>
                  <a:lnTo>
                    <a:pt x="3596" y="5833"/>
                  </a:lnTo>
                  <a:lnTo>
                    <a:pt x="3376" y="5870"/>
                  </a:lnTo>
                  <a:lnTo>
                    <a:pt x="2972" y="6016"/>
                  </a:lnTo>
                  <a:lnTo>
                    <a:pt x="2422" y="6163"/>
                  </a:lnTo>
                  <a:lnTo>
                    <a:pt x="2165" y="6273"/>
                  </a:lnTo>
                  <a:lnTo>
                    <a:pt x="2055" y="6347"/>
                  </a:lnTo>
                  <a:lnTo>
                    <a:pt x="1945" y="6457"/>
                  </a:lnTo>
                  <a:lnTo>
                    <a:pt x="1945" y="6530"/>
                  </a:lnTo>
                  <a:lnTo>
                    <a:pt x="1982" y="6567"/>
                  </a:lnTo>
                  <a:lnTo>
                    <a:pt x="2238" y="6603"/>
                  </a:lnTo>
                  <a:lnTo>
                    <a:pt x="2459" y="6567"/>
                  </a:lnTo>
                  <a:lnTo>
                    <a:pt x="2972" y="6457"/>
                  </a:lnTo>
                  <a:lnTo>
                    <a:pt x="3449" y="6347"/>
                  </a:lnTo>
                  <a:lnTo>
                    <a:pt x="3706" y="6237"/>
                  </a:lnTo>
                  <a:lnTo>
                    <a:pt x="3816" y="6163"/>
                  </a:lnTo>
                  <a:lnTo>
                    <a:pt x="3889" y="6090"/>
                  </a:lnTo>
                  <a:lnTo>
                    <a:pt x="4073" y="6383"/>
                  </a:lnTo>
                  <a:lnTo>
                    <a:pt x="4256" y="6677"/>
                  </a:lnTo>
                  <a:lnTo>
                    <a:pt x="4293" y="6713"/>
                  </a:lnTo>
                  <a:lnTo>
                    <a:pt x="4366" y="6823"/>
                  </a:lnTo>
                  <a:lnTo>
                    <a:pt x="4549" y="6970"/>
                  </a:lnTo>
                  <a:lnTo>
                    <a:pt x="4659" y="7007"/>
                  </a:lnTo>
                  <a:lnTo>
                    <a:pt x="4733" y="7044"/>
                  </a:lnTo>
                  <a:lnTo>
                    <a:pt x="4806" y="7007"/>
                  </a:lnTo>
                  <a:lnTo>
                    <a:pt x="4879" y="6933"/>
                  </a:lnTo>
                  <a:lnTo>
                    <a:pt x="5063" y="6640"/>
                  </a:lnTo>
                  <a:lnTo>
                    <a:pt x="5173" y="6347"/>
                  </a:lnTo>
                  <a:lnTo>
                    <a:pt x="5210" y="6053"/>
                  </a:lnTo>
                  <a:lnTo>
                    <a:pt x="5210" y="5760"/>
                  </a:lnTo>
                  <a:lnTo>
                    <a:pt x="5320" y="5760"/>
                  </a:lnTo>
                  <a:lnTo>
                    <a:pt x="5430" y="5723"/>
                  </a:lnTo>
                  <a:lnTo>
                    <a:pt x="5686" y="5650"/>
                  </a:lnTo>
                  <a:lnTo>
                    <a:pt x="6457" y="5430"/>
                  </a:lnTo>
                  <a:lnTo>
                    <a:pt x="7190" y="5173"/>
                  </a:lnTo>
                  <a:lnTo>
                    <a:pt x="7447" y="5063"/>
                  </a:lnTo>
                  <a:lnTo>
                    <a:pt x="7631" y="5430"/>
                  </a:lnTo>
                  <a:lnTo>
                    <a:pt x="7704" y="5613"/>
                  </a:lnTo>
                  <a:lnTo>
                    <a:pt x="7814" y="5760"/>
                  </a:lnTo>
                  <a:lnTo>
                    <a:pt x="7924" y="5833"/>
                  </a:lnTo>
                  <a:lnTo>
                    <a:pt x="8218" y="5833"/>
                  </a:lnTo>
                  <a:lnTo>
                    <a:pt x="8328" y="5760"/>
                  </a:lnTo>
                  <a:lnTo>
                    <a:pt x="8548" y="5576"/>
                  </a:lnTo>
                  <a:lnTo>
                    <a:pt x="8731" y="5356"/>
                  </a:lnTo>
                  <a:lnTo>
                    <a:pt x="8804" y="5173"/>
                  </a:lnTo>
                  <a:lnTo>
                    <a:pt x="8841" y="4989"/>
                  </a:lnTo>
                  <a:lnTo>
                    <a:pt x="8841" y="4806"/>
                  </a:lnTo>
                  <a:lnTo>
                    <a:pt x="8804" y="4586"/>
                  </a:lnTo>
                  <a:lnTo>
                    <a:pt x="8914" y="4586"/>
                  </a:lnTo>
                  <a:lnTo>
                    <a:pt x="9061" y="4513"/>
                  </a:lnTo>
                  <a:lnTo>
                    <a:pt x="9942" y="4109"/>
                  </a:lnTo>
                  <a:lnTo>
                    <a:pt x="10639" y="3852"/>
                  </a:lnTo>
                  <a:lnTo>
                    <a:pt x="10895" y="3742"/>
                  </a:lnTo>
                  <a:lnTo>
                    <a:pt x="11115" y="3669"/>
                  </a:lnTo>
                  <a:lnTo>
                    <a:pt x="11519" y="4586"/>
                  </a:lnTo>
                  <a:lnTo>
                    <a:pt x="11849" y="5540"/>
                  </a:lnTo>
                  <a:lnTo>
                    <a:pt x="12069" y="6237"/>
                  </a:lnTo>
                  <a:lnTo>
                    <a:pt x="12032" y="6347"/>
                  </a:lnTo>
                  <a:lnTo>
                    <a:pt x="11996" y="6457"/>
                  </a:lnTo>
                  <a:lnTo>
                    <a:pt x="11959" y="6457"/>
                  </a:lnTo>
                  <a:lnTo>
                    <a:pt x="11592" y="6603"/>
                  </a:lnTo>
                  <a:lnTo>
                    <a:pt x="10969" y="6787"/>
                  </a:lnTo>
                  <a:lnTo>
                    <a:pt x="9685" y="7227"/>
                  </a:lnTo>
                  <a:lnTo>
                    <a:pt x="8438" y="7630"/>
                  </a:lnTo>
                  <a:lnTo>
                    <a:pt x="7887" y="7777"/>
                  </a:lnTo>
                  <a:lnTo>
                    <a:pt x="7631" y="7924"/>
                  </a:lnTo>
                  <a:lnTo>
                    <a:pt x="7521" y="7997"/>
                  </a:lnTo>
                  <a:lnTo>
                    <a:pt x="7447" y="8107"/>
                  </a:lnTo>
                  <a:lnTo>
                    <a:pt x="7447" y="8144"/>
                  </a:lnTo>
                  <a:lnTo>
                    <a:pt x="7631" y="8181"/>
                  </a:lnTo>
                  <a:lnTo>
                    <a:pt x="7997" y="8181"/>
                  </a:lnTo>
                  <a:lnTo>
                    <a:pt x="8181" y="8107"/>
                  </a:lnTo>
                  <a:lnTo>
                    <a:pt x="8914" y="7887"/>
                  </a:lnTo>
                  <a:lnTo>
                    <a:pt x="10565" y="7374"/>
                  </a:lnTo>
                  <a:lnTo>
                    <a:pt x="12216" y="6860"/>
                  </a:lnTo>
                  <a:lnTo>
                    <a:pt x="12289" y="6823"/>
                  </a:lnTo>
                  <a:lnTo>
                    <a:pt x="12546" y="7777"/>
                  </a:lnTo>
                  <a:lnTo>
                    <a:pt x="12766" y="8474"/>
                  </a:lnTo>
                  <a:lnTo>
                    <a:pt x="12729" y="8511"/>
                  </a:lnTo>
                  <a:lnTo>
                    <a:pt x="12693" y="8584"/>
                  </a:lnTo>
                  <a:lnTo>
                    <a:pt x="11629" y="8988"/>
                  </a:lnTo>
                  <a:lnTo>
                    <a:pt x="11042" y="9208"/>
                  </a:lnTo>
                  <a:lnTo>
                    <a:pt x="10859" y="9281"/>
                  </a:lnTo>
                  <a:lnTo>
                    <a:pt x="10749" y="9391"/>
                  </a:lnTo>
                  <a:lnTo>
                    <a:pt x="10455" y="9575"/>
                  </a:lnTo>
                  <a:lnTo>
                    <a:pt x="10455" y="9611"/>
                  </a:lnTo>
                  <a:lnTo>
                    <a:pt x="10418" y="9501"/>
                  </a:lnTo>
                  <a:lnTo>
                    <a:pt x="10198" y="9024"/>
                  </a:lnTo>
                  <a:lnTo>
                    <a:pt x="10052" y="8804"/>
                  </a:lnTo>
                  <a:lnTo>
                    <a:pt x="9942" y="8731"/>
                  </a:lnTo>
                  <a:lnTo>
                    <a:pt x="9832" y="8694"/>
                  </a:lnTo>
                  <a:lnTo>
                    <a:pt x="9758" y="8694"/>
                  </a:lnTo>
                  <a:lnTo>
                    <a:pt x="9721" y="8768"/>
                  </a:lnTo>
                  <a:lnTo>
                    <a:pt x="9685" y="8841"/>
                  </a:lnTo>
                  <a:lnTo>
                    <a:pt x="9501" y="8841"/>
                  </a:lnTo>
                  <a:lnTo>
                    <a:pt x="9355" y="8804"/>
                  </a:lnTo>
                  <a:lnTo>
                    <a:pt x="9208" y="8841"/>
                  </a:lnTo>
                  <a:lnTo>
                    <a:pt x="9061" y="8878"/>
                  </a:lnTo>
                  <a:lnTo>
                    <a:pt x="8988" y="8988"/>
                  </a:lnTo>
                  <a:lnTo>
                    <a:pt x="8914" y="9098"/>
                  </a:lnTo>
                  <a:lnTo>
                    <a:pt x="8914" y="9208"/>
                  </a:lnTo>
                  <a:lnTo>
                    <a:pt x="9025" y="9611"/>
                  </a:lnTo>
                  <a:lnTo>
                    <a:pt x="9135" y="10051"/>
                  </a:lnTo>
                  <a:lnTo>
                    <a:pt x="8694" y="10161"/>
                  </a:lnTo>
                  <a:lnTo>
                    <a:pt x="8658" y="10198"/>
                  </a:lnTo>
                  <a:lnTo>
                    <a:pt x="8621" y="10235"/>
                  </a:lnTo>
                  <a:lnTo>
                    <a:pt x="8584" y="10345"/>
                  </a:lnTo>
                  <a:lnTo>
                    <a:pt x="8511" y="10125"/>
                  </a:lnTo>
                  <a:lnTo>
                    <a:pt x="8401" y="9905"/>
                  </a:lnTo>
                  <a:lnTo>
                    <a:pt x="8254" y="9685"/>
                  </a:lnTo>
                  <a:lnTo>
                    <a:pt x="8034" y="9501"/>
                  </a:lnTo>
                  <a:lnTo>
                    <a:pt x="7777" y="9391"/>
                  </a:lnTo>
                  <a:lnTo>
                    <a:pt x="7557" y="9391"/>
                  </a:lnTo>
                  <a:lnTo>
                    <a:pt x="7411" y="9428"/>
                  </a:lnTo>
                  <a:lnTo>
                    <a:pt x="7300" y="9464"/>
                  </a:lnTo>
                  <a:lnTo>
                    <a:pt x="7190" y="9538"/>
                  </a:lnTo>
                  <a:lnTo>
                    <a:pt x="7080" y="9611"/>
                  </a:lnTo>
                  <a:lnTo>
                    <a:pt x="7044" y="9721"/>
                  </a:lnTo>
                  <a:lnTo>
                    <a:pt x="7007" y="9868"/>
                  </a:lnTo>
                  <a:lnTo>
                    <a:pt x="7044" y="9941"/>
                  </a:lnTo>
                  <a:lnTo>
                    <a:pt x="7117" y="9978"/>
                  </a:lnTo>
                  <a:lnTo>
                    <a:pt x="7044" y="10235"/>
                  </a:lnTo>
                  <a:lnTo>
                    <a:pt x="7080" y="10492"/>
                  </a:lnTo>
                  <a:lnTo>
                    <a:pt x="4806" y="11152"/>
                  </a:lnTo>
                  <a:lnTo>
                    <a:pt x="4219" y="11335"/>
                  </a:lnTo>
                  <a:lnTo>
                    <a:pt x="3632" y="11519"/>
                  </a:lnTo>
                  <a:lnTo>
                    <a:pt x="3449" y="11629"/>
                  </a:lnTo>
                  <a:lnTo>
                    <a:pt x="3192" y="10602"/>
                  </a:lnTo>
                  <a:lnTo>
                    <a:pt x="2862" y="9611"/>
                  </a:lnTo>
                  <a:lnTo>
                    <a:pt x="3339" y="9538"/>
                  </a:lnTo>
                  <a:lnTo>
                    <a:pt x="3816" y="9428"/>
                  </a:lnTo>
                  <a:lnTo>
                    <a:pt x="4769" y="9134"/>
                  </a:lnTo>
                  <a:lnTo>
                    <a:pt x="4843" y="9318"/>
                  </a:lnTo>
                  <a:lnTo>
                    <a:pt x="4953" y="9501"/>
                  </a:lnTo>
                  <a:lnTo>
                    <a:pt x="5063" y="9685"/>
                  </a:lnTo>
                  <a:lnTo>
                    <a:pt x="5246" y="9831"/>
                  </a:lnTo>
                  <a:lnTo>
                    <a:pt x="5356" y="9868"/>
                  </a:lnTo>
                  <a:lnTo>
                    <a:pt x="5466" y="9905"/>
                  </a:lnTo>
                  <a:lnTo>
                    <a:pt x="5613" y="9905"/>
                  </a:lnTo>
                  <a:lnTo>
                    <a:pt x="5723" y="9868"/>
                  </a:lnTo>
                  <a:lnTo>
                    <a:pt x="5980" y="9758"/>
                  </a:lnTo>
                  <a:lnTo>
                    <a:pt x="6163" y="9648"/>
                  </a:lnTo>
                  <a:lnTo>
                    <a:pt x="6237" y="9538"/>
                  </a:lnTo>
                  <a:lnTo>
                    <a:pt x="6273" y="9501"/>
                  </a:lnTo>
                  <a:lnTo>
                    <a:pt x="6237" y="9428"/>
                  </a:lnTo>
                  <a:lnTo>
                    <a:pt x="5980" y="8731"/>
                  </a:lnTo>
                  <a:lnTo>
                    <a:pt x="6200" y="8731"/>
                  </a:lnTo>
                  <a:lnTo>
                    <a:pt x="6383" y="8658"/>
                  </a:lnTo>
                  <a:lnTo>
                    <a:pt x="6604" y="9244"/>
                  </a:lnTo>
                  <a:lnTo>
                    <a:pt x="6677" y="9318"/>
                  </a:lnTo>
                  <a:lnTo>
                    <a:pt x="6714" y="9354"/>
                  </a:lnTo>
                  <a:lnTo>
                    <a:pt x="6787" y="9354"/>
                  </a:lnTo>
                  <a:lnTo>
                    <a:pt x="7044" y="9318"/>
                  </a:lnTo>
                  <a:lnTo>
                    <a:pt x="7300" y="9208"/>
                  </a:lnTo>
                  <a:lnTo>
                    <a:pt x="7521" y="9061"/>
                  </a:lnTo>
                  <a:lnTo>
                    <a:pt x="7704" y="8878"/>
                  </a:lnTo>
                  <a:lnTo>
                    <a:pt x="7741" y="8841"/>
                  </a:lnTo>
                  <a:lnTo>
                    <a:pt x="7777" y="8768"/>
                  </a:lnTo>
                  <a:lnTo>
                    <a:pt x="7741" y="8658"/>
                  </a:lnTo>
                  <a:lnTo>
                    <a:pt x="7264" y="7887"/>
                  </a:lnTo>
                  <a:lnTo>
                    <a:pt x="7080" y="7520"/>
                  </a:lnTo>
                  <a:lnTo>
                    <a:pt x="6970" y="7337"/>
                  </a:lnTo>
                  <a:lnTo>
                    <a:pt x="6824" y="7227"/>
                  </a:lnTo>
                  <a:lnTo>
                    <a:pt x="6640" y="7154"/>
                  </a:lnTo>
                  <a:lnTo>
                    <a:pt x="6457" y="7190"/>
                  </a:lnTo>
                  <a:lnTo>
                    <a:pt x="6383" y="7227"/>
                  </a:lnTo>
                  <a:lnTo>
                    <a:pt x="6310" y="7264"/>
                  </a:lnTo>
                  <a:lnTo>
                    <a:pt x="6237" y="7337"/>
                  </a:lnTo>
                  <a:lnTo>
                    <a:pt x="6200" y="7410"/>
                  </a:lnTo>
                  <a:lnTo>
                    <a:pt x="6017" y="7447"/>
                  </a:lnTo>
                  <a:lnTo>
                    <a:pt x="5980" y="7484"/>
                  </a:lnTo>
                  <a:lnTo>
                    <a:pt x="5943" y="7520"/>
                  </a:lnTo>
                  <a:lnTo>
                    <a:pt x="5907" y="7594"/>
                  </a:lnTo>
                  <a:lnTo>
                    <a:pt x="5907" y="7667"/>
                  </a:lnTo>
                  <a:lnTo>
                    <a:pt x="6200" y="8291"/>
                  </a:lnTo>
                  <a:lnTo>
                    <a:pt x="6163" y="8364"/>
                  </a:lnTo>
                  <a:lnTo>
                    <a:pt x="6127" y="8401"/>
                  </a:lnTo>
                  <a:lnTo>
                    <a:pt x="6090" y="8401"/>
                  </a:lnTo>
                  <a:lnTo>
                    <a:pt x="6053" y="8437"/>
                  </a:lnTo>
                  <a:lnTo>
                    <a:pt x="5943" y="8474"/>
                  </a:lnTo>
                  <a:lnTo>
                    <a:pt x="5907" y="8511"/>
                  </a:lnTo>
                  <a:lnTo>
                    <a:pt x="5613" y="7814"/>
                  </a:lnTo>
                  <a:lnTo>
                    <a:pt x="5576" y="7777"/>
                  </a:lnTo>
                  <a:lnTo>
                    <a:pt x="5540" y="7704"/>
                  </a:lnTo>
                  <a:lnTo>
                    <a:pt x="5393" y="7704"/>
                  </a:lnTo>
                  <a:lnTo>
                    <a:pt x="5356" y="7667"/>
                  </a:lnTo>
                  <a:lnTo>
                    <a:pt x="5173" y="7667"/>
                  </a:lnTo>
                  <a:lnTo>
                    <a:pt x="4990" y="7704"/>
                  </a:lnTo>
                  <a:lnTo>
                    <a:pt x="4843" y="7814"/>
                  </a:lnTo>
                  <a:lnTo>
                    <a:pt x="4733" y="7961"/>
                  </a:lnTo>
                  <a:lnTo>
                    <a:pt x="4659" y="8144"/>
                  </a:lnTo>
                  <a:lnTo>
                    <a:pt x="4623" y="8327"/>
                  </a:lnTo>
                  <a:lnTo>
                    <a:pt x="4623" y="8511"/>
                  </a:lnTo>
                  <a:lnTo>
                    <a:pt x="4623" y="8694"/>
                  </a:lnTo>
                  <a:lnTo>
                    <a:pt x="3669" y="8951"/>
                  </a:lnTo>
                  <a:lnTo>
                    <a:pt x="3229" y="9134"/>
                  </a:lnTo>
                  <a:lnTo>
                    <a:pt x="2752" y="9318"/>
                  </a:lnTo>
                  <a:lnTo>
                    <a:pt x="2348" y="7997"/>
                  </a:lnTo>
                  <a:lnTo>
                    <a:pt x="1908" y="6677"/>
                  </a:lnTo>
                  <a:lnTo>
                    <a:pt x="1541" y="5356"/>
                  </a:lnTo>
                  <a:lnTo>
                    <a:pt x="1395" y="4696"/>
                  </a:lnTo>
                  <a:lnTo>
                    <a:pt x="1285" y="3999"/>
                  </a:lnTo>
                  <a:lnTo>
                    <a:pt x="1505" y="3962"/>
                  </a:lnTo>
                  <a:lnTo>
                    <a:pt x="1725" y="3926"/>
                  </a:lnTo>
                  <a:lnTo>
                    <a:pt x="2165" y="3816"/>
                  </a:lnTo>
                  <a:lnTo>
                    <a:pt x="3302" y="3485"/>
                  </a:lnTo>
                  <a:lnTo>
                    <a:pt x="5760" y="2825"/>
                  </a:lnTo>
                  <a:lnTo>
                    <a:pt x="6934" y="2495"/>
                  </a:lnTo>
                  <a:lnTo>
                    <a:pt x="8071" y="2092"/>
                  </a:lnTo>
                  <a:lnTo>
                    <a:pt x="9135" y="1725"/>
                  </a:lnTo>
                  <a:lnTo>
                    <a:pt x="9758" y="1505"/>
                  </a:lnTo>
                  <a:lnTo>
                    <a:pt x="9978" y="1395"/>
                  </a:lnTo>
                  <a:lnTo>
                    <a:pt x="10088" y="1358"/>
                  </a:lnTo>
                  <a:lnTo>
                    <a:pt x="10162" y="1321"/>
                  </a:lnTo>
                  <a:close/>
                  <a:moveTo>
                    <a:pt x="12876" y="8988"/>
                  </a:moveTo>
                  <a:lnTo>
                    <a:pt x="13023" y="9575"/>
                  </a:lnTo>
                  <a:lnTo>
                    <a:pt x="13096" y="9905"/>
                  </a:lnTo>
                  <a:lnTo>
                    <a:pt x="13206" y="10198"/>
                  </a:lnTo>
                  <a:lnTo>
                    <a:pt x="12619" y="10271"/>
                  </a:lnTo>
                  <a:lnTo>
                    <a:pt x="12069" y="10418"/>
                  </a:lnTo>
                  <a:lnTo>
                    <a:pt x="11519" y="10565"/>
                  </a:lnTo>
                  <a:lnTo>
                    <a:pt x="10969" y="10748"/>
                  </a:lnTo>
                  <a:lnTo>
                    <a:pt x="9685" y="11225"/>
                  </a:lnTo>
                  <a:lnTo>
                    <a:pt x="8438" y="11702"/>
                  </a:lnTo>
                  <a:lnTo>
                    <a:pt x="5980" y="12619"/>
                  </a:lnTo>
                  <a:lnTo>
                    <a:pt x="4879" y="13023"/>
                  </a:lnTo>
                  <a:lnTo>
                    <a:pt x="4329" y="13243"/>
                  </a:lnTo>
                  <a:lnTo>
                    <a:pt x="3816" y="13499"/>
                  </a:lnTo>
                  <a:lnTo>
                    <a:pt x="3669" y="12692"/>
                  </a:lnTo>
                  <a:lnTo>
                    <a:pt x="3522" y="11885"/>
                  </a:lnTo>
                  <a:lnTo>
                    <a:pt x="3742" y="11885"/>
                  </a:lnTo>
                  <a:lnTo>
                    <a:pt x="3999" y="11812"/>
                  </a:lnTo>
                  <a:lnTo>
                    <a:pt x="5173" y="11482"/>
                  </a:lnTo>
                  <a:lnTo>
                    <a:pt x="7190" y="10932"/>
                  </a:lnTo>
                  <a:lnTo>
                    <a:pt x="7374" y="11335"/>
                  </a:lnTo>
                  <a:lnTo>
                    <a:pt x="7594" y="11702"/>
                  </a:lnTo>
                  <a:lnTo>
                    <a:pt x="7631" y="11775"/>
                  </a:lnTo>
                  <a:lnTo>
                    <a:pt x="7814" y="11775"/>
                  </a:lnTo>
                  <a:lnTo>
                    <a:pt x="7887" y="11702"/>
                  </a:lnTo>
                  <a:lnTo>
                    <a:pt x="7961" y="11629"/>
                  </a:lnTo>
                  <a:lnTo>
                    <a:pt x="8107" y="11592"/>
                  </a:lnTo>
                  <a:lnTo>
                    <a:pt x="8401" y="11519"/>
                  </a:lnTo>
                  <a:lnTo>
                    <a:pt x="8474" y="11445"/>
                  </a:lnTo>
                  <a:lnTo>
                    <a:pt x="8548" y="11372"/>
                  </a:lnTo>
                  <a:lnTo>
                    <a:pt x="8658" y="11189"/>
                  </a:lnTo>
                  <a:lnTo>
                    <a:pt x="8694" y="11005"/>
                  </a:lnTo>
                  <a:lnTo>
                    <a:pt x="8694" y="10785"/>
                  </a:lnTo>
                  <a:lnTo>
                    <a:pt x="8658" y="10602"/>
                  </a:lnTo>
                  <a:lnTo>
                    <a:pt x="8621" y="10418"/>
                  </a:lnTo>
                  <a:lnTo>
                    <a:pt x="8658" y="10492"/>
                  </a:lnTo>
                  <a:lnTo>
                    <a:pt x="8768" y="10528"/>
                  </a:lnTo>
                  <a:lnTo>
                    <a:pt x="9025" y="10492"/>
                  </a:lnTo>
                  <a:lnTo>
                    <a:pt x="9281" y="10418"/>
                  </a:lnTo>
                  <a:lnTo>
                    <a:pt x="9428" y="10638"/>
                  </a:lnTo>
                  <a:lnTo>
                    <a:pt x="9611" y="10822"/>
                  </a:lnTo>
                  <a:lnTo>
                    <a:pt x="9758" y="10895"/>
                  </a:lnTo>
                  <a:lnTo>
                    <a:pt x="9942" y="10932"/>
                  </a:lnTo>
                  <a:lnTo>
                    <a:pt x="10088" y="10932"/>
                  </a:lnTo>
                  <a:lnTo>
                    <a:pt x="10235" y="10858"/>
                  </a:lnTo>
                  <a:lnTo>
                    <a:pt x="10382" y="10785"/>
                  </a:lnTo>
                  <a:lnTo>
                    <a:pt x="10492" y="10638"/>
                  </a:lnTo>
                  <a:lnTo>
                    <a:pt x="10565" y="10492"/>
                  </a:lnTo>
                  <a:lnTo>
                    <a:pt x="10602" y="10345"/>
                  </a:lnTo>
                  <a:lnTo>
                    <a:pt x="10639" y="10161"/>
                  </a:lnTo>
                  <a:lnTo>
                    <a:pt x="10602" y="9978"/>
                  </a:lnTo>
                  <a:lnTo>
                    <a:pt x="10492" y="9648"/>
                  </a:lnTo>
                  <a:lnTo>
                    <a:pt x="10749" y="9648"/>
                  </a:lnTo>
                  <a:lnTo>
                    <a:pt x="11005" y="9611"/>
                  </a:lnTo>
                  <a:lnTo>
                    <a:pt x="11629" y="9428"/>
                  </a:lnTo>
                  <a:lnTo>
                    <a:pt x="12876" y="8988"/>
                  </a:lnTo>
                  <a:close/>
                  <a:moveTo>
                    <a:pt x="13206" y="10675"/>
                  </a:moveTo>
                  <a:lnTo>
                    <a:pt x="13096" y="10712"/>
                  </a:lnTo>
                  <a:lnTo>
                    <a:pt x="11592" y="11262"/>
                  </a:lnTo>
                  <a:lnTo>
                    <a:pt x="8731" y="12362"/>
                  </a:lnTo>
                  <a:lnTo>
                    <a:pt x="7300" y="12876"/>
                  </a:lnTo>
                  <a:lnTo>
                    <a:pt x="6604" y="13133"/>
                  </a:lnTo>
                  <a:lnTo>
                    <a:pt x="5870" y="13316"/>
                  </a:lnTo>
                  <a:lnTo>
                    <a:pt x="4696" y="13573"/>
                  </a:lnTo>
                  <a:lnTo>
                    <a:pt x="5393" y="13279"/>
                  </a:lnTo>
                  <a:lnTo>
                    <a:pt x="6090" y="13023"/>
                  </a:lnTo>
                  <a:lnTo>
                    <a:pt x="8438" y="12179"/>
                  </a:lnTo>
                  <a:lnTo>
                    <a:pt x="9611" y="11702"/>
                  </a:lnTo>
                  <a:lnTo>
                    <a:pt x="10822" y="11299"/>
                  </a:lnTo>
                  <a:lnTo>
                    <a:pt x="11409" y="11078"/>
                  </a:lnTo>
                  <a:lnTo>
                    <a:pt x="11996" y="10895"/>
                  </a:lnTo>
                  <a:lnTo>
                    <a:pt x="12619" y="10748"/>
                  </a:lnTo>
                  <a:lnTo>
                    <a:pt x="13206" y="10675"/>
                  </a:lnTo>
                  <a:close/>
                  <a:moveTo>
                    <a:pt x="10492" y="478"/>
                  </a:moveTo>
                  <a:lnTo>
                    <a:pt x="10712" y="1064"/>
                  </a:lnTo>
                  <a:lnTo>
                    <a:pt x="10969" y="1688"/>
                  </a:lnTo>
                  <a:lnTo>
                    <a:pt x="11482" y="2862"/>
                  </a:lnTo>
                  <a:lnTo>
                    <a:pt x="11996" y="4182"/>
                  </a:lnTo>
                  <a:lnTo>
                    <a:pt x="12473" y="5466"/>
                  </a:lnTo>
                  <a:lnTo>
                    <a:pt x="12876" y="6713"/>
                  </a:lnTo>
                  <a:lnTo>
                    <a:pt x="13280" y="7924"/>
                  </a:lnTo>
                  <a:lnTo>
                    <a:pt x="13683" y="9171"/>
                  </a:lnTo>
                  <a:lnTo>
                    <a:pt x="14013" y="10418"/>
                  </a:lnTo>
                  <a:lnTo>
                    <a:pt x="13793" y="10418"/>
                  </a:lnTo>
                  <a:lnTo>
                    <a:pt x="13573" y="10492"/>
                  </a:lnTo>
                  <a:lnTo>
                    <a:pt x="13573" y="10418"/>
                  </a:lnTo>
                  <a:lnTo>
                    <a:pt x="13573" y="10308"/>
                  </a:lnTo>
                  <a:lnTo>
                    <a:pt x="13646" y="10235"/>
                  </a:lnTo>
                  <a:lnTo>
                    <a:pt x="13646" y="10125"/>
                  </a:lnTo>
                  <a:lnTo>
                    <a:pt x="13610" y="9831"/>
                  </a:lnTo>
                  <a:lnTo>
                    <a:pt x="13610" y="9758"/>
                  </a:lnTo>
                  <a:lnTo>
                    <a:pt x="13610" y="9721"/>
                  </a:lnTo>
                  <a:lnTo>
                    <a:pt x="13426" y="9024"/>
                  </a:lnTo>
                  <a:lnTo>
                    <a:pt x="13096" y="7777"/>
                  </a:lnTo>
                  <a:lnTo>
                    <a:pt x="12693" y="6603"/>
                  </a:lnTo>
                  <a:lnTo>
                    <a:pt x="12289" y="5430"/>
                  </a:lnTo>
                  <a:lnTo>
                    <a:pt x="11849" y="4256"/>
                  </a:lnTo>
                  <a:lnTo>
                    <a:pt x="11372" y="3119"/>
                  </a:lnTo>
                  <a:lnTo>
                    <a:pt x="10859" y="1981"/>
                  </a:lnTo>
                  <a:lnTo>
                    <a:pt x="10675" y="1651"/>
                  </a:lnTo>
                  <a:lnTo>
                    <a:pt x="10492" y="1358"/>
                  </a:lnTo>
                  <a:lnTo>
                    <a:pt x="10602" y="1285"/>
                  </a:lnTo>
                  <a:lnTo>
                    <a:pt x="10639" y="1174"/>
                  </a:lnTo>
                  <a:lnTo>
                    <a:pt x="10602" y="1064"/>
                  </a:lnTo>
                  <a:lnTo>
                    <a:pt x="10565" y="991"/>
                  </a:lnTo>
                  <a:lnTo>
                    <a:pt x="10528" y="954"/>
                  </a:lnTo>
                  <a:lnTo>
                    <a:pt x="10455" y="918"/>
                  </a:lnTo>
                  <a:lnTo>
                    <a:pt x="10272" y="881"/>
                  </a:lnTo>
                  <a:lnTo>
                    <a:pt x="10088" y="918"/>
                  </a:lnTo>
                  <a:lnTo>
                    <a:pt x="9391" y="1138"/>
                  </a:lnTo>
                  <a:lnTo>
                    <a:pt x="8658" y="1431"/>
                  </a:lnTo>
                  <a:lnTo>
                    <a:pt x="7924" y="1688"/>
                  </a:lnTo>
                  <a:lnTo>
                    <a:pt x="7190" y="1945"/>
                  </a:lnTo>
                  <a:lnTo>
                    <a:pt x="5650" y="2422"/>
                  </a:lnTo>
                  <a:lnTo>
                    <a:pt x="4109" y="2862"/>
                  </a:lnTo>
                  <a:lnTo>
                    <a:pt x="2569" y="3265"/>
                  </a:lnTo>
                  <a:lnTo>
                    <a:pt x="1762" y="3485"/>
                  </a:lnTo>
                  <a:lnTo>
                    <a:pt x="1358" y="3632"/>
                  </a:lnTo>
                  <a:lnTo>
                    <a:pt x="1175" y="3706"/>
                  </a:lnTo>
                  <a:lnTo>
                    <a:pt x="1028" y="3816"/>
                  </a:lnTo>
                  <a:lnTo>
                    <a:pt x="991" y="3816"/>
                  </a:lnTo>
                  <a:lnTo>
                    <a:pt x="955" y="3889"/>
                  </a:lnTo>
                  <a:lnTo>
                    <a:pt x="918" y="3962"/>
                  </a:lnTo>
                  <a:lnTo>
                    <a:pt x="991" y="4586"/>
                  </a:lnTo>
                  <a:lnTo>
                    <a:pt x="1101" y="5209"/>
                  </a:lnTo>
                  <a:lnTo>
                    <a:pt x="1248" y="5796"/>
                  </a:lnTo>
                  <a:lnTo>
                    <a:pt x="1395" y="6420"/>
                  </a:lnTo>
                  <a:lnTo>
                    <a:pt x="1725" y="7594"/>
                  </a:lnTo>
                  <a:lnTo>
                    <a:pt x="2128" y="8768"/>
                  </a:lnTo>
                  <a:lnTo>
                    <a:pt x="2532" y="9978"/>
                  </a:lnTo>
                  <a:lnTo>
                    <a:pt x="2899" y="11152"/>
                  </a:lnTo>
                  <a:lnTo>
                    <a:pt x="3045" y="11739"/>
                  </a:lnTo>
                  <a:lnTo>
                    <a:pt x="3192" y="12362"/>
                  </a:lnTo>
                  <a:lnTo>
                    <a:pt x="3302" y="12949"/>
                  </a:lnTo>
                  <a:lnTo>
                    <a:pt x="3412" y="13573"/>
                  </a:lnTo>
                  <a:lnTo>
                    <a:pt x="3412" y="13683"/>
                  </a:lnTo>
                  <a:lnTo>
                    <a:pt x="3486" y="13720"/>
                  </a:lnTo>
                  <a:lnTo>
                    <a:pt x="3559" y="13756"/>
                  </a:lnTo>
                  <a:lnTo>
                    <a:pt x="3632" y="13793"/>
                  </a:lnTo>
                  <a:lnTo>
                    <a:pt x="3669" y="13830"/>
                  </a:lnTo>
                  <a:lnTo>
                    <a:pt x="3742" y="13830"/>
                  </a:lnTo>
                  <a:lnTo>
                    <a:pt x="4036" y="13756"/>
                  </a:lnTo>
                  <a:lnTo>
                    <a:pt x="3706" y="13903"/>
                  </a:lnTo>
                  <a:lnTo>
                    <a:pt x="3412" y="14086"/>
                  </a:lnTo>
                  <a:lnTo>
                    <a:pt x="2569" y="11115"/>
                  </a:lnTo>
                  <a:lnTo>
                    <a:pt x="2128" y="9611"/>
                  </a:lnTo>
                  <a:lnTo>
                    <a:pt x="1725" y="8144"/>
                  </a:lnTo>
                  <a:lnTo>
                    <a:pt x="955" y="5136"/>
                  </a:lnTo>
                  <a:lnTo>
                    <a:pt x="808" y="4439"/>
                  </a:lnTo>
                  <a:lnTo>
                    <a:pt x="661" y="3999"/>
                  </a:lnTo>
                  <a:lnTo>
                    <a:pt x="588" y="3779"/>
                  </a:lnTo>
                  <a:lnTo>
                    <a:pt x="478" y="3632"/>
                  </a:lnTo>
                  <a:lnTo>
                    <a:pt x="1065" y="3522"/>
                  </a:lnTo>
                  <a:lnTo>
                    <a:pt x="1652" y="3412"/>
                  </a:lnTo>
                  <a:lnTo>
                    <a:pt x="2825" y="3045"/>
                  </a:lnTo>
                  <a:lnTo>
                    <a:pt x="4183" y="2642"/>
                  </a:lnTo>
                  <a:lnTo>
                    <a:pt x="5503" y="2202"/>
                  </a:lnTo>
                  <a:lnTo>
                    <a:pt x="8034" y="1358"/>
                  </a:lnTo>
                  <a:lnTo>
                    <a:pt x="9281" y="918"/>
                  </a:lnTo>
                  <a:lnTo>
                    <a:pt x="9905" y="734"/>
                  </a:lnTo>
                  <a:lnTo>
                    <a:pt x="10198" y="624"/>
                  </a:lnTo>
                  <a:lnTo>
                    <a:pt x="10492" y="478"/>
                  </a:lnTo>
                  <a:close/>
                  <a:moveTo>
                    <a:pt x="10455" y="1"/>
                  </a:moveTo>
                  <a:lnTo>
                    <a:pt x="10162" y="37"/>
                  </a:lnTo>
                  <a:lnTo>
                    <a:pt x="9832" y="147"/>
                  </a:lnTo>
                  <a:lnTo>
                    <a:pt x="9245" y="367"/>
                  </a:lnTo>
                  <a:lnTo>
                    <a:pt x="7997" y="808"/>
                  </a:lnTo>
                  <a:lnTo>
                    <a:pt x="5503" y="1651"/>
                  </a:lnTo>
                  <a:lnTo>
                    <a:pt x="2935" y="2495"/>
                  </a:lnTo>
                  <a:lnTo>
                    <a:pt x="1615" y="2899"/>
                  </a:lnTo>
                  <a:lnTo>
                    <a:pt x="918" y="3082"/>
                  </a:lnTo>
                  <a:lnTo>
                    <a:pt x="258" y="3339"/>
                  </a:lnTo>
                  <a:lnTo>
                    <a:pt x="184" y="3412"/>
                  </a:lnTo>
                  <a:lnTo>
                    <a:pt x="148" y="3522"/>
                  </a:lnTo>
                  <a:lnTo>
                    <a:pt x="38" y="3559"/>
                  </a:lnTo>
                  <a:lnTo>
                    <a:pt x="1" y="3595"/>
                  </a:lnTo>
                  <a:lnTo>
                    <a:pt x="1" y="3632"/>
                  </a:lnTo>
                  <a:lnTo>
                    <a:pt x="38" y="3779"/>
                  </a:lnTo>
                  <a:lnTo>
                    <a:pt x="111" y="3926"/>
                  </a:lnTo>
                  <a:lnTo>
                    <a:pt x="184" y="4036"/>
                  </a:lnTo>
                  <a:lnTo>
                    <a:pt x="221" y="4146"/>
                  </a:lnTo>
                  <a:lnTo>
                    <a:pt x="294" y="4366"/>
                  </a:lnTo>
                  <a:lnTo>
                    <a:pt x="588" y="5796"/>
                  </a:lnTo>
                  <a:lnTo>
                    <a:pt x="955" y="7227"/>
                  </a:lnTo>
                  <a:lnTo>
                    <a:pt x="1285" y="8658"/>
                  </a:lnTo>
                  <a:lnTo>
                    <a:pt x="2055" y="11482"/>
                  </a:lnTo>
                  <a:lnTo>
                    <a:pt x="2459" y="12876"/>
                  </a:lnTo>
                  <a:lnTo>
                    <a:pt x="2899" y="14233"/>
                  </a:lnTo>
                  <a:lnTo>
                    <a:pt x="2935" y="14380"/>
                  </a:lnTo>
                  <a:lnTo>
                    <a:pt x="3045" y="14416"/>
                  </a:lnTo>
                  <a:lnTo>
                    <a:pt x="3155" y="14453"/>
                  </a:lnTo>
                  <a:lnTo>
                    <a:pt x="3302" y="14416"/>
                  </a:lnTo>
                  <a:lnTo>
                    <a:pt x="3596" y="14343"/>
                  </a:lnTo>
                  <a:lnTo>
                    <a:pt x="3889" y="14270"/>
                  </a:lnTo>
                  <a:lnTo>
                    <a:pt x="4513" y="14086"/>
                  </a:lnTo>
                  <a:lnTo>
                    <a:pt x="5980" y="13793"/>
                  </a:lnTo>
                  <a:lnTo>
                    <a:pt x="6714" y="13610"/>
                  </a:lnTo>
                  <a:lnTo>
                    <a:pt x="7447" y="13353"/>
                  </a:lnTo>
                  <a:lnTo>
                    <a:pt x="8878" y="12839"/>
                  </a:lnTo>
                  <a:lnTo>
                    <a:pt x="11739" y="11775"/>
                  </a:lnTo>
                  <a:lnTo>
                    <a:pt x="13133" y="11225"/>
                  </a:lnTo>
                  <a:lnTo>
                    <a:pt x="13646" y="11078"/>
                  </a:lnTo>
                  <a:lnTo>
                    <a:pt x="13903" y="10968"/>
                  </a:lnTo>
                  <a:lnTo>
                    <a:pt x="14160" y="10822"/>
                  </a:lnTo>
                  <a:lnTo>
                    <a:pt x="14197" y="10932"/>
                  </a:lnTo>
                  <a:lnTo>
                    <a:pt x="14270" y="10968"/>
                  </a:lnTo>
                  <a:lnTo>
                    <a:pt x="14380" y="11005"/>
                  </a:lnTo>
                  <a:lnTo>
                    <a:pt x="14490" y="11005"/>
                  </a:lnTo>
                  <a:lnTo>
                    <a:pt x="14563" y="10932"/>
                  </a:lnTo>
                  <a:lnTo>
                    <a:pt x="14637" y="10895"/>
                  </a:lnTo>
                  <a:lnTo>
                    <a:pt x="14674" y="10785"/>
                  </a:lnTo>
                  <a:lnTo>
                    <a:pt x="14637" y="10675"/>
                  </a:lnTo>
                  <a:lnTo>
                    <a:pt x="14270" y="9318"/>
                  </a:lnTo>
                  <a:lnTo>
                    <a:pt x="13867" y="7997"/>
                  </a:lnTo>
                  <a:lnTo>
                    <a:pt x="13426" y="6640"/>
                  </a:lnTo>
                  <a:lnTo>
                    <a:pt x="12949" y="5356"/>
                  </a:lnTo>
                  <a:lnTo>
                    <a:pt x="12473" y="4036"/>
                  </a:lnTo>
                  <a:lnTo>
                    <a:pt x="11922" y="2752"/>
                  </a:lnTo>
                  <a:lnTo>
                    <a:pt x="11409" y="1468"/>
                  </a:lnTo>
                  <a:lnTo>
                    <a:pt x="11115" y="881"/>
                  </a:lnTo>
                  <a:lnTo>
                    <a:pt x="10785" y="257"/>
                  </a:lnTo>
                  <a:lnTo>
                    <a:pt x="10749" y="221"/>
                  </a:lnTo>
                  <a:lnTo>
                    <a:pt x="10675" y="184"/>
                  </a:lnTo>
                  <a:lnTo>
                    <a:pt x="10639" y="111"/>
                  </a:lnTo>
                  <a:lnTo>
                    <a:pt x="10602" y="74"/>
                  </a:lnTo>
                  <a:lnTo>
                    <a:pt x="10528" y="37"/>
                  </a:lnTo>
                  <a:lnTo>
                    <a:pt x="10455" y="1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90" name="Google Shape;313;p5">
              <a:extLst>
                <a:ext uri="{FF2B5EF4-FFF2-40B4-BE49-F238E27FC236}">
                  <a16:creationId xmlns:a16="http://schemas.microsoft.com/office/drawing/2014/main" id="{40DE02EA-FE0E-4C3C-BC4C-05E6C8659792}"/>
                </a:ext>
              </a:extLst>
            </p:cNvPr>
            <p:cNvSpPr/>
            <p:nvPr/>
          </p:nvSpPr>
          <p:spPr>
            <a:xfrm>
              <a:off x="6316250" y="3040425"/>
              <a:ext cx="137600" cy="122000"/>
            </a:xfrm>
            <a:custGeom>
              <a:avLst/>
              <a:gdLst/>
              <a:ahLst/>
              <a:cxnLst/>
              <a:rect l="l" t="t" r="r" b="b"/>
              <a:pathLst>
                <a:path w="5504" h="4880" extrusionOk="0">
                  <a:moveTo>
                    <a:pt x="5173" y="0"/>
                  </a:moveTo>
                  <a:lnTo>
                    <a:pt x="5063" y="37"/>
                  </a:lnTo>
                  <a:lnTo>
                    <a:pt x="4990" y="110"/>
                  </a:lnTo>
                  <a:lnTo>
                    <a:pt x="4770" y="404"/>
                  </a:lnTo>
                  <a:lnTo>
                    <a:pt x="4513" y="624"/>
                  </a:lnTo>
                  <a:lnTo>
                    <a:pt x="4219" y="844"/>
                  </a:lnTo>
                  <a:lnTo>
                    <a:pt x="3926" y="991"/>
                  </a:lnTo>
                  <a:lnTo>
                    <a:pt x="3742" y="1064"/>
                  </a:lnTo>
                  <a:lnTo>
                    <a:pt x="3559" y="1101"/>
                  </a:lnTo>
                  <a:lnTo>
                    <a:pt x="3229" y="1101"/>
                  </a:lnTo>
                  <a:lnTo>
                    <a:pt x="2862" y="1028"/>
                  </a:lnTo>
                  <a:lnTo>
                    <a:pt x="2532" y="917"/>
                  </a:lnTo>
                  <a:lnTo>
                    <a:pt x="2239" y="807"/>
                  </a:lnTo>
                  <a:lnTo>
                    <a:pt x="1908" y="734"/>
                  </a:lnTo>
                  <a:lnTo>
                    <a:pt x="1578" y="661"/>
                  </a:lnTo>
                  <a:lnTo>
                    <a:pt x="1248" y="624"/>
                  </a:lnTo>
                  <a:lnTo>
                    <a:pt x="918" y="661"/>
                  </a:lnTo>
                  <a:lnTo>
                    <a:pt x="625" y="771"/>
                  </a:lnTo>
                  <a:lnTo>
                    <a:pt x="478" y="844"/>
                  </a:lnTo>
                  <a:lnTo>
                    <a:pt x="368" y="954"/>
                  </a:lnTo>
                  <a:lnTo>
                    <a:pt x="258" y="1064"/>
                  </a:lnTo>
                  <a:lnTo>
                    <a:pt x="148" y="1211"/>
                  </a:lnTo>
                  <a:lnTo>
                    <a:pt x="111" y="1284"/>
                  </a:lnTo>
                  <a:lnTo>
                    <a:pt x="111" y="1321"/>
                  </a:lnTo>
                  <a:lnTo>
                    <a:pt x="148" y="1431"/>
                  </a:lnTo>
                  <a:lnTo>
                    <a:pt x="258" y="1468"/>
                  </a:lnTo>
                  <a:lnTo>
                    <a:pt x="368" y="1468"/>
                  </a:lnTo>
                  <a:lnTo>
                    <a:pt x="698" y="1284"/>
                  </a:lnTo>
                  <a:lnTo>
                    <a:pt x="1028" y="1174"/>
                  </a:lnTo>
                  <a:lnTo>
                    <a:pt x="1028" y="2531"/>
                  </a:lnTo>
                  <a:lnTo>
                    <a:pt x="955" y="3228"/>
                  </a:lnTo>
                  <a:lnTo>
                    <a:pt x="881" y="3925"/>
                  </a:lnTo>
                  <a:lnTo>
                    <a:pt x="698" y="3852"/>
                  </a:lnTo>
                  <a:lnTo>
                    <a:pt x="551" y="3742"/>
                  </a:lnTo>
                  <a:lnTo>
                    <a:pt x="368" y="3632"/>
                  </a:lnTo>
                  <a:lnTo>
                    <a:pt x="184" y="3522"/>
                  </a:lnTo>
                  <a:lnTo>
                    <a:pt x="111" y="3522"/>
                  </a:lnTo>
                  <a:lnTo>
                    <a:pt x="38" y="3595"/>
                  </a:lnTo>
                  <a:lnTo>
                    <a:pt x="1" y="3669"/>
                  </a:lnTo>
                  <a:lnTo>
                    <a:pt x="1" y="3779"/>
                  </a:lnTo>
                  <a:lnTo>
                    <a:pt x="38" y="3962"/>
                  </a:lnTo>
                  <a:lnTo>
                    <a:pt x="148" y="4145"/>
                  </a:lnTo>
                  <a:lnTo>
                    <a:pt x="294" y="4256"/>
                  </a:lnTo>
                  <a:lnTo>
                    <a:pt x="514" y="4402"/>
                  </a:lnTo>
                  <a:lnTo>
                    <a:pt x="735" y="4476"/>
                  </a:lnTo>
                  <a:lnTo>
                    <a:pt x="1175" y="4476"/>
                  </a:lnTo>
                  <a:lnTo>
                    <a:pt x="1248" y="4439"/>
                  </a:lnTo>
                  <a:lnTo>
                    <a:pt x="1321" y="4402"/>
                  </a:lnTo>
                  <a:lnTo>
                    <a:pt x="1395" y="4256"/>
                  </a:lnTo>
                  <a:lnTo>
                    <a:pt x="1505" y="3485"/>
                  </a:lnTo>
                  <a:lnTo>
                    <a:pt x="1578" y="2715"/>
                  </a:lnTo>
                  <a:lnTo>
                    <a:pt x="1578" y="1908"/>
                  </a:lnTo>
                  <a:lnTo>
                    <a:pt x="1542" y="1504"/>
                  </a:lnTo>
                  <a:lnTo>
                    <a:pt x="1505" y="1138"/>
                  </a:lnTo>
                  <a:lnTo>
                    <a:pt x="1762" y="1174"/>
                  </a:lnTo>
                  <a:lnTo>
                    <a:pt x="2128" y="1321"/>
                  </a:lnTo>
                  <a:lnTo>
                    <a:pt x="2459" y="1431"/>
                  </a:lnTo>
                  <a:lnTo>
                    <a:pt x="2825" y="1578"/>
                  </a:lnTo>
                  <a:lnTo>
                    <a:pt x="3192" y="1651"/>
                  </a:lnTo>
                  <a:lnTo>
                    <a:pt x="3486" y="1651"/>
                  </a:lnTo>
                  <a:lnTo>
                    <a:pt x="3449" y="2531"/>
                  </a:lnTo>
                  <a:lnTo>
                    <a:pt x="3412" y="3449"/>
                  </a:lnTo>
                  <a:lnTo>
                    <a:pt x="3412" y="3999"/>
                  </a:lnTo>
                  <a:lnTo>
                    <a:pt x="3412" y="4256"/>
                  </a:lnTo>
                  <a:lnTo>
                    <a:pt x="3412" y="4366"/>
                  </a:lnTo>
                  <a:lnTo>
                    <a:pt x="3412" y="4402"/>
                  </a:lnTo>
                  <a:lnTo>
                    <a:pt x="3449" y="4402"/>
                  </a:lnTo>
                  <a:lnTo>
                    <a:pt x="3412" y="4476"/>
                  </a:lnTo>
                  <a:lnTo>
                    <a:pt x="3376" y="4512"/>
                  </a:lnTo>
                  <a:lnTo>
                    <a:pt x="3376" y="4659"/>
                  </a:lnTo>
                  <a:lnTo>
                    <a:pt x="3376" y="4696"/>
                  </a:lnTo>
                  <a:lnTo>
                    <a:pt x="3412" y="4806"/>
                  </a:lnTo>
                  <a:lnTo>
                    <a:pt x="3522" y="4879"/>
                  </a:lnTo>
                  <a:lnTo>
                    <a:pt x="3632" y="4879"/>
                  </a:lnTo>
                  <a:lnTo>
                    <a:pt x="3742" y="4842"/>
                  </a:lnTo>
                  <a:lnTo>
                    <a:pt x="3853" y="4732"/>
                  </a:lnTo>
                  <a:lnTo>
                    <a:pt x="3926" y="4586"/>
                  </a:lnTo>
                  <a:lnTo>
                    <a:pt x="3926" y="4439"/>
                  </a:lnTo>
                  <a:lnTo>
                    <a:pt x="3926" y="4256"/>
                  </a:lnTo>
                  <a:lnTo>
                    <a:pt x="3963" y="3045"/>
                  </a:lnTo>
                  <a:lnTo>
                    <a:pt x="3963" y="1871"/>
                  </a:lnTo>
                  <a:lnTo>
                    <a:pt x="3963" y="1541"/>
                  </a:lnTo>
                  <a:lnTo>
                    <a:pt x="4366" y="1394"/>
                  </a:lnTo>
                  <a:lnTo>
                    <a:pt x="4733" y="1138"/>
                  </a:lnTo>
                  <a:lnTo>
                    <a:pt x="5063" y="844"/>
                  </a:lnTo>
                  <a:lnTo>
                    <a:pt x="5320" y="551"/>
                  </a:lnTo>
                  <a:lnTo>
                    <a:pt x="5467" y="367"/>
                  </a:lnTo>
                  <a:lnTo>
                    <a:pt x="5503" y="257"/>
                  </a:lnTo>
                  <a:lnTo>
                    <a:pt x="5503" y="184"/>
                  </a:lnTo>
                  <a:lnTo>
                    <a:pt x="5430" y="74"/>
                  </a:lnTo>
                  <a:lnTo>
                    <a:pt x="5356" y="37"/>
                  </a:lnTo>
                  <a:lnTo>
                    <a:pt x="5283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91" name="Google Shape;314;p5">
              <a:extLst>
                <a:ext uri="{FF2B5EF4-FFF2-40B4-BE49-F238E27FC236}">
                  <a16:creationId xmlns:a16="http://schemas.microsoft.com/office/drawing/2014/main" id="{356D8788-7A1B-4C2A-AB56-A60B0AE15624}"/>
                </a:ext>
              </a:extLst>
            </p:cNvPr>
            <p:cNvSpPr/>
            <p:nvPr/>
          </p:nvSpPr>
          <p:spPr>
            <a:xfrm>
              <a:off x="6879325" y="4294925"/>
              <a:ext cx="344825" cy="254975"/>
            </a:xfrm>
            <a:custGeom>
              <a:avLst/>
              <a:gdLst/>
              <a:ahLst/>
              <a:cxnLst/>
              <a:rect l="l" t="t" r="r" b="b"/>
              <a:pathLst>
                <a:path w="13793" h="10199" extrusionOk="0">
                  <a:moveTo>
                    <a:pt x="5649" y="2128"/>
                  </a:moveTo>
                  <a:lnTo>
                    <a:pt x="5503" y="2165"/>
                  </a:lnTo>
                  <a:lnTo>
                    <a:pt x="5356" y="2238"/>
                  </a:lnTo>
                  <a:lnTo>
                    <a:pt x="5209" y="2312"/>
                  </a:lnTo>
                  <a:lnTo>
                    <a:pt x="5099" y="2422"/>
                  </a:lnTo>
                  <a:lnTo>
                    <a:pt x="4989" y="2532"/>
                  </a:lnTo>
                  <a:lnTo>
                    <a:pt x="4916" y="2642"/>
                  </a:lnTo>
                  <a:lnTo>
                    <a:pt x="4879" y="2788"/>
                  </a:lnTo>
                  <a:lnTo>
                    <a:pt x="4842" y="2935"/>
                  </a:lnTo>
                  <a:lnTo>
                    <a:pt x="4842" y="3119"/>
                  </a:lnTo>
                  <a:lnTo>
                    <a:pt x="4879" y="3265"/>
                  </a:lnTo>
                  <a:lnTo>
                    <a:pt x="4916" y="3375"/>
                  </a:lnTo>
                  <a:lnTo>
                    <a:pt x="5026" y="3485"/>
                  </a:lnTo>
                  <a:lnTo>
                    <a:pt x="5136" y="3522"/>
                  </a:lnTo>
                  <a:lnTo>
                    <a:pt x="5209" y="3522"/>
                  </a:lnTo>
                  <a:lnTo>
                    <a:pt x="5319" y="3449"/>
                  </a:lnTo>
                  <a:lnTo>
                    <a:pt x="5356" y="3375"/>
                  </a:lnTo>
                  <a:lnTo>
                    <a:pt x="5393" y="3119"/>
                  </a:lnTo>
                  <a:lnTo>
                    <a:pt x="5393" y="2899"/>
                  </a:lnTo>
                  <a:lnTo>
                    <a:pt x="5429" y="3045"/>
                  </a:lnTo>
                  <a:lnTo>
                    <a:pt x="5466" y="3229"/>
                  </a:lnTo>
                  <a:lnTo>
                    <a:pt x="5503" y="3632"/>
                  </a:lnTo>
                  <a:lnTo>
                    <a:pt x="5576" y="3926"/>
                  </a:lnTo>
                  <a:lnTo>
                    <a:pt x="5613" y="4072"/>
                  </a:lnTo>
                  <a:lnTo>
                    <a:pt x="5723" y="4219"/>
                  </a:lnTo>
                  <a:lnTo>
                    <a:pt x="5796" y="4256"/>
                  </a:lnTo>
                  <a:lnTo>
                    <a:pt x="5833" y="4256"/>
                  </a:lnTo>
                  <a:lnTo>
                    <a:pt x="5906" y="4219"/>
                  </a:lnTo>
                  <a:lnTo>
                    <a:pt x="5943" y="4146"/>
                  </a:lnTo>
                  <a:lnTo>
                    <a:pt x="5980" y="4036"/>
                  </a:lnTo>
                  <a:lnTo>
                    <a:pt x="5980" y="3926"/>
                  </a:lnTo>
                  <a:lnTo>
                    <a:pt x="5943" y="3669"/>
                  </a:lnTo>
                  <a:lnTo>
                    <a:pt x="5833" y="3082"/>
                  </a:lnTo>
                  <a:lnTo>
                    <a:pt x="5759" y="2825"/>
                  </a:lnTo>
                  <a:lnTo>
                    <a:pt x="5686" y="2715"/>
                  </a:lnTo>
                  <a:lnTo>
                    <a:pt x="5613" y="2642"/>
                  </a:lnTo>
                  <a:lnTo>
                    <a:pt x="5723" y="2605"/>
                  </a:lnTo>
                  <a:lnTo>
                    <a:pt x="6016" y="2605"/>
                  </a:lnTo>
                  <a:lnTo>
                    <a:pt x="6163" y="2642"/>
                  </a:lnTo>
                  <a:lnTo>
                    <a:pt x="6310" y="3045"/>
                  </a:lnTo>
                  <a:lnTo>
                    <a:pt x="6456" y="3522"/>
                  </a:lnTo>
                  <a:lnTo>
                    <a:pt x="6603" y="3999"/>
                  </a:lnTo>
                  <a:lnTo>
                    <a:pt x="6640" y="4072"/>
                  </a:lnTo>
                  <a:lnTo>
                    <a:pt x="6677" y="4109"/>
                  </a:lnTo>
                  <a:lnTo>
                    <a:pt x="6750" y="4146"/>
                  </a:lnTo>
                  <a:lnTo>
                    <a:pt x="6823" y="4109"/>
                  </a:lnTo>
                  <a:lnTo>
                    <a:pt x="6897" y="4072"/>
                  </a:lnTo>
                  <a:lnTo>
                    <a:pt x="6970" y="4036"/>
                  </a:lnTo>
                  <a:lnTo>
                    <a:pt x="7007" y="3926"/>
                  </a:lnTo>
                  <a:lnTo>
                    <a:pt x="7007" y="3852"/>
                  </a:lnTo>
                  <a:lnTo>
                    <a:pt x="6860" y="3412"/>
                  </a:lnTo>
                  <a:lnTo>
                    <a:pt x="6750" y="3009"/>
                  </a:lnTo>
                  <a:lnTo>
                    <a:pt x="6677" y="2862"/>
                  </a:lnTo>
                  <a:lnTo>
                    <a:pt x="6970" y="3045"/>
                  </a:lnTo>
                  <a:lnTo>
                    <a:pt x="7227" y="3229"/>
                  </a:lnTo>
                  <a:lnTo>
                    <a:pt x="7227" y="3449"/>
                  </a:lnTo>
                  <a:lnTo>
                    <a:pt x="7263" y="3669"/>
                  </a:lnTo>
                  <a:lnTo>
                    <a:pt x="7410" y="4072"/>
                  </a:lnTo>
                  <a:lnTo>
                    <a:pt x="7484" y="4146"/>
                  </a:lnTo>
                  <a:lnTo>
                    <a:pt x="7520" y="4182"/>
                  </a:lnTo>
                  <a:lnTo>
                    <a:pt x="7667" y="4182"/>
                  </a:lnTo>
                  <a:lnTo>
                    <a:pt x="7740" y="4146"/>
                  </a:lnTo>
                  <a:lnTo>
                    <a:pt x="7777" y="4109"/>
                  </a:lnTo>
                  <a:lnTo>
                    <a:pt x="7814" y="4036"/>
                  </a:lnTo>
                  <a:lnTo>
                    <a:pt x="7777" y="3926"/>
                  </a:lnTo>
                  <a:lnTo>
                    <a:pt x="7704" y="3669"/>
                  </a:lnTo>
                  <a:lnTo>
                    <a:pt x="8034" y="3962"/>
                  </a:lnTo>
                  <a:lnTo>
                    <a:pt x="8070" y="3999"/>
                  </a:lnTo>
                  <a:lnTo>
                    <a:pt x="8107" y="3999"/>
                  </a:lnTo>
                  <a:lnTo>
                    <a:pt x="8144" y="3962"/>
                  </a:lnTo>
                  <a:lnTo>
                    <a:pt x="8144" y="3926"/>
                  </a:lnTo>
                  <a:lnTo>
                    <a:pt x="8144" y="3742"/>
                  </a:lnTo>
                  <a:lnTo>
                    <a:pt x="8107" y="3595"/>
                  </a:lnTo>
                  <a:lnTo>
                    <a:pt x="7960" y="3302"/>
                  </a:lnTo>
                  <a:lnTo>
                    <a:pt x="7740" y="3009"/>
                  </a:lnTo>
                  <a:lnTo>
                    <a:pt x="7484" y="2788"/>
                  </a:lnTo>
                  <a:lnTo>
                    <a:pt x="7190" y="2568"/>
                  </a:lnTo>
                  <a:lnTo>
                    <a:pt x="6897" y="2422"/>
                  </a:lnTo>
                  <a:lnTo>
                    <a:pt x="6566" y="2275"/>
                  </a:lnTo>
                  <a:lnTo>
                    <a:pt x="6273" y="2165"/>
                  </a:lnTo>
                  <a:lnTo>
                    <a:pt x="5943" y="2128"/>
                  </a:lnTo>
                  <a:close/>
                  <a:moveTo>
                    <a:pt x="12215" y="3485"/>
                  </a:moveTo>
                  <a:lnTo>
                    <a:pt x="12142" y="3522"/>
                  </a:lnTo>
                  <a:lnTo>
                    <a:pt x="12142" y="3559"/>
                  </a:lnTo>
                  <a:lnTo>
                    <a:pt x="12142" y="3742"/>
                  </a:lnTo>
                  <a:lnTo>
                    <a:pt x="12142" y="3926"/>
                  </a:lnTo>
                  <a:lnTo>
                    <a:pt x="12252" y="4292"/>
                  </a:lnTo>
                  <a:lnTo>
                    <a:pt x="12436" y="4769"/>
                  </a:lnTo>
                  <a:lnTo>
                    <a:pt x="12582" y="5136"/>
                  </a:lnTo>
                  <a:lnTo>
                    <a:pt x="12546" y="5209"/>
                  </a:lnTo>
                  <a:lnTo>
                    <a:pt x="12546" y="5320"/>
                  </a:lnTo>
                  <a:lnTo>
                    <a:pt x="12582" y="5356"/>
                  </a:lnTo>
                  <a:lnTo>
                    <a:pt x="12582" y="5430"/>
                  </a:lnTo>
                  <a:lnTo>
                    <a:pt x="11885" y="5613"/>
                  </a:lnTo>
                  <a:lnTo>
                    <a:pt x="11885" y="5430"/>
                  </a:lnTo>
                  <a:lnTo>
                    <a:pt x="11849" y="5246"/>
                  </a:lnTo>
                  <a:lnTo>
                    <a:pt x="11702" y="4843"/>
                  </a:lnTo>
                  <a:lnTo>
                    <a:pt x="11629" y="4549"/>
                  </a:lnTo>
                  <a:lnTo>
                    <a:pt x="11482" y="4256"/>
                  </a:lnTo>
                  <a:lnTo>
                    <a:pt x="11335" y="3999"/>
                  </a:lnTo>
                  <a:lnTo>
                    <a:pt x="11115" y="3742"/>
                  </a:lnTo>
                  <a:lnTo>
                    <a:pt x="11005" y="3742"/>
                  </a:lnTo>
                  <a:lnTo>
                    <a:pt x="10968" y="3779"/>
                  </a:lnTo>
                  <a:lnTo>
                    <a:pt x="10932" y="3852"/>
                  </a:lnTo>
                  <a:lnTo>
                    <a:pt x="10968" y="4109"/>
                  </a:lnTo>
                  <a:lnTo>
                    <a:pt x="11078" y="4366"/>
                  </a:lnTo>
                  <a:lnTo>
                    <a:pt x="11262" y="4879"/>
                  </a:lnTo>
                  <a:lnTo>
                    <a:pt x="11372" y="5320"/>
                  </a:lnTo>
                  <a:lnTo>
                    <a:pt x="11445" y="5540"/>
                  </a:lnTo>
                  <a:lnTo>
                    <a:pt x="11555" y="5686"/>
                  </a:lnTo>
                  <a:lnTo>
                    <a:pt x="11482" y="5723"/>
                  </a:lnTo>
                  <a:lnTo>
                    <a:pt x="11372" y="5723"/>
                  </a:lnTo>
                  <a:lnTo>
                    <a:pt x="11262" y="5686"/>
                  </a:lnTo>
                  <a:lnTo>
                    <a:pt x="11152" y="5650"/>
                  </a:lnTo>
                  <a:lnTo>
                    <a:pt x="11078" y="5576"/>
                  </a:lnTo>
                  <a:lnTo>
                    <a:pt x="10895" y="5393"/>
                  </a:lnTo>
                  <a:lnTo>
                    <a:pt x="10785" y="5209"/>
                  </a:lnTo>
                  <a:lnTo>
                    <a:pt x="10712" y="5173"/>
                  </a:lnTo>
                  <a:lnTo>
                    <a:pt x="10675" y="4916"/>
                  </a:lnTo>
                  <a:lnTo>
                    <a:pt x="10601" y="4696"/>
                  </a:lnTo>
                  <a:lnTo>
                    <a:pt x="10418" y="4292"/>
                  </a:lnTo>
                  <a:lnTo>
                    <a:pt x="10381" y="4256"/>
                  </a:lnTo>
                  <a:lnTo>
                    <a:pt x="10345" y="4219"/>
                  </a:lnTo>
                  <a:lnTo>
                    <a:pt x="10198" y="4219"/>
                  </a:lnTo>
                  <a:lnTo>
                    <a:pt x="10125" y="4292"/>
                  </a:lnTo>
                  <a:lnTo>
                    <a:pt x="10088" y="4366"/>
                  </a:lnTo>
                  <a:lnTo>
                    <a:pt x="10088" y="4402"/>
                  </a:lnTo>
                  <a:lnTo>
                    <a:pt x="10125" y="4659"/>
                  </a:lnTo>
                  <a:lnTo>
                    <a:pt x="10051" y="4623"/>
                  </a:lnTo>
                  <a:lnTo>
                    <a:pt x="9941" y="4586"/>
                  </a:lnTo>
                  <a:lnTo>
                    <a:pt x="9868" y="4623"/>
                  </a:lnTo>
                  <a:lnTo>
                    <a:pt x="9794" y="4696"/>
                  </a:lnTo>
                  <a:lnTo>
                    <a:pt x="9721" y="4806"/>
                  </a:lnTo>
                  <a:lnTo>
                    <a:pt x="9684" y="4916"/>
                  </a:lnTo>
                  <a:lnTo>
                    <a:pt x="9721" y="5026"/>
                  </a:lnTo>
                  <a:lnTo>
                    <a:pt x="9758" y="5099"/>
                  </a:lnTo>
                  <a:lnTo>
                    <a:pt x="9905" y="5246"/>
                  </a:lnTo>
                  <a:lnTo>
                    <a:pt x="10125" y="5356"/>
                  </a:lnTo>
                  <a:lnTo>
                    <a:pt x="10271" y="5430"/>
                  </a:lnTo>
                  <a:lnTo>
                    <a:pt x="10345" y="5540"/>
                  </a:lnTo>
                  <a:lnTo>
                    <a:pt x="10528" y="5796"/>
                  </a:lnTo>
                  <a:lnTo>
                    <a:pt x="10712" y="5980"/>
                  </a:lnTo>
                  <a:lnTo>
                    <a:pt x="10932" y="6163"/>
                  </a:lnTo>
                  <a:lnTo>
                    <a:pt x="11078" y="6200"/>
                  </a:lnTo>
                  <a:lnTo>
                    <a:pt x="11225" y="6237"/>
                  </a:lnTo>
                  <a:lnTo>
                    <a:pt x="11519" y="6237"/>
                  </a:lnTo>
                  <a:lnTo>
                    <a:pt x="11849" y="6163"/>
                  </a:lnTo>
                  <a:lnTo>
                    <a:pt x="12142" y="6090"/>
                  </a:lnTo>
                  <a:lnTo>
                    <a:pt x="12986" y="5833"/>
                  </a:lnTo>
                  <a:lnTo>
                    <a:pt x="13353" y="5686"/>
                  </a:lnTo>
                  <a:lnTo>
                    <a:pt x="13536" y="5613"/>
                  </a:lnTo>
                  <a:lnTo>
                    <a:pt x="13719" y="5540"/>
                  </a:lnTo>
                  <a:lnTo>
                    <a:pt x="13793" y="5466"/>
                  </a:lnTo>
                  <a:lnTo>
                    <a:pt x="13793" y="5356"/>
                  </a:lnTo>
                  <a:lnTo>
                    <a:pt x="13756" y="5283"/>
                  </a:lnTo>
                  <a:lnTo>
                    <a:pt x="13646" y="5246"/>
                  </a:lnTo>
                  <a:lnTo>
                    <a:pt x="13353" y="5246"/>
                  </a:lnTo>
                  <a:lnTo>
                    <a:pt x="13059" y="5320"/>
                  </a:lnTo>
                  <a:lnTo>
                    <a:pt x="13059" y="5099"/>
                  </a:lnTo>
                  <a:lnTo>
                    <a:pt x="12986" y="4879"/>
                  </a:lnTo>
                  <a:lnTo>
                    <a:pt x="12839" y="4513"/>
                  </a:lnTo>
                  <a:lnTo>
                    <a:pt x="12619" y="3962"/>
                  </a:lnTo>
                  <a:lnTo>
                    <a:pt x="12509" y="3706"/>
                  </a:lnTo>
                  <a:lnTo>
                    <a:pt x="12326" y="3485"/>
                  </a:lnTo>
                  <a:close/>
                  <a:moveTo>
                    <a:pt x="12069" y="1"/>
                  </a:moveTo>
                  <a:lnTo>
                    <a:pt x="11702" y="37"/>
                  </a:lnTo>
                  <a:lnTo>
                    <a:pt x="11335" y="147"/>
                  </a:lnTo>
                  <a:lnTo>
                    <a:pt x="10638" y="368"/>
                  </a:lnTo>
                  <a:lnTo>
                    <a:pt x="9905" y="588"/>
                  </a:lnTo>
                  <a:lnTo>
                    <a:pt x="9538" y="698"/>
                  </a:lnTo>
                  <a:lnTo>
                    <a:pt x="9171" y="844"/>
                  </a:lnTo>
                  <a:lnTo>
                    <a:pt x="8914" y="1028"/>
                  </a:lnTo>
                  <a:lnTo>
                    <a:pt x="8694" y="1211"/>
                  </a:lnTo>
                  <a:lnTo>
                    <a:pt x="8547" y="1431"/>
                  </a:lnTo>
                  <a:lnTo>
                    <a:pt x="8437" y="1688"/>
                  </a:lnTo>
                  <a:lnTo>
                    <a:pt x="8401" y="1945"/>
                  </a:lnTo>
                  <a:lnTo>
                    <a:pt x="8401" y="2238"/>
                  </a:lnTo>
                  <a:lnTo>
                    <a:pt x="8401" y="2532"/>
                  </a:lnTo>
                  <a:lnTo>
                    <a:pt x="8474" y="2825"/>
                  </a:lnTo>
                  <a:lnTo>
                    <a:pt x="8804" y="4402"/>
                  </a:lnTo>
                  <a:lnTo>
                    <a:pt x="8951" y="5173"/>
                  </a:lnTo>
                  <a:lnTo>
                    <a:pt x="9098" y="5980"/>
                  </a:lnTo>
                  <a:lnTo>
                    <a:pt x="9134" y="6347"/>
                  </a:lnTo>
                  <a:lnTo>
                    <a:pt x="9134" y="6713"/>
                  </a:lnTo>
                  <a:lnTo>
                    <a:pt x="8914" y="6126"/>
                  </a:lnTo>
                  <a:lnTo>
                    <a:pt x="8841" y="5796"/>
                  </a:lnTo>
                  <a:lnTo>
                    <a:pt x="8731" y="5430"/>
                  </a:lnTo>
                  <a:lnTo>
                    <a:pt x="8657" y="5246"/>
                  </a:lnTo>
                  <a:lnTo>
                    <a:pt x="8547" y="5099"/>
                  </a:lnTo>
                  <a:lnTo>
                    <a:pt x="8437" y="4953"/>
                  </a:lnTo>
                  <a:lnTo>
                    <a:pt x="8327" y="4879"/>
                  </a:lnTo>
                  <a:lnTo>
                    <a:pt x="8254" y="4879"/>
                  </a:lnTo>
                  <a:lnTo>
                    <a:pt x="8217" y="4916"/>
                  </a:lnTo>
                  <a:lnTo>
                    <a:pt x="8180" y="5026"/>
                  </a:lnTo>
                  <a:lnTo>
                    <a:pt x="8180" y="5136"/>
                  </a:lnTo>
                  <a:lnTo>
                    <a:pt x="8217" y="5393"/>
                  </a:lnTo>
                  <a:lnTo>
                    <a:pt x="8364" y="5906"/>
                  </a:lnTo>
                  <a:lnTo>
                    <a:pt x="8584" y="6567"/>
                  </a:lnTo>
                  <a:lnTo>
                    <a:pt x="8767" y="7227"/>
                  </a:lnTo>
                  <a:lnTo>
                    <a:pt x="8731" y="7374"/>
                  </a:lnTo>
                  <a:lnTo>
                    <a:pt x="8731" y="7447"/>
                  </a:lnTo>
                  <a:lnTo>
                    <a:pt x="8731" y="7520"/>
                  </a:lnTo>
                  <a:lnTo>
                    <a:pt x="8804" y="7594"/>
                  </a:lnTo>
                  <a:lnTo>
                    <a:pt x="8694" y="7740"/>
                  </a:lnTo>
                  <a:lnTo>
                    <a:pt x="8547" y="7887"/>
                  </a:lnTo>
                  <a:lnTo>
                    <a:pt x="8401" y="7997"/>
                  </a:lnTo>
                  <a:lnTo>
                    <a:pt x="8180" y="8107"/>
                  </a:lnTo>
                  <a:lnTo>
                    <a:pt x="8144" y="8034"/>
                  </a:lnTo>
                  <a:lnTo>
                    <a:pt x="8144" y="7997"/>
                  </a:lnTo>
                  <a:lnTo>
                    <a:pt x="8070" y="7961"/>
                  </a:lnTo>
                  <a:lnTo>
                    <a:pt x="7630" y="6530"/>
                  </a:lnTo>
                  <a:lnTo>
                    <a:pt x="7337" y="5650"/>
                  </a:lnTo>
                  <a:lnTo>
                    <a:pt x="7153" y="5283"/>
                  </a:lnTo>
                  <a:lnTo>
                    <a:pt x="7080" y="5026"/>
                  </a:lnTo>
                  <a:lnTo>
                    <a:pt x="7080" y="4953"/>
                  </a:lnTo>
                  <a:lnTo>
                    <a:pt x="7080" y="4879"/>
                  </a:lnTo>
                  <a:lnTo>
                    <a:pt x="7117" y="4806"/>
                  </a:lnTo>
                  <a:lnTo>
                    <a:pt x="7153" y="4733"/>
                  </a:lnTo>
                  <a:lnTo>
                    <a:pt x="7117" y="4659"/>
                  </a:lnTo>
                  <a:lnTo>
                    <a:pt x="7080" y="4623"/>
                  </a:lnTo>
                  <a:lnTo>
                    <a:pt x="6860" y="4476"/>
                  </a:lnTo>
                  <a:lnTo>
                    <a:pt x="6750" y="4439"/>
                  </a:lnTo>
                  <a:lnTo>
                    <a:pt x="6640" y="4476"/>
                  </a:lnTo>
                  <a:lnTo>
                    <a:pt x="6603" y="4549"/>
                  </a:lnTo>
                  <a:lnTo>
                    <a:pt x="6603" y="4623"/>
                  </a:lnTo>
                  <a:lnTo>
                    <a:pt x="6640" y="4659"/>
                  </a:lnTo>
                  <a:lnTo>
                    <a:pt x="6677" y="4769"/>
                  </a:lnTo>
                  <a:lnTo>
                    <a:pt x="6640" y="4879"/>
                  </a:lnTo>
                  <a:lnTo>
                    <a:pt x="6640" y="5063"/>
                  </a:lnTo>
                  <a:lnTo>
                    <a:pt x="6713" y="5320"/>
                  </a:lnTo>
                  <a:lnTo>
                    <a:pt x="6787" y="5576"/>
                  </a:lnTo>
                  <a:lnTo>
                    <a:pt x="6970" y="6090"/>
                  </a:lnTo>
                  <a:lnTo>
                    <a:pt x="7667" y="8254"/>
                  </a:lnTo>
                  <a:lnTo>
                    <a:pt x="7300" y="8254"/>
                  </a:lnTo>
                  <a:lnTo>
                    <a:pt x="6970" y="8181"/>
                  </a:lnTo>
                  <a:lnTo>
                    <a:pt x="6970" y="8107"/>
                  </a:lnTo>
                  <a:lnTo>
                    <a:pt x="6970" y="8034"/>
                  </a:lnTo>
                  <a:lnTo>
                    <a:pt x="6897" y="7997"/>
                  </a:lnTo>
                  <a:lnTo>
                    <a:pt x="6530" y="6383"/>
                  </a:lnTo>
                  <a:lnTo>
                    <a:pt x="6310" y="5503"/>
                  </a:lnTo>
                  <a:lnTo>
                    <a:pt x="6200" y="5099"/>
                  </a:lnTo>
                  <a:lnTo>
                    <a:pt x="6090" y="4916"/>
                  </a:lnTo>
                  <a:lnTo>
                    <a:pt x="5980" y="4733"/>
                  </a:lnTo>
                  <a:lnTo>
                    <a:pt x="5943" y="4696"/>
                  </a:lnTo>
                  <a:lnTo>
                    <a:pt x="5906" y="4696"/>
                  </a:lnTo>
                  <a:lnTo>
                    <a:pt x="5833" y="4733"/>
                  </a:lnTo>
                  <a:lnTo>
                    <a:pt x="5833" y="4769"/>
                  </a:lnTo>
                  <a:lnTo>
                    <a:pt x="5796" y="4989"/>
                  </a:lnTo>
                  <a:lnTo>
                    <a:pt x="5796" y="5173"/>
                  </a:lnTo>
                  <a:lnTo>
                    <a:pt x="5870" y="5576"/>
                  </a:lnTo>
                  <a:lnTo>
                    <a:pt x="6053" y="6383"/>
                  </a:lnTo>
                  <a:lnTo>
                    <a:pt x="6420" y="7887"/>
                  </a:lnTo>
                  <a:lnTo>
                    <a:pt x="6420" y="7887"/>
                  </a:lnTo>
                  <a:lnTo>
                    <a:pt x="6163" y="7740"/>
                  </a:lnTo>
                  <a:lnTo>
                    <a:pt x="5980" y="7520"/>
                  </a:lnTo>
                  <a:lnTo>
                    <a:pt x="5759" y="7227"/>
                  </a:lnTo>
                  <a:lnTo>
                    <a:pt x="5576" y="6897"/>
                  </a:lnTo>
                  <a:lnTo>
                    <a:pt x="5466" y="6567"/>
                  </a:lnTo>
                  <a:lnTo>
                    <a:pt x="5393" y="6237"/>
                  </a:lnTo>
                  <a:lnTo>
                    <a:pt x="5246" y="5540"/>
                  </a:lnTo>
                  <a:lnTo>
                    <a:pt x="5173" y="5209"/>
                  </a:lnTo>
                  <a:lnTo>
                    <a:pt x="5063" y="4879"/>
                  </a:lnTo>
                  <a:lnTo>
                    <a:pt x="4916" y="4586"/>
                  </a:lnTo>
                  <a:lnTo>
                    <a:pt x="4732" y="4366"/>
                  </a:lnTo>
                  <a:lnTo>
                    <a:pt x="4512" y="4146"/>
                  </a:lnTo>
                  <a:lnTo>
                    <a:pt x="4292" y="3962"/>
                  </a:lnTo>
                  <a:lnTo>
                    <a:pt x="4035" y="3816"/>
                  </a:lnTo>
                  <a:lnTo>
                    <a:pt x="3779" y="3706"/>
                  </a:lnTo>
                  <a:lnTo>
                    <a:pt x="3485" y="3595"/>
                  </a:lnTo>
                  <a:lnTo>
                    <a:pt x="3192" y="3522"/>
                  </a:lnTo>
                  <a:lnTo>
                    <a:pt x="2862" y="3449"/>
                  </a:lnTo>
                  <a:lnTo>
                    <a:pt x="2128" y="3449"/>
                  </a:lnTo>
                  <a:lnTo>
                    <a:pt x="1798" y="3522"/>
                  </a:lnTo>
                  <a:lnTo>
                    <a:pt x="1101" y="3669"/>
                  </a:lnTo>
                  <a:lnTo>
                    <a:pt x="404" y="3889"/>
                  </a:lnTo>
                  <a:lnTo>
                    <a:pt x="184" y="3962"/>
                  </a:lnTo>
                  <a:lnTo>
                    <a:pt x="74" y="4036"/>
                  </a:lnTo>
                  <a:lnTo>
                    <a:pt x="0" y="4109"/>
                  </a:lnTo>
                  <a:lnTo>
                    <a:pt x="0" y="4182"/>
                  </a:lnTo>
                  <a:lnTo>
                    <a:pt x="0" y="4219"/>
                  </a:lnTo>
                  <a:lnTo>
                    <a:pt x="0" y="4402"/>
                  </a:lnTo>
                  <a:lnTo>
                    <a:pt x="37" y="4439"/>
                  </a:lnTo>
                  <a:lnTo>
                    <a:pt x="74" y="4513"/>
                  </a:lnTo>
                  <a:lnTo>
                    <a:pt x="257" y="4586"/>
                  </a:lnTo>
                  <a:lnTo>
                    <a:pt x="404" y="4586"/>
                  </a:lnTo>
                  <a:lnTo>
                    <a:pt x="514" y="4513"/>
                  </a:lnTo>
                  <a:lnTo>
                    <a:pt x="624" y="4439"/>
                  </a:lnTo>
                  <a:lnTo>
                    <a:pt x="881" y="4329"/>
                  </a:lnTo>
                  <a:lnTo>
                    <a:pt x="881" y="4366"/>
                  </a:lnTo>
                  <a:lnTo>
                    <a:pt x="881" y="4549"/>
                  </a:lnTo>
                  <a:lnTo>
                    <a:pt x="881" y="4696"/>
                  </a:lnTo>
                  <a:lnTo>
                    <a:pt x="954" y="5026"/>
                  </a:lnTo>
                  <a:lnTo>
                    <a:pt x="1211" y="5686"/>
                  </a:lnTo>
                  <a:lnTo>
                    <a:pt x="1468" y="6493"/>
                  </a:lnTo>
                  <a:lnTo>
                    <a:pt x="1761" y="7300"/>
                  </a:lnTo>
                  <a:lnTo>
                    <a:pt x="1798" y="7374"/>
                  </a:lnTo>
                  <a:lnTo>
                    <a:pt x="1871" y="7447"/>
                  </a:lnTo>
                  <a:lnTo>
                    <a:pt x="2055" y="7447"/>
                  </a:lnTo>
                  <a:lnTo>
                    <a:pt x="2128" y="7410"/>
                  </a:lnTo>
                  <a:lnTo>
                    <a:pt x="2165" y="7337"/>
                  </a:lnTo>
                  <a:lnTo>
                    <a:pt x="2201" y="7227"/>
                  </a:lnTo>
                  <a:lnTo>
                    <a:pt x="2201" y="7154"/>
                  </a:lnTo>
                  <a:lnTo>
                    <a:pt x="1945" y="6383"/>
                  </a:lnTo>
                  <a:lnTo>
                    <a:pt x="1688" y="5650"/>
                  </a:lnTo>
                  <a:lnTo>
                    <a:pt x="1468" y="4989"/>
                  </a:lnTo>
                  <a:lnTo>
                    <a:pt x="1321" y="4696"/>
                  </a:lnTo>
                  <a:lnTo>
                    <a:pt x="1138" y="4402"/>
                  </a:lnTo>
                  <a:lnTo>
                    <a:pt x="1211" y="4329"/>
                  </a:lnTo>
                  <a:lnTo>
                    <a:pt x="1248" y="4329"/>
                  </a:lnTo>
                  <a:lnTo>
                    <a:pt x="1248" y="4292"/>
                  </a:lnTo>
                  <a:lnTo>
                    <a:pt x="1211" y="4292"/>
                  </a:lnTo>
                  <a:lnTo>
                    <a:pt x="1174" y="4256"/>
                  </a:lnTo>
                  <a:lnTo>
                    <a:pt x="1138" y="4256"/>
                  </a:lnTo>
                  <a:lnTo>
                    <a:pt x="1504" y="4182"/>
                  </a:lnTo>
                  <a:lnTo>
                    <a:pt x="1871" y="4109"/>
                  </a:lnTo>
                  <a:lnTo>
                    <a:pt x="1945" y="4256"/>
                  </a:lnTo>
                  <a:lnTo>
                    <a:pt x="2055" y="4439"/>
                  </a:lnTo>
                  <a:lnTo>
                    <a:pt x="2238" y="4879"/>
                  </a:lnTo>
                  <a:lnTo>
                    <a:pt x="2421" y="5320"/>
                  </a:lnTo>
                  <a:lnTo>
                    <a:pt x="2495" y="5760"/>
                  </a:lnTo>
                  <a:lnTo>
                    <a:pt x="2605" y="6200"/>
                  </a:lnTo>
                  <a:lnTo>
                    <a:pt x="2715" y="6420"/>
                  </a:lnTo>
                  <a:lnTo>
                    <a:pt x="2788" y="6603"/>
                  </a:lnTo>
                  <a:lnTo>
                    <a:pt x="2935" y="6787"/>
                  </a:lnTo>
                  <a:lnTo>
                    <a:pt x="3082" y="6933"/>
                  </a:lnTo>
                  <a:lnTo>
                    <a:pt x="3228" y="6970"/>
                  </a:lnTo>
                  <a:lnTo>
                    <a:pt x="3302" y="6933"/>
                  </a:lnTo>
                  <a:lnTo>
                    <a:pt x="3375" y="6860"/>
                  </a:lnTo>
                  <a:lnTo>
                    <a:pt x="3375" y="6750"/>
                  </a:lnTo>
                  <a:lnTo>
                    <a:pt x="3302" y="6530"/>
                  </a:lnTo>
                  <a:lnTo>
                    <a:pt x="3192" y="6347"/>
                  </a:lnTo>
                  <a:lnTo>
                    <a:pt x="3082" y="6126"/>
                  </a:lnTo>
                  <a:lnTo>
                    <a:pt x="3008" y="5943"/>
                  </a:lnTo>
                  <a:lnTo>
                    <a:pt x="2898" y="5503"/>
                  </a:lnTo>
                  <a:lnTo>
                    <a:pt x="2788" y="5063"/>
                  </a:lnTo>
                  <a:lnTo>
                    <a:pt x="2605" y="4549"/>
                  </a:lnTo>
                  <a:lnTo>
                    <a:pt x="2458" y="4292"/>
                  </a:lnTo>
                  <a:lnTo>
                    <a:pt x="2311" y="4036"/>
                  </a:lnTo>
                  <a:lnTo>
                    <a:pt x="2752" y="4036"/>
                  </a:lnTo>
                  <a:lnTo>
                    <a:pt x="3192" y="4109"/>
                  </a:lnTo>
                  <a:lnTo>
                    <a:pt x="3192" y="4219"/>
                  </a:lnTo>
                  <a:lnTo>
                    <a:pt x="3228" y="4366"/>
                  </a:lnTo>
                  <a:lnTo>
                    <a:pt x="3302" y="4623"/>
                  </a:lnTo>
                  <a:lnTo>
                    <a:pt x="3522" y="5063"/>
                  </a:lnTo>
                  <a:lnTo>
                    <a:pt x="3779" y="5833"/>
                  </a:lnTo>
                  <a:lnTo>
                    <a:pt x="3852" y="5943"/>
                  </a:lnTo>
                  <a:lnTo>
                    <a:pt x="3889" y="6016"/>
                  </a:lnTo>
                  <a:lnTo>
                    <a:pt x="3962" y="6090"/>
                  </a:lnTo>
                  <a:lnTo>
                    <a:pt x="4109" y="6126"/>
                  </a:lnTo>
                  <a:lnTo>
                    <a:pt x="4146" y="6090"/>
                  </a:lnTo>
                  <a:lnTo>
                    <a:pt x="4219" y="6053"/>
                  </a:lnTo>
                  <a:lnTo>
                    <a:pt x="4292" y="5943"/>
                  </a:lnTo>
                  <a:lnTo>
                    <a:pt x="4292" y="5796"/>
                  </a:lnTo>
                  <a:lnTo>
                    <a:pt x="4256" y="5686"/>
                  </a:lnTo>
                  <a:lnTo>
                    <a:pt x="4182" y="5540"/>
                  </a:lnTo>
                  <a:lnTo>
                    <a:pt x="3852" y="4659"/>
                  </a:lnTo>
                  <a:lnTo>
                    <a:pt x="3669" y="4292"/>
                  </a:lnTo>
                  <a:lnTo>
                    <a:pt x="4035" y="4513"/>
                  </a:lnTo>
                  <a:lnTo>
                    <a:pt x="4182" y="4623"/>
                  </a:lnTo>
                  <a:lnTo>
                    <a:pt x="4329" y="4769"/>
                  </a:lnTo>
                  <a:lnTo>
                    <a:pt x="4439" y="4953"/>
                  </a:lnTo>
                  <a:lnTo>
                    <a:pt x="4512" y="5136"/>
                  </a:lnTo>
                  <a:lnTo>
                    <a:pt x="4659" y="5540"/>
                  </a:lnTo>
                  <a:lnTo>
                    <a:pt x="4806" y="6347"/>
                  </a:lnTo>
                  <a:lnTo>
                    <a:pt x="4842" y="6640"/>
                  </a:lnTo>
                  <a:lnTo>
                    <a:pt x="4952" y="6933"/>
                  </a:lnTo>
                  <a:lnTo>
                    <a:pt x="5063" y="7190"/>
                  </a:lnTo>
                  <a:lnTo>
                    <a:pt x="5209" y="7447"/>
                  </a:lnTo>
                  <a:lnTo>
                    <a:pt x="5393" y="7704"/>
                  </a:lnTo>
                  <a:lnTo>
                    <a:pt x="5576" y="7924"/>
                  </a:lnTo>
                  <a:lnTo>
                    <a:pt x="5759" y="8144"/>
                  </a:lnTo>
                  <a:lnTo>
                    <a:pt x="5980" y="8327"/>
                  </a:lnTo>
                  <a:lnTo>
                    <a:pt x="6236" y="8474"/>
                  </a:lnTo>
                  <a:lnTo>
                    <a:pt x="6493" y="8621"/>
                  </a:lnTo>
                  <a:lnTo>
                    <a:pt x="6750" y="8694"/>
                  </a:lnTo>
                  <a:lnTo>
                    <a:pt x="7043" y="8768"/>
                  </a:lnTo>
                  <a:lnTo>
                    <a:pt x="7300" y="8804"/>
                  </a:lnTo>
                  <a:lnTo>
                    <a:pt x="7924" y="8804"/>
                  </a:lnTo>
                  <a:lnTo>
                    <a:pt x="8217" y="8694"/>
                  </a:lnTo>
                  <a:lnTo>
                    <a:pt x="8511" y="8621"/>
                  </a:lnTo>
                  <a:lnTo>
                    <a:pt x="8731" y="8474"/>
                  </a:lnTo>
                  <a:lnTo>
                    <a:pt x="8951" y="8291"/>
                  </a:lnTo>
                  <a:lnTo>
                    <a:pt x="9171" y="8107"/>
                  </a:lnTo>
                  <a:lnTo>
                    <a:pt x="9354" y="7887"/>
                  </a:lnTo>
                  <a:lnTo>
                    <a:pt x="9464" y="7667"/>
                  </a:lnTo>
                  <a:lnTo>
                    <a:pt x="9611" y="7410"/>
                  </a:lnTo>
                  <a:lnTo>
                    <a:pt x="9684" y="7117"/>
                  </a:lnTo>
                  <a:lnTo>
                    <a:pt x="9721" y="6787"/>
                  </a:lnTo>
                  <a:lnTo>
                    <a:pt x="9758" y="6457"/>
                  </a:lnTo>
                  <a:lnTo>
                    <a:pt x="9721" y="6090"/>
                  </a:lnTo>
                  <a:lnTo>
                    <a:pt x="9684" y="5760"/>
                  </a:lnTo>
                  <a:lnTo>
                    <a:pt x="9538" y="5063"/>
                  </a:lnTo>
                  <a:lnTo>
                    <a:pt x="9354" y="4366"/>
                  </a:lnTo>
                  <a:lnTo>
                    <a:pt x="9024" y="2788"/>
                  </a:lnTo>
                  <a:lnTo>
                    <a:pt x="8951" y="2422"/>
                  </a:lnTo>
                  <a:lnTo>
                    <a:pt x="8951" y="2238"/>
                  </a:lnTo>
                  <a:lnTo>
                    <a:pt x="8951" y="2055"/>
                  </a:lnTo>
                  <a:lnTo>
                    <a:pt x="9024" y="2348"/>
                  </a:lnTo>
                  <a:lnTo>
                    <a:pt x="9098" y="2568"/>
                  </a:lnTo>
                  <a:lnTo>
                    <a:pt x="9244" y="2788"/>
                  </a:lnTo>
                  <a:lnTo>
                    <a:pt x="9391" y="3009"/>
                  </a:lnTo>
                  <a:lnTo>
                    <a:pt x="9501" y="3082"/>
                  </a:lnTo>
                  <a:lnTo>
                    <a:pt x="9611" y="3119"/>
                  </a:lnTo>
                  <a:lnTo>
                    <a:pt x="9684" y="3119"/>
                  </a:lnTo>
                  <a:lnTo>
                    <a:pt x="9758" y="3082"/>
                  </a:lnTo>
                  <a:lnTo>
                    <a:pt x="9794" y="3045"/>
                  </a:lnTo>
                  <a:lnTo>
                    <a:pt x="9831" y="2972"/>
                  </a:lnTo>
                  <a:lnTo>
                    <a:pt x="9758" y="2788"/>
                  </a:lnTo>
                  <a:lnTo>
                    <a:pt x="9648" y="2605"/>
                  </a:lnTo>
                  <a:lnTo>
                    <a:pt x="9464" y="2275"/>
                  </a:lnTo>
                  <a:lnTo>
                    <a:pt x="9318" y="1908"/>
                  </a:lnTo>
                  <a:lnTo>
                    <a:pt x="9244" y="1725"/>
                  </a:lnTo>
                  <a:lnTo>
                    <a:pt x="9134" y="1541"/>
                  </a:lnTo>
                  <a:lnTo>
                    <a:pt x="9171" y="1505"/>
                  </a:lnTo>
                  <a:lnTo>
                    <a:pt x="9354" y="1358"/>
                  </a:lnTo>
                  <a:lnTo>
                    <a:pt x="9538" y="1248"/>
                  </a:lnTo>
                  <a:lnTo>
                    <a:pt x="9978" y="1101"/>
                  </a:lnTo>
                  <a:lnTo>
                    <a:pt x="10051" y="1395"/>
                  </a:lnTo>
                  <a:lnTo>
                    <a:pt x="10125" y="1688"/>
                  </a:lnTo>
                  <a:lnTo>
                    <a:pt x="10345" y="2238"/>
                  </a:lnTo>
                  <a:lnTo>
                    <a:pt x="10418" y="2495"/>
                  </a:lnTo>
                  <a:lnTo>
                    <a:pt x="10491" y="2825"/>
                  </a:lnTo>
                  <a:lnTo>
                    <a:pt x="10565" y="2972"/>
                  </a:lnTo>
                  <a:lnTo>
                    <a:pt x="10638" y="3082"/>
                  </a:lnTo>
                  <a:lnTo>
                    <a:pt x="10748" y="3192"/>
                  </a:lnTo>
                  <a:lnTo>
                    <a:pt x="10858" y="3229"/>
                  </a:lnTo>
                  <a:lnTo>
                    <a:pt x="10968" y="3229"/>
                  </a:lnTo>
                  <a:lnTo>
                    <a:pt x="11042" y="3192"/>
                  </a:lnTo>
                  <a:lnTo>
                    <a:pt x="11115" y="3119"/>
                  </a:lnTo>
                  <a:lnTo>
                    <a:pt x="11115" y="3009"/>
                  </a:lnTo>
                  <a:lnTo>
                    <a:pt x="11115" y="2972"/>
                  </a:lnTo>
                  <a:lnTo>
                    <a:pt x="11078" y="2899"/>
                  </a:lnTo>
                  <a:lnTo>
                    <a:pt x="11005" y="2825"/>
                  </a:lnTo>
                  <a:lnTo>
                    <a:pt x="10932" y="2642"/>
                  </a:lnTo>
                  <a:lnTo>
                    <a:pt x="10895" y="2458"/>
                  </a:lnTo>
                  <a:lnTo>
                    <a:pt x="10675" y="1835"/>
                  </a:lnTo>
                  <a:lnTo>
                    <a:pt x="10528" y="1395"/>
                  </a:lnTo>
                  <a:lnTo>
                    <a:pt x="10418" y="1174"/>
                  </a:lnTo>
                  <a:lnTo>
                    <a:pt x="10308" y="991"/>
                  </a:lnTo>
                  <a:lnTo>
                    <a:pt x="10455" y="918"/>
                  </a:lnTo>
                  <a:lnTo>
                    <a:pt x="11005" y="734"/>
                  </a:lnTo>
                  <a:lnTo>
                    <a:pt x="11152" y="1174"/>
                  </a:lnTo>
                  <a:lnTo>
                    <a:pt x="11298" y="1615"/>
                  </a:lnTo>
                  <a:lnTo>
                    <a:pt x="11555" y="2348"/>
                  </a:lnTo>
                  <a:lnTo>
                    <a:pt x="11702" y="2678"/>
                  </a:lnTo>
                  <a:lnTo>
                    <a:pt x="11775" y="2788"/>
                  </a:lnTo>
                  <a:lnTo>
                    <a:pt x="11922" y="2899"/>
                  </a:lnTo>
                  <a:lnTo>
                    <a:pt x="11959" y="2935"/>
                  </a:lnTo>
                  <a:lnTo>
                    <a:pt x="12032" y="2899"/>
                  </a:lnTo>
                  <a:lnTo>
                    <a:pt x="12069" y="2899"/>
                  </a:lnTo>
                  <a:lnTo>
                    <a:pt x="12105" y="2825"/>
                  </a:lnTo>
                  <a:lnTo>
                    <a:pt x="12142" y="2715"/>
                  </a:lnTo>
                  <a:lnTo>
                    <a:pt x="12142" y="2568"/>
                  </a:lnTo>
                  <a:lnTo>
                    <a:pt x="12069" y="2275"/>
                  </a:lnTo>
                  <a:lnTo>
                    <a:pt x="11812" y="1688"/>
                  </a:lnTo>
                  <a:lnTo>
                    <a:pt x="11592" y="1101"/>
                  </a:lnTo>
                  <a:lnTo>
                    <a:pt x="11445" y="698"/>
                  </a:lnTo>
                  <a:lnTo>
                    <a:pt x="11372" y="588"/>
                  </a:lnTo>
                  <a:lnTo>
                    <a:pt x="11665" y="441"/>
                  </a:lnTo>
                  <a:lnTo>
                    <a:pt x="11922" y="294"/>
                  </a:lnTo>
                  <a:lnTo>
                    <a:pt x="12105" y="147"/>
                  </a:lnTo>
                  <a:lnTo>
                    <a:pt x="12142" y="111"/>
                  </a:lnTo>
                  <a:lnTo>
                    <a:pt x="12142" y="74"/>
                  </a:lnTo>
                  <a:lnTo>
                    <a:pt x="12105" y="37"/>
                  </a:lnTo>
                  <a:lnTo>
                    <a:pt x="12069" y="1"/>
                  </a:lnTo>
                  <a:close/>
                  <a:moveTo>
                    <a:pt x="4072" y="7080"/>
                  </a:moveTo>
                  <a:lnTo>
                    <a:pt x="4035" y="7117"/>
                  </a:lnTo>
                  <a:lnTo>
                    <a:pt x="3999" y="7154"/>
                  </a:lnTo>
                  <a:lnTo>
                    <a:pt x="3999" y="7337"/>
                  </a:lnTo>
                  <a:lnTo>
                    <a:pt x="3999" y="7557"/>
                  </a:lnTo>
                  <a:lnTo>
                    <a:pt x="4072" y="7961"/>
                  </a:lnTo>
                  <a:lnTo>
                    <a:pt x="4219" y="8327"/>
                  </a:lnTo>
                  <a:lnTo>
                    <a:pt x="4366" y="8731"/>
                  </a:lnTo>
                  <a:lnTo>
                    <a:pt x="4439" y="8804"/>
                  </a:lnTo>
                  <a:lnTo>
                    <a:pt x="4182" y="8988"/>
                  </a:lnTo>
                  <a:lnTo>
                    <a:pt x="3889" y="9098"/>
                  </a:lnTo>
                  <a:lnTo>
                    <a:pt x="3852" y="8951"/>
                  </a:lnTo>
                  <a:lnTo>
                    <a:pt x="3815" y="8804"/>
                  </a:lnTo>
                  <a:lnTo>
                    <a:pt x="3669" y="8511"/>
                  </a:lnTo>
                  <a:lnTo>
                    <a:pt x="3522" y="8071"/>
                  </a:lnTo>
                  <a:lnTo>
                    <a:pt x="3449" y="7887"/>
                  </a:lnTo>
                  <a:lnTo>
                    <a:pt x="3339" y="7667"/>
                  </a:lnTo>
                  <a:lnTo>
                    <a:pt x="3228" y="7630"/>
                  </a:lnTo>
                  <a:lnTo>
                    <a:pt x="3155" y="7630"/>
                  </a:lnTo>
                  <a:lnTo>
                    <a:pt x="3045" y="7704"/>
                  </a:lnTo>
                  <a:lnTo>
                    <a:pt x="3045" y="7777"/>
                  </a:lnTo>
                  <a:lnTo>
                    <a:pt x="3082" y="7997"/>
                  </a:lnTo>
                  <a:lnTo>
                    <a:pt x="3118" y="8217"/>
                  </a:lnTo>
                  <a:lnTo>
                    <a:pt x="3265" y="8658"/>
                  </a:lnTo>
                  <a:lnTo>
                    <a:pt x="3339" y="8951"/>
                  </a:lnTo>
                  <a:lnTo>
                    <a:pt x="3412" y="9098"/>
                  </a:lnTo>
                  <a:lnTo>
                    <a:pt x="3485" y="9244"/>
                  </a:lnTo>
                  <a:lnTo>
                    <a:pt x="2825" y="9428"/>
                  </a:lnTo>
                  <a:lnTo>
                    <a:pt x="2788" y="9281"/>
                  </a:lnTo>
                  <a:lnTo>
                    <a:pt x="2642" y="8768"/>
                  </a:lnTo>
                  <a:lnTo>
                    <a:pt x="2532" y="8547"/>
                  </a:lnTo>
                  <a:lnTo>
                    <a:pt x="2385" y="8327"/>
                  </a:lnTo>
                  <a:lnTo>
                    <a:pt x="2385" y="8254"/>
                  </a:lnTo>
                  <a:lnTo>
                    <a:pt x="2385" y="8217"/>
                  </a:lnTo>
                  <a:lnTo>
                    <a:pt x="2421" y="8181"/>
                  </a:lnTo>
                  <a:lnTo>
                    <a:pt x="2421" y="8144"/>
                  </a:lnTo>
                  <a:lnTo>
                    <a:pt x="2421" y="8107"/>
                  </a:lnTo>
                  <a:lnTo>
                    <a:pt x="2385" y="8107"/>
                  </a:lnTo>
                  <a:lnTo>
                    <a:pt x="2275" y="8144"/>
                  </a:lnTo>
                  <a:lnTo>
                    <a:pt x="2128" y="8144"/>
                  </a:lnTo>
                  <a:lnTo>
                    <a:pt x="2055" y="8181"/>
                  </a:lnTo>
                  <a:lnTo>
                    <a:pt x="2018" y="8254"/>
                  </a:lnTo>
                  <a:lnTo>
                    <a:pt x="1981" y="8327"/>
                  </a:lnTo>
                  <a:lnTo>
                    <a:pt x="1981" y="8401"/>
                  </a:lnTo>
                  <a:lnTo>
                    <a:pt x="2165" y="8841"/>
                  </a:lnTo>
                  <a:lnTo>
                    <a:pt x="2348" y="9318"/>
                  </a:lnTo>
                  <a:lnTo>
                    <a:pt x="2385" y="9575"/>
                  </a:lnTo>
                  <a:lnTo>
                    <a:pt x="1945" y="9685"/>
                  </a:lnTo>
                  <a:lnTo>
                    <a:pt x="1871" y="9721"/>
                  </a:lnTo>
                  <a:lnTo>
                    <a:pt x="1798" y="9795"/>
                  </a:lnTo>
                  <a:lnTo>
                    <a:pt x="1798" y="9868"/>
                  </a:lnTo>
                  <a:lnTo>
                    <a:pt x="1761" y="9941"/>
                  </a:lnTo>
                  <a:lnTo>
                    <a:pt x="1798" y="10015"/>
                  </a:lnTo>
                  <a:lnTo>
                    <a:pt x="1835" y="10088"/>
                  </a:lnTo>
                  <a:lnTo>
                    <a:pt x="1908" y="10161"/>
                  </a:lnTo>
                  <a:lnTo>
                    <a:pt x="1981" y="10198"/>
                  </a:lnTo>
                  <a:lnTo>
                    <a:pt x="2275" y="10198"/>
                  </a:lnTo>
                  <a:lnTo>
                    <a:pt x="2385" y="10125"/>
                  </a:lnTo>
                  <a:lnTo>
                    <a:pt x="2495" y="10088"/>
                  </a:lnTo>
                  <a:lnTo>
                    <a:pt x="2532" y="10051"/>
                  </a:lnTo>
                  <a:lnTo>
                    <a:pt x="2568" y="10088"/>
                  </a:lnTo>
                  <a:lnTo>
                    <a:pt x="2605" y="10125"/>
                  </a:lnTo>
                  <a:lnTo>
                    <a:pt x="2678" y="10125"/>
                  </a:lnTo>
                  <a:lnTo>
                    <a:pt x="2788" y="10088"/>
                  </a:lnTo>
                  <a:lnTo>
                    <a:pt x="2825" y="9978"/>
                  </a:lnTo>
                  <a:lnTo>
                    <a:pt x="3265" y="9868"/>
                  </a:lnTo>
                  <a:lnTo>
                    <a:pt x="3742" y="9721"/>
                  </a:lnTo>
                  <a:lnTo>
                    <a:pt x="4146" y="9575"/>
                  </a:lnTo>
                  <a:lnTo>
                    <a:pt x="4549" y="9354"/>
                  </a:lnTo>
                  <a:lnTo>
                    <a:pt x="4732" y="9208"/>
                  </a:lnTo>
                  <a:lnTo>
                    <a:pt x="4879" y="9061"/>
                  </a:lnTo>
                  <a:lnTo>
                    <a:pt x="5026" y="8841"/>
                  </a:lnTo>
                  <a:lnTo>
                    <a:pt x="5136" y="8621"/>
                  </a:lnTo>
                  <a:lnTo>
                    <a:pt x="5209" y="8401"/>
                  </a:lnTo>
                  <a:lnTo>
                    <a:pt x="5173" y="8181"/>
                  </a:lnTo>
                  <a:lnTo>
                    <a:pt x="5099" y="7997"/>
                  </a:lnTo>
                  <a:lnTo>
                    <a:pt x="5026" y="7887"/>
                  </a:lnTo>
                  <a:lnTo>
                    <a:pt x="4952" y="7814"/>
                  </a:lnTo>
                  <a:lnTo>
                    <a:pt x="4842" y="7814"/>
                  </a:lnTo>
                  <a:lnTo>
                    <a:pt x="4806" y="7851"/>
                  </a:lnTo>
                  <a:lnTo>
                    <a:pt x="4806" y="7887"/>
                  </a:lnTo>
                  <a:lnTo>
                    <a:pt x="4732" y="8327"/>
                  </a:lnTo>
                  <a:lnTo>
                    <a:pt x="4512" y="7667"/>
                  </a:lnTo>
                  <a:lnTo>
                    <a:pt x="4366" y="7374"/>
                  </a:lnTo>
                  <a:lnTo>
                    <a:pt x="4182" y="7117"/>
                  </a:lnTo>
                  <a:lnTo>
                    <a:pt x="4146" y="708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92" name="Google Shape;315;p5">
              <a:extLst>
                <a:ext uri="{FF2B5EF4-FFF2-40B4-BE49-F238E27FC236}">
                  <a16:creationId xmlns:a16="http://schemas.microsoft.com/office/drawing/2014/main" id="{56346FC5-C5CE-42C6-8BE5-2277EF5215CF}"/>
                </a:ext>
              </a:extLst>
            </p:cNvPr>
            <p:cNvSpPr/>
            <p:nvPr/>
          </p:nvSpPr>
          <p:spPr>
            <a:xfrm>
              <a:off x="6114500" y="2324225"/>
              <a:ext cx="158675" cy="329225"/>
            </a:xfrm>
            <a:custGeom>
              <a:avLst/>
              <a:gdLst/>
              <a:ahLst/>
              <a:cxnLst/>
              <a:rect l="l" t="t" r="r" b="b"/>
              <a:pathLst>
                <a:path w="6347" h="13169" extrusionOk="0">
                  <a:moveTo>
                    <a:pt x="588" y="330"/>
                  </a:moveTo>
                  <a:lnTo>
                    <a:pt x="808" y="367"/>
                  </a:lnTo>
                  <a:lnTo>
                    <a:pt x="1028" y="440"/>
                  </a:lnTo>
                  <a:lnTo>
                    <a:pt x="1211" y="550"/>
                  </a:lnTo>
                  <a:lnTo>
                    <a:pt x="1395" y="734"/>
                  </a:lnTo>
                  <a:lnTo>
                    <a:pt x="1578" y="917"/>
                  </a:lnTo>
                  <a:lnTo>
                    <a:pt x="1688" y="1101"/>
                  </a:lnTo>
                  <a:lnTo>
                    <a:pt x="1798" y="1321"/>
                  </a:lnTo>
                  <a:lnTo>
                    <a:pt x="1908" y="1541"/>
                  </a:lnTo>
                  <a:lnTo>
                    <a:pt x="1982" y="1761"/>
                  </a:lnTo>
                  <a:lnTo>
                    <a:pt x="2018" y="2018"/>
                  </a:lnTo>
                  <a:lnTo>
                    <a:pt x="2018" y="2458"/>
                  </a:lnTo>
                  <a:lnTo>
                    <a:pt x="2018" y="2495"/>
                  </a:lnTo>
                  <a:lnTo>
                    <a:pt x="1982" y="2421"/>
                  </a:lnTo>
                  <a:lnTo>
                    <a:pt x="1762" y="1944"/>
                  </a:lnTo>
                  <a:lnTo>
                    <a:pt x="1615" y="1724"/>
                  </a:lnTo>
                  <a:lnTo>
                    <a:pt x="1432" y="1504"/>
                  </a:lnTo>
                  <a:lnTo>
                    <a:pt x="1395" y="1467"/>
                  </a:lnTo>
                  <a:lnTo>
                    <a:pt x="1322" y="1467"/>
                  </a:lnTo>
                  <a:lnTo>
                    <a:pt x="1285" y="1504"/>
                  </a:lnTo>
                  <a:lnTo>
                    <a:pt x="1285" y="1578"/>
                  </a:lnTo>
                  <a:lnTo>
                    <a:pt x="1322" y="1834"/>
                  </a:lnTo>
                  <a:lnTo>
                    <a:pt x="1395" y="2128"/>
                  </a:lnTo>
                  <a:lnTo>
                    <a:pt x="1615" y="2641"/>
                  </a:lnTo>
                  <a:lnTo>
                    <a:pt x="1725" y="2935"/>
                  </a:lnTo>
                  <a:lnTo>
                    <a:pt x="1615" y="2861"/>
                  </a:lnTo>
                  <a:lnTo>
                    <a:pt x="1468" y="2715"/>
                  </a:lnTo>
                  <a:lnTo>
                    <a:pt x="1248" y="2348"/>
                  </a:lnTo>
                  <a:lnTo>
                    <a:pt x="1065" y="1981"/>
                  </a:lnTo>
                  <a:lnTo>
                    <a:pt x="955" y="1724"/>
                  </a:lnTo>
                  <a:lnTo>
                    <a:pt x="845" y="1394"/>
                  </a:lnTo>
                  <a:lnTo>
                    <a:pt x="735" y="1027"/>
                  </a:lnTo>
                  <a:lnTo>
                    <a:pt x="661" y="697"/>
                  </a:lnTo>
                  <a:lnTo>
                    <a:pt x="588" y="330"/>
                  </a:lnTo>
                  <a:close/>
                  <a:moveTo>
                    <a:pt x="3706" y="2825"/>
                  </a:moveTo>
                  <a:lnTo>
                    <a:pt x="3926" y="2861"/>
                  </a:lnTo>
                  <a:lnTo>
                    <a:pt x="4109" y="2935"/>
                  </a:lnTo>
                  <a:lnTo>
                    <a:pt x="4733" y="3118"/>
                  </a:lnTo>
                  <a:lnTo>
                    <a:pt x="4990" y="3228"/>
                  </a:lnTo>
                  <a:lnTo>
                    <a:pt x="5283" y="3375"/>
                  </a:lnTo>
                  <a:lnTo>
                    <a:pt x="5503" y="3522"/>
                  </a:lnTo>
                  <a:lnTo>
                    <a:pt x="5687" y="3668"/>
                  </a:lnTo>
                  <a:lnTo>
                    <a:pt x="5687" y="3668"/>
                  </a:lnTo>
                  <a:lnTo>
                    <a:pt x="5540" y="3632"/>
                  </a:lnTo>
                  <a:lnTo>
                    <a:pt x="5467" y="3632"/>
                  </a:lnTo>
                  <a:lnTo>
                    <a:pt x="5393" y="3705"/>
                  </a:lnTo>
                  <a:lnTo>
                    <a:pt x="5356" y="3778"/>
                  </a:lnTo>
                  <a:lnTo>
                    <a:pt x="5393" y="3888"/>
                  </a:lnTo>
                  <a:lnTo>
                    <a:pt x="5026" y="4035"/>
                  </a:lnTo>
                  <a:lnTo>
                    <a:pt x="4660" y="4109"/>
                  </a:lnTo>
                  <a:lnTo>
                    <a:pt x="4293" y="4182"/>
                  </a:lnTo>
                  <a:lnTo>
                    <a:pt x="3889" y="4182"/>
                  </a:lnTo>
                  <a:lnTo>
                    <a:pt x="3449" y="4109"/>
                  </a:lnTo>
                  <a:lnTo>
                    <a:pt x="3046" y="3999"/>
                  </a:lnTo>
                  <a:lnTo>
                    <a:pt x="2862" y="3925"/>
                  </a:lnTo>
                  <a:lnTo>
                    <a:pt x="2642" y="3815"/>
                  </a:lnTo>
                  <a:lnTo>
                    <a:pt x="2459" y="3668"/>
                  </a:lnTo>
                  <a:lnTo>
                    <a:pt x="2349" y="3595"/>
                  </a:lnTo>
                  <a:lnTo>
                    <a:pt x="2312" y="3522"/>
                  </a:lnTo>
                  <a:lnTo>
                    <a:pt x="2532" y="3668"/>
                  </a:lnTo>
                  <a:lnTo>
                    <a:pt x="2789" y="3815"/>
                  </a:lnTo>
                  <a:lnTo>
                    <a:pt x="3046" y="3888"/>
                  </a:lnTo>
                  <a:lnTo>
                    <a:pt x="3339" y="3999"/>
                  </a:lnTo>
                  <a:lnTo>
                    <a:pt x="3596" y="4035"/>
                  </a:lnTo>
                  <a:lnTo>
                    <a:pt x="3889" y="4109"/>
                  </a:lnTo>
                  <a:lnTo>
                    <a:pt x="4073" y="4109"/>
                  </a:lnTo>
                  <a:lnTo>
                    <a:pt x="4183" y="4072"/>
                  </a:lnTo>
                  <a:lnTo>
                    <a:pt x="4329" y="4035"/>
                  </a:lnTo>
                  <a:lnTo>
                    <a:pt x="4439" y="3962"/>
                  </a:lnTo>
                  <a:lnTo>
                    <a:pt x="4476" y="3888"/>
                  </a:lnTo>
                  <a:lnTo>
                    <a:pt x="4439" y="3778"/>
                  </a:lnTo>
                  <a:lnTo>
                    <a:pt x="4329" y="3705"/>
                  </a:lnTo>
                  <a:lnTo>
                    <a:pt x="4219" y="3632"/>
                  </a:lnTo>
                  <a:lnTo>
                    <a:pt x="3963" y="3595"/>
                  </a:lnTo>
                  <a:lnTo>
                    <a:pt x="3706" y="3558"/>
                  </a:lnTo>
                  <a:lnTo>
                    <a:pt x="3449" y="3522"/>
                  </a:lnTo>
                  <a:lnTo>
                    <a:pt x="2715" y="3338"/>
                  </a:lnTo>
                  <a:lnTo>
                    <a:pt x="2862" y="3228"/>
                  </a:lnTo>
                  <a:lnTo>
                    <a:pt x="3082" y="3081"/>
                  </a:lnTo>
                  <a:lnTo>
                    <a:pt x="3302" y="2935"/>
                  </a:lnTo>
                  <a:lnTo>
                    <a:pt x="3486" y="2861"/>
                  </a:lnTo>
                  <a:lnTo>
                    <a:pt x="3706" y="2825"/>
                  </a:lnTo>
                  <a:close/>
                  <a:moveTo>
                    <a:pt x="1285" y="5686"/>
                  </a:moveTo>
                  <a:lnTo>
                    <a:pt x="1725" y="5723"/>
                  </a:lnTo>
                  <a:lnTo>
                    <a:pt x="1762" y="5723"/>
                  </a:lnTo>
                  <a:lnTo>
                    <a:pt x="1835" y="5869"/>
                  </a:lnTo>
                  <a:lnTo>
                    <a:pt x="1908" y="5943"/>
                  </a:lnTo>
                  <a:lnTo>
                    <a:pt x="2018" y="5943"/>
                  </a:lnTo>
                  <a:lnTo>
                    <a:pt x="2129" y="5869"/>
                  </a:lnTo>
                  <a:lnTo>
                    <a:pt x="2165" y="5759"/>
                  </a:lnTo>
                  <a:lnTo>
                    <a:pt x="2642" y="5796"/>
                  </a:lnTo>
                  <a:lnTo>
                    <a:pt x="3082" y="5796"/>
                  </a:lnTo>
                  <a:lnTo>
                    <a:pt x="3339" y="5833"/>
                  </a:lnTo>
                  <a:lnTo>
                    <a:pt x="3522" y="5869"/>
                  </a:lnTo>
                  <a:lnTo>
                    <a:pt x="3522" y="6016"/>
                  </a:lnTo>
                  <a:lnTo>
                    <a:pt x="3376" y="5979"/>
                  </a:lnTo>
                  <a:lnTo>
                    <a:pt x="3266" y="6016"/>
                  </a:lnTo>
                  <a:lnTo>
                    <a:pt x="3119" y="6089"/>
                  </a:lnTo>
                  <a:lnTo>
                    <a:pt x="3082" y="6163"/>
                  </a:lnTo>
                  <a:lnTo>
                    <a:pt x="3082" y="6236"/>
                  </a:lnTo>
                  <a:lnTo>
                    <a:pt x="2752" y="6236"/>
                  </a:lnTo>
                  <a:lnTo>
                    <a:pt x="1322" y="6163"/>
                  </a:lnTo>
                  <a:lnTo>
                    <a:pt x="808" y="6089"/>
                  </a:lnTo>
                  <a:lnTo>
                    <a:pt x="515" y="6053"/>
                  </a:lnTo>
                  <a:lnTo>
                    <a:pt x="258" y="6089"/>
                  </a:lnTo>
                  <a:lnTo>
                    <a:pt x="368" y="5943"/>
                  </a:lnTo>
                  <a:lnTo>
                    <a:pt x="515" y="5833"/>
                  </a:lnTo>
                  <a:lnTo>
                    <a:pt x="661" y="5723"/>
                  </a:lnTo>
                  <a:lnTo>
                    <a:pt x="808" y="5686"/>
                  </a:lnTo>
                  <a:close/>
                  <a:moveTo>
                    <a:pt x="2239" y="6676"/>
                  </a:moveTo>
                  <a:lnTo>
                    <a:pt x="3009" y="6713"/>
                  </a:lnTo>
                  <a:lnTo>
                    <a:pt x="3156" y="6750"/>
                  </a:lnTo>
                  <a:lnTo>
                    <a:pt x="3156" y="7997"/>
                  </a:lnTo>
                  <a:lnTo>
                    <a:pt x="3119" y="9244"/>
                  </a:lnTo>
                  <a:lnTo>
                    <a:pt x="2422" y="9354"/>
                  </a:lnTo>
                  <a:lnTo>
                    <a:pt x="2422" y="8951"/>
                  </a:lnTo>
                  <a:lnTo>
                    <a:pt x="2312" y="7630"/>
                  </a:lnTo>
                  <a:lnTo>
                    <a:pt x="2275" y="6933"/>
                  </a:lnTo>
                  <a:lnTo>
                    <a:pt x="2239" y="6676"/>
                  </a:lnTo>
                  <a:close/>
                  <a:moveTo>
                    <a:pt x="1065" y="6566"/>
                  </a:moveTo>
                  <a:lnTo>
                    <a:pt x="1872" y="6676"/>
                  </a:lnTo>
                  <a:lnTo>
                    <a:pt x="1835" y="6786"/>
                  </a:lnTo>
                  <a:lnTo>
                    <a:pt x="1835" y="6933"/>
                  </a:lnTo>
                  <a:lnTo>
                    <a:pt x="1872" y="7226"/>
                  </a:lnTo>
                  <a:lnTo>
                    <a:pt x="1945" y="8804"/>
                  </a:lnTo>
                  <a:lnTo>
                    <a:pt x="1982" y="9391"/>
                  </a:lnTo>
                  <a:lnTo>
                    <a:pt x="1542" y="9391"/>
                  </a:lnTo>
                  <a:lnTo>
                    <a:pt x="1101" y="9427"/>
                  </a:lnTo>
                  <a:lnTo>
                    <a:pt x="1028" y="8254"/>
                  </a:lnTo>
                  <a:lnTo>
                    <a:pt x="955" y="7410"/>
                  </a:lnTo>
                  <a:lnTo>
                    <a:pt x="918" y="6970"/>
                  </a:lnTo>
                  <a:lnTo>
                    <a:pt x="808" y="6566"/>
                  </a:lnTo>
                  <a:close/>
                  <a:moveTo>
                    <a:pt x="3082" y="9721"/>
                  </a:moveTo>
                  <a:lnTo>
                    <a:pt x="3009" y="10454"/>
                  </a:lnTo>
                  <a:lnTo>
                    <a:pt x="2972" y="10454"/>
                  </a:lnTo>
                  <a:lnTo>
                    <a:pt x="2862" y="10418"/>
                  </a:lnTo>
                  <a:lnTo>
                    <a:pt x="2752" y="10418"/>
                  </a:lnTo>
                  <a:lnTo>
                    <a:pt x="2605" y="10454"/>
                  </a:lnTo>
                  <a:lnTo>
                    <a:pt x="2495" y="10528"/>
                  </a:lnTo>
                  <a:lnTo>
                    <a:pt x="2495" y="10418"/>
                  </a:lnTo>
                  <a:lnTo>
                    <a:pt x="2459" y="9831"/>
                  </a:lnTo>
                  <a:lnTo>
                    <a:pt x="2789" y="9794"/>
                  </a:lnTo>
                  <a:lnTo>
                    <a:pt x="3082" y="9721"/>
                  </a:lnTo>
                  <a:close/>
                  <a:moveTo>
                    <a:pt x="1138" y="9758"/>
                  </a:moveTo>
                  <a:lnTo>
                    <a:pt x="1358" y="9831"/>
                  </a:lnTo>
                  <a:lnTo>
                    <a:pt x="1542" y="9831"/>
                  </a:lnTo>
                  <a:lnTo>
                    <a:pt x="1982" y="9868"/>
                  </a:lnTo>
                  <a:lnTo>
                    <a:pt x="2018" y="10088"/>
                  </a:lnTo>
                  <a:lnTo>
                    <a:pt x="1982" y="10124"/>
                  </a:lnTo>
                  <a:lnTo>
                    <a:pt x="1688" y="10088"/>
                  </a:lnTo>
                  <a:lnTo>
                    <a:pt x="1615" y="10124"/>
                  </a:lnTo>
                  <a:lnTo>
                    <a:pt x="1542" y="10161"/>
                  </a:lnTo>
                  <a:lnTo>
                    <a:pt x="1542" y="10234"/>
                  </a:lnTo>
                  <a:lnTo>
                    <a:pt x="1578" y="10308"/>
                  </a:lnTo>
                  <a:lnTo>
                    <a:pt x="1725" y="10454"/>
                  </a:lnTo>
                  <a:lnTo>
                    <a:pt x="1945" y="10491"/>
                  </a:lnTo>
                  <a:lnTo>
                    <a:pt x="2018" y="10491"/>
                  </a:lnTo>
                  <a:lnTo>
                    <a:pt x="2018" y="10748"/>
                  </a:lnTo>
                  <a:lnTo>
                    <a:pt x="1798" y="10785"/>
                  </a:lnTo>
                  <a:lnTo>
                    <a:pt x="1798" y="10748"/>
                  </a:lnTo>
                  <a:lnTo>
                    <a:pt x="1762" y="10748"/>
                  </a:lnTo>
                  <a:lnTo>
                    <a:pt x="1688" y="10785"/>
                  </a:lnTo>
                  <a:lnTo>
                    <a:pt x="1615" y="10821"/>
                  </a:lnTo>
                  <a:lnTo>
                    <a:pt x="1542" y="10895"/>
                  </a:lnTo>
                  <a:lnTo>
                    <a:pt x="1505" y="11005"/>
                  </a:lnTo>
                  <a:lnTo>
                    <a:pt x="1542" y="11078"/>
                  </a:lnTo>
                  <a:lnTo>
                    <a:pt x="1652" y="11151"/>
                  </a:lnTo>
                  <a:lnTo>
                    <a:pt x="2055" y="11151"/>
                  </a:lnTo>
                  <a:lnTo>
                    <a:pt x="2129" y="11408"/>
                  </a:lnTo>
                  <a:lnTo>
                    <a:pt x="2239" y="11592"/>
                  </a:lnTo>
                  <a:lnTo>
                    <a:pt x="2275" y="11628"/>
                  </a:lnTo>
                  <a:lnTo>
                    <a:pt x="2349" y="11628"/>
                  </a:lnTo>
                  <a:lnTo>
                    <a:pt x="2422" y="11592"/>
                  </a:lnTo>
                  <a:lnTo>
                    <a:pt x="2459" y="11555"/>
                  </a:lnTo>
                  <a:lnTo>
                    <a:pt x="2532" y="11371"/>
                  </a:lnTo>
                  <a:lnTo>
                    <a:pt x="2569" y="11188"/>
                  </a:lnTo>
                  <a:lnTo>
                    <a:pt x="2569" y="11005"/>
                  </a:lnTo>
                  <a:lnTo>
                    <a:pt x="2532" y="10785"/>
                  </a:lnTo>
                  <a:lnTo>
                    <a:pt x="2679" y="10821"/>
                  </a:lnTo>
                  <a:lnTo>
                    <a:pt x="3009" y="10821"/>
                  </a:lnTo>
                  <a:lnTo>
                    <a:pt x="2936" y="11408"/>
                  </a:lnTo>
                  <a:lnTo>
                    <a:pt x="2862" y="11812"/>
                  </a:lnTo>
                  <a:lnTo>
                    <a:pt x="2825" y="11995"/>
                  </a:lnTo>
                  <a:lnTo>
                    <a:pt x="2752" y="12178"/>
                  </a:lnTo>
                  <a:lnTo>
                    <a:pt x="2642" y="12362"/>
                  </a:lnTo>
                  <a:lnTo>
                    <a:pt x="2532" y="12472"/>
                  </a:lnTo>
                  <a:lnTo>
                    <a:pt x="2349" y="12582"/>
                  </a:lnTo>
                  <a:lnTo>
                    <a:pt x="2129" y="12619"/>
                  </a:lnTo>
                  <a:lnTo>
                    <a:pt x="1945" y="12619"/>
                  </a:lnTo>
                  <a:lnTo>
                    <a:pt x="1798" y="12582"/>
                  </a:lnTo>
                  <a:lnTo>
                    <a:pt x="1652" y="12472"/>
                  </a:lnTo>
                  <a:lnTo>
                    <a:pt x="1505" y="12362"/>
                  </a:lnTo>
                  <a:lnTo>
                    <a:pt x="1432" y="12215"/>
                  </a:lnTo>
                  <a:lnTo>
                    <a:pt x="1322" y="12068"/>
                  </a:lnTo>
                  <a:lnTo>
                    <a:pt x="1211" y="11738"/>
                  </a:lnTo>
                  <a:lnTo>
                    <a:pt x="1138" y="11335"/>
                  </a:lnTo>
                  <a:lnTo>
                    <a:pt x="1138" y="10858"/>
                  </a:lnTo>
                  <a:lnTo>
                    <a:pt x="1138" y="10014"/>
                  </a:lnTo>
                  <a:lnTo>
                    <a:pt x="1138" y="9758"/>
                  </a:lnTo>
                  <a:close/>
                  <a:moveTo>
                    <a:pt x="625" y="0"/>
                  </a:moveTo>
                  <a:lnTo>
                    <a:pt x="478" y="37"/>
                  </a:lnTo>
                  <a:lnTo>
                    <a:pt x="331" y="110"/>
                  </a:lnTo>
                  <a:lnTo>
                    <a:pt x="294" y="184"/>
                  </a:lnTo>
                  <a:lnTo>
                    <a:pt x="294" y="220"/>
                  </a:lnTo>
                  <a:lnTo>
                    <a:pt x="294" y="294"/>
                  </a:lnTo>
                  <a:lnTo>
                    <a:pt x="331" y="330"/>
                  </a:lnTo>
                  <a:lnTo>
                    <a:pt x="294" y="587"/>
                  </a:lnTo>
                  <a:lnTo>
                    <a:pt x="294" y="844"/>
                  </a:lnTo>
                  <a:lnTo>
                    <a:pt x="331" y="1101"/>
                  </a:lnTo>
                  <a:lnTo>
                    <a:pt x="368" y="1321"/>
                  </a:lnTo>
                  <a:lnTo>
                    <a:pt x="551" y="1834"/>
                  </a:lnTo>
                  <a:lnTo>
                    <a:pt x="735" y="2274"/>
                  </a:lnTo>
                  <a:lnTo>
                    <a:pt x="918" y="2641"/>
                  </a:lnTo>
                  <a:lnTo>
                    <a:pt x="1175" y="3008"/>
                  </a:lnTo>
                  <a:lnTo>
                    <a:pt x="1322" y="3155"/>
                  </a:lnTo>
                  <a:lnTo>
                    <a:pt x="1505" y="3265"/>
                  </a:lnTo>
                  <a:lnTo>
                    <a:pt x="1652" y="3375"/>
                  </a:lnTo>
                  <a:lnTo>
                    <a:pt x="1872" y="3375"/>
                  </a:lnTo>
                  <a:lnTo>
                    <a:pt x="1798" y="3815"/>
                  </a:lnTo>
                  <a:lnTo>
                    <a:pt x="1725" y="4365"/>
                  </a:lnTo>
                  <a:lnTo>
                    <a:pt x="1725" y="4659"/>
                  </a:lnTo>
                  <a:lnTo>
                    <a:pt x="1762" y="4806"/>
                  </a:lnTo>
                  <a:lnTo>
                    <a:pt x="1798" y="4916"/>
                  </a:lnTo>
                  <a:lnTo>
                    <a:pt x="1762" y="5319"/>
                  </a:lnTo>
                  <a:lnTo>
                    <a:pt x="1615" y="5319"/>
                  </a:lnTo>
                  <a:lnTo>
                    <a:pt x="1138" y="5282"/>
                  </a:lnTo>
                  <a:lnTo>
                    <a:pt x="918" y="5246"/>
                  </a:lnTo>
                  <a:lnTo>
                    <a:pt x="698" y="5282"/>
                  </a:lnTo>
                  <a:lnTo>
                    <a:pt x="404" y="5392"/>
                  </a:lnTo>
                  <a:lnTo>
                    <a:pt x="294" y="5466"/>
                  </a:lnTo>
                  <a:lnTo>
                    <a:pt x="184" y="5576"/>
                  </a:lnTo>
                  <a:lnTo>
                    <a:pt x="111" y="5686"/>
                  </a:lnTo>
                  <a:lnTo>
                    <a:pt x="74" y="5796"/>
                  </a:lnTo>
                  <a:lnTo>
                    <a:pt x="38" y="5943"/>
                  </a:lnTo>
                  <a:lnTo>
                    <a:pt x="1" y="6089"/>
                  </a:lnTo>
                  <a:lnTo>
                    <a:pt x="38" y="6163"/>
                  </a:lnTo>
                  <a:lnTo>
                    <a:pt x="111" y="6199"/>
                  </a:lnTo>
                  <a:lnTo>
                    <a:pt x="38" y="6273"/>
                  </a:lnTo>
                  <a:lnTo>
                    <a:pt x="38" y="6346"/>
                  </a:lnTo>
                  <a:lnTo>
                    <a:pt x="38" y="6456"/>
                  </a:lnTo>
                  <a:lnTo>
                    <a:pt x="111" y="6530"/>
                  </a:lnTo>
                  <a:lnTo>
                    <a:pt x="184" y="6566"/>
                  </a:lnTo>
                  <a:lnTo>
                    <a:pt x="294" y="6566"/>
                  </a:lnTo>
                  <a:lnTo>
                    <a:pt x="368" y="6493"/>
                  </a:lnTo>
                  <a:lnTo>
                    <a:pt x="441" y="6493"/>
                  </a:lnTo>
                  <a:lnTo>
                    <a:pt x="441" y="6530"/>
                  </a:lnTo>
                  <a:lnTo>
                    <a:pt x="441" y="6786"/>
                  </a:lnTo>
                  <a:lnTo>
                    <a:pt x="441" y="7080"/>
                  </a:lnTo>
                  <a:lnTo>
                    <a:pt x="515" y="7593"/>
                  </a:lnTo>
                  <a:lnTo>
                    <a:pt x="588" y="8657"/>
                  </a:lnTo>
                  <a:lnTo>
                    <a:pt x="625" y="9721"/>
                  </a:lnTo>
                  <a:lnTo>
                    <a:pt x="625" y="10785"/>
                  </a:lnTo>
                  <a:lnTo>
                    <a:pt x="661" y="11225"/>
                  </a:lnTo>
                  <a:lnTo>
                    <a:pt x="698" y="11665"/>
                  </a:lnTo>
                  <a:lnTo>
                    <a:pt x="808" y="12105"/>
                  </a:lnTo>
                  <a:lnTo>
                    <a:pt x="881" y="12289"/>
                  </a:lnTo>
                  <a:lnTo>
                    <a:pt x="991" y="12509"/>
                  </a:lnTo>
                  <a:lnTo>
                    <a:pt x="1065" y="12655"/>
                  </a:lnTo>
                  <a:lnTo>
                    <a:pt x="1175" y="12765"/>
                  </a:lnTo>
                  <a:lnTo>
                    <a:pt x="1322" y="12912"/>
                  </a:lnTo>
                  <a:lnTo>
                    <a:pt x="1468" y="12985"/>
                  </a:lnTo>
                  <a:lnTo>
                    <a:pt x="1615" y="13059"/>
                  </a:lnTo>
                  <a:lnTo>
                    <a:pt x="1798" y="13096"/>
                  </a:lnTo>
                  <a:lnTo>
                    <a:pt x="1945" y="13132"/>
                  </a:lnTo>
                  <a:lnTo>
                    <a:pt x="2129" y="13169"/>
                  </a:lnTo>
                  <a:lnTo>
                    <a:pt x="2349" y="13132"/>
                  </a:lnTo>
                  <a:lnTo>
                    <a:pt x="2569" y="13096"/>
                  </a:lnTo>
                  <a:lnTo>
                    <a:pt x="2752" y="12985"/>
                  </a:lnTo>
                  <a:lnTo>
                    <a:pt x="2899" y="12875"/>
                  </a:lnTo>
                  <a:lnTo>
                    <a:pt x="3009" y="12765"/>
                  </a:lnTo>
                  <a:lnTo>
                    <a:pt x="3119" y="12582"/>
                  </a:lnTo>
                  <a:lnTo>
                    <a:pt x="3302" y="12215"/>
                  </a:lnTo>
                  <a:lnTo>
                    <a:pt x="3412" y="11812"/>
                  </a:lnTo>
                  <a:lnTo>
                    <a:pt x="3449" y="11408"/>
                  </a:lnTo>
                  <a:lnTo>
                    <a:pt x="3522" y="10601"/>
                  </a:lnTo>
                  <a:lnTo>
                    <a:pt x="3632" y="9647"/>
                  </a:lnTo>
                  <a:lnTo>
                    <a:pt x="3669" y="8657"/>
                  </a:lnTo>
                  <a:lnTo>
                    <a:pt x="3669" y="7667"/>
                  </a:lnTo>
                  <a:lnTo>
                    <a:pt x="3669" y="6676"/>
                  </a:lnTo>
                  <a:lnTo>
                    <a:pt x="3743" y="6603"/>
                  </a:lnTo>
                  <a:lnTo>
                    <a:pt x="3779" y="6530"/>
                  </a:lnTo>
                  <a:lnTo>
                    <a:pt x="3779" y="6456"/>
                  </a:lnTo>
                  <a:lnTo>
                    <a:pt x="3889" y="6273"/>
                  </a:lnTo>
                  <a:lnTo>
                    <a:pt x="3963" y="6053"/>
                  </a:lnTo>
                  <a:lnTo>
                    <a:pt x="3999" y="5833"/>
                  </a:lnTo>
                  <a:lnTo>
                    <a:pt x="3963" y="5723"/>
                  </a:lnTo>
                  <a:lnTo>
                    <a:pt x="3926" y="5612"/>
                  </a:lnTo>
                  <a:lnTo>
                    <a:pt x="3816" y="5502"/>
                  </a:lnTo>
                  <a:lnTo>
                    <a:pt x="3669" y="5429"/>
                  </a:lnTo>
                  <a:lnTo>
                    <a:pt x="3486" y="5392"/>
                  </a:lnTo>
                  <a:lnTo>
                    <a:pt x="3266" y="5356"/>
                  </a:lnTo>
                  <a:lnTo>
                    <a:pt x="2532" y="5356"/>
                  </a:lnTo>
                  <a:lnTo>
                    <a:pt x="2165" y="5319"/>
                  </a:lnTo>
                  <a:lnTo>
                    <a:pt x="2092" y="4806"/>
                  </a:lnTo>
                  <a:lnTo>
                    <a:pt x="2165" y="4585"/>
                  </a:lnTo>
                  <a:lnTo>
                    <a:pt x="2165" y="4365"/>
                  </a:lnTo>
                  <a:lnTo>
                    <a:pt x="2202" y="3962"/>
                  </a:lnTo>
                  <a:lnTo>
                    <a:pt x="2459" y="4145"/>
                  </a:lnTo>
                  <a:lnTo>
                    <a:pt x="2715" y="4292"/>
                  </a:lnTo>
                  <a:lnTo>
                    <a:pt x="2972" y="4402"/>
                  </a:lnTo>
                  <a:lnTo>
                    <a:pt x="3266" y="4475"/>
                  </a:lnTo>
                  <a:lnTo>
                    <a:pt x="3522" y="4549"/>
                  </a:lnTo>
                  <a:lnTo>
                    <a:pt x="3816" y="4585"/>
                  </a:lnTo>
                  <a:lnTo>
                    <a:pt x="4403" y="4585"/>
                  </a:lnTo>
                  <a:lnTo>
                    <a:pt x="4660" y="4549"/>
                  </a:lnTo>
                  <a:lnTo>
                    <a:pt x="4953" y="4475"/>
                  </a:lnTo>
                  <a:lnTo>
                    <a:pt x="5210" y="4402"/>
                  </a:lnTo>
                  <a:lnTo>
                    <a:pt x="5503" y="4292"/>
                  </a:lnTo>
                  <a:lnTo>
                    <a:pt x="5760" y="4182"/>
                  </a:lnTo>
                  <a:lnTo>
                    <a:pt x="5833" y="4109"/>
                  </a:lnTo>
                  <a:lnTo>
                    <a:pt x="5833" y="3999"/>
                  </a:lnTo>
                  <a:lnTo>
                    <a:pt x="5833" y="3888"/>
                  </a:lnTo>
                  <a:lnTo>
                    <a:pt x="5797" y="3778"/>
                  </a:lnTo>
                  <a:lnTo>
                    <a:pt x="5797" y="3778"/>
                  </a:lnTo>
                  <a:lnTo>
                    <a:pt x="5833" y="3815"/>
                  </a:lnTo>
                  <a:lnTo>
                    <a:pt x="5980" y="3962"/>
                  </a:lnTo>
                  <a:lnTo>
                    <a:pt x="6053" y="3999"/>
                  </a:lnTo>
                  <a:lnTo>
                    <a:pt x="6200" y="4035"/>
                  </a:lnTo>
                  <a:lnTo>
                    <a:pt x="6237" y="4035"/>
                  </a:lnTo>
                  <a:lnTo>
                    <a:pt x="6274" y="3999"/>
                  </a:lnTo>
                  <a:lnTo>
                    <a:pt x="6347" y="3888"/>
                  </a:lnTo>
                  <a:lnTo>
                    <a:pt x="6310" y="3742"/>
                  </a:lnTo>
                  <a:lnTo>
                    <a:pt x="6274" y="3632"/>
                  </a:lnTo>
                  <a:lnTo>
                    <a:pt x="6200" y="3522"/>
                  </a:lnTo>
                  <a:lnTo>
                    <a:pt x="6090" y="3375"/>
                  </a:lnTo>
                  <a:lnTo>
                    <a:pt x="5833" y="3192"/>
                  </a:lnTo>
                  <a:lnTo>
                    <a:pt x="5613" y="3045"/>
                  </a:lnTo>
                  <a:lnTo>
                    <a:pt x="5283" y="2861"/>
                  </a:lnTo>
                  <a:lnTo>
                    <a:pt x="4953" y="2715"/>
                  </a:lnTo>
                  <a:lnTo>
                    <a:pt x="4256" y="2495"/>
                  </a:lnTo>
                  <a:lnTo>
                    <a:pt x="3926" y="2421"/>
                  </a:lnTo>
                  <a:lnTo>
                    <a:pt x="3596" y="2385"/>
                  </a:lnTo>
                  <a:lnTo>
                    <a:pt x="3302" y="2458"/>
                  </a:lnTo>
                  <a:lnTo>
                    <a:pt x="2972" y="2605"/>
                  </a:lnTo>
                  <a:lnTo>
                    <a:pt x="2679" y="2788"/>
                  </a:lnTo>
                  <a:lnTo>
                    <a:pt x="2349" y="3081"/>
                  </a:lnTo>
                  <a:lnTo>
                    <a:pt x="2349" y="3045"/>
                  </a:lnTo>
                  <a:lnTo>
                    <a:pt x="2385" y="2788"/>
                  </a:lnTo>
                  <a:lnTo>
                    <a:pt x="2459" y="2568"/>
                  </a:lnTo>
                  <a:lnTo>
                    <a:pt x="2495" y="2458"/>
                  </a:lnTo>
                  <a:lnTo>
                    <a:pt x="2495" y="2311"/>
                  </a:lnTo>
                  <a:lnTo>
                    <a:pt x="2495" y="2201"/>
                  </a:lnTo>
                  <a:lnTo>
                    <a:pt x="2422" y="2128"/>
                  </a:lnTo>
                  <a:lnTo>
                    <a:pt x="2385" y="1871"/>
                  </a:lnTo>
                  <a:lnTo>
                    <a:pt x="2312" y="1614"/>
                  </a:lnTo>
                  <a:lnTo>
                    <a:pt x="2129" y="1137"/>
                  </a:lnTo>
                  <a:lnTo>
                    <a:pt x="2018" y="917"/>
                  </a:lnTo>
                  <a:lnTo>
                    <a:pt x="1835" y="661"/>
                  </a:lnTo>
                  <a:lnTo>
                    <a:pt x="1652" y="440"/>
                  </a:lnTo>
                  <a:lnTo>
                    <a:pt x="1395" y="220"/>
                  </a:lnTo>
                  <a:lnTo>
                    <a:pt x="1138" y="74"/>
                  </a:lnTo>
                  <a:lnTo>
                    <a:pt x="881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93" name="Google Shape;316;p5">
              <a:extLst>
                <a:ext uri="{FF2B5EF4-FFF2-40B4-BE49-F238E27FC236}">
                  <a16:creationId xmlns:a16="http://schemas.microsoft.com/office/drawing/2014/main" id="{9BC3C194-F9B8-4E24-B7F2-37E5FDE2FD9D}"/>
                </a:ext>
              </a:extLst>
            </p:cNvPr>
            <p:cNvSpPr/>
            <p:nvPr/>
          </p:nvSpPr>
          <p:spPr>
            <a:xfrm>
              <a:off x="6335525" y="1405350"/>
              <a:ext cx="442025" cy="375100"/>
            </a:xfrm>
            <a:custGeom>
              <a:avLst/>
              <a:gdLst/>
              <a:ahLst/>
              <a:cxnLst/>
              <a:rect l="l" t="t" r="r" b="b"/>
              <a:pathLst>
                <a:path w="17681" h="15004" extrusionOk="0">
                  <a:moveTo>
                    <a:pt x="6823" y="1981"/>
                  </a:moveTo>
                  <a:lnTo>
                    <a:pt x="6676" y="2018"/>
                  </a:lnTo>
                  <a:lnTo>
                    <a:pt x="6566" y="2055"/>
                  </a:lnTo>
                  <a:lnTo>
                    <a:pt x="6493" y="2201"/>
                  </a:lnTo>
                  <a:lnTo>
                    <a:pt x="6420" y="2385"/>
                  </a:lnTo>
                  <a:lnTo>
                    <a:pt x="6383" y="2531"/>
                  </a:lnTo>
                  <a:lnTo>
                    <a:pt x="6383" y="2641"/>
                  </a:lnTo>
                  <a:lnTo>
                    <a:pt x="6420" y="2752"/>
                  </a:lnTo>
                  <a:lnTo>
                    <a:pt x="6493" y="2825"/>
                  </a:lnTo>
                  <a:lnTo>
                    <a:pt x="6566" y="2862"/>
                  </a:lnTo>
                  <a:lnTo>
                    <a:pt x="6713" y="2862"/>
                  </a:lnTo>
                  <a:lnTo>
                    <a:pt x="6860" y="2825"/>
                  </a:lnTo>
                  <a:lnTo>
                    <a:pt x="6933" y="2752"/>
                  </a:lnTo>
                  <a:lnTo>
                    <a:pt x="7006" y="2641"/>
                  </a:lnTo>
                  <a:lnTo>
                    <a:pt x="7080" y="2531"/>
                  </a:lnTo>
                  <a:lnTo>
                    <a:pt x="7080" y="2421"/>
                  </a:lnTo>
                  <a:lnTo>
                    <a:pt x="7080" y="2275"/>
                  </a:lnTo>
                  <a:lnTo>
                    <a:pt x="7006" y="2165"/>
                  </a:lnTo>
                  <a:lnTo>
                    <a:pt x="6933" y="2055"/>
                  </a:lnTo>
                  <a:lnTo>
                    <a:pt x="6823" y="1981"/>
                  </a:lnTo>
                  <a:close/>
                  <a:moveTo>
                    <a:pt x="5282" y="2641"/>
                  </a:moveTo>
                  <a:lnTo>
                    <a:pt x="5209" y="2678"/>
                  </a:lnTo>
                  <a:lnTo>
                    <a:pt x="5136" y="2715"/>
                  </a:lnTo>
                  <a:lnTo>
                    <a:pt x="5062" y="2788"/>
                  </a:lnTo>
                  <a:lnTo>
                    <a:pt x="5062" y="2898"/>
                  </a:lnTo>
                  <a:lnTo>
                    <a:pt x="5062" y="2935"/>
                  </a:lnTo>
                  <a:lnTo>
                    <a:pt x="4989" y="2972"/>
                  </a:lnTo>
                  <a:lnTo>
                    <a:pt x="4952" y="3045"/>
                  </a:lnTo>
                  <a:lnTo>
                    <a:pt x="4952" y="3118"/>
                  </a:lnTo>
                  <a:lnTo>
                    <a:pt x="4952" y="3228"/>
                  </a:lnTo>
                  <a:lnTo>
                    <a:pt x="5026" y="3338"/>
                  </a:lnTo>
                  <a:lnTo>
                    <a:pt x="5099" y="3412"/>
                  </a:lnTo>
                  <a:lnTo>
                    <a:pt x="5319" y="3412"/>
                  </a:lnTo>
                  <a:lnTo>
                    <a:pt x="5429" y="3338"/>
                  </a:lnTo>
                  <a:lnTo>
                    <a:pt x="5502" y="3265"/>
                  </a:lnTo>
                  <a:lnTo>
                    <a:pt x="5576" y="3155"/>
                  </a:lnTo>
                  <a:lnTo>
                    <a:pt x="5613" y="3008"/>
                  </a:lnTo>
                  <a:lnTo>
                    <a:pt x="5576" y="2862"/>
                  </a:lnTo>
                  <a:lnTo>
                    <a:pt x="5502" y="2752"/>
                  </a:lnTo>
                  <a:lnTo>
                    <a:pt x="5392" y="2678"/>
                  </a:lnTo>
                  <a:lnTo>
                    <a:pt x="5282" y="2641"/>
                  </a:lnTo>
                  <a:close/>
                  <a:moveTo>
                    <a:pt x="6786" y="3559"/>
                  </a:moveTo>
                  <a:lnTo>
                    <a:pt x="6640" y="3595"/>
                  </a:lnTo>
                  <a:lnTo>
                    <a:pt x="6493" y="3705"/>
                  </a:lnTo>
                  <a:lnTo>
                    <a:pt x="6383" y="3815"/>
                  </a:lnTo>
                  <a:lnTo>
                    <a:pt x="6309" y="3962"/>
                  </a:lnTo>
                  <a:lnTo>
                    <a:pt x="6273" y="4109"/>
                  </a:lnTo>
                  <a:lnTo>
                    <a:pt x="6273" y="4255"/>
                  </a:lnTo>
                  <a:lnTo>
                    <a:pt x="6273" y="4366"/>
                  </a:lnTo>
                  <a:lnTo>
                    <a:pt x="6383" y="4439"/>
                  </a:lnTo>
                  <a:lnTo>
                    <a:pt x="6493" y="4476"/>
                  </a:lnTo>
                  <a:lnTo>
                    <a:pt x="6603" y="4439"/>
                  </a:lnTo>
                  <a:lnTo>
                    <a:pt x="6750" y="4329"/>
                  </a:lnTo>
                  <a:lnTo>
                    <a:pt x="6860" y="4329"/>
                  </a:lnTo>
                  <a:lnTo>
                    <a:pt x="6970" y="4292"/>
                  </a:lnTo>
                  <a:lnTo>
                    <a:pt x="7080" y="4182"/>
                  </a:lnTo>
                  <a:lnTo>
                    <a:pt x="7153" y="4035"/>
                  </a:lnTo>
                  <a:lnTo>
                    <a:pt x="7153" y="3852"/>
                  </a:lnTo>
                  <a:lnTo>
                    <a:pt x="7080" y="3705"/>
                  </a:lnTo>
                  <a:lnTo>
                    <a:pt x="7043" y="3632"/>
                  </a:lnTo>
                  <a:lnTo>
                    <a:pt x="6970" y="3595"/>
                  </a:lnTo>
                  <a:lnTo>
                    <a:pt x="6786" y="3559"/>
                  </a:lnTo>
                  <a:close/>
                  <a:moveTo>
                    <a:pt x="4806" y="5979"/>
                  </a:moveTo>
                  <a:lnTo>
                    <a:pt x="4622" y="6090"/>
                  </a:lnTo>
                  <a:lnTo>
                    <a:pt x="4439" y="6200"/>
                  </a:lnTo>
                  <a:lnTo>
                    <a:pt x="4402" y="6236"/>
                  </a:lnTo>
                  <a:lnTo>
                    <a:pt x="4329" y="6310"/>
                  </a:lnTo>
                  <a:lnTo>
                    <a:pt x="4255" y="6383"/>
                  </a:lnTo>
                  <a:lnTo>
                    <a:pt x="4219" y="6493"/>
                  </a:lnTo>
                  <a:lnTo>
                    <a:pt x="4219" y="6566"/>
                  </a:lnTo>
                  <a:lnTo>
                    <a:pt x="4255" y="6713"/>
                  </a:lnTo>
                  <a:lnTo>
                    <a:pt x="4329" y="6860"/>
                  </a:lnTo>
                  <a:lnTo>
                    <a:pt x="4365" y="6897"/>
                  </a:lnTo>
                  <a:lnTo>
                    <a:pt x="4475" y="6970"/>
                  </a:lnTo>
                  <a:lnTo>
                    <a:pt x="4585" y="7007"/>
                  </a:lnTo>
                  <a:lnTo>
                    <a:pt x="4696" y="7043"/>
                  </a:lnTo>
                  <a:lnTo>
                    <a:pt x="4842" y="7007"/>
                  </a:lnTo>
                  <a:lnTo>
                    <a:pt x="4952" y="6970"/>
                  </a:lnTo>
                  <a:lnTo>
                    <a:pt x="5026" y="6897"/>
                  </a:lnTo>
                  <a:lnTo>
                    <a:pt x="5209" y="6750"/>
                  </a:lnTo>
                  <a:lnTo>
                    <a:pt x="5282" y="6640"/>
                  </a:lnTo>
                  <a:lnTo>
                    <a:pt x="5319" y="6493"/>
                  </a:lnTo>
                  <a:lnTo>
                    <a:pt x="5356" y="6346"/>
                  </a:lnTo>
                  <a:lnTo>
                    <a:pt x="5356" y="6236"/>
                  </a:lnTo>
                  <a:lnTo>
                    <a:pt x="5282" y="6126"/>
                  </a:lnTo>
                  <a:lnTo>
                    <a:pt x="5209" y="6053"/>
                  </a:lnTo>
                  <a:lnTo>
                    <a:pt x="5136" y="5979"/>
                  </a:lnTo>
                  <a:close/>
                  <a:moveTo>
                    <a:pt x="4219" y="4916"/>
                  </a:moveTo>
                  <a:lnTo>
                    <a:pt x="4219" y="5062"/>
                  </a:lnTo>
                  <a:lnTo>
                    <a:pt x="4255" y="5136"/>
                  </a:lnTo>
                  <a:lnTo>
                    <a:pt x="4292" y="5173"/>
                  </a:lnTo>
                  <a:lnTo>
                    <a:pt x="4439" y="5209"/>
                  </a:lnTo>
                  <a:lnTo>
                    <a:pt x="4549" y="5173"/>
                  </a:lnTo>
                  <a:lnTo>
                    <a:pt x="4585" y="5136"/>
                  </a:lnTo>
                  <a:lnTo>
                    <a:pt x="4622" y="5062"/>
                  </a:lnTo>
                  <a:lnTo>
                    <a:pt x="4659" y="5026"/>
                  </a:lnTo>
                  <a:lnTo>
                    <a:pt x="4989" y="5136"/>
                  </a:lnTo>
                  <a:lnTo>
                    <a:pt x="5319" y="5209"/>
                  </a:lnTo>
                  <a:lnTo>
                    <a:pt x="5392" y="5319"/>
                  </a:lnTo>
                  <a:lnTo>
                    <a:pt x="5466" y="5429"/>
                  </a:lnTo>
                  <a:lnTo>
                    <a:pt x="5686" y="5613"/>
                  </a:lnTo>
                  <a:lnTo>
                    <a:pt x="5869" y="5833"/>
                  </a:lnTo>
                  <a:lnTo>
                    <a:pt x="5979" y="6053"/>
                  </a:lnTo>
                  <a:lnTo>
                    <a:pt x="6016" y="6273"/>
                  </a:lnTo>
                  <a:lnTo>
                    <a:pt x="5979" y="6530"/>
                  </a:lnTo>
                  <a:lnTo>
                    <a:pt x="5943" y="6676"/>
                  </a:lnTo>
                  <a:lnTo>
                    <a:pt x="5869" y="6823"/>
                  </a:lnTo>
                  <a:lnTo>
                    <a:pt x="5686" y="7080"/>
                  </a:lnTo>
                  <a:lnTo>
                    <a:pt x="5466" y="7227"/>
                  </a:lnTo>
                  <a:lnTo>
                    <a:pt x="5209" y="7373"/>
                  </a:lnTo>
                  <a:lnTo>
                    <a:pt x="4916" y="7447"/>
                  </a:lnTo>
                  <a:lnTo>
                    <a:pt x="4622" y="7483"/>
                  </a:lnTo>
                  <a:lnTo>
                    <a:pt x="4329" y="7520"/>
                  </a:lnTo>
                  <a:lnTo>
                    <a:pt x="4035" y="7483"/>
                  </a:lnTo>
                  <a:lnTo>
                    <a:pt x="3778" y="7447"/>
                  </a:lnTo>
                  <a:lnTo>
                    <a:pt x="3485" y="7337"/>
                  </a:lnTo>
                  <a:lnTo>
                    <a:pt x="3338" y="7227"/>
                  </a:lnTo>
                  <a:lnTo>
                    <a:pt x="3228" y="7080"/>
                  </a:lnTo>
                  <a:lnTo>
                    <a:pt x="3155" y="6897"/>
                  </a:lnTo>
                  <a:lnTo>
                    <a:pt x="3118" y="6713"/>
                  </a:lnTo>
                  <a:lnTo>
                    <a:pt x="3082" y="6383"/>
                  </a:lnTo>
                  <a:lnTo>
                    <a:pt x="3155" y="6090"/>
                  </a:lnTo>
                  <a:lnTo>
                    <a:pt x="3228" y="5796"/>
                  </a:lnTo>
                  <a:lnTo>
                    <a:pt x="3375" y="5539"/>
                  </a:lnTo>
                  <a:lnTo>
                    <a:pt x="3558" y="5319"/>
                  </a:lnTo>
                  <a:lnTo>
                    <a:pt x="3742" y="5173"/>
                  </a:lnTo>
                  <a:lnTo>
                    <a:pt x="3962" y="5026"/>
                  </a:lnTo>
                  <a:lnTo>
                    <a:pt x="4219" y="4916"/>
                  </a:lnTo>
                  <a:close/>
                  <a:moveTo>
                    <a:pt x="11628" y="7190"/>
                  </a:moveTo>
                  <a:lnTo>
                    <a:pt x="11958" y="7263"/>
                  </a:lnTo>
                  <a:lnTo>
                    <a:pt x="12252" y="7263"/>
                  </a:lnTo>
                  <a:lnTo>
                    <a:pt x="12362" y="7227"/>
                  </a:lnTo>
                  <a:lnTo>
                    <a:pt x="12435" y="7447"/>
                  </a:lnTo>
                  <a:lnTo>
                    <a:pt x="12509" y="7704"/>
                  </a:lnTo>
                  <a:lnTo>
                    <a:pt x="12509" y="7814"/>
                  </a:lnTo>
                  <a:lnTo>
                    <a:pt x="12472" y="7814"/>
                  </a:lnTo>
                  <a:lnTo>
                    <a:pt x="12399" y="7850"/>
                  </a:lnTo>
                  <a:lnTo>
                    <a:pt x="12399" y="7887"/>
                  </a:lnTo>
                  <a:lnTo>
                    <a:pt x="12252" y="7814"/>
                  </a:lnTo>
                  <a:lnTo>
                    <a:pt x="11738" y="7557"/>
                  </a:lnTo>
                  <a:lnTo>
                    <a:pt x="11702" y="7483"/>
                  </a:lnTo>
                  <a:lnTo>
                    <a:pt x="11628" y="7373"/>
                  </a:lnTo>
                  <a:lnTo>
                    <a:pt x="11628" y="7190"/>
                  </a:lnTo>
                  <a:close/>
                  <a:moveTo>
                    <a:pt x="4329" y="4402"/>
                  </a:moveTo>
                  <a:lnTo>
                    <a:pt x="4255" y="4476"/>
                  </a:lnTo>
                  <a:lnTo>
                    <a:pt x="4035" y="4512"/>
                  </a:lnTo>
                  <a:lnTo>
                    <a:pt x="3815" y="4622"/>
                  </a:lnTo>
                  <a:lnTo>
                    <a:pt x="3632" y="4732"/>
                  </a:lnTo>
                  <a:lnTo>
                    <a:pt x="3448" y="4842"/>
                  </a:lnTo>
                  <a:lnTo>
                    <a:pt x="3265" y="4989"/>
                  </a:lnTo>
                  <a:lnTo>
                    <a:pt x="3082" y="5173"/>
                  </a:lnTo>
                  <a:lnTo>
                    <a:pt x="2971" y="5356"/>
                  </a:lnTo>
                  <a:lnTo>
                    <a:pt x="2825" y="5576"/>
                  </a:lnTo>
                  <a:lnTo>
                    <a:pt x="2715" y="5906"/>
                  </a:lnTo>
                  <a:lnTo>
                    <a:pt x="2641" y="6236"/>
                  </a:lnTo>
                  <a:lnTo>
                    <a:pt x="2641" y="6603"/>
                  </a:lnTo>
                  <a:lnTo>
                    <a:pt x="2678" y="6933"/>
                  </a:lnTo>
                  <a:lnTo>
                    <a:pt x="2825" y="7263"/>
                  </a:lnTo>
                  <a:lnTo>
                    <a:pt x="3008" y="7520"/>
                  </a:lnTo>
                  <a:lnTo>
                    <a:pt x="3118" y="7667"/>
                  </a:lnTo>
                  <a:lnTo>
                    <a:pt x="3265" y="7740"/>
                  </a:lnTo>
                  <a:lnTo>
                    <a:pt x="3412" y="7850"/>
                  </a:lnTo>
                  <a:lnTo>
                    <a:pt x="3595" y="7887"/>
                  </a:lnTo>
                  <a:lnTo>
                    <a:pt x="3962" y="7997"/>
                  </a:lnTo>
                  <a:lnTo>
                    <a:pt x="4292" y="8034"/>
                  </a:lnTo>
                  <a:lnTo>
                    <a:pt x="4659" y="7997"/>
                  </a:lnTo>
                  <a:lnTo>
                    <a:pt x="5026" y="7960"/>
                  </a:lnTo>
                  <a:lnTo>
                    <a:pt x="5356" y="7850"/>
                  </a:lnTo>
                  <a:lnTo>
                    <a:pt x="5686" y="7704"/>
                  </a:lnTo>
                  <a:lnTo>
                    <a:pt x="5979" y="7483"/>
                  </a:lnTo>
                  <a:lnTo>
                    <a:pt x="6236" y="7227"/>
                  </a:lnTo>
                  <a:lnTo>
                    <a:pt x="6383" y="6933"/>
                  </a:lnTo>
                  <a:lnTo>
                    <a:pt x="6456" y="6640"/>
                  </a:lnTo>
                  <a:lnTo>
                    <a:pt x="6530" y="6346"/>
                  </a:lnTo>
                  <a:lnTo>
                    <a:pt x="6493" y="6016"/>
                  </a:lnTo>
                  <a:lnTo>
                    <a:pt x="6420" y="5759"/>
                  </a:lnTo>
                  <a:lnTo>
                    <a:pt x="6273" y="5503"/>
                  </a:lnTo>
                  <a:lnTo>
                    <a:pt x="6163" y="5393"/>
                  </a:lnTo>
                  <a:lnTo>
                    <a:pt x="5979" y="5246"/>
                  </a:lnTo>
                  <a:lnTo>
                    <a:pt x="5833" y="5099"/>
                  </a:lnTo>
                  <a:lnTo>
                    <a:pt x="5796" y="5026"/>
                  </a:lnTo>
                  <a:lnTo>
                    <a:pt x="5796" y="4952"/>
                  </a:lnTo>
                  <a:lnTo>
                    <a:pt x="5759" y="4879"/>
                  </a:lnTo>
                  <a:lnTo>
                    <a:pt x="5723" y="4806"/>
                  </a:lnTo>
                  <a:lnTo>
                    <a:pt x="5649" y="4732"/>
                  </a:lnTo>
                  <a:lnTo>
                    <a:pt x="5539" y="4696"/>
                  </a:lnTo>
                  <a:lnTo>
                    <a:pt x="5209" y="4659"/>
                  </a:lnTo>
                  <a:lnTo>
                    <a:pt x="5136" y="4586"/>
                  </a:lnTo>
                  <a:lnTo>
                    <a:pt x="5136" y="4512"/>
                  </a:lnTo>
                  <a:lnTo>
                    <a:pt x="5062" y="4439"/>
                  </a:lnTo>
                  <a:lnTo>
                    <a:pt x="4585" y="4439"/>
                  </a:lnTo>
                  <a:lnTo>
                    <a:pt x="4475" y="4402"/>
                  </a:lnTo>
                  <a:close/>
                  <a:moveTo>
                    <a:pt x="1761" y="7447"/>
                  </a:moveTo>
                  <a:lnTo>
                    <a:pt x="1908" y="7483"/>
                  </a:lnTo>
                  <a:lnTo>
                    <a:pt x="2054" y="7520"/>
                  </a:lnTo>
                  <a:lnTo>
                    <a:pt x="2164" y="7630"/>
                  </a:lnTo>
                  <a:lnTo>
                    <a:pt x="2275" y="7740"/>
                  </a:lnTo>
                  <a:lnTo>
                    <a:pt x="2348" y="7887"/>
                  </a:lnTo>
                  <a:lnTo>
                    <a:pt x="2348" y="8070"/>
                  </a:lnTo>
                  <a:lnTo>
                    <a:pt x="2348" y="8107"/>
                  </a:lnTo>
                  <a:lnTo>
                    <a:pt x="2311" y="8144"/>
                  </a:lnTo>
                  <a:lnTo>
                    <a:pt x="2238" y="8144"/>
                  </a:lnTo>
                  <a:lnTo>
                    <a:pt x="2128" y="8070"/>
                  </a:lnTo>
                  <a:lnTo>
                    <a:pt x="2018" y="7960"/>
                  </a:lnTo>
                  <a:lnTo>
                    <a:pt x="1908" y="7814"/>
                  </a:lnTo>
                  <a:lnTo>
                    <a:pt x="1724" y="7520"/>
                  </a:lnTo>
                  <a:lnTo>
                    <a:pt x="1651" y="7447"/>
                  </a:lnTo>
                  <a:close/>
                  <a:moveTo>
                    <a:pt x="14233" y="7630"/>
                  </a:moveTo>
                  <a:lnTo>
                    <a:pt x="14159" y="7667"/>
                  </a:lnTo>
                  <a:lnTo>
                    <a:pt x="14123" y="7740"/>
                  </a:lnTo>
                  <a:lnTo>
                    <a:pt x="14013" y="7960"/>
                  </a:lnTo>
                  <a:lnTo>
                    <a:pt x="14013" y="8070"/>
                  </a:lnTo>
                  <a:lnTo>
                    <a:pt x="14049" y="8180"/>
                  </a:lnTo>
                  <a:lnTo>
                    <a:pt x="14086" y="8254"/>
                  </a:lnTo>
                  <a:lnTo>
                    <a:pt x="14159" y="8290"/>
                  </a:lnTo>
                  <a:lnTo>
                    <a:pt x="14306" y="8290"/>
                  </a:lnTo>
                  <a:lnTo>
                    <a:pt x="14416" y="8254"/>
                  </a:lnTo>
                  <a:lnTo>
                    <a:pt x="14453" y="8180"/>
                  </a:lnTo>
                  <a:lnTo>
                    <a:pt x="14490" y="8107"/>
                  </a:lnTo>
                  <a:lnTo>
                    <a:pt x="14490" y="7997"/>
                  </a:lnTo>
                  <a:lnTo>
                    <a:pt x="14490" y="7924"/>
                  </a:lnTo>
                  <a:lnTo>
                    <a:pt x="14490" y="7777"/>
                  </a:lnTo>
                  <a:lnTo>
                    <a:pt x="14453" y="7704"/>
                  </a:lnTo>
                  <a:lnTo>
                    <a:pt x="14416" y="7667"/>
                  </a:lnTo>
                  <a:lnTo>
                    <a:pt x="14306" y="7630"/>
                  </a:lnTo>
                  <a:close/>
                  <a:moveTo>
                    <a:pt x="7410" y="6236"/>
                  </a:moveTo>
                  <a:lnTo>
                    <a:pt x="7300" y="6310"/>
                  </a:lnTo>
                  <a:lnTo>
                    <a:pt x="7227" y="6346"/>
                  </a:lnTo>
                  <a:lnTo>
                    <a:pt x="7190" y="6420"/>
                  </a:lnTo>
                  <a:lnTo>
                    <a:pt x="7153" y="6566"/>
                  </a:lnTo>
                  <a:lnTo>
                    <a:pt x="7153" y="6750"/>
                  </a:lnTo>
                  <a:lnTo>
                    <a:pt x="7190" y="6933"/>
                  </a:lnTo>
                  <a:lnTo>
                    <a:pt x="7227" y="7007"/>
                  </a:lnTo>
                  <a:lnTo>
                    <a:pt x="7300" y="7080"/>
                  </a:lnTo>
                  <a:lnTo>
                    <a:pt x="7667" y="7153"/>
                  </a:lnTo>
                  <a:lnTo>
                    <a:pt x="7410" y="7373"/>
                  </a:lnTo>
                  <a:lnTo>
                    <a:pt x="7263" y="7520"/>
                  </a:lnTo>
                  <a:lnTo>
                    <a:pt x="7190" y="7593"/>
                  </a:lnTo>
                  <a:lnTo>
                    <a:pt x="7153" y="7704"/>
                  </a:lnTo>
                  <a:lnTo>
                    <a:pt x="7153" y="7887"/>
                  </a:lnTo>
                  <a:lnTo>
                    <a:pt x="7227" y="8070"/>
                  </a:lnTo>
                  <a:lnTo>
                    <a:pt x="7337" y="8180"/>
                  </a:lnTo>
                  <a:lnTo>
                    <a:pt x="7483" y="8290"/>
                  </a:lnTo>
                  <a:lnTo>
                    <a:pt x="7520" y="8400"/>
                  </a:lnTo>
                  <a:lnTo>
                    <a:pt x="7557" y="8474"/>
                  </a:lnTo>
                  <a:lnTo>
                    <a:pt x="7593" y="8511"/>
                  </a:lnTo>
                  <a:lnTo>
                    <a:pt x="7740" y="8511"/>
                  </a:lnTo>
                  <a:lnTo>
                    <a:pt x="7813" y="8437"/>
                  </a:lnTo>
                  <a:lnTo>
                    <a:pt x="7850" y="8364"/>
                  </a:lnTo>
                  <a:lnTo>
                    <a:pt x="7923" y="8217"/>
                  </a:lnTo>
                  <a:lnTo>
                    <a:pt x="7923" y="8144"/>
                  </a:lnTo>
                  <a:lnTo>
                    <a:pt x="7887" y="8070"/>
                  </a:lnTo>
                  <a:lnTo>
                    <a:pt x="7850" y="7997"/>
                  </a:lnTo>
                  <a:lnTo>
                    <a:pt x="7777" y="7960"/>
                  </a:lnTo>
                  <a:lnTo>
                    <a:pt x="7667" y="7924"/>
                  </a:lnTo>
                  <a:lnTo>
                    <a:pt x="7630" y="7887"/>
                  </a:lnTo>
                  <a:lnTo>
                    <a:pt x="7630" y="7814"/>
                  </a:lnTo>
                  <a:lnTo>
                    <a:pt x="7630" y="7777"/>
                  </a:lnTo>
                  <a:lnTo>
                    <a:pt x="7703" y="7667"/>
                  </a:lnTo>
                  <a:lnTo>
                    <a:pt x="7850" y="7593"/>
                  </a:lnTo>
                  <a:lnTo>
                    <a:pt x="7997" y="7410"/>
                  </a:lnTo>
                  <a:lnTo>
                    <a:pt x="8107" y="7190"/>
                  </a:lnTo>
                  <a:lnTo>
                    <a:pt x="8107" y="7080"/>
                  </a:lnTo>
                  <a:lnTo>
                    <a:pt x="8070" y="6970"/>
                  </a:lnTo>
                  <a:lnTo>
                    <a:pt x="8034" y="6897"/>
                  </a:lnTo>
                  <a:lnTo>
                    <a:pt x="7960" y="6823"/>
                  </a:lnTo>
                  <a:lnTo>
                    <a:pt x="7740" y="6750"/>
                  </a:lnTo>
                  <a:lnTo>
                    <a:pt x="7520" y="6713"/>
                  </a:lnTo>
                  <a:lnTo>
                    <a:pt x="7557" y="6566"/>
                  </a:lnTo>
                  <a:lnTo>
                    <a:pt x="7593" y="6493"/>
                  </a:lnTo>
                  <a:lnTo>
                    <a:pt x="7667" y="6456"/>
                  </a:lnTo>
                  <a:lnTo>
                    <a:pt x="7703" y="6383"/>
                  </a:lnTo>
                  <a:lnTo>
                    <a:pt x="7667" y="6310"/>
                  </a:lnTo>
                  <a:lnTo>
                    <a:pt x="7593" y="6236"/>
                  </a:lnTo>
                  <a:close/>
                  <a:moveTo>
                    <a:pt x="1651" y="6897"/>
                  </a:moveTo>
                  <a:lnTo>
                    <a:pt x="1578" y="6933"/>
                  </a:lnTo>
                  <a:lnTo>
                    <a:pt x="1541" y="7007"/>
                  </a:lnTo>
                  <a:lnTo>
                    <a:pt x="1504" y="7080"/>
                  </a:lnTo>
                  <a:lnTo>
                    <a:pt x="1504" y="7227"/>
                  </a:lnTo>
                  <a:lnTo>
                    <a:pt x="1541" y="7300"/>
                  </a:lnTo>
                  <a:lnTo>
                    <a:pt x="1578" y="7373"/>
                  </a:lnTo>
                  <a:lnTo>
                    <a:pt x="1541" y="7410"/>
                  </a:lnTo>
                  <a:lnTo>
                    <a:pt x="1504" y="7410"/>
                  </a:lnTo>
                  <a:lnTo>
                    <a:pt x="1468" y="7483"/>
                  </a:lnTo>
                  <a:lnTo>
                    <a:pt x="1431" y="7557"/>
                  </a:lnTo>
                  <a:lnTo>
                    <a:pt x="1468" y="7814"/>
                  </a:lnTo>
                  <a:lnTo>
                    <a:pt x="1578" y="8034"/>
                  </a:lnTo>
                  <a:lnTo>
                    <a:pt x="1724" y="8254"/>
                  </a:lnTo>
                  <a:lnTo>
                    <a:pt x="1908" y="8437"/>
                  </a:lnTo>
                  <a:lnTo>
                    <a:pt x="2128" y="8547"/>
                  </a:lnTo>
                  <a:lnTo>
                    <a:pt x="2238" y="8584"/>
                  </a:lnTo>
                  <a:lnTo>
                    <a:pt x="2348" y="8621"/>
                  </a:lnTo>
                  <a:lnTo>
                    <a:pt x="2458" y="8621"/>
                  </a:lnTo>
                  <a:lnTo>
                    <a:pt x="2568" y="8547"/>
                  </a:lnTo>
                  <a:lnTo>
                    <a:pt x="2641" y="8474"/>
                  </a:lnTo>
                  <a:lnTo>
                    <a:pt x="2715" y="8364"/>
                  </a:lnTo>
                  <a:lnTo>
                    <a:pt x="2788" y="8144"/>
                  </a:lnTo>
                  <a:lnTo>
                    <a:pt x="2788" y="7960"/>
                  </a:lnTo>
                  <a:lnTo>
                    <a:pt x="2751" y="7740"/>
                  </a:lnTo>
                  <a:lnTo>
                    <a:pt x="2678" y="7557"/>
                  </a:lnTo>
                  <a:lnTo>
                    <a:pt x="2531" y="7373"/>
                  </a:lnTo>
                  <a:lnTo>
                    <a:pt x="2385" y="7227"/>
                  </a:lnTo>
                  <a:lnTo>
                    <a:pt x="2201" y="7117"/>
                  </a:lnTo>
                  <a:lnTo>
                    <a:pt x="1981" y="7043"/>
                  </a:lnTo>
                  <a:lnTo>
                    <a:pt x="1908" y="6933"/>
                  </a:lnTo>
                  <a:lnTo>
                    <a:pt x="1834" y="6897"/>
                  </a:lnTo>
                  <a:close/>
                  <a:moveTo>
                    <a:pt x="14306" y="7227"/>
                  </a:moveTo>
                  <a:lnTo>
                    <a:pt x="14453" y="7263"/>
                  </a:lnTo>
                  <a:lnTo>
                    <a:pt x="14563" y="7300"/>
                  </a:lnTo>
                  <a:lnTo>
                    <a:pt x="14636" y="7410"/>
                  </a:lnTo>
                  <a:lnTo>
                    <a:pt x="14673" y="7520"/>
                  </a:lnTo>
                  <a:lnTo>
                    <a:pt x="14673" y="7667"/>
                  </a:lnTo>
                  <a:lnTo>
                    <a:pt x="14673" y="7814"/>
                  </a:lnTo>
                  <a:lnTo>
                    <a:pt x="14600" y="8070"/>
                  </a:lnTo>
                  <a:lnTo>
                    <a:pt x="14490" y="8290"/>
                  </a:lnTo>
                  <a:lnTo>
                    <a:pt x="14343" y="8511"/>
                  </a:lnTo>
                  <a:lnTo>
                    <a:pt x="14269" y="8584"/>
                  </a:lnTo>
                  <a:lnTo>
                    <a:pt x="14196" y="8621"/>
                  </a:lnTo>
                  <a:lnTo>
                    <a:pt x="14123" y="8621"/>
                  </a:lnTo>
                  <a:lnTo>
                    <a:pt x="14049" y="8584"/>
                  </a:lnTo>
                  <a:lnTo>
                    <a:pt x="14013" y="8547"/>
                  </a:lnTo>
                  <a:lnTo>
                    <a:pt x="13976" y="8474"/>
                  </a:lnTo>
                  <a:lnTo>
                    <a:pt x="13903" y="8290"/>
                  </a:lnTo>
                  <a:lnTo>
                    <a:pt x="13939" y="8034"/>
                  </a:lnTo>
                  <a:lnTo>
                    <a:pt x="13976" y="7777"/>
                  </a:lnTo>
                  <a:lnTo>
                    <a:pt x="14086" y="7263"/>
                  </a:lnTo>
                  <a:lnTo>
                    <a:pt x="14306" y="7227"/>
                  </a:lnTo>
                  <a:close/>
                  <a:moveTo>
                    <a:pt x="14233" y="6750"/>
                  </a:moveTo>
                  <a:lnTo>
                    <a:pt x="14123" y="6786"/>
                  </a:lnTo>
                  <a:lnTo>
                    <a:pt x="13866" y="6786"/>
                  </a:lnTo>
                  <a:lnTo>
                    <a:pt x="13829" y="6823"/>
                  </a:lnTo>
                  <a:lnTo>
                    <a:pt x="13756" y="6933"/>
                  </a:lnTo>
                  <a:lnTo>
                    <a:pt x="13609" y="7373"/>
                  </a:lnTo>
                  <a:lnTo>
                    <a:pt x="13499" y="7850"/>
                  </a:lnTo>
                  <a:lnTo>
                    <a:pt x="13462" y="8107"/>
                  </a:lnTo>
                  <a:lnTo>
                    <a:pt x="13462" y="8327"/>
                  </a:lnTo>
                  <a:lnTo>
                    <a:pt x="13499" y="8584"/>
                  </a:lnTo>
                  <a:lnTo>
                    <a:pt x="13572" y="8804"/>
                  </a:lnTo>
                  <a:lnTo>
                    <a:pt x="13683" y="8914"/>
                  </a:lnTo>
                  <a:lnTo>
                    <a:pt x="13829" y="9024"/>
                  </a:lnTo>
                  <a:lnTo>
                    <a:pt x="13976" y="9097"/>
                  </a:lnTo>
                  <a:lnTo>
                    <a:pt x="14123" y="9134"/>
                  </a:lnTo>
                  <a:lnTo>
                    <a:pt x="14343" y="9097"/>
                  </a:lnTo>
                  <a:lnTo>
                    <a:pt x="14490" y="9024"/>
                  </a:lnTo>
                  <a:lnTo>
                    <a:pt x="14600" y="8877"/>
                  </a:lnTo>
                  <a:lnTo>
                    <a:pt x="14746" y="8731"/>
                  </a:lnTo>
                  <a:lnTo>
                    <a:pt x="14966" y="8400"/>
                  </a:lnTo>
                  <a:lnTo>
                    <a:pt x="15076" y="8180"/>
                  </a:lnTo>
                  <a:lnTo>
                    <a:pt x="15113" y="7997"/>
                  </a:lnTo>
                  <a:lnTo>
                    <a:pt x="15150" y="7814"/>
                  </a:lnTo>
                  <a:lnTo>
                    <a:pt x="15150" y="7593"/>
                  </a:lnTo>
                  <a:lnTo>
                    <a:pt x="15113" y="7410"/>
                  </a:lnTo>
                  <a:lnTo>
                    <a:pt x="15040" y="7190"/>
                  </a:lnTo>
                  <a:lnTo>
                    <a:pt x="15003" y="7080"/>
                  </a:lnTo>
                  <a:lnTo>
                    <a:pt x="14893" y="7007"/>
                  </a:lnTo>
                  <a:lnTo>
                    <a:pt x="14673" y="6823"/>
                  </a:lnTo>
                  <a:lnTo>
                    <a:pt x="14526" y="6786"/>
                  </a:lnTo>
                  <a:lnTo>
                    <a:pt x="14379" y="6750"/>
                  </a:lnTo>
                  <a:close/>
                  <a:moveTo>
                    <a:pt x="6273" y="7887"/>
                  </a:moveTo>
                  <a:lnTo>
                    <a:pt x="6199" y="7924"/>
                  </a:lnTo>
                  <a:lnTo>
                    <a:pt x="6126" y="7997"/>
                  </a:lnTo>
                  <a:lnTo>
                    <a:pt x="5979" y="8107"/>
                  </a:lnTo>
                  <a:lnTo>
                    <a:pt x="5869" y="8290"/>
                  </a:lnTo>
                  <a:lnTo>
                    <a:pt x="5796" y="8474"/>
                  </a:lnTo>
                  <a:lnTo>
                    <a:pt x="5796" y="8584"/>
                  </a:lnTo>
                  <a:lnTo>
                    <a:pt x="5833" y="8657"/>
                  </a:lnTo>
                  <a:lnTo>
                    <a:pt x="5906" y="8694"/>
                  </a:lnTo>
                  <a:lnTo>
                    <a:pt x="6236" y="8694"/>
                  </a:lnTo>
                  <a:lnTo>
                    <a:pt x="6420" y="8767"/>
                  </a:lnTo>
                  <a:lnTo>
                    <a:pt x="6199" y="9024"/>
                  </a:lnTo>
                  <a:lnTo>
                    <a:pt x="6199" y="9061"/>
                  </a:lnTo>
                  <a:lnTo>
                    <a:pt x="6199" y="9134"/>
                  </a:lnTo>
                  <a:lnTo>
                    <a:pt x="6236" y="9244"/>
                  </a:lnTo>
                  <a:lnTo>
                    <a:pt x="6346" y="9354"/>
                  </a:lnTo>
                  <a:lnTo>
                    <a:pt x="6456" y="9391"/>
                  </a:lnTo>
                  <a:lnTo>
                    <a:pt x="6713" y="9391"/>
                  </a:lnTo>
                  <a:lnTo>
                    <a:pt x="6786" y="9318"/>
                  </a:lnTo>
                  <a:lnTo>
                    <a:pt x="6860" y="9207"/>
                  </a:lnTo>
                  <a:lnTo>
                    <a:pt x="6823" y="9097"/>
                  </a:lnTo>
                  <a:lnTo>
                    <a:pt x="6750" y="9024"/>
                  </a:lnTo>
                  <a:lnTo>
                    <a:pt x="6860" y="8951"/>
                  </a:lnTo>
                  <a:lnTo>
                    <a:pt x="6933" y="8877"/>
                  </a:lnTo>
                  <a:lnTo>
                    <a:pt x="6933" y="8804"/>
                  </a:lnTo>
                  <a:lnTo>
                    <a:pt x="6933" y="8731"/>
                  </a:lnTo>
                  <a:lnTo>
                    <a:pt x="6896" y="8621"/>
                  </a:lnTo>
                  <a:lnTo>
                    <a:pt x="6750" y="8511"/>
                  </a:lnTo>
                  <a:lnTo>
                    <a:pt x="6603" y="8437"/>
                  </a:lnTo>
                  <a:lnTo>
                    <a:pt x="6456" y="8364"/>
                  </a:lnTo>
                  <a:lnTo>
                    <a:pt x="6273" y="8327"/>
                  </a:lnTo>
                  <a:lnTo>
                    <a:pt x="6346" y="8180"/>
                  </a:lnTo>
                  <a:lnTo>
                    <a:pt x="6420" y="8034"/>
                  </a:lnTo>
                  <a:lnTo>
                    <a:pt x="6420" y="7960"/>
                  </a:lnTo>
                  <a:lnTo>
                    <a:pt x="6383" y="7924"/>
                  </a:lnTo>
                  <a:lnTo>
                    <a:pt x="6346" y="7924"/>
                  </a:lnTo>
                  <a:lnTo>
                    <a:pt x="6273" y="7887"/>
                  </a:lnTo>
                  <a:close/>
                  <a:moveTo>
                    <a:pt x="7630" y="551"/>
                  </a:moveTo>
                  <a:lnTo>
                    <a:pt x="7777" y="587"/>
                  </a:lnTo>
                  <a:lnTo>
                    <a:pt x="7923" y="661"/>
                  </a:lnTo>
                  <a:lnTo>
                    <a:pt x="8437" y="1101"/>
                  </a:lnTo>
                  <a:lnTo>
                    <a:pt x="8657" y="1321"/>
                  </a:lnTo>
                  <a:lnTo>
                    <a:pt x="8877" y="1578"/>
                  </a:lnTo>
                  <a:lnTo>
                    <a:pt x="9061" y="1834"/>
                  </a:lnTo>
                  <a:lnTo>
                    <a:pt x="9207" y="2128"/>
                  </a:lnTo>
                  <a:lnTo>
                    <a:pt x="9281" y="2421"/>
                  </a:lnTo>
                  <a:lnTo>
                    <a:pt x="9317" y="2752"/>
                  </a:lnTo>
                  <a:lnTo>
                    <a:pt x="9281" y="3082"/>
                  </a:lnTo>
                  <a:lnTo>
                    <a:pt x="9244" y="3375"/>
                  </a:lnTo>
                  <a:lnTo>
                    <a:pt x="9024" y="3962"/>
                  </a:lnTo>
                  <a:lnTo>
                    <a:pt x="8804" y="4512"/>
                  </a:lnTo>
                  <a:lnTo>
                    <a:pt x="8584" y="5099"/>
                  </a:lnTo>
                  <a:lnTo>
                    <a:pt x="8547" y="5356"/>
                  </a:lnTo>
                  <a:lnTo>
                    <a:pt x="8510" y="5613"/>
                  </a:lnTo>
                  <a:lnTo>
                    <a:pt x="8510" y="5869"/>
                  </a:lnTo>
                  <a:lnTo>
                    <a:pt x="8547" y="6163"/>
                  </a:lnTo>
                  <a:lnTo>
                    <a:pt x="8584" y="6310"/>
                  </a:lnTo>
                  <a:lnTo>
                    <a:pt x="8657" y="6493"/>
                  </a:lnTo>
                  <a:lnTo>
                    <a:pt x="8804" y="6823"/>
                  </a:lnTo>
                  <a:lnTo>
                    <a:pt x="8987" y="7117"/>
                  </a:lnTo>
                  <a:lnTo>
                    <a:pt x="9134" y="7447"/>
                  </a:lnTo>
                  <a:lnTo>
                    <a:pt x="9207" y="7777"/>
                  </a:lnTo>
                  <a:lnTo>
                    <a:pt x="9244" y="8144"/>
                  </a:lnTo>
                  <a:lnTo>
                    <a:pt x="9207" y="8474"/>
                  </a:lnTo>
                  <a:lnTo>
                    <a:pt x="9097" y="8804"/>
                  </a:lnTo>
                  <a:lnTo>
                    <a:pt x="8951" y="9134"/>
                  </a:lnTo>
                  <a:lnTo>
                    <a:pt x="8767" y="9428"/>
                  </a:lnTo>
                  <a:lnTo>
                    <a:pt x="8510" y="9684"/>
                  </a:lnTo>
                  <a:lnTo>
                    <a:pt x="8254" y="9904"/>
                  </a:lnTo>
                  <a:lnTo>
                    <a:pt x="7960" y="10051"/>
                  </a:lnTo>
                  <a:lnTo>
                    <a:pt x="7667" y="10198"/>
                  </a:lnTo>
                  <a:lnTo>
                    <a:pt x="7373" y="10308"/>
                  </a:lnTo>
                  <a:lnTo>
                    <a:pt x="7043" y="10345"/>
                  </a:lnTo>
                  <a:lnTo>
                    <a:pt x="6676" y="10418"/>
                  </a:lnTo>
                  <a:lnTo>
                    <a:pt x="6493" y="10381"/>
                  </a:lnTo>
                  <a:lnTo>
                    <a:pt x="6309" y="10345"/>
                  </a:lnTo>
                  <a:lnTo>
                    <a:pt x="6163" y="10235"/>
                  </a:lnTo>
                  <a:lnTo>
                    <a:pt x="6016" y="10088"/>
                  </a:lnTo>
                  <a:lnTo>
                    <a:pt x="5906" y="9941"/>
                  </a:lnTo>
                  <a:lnTo>
                    <a:pt x="5759" y="9831"/>
                  </a:lnTo>
                  <a:lnTo>
                    <a:pt x="5649" y="9758"/>
                  </a:lnTo>
                  <a:lnTo>
                    <a:pt x="5502" y="9684"/>
                  </a:lnTo>
                  <a:lnTo>
                    <a:pt x="5209" y="9611"/>
                  </a:lnTo>
                  <a:lnTo>
                    <a:pt x="4916" y="9611"/>
                  </a:lnTo>
                  <a:lnTo>
                    <a:pt x="4622" y="9684"/>
                  </a:lnTo>
                  <a:lnTo>
                    <a:pt x="3999" y="9868"/>
                  </a:lnTo>
                  <a:lnTo>
                    <a:pt x="3705" y="9978"/>
                  </a:lnTo>
                  <a:lnTo>
                    <a:pt x="3412" y="10051"/>
                  </a:lnTo>
                  <a:lnTo>
                    <a:pt x="3118" y="10088"/>
                  </a:lnTo>
                  <a:lnTo>
                    <a:pt x="2825" y="10051"/>
                  </a:lnTo>
                  <a:lnTo>
                    <a:pt x="2495" y="10014"/>
                  </a:lnTo>
                  <a:lnTo>
                    <a:pt x="2201" y="9904"/>
                  </a:lnTo>
                  <a:lnTo>
                    <a:pt x="1944" y="9794"/>
                  </a:lnTo>
                  <a:lnTo>
                    <a:pt x="1651" y="9648"/>
                  </a:lnTo>
                  <a:lnTo>
                    <a:pt x="1394" y="9464"/>
                  </a:lnTo>
                  <a:lnTo>
                    <a:pt x="1174" y="9281"/>
                  </a:lnTo>
                  <a:lnTo>
                    <a:pt x="954" y="8987"/>
                  </a:lnTo>
                  <a:lnTo>
                    <a:pt x="771" y="8694"/>
                  </a:lnTo>
                  <a:lnTo>
                    <a:pt x="624" y="8364"/>
                  </a:lnTo>
                  <a:lnTo>
                    <a:pt x="550" y="8034"/>
                  </a:lnTo>
                  <a:lnTo>
                    <a:pt x="514" y="7667"/>
                  </a:lnTo>
                  <a:lnTo>
                    <a:pt x="514" y="7337"/>
                  </a:lnTo>
                  <a:lnTo>
                    <a:pt x="587" y="6970"/>
                  </a:lnTo>
                  <a:lnTo>
                    <a:pt x="661" y="6640"/>
                  </a:lnTo>
                  <a:lnTo>
                    <a:pt x="807" y="6310"/>
                  </a:lnTo>
                  <a:lnTo>
                    <a:pt x="991" y="6016"/>
                  </a:lnTo>
                  <a:lnTo>
                    <a:pt x="1211" y="5759"/>
                  </a:lnTo>
                  <a:lnTo>
                    <a:pt x="1468" y="5539"/>
                  </a:lnTo>
                  <a:lnTo>
                    <a:pt x="2018" y="5099"/>
                  </a:lnTo>
                  <a:lnTo>
                    <a:pt x="2568" y="4622"/>
                  </a:lnTo>
                  <a:lnTo>
                    <a:pt x="2788" y="4366"/>
                  </a:lnTo>
                  <a:lnTo>
                    <a:pt x="2971" y="4109"/>
                  </a:lnTo>
                  <a:lnTo>
                    <a:pt x="3082" y="3815"/>
                  </a:lnTo>
                  <a:lnTo>
                    <a:pt x="3192" y="3485"/>
                  </a:lnTo>
                  <a:lnTo>
                    <a:pt x="3265" y="3118"/>
                  </a:lnTo>
                  <a:lnTo>
                    <a:pt x="3302" y="2715"/>
                  </a:lnTo>
                  <a:lnTo>
                    <a:pt x="3375" y="2348"/>
                  </a:lnTo>
                  <a:lnTo>
                    <a:pt x="3448" y="2165"/>
                  </a:lnTo>
                  <a:lnTo>
                    <a:pt x="3558" y="1981"/>
                  </a:lnTo>
                  <a:lnTo>
                    <a:pt x="3705" y="1798"/>
                  </a:lnTo>
                  <a:lnTo>
                    <a:pt x="3852" y="1651"/>
                  </a:lnTo>
                  <a:lnTo>
                    <a:pt x="4072" y="1541"/>
                  </a:lnTo>
                  <a:lnTo>
                    <a:pt x="4292" y="1468"/>
                  </a:lnTo>
                  <a:lnTo>
                    <a:pt x="4512" y="1431"/>
                  </a:lnTo>
                  <a:lnTo>
                    <a:pt x="4769" y="1394"/>
                  </a:lnTo>
                  <a:lnTo>
                    <a:pt x="4989" y="1394"/>
                  </a:lnTo>
                  <a:lnTo>
                    <a:pt x="5209" y="1468"/>
                  </a:lnTo>
                  <a:lnTo>
                    <a:pt x="4952" y="1688"/>
                  </a:lnTo>
                  <a:lnTo>
                    <a:pt x="4916" y="1761"/>
                  </a:lnTo>
                  <a:lnTo>
                    <a:pt x="4879" y="1834"/>
                  </a:lnTo>
                  <a:lnTo>
                    <a:pt x="4916" y="1981"/>
                  </a:lnTo>
                  <a:lnTo>
                    <a:pt x="4989" y="2091"/>
                  </a:lnTo>
                  <a:lnTo>
                    <a:pt x="5062" y="2128"/>
                  </a:lnTo>
                  <a:lnTo>
                    <a:pt x="5136" y="2128"/>
                  </a:lnTo>
                  <a:lnTo>
                    <a:pt x="5319" y="2091"/>
                  </a:lnTo>
                  <a:lnTo>
                    <a:pt x="5429" y="2018"/>
                  </a:lnTo>
                  <a:lnTo>
                    <a:pt x="5539" y="1945"/>
                  </a:lnTo>
                  <a:lnTo>
                    <a:pt x="5613" y="1798"/>
                  </a:lnTo>
                  <a:lnTo>
                    <a:pt x="5759" y="1651"/>
                  </a:lnTo>
                  <a:lnTo>
                    <a:pt x="5833" y="1614"/>
                  </a:lnTo>
                  <a:lnTo>
                    <a:pt x="5869" y="1578"/>
                  </a:lnTo>
                  <a:lnTo>
                    <a:pt x="6420" y="1138"/>
                  </a:lnTo>
                  <a:lnTo>
                    <a:pt x="7006" y="771"/>
                  </a:lnTo>
                  <a:lnTo>
                    <a:pt x="7337" y="624"/>
                  </a:lnTo>
                  <a:lnTo>
                    <a:pt x="7483" y="551"/>
                  </a:lnTo>
                  <a:close/>
                  <a:moveTo>
                    <a:pt x="10821" y="9281"/>
                  </a:moveTo>
                  <a:lnTo>
                    <a:pt x="10968" y="9538"/>
                  </a:lnTo>
                  <a:lnTo>
                    <a:pt x="11115" y="9758"/>
                  </a:lnTo>
                  <a:lnTo>
                    <a:pt x="11335" y="9978"/>
                  </a:lnTo>
                  <a:lnTo>
                    <a:pt x="11592" y="10161"/>
                  </a:lnTo>
                  <a:lnTo>
                    <a:pt x="11408" y="10418"/>
                  </a:lnTo>
                  <a:lnTo>
                    <a:pt x="11188" y="10198"/>
                  </a:lnTo>
                  <a:lnTo>
                    <a:pt x="10968" y="9978"/>
                  </a:lnTo>
                  <a:lnTo>
                    <a:pt x="10711" y="9831"/>
                  </a:lnTo>
                  <a:lnTo>
                    <a:pt x="10455" y="9648"/>
                  </a:lnTo>
                  <a:lnTo>
                    <a:pt x="10601" y="9464"/>
                  </a:lnTo>
                  <a:lnTo>
                    <a:pt x="10821" y="9281"/>
                  </a:lnTo>
                  <a:close/>
                  <a:moveTo>
                    <a:pt x="13903" y="9941"/>
                  </a:moveTo>
                  <a:lnTo>
                    <a:pt x="13829" y="9978"/>
                  </a:lnTo>
                  <a:lnTo>
                    <a:pt x="13756" y="10014"/>
                  </a:lnTo>
                  <a:lnTo>
                    <a:pt x="13719" y="10014"/>
                  </a:lnTo>
                  <a:lnTo>
                    <a:pt x="13719" y="10051"/>
                  </a:lnTo>
                  <a:lnTo>
                    <a:pt x="13646" y="10161"/>
                  </a:lnTo>
                  <a:lnTo>
                    <a:pt x="13609" y="10271"/>
                  </a:lnTo>
                  <a:lnTo>
                    <a:pt x="13646" y="10418"/>
                  </a:lnTo>
                  <a:lnTo>
                    <a:pt x="13719" y="10565"/>
                  </a:lnTo>
                  <a:lnTo>
                    <a:pt x="13829" y="10638"/>
                  </a:lnTo>
                  <a:lnTo>
                    <a:pt x="13939" y="10675"/>
                  </a:lnTo>
                  <a:lnTo>
                    <a:pt x="14049" y="10638"/>
                  </a:lnTo>
                  <a:lnTo>
                    <a:pt x="14159" y="10601"/>
                  </a:lnTo>
                  <a:lnTo>
                    <a:pt x="14269" y="10491"/>
                  </a:lnTo>
                  <a:lnTo>
                    <a:pt x="14343" y="10418"/>
                  </a:lnTo>
                  <a:lnTo>
                    <a:pt x="14379" y="10308"/>
                  </a:lnTo>
                  <a:lnTo>
                    <a:pt x="14379" y="10271"/>
                  </a:lnTo>
                  <a:lnTo>
                    <a:pt x="14379" y="10198"/>
                  </a:lnTo>
                  <a:lnTo>
                    <a:pt x="14306" y="10124"/>
                  </a:lnTo>
                  <a:lnTo>
                    <a:pt x="14233" y="10051"/>
                  </a:lnTo>
                  <a:lnTo>
                    <a:pt x="14159" y="10014"/>
                  </a:lnTo>
                  <a:lnTo>
                    <a:pt x="14086" y="9978"/>
                  </a:lnTo>
                  <a:lnTo>
                    <a:pt x="13939" y="9941"/>
                  </a:lnTo>
                  <a:close/>
                  <a:moveTo>
                    <a:pt x="7593" y="0"/>
                  </a:moveTo>
                  <a:lnTo>
                    <a:pt x="7447" y="37"/>
                  </a:lnTo>
                  <a:lnTo>
                    <a:pt x="7190" y="110"/>
                  </a:lnTo>
                  <a:lnTo>
                    <a:pt x="6970" y="221"/>
                  </a:lnTo>
                  <a:lnTo>
                    <a:pt x="6566" y="441"/>
                  </a:lnTo>
                  <a:lnTo>
                    <a:pt x="6199" y="697"/>
                  </a:lnTo>
                  <a:lnTo>
                    <a:pt x="5502" y="1211"/>
                  </a:lnTo>
                  <a:lnTo>
                    <a:pt x="5209" y="1064"/>
                  </a:lnTo>
                  <a:lnTo>
                    <a:pt x="4916" y="991"/>
                  </a:lnTo>
                  <a:lnTo>
                    <a:pt x="4585" y="991"/>
                  </a:lnTo>
                  <a:lnTo>
                    <a:pt x="4255" y="1027"/>
                  </a:lnTo>
                  <a:lnTo>
                    <a:pt x="3999" y="1101"/>
                  </a:lnTo>
                  <a:lnTo>
                    <a:pt x="3778" y="1211"/>
                  </a:lnTo>
                  <a:lnTo>
                    <a:pt x="3595" y="1358"/>
                  </a:lnTo>
                  <a:lnTo>
                    <a:pt x="3412" y="1504"/>
                  </a:lnTo>
                  <a:lnTo>
                    <a:pt x="3228" y="1688"/>
                  </a:lnTo>
                  <a:lnTo>
                    <a:pt x="3118" y="1908"/>
                  </a:lnTo>
                  <a:lnTo>
                    <a:pt x="3008" y="2128"/>
                  </a:lnTo>
                  <a:lnTo>
                    <a:pt x="2935" y="2348"/>
                  </a:lnTo>
                  <a:lnTo>
                    <a:pt x="2861" y="2678"/>
                  </a:lnTo>
                  <a:lnTo>
                    <a:pt x="2788" y="3008"/>
                  </a:lnTo>
                  <a:lnTo>
                    <a:pt x="2751" y="3338"/>
                  </a:lnTo>
                  <a:lnTo>
                    <a:pt x="2641" y="3669"/>
                  </a:lnTo>
                  <a:lnTo>
                    <a:pt x="2605" y="3852"/>
                  </a:lnTo>
                  <a:lnTo>
                    <a:pt x="2495" y="3999"/>
                  </a:lnTo>
                  <a:lnTo>
                    <a:pt x="2275" y="4255"/>
                  </a:lnTo>
                  <a:lnTo>
                    <a:pt x="2018" y="4476"/>
                  </a:lnTo>
                  <a:lnTo>
                    <a:pt x="1761" y="4696"/>
                  </a:lnTo>
                  <a:lnTo>
                    <a:pt x="1284" y="5062"/>
                  </a:lnTo>
                  <a:lnTo>
                    <a:pt x="844" y="5466"/>
                  </a:lnTo>
                  <a:lnTo>
                    <a:pt x="661" y="5649"/>
                  </a:lnTo>
                  <a:lnTo>
                    <a:pt x="514" y="5906"/>
                  </a:lnTo>
                  <a:lnTo>
                    <a:pt x="367" y="6126"/>
                  </a:lnTo>
                  <a:lnTo>
                    <a:pt x="220" y="6420"/>
                  </a:lnTo>
                  <a:lnTo>
                    <a:pt x="110" y="6713"/>
                  </a:lnTo>
                  <a:lnTo>
                    <a:pt x="37" y="7007"/>
                  </a:lnTo>
                  <a:lnTo>
                    <a:pt x="0" y="7263"/>
                  </a:lnTo>
                  <a:lnTo>
                    <a:pt x="0" y="7557"/>
                  </a:lnTo>
                  <a:lnTo>
                    <a:pt x="37" y="7850"/>
                  </a:lnTo>
                  <a:lnTo>
                    <a:pt x="74" y="8144"/>
                  </a:lnTo>
                  <a:lnTo>
                    <a:pt x="147" y="8400"/>
                  </a:lnTo>
                  <a:lnTo>
                    <a:pt x="220" y="8657"/>
                  </a:lnTo>
                  <a:lnTo>
                    <a:pt x="367" y="8914"/>
                  </a:lnTo>
                  <a:lnTo>
                    <a:pt x="514" y="9171"/>
                  </a:lnTo>
                  <a:lnTo>
                    <a:pt x="661" y="9391"/>
                  </a:lnTo>
                  <a:lnTo>
                    <a:pt x="844" y="9611"/>
                  </a:lnTo>
                  <a:lnTo>
                    <a:pt x="1064" y="9831"/>
                  </a:lnTo>
                  <a:lnTo>
                    <a:pt x="1284" y="10014"/>
                  </a:lnTo>
                  <a:lnTo>
                    <a:pt x="1541" y="10161"/>
                  </a:lnTo>
                  <a:lnTo>
                    <a:pt x="1798" y="10308"/>
                  </a:lnTo>
                  <a:lnTo>
                    <a:pt x="2054" y="10381"/>
                  </a:lnTo>
                  <a:lnTo>
                    <a:pt x="2348" y="10491"/>
                  </a:lnTo>
                  <a:lnTo>
                    <a:pt x="2641" y="10528"/>
                  </a:lnTo>
                  <a:lnTo>
                    <a:pt x="2898" y="10565"/>
                  </a:lnTo>
                  <a:lnTo>
                    <a:pt x="3192" y="10565"/>
                  </a:lnTo>
                  <a:lnTo>
                    <a:pt x="3485" y="10528"/>
                  </a:lnTo>
                  <a:lnTo>
                    <a:pt x="3742" y="10491"/>
                  </a:lnTo>
                  <a:lnTo>
                    <a:pt x="4035" y="10418"/>
                  </a:lnTo>
                  <a:lnTo>
                    <a:pt x="4365" y="10271"/>
                  </a:lnTo>
                  <a:lnTo>
                    <a:pt x="4696" y="10161"/>
                  </a:lnTo>
                  <a:lnTo>
                    <a:pt x="4879" y="10124"/>
                  </a:lnTo>
                  <a:lnTo>
                    <a:pt x="5209" y="10124"/>
                  </a:lnTo>
                  <a:lnTo>
                    <a:pt x="5392" y="10161"/>
                  </a:lnTo>
                  <a:lnTo>
                    <a:pt x="5502" y="10271"/>
                  </a:lnTo>
                  <a:lnTo>
                    <a:pt x="5613" y="10381"/>
                  </a:lnTo>
                  <a:lnTo>
                    <a:pt x="5833" y="10601"/>
                  </a:lnTo>
                  <a:lnTo>
                    <a:pt x="5979" y="10711"/>
                  </a:lnTo>
                  <a:lnTo>
                    <a:pt x="6089" y="10785"/>
                  </a:lnTo>
                  <a:lnTo>
                    <a:pt x="6273" y="10858"/>
                  </a:lnTo>
                  <a:lnTo>
                    <a:pt x="6420" y="10895"/>
                  </a:lnTo>
                  <a:lnTo>
                    <a:pt x="6933" y="10895"/>
                  </a:lnTo>
                  <a:lnTo>
                    <a:pt x="7227" y="10858"/>
                  </a:lnTo>
                  <a:lnTo>
                    <a:pt x="7483" y="10821"/>
                  </a:lnTo>
                  <a:lnTo>
                    <a:pt x="7740" y="10748"/>
                  </a:lnTo>
                  <a:lnTo>
                    <a:pt x="7997" y="10638"/>
                  </a:lnTo>
                  <a:lnTo>
                    <a:pt x="8217" y="10528"/>
                  </a:lnTo>
                  <a:lnTo>
                    <a:pt x="8437" y="10381"/>
                  </a:lnTo>
                  <a:lnTo>
                    <a:pt x="8657" y="10198"/>
                  </a:lnTo>
                  <a:lnTo>
                    <a:pt x="8877" y="10014"/>
                  </a:lnTo>
                  <a:lnTo>
                    <a:pt x="9061" y="9831"/>
                  </a:lnTo>
                  <a:lnTo>
                    <a:pt x="9207" y="9611"/>
                  </a:lnTo>
                  <a:lnTo>
                    <a:pt x="9354" y="9391"/>
                  </a:lnTo>
                  <a:lnTo>
                    <a:pt x="9501" y="9171"/>
                  </a:lnTo>
                  <a:lnTo>
                    <a:pt x="9574" y="8914"/>
                  </a:lnTo>
                  <a:lnTo>
                    <a:pt x="9684" y="8694"/>
                  </a:lnTo>
                  <a:lnTo>
                    <a:pt x="9721" y="8400"/>
                  </a:lnTo>
                  <a:lnTo>
                    <a:pt x="9721" y="8144"/>
                  </a:lnTo>
                  <a:lnTo>
                    <a:pt x="9721" y="7887"/>
                  </a:lnTo>
                  <a:lnTo>
                    <a:pt x="9684" y="7630"/>
                  </a:lnTo>
                  <a:lnTo>
                    <a:pt x="9611" y="7373"/>
                  </a:lnTo>
                  <a:lnTo>
                    <a:pt x="9537" y="7117"/>
                  </a:lnTo>
                  <a:lnTo>
                    <a:pt x="9281" y="6640"/>
                  </a:lnTo>
                  <a:lnTo>
                    <a:pt x="9171" y="6383"/>
                  </a:lnTo>
                  <a:lnTo>
                    <a:pt x="9061" y="6090"/>
                  </a:lnTo>
                  <a:lnTo>
                    <a:pt x="9061" y="5833"/>
                  </a:lnTo>
                  <a:lnTo>
                    <a:pt x="9061" y="5576"/>
                  </a:lnTo>
                  <a:lnTo>
                    <a:pt x="9097" y="5319"/>
                  </a:lnTo>
                  <a:lnTo>
                    <a:pt x="9134" y="5062"/>
                  </a:lnTo>
                  <a:lnTo>
                    <a:pt x="9317" y="4512"/>
                  </a:lnTo>
                  <a:lnTo>
                    <a:pt x="9501" y="4035"/>
                  </a:lnTo>
                  <a:lnTo>
                    <a:pt x="9684" y="3559"/>
                  </a:lnTo>
                  <a:lnTo>
                    <a:pt x="9794" y="3082"/>
                  </a:lnTo>
                  <a:lnTo>
                    <a:pt x="9831" y="2825"/>
                  </a:lnTo>
                  <a:lnTo>
                    <a:pt x="9831" y="2568"/>
                  </a:lnTo>
                  <a:lnTo>
                    <a:pt x="9794" y="2311"/>
                  </a:lnTo>
                  <a:lnTo>
                    <a:pt x="9721" y="2055"/>
                  </a:lnTo>
                  <a:lnTo>
                    <a:pt x="9611" y="1834"/>
                  </a:lnTo>
                  <a:lnTo>
                    <a:pt x="9501" y="1578"/>
                  </a:lnTo>
                  <a:lnTo>
                    <a:pt x="9354" y="1358"/>
                  </a:lnTo>
                  <a:lnTo>
                    <a:pt x="9207" y="1174"/>
                  </a:lnTo>
                  <a:lnTo>
                    <a:pt x="8841" y="771"/>
                  </a:lnTo>
                  <a:lnTo>
                    <a:pt x="8400" y="404"/>
                  </a:lnTo>
                  <a:lnTo>
                    <a:pt x="7960" y="110"/>
                  </a:lnTo>
                  <a:lnTo>
                    <a:pt x="7850" y="37"/>
                  </a:lnTo>
                  <a:lnTo>
                    <a:pt x="7703" y="0"/>
                  </a:lnTo>
                  <a:close/>
                  <a:moveTo>
                    <a:pt x="12912" y="10675"/>
                  </a:moveTo>
                  <a:lnTo>
                    <a:pt x="12839" y="10711"/>
                  </a:lnTo>
                  <a:lnTo>
                    <a:pt x="12765" y="10785"/>
                  </a:lnTo>
                  <a:lnTo>
                    <a:pt x="12729" y="10858"/>
                  </a:lnTo>
                  <a:lnTo>
                    <a:pt x="12729" y="11005"/>
                  </a:lnTo>
                  <a:lnTo>
                    <a:pt x="12765" y="11115"/>
                  </a:lnTo>
                  <a:lnTo>
                    <a:pt x="12876" y="11225"/>
                  </a:lnTo>
                  <a:lnTo>
                    <a:pt x="13022" y="11262"/>
                  </a:lnTo>
                  <a:lnTo>
                    <a:pt x="13132" y="11225"/>
                  </a:lnTo>
                  <a:lnTo>
                    <a:pt x="13242" y="11115"/>
                  </a:lnTo>
                  <a:lnTo>
                    <a:pt x="13279" y="11005"/>
                  </a:lnTo>
                  <a:lnTo>
                    <a:pt x="13279" y="10858"/>
                  </a:lnTo>
                  <a:lnTo>
                    <a:pt x="13242" y="10785"/>
                  </a:lnTo>
                  <a:lnTo>
                    <a:pt x="13169" y="10711"/>
                  </a:lnTo>
                  <a:lnTo>
                    <a:pt x="13096" y="10675"/>
                  </a:lnTo>
                  <a:close/>
                  <a:moveTo>
                    <a:pt x="13572" y="11262"/>
                  </a:moveTo>
                  <a:lnTo>
                    <a:pt x="13499" y="11298"/>
                  </a:lnTo>
                  <a:lnTo>
                    <a:pt x="13462" y="11372"/>
                  </a:lnTo>
                  <a:lnTo>
                    <a:pt x="13389" y="11408"/>
                  </a:lnTo>
                  <a:lnTo>
                    <a:pt x="13316" y="11445"/>
                  </a:lnTo>
                  <a:lnTo>
                    <a:pt x="13242" y="11555"/>
                  </a:lnTo>
                  <a:lnTo>
                    <a:pt x="13242" y="11702"/>
                  </a:lnTo>
                  <a:lnTo>
                    <a:pt x="13242" y="11775"/>
                  </a:lnTo>
                  <a:lnTo>
                    <a:pt x="13279" y="11849"/>
                  </a:lnTo>
                  <a:lnTo>
                    <a:pt x="13352" y="11959"/>
                  </a:lnTo>
                  <a:lnTo>
                    <a:pt x="13609" y="11959"/>
                  </a:lnTo>
                  <a:lnTo>
                    <a:pt x="13719" y="11922"/>
                  </a:lnTo>
                  <a:lnTo>
                    <a:pt x="13829" y="11849"/>
                  </a:lnTo>
                  <a:lnTo>
                    <a:pt x="13866" y="11738"/>
                  </a:lnTo>
                  <a:lnTo>
                    <a:pt x="13939" y="11628"/>
                  </a:lnTo>
                  <a:lnTo>
                    <a:pt x="13939" y="11555"/>
                  </a:lnTo>
                  <a:lnTo>
                    <a:pt x="13939" y="11518"/>
                  </a:lnTo>
                  <a:lnTo>
                    <a:pt x="13903" y="11445"/>
                  </a:lnTo>
                  <a:lnTo>
                    <a:pt x="13866" y="11372"/>
                  </a:lnTo>
                  <a:lnTo>
                    <a:pt x="13829" y="11298"/>
                  </a:lnTo>
                  <a:lnTo>
                    <a:pt x="13719" y="11262"/>
                  </a:lnTo>
                  <a:close/>
                  <a:moveTo>
                    <a:pt x="12215" y="11555"/>
                  </a:moveTo>
                  <a:lnTo>
                    <a:pt x="12142" y="11592"/>
                  </a:lnTo>
                  <a:lnTo>
                    <a:pt x="12069" y="11702"/>
                  </a:lnTo>
                  <a:lnTo>
                    <a:pt x="12032" y="11812"/>
                  </a:lnTo>
                  <a:lnTo>
                    <a:pt x="12032" y="11959"/>
                  </a:lnTo>
                  <a:lnTo>
                    <a:pt x="12032" y="12069"/>
                  </a:lnTo>
                  <a:lnTo>
                    <a:pt x="12105" y="12362"/>
                  </a:lnTo>
                  <a:lnTo>
                    <a:pt x="12252" y="12582"/>
                  </a:lnTo>
                  <a:lnTo>
                    <a:pt x="12325" y="12619"/>
                  </a:lnTo>
                  <a:lnTo>
                    <a:pt x="12399" y="12656"/>
                  </a:lnTo>
                  <a:lnTo>
                    <a:pt x="12509" y="12656"/>
                  </a:lnTo>
                  <a:lnTo>
                    <a:pt x="12582" y="12582"/>
                  </a:lnTo>
                  <a:lnTo>
                    <a:pt x="12619" y="12545"/>
                  </a:lnTo>
                  <a:lnTo>
                    <a:pt x="12692" y="12545"/>
                  </a:lnTo>
                  <a:lnTo>
                    <a:pt x="12802" y="12619"/>
                  </a:lnTo>
                  <a:lnTo>
                    <a:pt x="12876" y="12619"/>
                  </a:lnTo>
                  <a:lnTo>
                    <a:pt x="12949" y="12582"/>
                  </a:lnTo>
                  <a:lnTo>
                    <a:pt x="12986" y="12545"/>
                  </a:lnTo>
                  <a:lnTo>
                    <a:pt x="13022" y="12435"/>
                  </a:lnTo>
                  <a:lnTo>
                    <a:pt x="12986" y="12325"/>
                  </a:lnTo>
                  <a:lnTo>
                    <a:pt x="12912" y="12215"/>
                  </a:lnTo>
                  <a:lnTo>
                    <a:pt x="12802" y="12179"/>
                  </a:lnTo>
                  <a:lnTo>
                    <a:pt x="12655" y="12142"/>
                  </a:lnTo>
                  <a:lnTo>
                    <a:pt x="12545" y="12142"/>
                  </a:lnTo>
                  <a:lnTo>
                    <a:pt x="12472" y="12179"/>
                  </a:lnTo>
                  <a:lnTo>
                    <a:pt x="12399" y="12032"/>
                  </a:lnTo>
                  <a:lnTo>
                    <a:pt x="12399" y="11849"/>
                  </a:lnTo>
                  <a:lnTo>
                    <a:pt x="12399" y="11665"/>
                  </a:lnTo>
                  <a:lnTo>
                    <a:pt x="12362" y="11592"/>
                  </a:lnTo>
                  <a:lnTo>
                    <a:pt x="12289" y="11555"/>
                  </a:lnTo>
                  <a:close/>
                  <a:moveTo>
                    <a:pt x="14049" y="5466"/>
                  </a:moveTo>
                  <a:lnTo>
                    <a:pt x="14196" y="5503"/>
                  </a:lnTo>
                  <a:lnTo>
                    <a:pt x="14490" y="5649"/>
                  </a:lnTo>
                  <a:lnTo>
                    <a:pt x="14673" y="5723"/>
                  </a:lnTo>
                  <a:lnTo>
                    <a:pt x="14930" y="5906"/>
                  </a:lnTo>
                  <a:lnTo>
                    <a:pt x="15150" y="6090"/>
                  </a:lnTo>
                  <a:lnTo>
                    <a:pt x="15370" y="6310"/>
                  </a:lnTo>
                  <a:lnTo>
                    <a:pt x="15590" y="6566"/>
                  </a:lnTo>
                  <a:lnTo>
                    <a:pt x="15773" y="6860"/>
                  </a:lnTo>
                  <a:lnTo>
                    <a:pt x="15883" y="7190"/>
                  </a:lnTo>
                  <a:lnTo>
                    <a:pt x="15993" y="7520"/>
                  </a:lnTo>
                  <a:lnTo>
                    <a:pt x="16067" y="7850"/>
                  </a:lnTo>
                  <a:lnTo>
                    <a:pt x="16104" y="8217"/>
                  </a:lnTo>
                  <a:lnTo>
                    <a:pt x="16104" y="8547"/>
                  </a:lnTo>
                  <a:lnTo>
                    <a:pt x="16067" y="9244"/>
                  </a:lnTo>
                  <a:lnTo>
                    <a:pt x="15957" y="9941"/>
                  </a:lnTo>
                  <a:lnTo>
                    <a:pt x="15773" y="10601"/>
                  </a:lnTo>
                  <a:lnTo>
                    <a:pt x="15517" y="11225"/>
                  </a:lnTo>
                  <a:lnTo>
                    <a:pt x="15370" y="11555"/>
                  </a:lnTo>
                  <a:lnTo>
                    <a:pt x="15186" y="11849"/>
                  </a:lnTo>
                  <a:lnTo>
                    <a:pt x="15003" y="12105"/>
                  </a:lnTo>
                  <a:lnTo>
                    <a:pt x="14783" y="12362"/>
                  </a:lnTo>
                  <a:lnTo>
                    <a:pt x="14526" y="12619"/>
                  </a:lnTo>
                  <a:lnTo>
                    <a:pt x="14269" y="12839"/>
                  </a:lnTo>
                  <a:lnTo>
                    <a:pt x="14013" y="13022"/>
                  </a:lnTo>
                  <a:lnTo>
                    <a:pt x="13719" y="13169"/>
                  </a:lnTo>
                  <a:lnTo>
                    <a:pt x="13389" y="13316"/>
                  </a:lnTo>
                  <a:lnTo>
                    <a:pt x="13059" y="13463"/>
                  </a:lnTo>
                  <a:lnTo>
                    <a:pt x="12802" y="13499"/>
                  </a:lnTo>
                  <a:lnTo>
                    <a:pt x="12509" y="13536"/>
                  </a:lnTo>
                  <a:lnTo>
                    <a:pt x="12325" y="13499"/>
                  </a:lnTo>
                  <a:lnTo>
                    <a:pt x="12179" y="13426"/>
                  </a:lnTo>
                  <a:lnTo>
                    <a:pt x="12032" y="13279"/>
                  </a:lnTo>
                  <a:lnTo>
                    <a:pt x="11922" y="13169"/>
                  </a:lnTo>
                  <a:lnTo>
                    <a:pt x="11482" y="12692"/>
                  </a:lnTo>
                  <a:lnTo>
                    <a:pt x="11298" y="12435"/>
                  </a:lnTo>
                  <a:lnTo>
                    <a:pt x="11225" y="12289"/>
                  </a:lnTo>
                  <a:lnTo>
                    <a:pt x="11188" y="12105"/>
                  </a:lnTo>
                  <a:lnTo>
                    <a:pt x="11188" y="11922"/>
                  </a:lnTo>
                  <a:lnTo>
                    <a:pt x="11262" y="11738"/>
                  </a:lnTo>
                  <a:lnTo>
                    <a:pt x="11445" y="11408"/>
                  </a:lnTo>
                  <a:lnTo>
                    <a:pt x="11812" y="10785"/>
                  </a:lnTo>
                  <a:lnTo>
                    <a:pt x="12142" y="10161"/>
                  </a:lnTo>
                  <a:lnTo>
                    <a:pt x="12472" y="9501"/>
                  </a:lnTo>
                  <a:lnTo>
                    <a:pt x="12765" y="8877"/>
                  </a:lnTo>
                  <a:lnTo>
                    <a:pt x="12876" y="8547"/>
                  </a:lnTo>
                  <a:lnTo>
                    <a:pt x="12949" y="8217"/>
                  </a:lnTo>
                  <a:lnTo>
                    <a:pt x="12986" y="7887"/>
                  </a:lnTo>
                  <a:lnTo>
                    <a:pt x="12949" y="7593"/>
                  </a:lnTo>
                  <a:lnTo>
                    <a:pt x="12876" y="7263"/>
                  </a:lnTo>
                  <a:lnTo>
                    <a:pt x="12765" y="6970"/>
                  </a:lnTo>
                  <a:lnTo>
                    <a:pt x="12729" y="6750"/>
                  </a:lnTo>
                  <a:lnTo>
                    <a:pt x="12692" y="6566"/>
                  </a:lnTo>
                  <a:lnTo>
                    <a:pt x="12729" y="6346"/>
                  </a:lnTo>
                  <a:lnTo>
                    <a:pt x="12802" y="6200"/>
                  </a:lnTo>
                  <a:lnTo>
                    <a:pt x="12876" y="6016"/>
                  </a:lnTo>
                  <a:lnTo>
                    <a:pt x="12986" y="5869"/>
                  </a:lnTo>
                  <a:lnTo>
                    <a:pt x="13132" y="5723"/>
                  </a:lnTo>
                  <a:lnTo>
                    <a:pt x="13279" y="5613"/>
                  </a:lnTo>
                  <a:lnTo>
                    <a:pt x="13316" y="5686"/>
                  </a:lnTo>
                  <a:lnTo>
                    <a:pt x="13389" y="5723"/>
                  </a:lnTo>
                  <a:lnTo>
                    <a:pt x="13536" y="5759"/>
                  </a:lnTo>
                  <a:lnTo>
                    <a:pt x="13646" y="5686"/>
                  </a:lnTo>
                  <a:lnTo>
                    <a:pt x="13719" y="5649"/>
                  </a:lnTo>
                  <a:lnTo>
                    <a:pt x="13756" y="5576"/>
                  </a:lnTo>
                  <a:lnTo>
                    <a:pt x="13829" y="5503"/>
                  </a:lnTo>
                  <a:lnTo>
                    <a:pt x="13939" y="5466"/>
                  </a:lnTo>
                  <a:close/>
                  <a:moveTo>
                    <a:pt x="13646" y="3852"/>
                  </a:moveTo>
                  <a:lnTo>
                    <a:pt x="13609" y="3925"/>
                  </a:lnTo>
                  <a:lnTo>
                    <a:pt x="13499" y="4182"/>
                  </a:lnTo>
                  <a:lnTo>
                    <a:pt x="13462" y="4476"/>
                  </a:lnTo>
                  <a:lnTo>
                    <a:pt x="13462" y="4732"/>
                  </a:lnTo>
                  <a:lnTo>
                    <a:pt x="13499" y="5026"/>
                  </a:lnTo>
                  <a:lnTo>
                    <a:pt x="13316" y="5099"/>
                  </a:lnTo>
                  <a:lnTo>
                    <a:pt x="13132" y="5173"/>
                  </a:lnTo>
                  <a:lnTo>
                    <a:pt x="13022" y="4769"/>
                  </a:lnTo>
                  <a:lnTo>
                    <a:pt x="12839" y="4439"/>
                  </a:lnTo>
                  <a:lnTo>
                    <a:pt x="12802" y="4402"/>
                  </a:lnTo>
                  <a:lnTo>
                    <a:pt x="12729" y="4402"/>
                  </a:lnTo>
                  <a:lnTo>
                    <a:pt x="12692" y="4439"/>
                  </a:lnTo>
                  <a:lnTo>
                    <a:pt x="12692" y="4476"/>
                  </a:lnTo>
                  <a:lnTo>
                    <a:pt x="12655" y="4732"/>
                  </a:lnTo>
                  <a:lnTo>
                    <a:pt x="12692" y="4952"/>
                  </a:lnTo>
                  <a:lnTo>
                    <a:pt x="12802" y="5429"/>
                  </a:lnTo>
                  <a:lnTo>
                    <a:pt x="12582" y="5649"/>
                  </a:lnTo>
                  <a:lnTo>
                    <a:pt x="12399" y="5466"/>
                  </a:lnTo>
                  <a:lnTo>
                    <a:pt x="12142" y="5173"/>
                  </a:lnTo>
                  <a:lnTo>
                    <a:pt x="12105" y="5136"/>
                  </a:lnTo>
                  <a:lnTo>
                    <a:pt x="12032" y="5173"/>
                  </a:lnTo>
                  <a:lnTo>
                    <a:pt x="11995" y="5209"/>
                  </a:lnTo>
                  <a:lnTo>
                    <a:pt x="11995" y="5283"/>
                  </a:lnTo>
                  <a:lnTo>
                    <a:pt x="12032" y="5466"/>
                  </a:lnTo>
                  <a:lnTo>
                    <a:pt x="12142" y="5649"/>
                  </a:lnTo>
                  <a:lnTo>
                    <a:pt x="12252" y="5796"/>
                  </a:lnTo>
                  <a:lnTo>
                    <a:pt x="12435" y="5906"/>
                  </a:lnTo>
                  <a:lnTo>
                    <a:pt x="12399" y="6016"/>
                  </a:lnTo>
                  <a:lnTo>
                    <a:pt x="12362" y="6053"/>
                  </a:lnTo>
                  <a:lnTo>
                    <a:pt x="12142" y="6016"/>
                  </a:lnTo>
                  <a:lnTo>
                    <a:pt x="11738" y="5833"/>
                  </a:lnTo>
                  <a:lnTo>
                    <a:pt x="11665" y="5686"/>
                  </a:lnTo>
                  <a:lnTo>
                    <a:pt x="11628" y="5649"/>
                  </a:lnTo>
                  <a:lnTo>
                    <a:pt x="11592" y="5686"/>
                  </a:lnTo>
                  <a:lnTo>
                    <a:pt x="11555" y="5833"/>
                  </a:lnTo>
                  <a:lnTo>
                    <a:pt x="11518" y="5906"/>
                  </a:lnTo>
                  <a:lnTo>
                    <a:pt x="11518" y="5979"/>
                  </a:lnTo>
                  <a:lnTo>
                    <a:pt x="11555" y="6053"/>
                  </a:lnTo>
                  <a:lnTo>
                    <a:pt x="11628" y="6126"/>
                  </a:lnTo>
                  <a:lnTo>
                    <a:pt x="11775" y="6236"/>
                  </a:lnTo>
                  <a:lnTo>
                    <a:pt x="11995" y="6346"/>
                  </a:lnTo>
                  <a:lnTo>
                    <a:pt x="12289" y="6456"/>
                  </a:lnTo>
                  <a:lnTo>
                    <a:pt x="12252" y="6676"/>
                  </a:lnTo>
                  <a:lnTo>
                    <a:pt x="12289" y="6897"/>
                  </a:lnTo>
                  <a:lnTo>
                    <a:pt x="11555" y="6897"/>
                  </a:lnTo>
                  <a:lnTo>
                    <a:pt x="11445" y="6933"/>
                  </a:lnTo>
                  <a:lnTo>
                    <a:pt x="11408" y="7007"/>
                  </a:lnTo>
                  <a:lnTo>
                    <a:pt x="11408" y="7153"/>
                  </a:lnTo>
                  <a:lnTo>
                    <a:pt x="11408" y="7337"/>
                  </a:lnTo>
                  <a:lnTo>
                    <a:pt x="11482" y="7483"/>
                  </a:lnTo>
                  <a:lnTo>
                    <a:pt x="11555" y="7593"/>
                  </a:lnTo>
                  <a:lnTo>
                    <a:pt x="11592" y="7630"/>
                  </a:lnTo>
                  <a:lnTo>
                    <a:pt x="11922" y="7960"/>
                  </a:lnTo>
                  <a:lnTo>
                    <a:pt x="12142" y="8107"/>
                  </a:lnTo>
                  <a:lnTo>
                    <a:pt x="12252" y="8180"/>
                  </a:lnTo>
                  <a:lnTo>
                    <a:pt x="12362" y="8217"/>
                  </a:lnTo>
                  <a:lnTo>
                    <a:pt x="12472" y="8217"/>
                  </a:lnTo>
                  <a:lnTo>
                    <a:pt x="12362" y="8547"/>
                  </a:lnTo>
                  <a:lnTo>
                    <a:pt x="12252" y="8804"/>
                  </a:lnTo>
                  <a:lnTo>
                    <a:pt x="12215" y="8841"/>
                  </a:lnTo>
                  <a:lnTo>
                    <a:pt x="12179" y="8877"/>
                  </a:lnTo>
                  <a:lnTo>
                    <a:pt x="11812" y="8731"/>
                  </a:lnTo>
                  <a:lnTo>
                    <a:pt x="11555" y="8584"/>
                  </a:lnTo>
                  <a:lnTo>
                    <a:pt x="11335" y="8364"/>
                  </a:lnTo>
                  <a:lnTo>
                    <a:pt x="11225" y="8364"/>
                  </a:lnTo>
                  <a:lnTo>
                    <a:pt x="11188" y="8437"/>
                  </a:lnTo>
                  <a:lnTo>
                    <a:pt x="11188" y="8511"/>
                  </a:lnTo>
                  <a:lnTo>
                    <a:pt x="11335" y="8731"/>
                  </a:lnTo>
                  <a:lnTo>
                    <a:pt x="11555" y="8951"/>
                  </a:lnTo>
                  <a:lnTo>
                    <a:pt x="11812" y="9134"/>
                  </a:lnTo>
                  <a:lnTo>
                    <a:pt x="12069" y="9244"/>
                  </a:lnTo>
                  <a:lnTo>
                    <a:pt x="11848" y="9648"/>
                  </a:lnTo>
                  <a:lnTo>
                    <a:pt x="11738" y="9648"/>
                  </a:lnTo>
                  <a:lnTo>
                    <a:pt x="11665" y="9721"/>
                  </a:lnTo>
                  <a:lnTo>
                    <a:pt x="11262" y="9428"/>
                  </a:lnTo>
                  <a:lnTo>
                    <a:pt x="10895" y="9134"/>
                  </a:lnTo>
                  <a:lnTo>
                    <a:pt x="10858" y="9097"/>
                  </a:lnTo>
                  <a:lnTo>
                    <a:pt x="10821" y="9134"/>
                  </a:lnTo>
                  <a:lnTo>
                    <a:pt x="10601" y="9391"/>
                  </a:lnTo>
                  <a:lnTo>
                    <a:pt x="10381" y="9648"/>
                  </a:lnTo>
                  <a:lnTo>
                    <a:pt x="10308" y="9648"/>
                  </a:lnTo>
                  <a:lnTo>
                    <a:pt x="10234" y="9684"/>
                  </a:lnTo>
                  <a:lnTo>
                    <a:pt x="10198" y="9758"/>
                  </a:lnTo>
                  <a:lnTo>
                    <a:pt x="10234" y="9831"/>
                  </a:lnTo>
                  <a:lnTo>
                    <a:pt x="10748" y="10308"/>
                  </a:lnTo>
                  <a:lnTo>
                    <a:pt x="11188" y="10821"/>
                  </a:lnTo>
                  <a:lnTo>
                    <a:pt x="10968" y="11262"/>
                  </a:lnTo>
                  <a:lnTo>
                    <a:pt x="10785" y="11152"/>
                  </a:lnTo>
                  <a:lnTo>
                    <a:pt x="10601" y="11078"/>
                  </a:lnTo>
                  <a:lnTo>
                    <a:pt x="10381" y="11042"/>
                  </a:lnTo>
                  <a:lnTo>
                    <a:pt x="10308" y="11005"/>
                  </a:lnTo>
                  <a:lnTo>
                    <a:pt x="10198" y="10968"/>
                  </a:lnTo>
                  <a:lnTo>
                    <a:pt x="10161" y="10931"/>
                  </a:lnTo>
                  <a:lnTo>
                    <a:pt x="10088" y="10931"/>
                  </a:lnTo>
                  <a:lnTo>
                    <a:pt x="9978" y="10968"/>
                  </a:lnTo>
                  <a:lnTo>
                    <a:pt x="9941" y="11078"/>
                  </a:lnTo>
                  <a:lnTo>
                    <a:pt x="9941" y="11152"/>
                  </a:lnTo>
                  <a:lnTo>
                    <a:pt x="9978" y="11188"/>
                  </a:lnTo>
                  <a:lnTo>
                    <a:pt x="10124" y="11335"/>
                  </a:lnTo>
                  <a:lnTo>
                    <a:pt x="10308" y="11445"/>
                  </a:lnTo>
                  <a:lnTo>
                    <a:pt x="10565" y="11555"/>
                  </a:lnTo>
                  <a:lnTo>
                    <a:pt x="10675" y="11592"/>
                  </a:lnTo>
                  <a:lnTo>
                    <a:pt x="10785" y="11592"/>
                  </a:lnTo>
                  <a:lnTo>
                    <a:pt x="10748" y="11775"/>
                  </a:lnTo>
                  <a:lnTo>
                    <a:pt x="10711" y="11959"/>
                  </a:lnTo>
                  <a:lnTo>
                    <a:pt x="10675" y="12179"/>
                  </a:lnTo>
                  <a:lnTo>
                    <a:pt x="10711" y="12362"/>
                  </a:lnTo>
                  <a:lnTo>
                    <a:pt x="10785" y="12582"/>
                  </a:lnTo>
                  <a:lnTo>
                    <a:pt x="10638" y="12692"/>
                  </a:lnTo>
                  <a:lnTo>
                    <a:pt x="10455" y="12876"/>
                  </a:lnTo>
                  <a:lnTo>
                    <a:pt x="10381" y="12949"/>
                  </a:lnTo>
                  <a:lnTo>
                    <a:pt x="10308" y="12949"/>
                  </a:lnTo>
                  <a:lnTo>
                    <a:pt x="10271" y="12986"/>
                  </a:lnTo>
                  <a:lnTo>
                    <a:pt x="10234" y="13059"/>
                  </a:lnTo>
                  <a:lnTo>
                    <a:pt x="10234" y="13169"/>
                  </a:lnTo>
                  <a:lnTo>
                    <a:pt x="10271" y="13206"/>
                  </a:lnTo>
                  <a:lnTo>
                    <a:pt x="10308" y="13242"/>
                  </a:lnTo>
                  <a:lnTo>
                    <a:pt x="10455" y="13242"/>
                  </a:lnTo>
                  <a:lnTo>
                    <a:pt x="10565" y="13206"/>
                  </a:lnTo>
                  <a:lnTo>
                    <a:pt x="10748" y="13059"/>
                  </a:lnTo>
                  <a:lnTo>
                    <a:pt x="11005" y="12912"/>
                  </a:lnTo>
                  <a:lnTo>
                    <a:pt x="11408" y="13352"/>
                  </a:lnTo>
                  <a:lnTo>
                    <a:pt x="11482" y="13426"/>
                  </a:lnTo>
                  <a:lnTo>
                    <a:pt x="11335" y="13609"/>
                  </a:lnTo>
                  <a:lnTo>
                    <a:pt x="11262" y="13829"/>
                  </a:lnTo>
                  <a:lnTo>
                    <a:pt x="11188" y="13829"/>
                  </a:lnTo>
                  <a:lnTo>
                    <a:pt x="11115" y="13866"/>
                  </a:lnTo>
                  <a:lnTo>
                    <a:pt x="11005" y="13939"/>
                  </a:lnTo>
                  <a:lnTo>
                    <a:pt x="10968" y="14013"/>
                  </a:lnTo>
                  <a:lnTo>
                    <a:pt x="11005" y="14123"/>
                  </a:lnTo>
                  <a:lnTo>
                    <a:pt x="11041" y="14233"/>
                  </a:lnTo>
                  <a:lnTo>
                    <a:pt x="11151" y="14306"/>
                  </a:lnTo>
                  <a:lnTo>
                    <a:pt x="11262" y="14343"/>
                  </a:lnTo>
                  <a:lnTo>
                    <a:pt x="11372" y="14343"/>
                  </a:lnTo>
                  <a:lnTo>
                    <a:pt x="11482" y="14270"/>
                  </a:lnTo>
                  <a:lnTo>
                    <a:pt x="11555" y="14196"/>
                  </a:lnTo>
                  <a:lnTo>
                    <a:pt x="11628" y="14086"/>
                  </a:lnTo>
                  <a:lnTo>
                    <a:pt x="11665" y="13976"/>
                  </a:lnTo>
                  <a:lnTo>
                    <a:pt x="11665" y="13866"/>
                  </a:lnTo>
                  <a:lnTo>
                    <a:pt x="11738" y="13719"/>
                  </a:lnTo>
                  <a:lnTo>
                    <a:pt x="11848" y="13829"/>
                  </a:lnTo>
                  <a:lnTo>
                    <a:pt x="11995" y="13903"/>
                  </a:lnTo>
                  <a:lnTo>
                    <a:pt x="12142" y="13976"/>
                  </a:lnTo>
                  <a:lnTo>
                    <a:pt x="12325" y="14013"/>
                  </a:lnTo>
                  <a:lnTo>
                    <a:pt x="12362" y="14049"/>
                  </a:lnTo>
                  <a:lnTo>
                    <a:pt x="12252" y="14270"/>
                  </a:lnTo>
                  <a:lnTo>
                    <a:pt x="12179" y="14453"/>
                  </a:lnTo>
                  <a:lnTo>
                    <a:pt x="12105" y="14563"/>
                  </a:lnTo>
                  <a:lnTo>
                    <a:pt x="11995" y="14600"/>
                  </a:lnTo>
                  <a:lnTo>
                    <a:pt x="11958" y="14600"/>
                  </a:lnTo>
                  <a:lnTo>
                    <a:pt x="11885" y="14636"/>
                  </a:lnTo>
                  <a:lnTo>
                    <a:pt x="11848" y="14746"/>
                  </a:lnTo>
                  <a:lnTo>
                    <a:pt x="11848" y="14856"/>
                  </a:lnTo>
                  <a:lnTo>
                    <a:pt x="11922" y="14930"/>
                  </a:lnTo>
                  <a:lnTo>
                    <a:pt x="11995" y="15003"/>
                  </a:lnTo>
                  <a:lnTo>
                    <a:pt x="12069" y="15003"/>
                  </a:lnTo>
                  <a:lnTo>
                    <a:pt x="12215" y="14966"/>
                  </a:lnTo>
                  <a:lnTo>
                    <a:pt x="12362" y="14856"/>
                  </a:lnTo>
                  <a:lnTo>
                    <a:pt x="12472" y="14746"/>
                  </a:lnTo>
                  <a:lnTo>
                    <a:pt x="12545" y="14563"/>
                  </a:lnTo>
                  <a:lnTo>
                    <a:pt x="12619" y="14416"/>
                  </a:lnTo>
                  <a:lnTo>
                    <a:pt x="12692" y="14049"/>
                  </a:lnTo>
                  <a:lnTo>
                    <a:pt x="13132" y="13976"/>
                  </a:lnTo>
                  <a:lnTo>
                    <a:pt x="13536" y="13829"/>
                  </a:lnTo>
                  <a:lnTo>
                    <a:pt x="13279" y="14526"/>
                  </a:lnTo>
                  <a:lnTo>
                    <a:pt x="13206" y="14710"/>
                  </a:lnTo>
                  <a:lnTo>
                    <a:pt x="13206" y="14820"/>
                  </a:lnTo>
                  <a:lnTo>
                    <a:pt x="13242" y="14856"/>
                  </a:lnTo>
                  <a:lnTo>
                    <a:pt x="13279" y="14930"/>
                  </a:lnTo>
                  <a:lnTo>
                    <a:pt x="13352" y="14966"/>
                  </a:lnTo>
                  <a:lnTo>
                    <a:pt x="13426" y="14966"/>
                  </a:lnTo>
                  <a:lnTo>
                    <a:pt x="13499" y="14930"/>
                  </a:lnTo>
                  <a:lnTo>
                    <a:pt x="13572" y="14893"/>
                  </a:lnTo>
                  <a:lnTo>
                    <a:pt x="13609" y="14820"/>
                  </a:lnTo>
                  <a:lnTo>
                    <a:pt x="13719" y="14563"/>
                  </a:lnTo>
                  <a:lnTo>
                    <a:pt x="13793" y="14270"/>
                  </a:lnTo>
                  <a:lnTo>
                    <a:pt x="13829" y="13976"/>
                  </a:lnTo>
                  <a:lnTo>
                    <a:pt x="13829" y="13719"/>
                  </a:lnTo>
                  <a:lnTo>
                    <a:pt x="14269" y="13463"/>
                  </a:lnTo>
                  <a:lnTo>
                    <a:pt x="14306" y="13939"/>
                  </a:lnTo>
                  <a:lnTo>
                    <a:pt x="14343" y="14049"/>
                  </a:lnTo>
                  <a:lnTo>
                    <a:pt x="14379" y="14123"/>
                  </a:lnTo>
                  <a:lnTo>
                    <a:pt x="14379" y="14159"/>
                  </a:lnTo>
                  <a:lnTo>
                    <a:pt x="14416" y="14270"/>
                  </a:lnTo>
                  <a:lnTo>
                    <a:pt x="14490" y="14343"/>
                  </a:lnTo>
                  <a:lnTo>
                    <a:pt x="14673" y="14343"/>
                  </a:lnTo>
                  <a:lnTo>
                    <a:pt x="14673" y="14306"/>
                  </a:lnTo>
                  <a:lnTo>
                    <a:pt x="14746" y="14233"/>
                  </a:lnTo>
                  <a:lnTo>
                    <a:pt x="14783" y="14159"/>
                  </a:lnTo>
                  <a:lnTo>
                    <a:pt x="14710" y="13903"/>
                  </a:lnTo>
                  <a:lnTo>
                    <a:pt x="14673" y="13646"/>
                  </a:lnTo>
                  <a:lnTo>
                    <a:pt x="14563" y="13279"/>
                  </a:lnTo>
                  <a:lnTo>
                    <a:pt x="15003" y="12876"/>
                  </a:lnTo>
                  <a:lnTo>
                    <a:pt x="15113" y="13022"/>
                  </a:lnTo>
                  <a:lnTo>
                    <a:pt x="15223" y="13132"/>
                  </a:lnTo>
                  <a:lnTo>
                    <a:pt x="15370" y="13352"/>
                  </a:lnTo>
                  <a:lnTo>
                    <a:pt x="15480" y="13463"/>
                  </a:lnTo>
                  <a:lnTo>
                    <a:pt x="15590" y="13536"/>
                  </a:lnTo>
                  <a:lnTo>
                    <a:pt x="15663" y="13536"/>
                  </a:lnTo>
                  <a:lnTo>
                    <a:pt x="15737" y="13463"/>
                  </a:lnTo>
                  <a:lnTo>
                    <a:pt x="15773" y="13389"/>
                  </a:lnTo>
                  <a:lnTo>
                    <a:pt x="15773" y="13316"/>
                  </a:lnTo>
                  <a:lnTo>
                    <a:pt x="15737" y="13132"/>
                  </a:lnTo>
                  <a:lnTo>
                    <a:pt x="15627" y="12986"/>
                  </a:lnTo>
                  <a:lnTo>
                    <a:pt x="15480" y="12876"/>
                  </a:lnTo>
                  <a:lnTo>
                    <a:pt x="15370" y="12729"/>
                  </a:lnTo>
                  <a:lnTo>
                    <a:pt x="15260" y="12582"/>
                  </a:lnTo>
                  <a:lnTo>
                    <a:pt x="15480" y="12289"/>
                  </a:lnTo>
                  <a:lnTo>
                    <a:pt x="15700" y="11995"/>
                  </a:lnTo>
                  <a:lnTo>
                    <a:pt x="15773" y="12069"/>
                  </a:lnTo>
                  <a:lnTo>
                    <a:pt x="15993" y="12215"/>
                  </a:lnTo>
                  <a:lnTo>
                    <a:pt x="16177" y="12399"/>
                  </a:lnTo>
                  <a:lnTo>
                    <a:pt x="16250" y="12435"/>
                  </a:lnTo>
                  <a:lnTo>
                    <a:pt x="16397" y="12435"/>
                  </a:lnTo>
                  <a:lnTo>
                    <a:pt x="16434" y="12399"/>
                  </a:lnTo>
                  <a:lnTo>
                    <a:pt x="16470" y="12325"/>
                  </a:lnTo>
                  <a:lnTo>
                    <a:pt x="16507" y="12252"/>
                  </a:lnTo>
                  <a:lnTo>
                    <a:pt x="16507" y="12179"/>
                  </a:lnTo>
                  <a:lnTo>
                    <a:pt x="16434" y="12105"/>
                  </a:lnTo>
                  <a:lnTo>
                    <a:pt x="16250" y="11922"/>
                  </a:lnTo>
                  <a:lnTo>
                    <a:pt x="16030" y="11775"/>
                  </a:lnTo>
                  <a:lnTo>
                    <a:pt x="15883" y="11702"/>
                  </a:lnTo>
                  <a:lnTo>
                    <a:pt x="16140" y="11115"/>
                  </a:lnTo>
                  <a:lnTo>
                    <a:pt x="16324" y="11225"/>
                  </a:lnTo>
                  <a:lnTo>
                    <a:pt x="16617" y="11335"/>
                  </a:lnTo>
                  <a:lnTo>
                    <a:pt x="16984" y="11408"/>
                  </a:lnTo>
                  <a:lnTo>
                    <a:pt x="17057" y="11408"/>
                  </a:lnTo>
                  <a:lnTo>
                    <a:pt x="17094" y="11372"/>
                  </a:lnTo>
                  <a:lnTo>
                    <a:pt x="17131" y="11298"/>
                  </a:lnTo>
                  <a:lnTo>
                    <a:pt x="17167" y="11225"/>
                  </a:lnTo>
                  <a:lnTo>
                    <a:pt x="17167" y="11152"/>
                  </a:lnTo>
                  <a:lnTo>
                    <a:pt x="17131" y="11078"/>
                  </a:lnTo>
                  <a:lnTo>
                    <a:pt x="17094" y="11042"/>
                  </a:lnTo>
                  <a:lnTo>
                    <a:pt x="17021" y="11005"/>
                  </a:lnTo>
                  <a:lnTo>
                    <a:pt x="16764" y="10968"/>
                  </a:lnTo>
                  <a:lnTo>
                    <a:pt x="16544" y="10895"/>
                  </a:lnTo>
                  <a:lnTo>
                    <a:pt x="16250" y="10821"/>
                  </a:lnTo>
                  <a:lnTo>
                    <a:pt x="16397" y="10345"/>
                  </a:lnTo>
                  <a:lnTo>
                    <a:pt x="16507" y="9831"/>
                  </a:lnTo>
                  <a:lnTo>
                    <a:pt x="16727" y="9941"/>
                  </a:lnTo>
                  <a:lnTo>
                    <a:pt x="16984" y="9978"/>
                  </a:lnTo>
                  <a:lnTo>
                    <a:pt x="17131" y="10014"/>
                  </a:lnTo>
                  <a:lnTo>
                    <a:pt x="17277" y="10014"/>
                  </a:lnTo>
                  <a:lnTo>
                    <a:pt x="17424" y="9978"/>
                  </a:lnTo>
                  <a:lnTo>
                    <a:pt x="17461" y="9904"/>
                  </a:lnTo>
                  <a:lnTo>
                    <a:pt x="17497" y="9831"/>
                  </a:lnTo>
                  <a:lnTo>
                    <a:pt x="17497" y="9794"/>
                  </a:lnTo>
                  <a:lnTo>
                    <a:pt x="17497" y="9721"/>
                  </a:lnTo>
                  <a:lnTo>
                    <a:pt x="17387" y="9648"/>
                  </a:lnTo>
                  <a:lnTo>
                    <a:pt x="17277" y="9611"/>
                  </a:lnTo>
                  <a:lnTo>
                    <a:pt x="17167" y="9574"/>
                  </a:lnTo>
                  <a:lnTo>
                    <a:pt x="16544" y="9501"/>
                  </a:lnTo>
                  <a:lnTo>
                    <a:pt x="16544" y="9464"/>
                  </a:lnTo>
                  <a:lnTo>
                    <a:pt x="16580" y="8987"/>
                  </a:lnTo>
                  <a:lnTo>
                    <a:pt x="16617" y="8511"/>
                  </a:lnTo>
                  <a:lnTo>
                    <a:pt x="16800" y="8584"/>
                  </a:lnTo>
                  <a:lnTo>
                    <a:pt x="17021" y="8621"/>
                  </a:lnTo>
                  <a:lnTo>
                    <a:pt x="17204" y="8657"/>
                  </a:lnTo>
                  <a:lnTo>
                    <a:pt x="17424" y="8621"/>
                  </a:lnTo>
                  <a:lnTo>
                    <a:pt x="17571" y="8584"/>
                  </a:lnTo>
                  <a:lnTo>
                    <a:pt x="17644" y="8511"/>
                  </a:lnTo>
                  <a:lnTo>
                    <a:pt x="17681" y="8437"/>
                  </a:lnTo>
                  <a:lnTo>
                    <a:pt x="17681" y="8364"/>
                  </a:lnTo>
                  <a:lnTo>
                    <a:pt x="17644" y="8290"/>
                  </a:lnTo>
                  <a:lnTo>
                    <a:pt x="17534" y="8217"/>
                  </a:lnTo>
                  <a:lnTo>
                    <a:pt x="17387" y="8217"/>
                  </a:lnTo>
                  <a:lnTo>
                    <a:pt x="17094" y="8254"/>
                  </a:lnTo>
                  <a:lnTo>
                    <a:pt x="16617" y="8217"/>
                  </a:lnTo>
                  <a:lnTo>
                    <a:pt x="16580" y="7814"/>
                  </a:lnTo>
                  <a:lnTo>
                    <a:pt x="16507" y="7410"/>
                  </a:lnTo>
                  <a:lnTo>
                    <a:pt x="16507" y="7410"/>
                  </a:lnTo>
                  <a:lnTo>
                    <a:pt x="16690" y="7447"/>
                  </a:lnTo>
                  <a:lnTo>
                    <a:pt x="16874" y="7447"/>
                  </a:lnTo>
                  <a:lnTo>
                    <a:pt x="17021" y="7410"/>
                  </a:lnTo>
                  <a:lnTo>
                    <a:pt x="17204" y="7337"/>
                  </a:lnTo>
                  <a:lnTo>
                    <a:pt x="17351" y="7263"/>
                  </a:lnTo>
                  <a:lnTo>
                    <a:pt x="17387" y="7190"/>
                  </a:lnTo>
                  <a:lnTo>
                    <a:pt x="17424" y="7117"/>
                  </a:lnTo>
                  <a:lnTo>
                    <a:pt x="17424" y="7043"/>
                  </a:lnTo>
                  <a:lnTo>
                    <a:pt x="17424" y="7007"/>
                  </a:lnTo>
                  <a:lnTo>
                    <a:pt x="17351" y="6933"/>
                  </a:lnTo>
                  <a:lnTo>
                    <a:pt x="17314" y="6897"/>
                  </a:lnTo>
                  <a:lnTo>
                    <a:pt x="17131" y="6897"/>
                  </a:lnTo>
                  <a:lnTo>
                    <a:pt x="16947" y="6970"/>
                  </a:lnTo>
                  <a:lnTo>
                    <a:pt x="16764" y="7007"/>
                  </a:lnTo>
                  <a:lnTo>
                    <a:pt x="16397" y="7080"/>
                  </a:lnTo>
                  <a:lnTo>
                    <a:pt x="16324" y="6897"/>
                  </a:lnTo>
                  <a:lnTo>
                    <a:pt x="16140" y="6493"/>
                  </a:lnTo>
                  <a:lnTo>
                    <a:pt x="16397" y="6420"/>
                  </a:lnTo>
                  <a:lnTo>
                    <a:pt x="16764" y="6273"/>
                  </a:lnTo>
                  <a:lnTo>
                    <a:pt x="16947" y="6200"/>
                  </a:lnTo>
                  <a:lnTo>
                    <a:pt x="17094" y="6090"/>
                  </a:lnTo>
                  <a:lnTo>
                    <a:pt x="17131" y="6053"/>
                  </a:lnTo>
                  <a:lnTo>
                    <a:pt x="17131" y="5979"/>
                  </a:lnTo>
                  <a:lnTo>
                    <a:pt x="17131" y="5906"/>
                  </a:lnTo>
                  <a:lnTo>
                    <a:pt x="17021" y="5833"/>
                  </a:lnTo>
                  <a:lnTo>
                    <a:pt x="16910" y="5796"/>
                  </a:lnTo>
                  <a:lnTo>
                    <a:pt x="16764" y="5833"/>
                  </a:lnTo>
                  <a:lnTo>
                    <a:pt x="16580" y="5906"/>
                  </a:lnTo>
                  <a:lnTo>
                    <a:pt x="16250" y="6090"/>
                  </a:lnTo>
                  <a:lnTo>
                    <a:pt x="16104" y="6163"/>
                  </a:lnTo>
                  <a:lnTo>
                    <a:pt x="15957" y="6236"/>
                  </a:lnTo>
                  <a:lnTo>
                    <a:pt x="15957" y="6200"/>
                  </a:lnTo>
                  <a:lnTo>
                    <a:pt x="15957" y="6163"/>
                  </a:lnTo>
                  <a:lnTo>
                    <a:pt x="15920" y="6163"/>
                  </a:lnTo>
                  <a:lnTo>
                    <a:pt x="15590" y="5796"/>
                  </a:lnTo>
                  <a:lnTo>
                    <a:pt x="15920" y="5503"/>
                  </a:lnTo>
                  <a:lnTo>
                    <a:pt x="16250" y="5173"/>
                  </a:lnTo>
                  <a:lnTo>
                    <a:pt x="16287" y="5099"/>
                  </a:lnTo>
                  <a:lnTo>
                    <a:pt x="16324" y="4989"/>
                  </a:lnTo>
                  <a:lnTo>
                    <a:pt x="16287" y="4916"/>
                  </a:lnTo>
                  <a:lnTo>
                    <a:pt x="16250" y="4879"/>
                  </a:lnTo>
                  <a:lnTo>
                    <a:pt x="16177" y="4806"/>
                  </a:lnTo>
                  <a:lnTo>
                    <a:pt x="16030" y="4806"/>
                  </a:lnTo>
                  <a:lnTo>
                    <a:pt x="15957" y="4842"/>
                  </a:lnTo>
                  <a:lnTo>
                    <a:pt x="15627" y="5209"/>
                  </a:lnTo>
                  <a:lnTo>
                    <a:pt x="15333" y="5576"/>
                  </a:lnTo>
                  <a:lnTo>
                    <a:pt x="15076" y="5393"/>
                  </a:lnTo>
                  <a:lnTo>
                    <a:pt x="14820" y="5246"/>
                  </a:lnTo>
                  <a:lnTo>
                    <a:pt x="14673" y="5173"/>
                  </a:lnTo>
                  <a:lnTo>
                    <a:pt x="14746" y="5026"/>
                  </a:lnTo>
                  <a:lnTo>
                    <a:pt x="14966" y="4659"/>
                  </a:lnTo>
                  <a:lnTo>
                    <a:pt x="15003" y="4586"/>
                  </a:lnTo>
                  <a:lnTo>
                    <a:pt x="15003" y="4512"/>
                  </a:lnTo>
                  <a:lnTo>
                    <a:pt x="14930" y="4402"/>
                  </a:lnTo>
                  <a:lnTo>
                    <a:pt x="14856" y="4366"/>
                  </a:lnTo>
                  <a:lnTo>
                    <a:pt x="14746" y="4366"/>
                  </a:lnTo>
                  <a:lnTo>
                    <a:pt x="14673" y="4439"/>
                  </a:lnTo>
                  <a:lnTo>
                    <a:pt x="14526" y="4622"/>
                  </a:lnTo>
                  <a:lnTo>
                    <a:pt x="14416" y="4842"/>
                  </a:lnTo>
                  <a:lnTo>
                    <a:pt x="14343" y="5026"/>
                  </a:lnTo>
                  <a:lnTo>
                    <a:pt x="14159" y="4989"/>
                  </a:lnTo>
                  <a:lnTo>
                    <a:pt x="13939" y="4989"/>
                  </a:lnTo>
                  <a:lnTo>
                    <a:pt x="13903" y="4732"/>
                  </a:lnTo>
                  <a:lnTo>
                    <a:pt x="13866" y="4476"/>
                  </a:lnTo>
                  <a:lnTo>
                    <a:pt x="13829" y="3962"/>
                  </a:lnTo>
                  <a:lnTo>
                    <a:pt x="13829" y="3889"/>
                  </a:lnTo>
                  <a:lnTo>
                    <a:pt x="13756" y="3852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94" name="Google Shape;317;p5">
              <a:extLst>
                <a:ext uri="{FF2B5EF4-FFF2-40B4-BE49-F238E27FC236}">
                  <a16:creationId xmlns:a16="http://schemas.microsoft.com/office/drawing/2014/main" id="{3894D0C1-0B5D-4DEA-B729-E8498EE85E6C}"/>
                </a:ext>
              </a:extLst>
            </p:cNvPr>
            <p:cNvSpPr/>
            <p:nvPr/>
          </p:nvSpPr>
          <p:spPr>
            <a:xfrm>
              <a:off x="6059500" y="3516375"/>
              <a:ext cx="268700" cy="232025"/>
            </a:xfrm>
            <a:custGeom>
              <a:avLst/>
              <a:gdLst/>
              <a:ahLst/>
              <a:cxnLst/>
              <a:rect l="l" t="t" r="r" b="b"/>
              <a:pathLst>
                <a:path w="10748" h="9281" extrusionOk="0">
                  <a:moveTo>
                    <a:pt x="4072" y="550"/>
                  </a:moveTo>
                  <a:lnTo>
                    <a:pt x="4329" y="587"/>
                  </a:lnTo>
                  <a:lnTo>
                    <a:pt x="4585" y="697"/>
                  </a:lnTo>
                  <a:lnTo>
                    <a:pt x="4842" y="844"/>
                  </a:lnTo>
                  <a:lnTo>
                    <a:pt x="5025" y="1064"/>
                  </a:lnTo>
                  <a:lnTo>
                    <a:pt x="5136" y="1211"/>
                  </a:lnTo>
                  <a:lnTo>
                    <a:pt x="5209" y="1394"/>
                  </a:lnTo>
                  <a:lnTo>
                    <a:pt x="5246" y="1541"/>
                  </a:lnTo>
                  <a:lnTo>
                    <a:pt x="5282" y="1724"/>
                  </a:lnTo>
                  <a:lnTo>
                    <a:pt x="5282" y="2091"/>
                  </a:lnTo>
                  <a:lnTo>
                    <a:pt x="5246" y="2458"/>
                  </a:lnTo>
                  <a:lnTo>
                    <a:pt x="5209" y="2641"/>
                  </a:lnTo>
                  <a:lnTo>
                    <a:pt x="4695" y="1761"/>
                  </a:lnTo>
                  <a:lnTo>
                    <a:pt x="4072" y="550"/>
                  </a:lnTo>
                  <a:close/>
                  <a:moveTo>
                    <a:pt x="1357" y="3008"/>
                  </a:moveTo>
                  <a:lnTo>
                    <a:pt x="1504" y="3265"/>
                  </a:lnTo>
                  <a:lnTo>
                    <a:pt x="1614" y="3558"/>
                  </a:lnTo>
                  <a:lnTo>
                    <a:pt x="1797" y="3852"/>
                  </a:lnTo>
                  <a:lnTo>
                    <a:pt x="1467" y="3778"/>
                  </a:lnTo>
                  <a:lnTo>
                    <a:pt x="1137" y="3742"/>
                  </a:lnTo>
                  <a:lnTo>
                    <a:pt x="1321" y="3118"/>
                  </a:lnTo>
                  <a:lnTo>
                    <a:pt x="1357" y="3008"/>
                  </a:lnTo>
                  <a:close/>
                  <a:moveTo>
                    <a:pt x="3815" y="550"/>
                  </a:moveTo>
                  <a:lnTo>
                    <a:pt x="4072" y="1174"/>
                  </a:lnTo>
                  <a:lnTo>
                    <a:pt x="4329" y="1798"/>
                  </a:lnTo>
                  <a:lnTo>
                    <a:pt x="4695" y="2531"/>
                  </a:lnTo>
                  <a:lnTo>
                    <a:pt x="5099" y="3265"/>
                  </a:lnTo>
                  <a:lnTo>
                    <a:pt x="4989" y="3852"/>
                  </a:lnTo>
                  <a:lnTo>
                    <a:pt x="4732" y="3191"/>
                  </a:lnTo>
                  <a:lnTo>
                    <a:pt x="4475" y="2531"/>
                  </a:lnTo>
                  <a:lnTo>
                    <a:pt x="4255" y="1981"/>
                  </a:lnTo>
                  <a:lnTo>
                    <a:pt x="4035" y="1467"/>
                  </a:lnTo>
                  <a:lnTo>
                    <a:pt x="3742" y="880"/>
                  </a:lnTo>
                  <a:lnTo>
                    <a:pt x="3558" y="587"/>
                  </a:lnTo>
                  <a:lnTo>
                    <a:pt x="3815" y="550"/>
                  </a:lnTo>
                  <a:close/>
                  <a:moveTo>
                    <a:pt x="1761" y="1724"/>
                  </a:moveTo>
                  <a:lnTo>
                    <a:pt x="1724" y="1798"/>
                  </a:lnTo>
                  <a:lnTo>
                    <a:pt x="1761" y="1944"/>
                  </a:lnTo>
                  <a:lnTo>
                    <a:pt x="1834" y="2018"/>
                  </a:lnTo>
                  <a:lnTo>
                    <a:pt x="1944" y="2054"/>
                  </a:lnTo>
                  <a:lnTo>
                    <a:pt x="2054" y="2054"/>
                  </a:lnTo>
                  <a:lnTo>
                    <a:pt x="2274" y="2531"/>
                  </a:lnTo>
                  <a:lnTo>
                    <a:pt x="2458" y="2971"/>
                  </a:lnTo>
                  <a:lnTo>
                    <a:pt x="3008" y="4182"/>
                  </a:lnTo>
                  <a:lnTo>
                    <a:pt x="3081" y="4329"/>
                  </a:lnTo>
                  <a:lnTo>
                    <a:pt x="2825" y="4255"/>
                  </a:lnTo>
                  <a:lnTo>
                    <a:pt x="2458" y="4072"/>
                  </a:lnTo>
                  <a:lnTo>
                    <a:pt x="2164" y="3742"/>
                  </a:lnTo>
                  <a:lnTo>
                    <a:pt x="1944" y="3375"/>
                  </a:lnTo>
                  <a:lnTo>
                    <a:pt x="1724" y="2935"/>
                  </a:lnTo>
                  <a:lnTo>
                    <a:pt x="1651" y="2715"/>
                  </a:lnTo>
                  <a:lnTo>
                    <a:pt x="1504" y="2494"/>
                  </a:lnTo>
                  <a:lnTo>
                    <a:pt x="1724" y="1761"/>
                  </a:lnTo>
                  <a:lnTo>
                    <a:pt x="1761" y="1724"/>
                  </a:lnTo>
                  <a:close/>
                  <a:moveTo>
                    <a:pt x="2604" y="1174"/>
                  </a:moveTo>
                  <a:lnTo>
                    <a:pt x="2715" y="1614"/>
                  </a:lnTo>
                  <a:lnTo>
                    <a:pt x="2861" y="2054"/>
                  </a:lnTo>
                  <a:lnTo>
                    <a:pt x="3228" y="2898"/>
                  </a:lnTo>
                  <a:lnTo>
                    <a:pt x="3998" y="4695"/>
                  </a:lnTo>
                  <a:lnTo>
                    <a:pt x="3632" y="4549"/>
                  </a:lnTo>
                  <a:lnTo>
                    <a:pt x="3522" y="4365"/>
                  </a:lnTo>
                  <a:lnTo>
                    <a:pt x="3301" y="3888"/>
                  </a:lnTo>
                  <a:lnTo>
                    <a:pt x="2861" y="2935"/>
                  </a:lnTo>
                  <a:lnTo>
                    <a:pt x="2274" y="1834"/>
                  </a:lnTo>
                  <a:lnTo>
                    <a:pt x="2311" y="1651"/>
                  </a:lnTo>
                  <a:lnTo>
                    <a:pt x="2421" y="1467"/>
                  </a:lnTo>
                  <a:lnTo>
                    <a:pt x="2604" y="1174"/>
                  </a:lnTo>
                  <a:close/>
                  <a:moveTo>
                    <a:pt x="3338" y="660"/>
                  </a:moveTo>
                  <a:lnTo>
                    <a:pt x="3375" y="770"/>
                  </a:lnTo>
                  <a:lnTo>
                    <a:pt x="3668" y="1467"/>
                  </a:lnTo>
                  <a:lnTo>
                    <a:pt x="3962" y="2164"/>
                  </a:lnTo>
                  <a:lnTo>
                    <a:pt x="4182" y="2788"/>
                  </a:lnTo>
                  <a:lnTo>
                    <a:pt x="4402" y="3412"/>
                  </a:lnTo>
                  <a:lnTo>
                    <a:pt x="4769" y="4659"/>
                  </a:lnTo>
                  <a:lnTo>
                    <a:pt x="4732" y="4805"/>
                  </a:lnTo>
                  <a:lnTo>
                    <a:pt x="4659" y="4805"/>
                  </a:lnTo>
                  <a:lnTo>
                    <a:pt x="4549" y="4842"/>
                  </a:lnTo>
                  <a:lnTo>
                    <a:pt x="3668" y="2971"/>
                  </a:lnTo>
                  <a:lnTo>
                    <a:pt x="3191" y="1981"/>
                  </a:lnTo>
                  <a:lnTo>
                    <a:pt x="2971" y="1504"/>
                  </a:lnTo>
                  <a:lnTo>
                    <a:pt x="2788" y="991"/>
                  </a:lnTo>
                  <a:lnTo>
                    <a:pt x="3045" y="807"/>
                  </a:lnTo>
                  <a:lnTo>
                    <a:pt x="3338" y="660"/>
                  </a:lnTo>
                  <a:close/>
                  <a:moveTo>
                    <a:pt x="7703" y="4952"/>
                  </a:moveTo>
                  <a:lnTo>
                    <a:pt x="7960" y="5246"/>
                  </a:lnTo>
                  <a:lnTo>
                    <a:pt x="7960" y="5246"/>
                  </a:lnTo>
                  <a:lnTo>
                    <a:pt x="7887" y="5209"/>
                  </a:lnTo>
                  <a:lnTo>
                    <a:pt x="7593" y="5319"/>
                  </a:lnTo>
                  <a:lnTo>
                    <a:pt x="7300" y="5466"/>
                  </a:lnTo>
                  <a:lnTo>
                    <a:pt x="7190" y="5356"/>
                  </a:lnTo>
                  <a:lnTo>
                    <a:pt x="7080" y="5246"/>
                  </a:lnTo>
                  <a:lnTo>
                    <a:pt x="7373" y="5099"/>
                  </a:lnTo>
                  <a:lnTo>
                    <a:pt x="7703" y="4952"/>
                  </a:lnTo>
                  <a:close/>
                  <a:moveTo>
                    <a:pt x="8070" y="5356"/>
                  </a:moveTo>
                  <a:lnTo>
                    <a:pt x="8180" y="5466"/>
                  </a:lnTo>
                  <a:lnTo>
                    <a:pt x="7923" y="5576"/>
                  </a:lnTo>
                  <a:lnTo>
                    <a:pt x="7923" y="5576"/>
                  </a:lnTo>
                  <a:lnTo>
                    <a:pt x="8033" y="5429"/>
                  </a:lnTo>
                  <a:lnTo>
                    <a:pt x="8070" y="5356"/>
                  </a:lnTo>
                  <a:close/>
                  <a:moveTo>
                    <a:pt x="7556" y="5612"/>
                  </a:moveTo>
                  <a:lnTo>
                    <a:pt x="7483" y="5722"/>
                  </a:lnTo>
                  <a:lnTo>
                    <a:pt x="7483" y="5686"/>
                  </a:lnTo>
                  <a:lnTo>
                    <a:pt x="7556" y="5612"/>
                  </a:lnTo>
                  <a:close/>
                  <a:moveTo>
                    <a:pt x="8327" y="5649"/>
                  </a:moveTo>
                  <a:lnTo>
                    <a:pt x="8327" y="5686"/>
                  </a:lnTo>
                  <a:lnTo>
                    <a:pt x="7850" y="6163"/>
                  </a:lnTo>
                  <a:lnTo>
                    <a:pt x="7740" y="6016"/>
                  </a:lnTo>
                  <a:lnTo>
                    <a:pt x="7997" y="5796"/>
                  </a:lnTo>
                  <a:lnTo>
                    <a:pt x="8327" y="5649"/>
                  </a:lnTo>
                  <a:close/>
                  <a:moveTo>
                    <a:pt x="8437" y="5796"/>
                  </a:moveTo>
                  <a:lnTo>
                    <a:pt x="8584" y="6053"/>
                  </a:lnTo>
                  <a:lnTo>
                    <a:pt x="8143" y="6163"/>
                  </a:lnTo>
                  <a:lnTo>
                    <a:pt x="8437" y="5796"/>
                  </a:lnTo>
                  <a:close/>
                  <a:moveTo>
                    <a:pt x="8437" y="6346"/>
                  </a:moveTo>
                  <a:lnTo>
                    <a:pt x="8180" y="6676"/>
                  </a:lnTo>
                  <a:lnTo>
                    <a:pt x="8107" y="6493"/>
                  </a:lnTo>
                  <a:lnTo>
                    <a:pt x="8437" y="6346"/>
                  </a:lnTo>
                  <a:close/>
                  <a:moveTo>
                    <a:pt x="8767" y="6309"/>
                  </a:moveTo>
                  <a:lnTo>
                    <a:pt x="8840" y="6419"/>
                  </a:lnTo>
                  <a:lnTo>
                    <a:pt x="8547" y="6676"/>
                  </a:lnTo>
                  <a:lnTo>
                    <a:pt x="8767" y="6309"/>
                  </a:lnTo>
                  <a:close/>
                  <a:moveTo>
                    <a:pt x="9024" y="4695"/>
                  </a:moveTo>
                  <a:lnTo>
                    <a:pt x="9244" y="4732"/>
                  </a:lnTo>
                  <a:lnTo>
                    <a:pt x="9464" y="4805"/>
                  </a:lnTo>
                  <a:lnTo>
                    <a:pt x="9647" y="4915"/>
                  </a:lnTo>
                  <a:lnTo>
                    <a:pt x="9831" y="5062"/>
                  </a:lnTo>
                  <a:lnTo>
                    <a:pt x="9904" y="5099"/>
                  </a:lnTo>
                  <a:lnTo>
                    <a:pt x="9941" y="5099"/>
                  </a:lnTo>
                  <a:lnTo>
                    <a:pt x="10051" y="5209"/>
                  </a:lnTo>
                  <a:lnTo>
                    <a:pt x="10161" y="5429"/>
                  </a:lnTo>
                  <a:lnTo>
                    <a:pt x="10198" y="5649"/>
                  </a:lnTo>
                  <a:lnTo>
                    <a:pt x="10234" y="5869"/>
                  </a:lnTo>
                  <a:lnTo>
                    <a:pt x="10198" y="6089"/>
                  </a:lnTo>
                  <a:lnTo>
                    <a:pt x="10161" y="6346"/>
                  </a:lnTo>
                  <a:lnTo>
                    <a:pt x="10088" y="6566"/>
                  </a:lnTo>
                  <a:lnTo>
                    <a:pt x="9941" y="7006"/>
                  </a:lnTo>
                  <a:lnTo>
                    <a:pt x="9904" y="7080"/>
                  </a:lnTo>
                  <a:lnTo>
                    <a:pt x="9647" y="6676"/>
                  </a:lnTo>
                  <a:lnTo>
                    <a:pt x="9024" y="5832"/>
                  </a:lnTo>
                  <a:lnTo>
                    <a:pt x="8620" y="5282"/>
                  </a:lnTo>
                  <a:lnTo>
                    <a:pt x="8400" y="5025"/>
                  </a:lnTo>
                  <a:lnTo>
                    <a:pt x="8143" y="4842"/>
                  </a:lnTo>
                  <a:lnTo>
                    <a:pt x="8584" y="4732"/>
                  </a:lnTo>
                  <a:lnTo>
                    <a:pt x="8804" y="4695"/>
                  </a:lnTo>
                  <a:close/>
                  <a:moveTo>
                    <a:pt x="1064" y="3962"/>
                  </a:moveTo>
                  <a:lnTo>
                    <a:pt x="1357" y="4182"/>
                  </a:lnTo>
                  <a:lnTo>
                    <a:pt x="1651" y="4329"/>
                  </a:lnTo>
                  <a:lnTo>
                    <a:pt x="2348" y="4585"/>
                  </a:lnTo>
                  <a:lnTo>
                    <a:pt x="2458" y="4659"/>
                  </a:lnTo>
                  <a:lnTo>
                    <a:pt x="2494" y="4695"/>
                  </a:lnTo>
                  <a:lnTo>
                    <a:pt x="2568" y="4732"/>
                  </a:lnTo>
                  <a:lnTo>
                    <a:pt x="2641" y="4695"/>
                  </a:lnTo>
                  <a:lnTo>
                    <a:pt x="4329" y="5319"/>
                  </a:lnTo>
                  <a:lnTo>
                    <a:pt x="4329" y="5356"/>
                  </a:lnTo>
                  <a:lnTo>
                    <a:pt x="4292" y="5319"/>
                  </a:lnTo>
                  <a:lnTo>
                    <a:pt x="3888" y="5172"/>
                  </a:lnTo>
                  <a:lnTo>
                    <a:pt x="3705" y="5136"/>
                  </a:lnTo>
                  <a:lnTo>
                    <a:pt x="3485" y="5099"/>
                  </a:lnTo>
                  <a:lnTo>
                    <a:pt x="3448" y="5136"/>
                  </a:lnTo>
                  <a:lnTo>
                    <a:pt x="3411" y="5172"/>
                  </a:lnTo>
                  <a:lnTo>
                    <a:pt x="3448" y="5246"/>
                  </a:lnTo>
                  <a:lnTo>
                    <a:pt x="3595" y="5392"/>
                  </a:lnTo>
                  <a:lnTo>
                    <a:pt x="3852" y="5539"/>
                  </a:lnTo>
                  <a:lnTo>
                    <a:pt x="4108" y="5686"/>
                  </a:lnTo>
                  <a:lnTo>
                    <a:pt x="4402" y="5759"/>
                  </a:lnTo>
                  <a:lnTo>
                    <a:pt x="4365" y="5906"/>
                  </a:lnTo>
                  <a:lnTo>
                    <a:pt x="4035" y="5906"/>
                  </a:lnTo>
                  <a:lnTo>
                    <a:pt x="3742" y="5869"/>
                  </a:lnTo>
                  <a:lnTo>
                    <a:pt x="3411" y="5759"/>
                  </a:lnTo>
                  <a:lnTo>
                    <a:pt x="3228" y="5686"/>
                  </a:lnTo>
                  <a:lnTo>
                    <a:pt x="3191" y="5612"/>
                  </a:lnTo>
                  <a:lnTo>
                    <a:pt x="3155" y="5576"/>
                  </a:lnTo>
                  <a:lnTo>
                    <a:pt x="3118" y="5539"/>
                  </a:lnTo>
                  <a:lnTo>
                    <a:pt x="3081" y="5502"/>
                  </a:lnTo>
                  <a:lnTo>
                    <a:pt x="3045" y="5502"/>
                  </a:lnTo>
                  <a:lnTo>
                    <a:pt x="3008" y="5539"/>
                  </a:lnTo>
                  <a:lnTo>
                    <a:pt x="2971" y="5649"/>
                  </a:lnTo>
                  <a:lnTo>
                    <a:pt x="2971" y="5722"/>
                  </a:lnTo>
                  <a:lnTo>
                    <a:pt x="3008" y="5796"/>
                  </a:lnTo>
                  <a:lnTo>
                    <a:pt x="3045" y="5869"/>
                  </a:lnTo>
                  <a:lnTo>
                    <a:pt x="3191" y="6016"/>
                  </a:lnTo>
                  <a:lnTo>
                    <a:pt x="3338" y="6126"/>
                  </a:lnTo>
                  <a:lnTo>
                    <a:pt x="3522" y="6199"/>
                  </a:lnTo>
                  <a:lnTo>
                    <a:pt x="3742" y="6273"/>
                  </a:lnTo>
                  <a:lnTo>
                    <a:pt x="3962" y="6309"/>
                  </a:lnTo>
                  <a:lnTo>
                    <a:pt x="4182" y="6309"/>
                  </a:lnTo>
                  <a:lnTo>
                    <a:pt x="3962" y="6676"/>
                  </a:lnTo>
                  <a:lnTo>
                    <a:pt x="3742" y="6603"/>
                  </a:lnTo>
                  <a:lnTo>
                    <a:pt x="3228" y="6456"/>
                  </a:lnTo>
                  <a:lnTo>
                    <a:pt x="2971" y="6419"/>
                  </a:lnTo>
                  <a:lnTo>
                    <a:pt x="2715" y="6383"/>
                  </a:lnTo>
                  <a:lnTo>
                    <a:pt x="2641" y="6383"/>
                  </a:lnTo>
                  <a:lnTo>
                    <a:pt x="2641" y="6456"/>
                  </a:lnTo>
                  <a:lnTo>
                    <a:pt x="2641" y="6493"/>
                  </a:lnTo>
                  <a:lnTo>
                    <a:pt x="2678" y="6529"/>
                  </a:lnTo>
                  <a:lnTo>
                    <a:pt x="2861" y="6676"/>
                  </a:lnTo>
                  <a:lnTo>
                    <a:pt x="3081" y="6786"/>
                  </a:lnTo>
                  <a:lnTo>
                    <a:pt x="3522" y="6970"/>
                  </a:lnTo>
                  <a:lnTo>
                    <a:pt x="3742" y="7080"/>
                  </a:lnTo>
                  <a:lnTo>
                    <a:pt x="3632" y="7226"/>
                  </a:lnTo>
                  <a:lnTo>
                    <a:pt x="3522" y="7336"/>
                  </a:lnTo>
                  <a:lnTo>
                    <a:pt x="2935" y="7080"/>
                  </a:lnTo>
                  <a:lnTo>
                    <a:pt x="2311" y="6823"/>
                  </a:lnTo>
                  <a:lnTo>
                    <a:pt x="2238" y="6823"/>
                  </a:lnTo>
                  <a:lnTo>
                    <a:pt x="2201" y="6860"/>
                  </a:lnTo>
                  <a:lnTo>
                    <a:pt x="2201" y="6896"/>
                  </a:lnTo>
                  <a:lnTo>
                    <a:pt x="2201" y="6970"/>
                  </a:lnTo>
                  <a:lnTo>
                    <a:pt x="2458" y="7190"/>
                  </a:lnTo>
                  <a:lnTo>
                    <a:pt x="2678" y="7410"/>
                  </a:lnTo>
                  <a:lnTo>
                    <a:pt x="2971" y="7557"/>
                  </a:lnTo>
                  <a:lnTo>
                    <a:pt x="3265" y="7703"/>
                  </a:lnTo>
                  <a:lnTo>
                    <a:pt x="2971" y="7960"/>
                  </a:lnTo>
                  <a:lnTo>
                    <a:pt x="2641" y="7960"/>
                  </a:lnTo>
                  <a:lnTo>
                    <a:pt x="2311" y="7887"/>
                  </a:lnTo>
                  <a:lnTo>
                    <a:pt x="1981" y="7777"/>
                  </a:lnTo>
                  <a:lnTo>
                    <a:pt x="1871" y="7777"/>
                  </a:lnTo>
                  <a:lnTo>
                    <a:pt x="1834" y="7813"/>
                  </a:lnTo>
                  <a:lnTo>
                    <a:pt x="1797" y="7850"/>
                  </a:lnTo>
                  <a:lnTo>
                    <a:pt x="1797" y="7923"/>
                  </a:lnTo>
                  <a:lnTo>
                    <a:pt x="1834" y="8070"/>
                  </a:lnTo>
                  <a:lnTo>
                    <a:pt x="1944" y="8143"/>
                  </a:lnTo>
                  <a:lnTo>
                    <a:pt x="2091" y="8217"/>
                  </a:lnTo>
                  <a:lnTo>
                    <a:pt x="2238" y="8290"/>
                  </a:lnTo>
                  <a:lnTo>
                    <a:pt x="2348" y="8327"/>
                  </a:lnTo>
                  <a:lnTo>
                    <a:pt x="2164" y="8364"/>
                  </a:lnTo>
                  <a:lnTo>
                    <a:pt x="1944" y="8364"/>
                  </a:lnTo>
                  <a:lnTo>
                    <a:pt x="1761" y="8327"/>
                  </a:lnTo>
                  <a:lnTo>
                    <a:pt x="1541" y="8253"/>
                  </a:lnTo>
                  <a:lnTo>
                    <a:pt x="1247" y="8070"/>
                  </a:lnTo>
                  <a:lnTo>
                    <a:pt x="1027" y="7850"/>
                  </a:lnTo>
                  <a:lnTo>
                    <a:pt x="844" y="7593"/>
                  </a:lnTo>
                  <a:lnTo>
                    <a:pt x="697" y="7300"/>
                  </a:lnTo>
                  <a:lnTo>
                    <a:pt x="624" y="6970"/>
                  </a:lnTo>
                  <a:lnTo>
                    <a:pt x="550" y="6676"/>
                  </a:lnTo>
                  <a:lnTo>
                    <a:pt x="550" y="6346"/>
                  </a:lnTo>
                  <a:lnTo>
                    <a:pt x="550" y="6016"/>
                  </a:lnTo>
                  <a:lnTo>
                    <a:pt x="624" y="5502"/>
                  </a:lnTo>
                  <a:lnTo>
                    <a:pt x="734" y="4989"/>
                  </a:lnTo>
                  <a:lnTo>
                    <a:pt x="1064" y="3962"/>
                  </a:lnTo>
                  <a:close/>
                  <a:moveTo>
                    <a:pt x="6786" y="5429"/>
                  </a:moveTo>
                  <a:lnTo>
                    <a:pt x="6860" y="5649"/>
                  </a:lnTo>
                  <a:lnTo>
                    <a:pt x="6970" y="5832"/>
                  </a:lnTo>
                  <a:lnTo>
                    <a:pt x="7006" y="5906"/>
                  </a:lnTo>
                  <a:lnTo>
                    <a:pt x="7043" y="5979"/>
                  </a:lnTo>
                  <a:lnTo>
                    <a:pt x="7116" y="6016"/>
                  </a:lnTo>
                  <a:lnTo>
                    <a:pt x="7813" y="7006"/>
                  </a:lnTo>
                  <a:lnTo>
                    <a:pt x="8143" y="7520"/>
                  </a:lnTo>
                  <a:lnTo>
                    <a:pt x="8143" y="7667"/>
                  </a:lnTo>
                  <a:lnTo>
                    <a:pt x="8143" y="7740"/>
                  </a:lnTo>
                  <a:lnTo>
                    <a:pt x="8217" y="7813"/>
                  </a:lnTo>
                  <a:lnTo>
                    <a:pt x="8290" y="7850"/>
                  </a:lnTo>
                  <a:lnTo>
                    <a:pt x="8363" y="7850"/>
                  </a:lnTo>
                  <a:lnTo>
                    <a:pt x="8400" y="7813"/>
                  </a:lnTo>
                  <a:lnTo>
                    <a:pt x="8510" y="7887"/>
                  </a:lnTo>
                  <a:lnTo>
                    <a:pt x="8584" y="7923"/>
                  </a:lnTo>
                  <a:lnTo>
                    <a:pt x="8694" y="7960"/>
                  </a:lnTo>
                  <a:lnTo>
                    <a:pt x="8767" y="7923"/>
                  </a:lnTo>
                  <a:lnTo>
                    <a:pt x="8877" y="7997"/>
                  </a:lnTo>
                  <a:lnTo>
                    <a:pt x="8987" y="7997"/>
                  </a:lnTo>
                  <a:lnTo>
                    <a:pt x="9060" y="8033"/>
                  </a:lnTo>
                  <a:lnTo>
                    <a:pt x="9134" y="7997"/>
                  </a:lnTo>
                  <a:lnTo>
                    <a:pt x="9207" y="7923"/>
                  </a:lnTo>
                  <a:lnTo>
                    <a:pt x="9207" y="7813"/>
                  </a:lnTo>
                  <a:lnTo>
                    <a:pt x="9207" y="7740"/>
                  </a:lnTo>
                  <a:lnTo>
                    <a:pt x="9134" y="7667"/>
                  </a:lnTo>
                  <a:lnTo>
                    <a:pt x="9170" y="7557"/>
                  </a:lnTo>
                  <a:lnTo>
                    <a:pt x="9207" y="7483"/>
                  </a:lnTo>
                  <a:lnTo>
                    <a:pt x="9244" y="7410"/>
                  </a:lnTo>
                  <a:lnTo>
                    <a:pt x="9244" y="7373"/>
                  </a:lnTo>
                  <a:lnTo>
                    <a:pt x="9207" y="7300"/>
                  </a:lnTo>
                  <a:lnTo>
                    <a:pt x="9170" y="7263"/>
                  </a:lnTo>
                  <a:lnTo>
                    <a:pt x="9134" y="7226"/>
                  </a:lnTo>
                  <a:lnTo>
                    <a:pt x="8987" y="7226"/>
                  </a:lnTo>
                  <a:lnTo>
                    <a:pt x="8694" y="7336"/>
                  </a:lnTo>
                  <a:lnTo>
                    <a:pt x="8694" y="7300"/>
                  </a:lnTo>
                  <a:lnTo>
                    <a:pt x="8877" y="7153"/>
                  </a:lnTo>
                  <a:lnTo>
                    <a:pt x="9060" y="6970"/>
                  </a:lnTo>
                  <a:lnTo>
                    <a:pt x="9134" y="6860"/>
                  </a:lnTo>
                  <a:lnTo>
                    <a:pt x="9244" y="7043"/>
                  </a:lnTo>
                  <a:lnTo>
                    <a:pt x="9501" y="7446"/>
                  </a:lnTo>
                  <a:lnTo>
                    <a:pt x="9537" y="7593"/>
                  </a:lnTo>
                  <a:lnTo>
                    <a:pt x="9317" y="7887"/>
                  </a:lnTo>
                  <a:lnTo>
                    <a:pt x="9024" y="8143"/>
                  </a:lnTo>
                  <a:lnTo>
                    <a:pt x="8730" y="8364"/>
                  </a:lnTo>
                  <a:lnTo>
                    <a:pt x="8400" y="8547"/>
                  </a:lnTo>
                  <a:lnTo>
                    <a:pt x="8070" y="8657"/>
                  </a:lnTo>
                  <a:lnTo>
                    <a:pt x="7703" y="8694"/>
                  </a:lnTo>
                  <a:lnTo>
                    <a:pt x="7520" y="8694"/>
                  </a:lnTo>
                  <a:lnTo>
                    <a:pt x="7373" y="8657"/>
                  </a:lnTo>
                  <a:lnTo>
                    <a:pt x="7190" y="8620"/>
                  </a:lnTo>
                  <a:lnTo>
                    <a:pt x="7006" y="8547"/>
                  </a:lnTo>
                  <a:lnTo>
                    <a:pt x="6823" y="8437"/>
                  </a:lnTo>
                  <a:lnTo>
                    <a:pt x="6676" y="8290"/>
                  </a:lnTo>
                  <a:lnTo>
                    <a:pt x="6419" y="7997"/>
                  </a:lnTo>
                  <a:lnTo>
                    <a:pt x="6199" y="7667"/>
                  </a:lnTo>
                  <a:lnTo>
                    <a:pt x="6053" y="7300"/>
                  </a:lnTo>
                  <a:lnTo>
                    <a:pt x="6016" y="6896"/>
                  </a:lnTo>
                  <a:lnTo>
                    <a:pt x="6016" y="6676"/>
                  </a:lnTo>
                  <a:lnTo>
                    <a:pt x="6053" y="6493"/>
                  </a:lnTo>
                  <a:lnTo>
                    <a:pt x="6089" y="6309"/>
                  </a:lnTo>
                  <a:lnTo>
                    <a:pt x="6163" y="6126"/>
                  </a:lnTo>
                  <a:lnTo>
                    <a:pt x="6273" y="5943"/>
                  </a:lnTo>
                  <a:lnTo>
                    <a:pt x="6383" y="5759"/>
                  </a:lnTo>
                  <a:lnTo>
                    <a:pt x="6566" y="5576"/>
                  </a:lnTo>
                  <a:lnTo>
                    <a:pt x="6786" y="5429"/>
                  </a:lnTo>
                  <a:close/>
                  <a:moveTo>
                    <a:pt x="3852" y="0"/>
                  </a:moveTo>
                  <a:lnTo>
                    <a:pt x="3522" y="37"/>
                  </a:lnTo>
                  <a:lnTo>
                    <a:pt x="3191" y="110"/>
                  </a:lnTo>
                  <a:lnTo>
                    <a:pt x="2898" y="257"/>
                  </a:lnTo>
                  <a:lnTo>
                    <a:pt x="2604" y="440"/>
                  </a:lnTo>
                  <a:lnTo>
                    <a:pt x="2348" y="660"/>
                  </a:lnTo>
                  <a:lnTo>
                    <a:pt x="2091" y="660"/>
                  </a:lnTo>
                  <a:lnTo>
                    <a:pt x="1871" y="734"/>
                  </a:lnTo>
                  <a:lnTo>
                    <a:pt x="1687" y="880"/>
                  </a:lnTo>
                  <a:lnTo>
                    <a:pt x="1541" y="1064"/>
                  </a:lnTo>
                  <a:lnTo>
                    <a:pt x="1394" y="1284"/>
                  </a:lnTo>
                  <a:lnTo>
                    <a:pt x="1321" y="1504"/>
                  </a:lnTo>
                  <a:lnTo>
                    <a:pt x="1137" y="1944"/>
                  </a:lnTo>
                  <a:lnTo>
                    <a:pt x="660" y="3522"/>
                  </a:lnTo>
                  <a:lnTo>
                    <a:pt x="404" y="4292"/>
                  </a:lnTo>
                  <a:lnTo>
                    <a:pt x="183" y="5062"/>
                  </a:lnTo>
                  <a:lnTo>
                    <a:pt x="37" y="5759"/>
                  </a:lnTo>
                  <a:lnTo>
                    <a:pt x="0" y="6126"/>
                  </a:lnTo>
                  <a:lnTo>
                    <a:pt x="0" y="6456"/>
                  </a:lnTo>
                  <a:lnTo>
                    <a:pt x="0" y="6786"/>
                  </a:lnTo>
                  <a:lnTo>
                    <a:pt x="73" y="7153"/>
                  </a:lnTo>
                  <a:lnTo>
                    <a:pt x="183" y="7483"/>
                  </a:lnTo>
                  <a:lnTo>
                    <a:pt x="330" y="7813"/>
                  </a:lnTo>
                  <a:lnTo>
                    <a:pt x="477" y="8033"/>
                  </a:lnTo>
                  <a:lnTo>
                    <a:pt x="660" y="8253"/>
                  </a:lnTo>
                  <a:lnTo>
                    <a:pt x="880" y="8474"/>
                  </a:lnTo>
                  <a:lnTo>
                    <a:pt x="1101" y="8657"/>
                  </a:lnTo>
                  <a:lnTo>
                    <a:pt x="1357" y="8767"/>
                  </a:lnTo>
                  <a:lnTo>
                    <a:pt x="1651" y="8877"/>
                  </a:lnTo>
                  <a:lnTo>
                    <a:pt x="1908" y="8914"/>
                  </a:lnTo>
                  <a:lnTo>
                    <a:pt x="2201" y="8950"/>
                  </a:lnTo>
                  <a:lnTo>
                    <a:pt x="2458" y="8914"/>
                  </a:lnTo>
                  <a:lnTo>
                    <a:pt x="2678" y="8840"/>
                  </a:lnTo>
                  <a:lnTo>
                    <a:pt x="2898" y="8730"/>
                  </a:lnTo>
                  <a:lnTo>
                    <a:pt x="3081" y="8620"/>
                  </a:lnTo>
                  <a:lnTo>
                    <a:pt x="3448" y="8290"/>
                  </a:lnTo>
                  <a:lnTo>
                    <a:pt x="3778" y="7923"/>
                  </a:lnTo>
                  <a:lnTo>
                    <a:pt x="3815" y="7960"/>
                  </a:lnTo>
                  <a:lnTo>
                    <a:pt x="3925" y="7960"/>
                  </a:lnTo>
                  <a:lnTo>
                    <a:pt x="4035" y="7887"/>
                  </a:lnTo>
                  <a:lnTo>
                    <a:pt x="4108" y="7813"/>
                  </a:lnTo>
                  <a:lnTo>
                    <a:pt x="4108" y="7740"/>
                  </a:lnTo>
                  <a:lnTo>
                    <a:pt x="4072" y="7593"/>
                  </a:lnTo>
                  <a:lnTo>
                    <a:pt x="4182" y="7446"/>
                  </a:lnTo>
                  <a:lnTo>
                    <a:pt x="4512" y="6896"/>
                  </a:lnTo>
                  <a:lnTo>
                    <a:pt x="4769" y="6309"/>
                  </a:lnTo>
                  <a:lnTo>
                    <a:pt x="5025" y="5722"/>
                  </a:lnTo>
                  <a:lnTo>
                    <a:pt x="5209" y="5099"/>
                  </a:lnTo>
                  <a:lnTo>
                    <a:pt x="5246" y="5062"/>
                  </a:lnTo>
                  <a:lnTo>
                    <a:pt x="5282" y="4989"/>
                  </a:lnTo>
                  <a:lnTo>
                    <a:pt x="5282" y="4915"/>
                  </a:lnTo>
                  <a:lnTo>
                    <a:pt x="5466" y="4292"/>
                  </a:lnTo>
                  <a:lnTo>
                    <a:pt x="5612" y="3632"/>
                  </a:lnTo>
                  <a:lnTo>
                    <a:pt x="5722" y="2971"/>
                  </a:lnTo>
                  <a:lnTo>
                    <a:pt x="5796" y="2311"/>
                  </a:lnTo>
                  <a:lnTo>
                    <a:pt x="5832" y="1981"/>
                  </a:lnTo>
                  <a:lnTo>
                    <a:pt x="5796" y="1651"/>
                  </a:lnTo>
                  <a:lnTo>
                    <a:pt x="5759" y="1357"/>
                  </a:lnTo>
                  <a:lnTo>
                    <a:pt x="5649" y="1064"/>
                  </a:lnTo>
                  <a:lnTo>
                    <a:pt x="5539" y="807"/>
                  </a:lnTo>
                  <a:lnTo>
                    <a:pt x="5356" y="587"/>
                  </a:lnTo>
                  <a:lnTo>
                    <a:pt x="5099" y="367"/>
                  </a:lnTo>
                  <a:lnTo>
                    <a:pt x="4842" y="184"/>
                  </a:lnTo>
                  <a:lnTo>
                    <a:pt x="4512" y="73"/>
                  </a:lnTo>
                  <a:lnTo>
                    <a:pt x="4182" y="0"/>
                  </a:lnTo>
                  <a:close/>
                  <a:moveTo>
                    <a:pt x="8730" y="3962"/>
                  </a:moveTo>
                  <a:lnTo>
                    <a:pt x="8584" y="4072"/>
                  </a:lnTo>
                  <a:lnTo>
                    <a:pt x="8437" y="4182"/>
                  </a:lnTo>
                  <a:lnTo>
                    <a:pt x="8327" y="4329"/>
                  </a:lnTo>
                  <a:lnTo>
                    <a:pt x="7887" y="4439"/>
                  </a:lnTo>
                  <a:lnTo>
                    <a:pt x="7336" y="4585"/>
                  </a:lnTo>
                  <a:lnTo>
                    <a:pt x="6786" y="4842"/>
                  </a:lnTo>
                  <a:lnTo>
                    <a:pt x="6566" y="4989"/>
                  </a:lnTo>
                  <a:lnTo>
                    <a:pt x="6309" y="5172"/>
                  </a:lnTo>
                  <a:lnTo>
                    <a:pt x="6089" y="5356"/>
                  </a:lnTo>
                  <a:lnTo>
                    <a:pt x="5906" y="5576"/>
                  </a:lnTo>
                  <a:lnTo>
                    <a:pt x="5759" y="5796"/>
                  </a:lnTo>
                  <a:lnTo>
                    <a:pt x="5612" y="6053"/>
                  </a:lnTo>
                  <a:lnTo>
                    <a:pt x="5539" y="6309"/>
                  </a:lnTo>
                  <a:lnTo>
                    <a:pt x="5502" y="6603"/>
                  </a:lnTo>
                  <a:lnTo>
                    <a:pt x="5466" y="6860"/>
                  </a:lnTo>
                  <a:lnTo>
                    <a:pt x="5502" y="7116"/>
                  </a:lnTo>
                  <a:lnTo>
                    <a:pt x="5539" y="7373"/>
                  </a:lnTo>
                  <a:lnTo>
                    <a:pt x="5612" y="7630"/>
                  </a:lnTo>
                  <a:lnTo>
                    <a:pt x="5722" y="7887"/>
                  </a:lnTo>
                  <a:lnTo>
                    <a:pt x="5869" y="8107"/>
                  </a:lnTo>
                  <a:lnTo>
                    <a:pt x="6016" y="8327"/>
                  </a:lnTo>
                  <a:lnTo>
                    <a:pt x="6199" y="8547"/>
                  </a:lnTo>
                  <a:lnTo>
                    <a:pt x="6419" y="8730"/>
                  </a:lnTo>
                  <a:lnTo>
                    <a:pt x="6639" y="8914"/>
                  </a:lnTo>
                  <a:lnTo>
                    <a:pt x="6860" y="9060"/>
                  </a:lnTo>
                  <a:lnTo>
                    <a:pt x="7116" y="9170"/>
                  </a:lnTo>
                  <a:lnTo>
                    <a:pt x="7410" y="9244"/>
                  </a:lnTo>
                  <a:lnTo>
                    <a:pt x="7703" y="9281"/>
                  </a:lnTo>
                  <a:lnTo>
                    <a:pt x="8033" y="9244"/>
                  </a:lnTo>
                  <a:lnTo>
                    <a:pt x="8327" y="9170"/>
                  </a:lnTo>
                  <a:lnTo>
                    <a:pt x="8620" y="9024"/>
                  </a:lnTo>
                  <a:lnTo>
                    <a:pt x="8877" y="8877"/>
                  </a:lnTo>
                  <a:lnTo>
                    <a:pt x="9391" y="8547"/>
                  </a:lnTo>
                  <a:lnTo>
                    <a:pt x="9611" y="8364"/>
                  </a:lnTo>
                  <a:lnTo>
                    <a:pt x="9794" y="8143"/>
                  </a:lnTo>
                  <a:lnTo>
                    <a:pt x="9977" y="7923"/>
                  </a:lnTo>
                  <a:lnTo>
                    <a:pt x="10161" y="7703"/>
                  </a:lnTo>
                  <a:lnTo>
                    <a:pt x="10418" y="7190"/>
                  </a:lnTo>
                  <a:lnTo>
                    <a:pt x="10638" y="6676"/>
                  </a:lnTo>
                  <a:lnTo>
                    <a:pt x="10711" y="6346"/>
                  </a:lnTo>
                  <a:lnTo>
                    <a:pt x="10748" y="6053"/>
                  </a:lnTo>
                  <a:lnTo>
                    <a:pt x="10748" y="5722"/>
                  </a:lnTo>
                  <a:lnTo>
                    <a:pt x="10711" y="5466"/>
                  </a:lnTo>
                  <a:lnTo>
                    <a:pt x="10601" y="5172"/>
                  </a:lnTo>
                  <a:lnTo>
                    <a:pt x="10454" y="4915"/>
                  </a:lnTo>
                  <a:lnTo>
                    <a:pt x="10271" y="4659"/>
                  </a:lnTo>
                  <a:lnTo>
                    <a:pt x="10051" y="4439"/>
                  </a:lnTo>
                  <a:lnTo>
                    <a:pt x="9794" y="4255"/>
                  </a:lnTo>
                  <a:lnTo>
                    <a:pt x="9537" y="4108"/>
                  </a:lnTo>
                  <a:lnTo>
                    <a:pt x="9244" y="3998"/>
                  </a:lnTo>
                  <a:lnTo>
                    <a:pt x="8950" y="3962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95" name="Google Shape;318;p5">
              <a:extLst>
                <a:ext uri="{FF2B5EF4-FFF2-40B4-BE49-F238E27FC236}">
                  <a16:creationId xmlns:a16="http://schemas.microsoft.com/office/drawing/2014/main" id="{1934CA72-314B-4C3F-8B41-BB80E20AC021}"/>
                </a:ext>
              </a:extLst>
            </p:cNvPr>
            <p:cNvSpPr/>
            <p:nvPr/>
          </p:nvSpPr>
          <p:spPr>
            <a:xfrm>
              <a:off x="6385050" y="4208725"/>
              <a:ext cx="422775" cy="298975"/>
            </a:xfrm>
            <a:custGeom>
              <a:avLst/>
              <a:gdLst/>
              <a:ahLst/>
              <a:cxnLst/>
              <a:rect l="l" t="t" r="r" b="b"/>
              <a:pathLst>
                <a:path w="16911" h="11959" extrusionOk="0">
                  <a:moveTo>
                    <a:pt x="12215" y="8951"/>
                  </a:moveTo>
                  <a:lnTo>
                    <a:pt x="12032" y="9098"/>
                  </a:lnTo>
                  <a:lnTo>
                    <a:pt x="11848" y="9244"/>
                  </a:lnTo>
                  <a:lnTo>
                    <a:pt x="11408" y="9538"/>
                  </a:lnTo>
                  <a:lnTo>
                    <a:pt x="11005" y="9685"/>
                  </a:lnTo>
                  <a:lnTo>
                    <a:pt x="10638" y="9868"/>
                  </a:lnTo>
                  <a:lnTo>
                    <a:pt x="10124" y="10051"/>
                  </a:lnTo>
                  <a:lnTo>
                    <a:pt x="9977" y="10125"/>
                  </a:lnTo>
                  <a:lnTo>
                    <a:pt x="9794" y="10161"/>
                  </a:lnTo>
                  <a:lnTo>
                    <a:pt x="9904" y="9978"/>
                  </a:lnTo>
                  <a:lnTo>
                    <a:pt x="10051" y="9795"/>
                  </a:lnTo>
                  <a:lnTo>
                    <a:pt x="10344" y="9758"/>
                  </a:lnTo>
                  <a:lnTo>
                    <a:pt x="10601" y="9648"/>
                  </a:lnTo>
                  <a:lnTo>
                    <a:pt x="10858" y="9538"/>
                  </a:lnTo>
                  <a:lnTo>
                    <a:pt x="11115" y="9354"/>
                  </a:lnTo>
                  <a:lnTo>
                    <a:pt x="11335" y="9171"/>
                  </a:lnTo>
                  <a:lnTo>
                    <a:pt x="11371" y="9061"/>
                  </a:lnTo>
                  <a:lnTo>
                    <a:pt x="11445" y="9061"/>
                  </a:lnTo>
                  <a:lnTo>
                    <a:pt x="11481" y="9024"/>
                  </a:lnTo>
                  <a:lnTo>
                    <a:pt x="11848" y="8951"/>
                  </a:lnTo>
                  <a:close/>
                  <a:moveTo>
                    <a:pt x="12619" y="8988"/>
                  </a:moveTo>
                  <a:lnTo>
                    <a:pt x="12839" y="9061"/>
                  </a:lnTo>
                  <a:lnTo>
                    <a:pt x="12839" y="9171"/>
                  </a:lnTo>
                  <a:lnTo>
                    <a:pt x="12215" y="9685"/>
                  </a:lnTo>
                  <a:lnTo>
                    <a:pt x="11518" y="10125"/>
                  </a:lnTo>
                  <a:lnTo>
                    <a:pt x="11115" y="10345"/>
                  </a:lnTo>
                  <a:lnTo>
                    <a:pt x="10711" y="10528"/>
                  </a:lnTo>
                  <a:lnTo>
                    <a:pt x="10308" y="10712"/>
                  </a:lnTo>
                  <a:lnTo>
                    <a:pt x="9904" y="10932"/>
                  </a:lnTo>
                  <a:lnTo>
                    <a:pt x="9831" y="10822"/>
                  </a:lnTo>
                  <a:lnTo>
                    <a:pt x="9794" y="10712"/>
                  </a:lnTo>
                  <a:lnTo>
                    <a:pt x="9757" y="10455"/>
                  </a:lnTo>
                  <a:lnTo>
                    <a:pt x="9904" y="10455"/>
                  </a:lnTo>
                  <a:lnTo>
                    <a:pt x="10051" y="10381"/>
                  </a:lnTo>
                  <a:lnTo>
                    <a:pt x="10344" y="10271"/>
                  </a:lnTo>
                  <a:lnTo>
                    <a:pt x="11078" y="10015"/>
                  </a:lnTo>
                  <a:lnTo>
                    <a:pt x="11481" y="9831"/>
                  </a:lnTo>
                  <a:lnTo>
                    <a:pt x="11922" y="9611"/>
                  </a:lnTo>
                  <a:lnTo>
                    <a:pt x="12288" y="9318"/>
                  </a:lnTo>
                  <a:lnTo>
                    <a:pt x="12435" y="9171"/>
                  </a:lnTo>
                  <a:lnTo>
                    <a:pt x="12619" y="8988"/>
                  </a:lnTo>
                  <a:close/>
                  <a:moveTo>
                    <a:pt x="9464" y="514"/>
                  </a:moveTo>
                  <a:lnTo>
                    <a:pt x="9721" y="551"/>
                  </a:lnTo>
                  <a:lnTo>
                    <a:pt x="9941" y="588"/>
                  </a:lnTo>
                  <a:lnTo>
                    <a:pt x="10161" y="661"/>
                  </a:lnTo>
                  <a:lnTo>
                    <a:pt x="10344" y="771"/>
                  </a:lnTo>
                  <a:lnTo>
                    <a:pt x="10491" y="918"/>
                  </a:lnTo>
                  <a:lnTo>
                    <a:pt x="10564" y="1101"/>
                  </a:lnTo>
                  <a:lnTo>
                    <a:pt x="10601" y="1101"/>
                  </a:lnTo>
                  <a:lnTo>
                    <a:pt x="10528" y="1211"/>
                  </a:lnTo>
                  <a:lnTo>
                    <a:pt x="10528" y="1321"/>
                  </a:lnTo>
                  <a:lnTo>
                    <a:pt x="10564" y="1615"/>
                  </a:lnTo>
                  <a:lnTo>
                    <a:pt x="10638" y="1871"/>
                  </a:lnTo>
                  <a:lnTo>
                    <a:pt x="10748" y="2091"/>
                  </a:lnTo>
                  <a:lnTo>
                    <a:pt x="10931" y="2348"/>
                  </a:lnTo>
                  <a:lnTo>
                    <a:pt x="11005" y="2495"/>
                  </a:lnTo>
                  <a:lnTo>
                    <a:pt x="11041" y="2678"/>
                  </a:lnTo>
                  <a:lnTo>
                    <a:pt x="11041" y="2752"/>
                  </a:lnTo>
                  <a:lnTo>
                    <a:pt x="11005" y="2788"/>
                  </a:lnTo>
                  <a:lnTo>
                    <a:pt x="10931" y="2788"/>
                  </a:lnTo>
                  <a:lnTo>
                    <a:pt x="10858" y="2752"/>
                  </a:lnTo>
                  <a:lnTo>
                    <a:pt x="10784" y="2642"/>
                  </a:lnTo>
                  <a:lnTo>
                    <a:pt x="10674" y="2312"/>
                  </a:lnTo>
                  <a:lnTo>
                    <a:pt x="10601" y="2128"/>
                  </a:lnTo>
                  <a:lnTo>
                    <a:pt x="10491" y="1981"/>
                  </a:lnTo>
                  <a:lnTo>
                    <a:pt x="10381" y="1798"/>
                  </a:lnTo>
                  <a:lnTo>
                    <a:pt x="10234" y="1651"/>
                  </a:lnTo>
                  <a:lnTo>
                    <a:pt x="10088" y="1541"/>
                  </a:lnTo>
                  <a:lnTo>
                    <a:pt x="9904" y="1431"/>
                  </a:lnTo>
                  <a:lnTo>
                    <a:pt x="9721" y="1358"/>
                  </a:lnTo>
                  <a:lnTo>
                    <a:pt x="9537" y="1321"/>
                  </a:lnTo>
                  <a:lnTo>
                    <a:pt x="9134" y="1321"/>
                  </a:lnTo>
                  <a:lnTo>
                    <a:pt x="8950" y="1358"/>
                  </a:lnTo>
                  <a:lnTo>
                    <a:pt x="8767" y="1431"/>
                  </a:lnTo>
                  <a:lnTo>
                    <a:pt x="8694" y="1468"/>
                  </a:lnTo>
                  <a:lnTo>
                    <a:pt x="8657" y="1505"/>
                  </a:lnTo>
                  <a:lnTo>
                    <a:pt x="8694" y="1615"/>
                  </a:lnTo>
                  <a:lnTo>
                    <a:pt x="8767" y="1688"/>
                  </a:lnTo>
                  <a:lnTo>
                    <a:pt x="8804" y="1725"/>
                  </a:lnTo>
                  <a:lnTo>
                    <a:pt x="8877" y="1725"/>
                  </a:lnTo>
                  <a:lnTo>
                    <a:pt x="9097" y="1688"/>
                  </a:lnTo>
                  <a:lnTo>
                    <a:pt x="9281" y="1688"/>
                  </a:lnTo>
                  <a:lnTo>
                    <a:pt x="9501" y="1725"/>
                  </a:lnTo>
                  <a:lnTo>
                    <a:pt x="9684" y="1798"/>
                  </a:lnTo>
                  <a:lnTo>
                    <a:pt x="9867" y="1871"/>
                  </a:lnTo>
                  <a:lnTo>
                    <a:pt x="10014" y="2018"/>
                  </a:lnTo>
                  <a:lnTo>
                    <a:pt x="10161" y="2165"/>
                  </a:lnTo>
                  <a:lnTo>
                    <a:pt x="10271" y="2348"/>
                  </a:lnTo>
                  <a:lnTo>
                    <a:pt x="10418" y="2788"/>
                  </a:lnTo>
                  <a:lnTo>
                    <a:pt x="10528" y="2972"/>
                  </a:lnTo>
                  <a:lnTo>
                    <a:pt x="10638" y="3119"/>
                  </a:lnTo>
                  <a:lnTo>
                    <a:pt x="10528" y="3192"/>
                  </a:lnTo>
                  <a:lnTo>
                    <a:pt x="10308" y="3375"/>
                  </a:lnTo>
                  <a:lnTo>
                    <a:pt x="10088" y="3595"/>
                  </a:lnTo>
                  <a:lnTo>
                    <a:pt x="9904" y="3816"/>
                  </a:lnTo>
                  <a:lnTo>
                    <a:pt x="9794" y="4072"/>
                  </a:lnTo>
                  <a:lnTo>
                    <a:pt x="9721" y="4292"/>
                  </a:lnTo>
                  <a:lnTo>
                    <a:pt x="9684" y="4512"/>
                  </a:lnTo>
                  <a:lnTo>
                    <a:pt x="9721" y="4733"/>
                  </a:lnTo>
                  <a:lnTo>
                    <a:pt x="9757" y="4953"/>
                  </a:lnTo>
                  <a:lnTo>
                    <a:pt x="9867" y="5136"/>
                  </a:lnTo>
                  <a:lnTo>
                    <a:pt x="10014" y="5283"/>
                  </a:lnTo>
                  <a:lnTo>
                    <a:pt x="10198" y="5429"/>
                  </a:lnTo>
                  <a:lnTo>
                    <a:pt x="10418" y="5503"/>
                  </a:lnTo>
                  <a:lnTo>
                    <a:pt x="10638" y="5576"/>
                  </a:lnTo>
                  <a:lnTo>
                    <a:pt x="10895" y="5540"/>
                  </a:lnTo>
                  <a:lnTo>
                    <a:pt x="11151" y="5503"/>
                  </a:lnTo>
                  <a:lnTo>
                    <a:pt x="11371" y="5393"/>
                  </a:lnTo>
                  <a:lnTo>
                    <a:pt x="12032" y="5063"/>
                  </a:lnTo>
                  <a:lnTo>
                    <a:pt x="12692" y="4659"/>
                  </a:lnTo>
                  <a:lnTo>
                    <a:pt x="12729" y="4586"/>
                  </a:lnTo>
                  <a:lnTo>
                    <a:pt x="12765" y="4512"/>
                  </a:lnTo>
                  <a:lnTo>
                    <a:pt x="12765" y="4439"/>
                  </a:lnTo>
                  <a:lnTo>
                    <a:pt x="12729" y="4402"/>
                  </a:lnTo>
                  <a:lnTo>
                    <a:pt x="12692" y="4329"/>
                  </a:lnTo>
                  <a:lnTo>
                    <a:pt x="12619" y="4292"/>
                  </a:lnTo>
                  <a:lnTo>
                    <a:pt x="12472" y="4292"/>
                  </a:lnTo>
                  <a:lnTo>
                    <a:pt x="12032" y="4549"/>
                  </a:lnTo>
                  <a:lnTo>
                    <a:pt x="11591" y="4843"/>
                  </a:lnTo>
                  <a:lnTo>
                    <a:pt x="11371" y="4953"/>
                  </a:lnTo>
                  <a:lnTo>
                    <a:pt x="11151" y="5063"/>
                  </a:lnTo>
                  <a:lnTo>
                    <a:pt x="10895" y="5136"/>
                  </a:lnTo>
                  <a:lnTo>
                    <a:pt x="10528" y="5136"/>
                  </a:lnTo>
                  <a:lnTo>
                    <a:pt x="10418" y="5099"/>
                  </a:lnTo>
                  <a:lnTo>
                    <a:pt x="10308" y="5026"/>
                  </a:lnTo>
                  <a:lnTo>
                    <a:pt x="10234" y="4953"/>
                  </a:lnTo>
                  <a:lnTo>
                    <a:pt x="10161" y="4843"/>
                  </a:lnTo>
                  <a:lnTo>
                    <a:pt x="10124" y="4733"/>
                  </a:lnTo>
                  <a:lnTo>
                    <a:pt x="10088" y="4476"/>
                  </a:lnTo>
                  <a:lnTo>
                    <a:pt x="10124" y="4366"/>
                  </a:lnTo>
                  <a:lnTo>
                    <a:pt x="10161" y="4219"/>
                  </a:lnTo>
                  <a:lnTo>
                    <a:pt x="10271" y="3999"/>
                  </a:lnTo>
                  <a:lnTo>
                    <a:pt x="10454" y="3816"/>
                  </a:lnTo>
                  <a:lnTo>
                    <a:pt x="10674" y="3632"/>
                  </a:lnTo>
                  <a:lnTo>
                    <a:pt x="10968" y="3375"/>
                  </a:lnTo>
                  <a:lnTo>
                    <a:pt x="11225" y="3119"/>
                  </a:lnTo>
                  <a:lnTo>
                    <a:pt x="11335" y="2972"/>
                  </a:lnTo>
                  <a:lnTo>
                    <a:pt x="11408" y="2825"/>
                  </a:lnTo>
                  <a:lnTo>
                    <a:pt x="11408" y="2642"/>
                  </a:lnTo>
                  <a:lnTo>
                    <a:pt x="11408" y="2422"/>
                  </a:lnTo>
                  <a:lnTo>
                    <a:pt x="11335" y="2275"/>
                  </a:lnTo>
                  <a:lnTo>
                    <a:pt x="11261" y="2165"/>
                  </a:lnTo>
                  <a:lnTo>
                    <a:pt x="11078" y="1871"/>
                  </a:lnTo>
                  <a:lnTo>
                    <a:pt x="10895" y="1578"/>
                  </a:lnTo>
                  <a:lnTo>
                    <a:pt x="10821" y="1431"/>
                  </a:lnTo>
                  <a:lnTo>
                    <a:pt x="10821" y="1284"/>
                  </a:lnTo>
                  <a:lnTo>
                    <a:pt x="10895" y="1248"/>
                  </a:lnTo>
                  <a:lnTo>
                    <a:pt x="11298" y="1138"/>
                  </a:lnTo>
                  <a:lnTo>
                    <a:pt x="11702" y="1028"/>
                  </a:lnTo>
                  <a:lnTo>
                    <a:pt x="12142" y="954"/>
                  </a:lnTo>
                  <a:lnTo>
                    <a:pt x="12582" y="918"/>
                  </a:lnTo>
                  <a:lnTo>
                    <a:pt x="12802" y="954"/>
                  </a:lnTo>
                  <a:lnTo>
                    <a:pt x="13022" y="1028"/>
                  </a:lnTo>
                  <a:lnTo>
                    <a:pt x="13205" y="1101"/>
                  </a:lnTo>
                  <a:lnTo>
                    <a:pt x="13352" y="1211"/>
                  </a:lnTo>
                  <a:lnTo>
                    <a:pt x="13499" y="1358"/>
                  </a:lnTo>
                  <a:lnTo>
                    <a:pt x="13609" y="1505"/>
                  </a:lnTo>
                  <a:lnTo>
                    <a:pt x="13829" y="1908"/>
                  </a:lnTo>
                  <a:lnTo>
                    <a:pt x="14012" y="2202"/>
                  </a:lnTo>
                  <a:lnTo>
                    <a:pt x="13866" y="2422"/>
                  </a:lnTo>
                  <a:lnTo>
                    <a:pt x="13682" y="2568"/>
                  </a:lnTo>
                  <a:lnTo>
                    <a:pt x="13499" y="2678"/>
                  </a:lnTo>
                  <a:lnTo>
                    <a:pt x="13279" y="2788"/>
                  </a:lnTo>
                  <a:lnTo>
                    <a:pt x="12839" y="2935"/>
                  </a:lnTo>
                  <a:lnTo>
                    <a:pt x="12362" y="3082"/>
                  </a:lnTo>
                  <a:lnTo>
                    <a:pt x="11995" y="3229"/>
                  </a:lnTo>
                  <a:lnTo>
                    <a:pt x="11518" y="3449"/>
                  </a:lnTo>
                  <a:lnTo>
                    <a:pt x="11298" y="3559"/>
                  </a:lnTo>
                  <a:lnTo>
                    <a:pt x="11151" y="3742"/>
                  </a:lnTo>
                  <a:lnTo>
                    <a:pt x="11041" y="3889"/>
                  </a:lnTo>
                  <a:lnTo>
                    <a:pt x="11005" y="3999"/>
                  </a:lnTo>
                  <a:lnTo>
                    <a:pt x="11005" y="4109"/>
                  </a:lnTo>
                  <a:lnTo>
                    <a:pt x="11005" y="4182"/>
                  </a:lnTo>
                  <a:lnTo>
                    <a:pt x="11041" y="4256"/>
                  </a:lnTo>
                  <a:lnTo>
                    <a:pt x="11115" y="4292"/>
                  </a:lnTo>
                  <a:lnTo>
                    <a:pt x="11335" y="4292"/>
                  </a:lnTo>
                  <a:lnTo>
                    <a:pt x="11371" y="4219"/>
                  </a:lnTo>
                  <a:lnTo>
                    <a:pt x="11408" y="4146"/>
                  </a:lnTo>
                  <a:lnTo>
                    <a:pt x="11445" y="4072"/>
                  </a:lnTo>
                  <a:lnTo>
                    <a:pt x="11555" y="3962"/>
                  </a:lnTo>
                  <a:lnTo>
                    <a:pt x="11775" y="3816"/>
                  </a:lnTo>
                  <a:lnTo>
                    <a:pt x="12068" y="3669"/>
                  </a:lnTo>
                  <a:lnTo>
                    <a:pt x="12288" y="3595"/>
                  </a:lnTo>
                  <a:lnTo>
                    <a:pt x="12802" y="3412"/>
                  </a:lnTo>
                  <a:lnTo>
                    <a:pt x="13279" y="3229"/>
                  </a:lnTo>
                  <a:lnTo>
                    <a:pt x="13572" y="3119"/>
                  </a:lnTo>
                  <a:lnTo>
                    <a:pt x="13866" y="2972"/>
                  </a:lnTo>
                  <a:lnTo>
                    <a:pt x="14086" y="2752"/>
                  </a:lnTo>
                  <a:lnTo>
                    <a:pt x="14159" y="2642"/>
                  </a:lnTo>
                  <a:lnTo>
                    <a:pt x="14233" y="2495"/>
                  </a:lnTo>
                  <a:lnTo>
                    <a:pt x="14306" y="2568"/>
                  </a:lnTo>
                  <a:lnTo>
                    <a:pt x="14489" y="2715"/>
                  </a:lnTo>
                  <a:lnTo>
                    <a:pt x="14673" y="2788"/>
                  </a:lnTo>
                  <a:lnTo>
                    <a:pt x="14893" y="2898"/>
                  </a:lnTo>
                  <a:lnTo>
                    <a:pt x="15076" y="3009"/>
                  </a:lnTo>
                  <a:lnTo>
                    <a:pt x="15296" y="3192"/>
                  </a:lnTo>
                  <a:lnTo>
                    <a:pt x="15480" y="3449"/>
                  </a:lnTo>
                  <a:lnTo>
                    <a:pt x="15626" y="3705"/>
                  </a:lnTo>
                  <a:lnTo>
                    <a:pt x="15700" y="3999"/>
                  </a:lnTo>
                  <a:lnTo>
                    <a:pt x="15480" y="4366"/>
                  </a:lnTo>
                  <a:lnTo>
                    <a:pt x="15370" y="4549"/>
                  </a:lnTo>
                  <a:lnTo>
                    <a:pt x="15186" y="4696"/>
                  </a:lnTo>
                  <a:lnTo>
                    <a:pt x="14966" y="4879"/>
                  </a:lnTo>
                  <a:lnTo>
                    <a:pt x="14709" y="5063"/>
                  </a:lnTo>
                  <a:lnTo>
                    <a:pt x="14416" y="5173"/>
                  </a:lnTo>
                  <a:lnTo>
                    <a:pt x="14123" y="5283"/>
                  </a:lnTo>
                  <a:lnTo>
                    <a:pt x="13572" y="5429"/>
                  </a:lnTo>
                  <a:lnTo>
                    <a:pt x="13022" y="5613"/>
                  </a:lnTo>
                  <a:lnTo>
                    <a:pt x="12765" y="5723"/>
                  </a:lnTo>
                  <a:lnTo>
                    <a:pt x="12509" y="5870"/>
                  </a:lnTo>
                  <a:lnTo>
                    <a:pt x="12288" y="6016"/>
                  </a:lnTo>
                  <a:lnTo>
                    <a:pt x="12105" y="6236"/>
                  </a:lnTo>
                  <a:lnTo>
                    <a:pt x="11958" y="6420"/>
                  </a:lnTo>
                  <a:lnTo>
                    <a:pt x="11922" y="6640"/>
                  </a:lnTo>
                  <a:lnTo>
                    <a:pt x="11922" y="6823"/>
                  </a:lnTo>
                  <a:lnTo>
                    <a:pt x="11958" y="7007"/>
                  </a:lnTo>
                  <a:lnTo>
                    <a:pt x="12032" y="7154"/>
                  </a:lnTo>
                  <a:lnTo>
                    <a:pt x="12178" y="7300"/>
                  </a:lnTo>
                  <a:lnTo>
                    <a:pt x="12325" y="7410"/>
                  </a:lnTo>
                  <a:lnTo>
                    <a:pt x="12545" y="7520"/>
                  </a:lnTo>
                  <a:lnTo>
                    <a:pt x="12765" y="7557"/>
                  </a:lnTo>
                  <a:lnTo>
                    <a:pt x="12985" y="7557"/>
                  </a:lnTo>
                  <a:lnTo>
                    <a:pt x="13205" y="7520"/>
                  </a:lnTo>
                  <a:lnTo>
                    <a:pt x="13426" y="7484"/>
                  </a:lnTo>
                  <a:lnTo>
                    <a:pt x="13682" y="7410"/>
                  </a:lnTo>
                  <a:lnTo>
                    <a:pt x="13976" y="7300"/>
                  </a:lnTo>
                  <a:lnTo>
                    <a:pt x="14196" y="7154"/>
                  </a:lnTo>
                  <a:lnTo>
                    <a:pt x="14306" y="7043"/>
                  </a:lnTo>
                  <a:lnTo>
                    <a:pt x="14343" y="6970"/>
                  </a:lnTo>
                  <a:lnTo>
                    <a:pt x="14379" y="6823"/>
                  </a:lnTo>
                  <a:lnTo>
                    <a:pt x="14343" y="6787"/>
                  </a:lnTo>
                  <a:lnTo>
                    <a:pt x="14269" y="6750"/>
                  </a:lnTo>
                  <a:lnTo>
                    <a:pt x="14086" y="6750"/>
                  </a:lnTo>
                  <a:lnTo>
                    <a:pt x="13902" y="6823"/>
                  </a:lnTo>
                  <a:lnTo>
                    <a:pt x="13536" y="6970"/>
                  </a:lnTo>
                  <a:lnTo>
                    <a:pt x="13316" y="7043"/>
                  </a:lnTo>
                  <a:lnTo>
                    <a:pt x="13095" y="7080"/>
                  </a:lnTo>
                  <a:lnTo>
                    <a:pt x="12655" y="7080"/>
                  </a:lnTo>
                  <a:lnTo>
                    <a:pt x="12509" y="7007"/>
                  </a:lnTo>
                  <a:lnTo>
                    <a:pt x="12435" y="6933"/>
                  </a:lnTo>
                  <a:lnTo>
                    <a:pt x="12362" y="6823"/>
                  </a:lnTo>
                  <a:lnTo>
                    <a:pt x="12362" y="6713"/>
                  </a:lnTo>
                  <a:lnTo>
                    <a:pt x="12398" y="6603"/>
                  </a:lnTo>
                  <a:lnTo>
                    <a:pt x="12472" y="6493"/>
                  </a:lnTo>
                  <a:lnTo>
                    <a:pt x="12655" y="6310"/>
                  </a:lnTo>
                  <a:lnTo>
                    <a:pt x="12875" y="6163"/>
                  </a:lnTo>
                  <a:lnTo>
                    <a:pt x="13132" y="6053"/>
                  </a:lnTo>
                  <a:lnTo>
                    <a:pt x="13609" y="5906"/>
                  </a:lnTo>
                  <a:lnTo>
                    <a:pt x="14453" y="5613"/>
                  </a:lnTo>
                  <a:lnTo>
                    <a:pt x="14893" y="5429"/>
                  </a:lnTo>
                  <a:lnTo>
                    <a:pt x="15076" y="5319"/>
                  </a:lnTo>
                  <a:lnTo>
                    <a:pt x="15260" y="5173"/>
                  </a:lnTo>
                  <a:lnTo>
                    <a:pt x="15516" y="4953"/>
                  </a:lnTo>
                  <a:lnTo>
                    <a:pt x="15736" y="4659"/>
                  </a:lnTo>
                  <a:lnTo>
                    <a:pt x="15736" y="4696"/>
                  </a:lnTo>
                  <a:lnTo>
                    <a:pt x="15700" y="4806"/>
                  </a:lnTo>
                  <a:lnTo>
                    <a:pt x="15773" y="4916"/>
                  </a:lnTo>
                  <a:lnTo>
                    <a:pt x="15847" y="4989"/>
                  </a:lnTo>
                  <a:lnTo>
                    <a:pt x="15957" y="5026"/>
                  </a:lnTo>
                  <a:lnTo>
                    <a:pt x="16103" y="5063"/>
                  </a:lnTo>
                  <a:lnTo>
                    <a:pt x="16177" y="5099"/>
                  </a:lnTo>
                  <a:lnTo>
                    <a:pt x="16250" y="5209"/>
                  </a:lnTo>
                  <a:lnTo>
                    <a:pt x="16323" y="5356"/>
                  </a:lnTo>
                  <a:lnTo>
                    <a:pt x="16140" y="5393"/>
                  </a:lnTo>
                  <a:lnTo>
                    <a:pt x="15920" y="5466"/>
                  </a:lnTo>
                  <a:lnTo>
                    <a:pt x="15553" y="5650"/>
                  </a:lnTo>
                  <a:lnTo>
                    <a:pt x="15003" y="5833"/>
                  </a:lnTo>
                  <a:lnTo>
                    <a:pt x="14783" y="5906"/>
                  </a:lnTo>
                  <a:lnTo>
                    <a:pt x="14709" y="5980"/>
                  </a:lnTo>
                  <a:lnTo>
                    <a:pt x="14636" y="6090"/>
                  </a:lnTo>
                  <a:lnTo>
                    <a:pt x="14599" y="6163"/>
                  </a:lnTo>
                  <a:lnTo>
                    <a:pt x="14673" y="6273"/>
                  </a:lnTo>
                  <a:lnTo>
                    <a:pt x="14783" y="6310"/>
                  </a:lnTo>
                  <a:lnTo>
                    <a:pt x="14893" y="6310"/>
                  </a:lnTo>
                  <a:lnTo>
                    <a:pt x="15150" y="6273"/>
                  </a:lnTo>
                  <a:lnTo>
                    <a:pt x="15406" y="6163"/>
                  </a:lnTo>
                  <a:lnTo>
                    <a:pt x="15626" y="6053"/>
                  </a:lnTo>
                  <a:lnTo>
                    <a:pt x="16030" y="5870"/>
                  </a:lnTo>
                  <a:lnTo>
                    <a:pt x="16213" y="5723"/>
                  </a:lnTo>
                  <a:lnTo>
                    <a:pt x="16397" y="5576"/>
                  </a:lnTo>
                  <a:lnTo>
                    <a:pt x="16397" y="5833"/>
                  </a:lnTo>
                  <a:lnTo>
                    <a:pt x="16397" y="6090"/>
                  </a:lnTo>
                  <a:lnTo>
                    <a:pt x="16397" y="6493"/>
                  </a:lnTo>
                  <a:lnTo>
                    <a:pt x="16397" y="6567"/>
                  </a:lnTo>
                  <a:lnTo>
                    <a:pt x="16323" y="6603"/>
                  </a:lnTo>
                  <a:lnTo>
                    <a:pt x="16177" y="6933"/>
                  </a:lnTo>
                  <a:lnTo>
                    <a:pt x="16067" y="7264"/>
                  </a:lnTo>
                  <a:lnTo>
                    <a:pt x="15076" y="7264"/>
                  </a:lnTo>
                  <a:lnTo>
                    <a:pt x="14783" y="7300"/>
                  </a:lnTo>
                  <a:lnTo>
                    <a:pt x="14526" y="7410"/>
                  </a:lnTo>
                  <a:lnTo>
                    <a:pt x="14343" y="7594"/>
                  </a:lnTo>
                  <a:lnTo>
                    <a:pt x="14196" y="7814"/>
                  </a:lnTo>
                  <a:lnTo>
                    <a:pt x="14086" y="8034"/>
                  </a:lnTo>
                  <a:lnTo>
                    <a:pt x="14049" y="8181"/>
                  </a:lnTo>
                  <a:lnTo>
                    <a:pt x="14012" y="8327"/>
                  </a:lnTo>
                  <a:lnTo>
                    <a:pt x="14049" y="8584"/>
                  </a:lnTo>
                  <a:lnTo>
                    <a:pt x="14159" y="8841"/>
                  </a:lnTo>
                  <a:lnTo>
                    <a:pt x="14306" y="9098"/>
                  </a:lnTo>
                  <a:lnTo>
                    <a:pt x="14489" y="9318"/>
                  </a:lnTo>
                  <a:lnTo>
                    <a:pt x="14673" y="9538"/>
                  </a:lnTo>
                  <a:lnTo>
                    <a:pt x="14856" y="9758"/>
                  </a:lnTo>
                  <a:lnTo>
                    <a:pt x="15003" y="9831"/>
                  </a:lnTo>
                  <a:lnTo>
                    <a:pt x="15150" y="9868"/>
                  </a:lnTo>
                  <a:lnTo>
                    <a:pt x="15223" y="9831"/>
                  </a:lnTo>
                  <a:lnTo>
                    <a:pt x="15260" y="9758"/>
                  </a:lnTo>
                  <a:lnTo>
                    <a:pt x="15260" y="9685"/>
                  </a:lnTo>
                  <a:lnTo>
                    <a:pt x="15260" y="9574"/>
                  </a:lnTo>
                  <a:lnTo>
                    <a:pt x="15150" y="9428"/>
                  </a:lnTo>
                  <a:lnTo>
                    <a:pt x="14893" y="9134"/>
                  </a:lnTo>
                  <a:lnTo>
                    <a:pt x="14709" y="8951"/>
                  </a:lnTo>
                  <a:lnTo>
                    <a:pt x="14563" y="8731"/>
                  </a:lnTo>
                  <a:lnTo>
                    <a:pt x="14489" y="8511"/>
                  </a:lnTo>
                  <a:lnTo>
                    <a:pt x="14453" y="8364"/>
                  </a:lnTo>
                  <a:lnTo>
                    <a:pt x="14453" y="8254"/>
                  </a:lnTo>
                  <a:lnTo>
                    <a:pt x="14489" y="8107"/>
                  </a:lnTo>
                  <a:lnTo>
                    <a:pt x="14563" y="7997"/>
                  </a:lnTo>
                  <a:lnTo>
                    <a:pt x="14673" y="7850"/>
                  </a:lnTo>
                  <a:lnTo>
                    <a:pt x="14893" y="7740"/>
                  </a:lnTo>
                  <a:lnTo>
                    <a:pt x="15113" y="7667"/>
                  </a:lnTo>
                  <a:lnTo>
                    <a:pt x="15333" y="7630"/>
                  </a:lnTo>
                  <a:lnTo>
                    <a:pt x="16103" y="7630"/>
                  </a:lnTo>
                  <a:lnTo>
                    <a:pt x="15993" y="7850"/>
                  </a:lnTo>
                  <a:lnTo>
                    <a:pt x="15957" y="7961"/>
                  </a:lnTo>
                  <a:lnTo>
                    <a:pt x="15993" y="8107"/>
                  </a:lnTo>
                  <a:lnTo>
                    <a:pt x="16030" y="8327"/>
                  </a:lnTo>
                  <a:lnTo>
                    <a:pt x="16030" y="8584"/>
                  </a:lnTo>
                  <a:lnTo>
                    <a:pt x="16030" y="8804"/>
                  </a:lnTo>
                  <a:lnTo>
                    <a:pt x="15993" y="9024"/>
                  </a:lnTo>
                  <a:lnTo>
                    <a:pt x="15920" y="8841"/>
                  </a:lnTo>
                  <a:lnTo>
                    <a:pt x="15847" y="8694"/>
                  </a:lnTo>
                  <a:lnTo>
                    <a:pt x="15736" y="8511"/>
                  </a:lnTo>
                  <a:lnTo>
                    <a:pt x="15590" y="8364"/>
                  </a:lnTo>
                  <a:lnTo>
                    <a:pt x="15516" y="8327"/>
                  </a:lnTo>
                  <a:lnTo>
                    <a:pt x="15370" y="8327"/>
                  </a:lnTo>
                  <a:lnTo>
                    <a:pt x="15296" y="8364"/>
                  </a:lnTo>
                  <a:lnTo>
                    <a:pt x="15260" y="8437"/>
                  </a:lnTo>
                  <a:lnTo>
                    <a:pt x="15260" y="8511"/>
                  </a:lnTo>
                  <a:lnTo>
                    <a:pt x="15260" y="8584"/>
                  </a:lnTo>
                  <a:lnTo>
                    <a:pt x="15296" y="8657"/>
                  </a:lnTo>
                  <a:lnTo>
                    <a:pt x="15480" y="8914"/>
                  </a:lnTo>
                  <a:lnTo>
                    <a:pt x="15590" y="9171"/>
                  </a:lnTo>
                  <a:lnTo>
                    <a:pt x="15626" y="9464"/>
                  </a:lnTo>
                  <a:lnTo>
                    <a:pt x="15590" y="9795"/>
                  </a:lnTo>
                  <a:lnTo>
                    <a:pt x="15590" y="9868"/>
                  </a:lnTo>
                  <a:lnTo>
                    <a:pt x="15626" y="9978"/>
                  </a:lnTo>
                  <a:lnTo>
                    <a:pt x="15370" y="10308"/>
                  </a:lnTo>
                  <a:lnTo>
                    <a:pt x="15040" y="10638"/>
                  </a:lnTo>
                  <a:lnTo>
                    <a:pt x="14893" y="10748"/>
                  </a:lnTo>
                  <a:lnTo>
                    <a:pt x="14673" y="10895"/>
                  </a:lnTo>
                  <a:lnTo>
                    <a:pt x="14269" y="11042"/>
                  </a:lnTo>
                  <a:lnTo>
                    <a:pt x="14306" y="10968"/>
                  </a:lnTo>
                  <a:lnTo>
                    <a:pt x="14343" y="10638"/>
                  </a:lnTo>
                  <a:lnTo>
                    <a:pt x="14306" y="10345"/>
                  </a:lnTo>
                  <a:lnTo>
                    <a:pt x="14233" y="10015"/>
                  </a:lnTo>
                  <a:lnTo>
                    <a:pt x="14086" y="9721"/>
                  </a:lnTo>
                  <a:lnTo>
                    <a:pt x="13902" y="9428"/>
                  </a:lnTo>
                  <a:lnTo>
                    <a:pt x="13682" y="9171"/>
                  </a:lnTo>
                  <a:lnTo>
                    <a:pt x="13499" y="9024"/>
                  </a:lnTo>
                  <a:lnTo>
                    <a:pt x="13426" y="8914"/>
                  </a:lnTo>
                  <a:lnTo>
                    <a:pt x="13352" y="8841"/>
                  </a:lnTo>
                  <a:lnTo>
                    <a:pt x="13169" y="8841"/>
                  </a:lnTo>
                  <a:lnTo>
                    <a:pt x="12839" y="8694"/>
                  </a:lnTo>
                  <a:lnTo>
                    <a:pt x="12875" y="8584"/>
                  </a:lnTo>
                  <a:lnTo>
                    <a:pt x="12875" y="8437"/>
                  </a:lnTo>
                  <a:lnTo>
                    <a:pt x="12875" y="8364"/>
                  </a:lnTo>
                  <a:lnTo>
                    <a:pt x="12839" y="8327"/>
                  </a:lnTo>
                  <a:lnTo>
                    <a:pt x="12765" y="8291"/>
                  </a:lnTo>
                  <a:lnTo>
                    <a:pt x="12655" y="8291"/>
                  </a:lnTo>
                  <a:lnTo>
                    <a:pt x="12582" y="8327"/>
                  </a:lnTo>
                  <a:lnTo>
                    <a:pt x="12545" y="8401"/>
                  </a:lnTo>
                  <a:lnTo>
                    <a:pt x="12472" y="8584"/>
                  </a:lnTo>
                  <a:lnTo>
                    <a:pt x="12252" y="8547"/>
                  </a:lnTo>
                  <a:lnTo>
                    <a:pt x="12032" y="8584"/>
                  </a:lnTo>
                  <a:lnTo>
                    <a:pt x="11812" y="8621"/>
                  </a:lnTo>
                  <a:lnTo>
                    <a:pt x="11628" y="8694"/>
                  </a:lnTo>
                  <a:lnTo>
                    <a:pt x="11555" y="8584"/>
                  </a:lnTo>
                  <a:lnTo>
                    <a:pt x="11445" y="8511"/>
                  </a:lnTo>
                  <a:lnTo>
                    <a:pt x="11261" y="8511"/>
                  </a:lnTo>
                  <a:lnTo>
                    <a:pt x="11188" y="8584"/>
                  </a:lnTo>
                  <a:lnTo>
                    <a:pt x="11115" y="8657"/>
                  </a:lnTo>
                  <a:lnTo>
                    <a:pt x="11041" y="8731"/>
                  </a:lnTo>
                  <a:lnTo>
                    <a:pt x="10895" y="8914"/>
                  </a:lnTo>
                  <a:lnTo>
                    <a:pt x="10748" y="9061"/>
                  </a:lnTo>
                  <a:lnTo>
                    <a:pt x="10454" y="9208"/>
                  </a:lnTo>
                  <a:lnTo>
                    <a:pt x="10124" y="9318"/>
                  </a:lnTo>
                  <a:lnTo>
                    <a:pt x="9794" y="9391"/>
                  </a:lnTo>
                  <a:lnTo>
                    <a:pt x="9464" y="9428"/>
                  </a:lnTo>
                  <a:lnTo>
                    <a:pt x="8767" y="9428"/>
                  </a:lnTo>
                  <a:lnTo>
                    <a:pt x="8327" y="9354"/>
                  </a:lnTo>
                  <a:lnTo>
                    <a:pt x="8180" y="9318"/>
                  </a:lnTo>
                  <a:lnTo>
                    <a:pt x="8143" y="9318"/>
                  </a:lnTo>
                  <a:lnTo>
                    <a:pt x="8143" y="9281"/>
                  </a:lnTo>
                  <a:lnTo>
                    <a:pt x="8143" y="9134"/>
                  </a:lnTo>
                  <a:lnTo>
                    <a:pt x="8033" y="9024"/>
                  </a:lnTo>
                  <a:lnTo>
                    <a:pt x="8290" y="8621"/>
                  </a:lnTo>
                  <a:lnTo>
                    <a:pt x="8547" y="8181"/>
                  </a:lnTo>
                  <a:lnTo>
                    <a:pt x="8767" y="7924"/>
                  </a:lnTo>
                  <a:lnTo>
                    <a:pt x="8987" y="7630"/>
                  </a:lnTo>
                  <a:lnTo>
                    <a:pt x="9244" y="7410"/>
                  </a:lnTo>
                  <a:lnTo>
                    <a:pt x="9501" y="7154"/>
                  </a:lnTo>
                  <a:lnTo>
                    <a:pt x="9794" y="6970"/>
                  </a:lnTo>
                  <a:lnTo>
                    <a:pt x="10088" y="6787"/>
                  </a:lnTo>
                  <a:lnTo>
                    <a:pt x="10234" y="6713"/>
                  </a:lnTo>
                  <a:lnTo>
                    <a:pt x="10418" y="6713"/>
                  </a:lnTo>
                  <a:lnTo>
                    <a:pt x="10491" y="6750"/>
                  </a:lnTo>
                  <a:lnTo>
                    <a:pt x="10528" y="6823"/>
                  </a:lnTo>
                  <a:lnTo>
                    <a:pt x="10528" y="6897"/>
                  </a:lnTo>
                  <a:lnTo>
                    <a:pt x="10528" y="7043"/>
                  </a:lnTo>
                  <a:lnTo>
                    <a:pt x="10454" y="7154"/>
                  </a:lnTo>
                  <a:lnTo>
                    <a:pt x="10308" y="7374"/>
                  </a:lnTo>
                  <a:lnTo>
                    <a:pt x="10051" y="7667"/>
                  </a:lnTo>
                  <a:lnTo>
                    <a:pt x="9757" y="7961"/>
                  </a:lnTo>
                  <a:lnTo>
                    <a:pt x="9501" y="8291"/>
                  </a:lnTo>
                  <a:lnTo>
                    <a:pt x="9281" y="8657"/>
                  </a:lnTo>
                  <a:lnTo>
                    <a:pt x="9281" y="8731"/>
                  </a:lnTo>
                  <a:lnTo>
                    <a:pt x="9317" y="8841"/>
                  </a:lnTo>
                  <a:lnTo>
                    <a:pt x="9391" y="8878"/>
                  </a:lnTo>
                  <a:lnTo>
                    <a:pt x="9501" y="8878"/>
                  </a:lnTo>
                  <a:lnTo>
                    <a:pt x="9721" y="8694"/>
                  </a:lnTo>
                  <a:lnTo>
                    <a:pt x="9941" y="8474"/>
                  </a:lnTo>
                  <a:lnTo>
                    <a:pt x="10271" y="7997"/>
                  </a:lnTo>
                  <a:lnTo>
                    <a:pt x="10601" y="7630"/>
                  </a:lnTo>
                  <a:lnTo>
                    <a:pt x="10748" y="7447"/>
                  </a:lnTo>
                  <a:lnTo>
                    <a:pt x="10858" y="7227"/>
                  </a:lnTo>
                  <a:lnTo>
                    <a:pt x="10895" y="7043"/>
                  </a:lnTo>
                  <a:lnTo>
                    <a:pt x="10895" y="6860"/>
                  </a:lnTo>
                  <a:lnTo>
                    <a:pt x="10858" y="6677"/>
                  </a:lnTo>
                  <a:lnTo>
                    <a:pt x="10784" y="6530"/>
                  </a:lnTo>
                  <a:lnTo>
                    <a:pt x="10674" y="6383"/>
                  </a:lnTo>
                  <a:lnTo>
                    <a:pt x="10491" y="6310"/>
                  </a:lnTo>
                  <a:lnTo>
                    <a:pt x="10344" y="6310"/>
                  </a:lnTo>
                  <a:lnTo>
                    <a:pt x="10124" y="6347"/>
                  </a:lnTo>
                  <a:lnTo>
                    <a:pt x="9904" y="6420"/>
                  </a:lnTo>
                  <a:lnTo>
                    <a:pt x="9684" y="6567"/>
                  </a:lnTo>
                  <a:lnTo>
                    <a:pt x="9281" y="6860"/>
                  </a:lnTo>
                  <a:lnTo>
                    <a:pt x="8914" y="7190"/>
                  </a:lnTo>
                  <a:lnTo>
                    <a:pt x="8584" y="7557"/>
                  </a:lnTo>
                  <a:lnTo>
                    <a:pt x="8290" y="7887"/>
                  </a:lnTo>
                  <a:lnTo>
                    <a:pt x="8033" y="8254"/>
                  </a:lnTo>
                  <a:lnTo>
                    <a:pt x="7850" y="8657"/>
                  </a:lnTo>
                  <a:lnTo>
                    <a:pt x="7777" y="8878"/>
                  </a:lnTo>
                  <a:lnTo>
                    <a:pt x="7740" y="9098"/>
                  </a:lnTo>
                  <a:lnTo>
                    <a:pt x="7703" y="9098"/>
                  </a:lnTo>
                  <a:lnTo>
                    <a:pt x="7667" y="9171"/>
                  </a:lnTo>
                  <a:lnTo>
                    <a:pt x="7556" y="9208"/>
                  </a:lnTo>
                  <a:lnTo>
                    <a:pt x="7300" y="9208"/>
                  </a:lnTo>
                  <a:lnTo>
                    <a:pt x="6823" y="9098"/>
                  </a:lnTo>
                  <a:lnTo>
                    <a:pt x="6236" y="9098"/>
                  </a:lnTo>
                  <a:lnTo>
                    <a:pt x="5686" y="9171"/>
                  </a:lnTo>
                  <a:lnTo>
                    <a:pt x="5612" y="9171"/>
                  </a:lnTo>
                  <a:lnTo>
                    <a:pt x="5612" y="8988"/>
                  </a:lnTo>
                  <a:lnTo>
                    <a:pt x="5612" y="8804"/>
                  </a:lnTo>
                  <a:lnTo>
                    <a:pt x="5686" y="8657"/>
                  </a:lnTo>
                  <a:lnTo>
                    <a:pt x="5759" y="8511"/>
                  </a:lnTo>
                  <a:lnTo>
                    <a:pt x="5869" y="8364"/>
                  </a:lnTo>
                  <a:lnTo>
                    <a:pt x="6016" y="8291"/>
                  </a:lnTo>
                  <a:lnTo>
                    <a:pt x="6163" y="8181"/>
                  </a:lnTo>
                  <a:lnTo>
                    <a:pt x="6383" y="8144"/>
                  </a:lnTo>
                  <a:lnTo>
                    <a:pt x="6749" y="8034"/>
                  </a:lnTo>
                  <a:lnTo>
                    <a:pt x="7080" y="7924"/>
                  </a:lnTo>
                  <a:lnTo>
                    <a:pt x="7410" y="7777"/>
                  </a:lnTo>
                  <a:lnTo>
                    <a:pt x="7703" y="7594"/>
                  </a:lnTo>
                  <a:lnTo>
                    <a:pt x="7960" y="7374"/>
                  </a:lnTo>
                  <a:lnTo>
                    <a:pt x="8217" y="7154"/>
                  </a:lnTo>
                  <a:lnTo>
                    <a:pt x="8437" y="6897"/>
                  </a:lnTo>
                  <a:lnTo>
                    <a:pt x="8620" y="6603"/>
                  </a:lnTo>
                  <a:lnTo>
                    <a:pt x="8767" y="6383"/>
                  </a:lnTo>
                  <a:lnTo>
                    <a:pt x="8914" y="6090"/>
                  </a:lnTo>
                  <a:lnTo>
                    <a:pt x="8950" y="5943"/>
                  </a:lnTo>
                  <a:lnTo>
                    <a:pt x="8987" y="5796"/>
                  </a:lnTo>
                  <a:lnTo>
                    <a:pt x="8950" y="5650"/>
                  </a:lnTo>
                  <a:lnTo>
                    <a:pt x="8914" y="5540"/>
                  </a:lnTo>
                  <a:lnTo>
                    <a:pt x="8804" y="5540"/>
                  </a:lnTo>
                  <a:lnTo>
                    <a:pt x="8694" y="5576"/>
                  </a:lnTo>
                  <a:lnTo>
                    <a:pt x="8620" y="5686"/>
                  </a:lnTo>
                  <a:lnTo>
                    <a:pt x="8510" y="5943"/>
                  </a:lnTo>
                  <a:lnTo>
                    <a:pt x="8327" y="6310"/>
                  </a:lnTo>
                  <a:lnTo>
                    <a:pt x="8107" y="6677"/>
                  </a:lnTo>
                  <a:lnTo>
                    <a:pt x="7813" y="7007"/>
                  </a:lnTo>
                  <a:lnTo>
                    <a:pt x="7483" y="7264"/>
                  </a:lnTo>
                  <a:lnTo>
                    <a:pt x="7116" y="7484"/>
                  </a:lnTo>
                  <a:lnTo>
                    <a:pt x="6713" y="7667"/>
                  </a:lnTo>
                  <a:lnTo>
                    <a:pt x="6346" y="7777"/>
                  </a:lnTo>
                  <a:lnTo>
                    <a:pt x="6016" y="7887"/>
                  </a:lnTo>
                  <a:lnTo>
                    <a:pt x="5832" y="7924"/>
                  </a:lnTo>
                  <a:lnTo>
                    <a:pt x="5686" y="8034"/>
                  </a:lnTo>
                  <a:lnTo>
                    <a:pt x="5539" y="8144"/>
                  </a:lnTo>
                  <a:lnTo>
                    <a:pt x="5429" y="8291"/>
                  </a:lnTo>
                  <a:lnTo>
                    <a:pt x="5282" y="8511"/>
                  </a:lnTo>
                  <a:lnTo>
                    <a:pt x="5209" y="8768"/>
                  </a:lnTo>
                  <a:lnTo>
                    <a:pt x="5209" y="9024"/>
                  </a:lnTo>
                  <a:lnTo>
                    <a:pt x="5282" y="9281"/>
                  </a:lnTo>
                  <a:lnTo>
                    <a:pt x="4915" y="9391"/>
                  </a:lnTo>
                  <a:lnTo>
                    <a:pt x="4512" y="9501"/>
                  </a:lnTo>
                  <a:lnTo>
                    <a:pt x="4365" y="9501"/>
                  </a:lnTo>
                  <a:lnTo>
                    <a:pt x="4218" y="9464"/>
                  </a:lnTo>
                  <a:lnTo>
                    <a:pt x="4072" y="9428"/>
                  </a:lnTo>
                  <a:lnTo>
                    <a:pt x="3962" y="9354"/>
                  </a:lnTo>
                  <a:lnTo>
                    <a:pt x="3852" y="9244"/>
                  </a:lnTo>
                  <a:lnTo>
                    <a:pt x="3778" y="9134"/>
                  </a:lnTo>
                  <a:lnTo>
                    <a:pt x="3742" y="9024"/>
                  </a:lnTo>
                  <a:lnTo>
                    <a:pt x="3778" y="8841"/>
                  </a:lnTo>
                  <a:lnTo>
                    <a:pt x="3815" y="8768"/>
                  </a:lnTo>
                  <a:lnTo>
                    <a:pt x="3778" y="8694"/>
                  </a:lnTo>
                  <a:lnTo>
                    <a:pt x="3888" y="8547"/>
                  </a:lnTo>
                  <a:lnTo>
                    <a:pt x="3962" y="8401"/>
                  </a:lnTo>
                  <a:lnTo>
                    <a:pt x="4108" y="8107"/>
                  </a:lnTo>
                  <a:lnTo>
                    <a:pt x="4255" y="7850"/>
                  </a:lnTo>
                  <a:lnTo>
                    <a:pt x="4439" y="7520"/>
                  </a:lnTo>
                  <a:lnTo>
                    <a:pt x="4475" y="7374"/>
                  </a:lnTo>
                  <a:lnTo>
                    <a:pt x="4512" y="7227"/>
                  </a:lnTo>
                  <a:lnTo>
                    <a:pt x="4475" y="7043"/>
                  </a:lnTo>
                  <a:lnTo>
                    <a:pt x="4439" y="6897"/>
                  </a:lnTo>
                  <a:lnTo>
                    <a:pt x="4328" y="6823"/>
                  </a:lnTo>
                  <a:lnTo>
                    <a:pt x="4218" y="6750"/>
                  </a:lnTo>
                  <a:lnTo>
                    <a:pt x="4108" y="6713"/>
                  </a:lnTo>
                  <a:lnTo>
                    <a:pt x="3962" y="6713"/>
                  </a:lnTo>
                  <a:lnTo>
                    <a:pt x="3705" y="6750"/>
                  </a:lnTo>
                  <a:lnTo>
                    <a:pt x="3485" y="6823"/>
                  </a:lnTo>
                  <a:lnTo>
                    <a:pt x="3191" y="7007"/>
                  </a:lnTo>
                  <a:lnTo>
                    <a:pt x="2935" y="7227"/>
                  </a:lnTo>
                  <a:lnTo>
                    <a:pt x="2751" y="7447"/>
                  </a:lnTo>
                  <a:lnTo>
                    <a:pt x="2568" y="7667"/>
                  </a:lnTo>
                  <a:lnTo>
                    <a:pt x="2494" y="7667"/>
                  </a:lnTo>
                  <a:lnTo>
                    <a:pt x="2421" y="7704"/>
                  </a:lnTo>
                  <a:lnTo>
                    <a:pt x="2348" y="7850"/>
                  </a:lnTo>
                  <a:lnTo>
                    <a:pt x="2348" y="7887"/>
                  </a:lnTo>
                  <a:lnTo>
                    <a:pt x="2348" y="7961"/>
                  </a:lnTo>
                  <a:lnTo>
                    <a:pt x="2384" y="8034"/>
                  </a:lnTo>
                  <a:lnTo>
                    <a:pt x="2458" y="8071"/>
                  </a:lnTo>
                  <a:lnTo>
                    <a:pt x="2568" y="8107"/>
                  </a:lnTo>
                  <a:lnTo>
                    <a:pt x="2678" y="8107"/>
                  </a:lnTo>
                  <a:lnTo>
                    <a:pt x="2788" y="8071"/>
                  </a:lnTo>
                  <a:lnTo>
                    <a:pt x="2861" y="7997"/>
                  </a:lnTo>
                  <a:lnTo>
                    <a:pt x="3191" y="7630"/>
                  </a:lnTo>
                  <a:lnTo>
                    <a:pt x="3338" y="7447"/>
                  </a:lnTo>
                  <a:lnTo>
                    <a:pt x="3521" y="7300"/>
                  </a:lnTo>
                  <a:lnTo>
                    <a:pt x="3742" y="7227"/>
                  </a:lnTo>
                  <a:lnTo>
                    <a:pt x="3962" y="7154"/>
                  </a:lnTo>
                  <a:lnTo>
                    <a:pt x="4035" y="7154"/>
                  </a:lnTo>
                  <a:lnTo>
                    <a:pt x="4035" y="7190"/>
                  </a:lnTo>
                  <a:lnTo>
                    <a:pt x="4035" y="7300"/>
                  </a:lnTo>
                  <a:lnTo>
                    <a:pt x="3925" y="7557"/>
                  </a:lnTo>
                  <a:lnTo>
                    <a:pt x="3668" y="8034"/>
                  </a:lnTo>
                  <a:lnTo>
                    <a:pt x="3558" y="8327"/>
                  </a:lnTo>
                  <a:lnTo>
                    <a:pt x="3485" y="8474"/>
                  </a:lnTo>
                  <a:lnTo>
                    <a:pt x="3411" y="8547"/>
                  </a:lnTo>
                  <a:lnTo>
                    <a:pt x="3301" y="8621"/>
                  </a:lnTo>
                  <a:lnTo>
                    <a:pt x="3301" y="8657"/>
                  </a:lnTo>
                  <a:lnTo>
                    <a:pt x="3265" y="8694"/>
                  </a:lnTo>
                  <a:lnTo>
                    <a:pt x="3118" y="8804"/>
                  </a:lnTo>
                  <a:lnTo>
                    <a:pt x="2935" y="8841"/>
                  </a:lnTo>
                  <a:lnTo>
                    <a:pt x="2751" y="8878"/>
                  </a:lnTo>
                  <a:lnTo>
                    <a:pt x="2531" y="8878"/>
                  </a:lnTo>
                  <a:lnTo>
                    <a:pt x="2348" y="8841"/>
                  </a:lnTo>
                  <a:lnTo>
                    <a:pt x="2164" y="8768"/>
                  </a:lnTo>
                  <a:lnTo>
                    <a:pt x="2018" y="8694"/>
                  </a:lnTo>
                  <a:lnTo>
                    <a:pt x="1871" y="8584"/>
                  </a:lnTo>
                  <a:lnTo>
                    <a:pt x="1724" y="8437"/>
                  </a:lnTo>
                  <a:lnTo>
                    <a:pt x="1651" y="8291"/>
                  </a:lnTo>
                  <a:lnTo>
                    <a:pt x="1577" y="8144"/>
                  </a:lnTo>
                  <a:lnTo>
                    <a:pt x="1504" y="7961"/>
                  </a:lnTo>
                  <a:lnTo>
                    <a:pt x="1504" y="7777"/>
                  </a:lnTo>
                  <a:lnTo>
                    <a:pt x="1504" y="7594"/>
                  </a:lnTo>
                  <a:lnTo>
                    <a:pt x="1504" y="7447"/>
                  </a:lnTo>
                  <a:lnTo>
                    <a:pt x="1577" y="7264"/>
                  </a:lnTo>
                  <a:lnTo>
                    <a:pt x="1614" y="7154"/>
                  </a:lnTo>
                  <a:lnTo>
                    <a:pt x="1651" y="7043"/>
                  </a:lnTo>
                  <a:lnTo>
                    <a:pt x="1614" y="6970"/>
                  </a:lnTo>
                  <a:lnTo>
                    <a:pt x="1687" y="6970"/>
                  </a:lnTo>
                  <a:lnTo>
                    <a:pt x="1944" y="6860"/>
                  </a:lnTo>
                  <a:lnTo>
                    <a:pt x="2201" y="6787"/>
                  </a:lnTo>
                  <a:lnTo>
                    <a:pt x="2788" y="6493"/>
                  </a:lnTo>
                  <a:lnTo>
                    <a:pt x="3375" y="6163"/>
                  </a:lnTo>
                  <a:lnTo>
                    <a:pt x="3815" y="5870"/>
                  </a:lnTo>
                  <a:lnTo>
                    <a:pt x="3998" y="5686"/>
                  </a:lnTo>
                  <a:lnTo>
                    <a:pt x="4145" y="5503"/>
                  </a:lnTo>
                  <a:lnTo>
                    <a:pt x="4292" y="5283"/>
                  </a:lnTo>
                  <a:lnTo>
                    <a:pt x="4402" y="5099"/>
                  </a:lnTo>
                  <a:lnTo>
                    <a:pt x="4475" y="4843"/>
                  </a:lnTo>
                  <a:lnTo>
                    <a:pt x="4512" y="4586"/>
                  </a:lnTo>
                  <a:lnTo>
                    <a:pt x="4512" y="4402"/>
                  </a:lnTo>
                  <a:lnTo>
                    <a:pt x="4475" y="4182"/>
                  </a:lnTo>
                  <a:lnTo>
                    <a:pt x="4365" y="3999"/>
                  </a:lnTo>
                  <a:lnTo>
                    <a:pt x="4292" y="3926"/>
                  </a:lnTo>
                  <a:lnTo>
                    <a:pt x="4218" y="3889"/>
                  </a:lnTo>
                  <a:lnTo>
                    <a:pt x="3962" y="3816"/>
                  </a:lnTo>
                  <a:lnTo>
                    <a:pt x="3742" y="3779"/>
                  </a:lnTo>
                  <a:lnTo>
                    <a:pt x="3485" y="3816"/>
                  </a:lnTo>
                  <a:lnTo>
                    <a:pt x="3228" y="3852"/>
                  </a:lnTo>
                  <a:lnTo>
                    <a:pt x="2935" y="3962"/>
                  </a:lnTo>
                  <a:lnTo>
                    <a:pt x="2678" y="4072"/>
                  </a:lnTo>
                  <a:lnTo>
                    <a:pt x="2164" y="4366"/>
                  </a:lnTo>
                  <a:lnTo>
                    <a:pt x="1504" y="4733"/>
                  </a:lnTo>
                  <a:lnTo>
                    <a:pt x="1211" y="4916"/>
                  </a:lnTo>
                  <a:lnTo>
                    <a:pt x="917" y="5099"/>
                  </a:lnTo>
                  <a:lnTo>
                    <a:pt x="844" y="5173"/>
                  </a:lnTo>
                  <a:lnTo>
                    <a:pt x="807" y="5246"/>
                  </a:lnTo>
                  <a:lnTo>
                    <a:pt x="807" y="5319"/>
                  </a:lnTo>
                  <a:lnTo>
                    <a:pt x="844" y="5356"/>
                  </a:lnTo>
                  <a:lnTo>
                    <a:pt x="880" y="5429"/>
                  </a:lnTo>
                  <a:lnTo>
                    <a:pt x="954" y="5466"/>
                  </a:lnTo>
                  <a:lnTo>
                    <a:pt x="1101" y="5466"/>
                  </a:lnTo>
                  <a:lnTo>
                    <a:pt x="1541" y="5246"/>
                  </a:lnTo>
                  <a:lnTo>
                    <a:pt x="1944" y="4989"/>
                  </a:lnTo>
                  <a:lnTo>
                    <a:pt x="2788" y="4512"/>
                  </a:lnTo>
                  <a:lnTo>
                    <a:pt x="3191" y="4329"/>
                  </a:lnTo>
                  <a:lnTo>
                    <a:pt x="3375" y="4256"/>
                  </a:lnTo>
                  <a:lnTo>
                    <a:pt x="3595" y="4219"/>
                  </a:lnTo>
                  <a:lnTo>
                    <a:pt x="3742" y="4182"/>
                  </a:lnTo>
                  <a:lnTo>
                    <a:pt x="3852" y="4219"/>
                  </a:lnTo>
                  <a:lnTo>
                    <a:pt x="3998" y="4256"/>
                  </a:lnTo>
                  <a:lnTo>
                    <a:pt x="4035" y="4292"/>
                  </a:lnTo>
                  <a:lnTo>
                    <a:pt x="4072" y="4366"/>
                  </a:lnTo>
                  <a:lnTo>
                    <a:pt x="4108" y="4476"/>
                  </a:lnTo>
                  <a:lnTo>
                    <a:pt x="4108" y="4586"/>
                  </a:lnTo>
                  <a:lnTo>
                    <a:pt x="4072" y="4843"/>
                  </a:lnTo>
                  <a:lnTo>
                    <a:pt x="3998" y="5026"/>
                  </a:lnTo>
                  <a:lnTo>
                    <a:pt x="3852" y="5246"/>
                  </a:lnTo>
                  <a:lnTo>
                    <a:pt x="3705" y="5393"/>
                  </a:lnTo>
                  <a:lnTo>
                    <a:pt x="3558" y="5576"/>
                  </a:lnTo>
                  <a:lnTo>
                    <a:pt x="3155" y="5833"/>
                  </a:lnTo>
                  <a:lnTo>
                    <a:pt x="2788" y="6053"/>
                  </a:lnTo>
                  <a:lnTo>
                    <a:pt x="2348" y="6310"/>
                  </a:lnTo>
                  <a:lnTo>
                    <a:pt x="1908" y="6530"/>
                  </a:lnTo>
                  <a:lnTo>
                    <a:pt x="1467" y="6750"/>
                  </a:lnTo>
                  <a:lnTo>
                    <a:pt x="1321" y="6823"/>
                  </a:lnTo>
                  <a:lnTo>
                    <a:pt x="1247" y="6860"/>
                  </a:lnTo>
                  <a:lnTo>
                    <a:pt x="1211" y="6933"/>
                  </a:lnTo>
                  <a:lnTo>
                    <a:pt x="1174" y="6933"/>
                  </a:lnTo>
                  <a:lnTo>
                    <a:pt x="1064" y="6860"/>
                  </a:lnTo>
                  <a:lnTo>
                    <a:pt x="880" y="6713"/>
                  </a:lnTo>
                  <a:lnTo>
                    <a:pt x="697" y="6457"/>
                  </a:lnTo>
                  <a:lnTo>
                    <a:pt x="587" y="6273"/>
                  </a:lnTo>
                  <a:lnTo>
                    <a:pt x="514" y="6053"/>
                  </a:lnTo>
                  <a:lnTo>
                    <a:pt x="477" y="5833"/>
                  </a:lnTo>
                  <a:lnTo>
                    <a:pt x="477" y="5613"/>
                  </a:lnTo>
                  <a:lnTo>
                    <a:pt x="477" y="5356"/>
                  </a:lnTo>
                  <a:lnTo>
                    <a:pt x="550" y="5136"/>
                  </a:lnTo>
                  <a:lnTo>
                    <a:pt x="660" y="4879"/>
                  </a:lnTo>
                  <a:lnTo>
                    <a:pt x="770" y="4659"/>
                  </a:lnTo>
                  <a:lnTo>
                    <a:pt x="917" y="4476"/>
                  </a:lnTo>
                  <a:lnTo>
                    <a:pt x="1101" y="4292"/>
                  </a:lnTo>
                  <a:lnTo>
                    <a:pt x="1504" y="3962"/>
                  </a:lnTo>
                  <a:lnTo>
                    <a:pt x="1908" y="3705"/>
                  </a:lnTo>
                  <a:lnTo>
                    <a:pt x="2384" y="3485"/>
                  </a:lnTo>
                  <a:lnTo>
                    <a:pt x="2458" y="3412"/>
                  </a:lnTo>
                  <a:lnTo>
                    <a:pt x="2494" y="3302"/>
                  </a:lnTo>
                  <a:lnTo>
                    <a:pt x="2568" y="3119"/>
                  </a:lnTo>
                  <a:lnTo>
                    <a:pt x="2715" y="2898"/>
                  </a:lnTo>
                  <a:lnTo>
                    <a:pt x="2898" y="2715"/>
                  </a:lnTo>
                  <a:lnTo>
                    <a:pt x="3045" y="2532"/>
                  </a:lnTo>
                  <a:lnTo>
                    <a:pt x="3228" y="2385"/>
                  </a:lnTo>
                  <a:lnTo>
                    <a:pt x="3448" y="2238"/>
                  </a:lnTo>
                  <a:lnTo>
                    <a:pt x="3632" y="2128"/>
                  </a:lnTo>
                  <a:lnTo>
                    <a:pt x="3852" y="2055"/>
                  </a:lnTo>
                  <a:lnTo>
                    <a:pt x="4108" y="1981"/>
                  </a:lnTo>
                  <a:lnTo>
                    <a:pt x="4328" y="1945"/>
                  </a:lnTo>
                  <a:lnTo>
                    <a:pt x="4549" y="1908"/>
                  </a:lnTo>
                  <a:lnTo>
                    <a:pt x="4695" y="2055"/>
                  </a:lnTo>
                  <a:lnTo>
                    <a:pt x="4879" y="2165"/>
                  </a:lnTo>
                  <a:lnTo>
                    <a:pt x="5135" y="2348"/>
                  </a:lnTo>
                  <a:lnTo>
                    <a:pt x="5356" y="2568"/>
                  </a:lnTo>
                  <a:lnTo>
                    <a:pt x="5466" y="2715"/>
                  </a:lnTo>
                  <a:lnTo>
                    <a:pt x="5539" y="2898"/>
                  </a:lnTo>
                  <a:lnTo>
                    <a:pt x="5649" y="3229"/>
                  </a:lnTo>
                  <a:lnTo>
                    <a:pt x="5722" y="3559"/>
                  </a:lnTo>
                  <a:lnTo>
                    <a:pt x="5686" y="3926"/>
                  </a:lnTo>
                  <a:lnTo>
                    <a:pt x="5612" y="4256"/>
                  </a:lnTo>
                  <a:lnTo>
                    <a:pt x="5466" y="4549"/>
                  </a:lnTo>
                  <a:lnTo>
                    <a:pt x="5062" y="5063"/>
                  </a:lnTo>
                  <a:lnTo>
                    <a:pt x="4879" y="5319"/>
                  </a:lnTo>
                  <a:lnTo>
                    <a:pt x="4732" y="5613"/>
                  </a:lnTo>
                  <a:lnTo>
                    <a:pt x="4659" y="5943"/>
                  </a:lnTo>
                  <a:lnTo>
                    <a:pt x="4659" y="6090"/>
                  </a:lnTo>
                  <a:lnTo>
                    <a:pt x="4659" y="6273"/>
                  </a:lnTo>
                  <a:lnTo>
                    <a:pt x="4695" y="6420"/>
                  </a:lnTo>
                  <a:lnTo>
                    <a:pt x="4769" y="6567"/>
                  </a:lnTo>
                  <a:lnTo>
                    <a:pt x="4805" y="6677"/>
                  </a:lnTo>
                  <a:lnTo>
                    <a:pt x="4915" y="6787"/>
                  </a:lnTo>
                  <a:lnTo>
                    <a:pt x="5135" y="6933"/>
                  </a:lnTo>
                  <a:lnTo>
                    <a:pt x="5392" y="7007"/>
                  </a:lnTo>
                  <a:lnTo>
                    <a:pt x="5649" y="7043"/>
                  </a:lnTo>
                  <a:lnTo>
                    <a:pt x="5942" y="7007"/>
                  </a:lnTo>
                  <a:lnTo>
                    <a:pt x="6199" y="6933"/>
                  </a:lnTo>
                  <a:lnTo>
                    <a:pt x="6456" y="6823"/>
                  </a:lnTo>
                  <a:lnTo>
                    <a:pt x="6676" y="6677"/>
                  </a:lnTo>
                  <a:lnTo>
                    <a:pt x="6896" y="6457"/>
                  </a:lnTo>
                  <a:lnTo>
                    <a:pt x="7043" y="6200"/>
                  </a:lnTo>
                  <a:lnTo>
                    <a:pt x="7226" y="5980"/>
                  </a:lnTo>
                  <a:lnTo>
                    <a:pt x="7667" y="5246"/>
                  </a:lnTo>
                  <a:lnTo>
                    <a:pt x="7887" y="4879"/>
                  </a:lnTo>
                  <a:lnTo>
                    <a:pt x="8107" y="4476"/>
                  </a:lnTo>
                  <a:lnTo>
                    <a:pt x="8143" y="4402"/>
                  </a:lnTo>
                  <a:lnTo>
                    <a:pt x="8107" y="4329"/>
                  </a:lnTo>
                  <a:lnTo>
                    <a:pt x="8070" y="4256"/>
                  </a:lnTo>
                  <a:lnTo>
                    <a:pt x="8033" y="4182"/>
                  </a:lnTo>
                  <a:lnTo>
                    <a:pt x="7777" y="4182"/>
                  </a:lnTo>
                  <a:lnTo>
                    <a:pt x="7703" y="4256"/>
                  </a:lnTo>
                  <a:lnTo>
                    <a:pt x="7520" y="4586"/>
                  </a:lnTo>
                  <a:lnTo>
                    <a:pt x="7300" y="4879"/>
                  </a:lnTo>
                  <a:lnTo>
                    <a:pt x="6933" y="5540"/>
                  </a:lnTo>
                  <a:lnTo>
                    <a:pt x="6749" y="5796"/>
                  </a:lnTo>
                  <a:lnTo>
                    <a:pt x="6566" y="6053"/>
                  </a:lnTo>
                  <a:lnTo>
                    <a:pt x="6383" y="6273"/>
                  </a:lnTo>
                  <a:lnTo>
                    <a:pt x="6126" y="6493"/>
                  </a:lnTo>
                  <a:lnTo>
                    <a:pt x="5942" y="6567"/>
                  </a:lnTo>
                  <a:lnTo>
                    <a:pt x="5796" y="6603"/>
                  </a:lnTo>
                  <a:lnTo>
                    <a:pt x="5612" y="6567"/>
                  </a:lnTo>
                  <a:lnTo>
                    <a:pt x="5466" y="6530"/>
                  </a:lnTo>
                  <a:lnTo>
                    <a:pt x="5319" y="6457"/>
                  </a:lnTo>
                  <a:lnTo>
                    <a:pt x="5209" y="6347"/>
                  </a:lnTo>
                  <a:lnTo>
                    <a:pt x="5135" y="6200"/>
                  </a:lnTo>
                  <a:lnTo>
                    <a:pt x="5099" y="6016"/>
                  </a:lnTo>
                  <a:lnTo>
                    <a:pt x="5135" y="5833"/>
                  </a:lnTo>
                  <a:lnTo>
                    <a:pt x="5172" y="5686"/>
                  </a:lnTo>
                  <a:lnTo>
                    <a:pt x="5356" y="5393"/>
                  </a:lnTo>
                  <a:lnTo>
                    <a:pt x="5759" y="4879"/>
                  </a:lnTo>
                  <a:lnTo>
                    <a:pt x="5906" y="4659"/>
                  </a:lnTo>
                  <a:lnTo>
                    <a:pt x="6016" y="4402"/>
                  </a:lnTo>
                  <a:lnTo>
                    <a:pt x="6126" y="4146"/>
                  </a:lnTo>
                  <a:lnTo>
                    <a:pt x="6163" y="3889"/>
                  </a:lnTo>
                  <a:lnTo>
                    <a:pt x="6163" y="3632"/>
                  </a:lnTo>
                  <a:lnTo>
                    <a:pt x="6163" y="3339"/>
                  </a:lnTo>
                  <a:lnTo>
                    <a:pt x="6089" y="3082"/>
                  </a:lnTo>
                  <a:lnTo>
                    <a:pt x="6016" y="2825"/>
                  </a:lnTo>
                  <a:lnTo>
                    <a:pt x="5832" y="2532"/>
                  </a:lnTo>
                  <a:lnTo>
                    <a:pt x="5576" y="2165"/>
                  </a:lnTo>
                  <a:lnTo>
                    <a:pt x="5429" y="2018"/>
                  </a:lnTo>
                  <a:lnTo>
                    <a:pt x="5282" y="1908"/>
                  </a:lnTo>
                  <a:lnTo>
                    <a:pt x="5099" y="1798"/>
                  </a:lnTo>
                  <a:lnTo>
                    <a:pt x="4915" y="1725"/>
                  </a:lnTo>
                  <a:lnTo>
                    <a:pt x="4915" y="1688"/>
                  </a:lnTo>
                  <a:lnTo>
                    <a:pt x="4915" y="1468"/>
                  </a:lnTo>
                  <a:lnTo>
                    <a:pt x="4989" y="1321"/>
                  </a:lnTo>
                  <a:lnTo>
                    <a:pt x="5062" y="1174"/>
                  </a:lnTo>
                  <a:lnTo>
                    <a:pt x="5172" y="1028"/>
                  </a:lnTo>
                  <a:lnTo>
                    <a:pt x="5319" y="918"/>
                  </a:lnTo>
                  <a:lnTo>
                    <a:pt x="5502" y="844"/>
                  </a:lnTo>
                  <a:lnTo>
                    <a:pt x="5686" y="808"/>
                  </a:lnTo>
                  <a:lnTo>
                    <a:pt x="5869" y="771"/>
                  </a:lnTo>
                  <a:lnTo>
                    <a:pt x="6016" y="771"/>
                  </a:lnTo>
                  <a:lnTo>
                    <a:pt x="6199" y="808"/>
                  </a:lnTo>
                  <a:lnTo>
                    <a:pt x="6529" y="918"/>
                  </a:lnTo>
                  <a:lnTo>
                    <a:pt x="7190" y="1211"/>
                  </a:lnTo>
                  <a:lnTo>
                    <a:pt x="7080" y="1321"/>
                  </a:lnTo>
                  <a:lnTo>
                    <a:pt x="7043" y="1431"/>
                  </a:lnTo>
                  <a:lnTo>
                    <a:pt x="7043" y="1541"/>
                  </a:lnTo>
                  <a:lnTo>
                    <a:pt x="7043" y="1651"/>
                  </a:lnTo>
                  <a:lnTo>
                    <a:pt x="7153" y="1871"/>
                  </a:lnTo>
                  <a:lnTo>
                    <a:pt x="7300" y="2018"/>
                  </a:lnTo>
                  <a:lnTo>
                    <a:pt x="7446" y="2165"/>
                  </a:lnTo>
                  <a:lnTo>
                    <a:pt x="7556" y="2275"/>
                  </a:lnTo>
                  <a:lnTo>
                    <a:pt x="7446" y="2495"/>
                  </a:lnTo>
                  <a:lnTo>
                    <a:pt x="7263" y="3045"/>
                  </a:lnTo>
                  <a:lnTo>
                    <a:pt x="7153" y="3265"/>
                  </a:lnTo>
                  <a:lnTo>
                    <a:pt x="7043" y="3485"/>
                  </a:lnTo>
                  <a:lnTo>
                    <a:pt x="6933" y="3705"/>
                  </a:lnTo>
                  <a:lnTo>
                    <a:pt x="6896" y="3926"/>
                  </a:lnTo>
                  <a:lnTo>
                    <a:pt x="6896" y="3999"/>
                  </a:lnTo>
                  <a:lnTo>
                    <a:pt x="6970" y="4036"/>
                  </a:lnTo>
                  <a:lnTo>
                    <a:pt x="7043" y="4072"/>
                  </a:lnTo>
                  <a:lnTo>
                    <a:pt x="7116" y="4036"/>
                  </a:lnTo>
                  <a:lnTo>
                    <a:pt x="7263" y="3889"/>
                  </a:lnTo>
                  <a:lnTo>
                    <a:pt x="7410" y="3705"/>
                  </a:lnTo>
                  <a:lnTo>
                    <a:pt x="7593" y="3265"/>
                  </a:lnTo>
                  <a:lnTo>
                    <a:pt x="7777" y="2715"/>
                  </a:lnTo>
                  <a:lnTo>
                    <a:pt x="7813" y="2458"/>
                  </a:lnTo>
                  <a:lnTo>
                    <a:pt x="7813" y="2422"/>
                  </a:lnTo>
                  <a:lnTo>
                    <a:pt x="8363" y="2678"/>
                  </a:lnTo>
                  <a:lnTo>
                    <a:pt x="8584" y="2862"/>
                  </a:lnTo>
                  <a:lnTo>
                    <a:pt x="8694" y="3009"/>
                  </a:lnTo>
                  <a:lnTo>
                    <a:pt x="8804" y="3155"/>
                  </a:lnTo>
                  <a:lnTo>
                    <a:pt x="8877" y="3302"/>
                  </a:lnTo>
                  <a:lnTo>
                    <a:pt x="8877" y="3449"/>
                  </a:lnTo>
                  <a:lnTo>
                    <a:pt x="8840" y="3595"/>
                  </a:lnTo>
                  <a:lnTo>
                    <a:pt x="8694" y="3705"/>
                  </a:lnTo>
                  <a:lnTo>
                    <a:pt x="8620" y="3779"/>
                  </a:lnTo>
                  <a:lnTo>
                    <a:pt x="8584" y="3852"/>
                  </a:lnTo>
                  <a:lnTo>
                    <a:pt x="8584" y="3926"/>
                  </a:lnTo>
                  <a:lnTo>
                    <a:pt x="8620" y="3999"/>
                  </a:lnTo>
                  <a:lnTo>
                    <a:pt x="8657" y="4072"/>
                  </a:lnTo>
                  <a:lnTo>
                    <a:pt x="8730" y="4109"/>
                  </a:lnTo>
                  <a:lnTo>
                    <a:pt x="8840" y="4109"/>
                  </a:lnTo>
                  <a:lnTo>
                    <a:pt x="8914" y="4072"/>
                  </a:lnTo>
                  <a:lnTo>
                    <a:pt x="9097" y="3926"/>
                  </a:lnTo>
                  <a:lnTo>
                    <a:pt x="9207" y="3779"/>
                  </a:lnTo>
                  <a:lnTo>
                    <a:pt x="9281" y="3595"/>
                  </a:lnTo>
                  <a:lnTo>
                    <a:pt x="9281" y="3412"/>
                  </a:lnTo>
                  <a:lnTo>
                    <a:pt x="9281" y="3192"/>
                  </a:lnTo>
                  <a:lnTo>
                    <a:pt x="9207" y="3009"/>
                  </a:lnTo>
                  <a:lnTo>
                    <a:pt x="9097" y="2825"/>
                  </a:lnTo>
                  <a:lnTo>
                    <a:pt x="8987" y="2642"/>
                  </a:lnTo>
                  <a:lnTo>
                    <a:pt x="8804" y="2458"/>
                  </a:lnTo>
                  <a:lnTo>
                    <a:pt x="8584" y="2348"/>
                  </a:lnTo>
                  <a:lnTo>
                    <a:pt x="8107" y="2091"/>
                  </a:lnTo>
                  <a:lnTo>
                    <a:pt x="7887" y="1981"/>
                  </a:lnTo>
                  <a:lnTo>
                    <a:pt x="7593" y="1798"/>
                  </a:lnTo>
                  <a:lnTo>
                    <a:pt x="7446" y="1651"/>
                  </a:lnTo>
                  <a:lnTo>
                    <a:pt x="7373" y="1541"/>
                  </a:lnTo>
                  <a:lnTo>
                    <a:pt x="7336" y="1431"/>
                  </a:lnTo>
                  <a:lnTo>
                    <a:pt x="7373" y="1284"/>
                  </a:lnTo>
                  <a:lnTo>
                    <a:pt x="7483" y="1358"/>
                  </a:lnTo>
                  <a:lnTo>
                    <a:pt x="7556" y="1358"/>
                  </a:lnTo>
                  <a:lnTo>
                    <a:pt x="7593" y="1321"/>
                  </a:lnTo>
                  <a:lnTo>
                    <a:pt x="7630" y="1248"/>
                  </a:lnTo>
                  <a:lnTo>
                    <a:pt x="7703" y="1138"/>
                  </a:lnTo>
                  <a:lnTo>
                    <a:pt x="7813" y="954"/>
                  </a:lnTo>
                  <a:lnTo>
                    <a:pt x="7923" y="808"/>
                  </a:lnTo>
                  <a:lnTo>
                    <a:pt x="8107" y="698"/>
                  </a:lnTo>
                  <a:lnTo>
                    <a:pt x="8290" y="624"/>
                  </a:lnTo>
                  <a:lnTo>
                    <a:pt x="8474" y="588"/>
                  </a:lnTo>
                  <a:lnTo>
                    <a:pt x="8694" y="551"/>
                  </a:lnTo>
                  <a:lnTo>
                    <a:pt x="9060" y="514"/>
                  </a:lnTo>
                  <a:close/>
                  <a:moveTo>
                    <a:pt x="13279" y="9318"/>
                  </a:moveTo>
                  <a:lnTo>
                    <a:pt x="13426" y="9428"/>
                  </a:lnTo>
                  <a:lnTo>
                    <a:pt x="13426" y="9464"/>
                  </a:lnTo>
                  <a:lnTo>
                    <a:pt x="13352" y="9464"/>
                  </a:lnTo>
                  <a:lnTo>
                    <a:pt x="13242" y="9538"/>
                  </a:lnTo>
                  <a:lnTo>
                    <a:pt x="12985" y="9868"/>
                  </a:lnTo>
                  <a:lnTo>
                    <a:pt x="12692" y="10198"/>
                  </a:lnTo>
                  <a:lnTo>
                    <a:pt x="12362" y="10492"/>
                  </a:lnTo>
                  <a:lnTo>
                    <a:pt x="12032" y="10748"/>
                  </a:lnTo>
                  <a:lnTo>
                    <a:pt x="11445" y="11078"/>
                  </a:lnTo>
                  <a:lnTo>
                    <a:pt x="10858" y="11409"/>
                  </a:lnTo>
                  <a:lnTo>
                    <a:pt x="10638" y="11372"/>
                  </a:lnTo>
                  <a:lnTo>
                    <a:pt x="10418" y="11299"/>
                  </a:lnTo>
                  <a:lnTo>
                    <a:pt x="10234" y="11188"/>
                  </a:lnTo>
                  <a:lnTo>
                    <a:pt x="10051" y="11078"/>
                  </a:lnTo>
                  <a:lnTo>
                    <a:pt x="10491" y="11005"/>
                  </a:lnTo>
                  <a:lnTo>
                    <a:pt x="10895" y="10858"/>
                  </a:lnTo>
                  <a:lnTo>
                    <a:pt x="11298" y="10675"/>
                  </a:lnTo>
                  <a:lnTo>
                    <a:pt x="11702" y="10492"/>
                  </a:lnTo>
                  <a:lnTo>
                    <a:pt x="12142" y="10235"/>
                  </a:lnTo>
                  <a:lnTo>
                    <a:pt x="12545" y="9941"/>
                  </a:lnTo>
                  <a:lnTo>
                    <a:pt x="12912" y="9648"/>
                  </a:lnTo>
                  <a:lnTo>
                    <a:pt x="13279" y="9318"/>
                  </a:lnTo>
                  <a:close/>
                  <a:moveTo>
                    <a:pt x="13609" y="9648"/>
                  </a:moveTo>
                  <a:lnTo>
                    <a:pt x="13719" y="9795"/>
                  </a:lnTo>
                  <a:lnTo>
                    <a:pt x="13792" y="9978"/>
                  </a:lnTo>
                  <a:lnTo>
                    <a:pt x="13939" y="10345"/>
                  </a:lnTo>
                  <a:lnTo>
                    <a:pt x="13939" y="10602"/>
                  </a:lnTo>
                  <a:lnTo>
                    <a:pt x="13939" y="10858"/>
                  </a:lnTo>
                  <a:lnTo>
                    <a:pt x="13866" y="10968"/>
                  </a:lnTo>
                  <a:lnTo>
                    <a:pt x="13829" y="10932"/>
                  </a:lnTo>
                  <a:lnTo>
                    <a:pt x="13719" y="10932"/>
                  </a:lnTo>
                  <a:lnTo>
                    <a:pt x="13719" y="10968"/>
                  </a:lnTo>
                  <a:lnTo>
                    <a:pt x="13609" y="11188"/>
                  </a:lnTo>
                  <a:lnTo>
                    <a:pt x="12765" y="11299"/>
                  </a:lnTo>
                  <a:lnTo>
                    <a:pt x="12912" y="11188"/>
                  </a:lnTo>
                  <a:lnTo>
                    <a:pt x="13316" y="10895"/>
                  </a:lnTo>
                  <a:lnTo>
                    <a:pt x="13682" y="10565"/>
                  </a:lnTo>
                  <a:lnTo>
                    <a:pt x="13756" y="10492"/>
                  </a:lnTo>
                  <a:lnTo>
                    <a:pt x="13756" y="10381"/>
                  </a:lnTo>
                  <a:lnTo>
                    <a:pt x="13719" y="10308"/>
                  </a:lnTo>
                  <a:lnTo>
                    <a:pt x="13609" y="10271"/>
                  </a:lnTo>
                  <a:lnTo>
                    <a:pt x="13536" y="10271"/>
                  </a:lnTo>
                  <a:lnTo>
                    <a:pt x="13462" y="10308"/>
                  </a:lnTo>
                  <a:lnTo>
                    <a:pt x="13059" y="10638"/>
                  </a:lnTo>
                  <a:lnTo>
                    <a:pt x="12655" y="10968"/>
                  </a:lnTo>
                  <a:lnTo>
                    <a:pt x="12398" y="11152"/>
                  </a:lnTo>
                  <a:lnTo>
                    <a:pt x="12325" y="11225"/>
                  </a:lnTo>
                  <a:lnTo>
                    <a:pt x="12252" y="11372"/>
                  </a:lnTo>
                  <a:lnTo>
                    <a:pt x="11665" y="11409"/>
                  </a:lnTo>
                  <a:lnTo>
                    <a:pt x="11481" y="11445"/>
                  </a:lnTo>
                  <a:lnTo>
                    <a:pt x="11775" y="11299"/>
                  </a:lnTo>
                  <a:lnTo>
                    <a:pt x="12068" y="11115"/>
                  </a:lnTo>
                  <a:lnTo>
                    <a:pt x="12362" y="10932"/>
                  </a:lnTo>
                  <a:lnTo>
                    <a:pt x="12655" y="10748"/>
                  </a:lnTo>
                  <a:lnTo>
                    <a:pt x="12912" y="10492"/>
                  </a:lnTo>
                  <a:lnTo>
                    <a:pt x="13132" y="10271"/>
                  </a:lnTo>
                  <a:lnTo>
                    <a:pt x="13352" y="10015"/>
                  </a:lnTo>
                  <a:lnTo>
                    <a:pt x="13572" y="9721"/>
                  </a:lnTo>
                  <a:lnTo>
                    <a:pt x="13609" y="9648"/>
                  </a:lnTo>
                  <a:close/>
                  <a:moveTo>
                    <a:pt x="9060" y="1"/>
                  </a:moveTo>
                  <a:lnTo>
                    <a:pt x="8804" y="37"/>
                  </a:lnTo>
                  <a:lnTo>
                    <a:pt x="8547" y="37"/>
                  </a:lnTo>
                  <a:lnTo>
                    <a:pt x="8290" y="111"/>
                  </a:lnTo>
                  <a:lnTo>
                    <a:pt x="8033" y="184"/>
                  </a:lnTo>
                  <a:lnTo>
                    <a:pt x="7813" y="294"/>
                  </a:lnTo>
                  <a:lnTo>
                    <a:pt x="7593" y="441"/>
                  </a:lnTo>
                  <a:lnTo>
                    <a:pt x="7410" y="624"/>
                  </a:lnTo>
                  <a:lnTo>
                    <a:pt x="7300" y="844"/>
                  </a:lnTo>
                  <a:lnTo>
                    <a:pt x="6896" y="624"/>
                  </a:lnTo>
                  <a:lnTo>
                    <a:pt x="6493" y="441"/>
                  </a:lnTo>
                  <a:lnTo>
                    <a:pt x="6273" y="367"/>
                  </a:lnTo>
                  <a:lnTo>
                    <a:pt x="6053" y="331"/>
                  </a:lnTo>
                  <a:lnTo>
                    <a:pt x="5612" y="331"/>
                  </a:lnTo>
                  <a:lnTo>
                    <a:pt x="5392" y="404"/>
                  </a:lnTo>
                  <a:lnTo>
                    <a:pt x="5209" y="477"/>
                  </a:lnTo>
                  <a:lnTo>
                    <a:pt x="5025" y="588"/>
                  </a:lnTo>
                  <a:lnTo>
                    <a:pt x="4842" y="734"/>
                  </a:lnTo>
                  <a:lnTo>
                    <a:pt x="4695" y="881"/>
                  </a:lnTo>
                  <a:lnTo>
                    <a:pt x="4585" y="1064"/>
                  </a:lnTo>
                  <a:lnTo>
                    <a:pt x="4512" y="1248"/>
                  </a:lnTo>
                  <a:lnTo>
                    <a:pt x="4475" y="1468"/>
                  </a:lnTo>
                  <a:lnTo>
                    <a:pt x="4182" y="1505"/>
                  </a:lnTo>
                  <a:lnTo>
                    <a:pt x="3888" y="1541"/>
                  </a:lnTo>
                  <a:lnTo>
                    <a:pt x="3595" y="1651"/>
                  </a:lnTo>
                  <a:lnTo>
                    <a:pt x="3338" y="1798"/>
                  </a:lnTo>
                  <a:lnTo>
                    <a:pt x="3081" y="1945"/>
                  </a:lnTo>
                  <a:lnTo>
                    <a:pt x="2861" y="2091"/>
                  </a:lnTo>
                  <a:lnTo>
                    <a:pt x="2641" y="2312"/>
                  </a:lnTo>
                  <a:lnTo>
                    <a:pt x="2421" y="2532"/>
                  </a:lnTo>
                  <a:lnTo>
                    <a:pt x="2238" y="2788"/>
                  </a:lnTo>
                  <a:lnTo>
                    <a:pt x="2091" y="3082"/>
                  </a:lnTo>
                  <a:lnTo>
                    <a:pt x="1981" y="3155"/>
                  </a:lnTo>
                  <a:lnTo>
                    <a:pt x="1834" y="3229"/>
                  </a:lnTo>
                  <a:lnTo>
                    <a:pt x="1504" y="3375"/>
                  </a:lnTo>
                  <a:lnTo>
                    <a:pt x="1211" y="3559"/>
                  </a:lnTo>
                  <a:lnTo>
                    <a:pt x="954" y="3779"/>
                  </a:lnTo>
                  <a:lnTo>
                    <a:pt x="697" y="3999"/>
                  </a:lnTo>
                  <a:lnTo>
                    <a:pt x="477" y="4256"/>
                  </a:lnTo>
                  <a:lnTo>
                    <a:pt x="330" y="4512"/>
                  </a:lnTo>
                  <a:lnTo>
                    <a:pt x="183" y="4769"/>
                  </a:lnTo>
                  <a:lnTo>
                    <a:pt x="73" y="5063"/>
                  </a:lnTo>
                  <a:lnTo>
                    <a:pt x="37" y="5319"/>
                  </a:lnTo>
                  <a:lnTo>
                    <a:pt x="0" y="5613"/>
                  </a:lnTo>
                  <a:lnTo>
                    <a:pt x="0" y="5906"/>
                  </a:lnTo>
                  <a:lnTo>
                    <a:pt x="73" y="6200"/>
                  </a:lnTo>
                  <a:lnTo>
                    <a:pt x="183" y="6493"/>
                  </a:lnTo>
                  <a:lnTo>
                    <a:pt x="294" y="6713"/>
                  </a:lnTo>
                  <a:lnTo>
                    <a:pt x="440" y="6933"/>
                  </a:lnTo>
                  <a:lnTo>
                    <a:pt x="660" y="7117"/>
                  </a:lnTo>
                  <a:lnTo>
                    <a:pt x="880" y="7300"/>
                  </a:lnTo>
                  <a:lnTo>
                    <a:pt x="1064" y="7374"/>
                  </a:lnTo>
                  <a:lnTo>
                    <a:pt x="1027" y="7594"/>
                  </a:lnTo>
                  <a:lnTo>
                    <a:pt x="1027" y="7814"/>
                  </a:lnTo>
                  <a:lnTo>
                    <a:pt x="1064" y="8034"/>
                  </a:lnTo>
                  <a:lnTo>
                    <a:pt x="1101" y="8217"/>
                  </a:lnTo>
                  <a:lnTo>
                    <a:pt x="1174" y="8437"/>
                  </a:lnTo>
                  <a:lnTo>
                    <a:pt x="1284" y="8621"/>
                  </a:lnTo>
                  <a:lnTo>
                    <a:pt x="1431" y="8804"/>
                  </a:lnTo>
                  <a:lnTo>
                    <a:pt x="1614" y="8988"/>
                  </a:lnTo>
                  <a:lnTo>
                    <a:pt x="1797" y="9098"/>
                  </a:lnTo>
                  <a:lnTo>
                    <a:pt x="1981" y="9208"/>
                  </a:lnTo>
                  <a:lnTo>
                    <a:pt x="2201" y="9281"/>
                  </a:lnTo>
                  <a:lnTo>
                    <a:pt x="2421" y="9318"/>
                  </a:lnTo>
                  <a:lnTo>
                    <a:pt x="2641" y="9354"/>
                  </a:lnTo>
                  <a:lnTo>
                    <a:pt x="2861" y="9318"/>
                  </a:lnTo>
                  <a:lnTo>
                    <a:pt x="3081" y="9281"/>
                  </a:lnTo>
                  <a:lnTo>
                    <a:pt x="3301" y="9208"/>
                  </a:lnTo>
                  <a:lnTo>
                    <a:pt x="3375" y="9354"/>
                  </a:lnTo>
                  <a:lnTo>
                    <a:pt x="3448" y="9501"/>
                  </a:lnTo>
                  <a:lnTo>
                    <a:pt x="3595" y="9648"/>
                  </a:lnTo>
                  <a:lnTo>
                    <a:pt x="3742" y="9758"/>
                  </a:lnTo>
                  <a:lnTo>
                    <a:pt x="3925" y="9868"/>
                  </a:lnTo>
                  <a:lnTo>
                    <a:pt x="4108" y="9905"/>
                  </a:lnTo>
                  <a:lnTo>
                    <a:pt x="4292" y="9941"/>
                  </a:lnTo>
                  <a:lnTo>
                    <a:pt x="4475" y="9941"/>
                  </a:lnTo>
                  <a:lnTo>
                    <a:pt x="4842" y="9905"/>
                  </a:lnTo>
                  <a:lnTo>
                    <a:pt x="5246" y="9795"/>
                  </a:lnTo>
                  <a:lnTo>
                    <a:pt x="5686" y="9648"/>
                  </a:lnTo>
                  <a:lnTo>
                    <a:pt x="6163" y="9574"/>
                  </a:lnTo>
                  <a:lnTo>
                    <a:pt x="6603" y="9574"/>
                  </a:lnTo>
                  <a:lnTo>
                    <a:pt x="7080" y="9611"/>
                  </a:lnTo>
                  <a:lnTo>
                    <a:pt x="7446" y="9648"/>
                  </a:lnTo>
                  <a:lnTo>
                    <a:pt x="7630" y="9648"/>
                  </a:lnTo>
                  <a:lnTo>
                    <a:pt x="7813" y="9611"/>
                  </a:lnTo>
                  <a:lnTo>
                    <a:pt x="7960" y="9721"/>
                  </a:lnTo>
                  <a:lnTo>
                    <a:pt x="8143" y="9795"/>
                  </a:lnTo>
                  <a:lnTo>
                    <a:pt x="8327" y="9831"/>
                  </a:lnTo>
                  <a:lnTo>
                    <a:pt x="8547" y="9868"/>
                  </a:lnTo>
                  <a:lnTo>
                    <a:pt x="9024" y="9905"/>
                  </a:lnTo>
                  <a:lnTo>
                    <a:pt x="9391" y="9868"/>
                  </a:lnTo>
                  <a:lnTo>
                    <a:pt x="9501" y="9868"/>
                  </a:lnTo>
                  <a:lnTo>
                    <a:pt x="9354" y="10161"/>
                  </a:lnTo>
                  <a:lnTo>
                    <a:pt x="9317" y="10308"/>
                  </a:lnTo>
                  <a:lnTo>
                    <a:pt x="9281" y="10492"/>
                  </a:lnTo>
                  <a:lnTo>
                    <a:pt x="9317" y="10638"/>
                  </a:lnTo>
                  <a:lnTo>
                    <a:pt x="9354" y="10785"/>
                  </a:lnTo>
                  <a:lnTo>
                    <a:pt x="9464" y="11078"/>
                  </a:lnTo>
                  <a:lnTo>
                    <a:pt x="9647" y="11335"/>
                  </a:lnTo>
                  <a:lnTo>
                    <a:pt x="9831" y="11519"/>
                  </a:lnTo>
                  <a:lnTo>
                    <a:pt x="9977" y="11629"/>
                  </a:lnTo>
                  <a:lnTo>
                    <a:pt x="10198" y="11739"/>
                  </a:lnTo>
                  <a:lnTo>
                    <a:pt x="10381" y="11812"/>
                  </a:lnTo>
                  <a:lnTo>
                    <a:pt x="10821" y="11922"/>
                  </a:lnTo>
                  <a:lnTo>
                    <a:pt x="11298" y="11959"/>
                  </a:lnTo>
                  <a:lnTo>
                    <a:pt x="11775" y="11922"/>
                  </a:lnTo>
                  <a:lnTo>
                    <a:pt x="12215" y="11885"/>
                  </a:lnTo>
                  <a:lnTo>
                    <a:pt x="13095" y="11775"/>
                  </a:lnTo>
                  <a:lnTo>
                    <a:pt x="13939" y="11665"/>
                  </a:lnTo>
                  <a:lnTo>
                    <a:pt x="14343" y="11555"/>
                  </a:lnTo>
                  <a:lnTo>
                    <a:pt x="14746" y="11409"/>
                  </a:lnTo>
                  <a:lnTo>
                    <a:pt x="15076" y="11262"/>
                  </a:lnTo>
                  <a:lnTo>
                    <a:pt x="15370" y="11042"/>
                  </a:lnTo>
                  <a:lnTo>
                    <a:pt x="15626" y="10785"/>
                  </a:lnTo>
                  <a:lnTo>
                    <a:pt x="15847" y="10528"/>
                  </a:lnTo>
                  <a:lnTo>
                    <a:pt x="16030" y="10235"/>
                  </a:lnTo>
                  <a:lnTo>
                    <a:pt x="16213" y="9941"/>
                  </a:lnTo>
                  <a:lnTo>
                    <a:pt x="16360" y="9648"/>
                  </a:lnTo>
                  <a:lnTo>
                    <a:pt x="16433" y="9318"/>
                  </a:lnTo>
                  <a:lnTo>
                    <a:pt x="16507" y="8988"/>
                  </a:lnTo>
                  <a:lnTo>
                    <a:pt x="16543" y="8657"/>
                  </a:lnTo>
                  <a:lnTo>
                    <a:pt x="16507" y="8327"/>
                  </a:lnTo>
                  <a:lnTo>
                    <a:pt x="16470" y="7997"/>
                  </a:lnTo>
                  <a:lnTo>
                    <a:pt x="16690" y="7447"/>
                  </a:lnTo>
                  <a:lnTo>
                    <a:pt x="16837" y="6933"/>
                  </a:lnTo>
                  <a:lnTo>
                    <a:pt x="16910" y="6347"/>
                  </a:lnTo>
                  <a:lnTo>
                    <a:pt x="16910" y="5796"/>
                  </a:lnTo>
                  <a:lnTo>
                    <a:pt x="16837" y="5429"/>
                  </a:lnTo>
                  <a:lnTo>
                    <a:pt x="16727" y="5063"/>
                  </a:lnTo>
                  <a:lnTo>
                    <a:pt x="16654" y="4916"/>
                  </a:lnTo>
                  <a:lnTo>
                    <a:pt x="16543" y="4769"/>
                  </a:lnTo>
                  <a:lnTo>
                    <a:pt x="16397" y="4659"/>
                  </a:lnTo>
                  <a:lnTo>
                    <a:pt x="16250" y="4586"/>
                  </a:lnTo>
                  <a:lnTo>
                    <a:pt x="16250" y="4146"/>
                  </a:lnTo>
                  <a:lnTo>
                    <a:pt x="16177" y="3742"/>
                  </a:lnTo>
                  <a:lnTo>
                    <a:pt x="16030" y="3375"/>
                  </a:lnTo>
                  <a:lnTo>
                    <a:pt x="15773" y="3009"/>
                  </a:lnTo>
                  <a:lnTo>
                    <a:pt x="15626" y="2825"/>
                  </a:lnTo>
                  <a:lnTo>
                    <a:pt x="15443" y="2642"/>
                  </a:lnTo>
                  <a:lnTo>
                    <a:pt x="15223" y="2495"/>
                  </a:lnTo>
                  <a:lnTo>
                    <a:pt x="15003" y="2385"/>
                  </a:lnTo>
                  <a:lnTo>
                    <a:pt x="14746" y="2238"/>
                  </a:lnTo>
                  <a:lnTo>
                    <a:pt x="14526" y="2055"/>
                  </a:lnTo>
                  <a:lnTo>
                    <a:pt x="14379" y="1835"/>
                  </a:lnTo>
                  <a:lnTo>
                    <a:pt x="14233" y="1578"/>
                  </a:lnTo>
                  <a:lnTo>
                    <a:pt x="14123" y="1358"/>
                  </a:lnTo>
                  <a:lnTo>
                    <a:pt x="13976" y="1138"/>
                  </a:lnTo>
                  <a:lnTo>
                    <a:pt x="13829" y="991"/>
                  </a:lnTo>
                  <a:lnTo>
                    <a:pt x="13682" y="808"/>
                  </a:lnTo>
                  <a:lnTo>
                    <a:pt x="13499" y="698"/>
                  </a:lnTo>
                  <a:lnTo>
                    <a:pt x="13279" y="588"/>
                  </a:lnTo>
                  <a:lnTo>
                    <a:pt x="13059" y="514"/>
                  </a:lnTo>
                  <a:lnTo>
                    <a:pt x="12802" y="441"/>
                  </a:lnTo>
                  <a:lnTo>
                    <a:pt x="12362" y="441"/>
                  </a:lnTo>
                  <a:lnTo>
                    <a:pt x="11885" y="477"/>
                  </a:lnTo>
                  <a:lnTo>
                    <a:pt x="11408" y="588"/>
                  </a:lnTo>
                  <a:lnTo>
                    <a:pt x="10968" y="698"/>
                  </a:lnTo>
                  <a:lnTo>
                    <a:pt x="10821" y="514"/>
                  </a:lnTo>
                  <a:lnTo>
                    <a:pt x="10601" y="331"/>
                  </a:lnTo>
                  <a:lnTo>
                    <a:pt x="10381" y="221"/>
                  </a:lnTo>
                  <a:lnTo>
                    <a:pt x="10124" y="147"/>
                  </a:lnTo>
                  <a:lnTo>
                    <a:pt x="9867" y="74"/>
                  </a:lnTo>
                  <a:lnTo>
                    <a:pt x="9574" y="37"/>
                  </a:lnTo>
                  <a:lnTo>
                    <a:pt x="9060" y="1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96" name="Google Shape;319;p5">
              <a:extLst>
                <a:ext uri="{FF2B5EF4-FFF2-40B4-BE49-F238E27FC236}">
                  <a16:creationId xmlns:a16="http://schemas.microsoft.com/office/drawing/2014/main" id="{B0EB1864-F72B-42F0-AB2A-4104570ED953}"/>
                </a:ext>
              </a:extLst>
            </p:cNvPr>
            <p:cNvSpPr/>
            <p:nvPr/>
          </p:nvSpPr>
          <p:spPr>
            <a:xfrm>
              <a:off x="7121425" y="2437925"/>
              <a:ext cx="246700" cy="315500"/>
            </a:xfrm>
            <a:custGeom>
              <a:avLst/>
              <a:gdLst/>
              <a:ahLst/>
              <a:cxnLst/>
              <a:rect l="l" t="t" r="r" b="b"/>
              <a:pathLst>
                <a:path w="9868" h="12620" extrusionOk="0">
                  <a:moveTo>
                    <a:pt x="4182" y="661"/>
                  </a:moveTo>
                  <a:lnTo>
                    <a:pt x="4182" y="918"/>
                  </a:lnTo>
                  <a:lnTo>
                    <a:pt x="4182" y="1431"/>
                  </a:lnTo>
                  <a:lnTo>
                    <a:pt x="4145" y="2202"/>
                  </a:lnTo>
                  <a:lnTo>
                    <a:pt x="3925" y="2165"/>
                  </a:lnTo>
                  <a:lnTo>
                    <a:pt x="3962" y="2018"/>
                  </a:lnTo>
                  <a:lnTo>
                    <a:pt x="3962" y="1835"/>
                  </a:lnTo>
                  <a:lnTo>
                    <a:pt x="3889" y="1468"/>
                  </a:lnTo>
                  <a:lnTo>
                    <a:pt x="3852" y="1101"/>
                  </a:lnTo>
                  <a:lnTo>
                    <a:pt x="3889" y="918"/>
                  </a:lnTo>
                  <a:lnTo>
                    <a:pt x="3962" y="771"/>
                  </a:lnTo>
                  <a:lnTo>
                    <a:pt x="3999" y="698"/>
                  </a:lnTo>
                  <a:lnTo>
                    <a:pt x="4072" y="661"/>
                  </a:lnTo>
                  <a:close/>
                  <a:moveTo>
                    <a:pt x="1541" y="404"/>
                  </a:moveTo>
                  <a:lnTo>
                    <a:pt x="1578" y="441"/>
                  </a:lnTo>
                  <a:lnTo>
                    <a:pt x="1614" y="514"/>
                  </a:lnTo>
                  <a:lnTo>
                    <a:pt x="1614" y="1138"/>
                  </a:lnTo>
                  <a:lnTo>
                    <a:pt x="1688" y="2202"/>
                  </a:lnTo>
                  <a:lnTo>
                    <a:pt x="1284" y="2238"/>
                  </a:lnTo>
                  <a:lnTo>
                    <a:pt x="1211" y="2238"/>
                  </a:lnTo>
                  <a:lnTo>
                    <a:pt x="1211" y="1871"/>
                  </a:lnTo>
                  <a:lnTo>
                    <a:pt x="1174" y="1505"/>
                  </a:lnTo>
                  <a:lnTo>
                    <a:pt x="1211" y="1211"/>
                  </a:lnTo>
                  <a:lnTo>
                    <a:pt x="1248" y="954"/>
                  </a:lnTo>
                  <a:lnTo>
                    <a:pt x="1358" y="404"/>
                  </a:lnTo>
                  <a:close/>
                  <a:moveTo>
                    <a:pt x="3815" y="2678"/>
                  </a:moveTo>
                  <a:lnTo>
                    <a:pt x="4439" y="2715"/>
                  </a:lnTo>
                  <a:lnTo>
                    <a:pt x="5026" y="2789"/>
                  </a:lnTo>
                  <a:lnTo>
                    <a:pt x="5026" y="2825"/>
                  </a:lnTo>
                  <a:lnTo>
                    <a:pt x="5136" y="3485"/>
                  </a:lnTo>
                  <a:lnTo>
                    <a:pt x="3925" y="3559"/>
                  </a:lnTo>
                  <a:lnTo>
                    <a:pt x="2678" y="3632"/>
                  </a:lnTo>
                  <a:lnTo>
                    <a:pt x="1358" y="3669"/>
                  </a:lnTo>
                  <a:lnTo>
                    <a:pt x="917" y="3706"/>
                  </a:lnTo>
                  <a:lnTo>
                    <a:pt x="477" y="3742"/>
                  </a:lnTo>
                  <a:lnTo>
                    <a:pt x="441" y="3229"/>
                  </a:lnTo>
                  <a:lnTo>
                    <a:pt x="441" y="2972"/>
                  </a:lnTo>
                  <a:lnTo>
                    <a:pt x="404" y="2862"/>
                  </a:lnTo>
                  <a:lnTo>
                    <a:pt x="331" y="2752"/>
                  </a:lnTo>
                  <a:lnTo>
                    <a:pt x="587" y="2789"/>
                  </a:lnTo>
                  <a:lnTo>
                    <a:pt x="807" y="2789"/>
                  </a:lnTo>
                  <a:lnTo>
                    <a:pt x="1284" y="2752"/>
                  </a:lnTo>
                  <a:lnTo>
                    <a:pt x="1945" y="2678"/>
                  </a:lnTo>
                  <a:close/>
                  <a:moveTo>
                    <a:pt x="4916" y="3999"/>
                  </a:moveTo>
                  <a:lnTo>
                    <a:pt x="4989" y="4072"/>
                  </a:lnTo>
                  <a:lnTo>
                    <a:pt x="5136" y="4109"/>
                  </a:lnTo>
                  <a:lnTo>
                    <a:pt x="5209" y="4072"/>
                  </a:lnTo>
                  <a:lnTo>
                    <a:pt x="5246" y="4623"/>
                  </a:lnTo>
                  <a:lnTo>
                    <a:pt x="5209" y="5173"/>
                  </a:lnTo>
                  <a:lnTo>
                    <a:pt x="5173" y="5430"/>
                  </a:lnTo>
                  <a:lnTo>
                    <a:pt x="5099" y="5723"/>
                  </a:lnTo>
                  <a:lnTo>
                    <a:pt x="4989" y="5980"/>
                  </a:lnTo>
                  <a:lnTo>
                    <a:pt x="4806" y="6200"/>
                  </a:lnTo>
                  <a:lnTo>
                    <a:pt x="4659" y="6310"/>
                  </a:lnTo>
                  <a:lnTo>
                    <a:pt x="4476" y="6420"/>
                  </a:lnTo>
                  <a:lnTo>
                    <a:pt x="4292" y="6457"/>
                  </a:lnTo>
                  <a:lnTo>
                    <a:pt x="4072" y="6493"/>
                  </a:lnTo>
                  <a:lnTo>
                    <a:pt x="3632" y="6530"/>
                  </a:lnTo>
                  <a:lnTo>
                    <a:pt x="3265" y="6567"/>
                  </a:lnTo>
                  <a:lnTo>
                    <a:pt x="2605" y="6567"/>
                  </a:lnTo>
                  <a:lnTo>
                    <a:pt x="2642" y="6493"/>
                  </a:lnTo>
                  <a:lnTo>
                    <a:pt x="2678" y="6383"/>
                  </a:lnTo>
                  <a:lnTo>
                    <a:pt x="2788" y="6310"/>
                  </a:lnTo>
                  <a:lnTo>
                    <a:pt x="2825" y="6273"/>
                  </a:lnTo>
                  <a:lnTo>
                    <a:pt x="2825" y="6237"/>
                  </a:lnTo>
                  <a:lnTo>
                    <a:pt x="2788" y="6200"/>
                  </a:lnTo>
                  <a:lnTo>
                    <a:pt x="2715" y="6200"/>
                  </a:lnTo>
                  <a:lnTo>
                    <a:pt x="2605" y="6237"/>
                  </a:lnTo>
                  <a:lnTo>
                    <a:pt x="2458" y="6310"/>
                  </a:lnTo>
                  <a:lnTo>
                    <a:pt x="2348" y="6420"/>
                  </a:lnTo>
                  <a:lnTo>
                    <a:pt x="2311" y="6567"/>
                  </a:lnTo>
                  <a:lnTo>
                    <a:pt x="1724" y="6493"/>
                  </a:lnTo>
                  <a:lnTo>
                    <a:pt x="1541" y="6457"/>
                  </a:lnTo>
                  <a:lnTo>
                    <a:pt x="1688" y="6420"/>
                  </a:lnTo>
                  <a:lnTo>
                    <a:pt x="2055" y="6383"/>
                  </a:lnTo>
                  <a:lnTo>
                    <a:pt x="2201" y="6310"/>
                  </a:lnTo>
                  <a:lnTo>
                    <a:pt x="2275" y="6237"/>
                  </a:lnTo>
                  <a:lnTo>
                    <a:pt x="2311" y="6163"/>
                  </a:lnTo>
                  <a:lnTo>
                    <a:pt x="2311" y="6090"/>
                  </a:lnTo>
                  <a:lnTo>
                    <a:pt x="2275" y="6016"/>
                  </a:lnTo>
                  <a:lnTo>
                    <a:pt x="2238" y="5980"/>
                  </a:lnTo>
                  <a:lnTo>
                    <a:pt x="2201" y="5943"/>
                  </a:lnTo>
                  <a:lnTo>
                    <a:pt x="2055" y="5943"/>
                  </a:lnTo>
                  <a:lnTo>
                    <a:pt x="1981" y="6016"/>
                  </a:lnTo>
                  <a:lnTo>
                    <a:pt x="1798" y="6053"/>
                  </a:lnTo>
                  <a:lnTo>
                    <a:pt x="1394" y="6127"/>
                  </a:lnTo>
                  <a:lnTo>
                    <a:pt x="1138" y="6200"/>
                  </a:lnTo>
                  <a:lnTo>
                    <a:pt x="917" y="6273"/>
                  </a:lnTo>
                  <a:lnTo>
                    <a:pt x="807" y="6200"/>
                  </a:lnTo>
                  <a:lnTo>
                    <a:pt x="697" y="6127"/>
                  </a:lnTo>
                  <a:lnTo>
                    <a:pt x="661" y="5980"/>
                  </a:lnTo>
                  <a:lnTo>
                    <a:pt x="624" y="5870"/>
                  </a:lnTo>
                  <a:lnTo>
                    <a:pt x="624" y="5870"/>
                  </a:lnTo>
                  <a:lnTo>
                    <a:pt x="844" y="5906"/>
                  </a:lnTo>
                  <a:lnTo>
                    <a:pt x="1504" y="5906"/>
                  </a:lnTo>
                  <a:lnTo>
                    <a:pt x="1724" y="5870"/>
                  </a:lnTo>
                  <a:lnTo>
                    <a:pt x="1945" y="5833"/>
                  </a:lnTo>
                  <a:lnTo>
                    <a:pt x="1981" y="5796"/>
                  </a:lnTo>
                  <a:lnTo>
                    <a:pt x="2018" y="5760"/>
                  </a:lnTo>
                  <a:lnTo>
                    <a:pt x="2055" y="5650"/>
                  </a:lnTo>
                  <a:lnTo>
                    <a:pt x="1981" y="5540"/>
                  </a:lnTo>
                  <a:lnTo>
                    <a:pt x="1945" y="5503"/>
                  </a:lnTo>
                  <a:lnTo>
                    <a:pt x="1504" y="5503"/>
                  </a:lnTo>
                  <a:lnTo>
                    <a:pt x="1101" y="5540"/>
                  </a:lnTo>
                  <a:lnTo>
                    <a:pt x="844" y="5576"/>
                  </a:lnTo>
                  <a:lnTo>
                    <a:pt x="587" y="5576"/>
                  </a:lnTo>
                  <a:lnTo>
                    <a:pt x="587" y="5356"/>
                  </a:lnTo>
                  <a:lnTo>
                    <a:pt x="734" y="5430"/>
                  </a:lnTo>
                  <a:lnTo>
                    <a:pt x="881" y="5466"/>
                  </a:lnTo>
                  <a:lnTo>
                    <a:pt x="1211" y="5466"/>
                  </a:lnTo>
                  <a:lnTo>
                    <a:pt x="1541" y="5393"/>
                  </a:lnTo>
                  <a:lnTo>
                    <a:pt x="1835" y="5246"/>
                  </a:lnTo>
                  <a:lnTo>
                    <a:pt x="1871" y="5173"/>
                  </a:lnTo>
                  <a:lnTo>
                    <a:pt x="1908" y="5099"/>
                  </a:lnTo>
                  <a:lnTo>
                    <a:pt x="1908" y="5026"/>
                  </a:lnTo>
                  <a:lnTo>
                    <a:pt x="1871" y="4953"/>
                  </a:lnTo>
                  <a:lnTo>
                    <a:pt x="1835" y="4916"/>
                  </a:lnTo>
                  <a:lnTo>
                    <a:pt x="1761" y="4879"/>
                  </a:lnTo>
                  <a:lnTo>
                    <a:pt x="1724" y="4879"/>
                  </a:lnTo>
                  <a:lnTo>
                    <a:pt x="1614" y="4916"/>
                  </a:lnTo>
                  <a:lnTo>
                    <a:pt x="1358" y="5026"/>
                  </a:lnTo>
                  <a:lnTo>
                    <a:pt x="1101" y="5099"/>
                  </a:lnTo>
                  <a:lnTo>
                    <a:pt x="844" y="5099"/>
                  </a:lnTo>
                  <a:lnTo>
                    <a:pt x="551" y="5063"/>
                  </a:lnTo>
                  <a:lnTo>
                    <a:pt x="551" y="4916"/>
                  </a:lnTo>
                  <a:lnTo>
                    <a:pt x="844" y="4879"/>
                  </a:lnTo>
                  <a:lnTo>
                    <a:pt x="1138" y="4879"/>
                  </a:lnTo>
                  <a:lnTo>
                    <a:pt x="1724" y="4769"/>
                  </a:lnTo>
                  <a:lnTo>
                    <a:pt x="1908" y="4696"/>
                  </a:lnTo>
                  <a:lnTo>
                    <a:pt x="2091" y="4586"/>
                  </a:lnTo>
                  <a:lnTo>
                    <a:pt x="2128" y="4513"/>
                  </a:lnTo>
                  <a:lnTo>
                    <a:pt x="2165" y="4439"/>
                  </a:lnTo>
                  <a:lnTo>
                    <a:pt x="2128" y="4329"/>
                  </a:lnTo>
                  <a:lnTo>
                    <a:pt x="2055" y="4256"/>
                  </a:lnTo>
                  <a:lnTo>
                    <a:pt x="1945" y="4182"/>
                  </a:lnTo>
                  <a:lnTo>
                    <a:pt x="1871" y="4182"/>
                  </a:lnTo>
                  <a:lnTo>
                    <a:pt x="1835" y="4219"/>
                  </a:lnTo>
                  <a:lnTo>
                    <a:pt x="1761" y="4256"/>
                  </a:lnTo>
                  <a:lnTo>
                    <a:pt x="1724" y="4329"/>
                  </a:lnTo>
                  <a:lnTo>
                    <a:pt x="1468" y="4403"/>
                  </a:lnTo>
                  <a:lnTo>
                    <a:pt x="991" y="4476"/>
                  </a:lnTo>
                  <a:lnTo>
                    <a:pt x="551" y="4586"/>
                  </a:lnTo>
                  <a:lnTo>
                    <a:pt x="514" y="4146"/>
                  </a:lnTo>
                  <a:lnTo>
                    <a:pt x="1358" y="4146"/>
                  </a:lnTo>
                  <a:lnTo>
                    <a:pt x="2678" y="4109"/>
                  </a:lnTo>
                  <a:lnTo>
                    <a:pt x="3815" y="4072"/>
                  </a:lnTo>
                  <a:lnTo>
                    <a:pt x="4916" y="3999"/>
                  </a:lnTo>
                  <a:close/>
                  <a:moveTo>
                    <a:pt x="1211" y="1"/>
                  </a:moveTo>
                  <a:lnTo>
                    <a:pt x="1101" y="37"/>
                  </a:lnTo>
                  <a:lnTo>
                    <a:pt x="1028" y="147"/>
                  </a:lnTo>
                  <a:lnTo>
                    <a:pt x="881" y="771"/>
                  </a:lnTo>
                  <a:lnTo>
                    <a:pt x="807" y="1395"/>
                  </a:lnTo>
                  <a:lnTo>
                    <a:pt x="807" y="1835"/>
                  </a:lnTo>
                  <a:lnTo>
                    <a:pt x="807" y="2092"/>
                  </a:lnTo>
                  <a:lnTo>
                    <a:pt x="881" y="2312"/>
                  </a:lnTo>
                  <a:lnTo>
                    <a:pt x="551" y="2385"/>
                  </a:lnTo>
                  <a:lnTo>
                    <a:pt x="367" y="2458"/>
                  </a:lnTo>
                  <a:lnTo>
                    <a:pt x="221" y="2568"/>
                  </a:lnTo>
                  <a:lnTo>
                    <a:pt x="184" y="2605"/>
                  </a:lnTo>
                  <a:lnTo>
                    <a:pt x="147" y="2678"/>
                  </a:lnTo>
                  <a:lnTo>
                    <a:pt x="37" y="2825"/>
                  </a:lnTo>
                  <a:lnTo>
                    <a:pt x="37" y="3009"/>
                  </a:lnTo>
                  <a:lnTo>
                    <a:pt x="37" y="3375"/>
                  </a:lnTo>
                  <a:lnTo>
                    <a:pt x="37" y="3852"/>
                  </a:lnTo>
                  <a:lnTo>
                    <a:pt x="37" y="3889"/>
                  </a:lnTo>
                  <a:lnTo>
                    <a:pt x="0" y="3962"/>
                  </a:lnTo>
                  <a:lnTo>
                    <a:pt x="37" y="4072"/>
                  </a:lnTo>
                  <a:lnTo>
                    <a:pt x="74" y="4439"/>
                  </a:lnTo>
                  <a:lnTo>
                    <a:pt x="110" y="5540"/>
                  </a:lnTo>
                  <a:lnTo>
                    <a:pt x="110" y="5943"/>
                  </a:lnTo>
                  <a:lnTo>
                    <a:pt x="184" y="6127"/>
                  </a:lnTo>
                  <a:lnTo>
                    <a:pt x="257" y="6310"/>
                  </a:lnTo>
                  <a:lnTo>
                    <a:pt x="367" y="6457"/>
                  </a:lnTo>
                  <a:lnTo>
                    <a:pt x="477" y="6567"/>
                  </a:lnTo>
                  <a:lnTo>
                    <a:pt x="624" y="6677"/>
                  </a:lnTo>
                  <a:lnTo>
                    <a:pt x="771" y="6750"/>
                  </a:lnTo>
                  <a:lnTo>
                    <a:pt x="1101" y="6860"/>
                  </a:lnTo>
                  <a:lnTo>
                    <a:pt x="1468" y="6934"/>
                  </a:lnTo>
                  <a:lnTo>
                    <a:pt x="2091" y="7007"/>
                  </a:lnTo>
                  <a:lnTo>
                    <a:pt x="2678" y="7044"/>
                  </a:lnTo>
                  <a:lnTo>
                    <a:pt x="2605" y="7264"/>
                  </a:lnTo>
                  <a:lnTo>
                    <a:pt x="2605" y="7484"/>
                  </a:lnTo>
                  <a:lnTo>
                    <a:pt x="2605" y="7887"/>
                  </a:lnTo>
                  <a:lnTo>
                    <a:pt x="2605" y="8548"/>
                  </a:lnTo>
                  <a:lnTo>
                    <a:pt x="2678" y="9208"/>
                  </a:lnTo>
                  <a:lnTo>
                    <a:pt x="2825" y="10455"/>
                  </a:lnTo>
                  <a:lnTo>
                    <a:pt x="3045" y="11665"/>
                  </a:lnTo>
                  <a:lnTo>
                    <a:pt x="3118" y="11922"/>
                  </a:lnTo>
                  <a:lnTo>
                    <a:pt x="3228" y="12106"/>
                  </a:lnTo>
                  <a:lnTo>
                    <a:pt x="3375" y="12252"/>
                  </a:lnTo>
                  <a:lnTo>
                    <a:pt x="3595" y="12399"/>
                  </a:lnTo>
                  <a:lnTo>
                    <a:pt x="3779" y="12472"/>
                  </a:lnTo>
                  <a:lnTo>
                    <a:pt x="3999" y="12546"/>
                  </a:lnTo>
                  <a:lnTo>
                    <a:pt x="4476" y="12619"/>
                  </a:lnTo>
                  <a:lnTo>
                    <a:pt x="4732" y="12582"/>
                  </a:lnTo>
                  <a:lnTo>
                    <a:pt x="4952" y="12509"/>
                  </a:lnTo>
                  <a:lnTo>
                    <a:pt x="5136" y="12399"/>
                  </a:lnTo>
                  <a:lnTo>
                    <a:pt x="5283" y="12216"/>
                  </a:lnTo>
                  <a:lnTo>
                    <a:pt x="5429" y="12032"/>
                  </a:lnTo>
                  <a:lnTo>
                    <a:pt x="5503" y="11812"/>
                  </a:lnTo>
                  <a:lnTo>
                    <a:pt x="5576" y="11592"/>
                  </a:lnTo>
                  <a:lnTo>
                    <a:pt x="5613" y="11372"/>
                  </a:lnTo>
                  <a:lnTo>
                    <a:pt x="5613" y="11079"/>
                  </a:lnTo>
                  <a:lnTo>
                    <a:pt x="5613" y="10785"/>
                  </a:lnTo>
                  <a:lnTo>
                    <a:pt x="5539" y="10162"/>
                  </a:lnTo>
                  <a:lnTo>
                    <a:pt x="5539" y="9538"/>
                  </a:lnTo>
                  <a:lnTo>
                    <a:pt x="5649" y="8951"/>
                  </a:lnTo>
                  <a:lnTo>
                    <a:pt x="5723" y="8658"/>
                  </a:lnTo>
                  <a:lnTo>
                    <a:pt x="5833" y="8364"/>
                  </a:lnTo>
                  <a:lnTo>
                    <a:pt x="5980" y="8071"/>
                  </a:lnTo>
                  <a:lnTo>
                    <a:pt x="6090" y="7961"/>
                  </a:lnTo>
                  <a:lnTo>
                    <a:pt x="6200" y="7851"/>
                  </a:lnTo>
                  <a:lnTo>
                    <a:pt x="6273" y="7814"/>
                  </a:lnTo>
                  <a:lnTo>
                    <a:pt x="6310" y="7814"/>
                  </a:lnTo>
                  <a:lnTo>
                    <a:pt x="6456" y="7887"/>
                  </a:lnTo>
                  <a:lnTo>
                    <a:pt x="6530" y="7997"/>
                  </a:lnTo>
                  <a:lnTo>
                    <a:pt x="6603" y="8144"/>
                  </a:lnTo>
                  <a:lnTo>
                    <a:pt x="6640" y="8291"/>
                  </a:lnTo>
                  <a:lnTo>
                    <a:pt x="6603" y="8474"/>
                  </a:lnTo>
                  <a:lnTo>
                    <a:pt x="6566" y="8804"/>
                  </a:lnTo>
                  <a:lnTo>
                    <a:pt x="6530" y="9208"/>
                  </a:lnTo>
                  <a:lnTo>
                    <a:pt x="6566" y="9428"/>
                  </a:lnTo>
                  <a:lnTo>
                    <a:pt x="6603" y="9648"/>
                  </a:lnTo>
                  <a:lnTo>
                    <a:pt x="6676" y="9868"/>
                  </a:lnTo>
                  <a:lnTo>
                    <a:pt x="6787" y="10051"/>
                  </a:lnTo>
                  <a:lnTo>
                    <a:pt x="6970" y="10162"/>
                  </a:lnTo>
                  <a:lnTo>
                    <a:pt x="7153" y="10272"/>
                  </a:lnTo>
                  <a:lnTo>
                    <a:pt x="7447" y="10345"/>
                  </a:lnTo>
                  <a:lnTo>
                    <a:pt x="7777" y="10382"/>
                  </a:lnTo>
                  <a:lnTo>
                    <a:pt x="8437" y="10382"/>
                  </a:lnTo>
                  <a:lnTo>
                    <a:pt x="9061" y="10308"/>
                  </a:lnTo>
                  <a:lnTo>
                    <a:pt x="9684" y="10162"/>
                  </a:lnTo>
                  <a:lnTo>
                    <a:pt x="9758" y="10125"/>
                  </a:lnTo>
                  <a:lnTo>
                    <a:pt x="9831" y="10051"/>
                  </a:lnTo>
                  <a:lnTo>
                    <a:pt x="9868" y="9941"/>
                  </a:lnTo>
                  <a:lnTo>
                    <a:pt x="9831" y="9868"/>
                  </a:lnTo>
                  <a:lnTo>
                    <a:pt x="9794" y="9758"/>
                  </a:lnTo>
                  <a:lnTo>
                    <a:pt x="9721" y="9685"/>
                  </a:lnTo>
                  <a:lnTo>
                    <a:pt x="9648" y="9648"/>
                  </a:lnTo>
                  <a:lnTo>
                    <a:pt x="9538" y="9648"/>
                  </a:lnTo>
                  <a:lnTo>
                    <a:pt x="8951" y="9758"/>
                  </a:lnTo>
                  <a:lnTo>
                    <a:pt x="8327" y="9831"/>
                  </a:lnTo>
                  <a:lnTo>
                    <a:pt x="7740" y="9831"/>
                  </a:lnTo>
                  <a:lnTo>
                    <a:pt x="7447" y="9795"/>
                  </a:lnTo>
                  <a:lnTo>
                    <a:pt x="7300" y="9721"/>
                  </a:lnTo>
                  <a:lnTo>
                    <a:pt x="7190" y="9648"/>
                  </a:lnTo>
                  <a:lnTo>
                    <a:pt x="7117" y="9575"/>
                  </a:lnTo>
                  <a:lnTo>
                    <a:pt x="7080" y="9465"/>
                  </a:lnTo>
                  <a:lnTo>
                    <a:pt x="7080" y="9208"/>
                  </a:lnTo>
                  <a:lnTo>
                    <a:pt x="7080" y="8914"/>
                  </a:lnTo>
                  <a:lnTo>
                    <a:pt x="7117" y="8694"/>
                  </a:lnTo>
                  <a:lnTo>
                    <a:pt x="7153" y="8474"/>
                  </a:lnTo>
                  <a:lnTo>
                    <a:pt x="7153" y="8254"/>
                  </a:lnTo>
                  <a:lnTo>
                    <a:pt x="7117" y="8034"/>
                  </a:lnTo>
                  <a:lnTo>
                    <a:pt x="7043" y="7851"/>
                  </a:lnTo>
                  <a:lnTo>
                    <a:pt x="6970" y="7667"/>
                  </a:lnTo>
                  <a:lnTo>
                    <a:pt x="6823" y="7520"/>
                  </a:lnTo>
                  <a:lnTo>
                    <a:pt x="6676" y="7410"/>
                  </a:lnTo>
                  <a:lnTo>
                    <a:pt x="6530" y="7337"/>
                  </a:lnTo>
                  <a:lnTo>
                    <a:pt x="6383" y="7300"/>
                  </a:lnTo>
                  <a:lnTo>
                    <a:pt x="6200" y="7300"/>
                  </a:lnTo>
                  <a:lnTo>
                    <a:pt x="6016" y="7337"/>
                  </a:lnTo>
                  <a:lnTo>
                    <a:pt x="5833" y="7447"/>
                  </a:lnTo>
                  <a:lnTo>
                    <a:pt x="5649" y="7594"/>
                  </a:lnTo>
                  <a:lnTo>
                    <a:pt x="5503" y="7814"/>
                  </a:lnTo>
                  <a:lnTo>
                    <a:pt x="5393" y="8034"/>
                  </a:lnTo>
                  <a:lnTo>
                    <a:pt x="5283" y="8291"/>
                  </a:lnTo>
                  <a:lnTo>
                    <a:pt x="5136" y="8768"/>
                  </a:lnTo>
                  <a:lnTo>
                    <a:pt x="5026" y="9281"/>
                  </a:lnTo>
                  <a:lnTo>
                    <a:pt x="4989" y="9795"/>
                  </a:lnTo>
                  <a:lnTo>
                    <a:pt x="5026" y="10308"/>
                  </a:lnTo>
                  <a:lnTo>
                    <a:pt x="5062" y="10858"/>
                  </a:lnTo>
                  <a:lnTo>
                    <a:pt x="5062" y="11372"/>
                  </a:lnTo>
                  <a:lnTo>
                    <a:pt x="5062" y="11519"/>
                  </a:lnTo>
                  <a:lnTo>
                    <a:pt x="5026" y="11665"/>
                  </a:lnTo>
                  <a:lnTo>
                    <a:pt x="4952" y="11775"/>
                  </a:lnTo>
                  <a:lnTo>
                    <a:pt x="4879" y="11886"/>
                  </a:lnTo>
                  <a:lnTo>
                    <a:pt x="4769" y="11959"/>
                  </a:lnTo>
                  <a:lnTo>
                    <a:pt x="4659" y="12032"/>
                  </a:lnTo>
                  <a:lnTo>
                    <a:pt x="4512" y="12069"/>
                  </a:lnTo>
                  <a:lnTo>
                    <a:pt x="4366" y="12069"/>
                  </a:lnTo>
                  <a:lnTo>
                    <a:pt x="4109" y="11996"/>
                  </a:lnTo>
                  <a:lnTo>
                    <a:pt x="3815" y="11922"/>
                  </a:lnTo>
                  <a:lnTo>
                    <a:pt x="3705" y="11849"/>
                  </a:lnTo>
                  <a:lnTo>
                    <a:pt x="3595" y="11739"/>
                  </a:lnTo>
                  <a:lnTo>
                    <a:pt x="3559" y="11592"/>
                  </a:lnTo>
                  <a:lnTo>
                    <a:pt x="3522" y="11445"/>
                  </a:lnTo>
                  <a:lnTo>
                    <a:pt x="3302" y="10272"/>
                  </a:lnTo>
                  <a:lnTo>
                    <a:pt x="3155" y="9061"/>
                  </a:lnTo>
                  <a:lnTo>
                    <a:pt x="3045" y="7887"/>
                  </a:lnTo>
                  <a:lnTo>
                    <a:pt x="3045" y="7484"/>
                  </a:lnTo>
                  <a:lnTo>
                    <a:pt x="3008" y="7264"/>
                  </a:lnTo>
                  <a:lnTo>
                    <a:pt x="2935" y="7044"/>
                  </a:lnTo>
                  <a:lnTo>
                    <a:pt x="3375" y="7044"/>
                  </a:lnTo>
                  <a:lnTo>
                    <a:pt x="3779" y="7007"/>
                  </a:lnTo>
                  <a:lnTo>
                    <a:pt x="4219" y="6970"/>
                  </a:lnTo>
                  <a:lnTo>
                    <a:pt x="4622" y="6860"/>
                  </a:lnTo>
                  <a:lnTo>
                    <a:pt x="4806" y="6787"/>
                  </a:lnTo>
                  <a:lnTo>
                    <a:pt x="4952" y="6677"/>
                  </a:lnTo>
                  <a:lnTo>
                    <a:pt x="5099" y="6603"/>
                  </a:lnTo>
                  <a:lnTo>
                    <a:pt x="5209" y="6493"/>
                  </a:lnTo>
                  <a:lnTo>
                    <a:pt x="5429" y="6200"/>
                  </a:lnTo>
                  <a:lnTo>
                    <a:pt x="5539" y="5906"/>
                  </a:lnTo>
                  <a:lnTo>
                    <a:pt x="5649" y="5576"/>
                  </a:lnTo>
                  <a:lnTo>
                    <a:pt x="5723" y="5210"/>
                  </a:lnTo>
                  <a:lnTo>
                    <a:pt x="5723" y="4806"/>
                  </a:lnTo>
                  <a:lnTo>
                    <a:pt x="5686" y="4036"/>
                  </a:lnTo>
                  <a:lnTo>
                    <a:pt x="5649" y="3559"/>
                  </a:lnTo>
                  <a:lnTo>
                    <a:pt x="5576" y="3082"/>
                  </a:lnTo>
                  <a:lnTo>
                    <a:pt x="5539" y="2789"/>
                  </a:lnTo>
                  <a:lnTo>
                    <a:pt x="5503" y="2678"/>
                  </a:lnTo>
                  <a:lnTo>
                    <a:pt x="5466" y="2568"/>
                  </a:lnTo>
                  <a:lnTo>
                    <a:pt x="5429" y="2422"/>
                  </a:lnTo>
                  <a:lnTo>
                    <a:pt x="5356" y="2348"/>
                  </a:lnTo>
                  <a:lnTo>
                    <a:pt x="5173" y="2238"/>
                  </a:lnTo>
                  <a:lnTo>
                    <a:pt x="5026" y="2202"/>
                  </a:lnTo>
                  <a:lnTo>
                    <a:pt x="4916" y="2202"/>
                  </a:lnTo>
                  <a:lnTo>
                    <a:pt x="4879" y="2238"/>
                  </a:lnTo>
                  <a:lnTo>
                    <a:pt x="4586" y="2238"/>
                  </a:lnTo>
                  <a:lnTo>
                    <a:pt x="4622" y="808"/>
                  </a:lnTo>
                  <a:lnTo>
                    <a:pt x="4586" y="551"/>
                  </a:lnTo>
                  <a:lnTo>
                    <a:pt x="4549" y="441"/>
                  </a:lnTo>
                  <a:lnTo>
                    <a:pt x="4512" y="331"/>
                  </a:lnTo>
                  <a:lnTo>
                    <a:pt x="4439" y="258"/>
                  </a:lnTo>
                  <a:lnTo>
                    <a:pt x="4329" y="221"/>
                  </a:lnTo>
                  <a:lnTo>
                    <a:pt x="4219" y="184"/>
                  </a:lnTo>
                  <a:lnTo>
                    <a:pt x="4072" y="221"/>
                  </a:lnTo>
                  <a:lnTo>
                    <a:pt x="3815" y="331"/>
                  </a:lnTo>
                  <a:lnTo>
                    <a:pt x="3705" y="404"/>
                  </a:lnTo>
                  <a:lnTo>
                    <a:pt x="3632" y="514"/>
                  </a:lnTo>
                  <a:lnTo>
                    <a:pt x="3522" y="734"/>
                  </a:lnTo>
                  <a:lnTo>
                    <a:pt x="3449" y="991"/>
                  </a:lnTo>
                  <a:lnTo>
                    <a:pt x="3485" y="1321"/>
                  </a:lnTo>
                  <a:lnTo>
                    <a:pt x="3522" y="1651"/>
                  </a:lnTo>
                  <a:lnTo>
                    <a:pt x="3559" y="1908"/>
                  </a:lnTo>
                  <a:lnTo>
                    <a:pt x="3669" y="2165"/>
                  </a:lnTo>
                  <a:lnTo>
                    <a:pt x="2091" y="2165"/>
                  </a:lnTo>
                  <a:lnTo>
                    <a:pt x="2055" y="1358"/>
                  </a:lnTo>
                  <a:lnTo>
                    <a:pt x="2018" y="514"/>
                  </a:lnTo>
                  <a:lnTo>
                    <a:pt x="2018" y="368"/>
                  </a:lnTo>
                  <a:lnTo>
                    <a:pt x="1945" y="221"/>
                  </a:lnTo>
                  <a:lnTo>
                    <a:pt x="1871" y="147"/>
                  </a:lnTo>
                  <a:lnTo>
                    <a:pt x="1761" y="74"/>
                  </a:lnTo>
                  <a:lnTo>
                    <a:pt x="1651" y="37"/>
                  </a:lnTo>
                  <a:lnTo>
                    <a:pt x="1504" y="1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97" name="Google Shape;320;p5">
              <a:extLst>
                <a:ext uri="{FF2B5EF4-FFF2-40B4-BE49-F238E27FC236}">
                  <a16:creationId xmlns:a16="http://schemas.microsoft.com/office/drawing/2014/main" id="{88130EAC-9316-42CA-85F9-ACDF2FE419CC}"/>
                </a:ext>
              </a:extLst>
            </p:cNvPr>
            <p:cNvSpPr/>
            <p:nvPr/>
          </p:nvSpPr>
          <p:spPr>
            <a:xfrm>
              <a:off x="6062250" y="3853825"/>
              <a:ext cx="332900" cy="376025"/>
            </a:xfrm>
            <a:custGeom>
              <a:avLst/>
              <a:gdLst/>
              <a:ahLst/>
              <a:cxnLst/>
              <a:rect l="l" t="t" r="r" b="b"/>
              <a:pathLst>
                <a:path w="13316" h="15041" extrusionOk="0">
                  <a:moveTo>
                    <a:pt x="5466" y="1"/>
                  </a:moveTo>
                  <a:lnTo>
                    <a:pt x="5466" y="38"/>
                  </a:lnTo>
                  <a:lnTo>
                    <a:pt x="5576" y="1248"/>
                  </a:lnTo>
                  <a:lnTo>
                    <a:pt x="5612" y="1321"/>
                  </a:lnTo>
                  <a:lnTo>
                    <a:pt x="5649" y="1395"/>
                  </a:lnTo>
                  <a:lnTo>
                    <a:pt x="5759" y="1431"/>
                  </a:lnTo>
                  <a:lnTo>
                    <a:pt x="5833" y="1395"/>
                  </a:lnTo>
                  <a:lnTo>
                    <a:pt x="6713" y="881"/>
                  </a:lnTo>
                  <a:lnTo>
                    <a:pt x="6713" y="881"/>
                  </a:lnTo>
                  <a:lnTo>
                    <a:pt x="6640" y="1285"/>
                  </a:lnTo>
                  <a:lnTo>
                    <a:pt x="6603" y="1652"/>
                  </a:lnTo>
                  <a:lnTo>
                    <a:pt x="6603" y="2055"/>
                  </a:lnTo>
                  <a:lnTo>
                    <a:pt x="6640" y="2459"/>
                  </a:lnTo>
                  <a:lnTo>
                    <a:pt x="6676" y="2569"/>
                  </a:lnTo>
                  <a:lnTo>
                    <a:pt x="6750" y="2605"/>
                  </a:lnTo>
                  <a:lnTo>
                    <a:pt x="6823" y="2642"/>
                  </a:lnTo>
                  <a:lnTo>
                    <a:pt x="6896" y="2679"/>
                  </a:lnTo>
                  <a:lnTo>
                    <a:pt x="6970" y="2642"/>
                  </a:lnTo>
                  <a:lnTo>
                    <a:pt x="7043" y="2605"/>
                  </a:lnTo>
                  <a:lnTo>
                    <a:pt x="7080" y="2532"/>
                  </a:lnTo>
                  <a:lnTo>
                    <a:pt x="7080" y="2459"/>
                  </a:lnTo>
                  <a:lnTo>
                    <a:pt x="7043" y="2275"/>
                  </a:lnTo>
                  <a:lnTo>
                    <a:pt x="7006" y="1835"/>
                  </a:lnTo>
                  <a:lnTo>
                    <a:pt x="7043" y="1395"/>
                  </a:lnTo>
                  <a:lnTo>
                    <a:pt x="7116" y="955"/>
                  </a:lnTo>
                  <a:lnTo>
                    <a:pt x="7226" y="514"/>
                  </a:lnTo>
                  <a:lnTo>
                    <a:pt x="7190" y="404"/>
                  </a:lnTo>
                  <a:lnTo>
                    <a:pt x="7153" y="294"/>
                  </a:lnTo>
                  <a:lnTo>
                    <a:pt x="7043" y="258"/>
                  </a:lnTo>
                  <a:lnTo>
                    <a:pt x="6933" y="294"/>
                  </a:lnTo>
                  <a:lnTo>
                    <a:pt x="5906" y="918"/>
                  </a:lnTo>
                  <a:lnTo>
                    <a:pt x="5869" y="698"/>
                  </a:lnTo>
                  <a:lnTo>
                    <a:pt x="5796" y="478"/>
                  </a:lnTo>
                  <a:lnTo>
                    <a:pt x="5686" y="221"/>
                  </a:lnTo>
                  <a:lnTo>
                    <a:pt x="5576" y="1"/>
                  </a:lnTo>
                  <a:close/>
                  <a:moveTo>
                    <a:pt x="8840" y="3816"/>
                  </a:moveTo>
                  <a:lnTo>
                    <a:pt x="8730" y="3852"/>
                  </a:lnTo>
                  <a:lnTo>
                    <a:pt x="8657" y="3926"/>
                  </a:lnTo>
                  <a:lnTo>
                    <a:pt x="8510" y="4146"/>
                  </a:lnTo>
                  <a:lnTo>
                    <a:pt x="8364" y="4293"/>
                  </a:lnTo>
                  <a:lnTo>
                    <a:pt x="8143" y="4476"/>
                  </a:lnTo>
                  <a:lnTo>
                    <a:pt x="7997" y="4659"/>
                  </a:lnTo>
                  <a:lnTo>
                    <a:pt x="7997" y="4733"/>
                  </a:lnTo>
                  <a:lnTo>
                    <a:pt x="7997" y="4769"/>
                  </a:lnTo>
                  <a:lnTo>
                    <a:pt x="8033" y="4806"/>
                  </a:lnTo>
                  <a:lnTo>
                    <a:pt x="8070" y="4843"/>
                  </a:lnTo>
                  <a:lnTo>
                    <a:pt x="8253" y="4843"/>
                  </a:lnTo>
                  <a:lnTo>
                    <a:pt x="8400" y="4806"/>
                  </a:lnTo>
                  <a:lnTo>
                    <a:pt x="8547" y="4733"/>
                  </a:lnTo>
                  <a:lnTo>
                    <a:pt x="8694" y="4659"/>
                  </a:lnTo>
                  <a:lnTo>
                    <a:pt x="8914" y="4403"/>
                  </a:lnTo>
                  <a:lnTo>
                    <a:pt x="9097" y="4146"/>
                  </a:lnTo>
                  <a:lnTo>
                    <a:pt x="9134" y="4073"/>
                  </a:lnTo>
                  <a:lnTo>
                    <a:pt x="9134" y="3963"/>
                  </a:lnTo>
                  <a:lnTo>
                    <a:pt x="9097" y="3889"/>
                  </a:lnTo>
                  <a:lnTo>
                    <a:pt x="9024" y="3852"/>
                  </a:lnTo>
                  <a:lnTo>
                    <a:pt x="8914" y="3816"/>
                  </a:lnTo>
                  <a:close/>
                  <a:moveTo>
                    <a:pt x="147" y="2972"/>
                  </a:moveTo>
                  <a:lnTo>
                    <a:pt x="73" y="3009"/>
                  </a:lnTo>
                  <a:lnTo>
                    <a:pt x="37" y="3082"/>
                  </a:lnTo>
                  <a:lnTo>
                    <a:pt x="0" y="3229"/>
                  </a:lnTo>
                  <a:lnTo>
                    <a:pt x="37" y="3559"/>
                  </a:lnTo>
                  <a:lnTo>
                    <a:pt x="110" y="4073"/>
                  </a:lnTo>
                  <a:lnTo>
                    <a:pt x="220" y="4549"/>
                  </a:lnTo>
                  <a:lnTo>
                    <a:pt x="257" y="4623"/>
                  </a:lnTo>
                  <a:lnTo>
                    <a:pt x="330" y="4696"/>
                  </a:lnTo>
                  <a:lnTo>
                    <a:pt x="514" y="4696"/>
                  </a:lnTo>
                  <a:lnTo>
                    <a:pt x="1174" y="4219"/>
                  </a:lnTo>
                  <a:lnTo>
                    <a:pt x="1247" y="4843"/>
                  </a:lnTo>
                  <a:lnTo>
                    <a:pt x="1284" y="4990"/>
                  </a:lnTo>
                  <a:lnTo>
                    <a:pt x="1321" y="5173"/>
                  </a:lnTo>
                  <a:lnTo>
                    <a:pt x="1394" y="5320"/>
                  </a:lnTo>
                  <a:lnTo>
                    <a:pt x="1431" y="5356"/>
                  </a:lnTo>
                  <a:lnTo>
                    <a:pt x="1541" y="5393"/>
                  </a:lnTo>
                  <a:lnTo>
                    <a:pt x="1614" y="5393"/>
                  </a:lnTo>
                  <a:lnTo>
                    <a:pt x="1687" y="5356"/>
                  </a:lnTo>
                  <a:lnTo>
                    <a:pt x="1724" y="5320"/>
                  </a:lnTo>
                  <a:lnTo>
                    <a:pt x="1761" y="5246"/>
                  </a:lnTo>
                  <a:lnTo>
                    <a:pt x="1761" y="5173"/>
                  </a:lnTo>
                  <a:lnTo>
                    <a:pt x="1724" y="5063"/>
                  </a:lnTo>
                  <a:lnTo>
                    <a:pt x="1724" y="5026"/>
                  </a:lnTo>
                  <a:lnTo>
                    <a:pt x="1687" y="4953"/>
                  </a:lnTo>
                  <a:lnTo>
                    <a:pt x="1651" y="4549"/>
                  </a:lnTo>
                  <a:lnTo>
                    <a:pt x="1614" y="4183"/>
                  </a:lnTo>
                  <a:lnTo>
                    <a:pt x="1577" y="3816"/>
                  </a:lnTo>
                  <a:lnTo>
                    <a:pt x="1577" y="3706"/>
                  </a:lnTo>
                  <a:lnTo>
                    <a:pt x="1467" y="3632"/>
                  </a:lnTo>
                  <a:lnTo>
                    <a:pt x="1357" y="3632"/>
                  </a:lnTo>
                  <a:lnTo>
                    <a:pt x="1247" y="3669"/>
                  </a:lnTo>
                  <a:lnTo>
                    <a:pt x="880" y="3889"/>
                  </a:lnTo>
                  <a:lnTo>
                    <a:pt x="550" y="4146"/>
                  </a:lnTo>
                  <a:lnTo>
                    <a:pt x="330" y="3302"/>
                  </a:lnTo>
                  <a:lnTo>
                    <a:pt x="294" y="3082"/>
                  </a:lnTo>
                  <a:lnTo>
                    <a:pt x="220" y="2972"/>
                  </a:lnTo>
                  <a:close/>
                  <a:moveTo>
                    <a:pt x="8400" y="2679"/>
                  </a:moveTo>
                  <a:lnTo>
                    <a:pt x="10124" y="5173"/>
                  </a:lnTo>
                  <a:lnTo>
                    <a:pt x="10161" y="5210"/>
                  </a:lnTo>
                  <a:lnTo>
                    <a:pt x="10124" y="5246"/>
                  </a:lnTo>
                  <a:lnTo>
                    <a:pt x="9684" y="5613"/>
                  </a:lnTo>
                  <a:lnTo>
                    <a:pt x="9207" y="6017"/>
                  </a:lnTo>
                  <a:lnTo>
                    <a:pt x="8804" y="6310"/>
                  </a:lnTo>
                  <a:lnTo>
                    <a:pt x="8584" y="6017"/>
                  </a:lnTo>
                  <a:lnTo>
                    <a:pt x="6970" y="3852"/>
                  </a:lnTo>
                  <a:lnTo>
                    <a:pt x="7703" y="3339"/>
                  </a:lnTo>
                  <a:lnTo>
                    <a:pt x="8033" y="3045"/>
                  </a:lnTo>
                  <a:lnTo>
                    <a:pt x="8364" y="2752"/>
                  </a:lnTo>
                  <a:lnTo>
                    <a:pt x="8400" y="2679"/>
                  </a:lnTo>
                  <a:close/>
                  <a:moveTo>
                    <a:pt x="2494" y="7227"/>
                  </a:moveTo>
                  <a:lnTo>
                    <a:pt x="2421" y="7301"/>
                  </a:lnTo>
                  <a:lnTo>
                    <a:pt x="2421" y="7411"/>
                  </a:lnTo>
                  <a:lnTo>
                    <a:pt x="2678" y="7887"/>
                  </a:lnTo>
                  <a:lnTo>
                    <a:pt x="2494" y="8034"/>
                  </a:lnTo>
                  <a:lnTo>
                    <a:pt x="2458" y="8108"/>
                  </a:lnTo>
                  <a:lnTo>
                    <a:pt x="2421" y="8218"/>
                  </a:lnTo>
                  <a:lnTo>
                    <a:pt x="2421" y="8291"/>
                  </a:lnTo>
                  <a:lnTo>
                    <a:pt x="2494" y="8328"/>
                  </a:lnTo>
                  <a:lnTo>
                    <a:pt x="2605" y="8364"/>
                  </a:lnTo>
                  <a:lnTo>
                    <a:pt x="2678" y="8328"/>
                  </a:lnTo>
                  <a:lnTo>
                    <a:pt x="2861" y="8254"/>
                  </a:lnTo>
                  <a:lnTo>
                    <a:pt x="2935" y="8364"/>
                  </a:lnTo>
                  <a:lnTo>
                    <a:pt x="3155" y="8694"/>
                  </a:lnTo>
                  <a:lnTo>
                    <a:pt x="3301" y="8841"/>
                  </a:lnTo>
                  <a:lnTo>
                    <a:pt x="3375" y="8878"/>
                  </a:lnTo>
                  <a:lnTo>
                    <a:pt x="3485" y="8915"/>
                  </a:lnTo>
                  <a:lnTo>
                    <a:pt x="3558" y="8878"/>
                  </a:lnTo>
                  <a:lnTo>
                    <a:pt x="3595" y="8804"/>
                  </a:lnTo>
                  <a:lnTo>
                    <a:pt x="3632" y="8731"/>
                  </a:lnTo>
                  <a:lnTo>
                    <a:pt x="3595" y="8621"/>
                  </a:lnTo>
                  <a:lnTo>
                    <a:pt x="3558" y="8438"/>
                  </a:lnTo>
                  <a:lnTo>
                    <a:pt x="3301" y="8108"/>
                  </a:lnTo>
                  <a:lnTo>
                    <a:pt x="3228" y="7997"/>
                  </a:lnTo>
                  <a:lnTo>
                    <a:pt x="3558" y="7704"/>
                  </a:lnTo>
                  <a:lnTo>
                    <a:pt x="3595" y="7594"/>
                  </a:lnTo>
                  <a:lnTo>
                    <a:pt x="3595" y="7484"/>
                  </a:lnTo>
                  <a:lnTo>
                    <a:pt x="3558" y="7411"/>
                  </a:lnTo>
                  <a:lnTo>
                    <a:pt x="3485" y="7374"/>
                  </a:lnTo>
                  <a:lnTo>
                    <a:pt x="3412" y="7337"/>
                  </a:lnTo>
                  <a:lnTo>
                    <a:pt x="3338" y="7337"/>
                  </a:lnTo>
                  <a:lnTo>
                    <a:pt x="3228" y="7411"/>
                  </a:lnTo>
                  <a:lnTo>
                    <a:pt x="2971" y="7631"/>
                  </a:lnTo>
                  <a:lnTo>
                    <a:pt x="2641" y="7264"/>
                  </a:lnTo>
                  <a:lnTo>
                    <a:pt x="2568" y="7227"/>
                  </a:lnTo>
                  <a:close/>
                  <a:moveTo>
                    <a:pt x="3191" y="6090"/>
                  </a:moveTo>
                  <a:lnTo>
                    <a:pt x="3595" y="6860"/>
                  </a:lnTo>
                  <a:lnTo>
                    <a:pt x="3998" y="7594"/>
                  </a:lnTo>
                  <a:lnTo>
                    <a:pt x="4439" y="8328"/>
                  </a:lnTo>
                  <a:lnTo>
                    <a:pt x="4915" y="9025"/>
                  </a:lnTo>
                  <a:lnTo>
                    <a:pt x="4769" y="9098"/>
                  </a:lnTo>
                  <a:lnTo>
                    <a:pt x="4622" y="9171"/>
                  </a:lnTo>
                  <a:lnTo>
                    <a:pt x="4365" y="9355"/>
                  </a:lnTo>
                  <a:lnTo>
                    <a:pt x="3778" y="9721"/>
                  </a:lnTo>
                  <a:lnTo>
                    <a:pt x="3522" y="9905"/>
                  </a:lnTo>
                  <a:lnTo>
                    <a:pt x="3412" y="10015"/>
                  </a:lnTo>
                  <a:lnTo>
                    <a:pt x="3265" y="10052"/>
                  </a:lnTo>
                  <a:lnTo>
                    <a:pt x="3228" y="10052"/>
                  </a:lnTo>
                  <a:lnTo>
                    <a:pt x="3191" y="10088"/>
                  </a:lnTo>
                  <a:lnTo>
                    <a:pt x="3191" y="10162"/>
                  </a:lnTo>
                  <a:lnTo>
                    <a:pt x="2421" y="9025"/>
                  </a:lnTo>
                  <a:lnTo>
                    <a:pt x="1761" y="7997"/>
                  </a:lnTo>
                  <a:lnTo>
                    <a:pt x="1064" y="7007"/>
                  </a:lnTo>
                  <a:lnTo>
                    <a:pt x="1394" y="6897"/>
                  </a:lnTo>
                  <a:lnTo>
                    <a:pt x="1724" y="6714"/>
                  </a:lnTo>
                  <a:lnTo>
                    <a:pt x="2348" y="6383"/>
                  </a:lnTo>
                  <a:lnTo>
                    <a:pt x="2494" y="6310"/>
                  </a:lnTo>
                  <a:lnTo>
                    <a:pt x="2641" y="6273"/>
                  </a:lnTo>
                  <a:lnTo>
                    <a:pt x="2935" y="6237"/>
                  </a:lnTo>
                  <a:lnTo>
                    <a:pt x="3081" y="6200"/>
                  </a:lnTo>
                  <a:lnTo>
                    <a:pt x="3191" y="6090"/>
                  </a:lnTo>
                  <a:close/>
                  <a:moveTo>
                    <a:pt x="12729" y="11005"/>
                  </a:moveTo>
                  <a:lnTo>
                    <a:pt x="12655" y="11225"/>
                  </a:lnTo>
                  <a:lnTo>
                    <a:pt x="12582" y="11115"/>
                  </a:lnTo>
                  <a:lnTo>
                    <a:pt x="12729" y="11005"/>
                  </a:lnTo>
                  <a:close/>
                  <a:moveTo>
                    <a:pt x="9647" y="12949"/>
                  </a:moveTo>
                  <a:lnTo>
                    <a:pt x="9721" y="13096"/>
                  </a:lnTo>
                  <a:lnTo>
                    <a:pt x="9831" y="13280"/>
                  </a:lnTo>
                  <a:lnTo>
                    <a:pt x="9941" y="13463"/>
                  </a:lnTo>
                  <a:lnTo>
                    <a:pt x="10088" y="13573"/>
                  </a:lnTo>
                  <a:lnTo>
                    <a:pt x="10051" y="13573"/>
                  </a:lnTo>
                  <a:lnTo>
                    <a:pt x="9647" y="13756"/>
                  </a:lnTo>
                  <a:lnTo>
                    <a:pt x="9647" y="13646"/>
                  </a:lnTo>
                  <a:lnTo>
                    <a:pt x="9574" y="13536"/>
                  </a:lnTo>
                  <a:lnTo>
                    <a:pt x="9427" y="13426"/>
                  </a:lnTo>
                  <a:lnTo>
                    <a:pt x="9354" y="13280"/>
                  </a:lnTo>
                  <a:lnTo>
                    <a:pt x="9281" y="13133"/>
                  </a:lnTo>
                  <a:lnTo>
                    <a:pt x="9244" y="12986"/>
                  </a:lnTo>
                  <a:lnTo>
                    <a:pt x="9647" y="12949"/>
                  </a:lnTo>
                  <a:close/>
                  <a:moveTo>
                    <a:pt x="6640" y="12839"/>
                  </a:moveTo>
                  <a:lnTo>
                    <a:pt x="6493" y="13426"/>
                  </a:lnTo>
                  <a:lnTo>
                    <a:pt x="6419" y="14013"/>
                  </a:lnTo>
                  <a:lnTo>
                    <a:pt x="6419" y="14160"/>
                  </a:lnTo>
                  <a:lnTo>
                    <a:pt x="6163" y="13940"/>
                  </a:lnTo>
                  <a:lnTo>
                    <a:pt x="6126" y="13940"/>
                  </a:lnTo>
                  <a:lnTo>
                    <a:pt x="6126" y="13903"/>
                  </a:lnTo>
                  <a:lnTo>
                    <a:pt x="6126" y="13646"/>
                  </a:lnTo>
                  <a:lnTo>
                    <a:pt x="6163" y="13353"/>
                  </a:lnTo>
                  <a:lnTo>
                    <a:pt x="6236" y="13096"/>
                  </a:lnTo>
                  <a:lnTo>
                    <a:pt x="6346" y="12876"/>
                  </a:lnTo>
                  <a:lnTo>
                    <a:pt x="6640" y="12839"/>
                  </a:lnTo>
                  <a:close/>
                  <a:moveTo>
                    <a:pt x="7336" y="13170"/>
                  </a:moveTo>
                  <a:lnTo>
                    <a:pt x="7263" y="13206"/>
                  </a:lnTo>
                  <a:lnTo>
                    <a:pt x="7226" y="13243"/>
                  </a:lnTo>
                  <a:lnTo>
                    <a:pt x="7080" y="13720"/>
                  </a:lnTo>
                  <a:lnTo>
                    <a:pt x="7006" y="13977"/>
                  </a:lnTo>
                  <a:lnTo>
                    <a:pt x="7006" y="14233"/>
                  </a:lnTo>
                  <a:lnTo>
                    <a:pt x="7006" y="14307"/>
                  </a:lnTo>
                  <a:lnTo>
                    <a:pt x="7043" y="14380"/>
                  </a:lnTo>
                  <a:lnTo>
                    <a:pt x="7116" y="14453"/>
                  </a:lnTo>
                  <a:lnTo>
                    <a:pt x="7190" y="14490"/>
                  </a:lnTo>
                  <a:lnTo>
                    <a:pt x="7263" y="14527"/>
                  </a:lnTo>
                  <a:lnTo>
                    <a:pt x="7336" y="14527"/>
                  </a:lnTo>
                  <a:lnTo>
                    <a:pt x="7410" y="14453"/>
                  </a:lnTo>
                  <a:lnTo>
                    <a:pt x="7483" y="14380"/>
                  </a:lnTo>
                  <a:lnTo>
                    <a:pt x="7483" y="14270"/>
                  </a:lnTo>
                  <a:lnTo>
                    <a:pt x="7446" y="14160"/>
                  </a:lnTo>
                  <a:lnTo>
                    <a:pt x="7373" y="14123"/>
                  </a:lnTo>
                  <a:lnTo>
                    <a:pt x="7373" y="13830"/>
                  </a:lnTo>
                  <a:lnTo>
                    <a:pt x="7410" y="13280"/>
                  </a:lnTo>
                  <a:lnTo>
                    <a:pt x="7373" y="13206"/>
                  </a:lnTo>
                  <a:lnTo>
                    <a:pt x="7336" y="13170"/>
                  </a:lnTo>
                  <a:close/>
                  <a:moveTo>
                    <a:pt x="10418" y="5613"/>
                  </a:moveTo>
                  <a:lnTo>
                    <a:pt x="11188" y="6714"/>
                  </a:lnTo>
                  <a:lnTo>
                    <a:pt x="11555" y="7264"/>
                  </a:lnTo>
                  <a:lnTo>
                    <a:pt x="11922" y="7814"/>
                  </a:lnTo>
                  <a:lnTo>
                    <a:pt x="12252" y="8474"/>
                  </a:lnTo>
                  <a:lnTo>
                    <a:pt x="12399" y="8841"/>
                  </a:lnTo>
                  <a:lnTo>
                    <a:pt x="12545" y="9208"/>
                  </a:lnTo>
                  <a:lnTo>
                    <a:pt x="12619" y="9575"/>
                  </a:lnTo>
                  <a:lnTo>
                    <a:pt x="12692" y="9942"/>
                  </a:lnTo>
                  <a:lnTo>
                    <a:pt x="12729" y="10308"/>
                  </a:lnTo>
                  <a:lnTo>
                    <a:pt x="12729" y="10675"/>
                  </a:lnTo>
                  <a:lnTo>
                    <a:pt x="12325" y="10932"/>
                  </a:lnTo>
                  <a:lnTo>
                    <a:pt x="12288" y="10969"/>
                  </a:lnTo>
                  <a:lnTo>
                    <a:pt x="12252" y="11042"/>
                  </a:lnTo>
                  <a:lnTo>
                    <a:pt x="12288" y="11079"/>
                  </a:lnTo>
                  <a:lnTo>
                    <a:pt x="12325" y="11152"/>
                  </a:lnTo>
                  <a:lnTo>
                    <a:pt x="12435" y="11372"/>
                  </a:lnTo>
                  <a:lnTo>
                    <a:pt x="12509" y="11446"/>
                  </a:lnTo>
                  <a:lnTo>
                    <a:pt x="12582" y="11519"/>
                  </a:lnTo>
                  <a:lnTo>
                    <a:pt x="12472" y="11776"/>
                  </a:lnTo>
                  <a:lnTo>
                    <a:pt x="12325" y="12032"/>
                  </a:lnTo>
                  <a:lnTo>
                    <a:pt x="11848" y="11666"/>
                  </a:lnTo>
                  <a:lnTo>
                    <a:pt x="11775" y="11629"/>
                  </a:lnTo>
                  <a:lnTo>
                    <a:pt x="11702" y="11666"/>
                  </a:lnTo>
                  <a:lnTo>
                    <a:pt x="11665" y="11739"/>
                  </a:lnTo>
                  <a:lnTo>
                    <a:pt x="11702" y="11812"/>
                  </a:lnTo>
                  <a:lnTo>
                    <a:pt x="12142" y="12326"/>
                  </a:lnTo>
                  <a:lnTo>
                    <a:pt x="11848" y="12619"/>
                  </a:lnTo>
                  <a:lnTo>
                    <a:pt x="11812" y="12546"/>
                  </a:lnTo>
                  <a:lnTo>
                    <a:pt x="11665" y="12399"/>
                  </a:lnTo>
                  <a:lnTo>
                    <a:pt x="11518" y="12253"/>
                  </a:lnTo>
                  <a:lnTo>
                    <a:pt x="11371" y="12069"/>
                  </a:lnTo>
                  <a:lnTo>
                    <a:pt x="11298" y="11886"/>
                  </a:lnTo>
                  <a:lnTo>
                    <a:pt x="11225" y="11849"/>
                  </a:lnTo>
                  <a:lnTo>
                    <a:pt x="11188" y="11812"/>
                  </a:lnTo>
                  <a:lnTo>
                    <a:pt x="11115" y="11849"/>
                  </a:lnTo>
                  <a:lnTo>
                    <a:pt x="11078" y="11922"/>
                  </a:lnTo>
                  <a:lnTo>
                    <a:pt x="11078" y="12106"/>
                  </a:lnTo>
                  <a:lnTo>
                    <a:pt x="11115" y="12253"/>
                  </a:lnTo>
                  <a:lnTo>
                    <a:pt x="11188" y="12436"/>
                  </a:lnTo>
                  <a:lnTo>
                    <a:pt x="11261" y="12583"/>
                  </a:lnTo>
                  <a:lnTo>
                    <a:pt x="11371" y="12729"/>
                  </a:lnTo>
                  <a:lnTo>
                    <a:pt x="11518" y="12876"/>
                  </a:lnTo>
                  <a:lnTo>
                    <a:pt x="11115" y="13096"/>
                  </a:lnTo>
                  <a:lnTo>
                    <a:pt x="11151" y="12986"/>
                  </a:lnTo>
                  <a:lnTo>
                    <a:pt x="11151" y="12839"/>
                  </a:lnTo>
                  <a:lnTo>
                    <a:pt x="11078" y="12766"/>
                  </a:lnTo>
                  <a:lnTo>
                    <a:pt x="10968" y="12656"/>
                  </a:lnTo>
                  <a:lnTo>
                    <a:pt x="10931" y="12656"/>
                  </a:lnTo>
                  <a:lnTo>
                    <a:pt x="10858" y="12693"/>
                  </a:lnTo>
                  <a:lnTo>
                    <a:pt x="10858" y="12766"/>
                  </a:lnTo>
                  <a:lnTo>
                    <a:pt x="10821" y="12729"/>
                  </a:lnTo>
                  <a:lnTo>
                    <a:pt x="10491" y="12436"/>
                  </a:lnTo>
                  <a:lnTo>
                    <a:pt x="10418" y="12363"/>
                  </a:lnTo>
                  <a:lnTo>
                    <a:pt x="10344" y="12399"/>
                  </a:lnTo>
                  <a:lnTo>
                    <a:pt x="10308" y="12473"/>
                  </a:lnTo>
                  <a:lnTo>
                    <a:pt x="10308" y="12546"/>
                  </a:lnTo>
                  <a:lnTo>
                    <a:pt x="10491" y="12839"/>
                  </a:lnTo>
                  <a:lnTo>
                    <a:pt x="10711" y="13206"/>
                  </a:lnTo>
                  <a:lnTo>
                    <a:pt x="10785" y="13280"/>
                  </a:lnTo>
                  <a:lnTo>
                    <a:pt x="10381" y="13426"/>
                  </a:lnTo>
                  <a:lnTo>
                    <a:pt x="10381" y="13353"/>
                  </a:lnTo>
                  <a:lnTo>
                    <a:pt x="10344" y="13280"/>
                  </a:lnTo>
                  <a:lnTo>
                    <a:pt x="10234" y="13133"/>
                  </a:lnTo>
                  <a:lnTo>
                    <a:pt x="10051" y="12913"/>
                  </a:lnTo>
                  <a:lnTo>
                    <a:pt x="9904" y="12693"/>
                  </a:lnTo>
                  <a:lnTo>
                    <a:pt x="9831" y="12619"/>
                  </a:lnTo>
                  <a:lnTo>
                    <a:pt x="9721" y="12619"/>
                  </a:lnTo>
                  <a:lnTo>
                    <a:pt x="9391" y="12693"/>
                  </a:lnTo>
                  <a:lnTo>
                    <a:pt x="9097" y="12729"/>
                  </a:lnTo>
                  <a:lnTo>
                    <a:pt x="9024" y="12766"/>
                  </a:lnTo>
                  <a:lnTo>
                    <a:pt x="8987" y="12839"/>
                  </a:lnTo>
                  <a:lnTo>
                    <a:pt x="8987" y="12913"/>
                  </a:lnTo>
                  <a:lnTo>
                    <a:pt x="9024" y="12986"/>
                  </a:lnTo>
                  <a:lnTo>
                    <a:pt x="9024" y="13243"/>
                  </a:lnTo>
                  <a:lnTo>
                    <a:pt x="9097" y="13500"/>
                  </a:lnTo>
                  <a:lnTo>
                    <a:pt x="9134" y="13646"/>
                  </a:lnTo>
                  <a:lnTo>
                    <a:pt x="9207" y="13756"/>
                  </a:lnTo>
                  <a:lnTo>
                    <a:pt x="9317" y="13830"/>
                  </a:lnTo>
                  <a:lnTo>
                    <a:pt x="9427" y="13867"/>
                  </a:lnTo>
                  <a:lnTo>
                    <a:pt x="8987" y="14050"/>
                  </a:lnTo>
                  <a:lnTo>
                    <a:pt x="8950" y="13977"/>
                  </a:lnTo>
                  <a:lnTo>
                    <a:pt x="8804" y="13903"/>
                  </a:lnTo>
                  <a:lnTo>
                    <a:pt x="8767" y="13903"/>
                  </a:lnTo>
                  <a:lnTo>
                    <a:pt x="8620" y="13536"/>
                  </a:lnTo>
                  <a:lnTo>
                    <a:pt x="8510" y="13390"/>
                  </a:lnTo>
                  <a:lnTo>
                    <a:pt x="8364" y="13206"/>
                  </a:lnTo>
                  <a:lnTo>
                    <a:pt x="8327" y="13206"/>
                  </a:lnTo>
                  <a:lnTo>
                    <a:pt x="8327" y="13243"/>
                  </a:lnTo>
                  <a:lnTo>
                    <a:pt x="8327" y="13500"/>
                  </a:lnTo>
                  <a:lnTo>
                    <a:pt x="8364" y="13756"/>
                  </a:lnTo>
                  <a:lnTo>
                    <a:pt x="8510" y="14270"/>
                  </a:lnTo>
                  <a:lnTo>
                    <a:pt x="8070" y="14453"/>
                  </a:lnTo>
                  <a:lnTo>
                    <a:pt x="8033" y="14160"/>
                  </a:lnTo>
                  <a:lnTo>
                    <a:pt x="7960" y="13903"/>
                  </a:lnTo>
                  <a:lnTo>
                    <a:pt x="7923" y="13536"/>
                  </a:lnTo>
                  <a:lnTo>
                    <a:pt x="7923" y="13206"/>
                  </a:lnTo>
                  <a:lnTo>
                    <a:pt x="7887" y="13133"/>
                  </a:lnTo>
                  <a:lnTo>
                    <a:pt x="7813" y="13096"/>
                  </a:lnTo>
                  <a:lnTo>
                    <a:pt x="7777" y="13096"/>
                  </a:lnTo>
                  <a:lnTo>
                    <a:pt x="7703" y="13170"/>
                  </a:lnTo>
                  <a:lnTo>
                    <a:pt x="7667" y="13536"/>
                  </a:lnTo>
                  <a:lnTo>
                    <a:pt x="7630" y="13903"/>
                  </a:lnTo>
                  <a:lnTo>
                    <a:pt x="7667" y="14233"/>
                  </a:lnTo>
                  <a:lnTo>
                    <a:pt x="7667" y="14380"/>
                  </a:lnTo>
                  <a:lnTo>
                    <a:pt x="7740" y="14527"/>
                  </a:lnTo>
                  <a:lnTo>
                    <a:pt x="7483" y="14563"/>
                  </a:lnTo>
                  <a:lnTo>
                    <a:pt x="7190" y="14527"/>
                  </a:lnTo>
                  <a:lnTo>
                    <a:pt x="7006" y="14453"/>
                  </a:lnTo>
                  <a:lnTo>
                    <a:pt x="6786" y="14380"/>
                  </a:lnTo>
                  <a:lnTo>
                    <a:pt x="6823" y="14160"/>
                  </a:lnTo>
                  <a:lnTo>
                    <a:pt x="6860" y="13646"/>
                  </a:lnTo>
                  <a:lnTo>
                    <a:pt x="6860" y="13206"/>
                  </a:lnTo>
                  <a:lnTo>
                    <a:pt x="6860" y="12766"/>
                  </a:lnTo>
                  <a:lnTo>
                    <a:pt x="6823" y="12693"/>
                  </a:lnTo>
                  <a:lnTo>
                    <a:pt x="6713" y="12656"/>
                  </a:lnTo>
                  <a:lnTo>
                    <a:pt x="6346" y="12693"/>
                  </a:lnTo>
                  <a:lnTo>
                    <a:pt x="6309" y="12656"/>
                  </a:lnTo>
                  <a:lnTo>
                    <a:pt x="6236" y="12693"/>
                  </a:lnTo>
                  <a:lnTo>
                    <a:pt x="6089" y="12913"/>
                  </a:lnTo>
                  <a:lnTo>
                    <a:pt x="5943" y="13133"/>
                  </a:lnTo>
                  <a:lnTo>
                    <a:pt x="5869" y="13390"/>
                  </a:lnTo>
                  <a:lnTo>
                    <a:pt x="5796" y="13610"/>
                  </a:lnTo>
                  <a:lnTo>
                    <a:pt x="5392" y="13206"/>
                  </a:lnTo>
                  <a:lnTo>
                    <a:pt x="5686" y="12839"/>
                  </a:lnTo>
                  <a:lnTo>
                    <a:pt x="5943" y="12473"/>
                  </a:lnTo>
                  <a:lnTo>
                    <a:pt x="5943" y="12363"/>
                  </a:lnTo>
                  <a:lnTo>
                    <a:pt x="5943" y="12289"/>
                  </a:lnTo>
                  <a:lnTo>
                    <a:pt x="5869" y="12216"/>
                  </a:lnTo>
                  <a:lnTo>
                    <a:pt x="5686" y="12216"/>
                  </a:lnTo>
                  <a:lnTo>
                    <a:pt x="5612" y="12289"/>
                  </a:lnTo>
                  <a:lnTo>
                    <a:pt x="5209" y="12949"/>
                  </a:lnTo>
                  <a:lnTo>
                    <a:pt x="4952" y="12619"/>
                  </a:lnTo>
                  <a:lnTo>
                    <a:pt x="5136" y="12473"/>
                  </a:lnTo>
                  <a:lnTo>
                    <a:pt x="5319" y="12289"/>
                  </a:lnTo>
                  <a:lnTo>
                    <a:pt x="5466" y="12069"/>
                  </a:lnTo>
                  <a:lnTo>
                    <a:pt x="5576" y="11849"/>
                  </a:lnTo>
                  <a:lnTo>
                    <a:pt x="5576" y="11776"/>
                  </a:lnTo>
                  <a:lnTo>
                    <a:pt x="5576" y="11739"/>
                  </a:lnTo>
                  <a:lnTo>
                    <a:pt x="5539" y="11666"/>
                  </a:lnTo>
                  <a:lnTo>
                    <a:pt x="5502" y="11629"/>
                  </a:lnTo>
                  <a:lnTo>
                    <a:pt x="5319" y="11629"/>
                  </a:lnTo>
                  <a:lnTo>
                    <a:pt x="5282" y="11702"/>
                  </a:lnTo>
                  <a:lnTo>
                    <a:pt x="4805" y="12399"/>
                  </a:lnTo>
                  <a:lnTo>
                    <a:pt x="4439" y="11922"/>
                  </a:lnTo>
                  <a:lnTo>
                    <a:pt x="4549" y="11812"/>
                  </a:lnTo>
                  <a:lnTo>
                    <a:pt x="4879" y="11409"/>
                  </a:lnTo>
                  <a:lnTo>
                    <a:pt x="5209" y="10969"/>
                  </a:lnTo>
                  <a:lnTo>
                    <a:pt x="5209" y="10895"/>
                  </a:lnTo>
                  <a:lnTo>
                    <a:pt x="5246" y="10859"/>
                  </a:lnTo>
                  <a:lnTo>
                    <a:pt x="5282" y="10785"/>
                  </a:lnTo>
                  <a:lnTo>
                    <a:pt x="5282" y="10712"/>
                  </a:lnTo>
                  <a:lnTo>
                    <a:pt x="5209" y="10639"/>
                  </a:lnTo>
                  <a:lnTo>
                    <a:pt x="5099" y="10602"/>
                  </a:lnTo>
                  <a:lnTo>
                    <a:pt x="5026" y="10602"/>
                  </a:lnTo>
                  <a:lnTo>
                    <a:pt x="4952" y="10639"/>
                  </a:lnTo>
                  <a:lnTo>
                    <a:pt x="4549" y="11225"/>
                  </a:lnTo>
                  <a:lnTo>
                    <a:pt x="4329" y="11556"/>
                  </a:lnTo>
                  <a:lnTo>
                    <a:pt x="4292" y="11482"/>
                  </a:lnTo>
                  <a:lnTo>
                    <a:pt x="4145" y="11482"/>
                  </a:lnTo>
                  <a:lnTo>
                    <a:pt x="3888" y="11152"/>
                  </a:lnTo>
                  <a:lnTo>
                    <a:pt x="4329" y="10822"/>
                  </a:lnTo>
                  <a:lnTo>
                    <a:pt x="4549" y="10675"/>
                  </a:lnTo>
                  <a:lnTo>
                    <a:pt x="4732" y="10455"/>
                  </a:lnTo>
                  <a:lnTo>
                    <a:pt x="4769" y="10418"/>
                  </a:lnTo>
                  <a:lnTo>
                    <a:pt x="4805" y="10345"/>
                  </a:lnTo>
                  <a:lnTo>
                    <a:pt x="4732" y="10235"/>
                  </a:lnTo>
                  <a:lnTo>
                    <a:pt x="4659" y="10162"/>
                  </a:lnTo>
                  <a:lnTo>
                    <a:pt x="4585" y="10162"/>
                  </a:lnTo>
                  <a:lnTo>
                    <a:pt x="4512" y="10198"/>
                  </a:lnTo>
                  <a:lnTo>
                    <a:pt x="4292" y="10345"/>
                  </a:lnTo>
                  <a:lnTo>
                    <a:pt x="4072" y="10528"/>
                  </a:lnTo>
                  <a:lnTo>
                    <a:pt x="3705" y="10895"/>
                  </a:lnTo>
                  <a:lnTo>
                    <a:pt x="3256" y="10239"/>
                  </a:lnTo>
                  <a:lnTo>
                    <a:pt x="3256" y="10239"/>
                  </a:lnTo>
                  <a:lnTo>
                    <a:pt x="3485" y="10272"/>
                  </a:lnTo>
                  <a:lnTo>
                    <a:pt x="3742" y="10235"/>
                  </a:lnTo>
                  <a:lnTo>
                    <a:pt x="3888" y="10162"/>
                  </a:lnTo>
                  <a:lnTo>
                    <a:pt x="4072" y="10052"/>
                  </a:lnTo>
                  <a:lnTo>
                    <a:pt x="4365" y="9868"/>
                  </a:lnTo>
                  <a:lnTo>
                    <a:pt x="4769" y="9648"/>
                  </a:lnTo>
                  <a:lnTo>
                    <a:pt x="4989" y="9538"/>
                  </a:lnTo>
                  <a:lnTo>
                    <a:pt x="5172" y="9391"/>
                  </a:lnTo>
                  <a:lnTo>
                    <a:pt x="6053" y="10675"/>
                  </a:lnTo>
                  <a:lnTo>
                    <a:pt x="6383" y="11115"/>
                  </a:lnTo>
                  <a:lnTo>
                    <a:pt x="6713" y="11556"/>
                  </a:lnTo>
                  <a:lnTo>
                    <a:pt x="6896" y="11739"/>
                  </a:lnTo>
                  <a:lnTo>
                    <a:pt x="7116" y="11922"/>
                  </a:lnTo>
                  <a:lnTo>
                    <a:pt x="7336" y="12069"/>
                  </a:lnTo>
                  <a:lnTo>
                    <a:pt x="7593" y="12179"/>
                  </a:lnTo>
                  <a:lnTo>
                    <a:pt x="7813" y="12253"/>
                  </a:lnTo>
                  <a:lnTo>
                    <a:pt x="8070" y="12289"/>
                  </a:lnTo>
                  <a:lnTo>
                    <a:pt x="8547" y="12289"/>
                  </a:lnTo>
                  <a:lnTo>
                    <a:pt x="8767" y="12253"/>
                  </a:lnTo>
                  <a:lnTo>
                    <a:pt x="8987" y="12179"/>
                  </a:lnTo>
                  <a:lnTo>
                    <a:pt x="9207" y="12106"/>
                  </a:lnTo>
                  <a:lnTo>
                    <a:pt x="9427" y="11996"/>
                  </a:lnTo>
                  <a:lnTo>
                    <a:pt x="9684" y="11849"/>
                  </a:lnTo>
                  <a:lnTo>
                    <a:pt x="9867" y="11666"/>
                  </a:lnTo>
                  <a:lnTo>
                    <a:pt x="10051" y="11482"/>
                  </a:lnTo>
                  <a:lnTo>
                    <a:pt x="10198" y="11262"/>
                  </a:lnTo>
                  <a:lnTo>
                    <a:pt x="10308" y="11042"/>
                  </a:lnTo>
                  <a:lnTo>
                    <a:pt x="10418" y="10822"/>
                  </a:lnTo>
                  <a:lnTo>
                    <a:pt x="10491" y="10565"/>
                  </a:lnTo>
                  <a:lnTo>
                    <a:pt x="10528" y="10345"/>
                  </a:lnTo>
                  <a:lnTo>
                    <a:pt x="10564" y="9832"/>
                  </a:lnTo>
                  <a:lnTo>
                    <a:pt x="10528" y="9318"/>
                  </a:lnTo>
                  <a:lnTo>
                    <a:pt x="10418" y="8804"/>
                  </a:lnTo>
                  <a:lnTo>
                    <a:pt x="10234" y="8328"/>
                  </a:lnTo>
                  <a:lnTo>
                    <a:pt x="9978" y="7887"/>
                  </a:lnTo>
                  <a:lnTo>
                    <a:pt x="9684" y="7484"/>
                  </a:lnTo>
                  <a:lnTo>
                    <a:pt x="9097" y="6640"/>
                  </a:lnTo>
                  <a:lnTo>
                    <a:pt x="9354" y="6494"/>
                  </a:lnTo>
                  <a:lnTo>
                    <a:pt x="9574" y="6347"/>
                  </a:lnTo>
                  <a:lnTo>
                    <a:pt x="10014" y="5980"/>
                  </a:lnTo>
                  <a:lnTo>
                    <a:pt x="10418" y="5613"/>
                  </a:lnTo>
                  <a:close/>
                  <a:moveTo>
                    <a:pt x="8400" y="2055"/>
                  </a:moveTo>
                  <a:lnTo>
                    <a:pt x="8290" y="2092"/>
                  </a:lnTo>
                  <a:lnTo>
                    <a:pt x="8217" y="2165"/>
                  </a:lnTo>
                  <a:lnTo>
                    <a:pt x="8180" y="2202"/>
                  </a:lnTo>
                  <a:lnTo>
                    <a:pt x="8180" y="2312"/>
                  </a:lnTo>
                  <a:lnTo>
                    <a:pt x="8180" y="2385"/>
                  </a:lnTo>
                  <a:lnTo>
                    <a:pt x="8107" y="2422"/>
                  </a:lnTo>
                  <a:lnTo>
                    <a:pt x="8033" y="2459"/>
                  </a:lnTo>
                  <a:lnTo>
                    <a:pt x="7300" y="3045"/>
                  </a:lnTo>
                  <a:lnTo>
                    <a:pt x="6896" y="3339"/>
                  </a:lnTo>
                  <a:lnTo>
                    <a:pt x="6529" y="3596"/>
                  </a:lnTo>
                  <a:lnTo>
                    <a:pt x="6456" y="3669"/>
                  </a:lnTo>
                  <a:lnTo>
                    <a:pt x="6419" y="3742"/>
                  </a:lnTo>
                  <a:lnTo>
                    <a:pt x="6419" y="3852"/>
                  </a:lnTo>
                  <a:lnTo>
                    <a:pt x="6419" y="3926"/>
                  </a:lnTo>
                  <a:lnTo>
                    <a:pt x="8547" y="6677"/>
                  </a:lnTo>
                  <a:lnTo>
                    <a:pt x="8547" y="6750"/>
                  </a:lnTo>
                  <a:lnTo>
                    <a:pt x="8620" y="6787"/>
                  </a:lnTo>
                  <a:lnTo>
                    <a:pt x="9391" y="7851"/>
                  </a:lnTo>
                  <a:lnTo>
                    <a:pt x="9684" y="8291"/>
                  </a:lnTo>
                  <a:lnTo>
                    <a:pt x="9904" y="8768"/>
                  </a:lnTo>
                  <a:lnTo>
                    <a:pt x="10014" y="9025"/>
                  </a:lnTo>
                  <a:lnTo>
                    <a:pt x="10088" y="9281"/>
                  </a:lnTo>
                  <a:lnTo>
                    <a:pt x="10124" y="9538"/>
                  </a:lnTo>
                  <a:lnTo>
                    <a:pt x="10124" y="9832"/>
                  </a:lnTo>
                  <a:lnTo>
                    <a:pt x="10124" y="10088"/>
                  </a:lnTo>
                  <a:lnTo>
                    <a:pt x="10088" y="10308"/>
                  </a:lnTo>
                  <a:lnTo>
                    <a:pt x="10014" y="10565"/>
                  </a:lnTo>
                  <a:lnTo>
                    <a:pt x="9904" y="10785"/>
                  </a:lnTo>
                  <a:lnTo>
                    <a:pt x="9794" y="11005"/>
                  </a:lnTo>
                  <a:lnTo>
                    <a:pt x="9647" y="11189"/>
                  </a:lnTo>
                  <a:lnTo>
                    <a:pt x="9464" y="11372"/>
                  </a:lnTo>
                  <a:lnTo>
                    <a:pt x="9281" y="11556"/>
                  </a:lnTo>
                  <a:lnTo>
                    <a:pt x="9097" y="11666"/>
                  </a:lnTo>
                  <a:lnTo>
                    <a:pt x="8877" y="11739"/>
                  </a:lnTo>
                  <a:lnTo>
                    <a:pt x="8657" y="11776"/>
                  </a:lnTo>
                  <a:lnTo>
                    <a:pt x="8437" y="11812"/>
                  </a:lnTo>
                  <a:lnTo>
                    <a:pt x="7997" y="11812"/>
                  </a:lnTo>
                  <a:lnTo>
                    <a:pt x="7813" y="11739"/>
                  </a:lnTo>
                  <a:lnTo>
                    <a:pt x="7593" y="11666"/>
                  </a:lnTo>
                  <a:lnTo>
                    <a:pt x="7373" y="11519"/>
                  </a:lnTo>
                  <a:lnTo>
                    <a:pt x="7153" y="11372"/>
                  </a:lnTo>
                  <a:lnTo>
                    <a:pt x="6970" y="11152"/>
                  </a:lnTo>
                  <a:lnTo>
                    <a:pt x="6823" y="10932"/>
                  </a:lnTo>
                  <a:lnTo>
                    <a:pt x="6053" y="9905"/>
                  </a:lnTo>
                  <a:lnTo>
                    <a:pt x="5356" y="8878"/>
                  </a:lnTo>
                  <a:lnTo>
                    <a:pt x="4659" y="7814"/>
                  </a:lnTo>
                  <a:lnTo>
                    <a:pt x="4035" y="6714"/>
                  </a:lnTo>
                  <a:lnTo>
                    <a:pt x="3742" y="6163"/>
                  </a:lnTo>
                  <a:lnTo>
                    <a:pt x="3485" y="5613"/>
                  </a:lnTo>
                  <a:lnTo>
                    <a:pt x="3412" y="5540"/>
                  </a:lnTo>
                  <a:lnTo>
                    <a:pt x="3301" y="5503"/>
                  </a:lnTo>
                  <a:lnTo>
                    <a:pt x="3191" y="5503"/>
                  </a:lnTo>
                  <a:lnTo>
                    <a:pt x="3118" y="5576"/>
                  </a:lnTo>
                  <a:lnTo>
                    <a:pt x="3008" y="5687"/>
                  </a:lnTo>
                  <a:lnTo>
                    <a:pt x="2861" y="5760"/>
                  </a:lnTo>
                  <a:lnTo>
                    <a:pt x="2715" y="5833"/>
                  </a:lnTo>
                  <a:lnTo>
                    <a:pt x="2568" y="5833"/>
                  </a:lnTo>
                  <a:lnTo>
                    <a:pt x="2421" y="5870"/>
                  </a:lnTo>
                  <a:lnTo>
                    <a:pt x="2274" y="5907"/>
                  </a:lnTo>
                  <a:lnTo>
                    <a:pt x="2018" y="6053"/>
                  </a:lnTo>
                  <a:lnTo>
                    <a:pt x="1431" y="6420"/>
                  </a:lnTo>
                  <a:lnTo>
                    <a:pt x="1137" y="6604"/>
                  </a:lnTo>
                  <a:lnTo>
                    <a:pt x="880" y="6824"/>
                  </a:lnTo>
                  <a:lnTo>
                    <a:pt x="770" y="6824"/>
                  </a:lnTo>
                  <a:lnTo>
                    <a:pt x="697" y="6897"/>
                  </a:lnTo>
                  <a:lnTo>
                    <a:pt x="660" y="6970"/>
                  </a:lnTo>
                  <a:lnTo>
                    <a:pt x="697" y="7080"/>
                  </a:lnTo>
                  <a:lnTo>
                    <a:pt x="1101" y="7814"/>
                  </a:lnTo>
                  <a:lnTo>
                    <a:pt x="1541" y="8548"/>
                  </a:lnTo>
                  <a:lnTo>
                    <a:pt x="2458" y="9942"/>
                  </a:lnTo>
                  <a:lnTo>
                    <a:pt x="3412" y="11335"/>
                  </a:lnTo>
                  <a:lnTo>
                    <a:pt x="4402" y="12693"/>
                  </a:lnTo>
                  <a:lnTo>
                    <a:pt x="4989" y="13426"/>
                  </a:lnTo>
                  <a:lnTo>
                    <a:pt x="4952" y="13426"/>
                  </a:lnTo>
                  <a:lnTo>
                    <a:pt x="4952" y="13500"/>
                  </a:lnTo>
                  <a:lnTo>
                    <a:pt x="4989" y="13536"/>
                  </a:lnTo>
                  <a:lnTo>
                    <a:pt x="5026" y="13573"/>
                  </a:lnTo>
                  <a:lnTo>
                    <a:pt x="5099" y="13536"/>
                  </a:lnTo>
                  <a:lnTo>
                    <a:pt x="5429" y="13940"/>
                  </a:lnTo>
                  <a:lnTo>
                    <a:pt x="5796" y="14307"/>
                  </a:lnTo>
                  <a:lnTo>
                    <a:pt x="5833" y="14343"/>
                  </a:lnTo>
                  <a:lnTo>
                    <a:pt x="5906" y="14380"/>
                  </a:lnTo>
                  <a:lnTo>
                    <a:pt x="6126" y="14563"/>
                  </a:lnTo>
                  <a:lnTo>
                    <a:pt x="6383" y="14710"/>
                  </a:lnTo>
                  <a:lnTo>
                    <a:pt x="6640" y="14857"/>
                  </a:lnTo>
                  <a:lnTo>
                    <a:pt x="6933" y="14967"/>
                  </a:lnTo>
                  <a:lnTo>
                    <a:pt x="7226" y="15040"/>
                  </a:lnTo>
                  <a:lnTo>
                    <a:pt x="7850" y="15040"/>
                  </a:lnTo>
                  <a:lnTo>
                    <a:pt x="8180" y="14967"/>
                  </a:lnTo>
                  <a:lnTo>
                    <a:pt x="8510" y="14820"/>
                  </a:lnTo>
                  <a:lnTo>
                    <a:pt x="8877" y="14673"/>
                  </a:lnTo>
                  <a:lnTo>
                    <a:pt x="9574" y="14343"/>
                  </a:lnTo>
                  <a:lnTo>
                    <a:pt x="11115" y="13683"/>
                  </a:lnTo>
                  <a:lnTo>
                    <a:pt x="11592" y="13426"/>
                  </a:lnTo>
                  <a:lnTo>
                    <a:pt x="11995" y="13170"/>
                  </a:lnTo>
                  <a:lnTo>
                    <a:pt x="12399" y="12839"/>
                  </a:lnTo>
                  <a:lnTo>
                    <a:pt x="12729" y="12436"/>
                  </a:lnTo>
                  <a:lnTo>
                    <a:pt x="12912" y="12142"/>
                  </a:lnTo>
                  <a:lnTo>
                    <a:pt x="13059" y="11849"/>
                  </a:lnTo>
                  <a:lnTo>
                    <a:pt x="13169" y="11519"/>
                  </a:lnTo>
                  <a:lnTo>
                    <a:pt x="13242" y="11189"/>
                  </a:lnTo>
                  <a:lnTo>
                    <a:pt x="13279" y="10859"/>
                  </a:lnTo>
                  <a:lnTo>
                    <a:pt x="13316" y="10528"/>
                  </a:lnTo>
                  <a:lnTo>
                    <a:pt x="13279" y="10198"/>
                  </a:lnTo>
                  <a:lnTo>
                    <a:pt x="13242" y="9868"/>
                  </a:lnTo>
                  <a:lnTo>
                    <a:pt x="13169" y="9538"/>
                  </a:lnTo>
                  <a:lnTo>
                    <a:pt x="13095" y="9208"/>
                  </a:lnTo>
                  <a:lnTo>
                    <a:pt x="12875" y="8584"/>
                  </a:lnTo>
                  <a:lnTo>
                    <a:pt x="12582" y="7961"/>
                  </a:lnTo>
                  <a:lnTo>
                    <a:pt x="12252" y="7374"/>
                  </a:lnTo>
                  <a:lnTo>
                    <a:pt x="11885" y="6824"/>
                  </a:lnTo>
                  <a:lnTo>
                    <a:pt x="10271" y="4476"/>
                  </a:lnTo>
                  <a:lnTo>
                    <a:pt x="8657" y="2165"/>
                  </a:lnTo>
                  <a:lnTo>
                    <a:pt x="8584" y="2092"/>
                  </a:lnTo>
                  <a:lnTo>
                    <a:pt x="8474" y="2055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98" name="Google Shape;321;p5">
              <a:extLst>
                <a:ext uri="{FF2B5EF4-FFF2-40B4-BE49-F238E27FC236}">
                  <a16:creationId xmlns:a16="http://schemas.microsoft.com/office/drawing/2014/main" id="{193073F5-8607-4FCE-A024-8B51BEE693EA}"/>
                </a:ext>
              </a:extLst>
            </p:cNvPr>
            <p:cNvSpPr/>
            <p:nvPr/>
          </p:nvSpPr>
          <p:spPr>
            <a:xfrm>
              <a:off x="6023725" y="3167900"/>
              <a:ext cx="340250" cy="227450"/>
            </a:xfrm>
            <a:custGeom>
              <a:avLst/>
              <a:gdLst/>
              <a:ahLst/>
              <a:cxnLst/>
              <a:rect l="l" t="t" r="r" b="b"/>
              <a:pathLst>
                <a:path w="13610" h="9098" extrusionOk="0">
                  <a:moveTo>
                    <a:pt x="4696" y="0"/>
                  </a:moveTo>
                  <a:lnTo>
                    <a:pt x="4586" y="74"/>
                  </a:lnTo>
                  <a:lnTo>
                    <a:pt x="4256" y="440"/>
                  </a:lnTo>
                  <a:lnTo>
                    <a:pt x="3999" y="844"/>
                  </a:lnTo>
                  <a:lnTo>
                    <a:pt x="3742" y="1247"/>
                  </a:lnTo>
                  <a:lnTo>
                    <a:pt x="3522" y="1688"/>
                  </a:lnTo>
                  <a:lnTo>
                    <a:pt x="3339" y="2128"/>
                  </a:lnTo>
                  <a:lnTo>
                    <a:pt x="3228" y="2605"/>
                  </a:lnTo>
                  <a:lnTo>
                    <a:pt x="3118" y="3081"/>
                  </a:lnTo>
                  <a:lnTo>
                    <a:pt x="3045" y="3595"/>
                  </a:lnTo>
                  <a:lnTo>
                    <a:pt x="3008" y="3852"/>
                  </a:lnTo>
                  <a:lnTo>
                    <a:pt x="2935" y="4072"/>
                  </a:lnTo>
                  <a:lnTo>
                    <a:pt x="2825" y="4329"/>
                  </a:lnTo>
                  <a:lnTo>
                    <a:pt x="2678" y="4512"/>
                  </a:lnTo>
                  <a:lnTo>
                    <a:pt x="2605" y="4622"/>
                  </a:lnTo>
                  <a:lnTo>
                    <a:pt x="2495" y="4659"/>
                  </a:lnTo>
                  <a:lnTo>
                    <a:pt x="2275" y="4732"/>
                  </a:lnTo>
                  <a:lnTo>
                    <a:pt x="1835" y="4732"/>
                  </a:lnTo>
                  <a:lnTo>
                    <a:pt x="1541" y="4659"/>
                  </a:lnTo>
                  <a:lnTo>
                    <a:pt x="991" y="4659"/>
                  </a:lnTo>
                  <a:lnTo>
                    <a:pt x="881" y="4732"/>
                  </a:lnTo>
                  <a:lnTo>
                    <a:pt x="771" y="4769"/>
                  </a:lnTo>
                  <a:lnTo>
                    <a:pt x="587" y="4732"/>
                  </a:lnTo>
                  <a:lnTo>
                    <a:pt x="404" y="4732"/>
                  </a:lnTo>
                  <a:lnTo>
                    <a:pt x="257" y="4805"/>
                  </a:lnTo>
                  <a:lnTo>
                    <a:pt x="74" y="4879"/>
                  </a:lnTo>
                  <a:lnTo>
                    <a:pt x="37" y="4952"/>
                  </a:lnTo>
                  <a:lnTo>
                    <a:pt x="0" y="5026"/>
                  </a:lnTo>
                  <a:lnTo>
                    <a:pt x="0" y="5172"/>
                  </a:lnTo>
                  <a:lnTo>
                    <a:pt x="37" y="5209"/>
                  </a:lnTo>
                  <a:lnTo>
                    <a:pt x="74" y="5246"/>
                  </a:lnTo>
                  <a:lnTo>
                    <a:pt x="147" y="5282"/>
                  </a:lnTo>
                  <a:lnTo>
                    <a:pt x="221" y="5246"/>
                  </a:lnTo>
                  <a:lnTo>
                    <a:pt x="514" y="5172"/>
                  </a:lnTo>
                  <a:lnTo>
                    <a:pt x="587" y="5282"/>
                  </a:lnTo>
                  <a:lnTo>
                    <a:pt x="697" y="5356"/>
                  </a:lnTo>
                  <a:lnTo>
                    <a:pt x="807" y="5356"/>
                  </a:lnTo>
                  <a:lnTo>
                    <a:pt x="881" y="5319"/>
                  </a:lnTo>
                  <a:lnTo>
                    <a:pt x="918" y="5282"/>
                  </a:lnTo>
                  <a:lnTo>
                    <a:pt x="991" y="5209"/>
                  </a:lnTo>
                  <a:lnTo>
                    <a:pt x="1064" y="5172"/>
                  </a:lnTo>
                  <a:lnTo>
                    <a:pt x="1248" y="5136"/>
                  </a:lnTo>
                  <a:lnTo>
                    <a:pt x="1431" y="5172"/>
                  </a:lnTo>
                  <a:lnTo>
                    <a:pt x="1614" y="5209"/>
                  </a:lnTo>
                  <a:lnTo>
                    <a:pt x="1981" y="5282"/>
                  </a:lnTo>
                  <a:lnTo>
                    <a:pt x="2201" y="5282"/>
                  </a:lnTo>
                  <a:lnTo>
                    <a:pt x="2385" y="5246"/>
                  </a:lnTo>
                  <a:lnTo>
                    <a:pt x="2605" y="5209"/>
                  </a:lnTo>
                  <a:lnTo>
                    <a:pt x="2752" y="5136"/>
                  </a:lnTo>
                  <a:lnTo>
                    <a:pt x="2935" y="5026"/>
                  </a:lnTo>
                  <a:lnTo>
                    <a:pt x="3082" y="4879"/>
                  </a:lnTo>
                  <a:lnTo>
                    <a:pt x="3192" y="4732"/>
                  </a:lnTo>
                  <a:lnTo>
                    <a:pt x="3302" y="4549"/>
                  </a:lnTo>
                  <a:lnTo>
                    <a:pt x="3449" y="4182"/>
                  </a:lnTo>
                  <a:lnTo>
                    <a:pt x="3522" y="3925"/>
                  </a:lnTo>
                  <a:lnTo>
                    <a:pt x="3559" y="3668"/>
                  </a:lnTo>
                  <a:lnTo>
                    <a:pt x="3632" y="3118"/>
                  </a:lnTo>
                  <a:lnTo>
                    <a:pt x="3742" y="2641"/>
                  </a:lnTo>
                  <a:lnTo>
                    <a:pt x="3889" y="2201"/>
                  </a:lnTo>
                  <a:lnTo>
                    <a:pt x="4035" y="1834"/>
                  </a:lnTo>
                  <a:lnTo>
                    <a:pt x="4219" y="1467"/>
                  </a:lnTo>
                  <a:lnTo>
                    <a:pt x="4402" y="1137"/>
                  </a:lnTo>
                  <a:lnTo>
                    <a:pt x="4659" y="844"/>
                  </a:lnTo>
                  <a:lnTo>
                    <a:pt x="5173" y="2861"/>
                  </a:lnTo>
                  <a:lnTo>
                    <a:pt x="5649" y="4842"/>
                  </a:lnTo>
                  <a:lnTo>
                    <a:pt x="6126" y="6860"/>
                  </a:lnTo>
                  <a:lnTo>
                    <a:pt x="6567" y="8914"/>
                  </a:lnTo>
                  <a:lnTo>
                    <a:pt x="6603" y="8987"/>
                  </a:lnTo>
                  <a:lnTo>
                    <a:pt x="6713" y="9061"/>
                  </a:lnTo>
                  <a:lnTo>
                    <a:pt x="6787" y="9097"/>
                  </a:lnTo>
                  <a:lnTo>
                    <a:pt x="6897" y="9097"/>
                  </a:lnTo>
                  <a:lnTo>
                    <a:pt x="7153" y="8987"/>
                  </a:lnTo>
                  <a:lnTo>
                    <a:pt x="7374" y="8804"/>
                  </a:lnTo>
                  <a:lnTo>
                    <a:pt x="7520" y="8620"/>
                  </a:lnTo>
                  <a:lnTo>
                    <a:pt x="7667" y="8364"/>
                  </a:lnTo>
                  <a:lnTo>
                    <a:pt x="7814" y="7997"/>
                  </a:lnTo>
                  <a:lnTo>
                    <a:pt x="7924" y="7593"/>
                  </a:lnTo>
                  <a:lnTo>
                    <a:pt x="8181" y="6823"/>
                  </a:lnTo>
                  <a:lnTo>
                    <a:pt x="9061" y="3962"/>
                  </a:lnTo>
                  <a:lnTo>
                    <a:pt x="9208" y="4439"/>
                  </a:lnTo>
                  <a:lnTo>
                    <a:pt x="9318" y="4952"/>
                  </a:lnTo>
                  <a:lnTo>
                    <a:pt x="9318" y="5062"/>
                  </a:lnTo>
                  <a:lnTo>
                    <a:pt x="9391" y="5136"/>
                  </a:lnTo>
                  <a:lnTo>
                    <a:pt x="9464" y="5209"/>
                  </a:lnTo>
                  <a:lnTo>
                    <a:pt x="9574" y="5209"/>
                  </a:lnTo>
                  <a:lnTo>
                    <a:pt x="12032" y="5062"/>
                  </a:lnTo>
                  <a:lnTo>
                    <a:pt x="12069" y="5136"/>
                  </a:lnTo>
                  <a:lnTo>
                    <a:pt x="12105" y="5209"/>
                  </a:lnTo>
                  <a:lnTo>
                    <a:pt x="12326" y="5356"/>
                  </a:lnTo>
                  <a:lnTo>
                    <a:pt x="12582" y="5429"/>
                  </a:lnTo>
                  <a:lnTo>
                    <a:pt x="12619" y="5466"/>
                  </a:lnTo>
                  <a:lnTo>
                    <a:pt x="12912" y="5466"/>
                  </a:lnTo>
                  <a:lnTo>
                    <a:pt x="13059" y="5429"/>
                  </a:lnTo>
                  <a:lnTo>
                    <a:pt x="13206" y="5319"/>
                  </a:lnTo>
                  <a:lnTo>
                    <a:pt x="13316" y="5209"/>
                  </a:lnTo>
                  <a:lnTo>
                    <a:pt x="13426" y="5062"/>
                  </a:lnTo>
                  <a:lnTo>
                    <a:pt x="13536" y="4915"/>
                  </a:lnTo>
                  <a:lnTo>
                    <a:pt x="13609" y="4732"/>
                  </a:lnTo>
                  <a:lnTo>
                    <a:pt x="13609" y="4659"/>
                  </a:lnTo>
                  <a:lnTo>
                    <a:pt x="13609" y="4549"/>
                  </a:lnTo>
                  <a:lnTo>
                    <a:pt x="13536" y="4439"/>
                  </a:lnTo>
                  <a:lnTo>
                    <a:pt x="13426" y="4292"/>
                  </a:lnTo>
                  <a:lnTo>
                    <a:pt x="13279" y="4219"/>
                  </a:lnTo>
                  <a:lnTo>
                    <a:pt x="13133" y="4145"/>
                  </a:lnTo>
                  <a:lnTo>
                    <a:pt x="12949" y="4072"/>
                  </a:lnTo>
                  <a:lnTo>
                    <a:pt x="12802" y="4072"/>
                  </a:lnTo>
                  <a:lnTo>
                    <a:pt x="12619" y="4108"/>
                  </a:lnTo>
                  <a:lnTo>
                    <a:pt x="12436" y="4182"/>
                  </a:lnTo>
                  <a:lnTo>
                    <a:pt x="12326" y="4255"/>
                  </a:lnTo>
                  <a:lnTo>
                    <a:pt x="12252" y="4329"/>
                  </a:lnTo>
                  <a:lnTo>
                    <a:pt x="12142" y="4512"/>
                  </a:lnTo>
                  <a:lnTo>
                    <a:pt x="9794" y="4659"/>
                  </a:lnTo>
                  <a:lnTo>
                    <a:pt x="9721" y="4255"/>
                  </a:lnTo>
                  <a:lnTo>
                    <a:pt x="9611" y="3852"/>
                  </a:lnTo>
                  <a:lnTo>
                    <a:pt x="9464" y="3448"/>
                  </a:lnTo>
                  <a:lnTo>
                    <a:pt x="9281" y="3045"/>
                  </a:lnTo>
                  <a:lnTo>
                    <a:pt x="9208" y="2971"/>
                  </a:lnTo>
                  <a:lnTo>
                    <a:pt x="9134" y="2935"/>
                  </a:lnTo>
                  <a:lnTo>
                    <a:pt x="8987" y="2935"/>
                  </a:lnTo>
                  <a:lnTo>
                    <a:pt x="8841" y="2971"/>
                  </a:lnTo>
                  <a:lnTo>
                    <a:pt x="8804" y="3045"/>
                  </a:lnTo>
                  <a:lnTo>
                    <a:pt x="8767" y="3118"/>
                  </a:lnTo>
                  <a:lnTo>
                    <a:pt x="7850" y="6016"/>
                  </a:lnTo>
                  <a:lnTo>
                    <a:pt x="7374" y="7557"/>
                  </a:lnTo>
                  <a:lnTo>
                    <a:pt x="7227" y="7997"/>
                  </a:lnTo>
                  <a:lnTo>
                    <a:pt x="7153" y="8217"/>
                  </a:lnTo>
                  <a:lnTo>
                    <a:pt x="7007" y="8400"/>
                  </a:lnTo>
                  <a:lnTo>
                    <a:pt x="6567" y="6346"/>
                  </a:lnTo>
                  <a:lnTo>
                    <a:pt x="6090" y="4292"/>
                  </a:lnTo>
                  <a:lnTo>
                    <a:pt x="5576" y="2238"/>
                  </a:lnTo>
                  <a:lnTo>
                    <a:pt x="5026" y="220"/>
                  </a:lnTo>
                  <a:lnTo>
                    <a:pt x="4953" y="74"/>
                  </a:lnTo>
                  <a:lnTo>
                    <a:pt x="4842" y="37"/>
                  </a:lnTo>
                  <a:lnTo>
                    <a:pt x="4696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99" name="Google Shape;322;p5">
              <a:extLst>
                <a:ext uri="{FF2B5EF4-FFF2-40B4-BE49-F238E27FC236}">
                  <a16:creationId xmlns:a16="http://schemas.microsoft.com/office/drawing/2014/main" id="{A3306CAD-B7F8-4C1B-9892-3A64FAA0DBC3}"/>
                </a:ext>
              </a:extLst>
            </p:cNvPr>
            <p:cNvSpPr/>
            <p:nvPr/>
          </p:nvSpPr>
          <p:spPr>
            <a:xfrm>
              <a:off x="7109500" y="3449425"/>
              <a:ext cx="154100" cy="165100"/>
            </a:xfrm>
            <a:custGeom>
              <a:avLst/>
              <a:gdLst/>
              <a:ahLst/>
              <a:cxnLst/>
              <a:rect l="l" t="t" r="r" b="b"/>
              <a:pathLst>
                <a:path w="6164" h="6604" extrusionOk="0">
                  <a:moveTo>
                    <a:pt x="3962" y="0"/>
                  </a:moveTo>
                  <a:lnTo>
                    <a:pt x="3926" y="37"/>
                  </a:lnTo>
                  <a:lnTo>
                    <a:pt x="3889" y="74"/>
                  </a:lnTo>
                  <a:lnTo>
                    <a:pt x="3889" y="147"/>
                  </a:lnTo>
                  <a:lnTo>
                    <a:pt x="3522" y="477"/>
                  </a:lnTo>
                  <a:lnTo>
                    <a:pt x="3229" y="807"/>
                  </a:lnTo>
                  <a:lnTo>
                    <a:pt x="2788" y="1284"/>
                  </a:lnTo>
                  <a:lnTo>
                    <a:pt x="2458" y="1651"/>
                  </a:lnTo>
                  <a:lnTo>
                    <a:pt x="2201" y="1578"/>
                  </a:lnTo>
                  <a:lnTo>
                    <a:pt x="1321" y="1321"/>
                  </a:lnTo>
                  <a:lnTo>
                    <a:pt x="1138" y="1284"/>
                  </a:lnTo>
                  <a:lnTo>
                    <a:pt x="808" y="1211"/>
                  </a:lnTo>
                  <a:lnTo>
                    <a:pt x="661" y="1174"/>
                  </a:lnTo>
                  <a:lnTo>
                    <a:pt x="514" y="1211"/>
                  </a:lnTo>
                  <a:lnTo>
                    <a:pt x="441" y="1248"/>
                  </a:lnTo>
                  <a:lnTo>
                    <a:pt x="441" y="1284"/>
                  </a:lnTo>
                  <a:lnTo>
                    <a:pt x="441" y="1358"/>
                  </a:lnTo>
                  <a:lnTo>
                    <a:pt x="477" y="1468"/>
                  </a:lnTo>
                  <a:lnTo>
                    <a:pt x="551" y="1541"/>
                  </a:lnTo>
                  <a:lnTo>
                    <a:pt x="661" y="1614"/>
                  </a:lnTo>
                  <a:lnTo>
                    <a:pt x="771" y="1651"/>
                  </a:lnTo>
                  <a:lnTo>
                    <a:pt x="1064" y="1761"/>
                  </a:lnTo>
                  <a:lnTo>
                    <a:pt x="1284" y="1798"/>
                  </a:lnTo>
                  <a:lnTo>
                    <a:pt x="2055" y="2018"/>
                  </a:lnTo>
                  <a:lnTo>
                    <a:pt x="2055" y="2091"/>
                  </a:lnTo>
                  <a:lnTo>
                    <a:pt x="2091" y="2165"/>
                  </a:lnTo>
                  <a:lnTo>
                    <a:pt x="2165" y="2238"/>
                  </a:lnTo>
                  <a:lnTo>
                    <a:pt x="2201" y="2238"/>
                  </a:lnTo>
                  <a:lnTo>
                    <a:pt x="2275" y="2275"/>
                  </a:lnTo>
                  <a:lnTo>
                    <a:pt x="2385" y="2238"/>
                  </a:lnTo>
                  <a:lnTo>
                    <a:pt x="2532" y="2165"/>
                  </a:lnTo>
                  <a:lnTo>
                    <a:pt x="2678" y="2128"/>
                  </a:lnTo>
                  <a:lnTo>
                    <a:pt x="2752" y="2091"/>
                  </a:lnTo>
                  <a:lnTo>
                    <a:pt x="2788" y="2055"/>
                  </a:lnTo>
                  <a:lnTo>
                    <a:pt x="2788" y="1981"/>
                  </a:lnTo>
                  <a:lnTo>
                    <a:pt x="2788" y="1908"/>
                  </a:lnTo>
                  <a:lnTo>
                    <a:pt x="2935" y="1761"/>
                  </a:lnTo>
                  <a:lnTo>
                    <a:pt x="3375" y="1284"/>
                  </a:lnTo>
                  <a:lnTo>
                    <a:pt x="3815" y="771"/>
                  </a:lnTo>
                  <a:lnTo>
                    <a:pt x="3852" y="1394"/>
                  </a:lnTo>
                  <a:lnTo>
                    <a:pt x="3852" y="2091"/>
                  </a:lnTo>
                  <a:lnTo>
                    <a:pt x="3889" y="2421"/>
                  </a:lnTo>
                  <a:lnTo>
                    <a:pt x="3962" y="2605"/>
                  </a:lnTo>
                  <a:lnTo>
                    <a:pt x="4036" y="2751"/>
                  </a:lnTo>
                  <a:lnTo>
                    <a:pt x="4109" y="2825"/>
                  </a:lnTo>
                  <a:lnTo>
                    <a:pt x="4219" y="2825"/>
                  </a:lnTo>
                  <a:lnTo>
                    <a:pt x="4476" y="3008"/>
                  </a:lnTo>
                  <a:lnTo>
                    <a:pt x="4732" y="3155"/>
                  </a:lnTo>
                  <a:lnTo>
                    <a:pt x="5063" y="3265"/>
                  </a:lnTo>
                  <a:lnTo>
                    <a:pt x="5356" y="3338"/>
                  </a:lnTo>
                  <a:lnTo>
                    <a:pt x="5246" y="3412"/>
                  </a:lnTo>
                  <a:lnTo>
                    <a:pt x="4732" y="3669"/>
                  </a:lnTo>
                  <a:lnTo>
                    <a:pt x="4512" y="3779"/>
                  </a:lnTo>
                  <a:lnTo>
                    <a:pt x="4292" y="3925"/>
                  </a:lnTo>
                  <a:lnTo>
                    <a:pt x="4219" y="3925"/>
                  </a:lnTo>
                  <a:lnTo>
                    <a:pt x="4182" y="3962"/>
                  </a:lnTo>
                  <a:lnTo>
                    <a:pt x="4072" y="4072"/>
                  </a:lnTo>
                  <a:lnTo>
                    <a:pt x="3962" y="4292"/>
                  </a:lnTo>
                  <a:lnTo>
                    <a:pt x="3889" y="4549"/>
                  </a:lnTo>
                  <a:lnTo>
                    <a:pt x="3852" y="5283"/>
                  </a:lnTo>
                  <a:lnTo>
                    <a:pt x="3852" y="5649"/>
                  </a:lnTo>
                  <a:lnTo>
                    <a:pt x="3852" y="6053"/>
                  </a:lnTo>
                  <a:lnTo>
                    <a:pt x="3559" y="5723"/>
                  </a:lnTo>
                  <a:lnTo>
                    <a:pt x="3229" y="5393"/>
                  </a:lnTo>
                  <a:lnTo>
                    <a:pt x="2642" y="4769"/>
                  </a:lnTo>
                  <a:lnTo>
                    <a:pt x="2568" y="4659"/>
                  </a:lnTo>
                  <a:lnTo>
                    <a:pt x="2495" y="4586"/>
                  </a:lnTo>
                  <a:lnTo>
                    <a:pt x="2385" y="4586"/>
                  </a:lnTo>
                  <a:lnTo>
                    <a:pt x="2385" y="4622"/>
                  </a:lnTo>
                  <a:lnTo>
                    <a:pt x="2312" y="4622"/>
                  </a:lnTo>
                  <a:lnTo>
                    <a:pt x="1908" y="4769"/>
                  </a:lnTo>
                  <a:lnTo>
                    <a:pt x="1468" y="4842"/>
                  </a:lnTo>
                  <a:lnTo>
                    <a:pt x="1064" y="4916"/>
                  </a:lnTo>
                  <a:lnTo>
                    <a:pt x="624" y="4952"/>
                  </a:lnTo>
                  <a:lnTo>
                    <a:pt x="1138" y="4329"/>
                  </a:lnTo>
                  <a:lnTo>
                    <a:pt x="1358" y="3999"/>
                  </a:lnTo>
                  <a:lnTo>
                    <a:pt x="1541" y="3632"/>
                  </a:lnTo>
                  <a:lnTo>
                    <a:pt x="1688" y="3595"/>
                  </a:lnTo>
                  <a:lnTo>
                    <a:pt x="1725" y="3558"/>
                  </a:lnTo>
                  <a:lnTo>
                    <a:pt x="1761" y="3485"/>
                  </a:lnTo>
                  <a:lnTo>
                    <a:pt x="1798" y="3448"/>
                  </a:lnTo>
                  <a:lnTo>
                    <a:pt x="1798" y="3375"/>
                  </a:lnTo>
                  <a:lnTo>
                    <a:pt x="1761" y="3302"/>
                  </a:lnTo>
                  <a:lnTo>
                    <a:pt x="1725" y="3265"/>
                  </a:lnTo>
                  <a:lnTo>
                    <a:pt x="1651" y="3228"/>
                  </a:lnTo>
                  <a:lnTo>
                    <a:pt x="1541" y="3045"/>
                  </a:lnTo>
                  <a:lnTo>
                    <a:pt x="1211" y="2458"/>
                  </a:lnTo>
                  <a:lnTo>
                    <a:pt x="844" y="1908"/>
                  </a:lnTo>
                  <a:lnTo>
                    <a:pt x="624" y="1651"/>
                  </a:lnTo>
                  <a:lnTo>
                    <a:pt x="367" y="1431"/>
                  </a:lnTo>
                  <a:lnTo>
                    <a:pt x="257" y="1394"/>
                  </a:lnTo>
                  <a:lnTo>
                    <a:pt x="184" y="1431"/>
                  </a:lnTo>
                  <a:lnTo>
                    <a:pt x="111" y="1504"/>
                  </a:lnTo>
                  <a:lnTo>
                    <a:pt x="111" y="1578"/>
                  </a:lnTo>
                  <a:lnTo>
                    <a:pt x="111" y="1614"/>
                  </a:lnTo>
                  <a:lnTo>
                    <a:pt x="331" y="1945"/>
                  </a:lnTo>
                  <a:lnTo>
                    <a:pt x="551" y="2238"/>
                  </a:lnTo>
                  <a:lnTo>
                    <a:pt x="771" y="2531"/>
                  </a:lnTo>
                  <a:lnTo>
                    <a:pt x="954" y="2825"/>
                  </a:lnTo>
                  <a:lnTo>
                    <a:pt x="1101" y="3155"/>
                  </a:lnTo>
                  <a:lnTo>
                    <a:pt x="1174" y="3338"/>
                  </a:lnTo>
                  <a:lnTo>
                    <a:pt x="1284" y="3522"/>
                  </a:lnTo>
                  <a:lnTo>
                    <a:pt x="1101" y="3669"/>
                  </a:lnTo>
                  <a:lnTo>
                    <a:pt x="918" y="3815"/>
                  </a:lnTo>
                  <a:lnTo>
                    <a:pt x="587" y="4219"/>
                  </a:lnTo>
                  <a:lnTo>
                    <a:pt x="294" y="4622"/>
                  </a:lnTo>
                  <a:lnTo>
                    <a:pt x="37" y="5062"/>
                  </a:lnTo>
                  <a:lnTo>
                    <a:pt x="1" y="5172"/>
                  </a:lnTo>
                  <a:lnTo>
                    <a:pt x="1" y="5283"/>
                  </a:lnTo>
                  <a:lnTo>
                    <a:pt x="74" y="5356"/>
                  </a:lnTo>
                  <a:lnTo>
                    <a:pt x="184" y="5393"/>
                  </a:lnTo>
                  <a:lnTo>
                    <a:pt x="734" y="5393"/>
                  </a:lnTo>
                  <a:lnTo>
                    <a:pt x="1284" y="5356"/>
                  </a:lnTo>
                  <a:lnTo>
                    <a:pt x="1835" y="5246"/>
                  </a:lnTo>
                  <a:lnTo>
                    <a:pt x="2348" y="5062"/>
                  </a:lnTo>
                  <a:lnTo>
                    <a:pt x="2568" y="5356"/>
                  </a:lnTo>
                  <a:lnTo>
                    <a:pt x="2788" y="5576"/>
                  </a:lnTo>
                  <a:lnTo>
                    <a:pt x="3229" y="6163"/>
                  </a:lnTo>
                  <a:lnTo>
                    <a:pt x="3485" y="6383"/>
                  </a:lnTo>
                  <a:lnTo>
                    <a:pt x="3632" y="6493"/>
                  </a:lnTo>
                  <a:lnTo>
                    <a:pt x="3779" y="6566"/>
                  </a:lnTo>
                  <a:lnTo>
                    <a:pt x="3889" y="6566"/>
                  </a:lnTo>
                  <a:lnTo>
                    <a:pt x="4036" y="6530"/>
                  </a:lnTo>
                  <a:lnTo>
                    <a:pt x="4146" y="6603"/>
                  </a:lnTo>
                  <a:lnTo>
                    <a:pt x="4292" y="6603"/>
                  </a:lnTo>
                  <a:lnTo>
                    <a:pt x="4366" y="6530"/>
                  </a:lnTo>
                  <a:lnTo>
                    <a:pt x="4402" y="6456"/>
                  </a:lnTo>
                  <a:lnTo>
                    <a:pt x="4439" y="6383"/>
                  </a:lnTo>
                  <a:lnTo>
                    <a:pt x="4402" y="6310"/>
                  </a:lnTo>
                  <a:lnTo>
                    <a:pt x="4366" y="6273"/>
                  </a:lnTo>
                  <a:lnTo>
                    <a:pt x="4329" y="6236"/>
                  </a:lnTo>
                  <a:lnTo>
                    <a:pt x="4292" y="6053"/>
                  </a:lnTo>
                  <a:lnTo>
                    <a:pt x="4292" y="5833"/>
                  </a:lnTo>
                  <a:lnTo>
                    <a:pt x="4256" y="5172"/>
                  </a:lnTo>
                  <a:lnTo>
                    <a:pt x="4256" y="4769"/>
                  </a:lnTo>
                  <a:lnTo>
                    <a:pt x="4256" y="4402"/>
                  </a:lnTo>
                  <a:lnTo>
                    <a:pt x="4402" y="4402"/>
                  </a:lnTo>
                  <a:lnTo>
                    <a:pt x="4476" y="4365"/>
                  </a:lnTo>
                  <a:lnTo>
                    <a:pt x="4549" y="4292"/>
                  </a:lnTo>
                  <a:lnTo>
                    <a:pt x="4549" y="4255"/>
                  </a:lnTo>
                  <a:lnTo>
                    <a:pt x="4622" y="4219"/>
                  </a:lnTo>
                  <a:lnTo>
                    <a:pt x="5209" y="3889"/>
                  </a:lnTo>
                  <a:lnTo>
                    <a:pt x="5539" y="3705"/>
                  </a:lnTo>
                  <a:lnTo>
                    <a:pt x="5686" y="3595"/>
                  </a:lnTo>
                  <a:lnTo>
                    <a:pt x="5833" y="3485"/>
                  </a:lnTo>
                  <a:lnTo>
                    <a:pt x="5980" y="3485"/>
                  </a:lnTo>
                  <a:lnTo>
                    <a:pt x="6090" y="3448"/>
                  </a:lnTo>
                  <a:lnTo>
                    <a:pt x="6126" y="3375"/>
                  </a:lnTo>
                  <a:lnTo>
                    <a:pt x="6163" y="3302"/>
                  </a:lnTo>
                  <a:lnTo>
                    <a:pt x="6163" y="3228"/>
                  </a:lnTo>
                  <a:lnTo>
                    <a:pt x="6126" y="3118"/>
                  </a:lnTo>
                  <a:lnTo>
                    <a:pt x="6090" y="3045"/>
                  </a:lnTo>
                  <a:lnTo>
                    <a:pt x="5980" y="3008"/>
                  </a:lnTo>
                  <a:lnTo>
                    <a:pt x="5576" y="2935"/>
                  </a:lnTo>
                  <a:lnTo>
                    <a:pt x="5173" y="2788"/>
                  </a:lnTo>
                  <a:lnTo>
                    <a:pt x="4769" y="2678"/>
                  </a:lnTo>
                  <a:lnTo>
                    <a:pt x="4366" y="2568"/>
                  </a:lnTo>
                  <a:lnTo>
                    <a:pt x="4366" y="2275"/>
                  </a:lnTo>
                  <a:lnTo>
                    <a:pt x="4329" y="2018"/>
                  </a:lnTo>
                  <a:lnTo>
                    <a:pt x="4256" y="1468"/>
                  </a:lnTo>
                  <a:lnTo>
                    <a:pt x="4256" y="881"/>
                  </a:lnTo>
                  <a:lnTo>
                    <a:pt x="4219" y="551"/>
                  </a:lnTo>
                  <a:lnTo>
                    <a:pt x="4182" y="257"/>
                  </a:lnTo>
                  <a:lnTo>
                    <a:pt x="4219" y="184"/>
                  </a:lnTo>
                  <a:lnTo>
                    <a:pt x="4256" y="110"/>
                  </a:lnTo>
                  <a:lnTo>
                    <a:pt x="4219" y="37"/>
                  </a:lnTo>
                  <a:lnTo>
                    <a:pt x="4182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</p:grpSp>
      <p:sp>
        <p:nvSpPr>
          <p:cNvPr id="68" name="Google Shape;291;p5">
            <a:extLst>
              <a:ext uri="{FF2B5EF4-FFF2-40B4-BE49-F238E27FC236}">
                <a16:creationId xmlns:a16="http://schemas.microsoft.com/office/drawing/2014/main" id="{B97B5B7A-4A6D-4E77-9B24-5D9BB44240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97233" y="300033"/>
            <a:ext cx="10822233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5400" b="0"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69" name="Text Placeholder 173">
            <a:extLst>
              <a:ext uri="{FF2B5EF4-FFF2-40B4-BE49-F238E27FC236}">
                <a16:creationId xmlns:a16="http://schemas.microsoft.com/office/drawing/2014/main" id="{DD3099D4-19C4-4D92-BE04-768341CBA7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7233" y="1826684"/>
            <a:ext cx="5568772" cy="43497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800">
                <a:latin typeface="+mn-lt"/>
              </a:defRPr>
            </a:lvl1pPr>
            <a:lvl2pPr>
              <a:buSzPct val="100000"/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400">
                <a:latin typeface="+mn-lt"/>
              </a:defRPr>
            </a:lvl4pPr>
            <a:lvl5pPr>
              <a:defRPr sz="2000">
                <a:latin typeface="+mn-lt"/>
              </a:defRPr>
            </a:lvl5pPr>
            <a:lvl6pPr marL="1828754" indent="-304792">
              <a:buClr>
                <a:schemeClr val="bg1">
                  <a:lumMod val="90000"/>
                </a:schemeClr>
              </a:buClr>
              <a:buFont typeface="Wingdings" panose="05000000000000000000" pitchFamily="2" charset="2"/>
              <a:buChar char="§"/>
              <a:defRPr sz="2533">
                <a:solidFill>
                  <a:schemeClr val="bg1">
                    <a:lumMod val="90000"/>
                  </a:schemeClr>
                </a:solidFill>
                <a:latin typeface="+mn-lt"/>
              </a:defRPr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0" name="Text Placeholder 173">
            <a:extLst>
              <a:ext uri="{FF2B5EF4-FFF2-40B4-BE49-F238E27FC236}">
                <a16:creationId xmlns:a16="http://schemas.microsoft.com/office/drawing/2014/main" id="{8816F192-26F1-4320-85A5-B3801E75E042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735423" y="1826683"/>
            <a:ext cx="3245097" cy="43497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800">
                <a:latin typeface="+mn-lt"/>
              </a:defRPr>
            </a:lvl1pPr>
            <a:lvl2pPr>
              <a:buSzPct val="100000"/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400">
                <a:latin typeface="+mn-lt"/>
              </a:defRPr>
            </a:lvl4pPr>
            <a:lvl5pPr>
              <a:defRPr sz="2000">
                <a:latin typeface="+mn-lt"/>
              </a:defRPr>
            </a:lvl5pPr>
            <a:lvl6pPr marL="1828754" indent="-304792">
              <a:buClr>
                <a:schemeClr val="bg1">
                  <a:lumMod val="90000"/>
                </a:schemeClr>
              </a:buClr>
              <a:buFont typeface="Wingdings" panose="05000000000000000000" pitchFamily="2" charset="2"/>
              <a:buChar char="§"/>
              <a:defRPr sz="2533">
                <a:solidFill>
                  <a:schemeClr val="bg1">
                    <a:lumMod val="90000"/>
                  </a:schemeClr>
                </a:solidFill>
                <a:latin typeface="+mn-lt"/>
              </a:defRPr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8251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preserve="1">
  <p:cSld name="1_Title + 2 columns"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9" name="Google Shape;359;p6"/>
          <p:cNvCxnSpPr/>
          <p:nvPr/>
        </p:nvCxnSpPr>
        <p:spPr>
          <a:xfrm>
            <a:off x="1133967" y="1375233"/>
            <a:ext cx="8050400" cy="0"/>
          </a:xfrm>
          <a:prstGeom prst="straightConnector1">
            <a:avLst/>
          </a:prstGeom>
          <a:noFill/>
          <a:ln w="19050" cap="rnd" cmpd="sng">
            <a:solidFill>
              <a:srgbClr val="36595D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03" name="Text Placeholder 173">
            <a:extLst>
              <a:ext uri="{FF2B5EF4-FFF2-40B4-BE49-F238E27FC236}">
                <a16:creationId xmlns:a16="http://schemas.microsoft.com/office/drawing/2014/main" id="{4E9BB606-5527-45E4-BEF1-5AD1FF3742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7233" y="1826684"/>
            <a:ext cx="5568772" cy="43497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800">
                <a:latin typeface="+mn-lt"/>
              </a:defRPr>
            </a:lvl1pPr>
            <a:lvl2pPr>
              <a:buSzPct val="100000"/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400">
                <a:latin typeface="+mn-lt"/>
              </a:defRPr>
            </a:lvl4pPr>
            <a:lvl5pPr>
              <a:defRPr sz="2000">
                <a:latin typeface="+mn-lt"/>
              </a:defRPr>
            </a:lvl5pPr>
            <a:lvl6pPr marL="1828754" indent="-304792">
              <a:buClr>
                <a:schemeClr val="bg1">
                  <a:lumMod val="90000"/>
                </a:schemeClr>
              </a:buClr>
              <a:buFont typeface="Wingdings" panose="05000000000000000000" pitchFamily="2" charset="2"/>
              <a:buChar char="§"/>
              <a:defRPr sz="2533">
                <a:solidFill>
                  <a:schemeClr val="bg1">
                    <a:lumMod val="90000"/>
                  </a:schemeClr>
                </a:solidFill>
                <a:latin typeface="+mn-lt"/>
              </a:defRPr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8" name="Google Shape;291;p5">
            <a:extLst>
              <a:ext uri="{FF2B5EF4-FFF2-40B4-BE49-F238E27FC236}">
                <a16:creationId xmlns:a16="http://schemas.microsoft.com/office/drawing/2014/main" id="{38A1CEB9-332F-4F01-8D5A-5F1907A4CA3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97233" y="300033"/>
            <a:ext cx="10822233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5400" b="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69" name="Text Placeholder 173">
            <a:extLst>
              <a:ext uri="{FF2B5EF4-FFF2-40B4-BE49-F238E27FC236}">
                <a16:creationId xmlns:a16="http://schemas.microsoft.com/office/drawing/2014/main" id="{9E49AFB8-70F7-43FB-B010-8D02FED616F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735424" y="1826683"/>
            <a:ext cx="5084042" cy="43497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800">
                <a:latin typeface="+mn-lt"/>
              </a:defRPr>
            </a:lvl1pPr>
            <a:lvl2pPr>
              <a:buSzPct val="100000"/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400">
                <a:latin typeface="+mn-lt"/>
              </a:defRPr>
            </a:lvl4pPr>
            <a:lvl5pPr>
              <a:defRPr sz="2000">
                <a:latin typeface="+mn-lt"/>
              </a:defRPr>
            </a:lvl5pPr>
            <a:lvl6pPr marL="1828754" indent="-304792">
              <a:buClr>
                <a:schemeClr val="bg1">
                  <a:lumMod val="90000"/>
                </a:schemeClr>
              </a:buClr>
              <a:buFont typeface="Wingdings" panose="05000000000000000000" pitchFamily="2" charset="2"/>
              <a:buChar char="§"/>
              <a:defRPr sz="2533">
                <a:solidFill>
                  <a:schemeClr val="bg1">
                    <a:lumMod val="90000"/>
                  </a:schemeClr>
                </a:solidFill>
                <a:latin typeface="+mn-lt"/>
              </a:defRPr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37638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 preserve="1">
  <p:cSld name="1_Blank"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10"/>
          <p:cNvSpPr/>
          <p:nvPr/>
        </p:nvSpPr>
        <p:spPr>
          <a:xfrm>
            <a:off x="9737174" y="-392483"/>
            <a:ext cx="600733" cy="744979"/>
          </a:xfrm>
          <a:custGeom>
            <a:avLst/>
            <a:gdLst/>
            <a:ahLst/>
            <a:cxnLst/>
            <a:rect l="l" t="t" r="r" b="b"/>
            <a:pathLst>
              <a:path w="15884" h="19698" extrusionOk="0">
                <a:moveTo>
                  <a:pt x="9355" y="4108"/>
                </a:moveTo>
                <a:lnTo>
                  <a:pt x="9465" y="4145"/>
                </a:lnTo>
                <a:lnTo>
                  <a:pt x="9538" y="4182"/>
                </a:lnTo>
                <a:lnTo>
                  <a:pt x="9648" y="4328"/>
                </a:lnTo>
                <a:lnTo>
                  <a:pt x="9721" y="4549"/>
                </a:lnTo>
                <a:lnTo>
                  <a:pt x="9721" y="4769"/>
                </a:lnTo>
                <a:lnTo>
                  <a:pt x="9721" y="4842"/>
                </a:lnTo>
                <a:lnTo>
                  <a:pt x="9685" y="4879"/>
                </a:lnTo>
                <a:lnTo>
                  <a:pt x="9575" y="4952"/>
                </a:lnTo>
                <a:lnTo>
                  <a:pt x="9391" y="4952"/>
                </a:lnTo>
                <a:lnTo>
                  <a:pt x="9355" y="4915"/>
                </a:lnTo>
                <a:lnTo>
                  <a:pt x="9281" y="4842"/>
                </a:lnTo>
                <a:lnTo>
                  <a:pt x="9208" y="4695"/>
                </a:lnTo>
                <a:lnTo>
                  <a:pt x="9171" y="4549"/>
                </a:lnTo>
                <a:lnTo>
                  <a:pt x="9171" y="4438"/>
                </a:lnTo>
                <a:lnTo>
                  <a:pt x="9171" y="4328"/>
                </a:lnTo>
                <a:lnTo>
                  <a:pt x="9245" y="4108"/>
                </a:lnTo>
                <a:close/>
                <a:moveTo>
                  <a:pt x="9355" y="3705"/>
                </a:moveTo>
                <a:lnTo>
                  <a:pt x="9245" y="3742"/>
                </a:lnTo>
                <a:lnTo>
                  <a:pt x="9135" y="3778"/>
                </a:lnTo>
                <a:lnTo>
                  <a:pt x="9025" y="3852"/>
                </a:lnTo>
                <a:lnTo>
                  <a:pt x="8988" y="3925"/>
                </a:lnTo>
                <a:lnTo>
                  <a:pt x="8914" y="3998"/>
                </a:lnTo>
                <a:lnTo>
                  <a:pt x="8841" y="4218"/>
                </a:lnTo>
                <a:lnTo>
                  <a:pt x="8804" y="4475"/>
                </a:lnTo>
                <a:lnTo>
                  <a:pt x="8804" y="4659"/>
                </a:lnTo>
                <a:lnTo>
                  <a:pt x="8841" y="4805"/>
                </a:lnTo>
                <a:lnTo>
                  <a:pt x="8878" y="4952"/>
                </a:lnTo>
                <a:lnTo>
                  <a:pt x="8988" y="5099"/>
                </a:lnTo>
                <a:lnTo>
                  <a:pt x="9098" y="5209"/>
                </a:lnTo>
                <a:lnTo>
                  <a:pt x="9245" y="5282"/>
                </a:lnTo>
                <a:lnTo>
                  <a:pt x="9391" y="5355"/>
                </a:lnTo>
                <a:lnTo>
                  <a:pt x="9538" y="5355"/>
                </a:lnTo>
                <a:lnTo>
                  <a:pt x="9721" y="5319"/>
                </a:lnTo>
                <a:lnTo>
                  <a:pt x="9868" y="5245"/>
                </a:lnTo>
                <a:lnTo>
                  <a:pt x="10015" y="5135"/>
                </a:lnTo>
                <a:lnTo>
                  <a:pt x="10088" y="4989"/>
                </a:lnTo>
                <a:lnTo>
                  <a:pt x="10125" y="4805"/>
                </a:lnTo>
                <a:lnTo>
                  <a:pt x="10125" y="4659"/>
                </a:lnTo>
                <a:lnTo>
                  <a:pt x="10088" y="4475"/>
                </a:lnTo>
                <a:lnTo>
                  <a:pt x="10052" y="4292"/>
                </a:lnTo>
                <a:lnTo>
                  <a:pt x="9978" y="4145"/>
                </a:lnTo>
                <a:lnTo>
                  <a:pt x="9905" y="3998"/>
                </a:lnTo>
                <a:lnTo>
                  <a:pt x="9795" y="3888"/>
                </a:lnTo>
                <a:lnTo>
                  <a:pt x="9648" y="3778"/>
                </a:lnTo>
                <a:lnTo>
                  <a:pt x="9501" y="3742"/>
                </a:lnTo>
                <a:lnTo>
                  <a:pt x="9355" y="3705"/>
                </a:lnTo>
                <a:close/>
                <a:moveTo>
                  <a:pt x="11262" y="6676"/>
                </a:moveTo>
                <a:lnTo>
                  <a:pt x="11262" y="6786"/>
                </a:lnTo>
                <a:lnTo>
                  <a:pt x="11225" y="6859"/>
                </a:lnTo>
                <a:lnTo>
                  <a:pt x="11152" y="6933"/>
                </a:lnTo>
                <a:lnTo>
                  <a:pt x="11042" y="7006"/>
                </a:lnTo>
                <a:lnTo>
                  <a:pt x="10785" y="7116"/>
                </a:lnTo>
                <a:lnTo>
                  <a:pt x="10602" y="7190"/>
                </a:lnTo>
                <a:lnTo>
                  <a:pt x="9795" y="7556"/>
                </a:lnTo>
                <a:lnTo>
                  <a:pt x="9721" y="7263"/>
                </a:lnTo>
                <a:lnTo>
                  <a:pt x="10639" y="6823"/>
                </a:lnTo>
                <a:lnTo>
                  <a:pt x="11079" y="6676"/>
                </a:lnTo>
                <a:close/>
                <a:moveTo>
                  <a:pt x="11115" y="6273"/>
                </a:moveTo>
                <a:lnTo>
                  <a:pt x="10859" y="6346"/>
                </a:lnTo>
                <a:lnTo>
                  <a:pt x="10052" y="6639"/>
                </a:lnTo>
                <a:lnTo>
                  <a:pt x="9648" y="6823"/>
                </a:lnTo>
                <a:lnTo>
                  <a:pt x="9281" y="7006"/>
                </a:lnTo>
                <a:lnTo>
                  <a:pt x="9208" y="7080"/>
                </a:lnTo>
                <a:lnTo>
                  <a:pt x="9208" y="7116"/>
                </a:lnTo>
                <a:lnTo>
                  <a:pt x="9208" y="7190"/>
                </a:lnTo>
                <a:lnTo>
                  <a:pt x="9208" y="7263"/>
                </a:lnTo>
                <a:lnTo>
                  <a:pt x="9318" y="7336"/>
                </a:lnTo>
                <a:lnTo>
                  <a:pt x="9465" y="7336"/>
                </a:lnTo>
                <a:lnTo>
                  <a:pt x="9465" y="7593"/>
                </a:lnTo>
                <a:lnTo>
                  <a:pt x="9538" y="7813"/>
                </a:lnTo>
                <a:lnTo>
                  <a:pt x="9575" y="7887"/>
                </a:lnTo>
                <a:lnTo>
                  <a:pt x="9648" y="7923"/>
                </a:lnTo>
                <a:lnTo>
                  <a:pt x="9758" y="7923"/>
                </a:lnTo>
                <a:lnTo>
                  <a:pt x="10492" y="7630"/>
                </a:lnTo>
                <a:lnTo>
                  <a:pt x="10859" y="7483"/>
                </a:lnTo>
                <a:lnTo>
                  <a:pt x="11225" y="7336"/>
                </a:lnTo>
                <a:lnTo>
                  <a:pt x="11409" y="7190"/>
                </a:lnTo>
                <a:lnTo>
                  <a:pt x="11556" y="7006"/>
                </a:lnTo>
                <a:lnTo>
                  <a:pt x="11629" y="6896"/>
                </a:lnTo>
                <a:lnTo>
                  <a:pt x="11629" y="6786"/>
                </a:lnTo>
                <a:lnTo>
                  <a:pt x="11629" y="6676"/>
                </a:lnTo>
                <a:lnTo>
                  <a:pt x="11592" y="6566"/>
                </a:lnTo>
                <a:lnTo>
                  <a:pt x="11556" y="6419"/>
                </a:lnTo>
                <a:lnTo>
                  <a:pt x="11482" y="6346"/>
                </a:lnTo>
                <a:lnTo>
                  <a:pt x="11372" y="6273"/>
                </a:lnTo>
                <a:close/>
                <a:moveTo>
                  <a:pt x="10198" y="2861"/>
                </a:moveTo>
                <a:lnTo>
                  <a:pt x="10235" y="3228"/>
                </a:lnTo>
                <a:lnTo>
                  <a:pt x="10345" y="3595"/>
                </a:lnTo>
                <a:lnTo>
                  <a:pt x="10565" y="4292"/>
                </a:lnTo>
                <a:lnTo>
                  <a:pt x="10822" y="5062"/>
                </a:lnTo>
                <a:lnTo>
                  <a:pt x="10895" y="5282"/>
                </a:lnTo>
                <a:lnTo>
                  <a:pt x="9025" y="6052"/>
                </a:lnTo>
                <a:lnTo>
                  <a:pt x="7154" y="6786"/>
                </a:lnTo>
                <a:lnTo>
                  <a:pt x="5173" y="7593"/>
                </a:lnTo>
                <a:lnTo>
                  <a:pt x="4146" y="7997"/>
                </a:lnTo>
                <a:lnTo>
                  <a:pt x="3816" y="8143"/>
                </a:lnTo>
                <a:lnTo>
                  <a:pt x="3486" y="8290"/>
                </a:lnTo>
                <a:lnTo>
                  <a:pt x="3266" y="7887"/>
                </a:lnTo>
                <a:lnTo>
                  <a:pt x="3045" y="7446"/>
                </a:lnTo>
                <a:lnTo>
                  <a:pt x="2679" y="6566"/>
                </a:lnTo>
                <a:lnTo>
                  <a:pt x="2532" y="6162"/>
                </a:lnTo>
                <a:lnTo>
                  <a:pt x="2385" y="5869"/>
                </a:lnTo>
                <a:lnTo>
                  <a:pt x="2238" y="5612"/>
                </a:lnTo>
                <a:lnTo>
                  <a:pt x="2715" y="5539"/>
                </a:lnTo>
                <a:lnTo>
                  <a:pt x="3192" y="5429"/>
                </a:lnTo>
                <a:lnTo>
                  <a:pt x="3669" y="5282"/>
                </a:lnTo>
                <a:lnTo>
                  <a:pt x="4146" y="5099"/>
                </a:lnTo>
                <a:lnTo>
                  <a:pt x="5210" y="4659"/>
                </a:lnTo>
                <a:lnTo>
                  <a:pt x="6273" y="4218"/>
                </a:lnTo>
                <a:lnTo>
                  <a:pt x="6824" y="4035"/>
                </a:lnTo>
                <a:lnTo>
                  <a:pt x="7374" y="3852"/>
                </a:lnTo>
                <a:lnTo>
                  <a:pt x="8474" y="3558"/>
                </a:lnTo>
                <a:lnTo>
                  <a:pt x="9025" y="3411"/>
                </a:lnTo>
                <a:lnTo>
                  <a:pt x="9538" y="3191"/>
                </a:lnTo>
                <a:lnTo>
                  <a:pt x="9868" y="3081"/>
                </a:lnTo>
                <a:lnTo>
                  <a:pt x="10015" y="2971"/>
                </a:lnTo>
                <a:lnTo>
                  <a:pt x="10198" y="2861"/>
                </a:lnTo>
                <a:close/>
                <a:moveTo>
                  <a:pt x="8658" y="7740"/>
                </a:moveTo>
                <a:lnTo>
                  <a:pt x="8694" y="7923"/>
                </a:lnTo>
                <a:lnTo>
                  <a:pt x="8071" y="8253"/>
                </a:lnTo>
                <a:lnTo>
                  <a:pt x="7704" y="8437"/>
                </a:lnTo>
                <a:lnTo>
                  <a:pt x="7594" y="8437"/>
                </a:lnTo>
                <a:lnTo>
                  <a:pt x="7557" y="8363"/>
                </a:lnTo>
                <a:lnTo>
                  <a:pt x="7557" y="8180"/>
                </a:lnTo>
                <a:lnTo>
                  <a:pt x="8658" y="7740"/>
                </a:lnTo>
                <a:close/>
                <a:moveTo>
                  <a:pt x="10198" y="2384"/>
                </a:moveTo>
                <a:lnTo>
                  <a:pt x="9978" y="2458"/>
                </a:lnTo>
                <a:lnTo>
                  <a:pt x="9795" y="2568"/>
                </a:lnTo>
                <a:lnTo>
                  <a:pt x="9391" y="2788"/>
                </a:lnTo>
                <a:lnTo>
                  <a:pt x="8841" y="2971"/>
                </a:lnTo>
                <a:lnTo>
                  <a:pt x="8328" y="3155"/>
                </a:lnTo>
                <a:lnTo>
                  <a:pt x="7264" y="3411"/>
                </a:lnTo>
                <a:lnTo>
                  <a:pt x="6750" y="3558"/>
                </a:lnTo>
                <a:lnTo>
                  <a:pt x="6237" y="3742"/>
                </a:lnTo>
                <a:lnTo>
                  <a:pt x="5210" y="4145"/>
                </a:lnTo>
                <a:lnTo>
                  <a:pt x="4219" y="4585"/>
                </a:lnTo>
                <a:lnTo>
                  <a:pt x="3669" y="4805"/>
                </a:lnTo>
                <a:lnTo>
                  <a:pt x="3119" y="4989"/>
                </a:lnTo>
                <a:lnTo>
                  <a:pt x="2018" y="5319"/>
                </a:lnTo>
                <a:lnTo>
                  <a:pt x="1945" y="5355"/>
                </a:lnTo>
                <a:lnTo>
                  <a:pt x="1908" y="5392"/>
                </a:lnTo>
                <a:lnTo>
                  <a:pt x="1908" y="5466"/>
                </a:lnTo>
                <a:lnTo>
                  <a:pt x="1945" y="5539"/>
                </a:lnTo>
                <a:lnTo>
                  <a:pt x="1982" y="5576"/>
                </a:lnTo>
                <a:lnTo>
                  <a:pt x="1945" y="5686"/>
                </a:lnTo>
                <a:lnTo>
                  <a:pt x="1945" y="5759"/>
                </a:lnTo>
                <a:lnTo>
                  <a:pt x="2018" y="5979"/>
                </a:lnTo>
                <a:lnTo>
                  <a:pt x="2165" y="6456"/>
                </a:lnTo>
                <a:lnTo>
                  <a:pt x="2385" y="6933"/>
                </a:lnTo>
                <a:lnTo>
                  <a:pt x="2752" y="7850"/>
                </a:lnTo>
                <a:lnTo>
                  <a:pt x="2972" y="8290"/>
                </a:lnTo>
                <a:lnTo>
                  <a:pt x="3192" y="8694"/>
                </a:lnTo>
                <a:lnTo>
                  <a:pt x="3266" y="8767"/>
                </a:lnTo>
                <a:lnTo>
                  <a:pt x="3302" y="8804"/>
                </a:lnTo>
                <a:lnTo>
                  <a:pt x="3412" y="8804"/>
                </a:lnTo>
                <a:lnTo>
                  <a:pt x="3522" y="8730"/>
                </a:lnTo>
                <a:lnTo>
                  <a:pt x="3596" y="8620"/>
                </a:lnTo>
                <a:lnTo>
                  <a:pt x="3999" y="8510"/>
                </a:lnTo>
                <a:lnTo>
                  <a:pt x="4403" y="8363"/>
                </a:lnTo>
                <a:lnTo>
                  <a:pt x="5173" y="8033"/>
                </a:lnTo>
                <a:lnTo>
                  <a:pt x="7300" y="7190"/>
                </a:lnTo>
                <a:lnTo>
                  <a:pt x="9281" y="6419"/>
                </a:lnTo>
                <a:lnTo>
                  <a:pt x="10235" y="6052"/>
                </a:lnTo>
                <a:lnTo>
                  <a:pt x="10712" y="5832"/>
                </a:lnTo>
                <a:lnTo>
                  <a:pt x="11152" y="5612"/>
                </a:lnTo>
                <a:lnTo>
                  <a:pt x="11262" y="5612"/>
                </a:lnTo>
                <a:lnTo>
                  <a:pt x="11335" y="5539"/>
                </a:lnTo>
                <a:lnTo>
                  <a:pt x="11372" y="5392"/>
                </a:lnTo>
                <a:lnTo>
                  <a:pt x="11372" y="5282"/>
                </a:lnTo>
                <a:lnTo>
                  <a:pt x="11299" y="5025"/>
                </a:lnTo>
                <a:lnTo>
                  <a:pt x="11042" y="4255"/>
                </a:lnTo>
                <a:lnTo>
                  <a:pt x="10785" y="3485"/>
                </a:lnTo>
                <a:lnTo>
                  <a:pt x="10639" y="3118"/>
                </a:lnTo>
                <a:lnTo>
                  <a:pt x="10455" y="2751"/>
                </a:lnTo>
                <a:lnTo>
                  <a:pt x="10418" y="2714"/>
                </a:lnTo>
                <a:lnTo>
                  <a:pt x="10345" y="2678"/>
                </a:lnTo>
                <a:lnTo>
                  <a:pt x="10382" y="2568"/>
                </a:lnTo>
                <a:lnTo>
                  <a:pt x="10382" y="2494"/>
                </a:lnTo>
                <a:lnTo>
                  <a:pt x="10308" y="2421"/>
                </a:lnTo>
                <a:lnTo>
                  <a:pt x="10198" y="2384"/>
                </a:lnTo>
                <a:close/>
                <a:moveTo>
                  <a:pt x="8694" y="7263"/>
                </a:moveTo>
                <a:lnTo>
                  <a:pt x="7337" y="7813"/>
                </a:lnTo>
                <a:lnTo>
                  <a:pt x="7264" y="7850"/>
                </a:lnTo>
                <a:lnTo>
                  <a:pt x="7227" y="7923"/>
                </a:lnTo>
                <a:lnTo>
                  <a:pt x="7190" y="7997"/>
                </a:lnTo>
                <a:lnTo>
                  <a:pt x="7227" y="8070"/>
                </a:lnTo>
                <a:lnTo>
                  <a:pt x="7190" y="8143"/>
                </a:lnTo>
                <a:lnTo>
                  <a:pt x="7154" y="8363"/>
                </a:lnTo>
                <a:lnTo>
                  <a:pt x="7190" y="8620"/>
                </a:lnTo>
                <a:lnTo>
                  <a:pt x="7227" y="8730"/>
                </a:lnTo>
                <a:lnTo>
                  <a:pt x="7300" y="8840"/>
                </a:lnTo>
                <a:lnTo>
                  <a:pt x="7411" y="8877"/>
                </a:lnTo>
                <a:lnTo>
                  <a:pt x="7557" y="8877"/>
                </a:lnTo>
                <a:lnTo>
                  <a:pt x="7704" y="8840"/>
                </a:lnTo>
                <a:lnTo>
                  <a:pt x="7887" y="8804"/>
                </a:lnTo>
                <a:lnTo>
                  <a:pt x="8218" y="8620"/>
                </a:lnTo>
                <a:lnTo>
                  <a:pt x="9061" y="8217"/>
                </a:lnTo>
                <a:lnTo>
                  <a:pt x="9098" y="8180"/>
                </a:lnTo>
                <a:lnTo>
                  <a:pt x="9171" y="8107"/>
                </a:lnTo>
                <a:lnTo>
                  <a:pt x="9171" y="8033"/>
                </a:lnTo>
                <a:lnTo>
                  <a:pt x="9171" y="7960"/>
                </a:lnTo>
                <a:lnTo>
                  <a:pt x="8951" y="7410"/>
                </a:lnTo>
                <a:lnTo>
                  <a:pt x="8914" y="7336"/>
                </a:lnTo>
                <a:lnTo>
                  <a:pt x="8841" y="7300"/>
                </a:lnTo>
                <a:lnTo>
                  <a:pt x="8768" y="7263"/>
                </a:lnTo>
                <a:close/>
                <a:moveTo>
                  <a:pt x="11702" y="8327"/>
                </a:moveTo>
                <a:lnTo>
                  <a:pt x="11886" y="8694"/>
                </a:lnTo>
                <a:lnTo>
                  <a:pt x="12106" y="9060"/>
                </a:lnTo>
                <a:lnTo>
                  <a:pt x="11702" y="9244"/>
                </a:lnTo>
                <a:lnTo>
                  <a:pt x="11335" y="9390"/>
                </a:lnTo>
                <a:lnTo>
                  <a:pt x="10932" y="9500"/>
                </a:lnTo>
                <a:lnTo>
                  <a:pt x="10528" y="9611"/>
                </a:lnTo>
                <a:lnTo>
                  <a:pt x="10382" y="9244"/>
                </a:lnTo>
                <a:lnTo>
                  <a:pt x="10198" y="8877"/>
                </a:lnTo>
                <a:lnTo>
                  <a:pt x="10162" y="8840"/>
                </a:lnTo>
                <a:lnTo>
                  <a:pt x="10565" y="8730"/>
                </a:lnTo>
                <a:lnTo>
                  <a:pt x="10932" y="8620"/>
                </a:lnTo>
                <a:lnTo>
                  <a:pt x="11702" y="8327"/>
                </a:lnTo>
                <a:close/>
                <a:moveTo>
                  <a:pt x="11776" y="7887"/>
                </a:moveTo>
                <a:lnTo>
                  <a:pt x="11299" y="8070"/>
                </a:lnTo>
                <a:lnTo>
                  <a:pt x="10822" y="8217"/>
                </a:lnTo>
                <a:lnTo>
                  <a:pt x="9868" y="8510"/>
                </a:lnTo>
                <a:lnTo>
                  <a:pt x="9832" y="8510"/>
                </a:lnTo>
                <a:lnTo>
                  <a:pt x="9795" y="8583"/>
                </a:lnTo>
                <a:lnTo>
                  <a:pt x="9758" y="8694"/>
                </a:lnTo>
                <a:lnTo>
                  <a:pt x="9832" y="8804"/>
                </a:lnTo>
                <a:lnTo>
                  <a:pt x="9868" y="8840"/>
                </a:lnTo>
                <a:lnTo>
                  <a:pt x="9942" y="8877"/>
                </a:lnTo>
                <a:lnTo>
                  <a:pt x="9905" y="8950"/>
                </a:lnTo>
                <a:lnTo>
                  <a:pt x="9905" y="9024"/>
                </a:lnTo>
                <a:lnTo>
                  <a:pt x="10088" y="9427"/>
                </a:lnTo>
                <a:lnTo>
                  <a:pt x="10198" y="9867"/>
                </a:lnTo>
                <a:lnTo>
                  <a:pt x="10235" y="9941"/>
                </a:lnTo>
                <a:lnTo>
                  <a:pt x="10272" y="9977"/>
                </a:lnTo>
                <a:lnTo>
                  <a:pt x="10308" y="10014"/>
                </a:lnTo>
                <a:lnTo>
                  <a:pt x="10382" y="10051"/>
                </a:lnTo>
                <a:lnTo>
                  <a:pt x="10932" y="9904"/>
                </a:lnTo>
                <a:lnTo>
                  <a:pt x="11446" y="9757"/>
                </a:lnTo>
                <a:lnTo>
                  <a:pt x="11959" y="9574"/>
                </a:lnTo>
                <a:lnTo>
                  <a:pt x="12436" y="9317"/>
                </a:lnTo>
                <a:lnTo>
                  <a:pt x="12509" y="9280"/>
                </a:lnTo>
                <a:lnTo>
                  <a:pt x="12583" y="9207"/>
                </a:lnTo>
                <a:lnTo>
                  <a:pt x="12583" y="9097"/>
                </a:lnTo>
                <a:lnTo>
                  <a:pt x="12546" y="9024"/>
                </a:lnTo>
                <a:lnTo>
                  <a:pt x="12253" y="8547"/>
                </a:lnTo>
                <a:lnTo>
                  <a:pt x="11996" y="7997"/>
                </a:lnTo>
                <a:lnTo>
                  <a:pt x="11959" y="7923"/>
                </a:lnTo>
                <a:lnTo>
                  <a:pt x="11922" y="7887"/>
                </a:lnTo>
                <a:close/>
                <a:moveTo>
                  <a:pt x="8914" y="9354"/>
                </a:moveTo>
                <a:lnTo>
                  <a:pt x="9061" y="9757"/>
                </a:lnTo>
                <a:lnTo>
                  <a:pt x="9281" y="10161"/>
                </a:lnTo>
                <a:lnTo>
                  <a:pt x="8658" y="10491"/>
                </a:lnTo>
                <a:lnTo>
                  <a:pt x="7961" y="10784"/>
                </a:lnTo>
                <a:lnTo>
                  <a:pt x="7814" y="10858"/>
                </a:lnTo>
                <a:lnTo>
                  <a:pt x="7741" y="10858"/>
                </a:lnTo>
                <a:lnTo>
                  <a:pt x="7704" y="10821"/>
                </a:lnTo>
                <a:lnTo>
                  <a:pt x="7631" y="10674"/>
                </a:lnTo>
                <a:lnTo>
                  <a:pt x="7594" y="10491"/>
                </a:lnTo>
                <a:lnTo>
                  <a:pt x="7521" y="10161"/>
                </a:lnTo>
                <a:lnTo>
                  <a:pt x="7374" y="9867"/>
                </a:lnTo>
                <a:lnTo>
                  <a:pt x="8914" y="9354"/>
                </a:lnTo>
                <a:close/>
                <a:moveTo>
                  <a:pt x="8951" y="8950"/>
                </a:moveTo>
                <a:lnTo>
                  <a:pt x="7154" y="9537"/>
                </a:lnTo>
                <a:lnTo>
                  <a:pt x="7117" y="9574"/>
                </a:lnTo>
                <a:lnTo>
                  <a:pt x="7080" y="9611"/>
                </a:lnTo>
                <a:lnTo>
                  <a:pt x="7044" y="9721"/>
                </a:lnTo>
                <a:lnTo>
                  <a:pt x="7080" y="9831"/>
                </a:lnTo>
                <a:lnTo>
                  <a:pt x="7190" y="9904"/>
                </a:lnTo>
                <a:lnTo>
                  <a:pt x="7190" y="10124"/>
                </a:lnTo>
                <a:lnTo>
                  <a:pt x="7227" y="10381"/>
                </a:lnTo>
                <a:lnTo>
                  <a:pt x="7374" y="10858"/>
                </a:lnTo>
                <a:lnTo>
                  <a:pt x="7411" y="11004"/>
                </a:lnTo>
                <a:lnTo>
                  <a:pt x="7521" y="11114"/>
                </a:lnTo>
                <a:lnTo>
                  <a:pt x="7631" y="11188"/>
                </a:lnTo>
                <a:lnTo>
                  <a:pt x="7777" y="11225"/>
                </a:lnTo>
                <a:lnTo>
                  <a:pt x="8034" y="11151"/>
                </a:lnTo>
                <a:lnTo>
                  <a:pt x="8291" y="11078"/>
                </a:lnTo>
                <a:lnTo>
                  <a:pt x="8768" y="10858"/>
                </a:lnTo>
                <a:lnTo>
                  <a:pt x="9245" y="10601"/>
                </a:lnTo>
                <a:lnTo>
                  <a:pt x="9685" y="10344"/>
                </a:lnTo>
                <a:lnTo>
                  <a:pt x="9721" y="10271"/>
                </a:lnTo>
                <a:lnTo>
                  <a:pt x="9758" y="10197"/>
                </a:lnTo>
                <a:lnTo>
                  <a:pt x="9758" y="10161"/>
                </a:lnTo>
                <a:lnTo>
                  <a:pt x="9721" y="10087"/>
                </a:lnTo>
                <a:lnTo>
                  <a:pt x="9538" y="9867"/>
                </a:lnTo>
                <a:lnTo>
                  <a:pt x="9391" y="9611"/>
                </a:lnTo>
                <a:lnTo>
                  <a:pt x="9281" y="9354"/>
                </a:lnTo>
                <a:lnTo>
                  <a:pt x="9208" y="9060"/>
                </a:lnTo>
                <a:lnTo>
                  <a:pt x="9171" y="8987"/>
                </a:lnTo>
                <a:lnTo>
                  <a:pt x="9098" y="8950"/>
                </a:lnTo>
                <a:close/>
                <a:moveTo>
                  <a:pt x="12473" y="10344"/>
                </a:moveTo>
                <a:lnTo>
                  <a:pt x="12619" y="10711"/>
                </a:lnTo>
                <a:lnTo>
                  <a:pt x="11959" y="11078"/>
                </a:lnTo>
                <a:lnTo>
                  <a:pt x="11299" y="11445"/>
                </a:lnTo>
                <a:lnTo>
                  <a:pt x="11152" y="10894"/>
                </a:lnTo>
                <a:lnTo>
                  <a:pt x="11189" y="10858"/>
                </a:lnTo>
                <a:lnTo>
                  <a:pt x="11189" y="10784"/>
                </a:lnTo>
                <a:lnTo>
                  <a:pt x="11482" y="10674"/>
                </a:lnTo>
                <a:lnTo>
                  <a:pt x="11776" y="10601"/>
                </a:lnTo>
                <a:lnTo>
                  <a:pt x="12473" y="10344"/>
                </a:lnTo>
                <a:close/>
                <a:moveTo>
                  <a:pt x="6273" y="10418"/>
                </a:moveTo>
                <a:lnTo>
                  <a:pt x="6347" y="10454"/>
                </a:lnTo>
                <a:lnTo>
                  <a:pt x="6420" y="10564"/>
                </a:lnTo>
                <a:lnTo>
                  <a:pt x="6567" y="10894"/>
                </a:lnTo>
                <a:lnTo>
                  <a:pt x="5797" y="11261"/>
                </a:lnTo>
                <a:lnTo>
                  <a:pt x="5100" y="11738"/>
                </a:lnTo>
                <a:lnTo>
                  <a:pt x="4953" y="11298"/>
                </a:lnTo>
                <a:lnTo>
                  <a:pt x="4843" y="11078"/>
                </a:lnTo>
                <a:lnTo>
                  <a:pt x="4733" y="10894"/>
                </a:lnTo>
                <a:lnTo>
                  <a:pt x="5613" y="10601"/>
                </a:lnTo>
                <a:lnTo>
                  <a:pt x="5943" y="10491"/>
                </a:lnTo>
                <a:lnTo>
                  <a:pt x="6237" y="10418"/>
                </a:lnTo>
                <a:close/>
                <a:moveTo>
                  <a:pt x="12583" y="9867"/>
                </a:moveTo>
                <a:lnTo>
                  <a:pt x="12509" y="9904"/>
                </a:lnTo>
                <a:lnTo>
                  <a:pt x="11519" y="10271"/>
                </a:lnTo>
                <a:lnTo>
                  <a:pt x="11115" y="10381"/>
                </a:lnTo>
                <a:lnTo>
                  <a:pt x="10932" y="10491"/>
                </a:lnTo>
                <a:lnTo>
                  <a:pt x="10859" y="10564"/>
                </a:lnTo>
                <a:lnTo>
                  <a:pt x="10785" y="10638"/>
                </a:lnTo>
                <a:lnTo>
                  <a:pt x="10785" y="10748"/>
                </a:lnTo>
                <a:lnTo>
                  <a:pt x="10822" y="10821"/>
                </a:lnTo>
                <a:lnTo>
                  <a:pt x="10859" y="10858"/>
                </a:lnTo>
                <a:lnTo>
                  <a:pt x="10859" y="10894"/>
                </a:lnTo>
                <a:lnTo>
                  <a:pt x="10895" y="11335"/>
                </a:lnTo>
                <a:lnTo>
                  <a:pt x="11005" y="11738"/>
                </a:lnTo>
                <a:lnTo>
                  <a:pt x="11005" y="11848"/>
                </a:lnTo>
                <a:lnTo>
                  <a:pt x="11079" y="11885"/>
                </a:lnTo>
                <a:lnTo>
                  <a:pt x="11152" y="11921"/>
                </a:lnTo>
                <a:lnTo>
                  <a:pt x="11225" y="11921"/>
                </a:lnTo>
                <a:lnTo>
                  <a:pt x="12142" y="11445"/>
                </a:lnTo>
                <a:lnTo>
                  <a:pt x="12986" y="10931"/>
                </a:lnTo>
                <a:lnTo>
                  <a:pt x="13060" y="10858"/>
                </a:lnTo>
                <a:lnTo>
                  <a:pt x="13096" y="10784"/>
                </a:lnTo>
                <a:lnTo>
                  <a:pt x="13096" y="10711"/>
                </a:lnTo>
                <a:lnTo>
                  <a:pt x="13060" y="10638"/>
                </a:lnTo>
                <a:lnTo>
                  <a:pt x="12876" y="10344"/>
                </a:lnTo>
                <a:lnTo>
                  <a:pt x="12766" y="10014"/>
                </a:lnTo>
                <a:lnTo>
                  <a:pt x="12729" y="9941"/>
                </a:lnTo>
                <a:lnTo>
                  <a:pt x="12656" y="9904"/>
                </a:lnTo>
                <a:lnTo>
                  <a:pt x="12583" y="9867"/>
                </a:lnTo>
                <a:close/>
                <a:moveTo>
                  <a:pt x="6200" y="9977"/>
                </a:moveTo>
                <a:lnTo>
                  <a:pt x="5980" y="10014"/>
                </a:lnTo>
                <a:lnTo>
                  <a:pt x="5760" y="10087"/>
                </a:lnTo>
                <a:lnTo>
                  <a:pt x="5356" y="10234"/>
                </a:lnTo>
                <a:lnTo>
                  <a:pt x="4843" y="10381"/>
                </a:lnTo>
                <a:lnTo>
                  <a:pt x="4329" y="10564"/>
                </a:lnTo>
                <a:lnTo>
                  <a:pt x="4293" y="10601"/>
                </a:lnTo>
                <a:lnTo>
                  <a:pt x="4256" y="10638"/>
                </a:lnTo>
                <a:lnTo>
                  <a:pt x="4219" y="10784"/>
                </a:lnTo>
                <a:lnTo>
                  <a:pt x="4256" y="10894"/>
                </a:lnTo>
                <a:lnTo>
                  <a:pt x="4293" y="10931"/>
                </a:lnTo>
                <a:lnTo>
                  <a:pt x="4366" y="10968"/>
                </a:lnTo>
                <a:lnTo>
                  <a:pt x="4513" y="11298"/>
                </a:lnTo>
                <a:lnTo>
                  <a:pt x="4659" y="11701"/>
                </a:lnTo>
                <a:lnTo>
                  <a:pt x="4769" y="12142"/>
                </a:lnTo>
                <a:lnTo>
                  <a:pt x="4843" y="12215"/>
                </a:lnTo>
                <a:lnTo>
                  <a:pt x="4916" y="12252"/>
                </a:lnTo>
                <a:lnTo>
                  <a:pt x="4990" y="12252"/>
                </a:lnTo>
                <a:lnTo>
                  <a:pt x="5100" y="12215"/>
                </a:lnTo>
                <a:lnTo>
                  <a:pt x="5540" y="11921"/>
                </a:lnTo>
                <a:lnTo>
                  <a:pt x="5980" y="11665"/>
                </a:lnTo>
                <a:lnTo>
                  <a:pt x="6420" y="11445"/>
                </a:lnTo>
                <a:lnTo>
                  <a:pt x="6934" y="11225"/>
                </a:lnTo>
                <a:lnTo>
                  <a:pt x="6970" y="11188"/>
                </a:lnTo>
                <a:lnTo>
                  <a:pt x="7044" y="11114"/>
                </a:lnTo>
                <a:lnTo>
                  <a:pt x="7044" y="11041"/>
                </a:lnTo>
                <a:lnTo>
                  <a:pt x="7044" y="10931"/>
                </a:lnTo>
                <a:lnTo>
                  <a:pt x="6897" y="10601"/>
                </a:lnTo>
                <a:lnTo>
                  <a:pt x="6750" y="10307"/>
                </a:lnTo>
                <a:lnTo>
                  <a:pt x="6677" y="10161"/>
                </a:lnTo>
                <a:lnTo>
                  <a:pt x="6530" y="10051"/>
                </a:lnTo>
                <a:lnTo>
                  <a:pt x="6383" y="10014"/>
                </a:lnTo>
                <a:lnTo>
                  <a:pt x="6200" y="9977"/>
                </a:lnTo>
                <a:close/>
                <a:moveTo>
                  <a:pt x="9832" y="11371"/>
                </a:moveTo>
                <a:lnTo>
                  <a:pt x="10125" y="11921"/>
                </a:lnTo>
                <a:lnTo>
                  <a:pt x="9721" y="12142"/>
                </a:lnTo>
                <a:lnTo>
                  <a:pt x="9318" y="12288"/>
                </a:lnTo>
                <a:lnTo>
                  <a:pt x="8914" y="12435"/>
                </a:lnTo>
                <a:lnTo>
                  <a:pt x="8511" y="12545"/>
                </a:lnTo>
                <a:lnTo>
                  <a:pt x="8328" y="12032"/>
                </a:lnTo>
                <a:lnTo>
                  <a:pt x="8694" y="11921"/>
                </a:lnTo>
                <a:lnTo>
                  <a:pt x="9098" y="11738"/>
                </a:lnTo>
                <a:lnTo>
                  <a:pt x="9832" y="11371"/>
                </a:lnTo>
                <a:close/>
                <a:moveTo>
                  <a:pt x="9868" y="10894"/>
                </a:moveTo>
                <a:lnTo>
                  <a:pt x="8951" y="11298"/>
                </a:lnTo>
                <a:lnTo>
                  <a:pt x="8474" y="11481"/>
                </a:lnTo>
                <a:lnTo>
                  <a:pt x="8071" y="11738"/>
                </a:lnTo>
                <a:lnTo>
                  <a:pt x="7997" y="11738"/>
                </a:lnTo>
                <a:lnTo>
                  <a:pt x="7924" y="11775"/>
                </a:lnTo>
                <a:lnTo>
                  <a:pt x="7887" y="11885"/>
                </a:lnTo>
                <a:lnTo>
                  <a:pt x="7887" y="11958"/>
                </a:lnTo>
                <a:lnTo>
                  <a:pt x="8034" y="12398"/>
                </a:lnTo>
                <a:lnTo>
                  <a:pt x="8181" y="12839"/>
                </a:lnTo>
                <a:lnTo>
                  <a:pt x="8254" y="12949"/>
                </a:lnTo>
                <a:lnTo>
                  <a:pt x="8328" y="12985"/>
                </a:lnTo>
                <a:lnTo>
                  <a:pt x="8364" y="12985"/>
                </a:lnTo>
                <a:lnTo>
                  <a:pt x="8951" y="12839"/>
                </a:lnTo>
                <a:lnTo>
                  <a:pt x="9465" y="12655"/>
                </a:lnTo>
                <a:lnTo>
                  <a:pt x="10015" y="12472"/>
                </a:lnTo>
                <a:lnTo>
                  <a:pt x="10528" y="12215"/>
                </a:lnTo>
                <a:lnTo>
                  <a:pt x="10565" y="12142"/>
                </a:lnTo>
                <a:lnTo>
                  <a:pt x="10602" y="12105"/>
                </a:lnTo>
                <a:lnTo>
                  <a:pt x="10602" y="12032"/>
                </a:lnTo>
                <a:lnTo>
                  <a:pt x="10602" y="11958"/>
                </a:lnTo>
                <a:lnTo>
                  <a:pt x="10125" y="11041"/>
                </a:lnTo>
                <a:lnTo>
                  <a:pt x="10088" y="10968"/>
                </a:lnTo>
                <a:lnTo>
                  <a:pt x="10015" y="10894"/>
                </a:lnTo>
                <a:close/>
                <a:moveTo>
                  <a:pt x="13133" y="12288"/>
                </a:moveTo>
                <a:lnTo>
                  <a:pt x="13243" y="12325"/>
                </a:lnTo>
                <a:lnTo>
                  <a:pt x="13353" y="12472"/>
                </a:lnTo>
                <a:lnTo>
                  <a:pt x="13610" y="12985"/>
                </a:lnTo>
                <a:lnTo>
                  <a:pt x="12839" y="13242"/>
                </a:lnTo>
                <a:lnTo>
                  <a:pt x="12106" y="13572"/>
                </a:lnTo>
                <a:lnTo>
                  <a:pt x="11996" y="13352"/>
                </a:lnTo>
                <a:lnTo>
                  <a:pt x="11886" y="13132"/>
                </a:lnTo>
                <a:lnTo>
                  <a:pt x="11739" y="12692"/>
                </a:lnTo>
                <a:lnTo>
                  <a:pt x="12032" y="12618"/>
                </a:lnTo>
                <a:lnTo>
                  <a:pt x="12289" y="12545"/>
                </a:lnTo>
                <a:lnTo>
                  <a:pt x="12839" y="12362"/>
                </a:lnTo>
                <a:lnTo>
                  <a:pt x="13023" y="12288"/>
                </a:lnTo>
                <a:close/>
                <a:moveTo>
                  <a:pt x="7044" y="12325"/>
                </a:moveTo>
                <a:lnTo>
                  <a:pt x="7337" y="13022"/>
                </a:lnTo>
                <a:lnTo>
                  <a:pt x="5833" y="13792"/>
                </a:lnTo>
                <a:lnTo>
                  <a:pt x="5613" y="13132"/>
                </a:lnTo>
                <a:lnTo>
                  <a:pt x="5943" y="12875"/>
                </a:lnTo>
                <a:lnTo>
                  <a:pt x="6273" y="12655"/>
                </a:lnTo>
                <a:lnTo>
                  <a:pt x="6677" y="12472"/>
                </a:lnTo>
                <a:lnTo>
                  <a:pt x="7044" y="12325"/>
                </a:lnTo>
                <a:close/>
                <a:moveTo>
                  <a:pt x="13060" y="11885"/>
                </a:moveTo>
                <a:lnTo>
                  <a:pt x="12839" y="11921"/>
                </a:lnTo>
                <a:lnTo>
                  <a:pt x="12473" y="12068"/>
                </a:lnTo>
                <a:lnTo>
                  <a:pt x="11922" y="12215"/>
                </a:lnTo>
                <a:lnTo>
                  <a:pt x="11666" y="12288"/>
                </a:lnTo>
                <a:lnTo>
                  <a:pt x="11446" y="12398"/>
                </a:lnTo>
                <a:lnTo>
                  <a:pt x="11372" y="12435"/>
                </a:lnTo>
                <a:lnTo>
                  <a:pt x="11372" y="12472"/>
                </a:lnTo>
                <a:lnTo>
                  <a:pt x="11372" y="12582"/>
                </a:lnTo>
                <a:lnTo>
                  <a:pt x="11446" y="12655"/>
                </a:lnTo>
                <a:lnTo>
                  <a:pt x="11519" y="12692"/>
                </a:lnTo>
                <a:lnTo>
                  <a:pt x="11482" y="12839"/>
                </a:lnTo>
                <a:lnTo>
                  <a:pt x="11482" y="13022"/>
                </a:lnTo>
                <a:lnTo>
                  <a:pt x="11519" y="13169"/>
                </a:lnTo>
                <a:lnTo>
                  <a:pt x="11556" y="13315"/>
                </a:lnTo>
                <a:lnTo>
                  <a:pt x="11702" y="13646"/>
                </a:lnTo>
                <a:lnTo>
                  <a:pt x="11886" y="13902"/>
                </a:lnTo>
                <a:lnTo>
                  <a:pt x="11996" y="13976"/>
                </a:lnTo>
                <a:lnTo>
                  <a:pt x="12106" y="13976"/>
                </a:lnTo>
                <a:lnTo>
                  <a:pt x="13023" y="13609"/>
                </a:lnTo>
                <a:lnTo>
                  <a:pt x="13940" y="13279"/>
                </a:lnTo>
                <a:lnTo>
                  <a:pt x="14013" y="13205"/>
                </a:lnTo>
                <a:lnTo>
                  <a:pt x="14050" y="13169"/>
                </a:lnTo>
                <a:lnTo>
                  <a:pt x="14087" y="13095"/>
                </a:lnTo>
                <a:lnTo>
                  <a:pt x="14050" y="13022"/>
                </a:lnTo>
                <a:lnTo>
                  <a:pt x="13646" y="12142"/>
                </a:lnTo>
                <a:lnTo>
                  <a:pt x="13573" y="12032"/>
                </a:lnTo>
                <a:lnTo>
                  <a:pt x="13463" y="11958"/>
                </a:lnTo>
                <a:lnTo>
                  <a:pt x="13353" y="11885"/>
                </a:lnTo>
                <a:close/>
                <a:moveTo>
                  <a:pt x="7190" y="11848"/>
                </a:moveTo>
                <a:lnTo>
                  <a:pt x="7117" y="11885"/>
                </a:lnTo>
                <a:lnTo>
                  <a:pt x="6640" y="12032"/>
                </a:lnTo>
                <a:lnTo>
                  <a:pt x="6163" y="12215"/>
                </a:lnTo>
                <a:lnTo>
                  <a:pt x="5723" y="12508"/>
                </a:lnTo>
                <a:lnTo>
                  <a:pt x="5320" y="12802"/>
                </a:lnTo>
                <a:lnTo>
                  <a:pt x="5246" y="12839"/>
                </a:lnTo>
                <a:lnTo>
                  <a:pt x="5210" y="12875"/>
                </a:lnTo>
                <a:lnTo>
                  <a:pt x="5173" y="12912"/>
                </a:lnTo>
                <a:lnTo>
                  <a:pt x="5173" y="12985"/>
                </a:lnTo>
                <a:lnTo>
                  <a:pt x="5246" y="13279"/>
                </a:lnTo>
                <a:lnTo>
                  <a:pt x="5320" y="13572"/>
                </a:lnTo>
                <a:lnTo>
                  <a:pt x="5540" y="14159"/>
                </a:lnTo>
                <a:lnTo>
                  <a:pt x="5576" y="14196"/>
                </a:lnTo>
                <a:lnTo>
                  <a:pt x="5650" y="14269"/>
                </a:lnTo>
                <a:lnTo>
                  <a:pt x="5797" y="14269"/>
                </a:lnTo>
                <a:lnTo>
                  <a:pt x="7667" y="13315"/>
                </a:lnTo>
                <a:lnTo>
                  <a:pt x="7741" y="13279"/>
                </a:lnTo>
                <a:lnTo>
                  <a:pt x="7777" y="13205"/>
                </a:lnTo>
                <a:lnTo>
                  <a:pt x="7814" y="13132"/>
                </a:lnTo>
                <a:lnTo>
                  <a:pt x="7777" y="13059"/>
                </a:lnTo>
                <a:lnTo>
                  <a:pt x="7374" y="11995"/>
                </a:lnTo>
                <a:lnTo>
                  <a:pt x="7337" y="11921"/>
                </a:lnTo>
                <a:lnTo>
                  <a:pt x="7264" y="11885"/>
                </a:lnTo>
                <a:lnTo>
                  <a:pt x="7190" y="11848"/>
                </a:lnTo>
                <a:close/>
                <a:moveTo>
                  <a:pt x="10528" y="13279"/>
                </a:moveTo>
                <a:lnTo>
                  <a:pt x="10895" y="13976"/>
                </a:lnTo>
                <a:lnTo>
                  <a:pt x="9318" y="14599"/>
                </a:lnTo>
                <a:lnTo>
                  <a:pt x="9025" y="13902"/>
                </a:lnTo>
                <a:lnTo>
                  <a:pt x="9098" y="13829"/>
                </a:lnTo>
                <a:lnTo>
                  <a:pt x="9098" y="13792"/>
                </a:lnTo>
                <a:lnTo>
                  <a:pt x="9135" y="13756"/>
                </a:lnTo>
                <a:lnTo>
                  <a:pt x="9465" y="13609"/>
                </a:lnTo>
                <a:lnTo>
                  <a:pt x="9758" y="13535"/>
                </a:lnTo>
                <a:lnTo>
                  <a:pt x="10528" y="13279"/>
                </a:lnTo>
                <a:close/>
                <a:moveTo>
                  <a:pt x="10639" y="12839"/>
                </a:moveTo>
                <a:lnTo>
                  <a:pt x="10565" y="12875"/>
                </a:lnTo>
                <a:lnTo>
                  <a:pt x="9501" y="13242"/>
                </a:lnTo>
                <a:lnTo>
                  <a:pt x="9061" y="13352"/>
                </a:lnTo>
                <a:lnTo>
                  <a:pt x="8878" y="13462"/>
                </a:lnTo>
                <a:lnTo>
                  <a:pt x="8768" y="13499"/>
                </a:lnTo>
                <a:lnTo>
                  <a:pt x="8731" y="13572"/>
                </a:lnTo>
                <a:lnTo>
                  <a:pt x="8658" y="13682"/>
                </a:lnTo>
                <a:lnTo>
                  <a:pt x="8694" y="13829"/>
                </a:lnTo>
                <a:lnTo>
                  <a:pt x="8731" y="13866"/>
                </a:lnTo>
                <a:lnTo>
                  <a:pt x="8731" y="13902"/>
                </a:lnTo>
                <a:lnTo>
                  <a:pt x="8768" y="14159"/>
                </a:lnTo>
                <a:lnTo>
                  <a:pt x="8841" y="14416"/>
                </a:lnTo>
                <a:lnTo>
                  <a:pt x="9025" y="14893"/>
                </a:lnTo>
                <a:lnTo>
                  <a:pt x="9098" y="14929"/>
                </a:lnTo>
                <a:lnTo>
                  <a:pt x="9135" y="14966"/>
                </a:lnTo>
                <a:lnTo>
                  <a:pt x="9208" y="15003"/>
                </a:lnTo>
                <a:lnTo>
                  <a:pt x="9281" y="15003"/>
                </a:lnTo>
                <a:lnTo>
                  <a:pt x="11225" y="14269"/>
                </a:lnTo>
                <a:lnTo>
                  <a:pt x="11262" y="14232"/>
                </a:lnTo>
                <a:lnTo>
                  <a:pt x="11299" y="14159"/>
                </a:lnTo>
                <a:lnTo>
                  <a:pt x="11335" y="14086"/>
                </a:lnTo>
                <a:lnTo>
                  <a:pt x="11335" y="14012"/>
                </a:lnTo>
                <a:lnTo>
                  <a:pt x="10822" y="12985"/>
                </a:lnTo>
                <a:lnTo>
                  <a:pt x="10785" y="12912"/>
                </a:lnTo>
                <a:lnTo>
                  <a:pt x="10712" y="12875"/>
                </a:lnTo>
                <a:lnTo>
                  <a:pt x="10639" y="12839"/>
                </a:lnTo>
                <a:close/>
                <a:moveTo>
                  <a:pt x="7997" y="14342"/>
                </a:moveTo>
                <a:lnTo>
                  <a:pt x="8107" y="14489"/>
                </a:lnTo>
                <a:lnTo>
                  <a:pt x="8144" y="14599"/>
                </a:lnTo>
                <a:lnTo>
                  <a:pt x="8107" y="14746"/>
                </a:lnTo>
                <a:lnTo>
                  <a:pt x="8034" y="14893"/>
                </a:lnTo>
                <a:lnTo>
                  <a:pt x="7924" y="15003"/>
                </a:lnTo>
                <a:lnTo>
                  <a:pt x="7814" y="15149"/>
                </a:lnTo>
                <a:lnTo>
                  <a:pt x="7557" y="15296"/>
                </a:lnTo>
                <a:lnTo>
                  <a:pt x="7044" y="15516"/>
                </a:lnTo>
                <a:lnTo>
                  <a:pt x="6787" y="15590"/>
                </a:lnTo>
                <a:lnTo>
                  <a:pt x="6567" y="15736"/>
                </a:lnTo>
                <a:lnTo>
                  <a:pt x="6310" y="15113"/>
                </a:lnTo>
                <a:lnTo>
                  <a:pt x="6383" y="15076"/>
                </a:lnTo>
                <a:lnTo>
                  <a:pt x="6457" y="14966"/>
                </a:lnTo>
                <a:lnTo>
                  <a:pt x="6457" y="14929"/>
                </a:lnTo>
                <a:lnTo>
                  <a:pt x="6530" y="15003"/>
                </a:lnTo>
                <a:lnTo>
                  <a:pt x="6604" y="14966"/>
                </a:lnTo>
                <a:lnTo>
                  <a:pt x="6787" y="14929"/>
                </a:lnTo>
                <a:lnTo>
                  <a:pt x="7227" y="14783"/>
                </a:lnTo>
                <a:lnTo>
                  <a:pt x="7631" y="14599"/>
                </a:lnTo>
                <a:lnTo>
                  <a:pt x="7997" y="14342"/>
                </a:lnTo>
                <a:close/>
                <a:moveTo>
                  <a:pt x="15150" y="15370"/>
                </a:moveTo>
                <a:lnTo>
                  <a:pt x="15150" y="15443"/>
                </a:lnTo>
                <a:lnTo>
                  <a:pt x="15224" y="15480"/>
                </a:lnTo>
                <a:lnTo>
                  <a:pt x="15260" y="15516"/>
                </a:lnTo>
                <a:lnTo>
                  <a:pt x="15150" y="15736"/>
                </a:lnTo>
                <a:lnTo>
                  <a:pt x="15004" y="15993"/>
                </a:lnTo>
                <a:lnTo>
                  <a:pt x="14857" y="15626"/>
                </a:lnTo>
                <a:lnTo>
                  <a:pt x="15150" y="15370"/>
                </a:lnTo>
                <a:close/>
                <a:moveTo>
                  <a:pt x="7997" y="13902"/>
                </a:moveTo>
                <a:lnTo>
                  <a:pt x="7887" y="13939"/>
                </a:lnTo>
                <a:lnTo>
                  <a:pt x="7631" y="14122"/>
                </a:lnTo>
                <a:lnTo>
                  <a:pt x="7337" y="14269"/>
                </a:lnTo>
                <a:lnTo>
                  <a:pt x="7044" y="14416"/>
                </a:lnTo>
                <a:lnTo>
                  <a:pt x="6750" y="14526"/>
                </a:lnTo>
                <a:lnTo>
                  <a:pt x="6347" y="14599"/>
                </a:lnTo>
                <a:lnTo>
                  <a:pt x="6163" y="14673"/>
                </a:lnTo>
                <a:lnTo>
                  <a:pt x="6090" y="14746"/>
                </a:lnTo>
                <a:lnTo>
                  <a:pt x="6017" y="14819"/>
                </a:lnTo>
                <a:lnTo>
                  <a:pt x="6017" y="14929"/>
                </a:lnTo>
                <a:lnTo>
                  <a:pt x="5943" y="15003"/>
                </a:lnTo>
                <a:lnTo>
                  <a:pt x="5943" y="15113"/>
                </a:lnTo>
                <a:lnTo>
                  <a:pt x="6127" y="15590"/>
                </a:lnTo>
                <a:lnTo>
                  <a:pt x="6273" y="16103"/>
                </a:lnTo>
                <a:lnTo>
                  <a:pt x="6347" y="16177"/>
                </a:lnTo>
                <a:lnTo>
                  <a:pt x="6420" y="16213"/>
                </a:lnTo>
                <a:lnTo>
                  <a:pt x="6493" y="16213"/>
                </a:lnTo>
                <a:lnTo>
                  <a:pt x="6567" y="16177"/>
                </a:lnTo>
                <a:lnTo>
                  <a:pt x="6787" y="16030"/>
                </a:lnTo>
                <a:lnTo>
                  <a:pt x="7007" y="15920"/>
                </a:lnTo>
                <a:lnTo>
                  <a:pt x="7484" y="15736"/>
                </a:lnTo>
                <a:lnTo>
                  <a:pt x="7704" y="15663"/>
                </a:lnTo>
                <a:lnTo>
                  <a:pt x="7924" y="15553"/>
                </a:lnTo>
                <a:lnTo>
                  <a:pt x="8144" y="15406"/>
                </a:lnTo>
                <a:lnTo>
                  <a:pt x="8328" y="15223"/>
                </a:lnTo>
                <a:lnTo>
                  <a:pt x="8438" y="15076"/>
                </a:lnTo>
                <a:lnTo>
                  <a:pt x="8511" y="14893"/>
                </a:lnTo>
                <a:lnTo>
                  <a:pt x="8511" y="14709"/>
                </a:lnTo>
                <a:lnTo>
                  <a:pt x="8511" y="14526"/>
                </a:lnTo>
                <a:lnTo>
                  <a:pt x="8474" y="14342"/>
                </a:lnTo>
                <a:lnTo>
                  <a:pt x="8364" y="14159"/>
                </a:lnTo>
                <a:lnTo>
                  <a:pt x="8254" y="14049"/>
                </a:lnTo>
                <a:lnTo>
                  <a:pt x="8071" y="13939"/>
                </a:lnTo>
                <a:lnTo>
                  <a:pt x="7997" y="13902"/>
                </a:lnTo>
                <a:close/>
                <a:moveTo>
                  <a:pt x="14710" y="15736"/>
                </a:moveTo>
                <a:lnTo>
                  <a:pt x="14747" y="15993"/>
                </a:lnTo>
                <a:lnTo>
                  <a:pt x="14820" y="16250"/>
                </a:lnTo>
                <a:lnTo>
                  <a:pt x="14490" y="16507"/>
                </a:lnTo>
                <a:lnTo>
                  <a:pt x="14417" y="16397"/>
                </a:lnTo>
                <a:lnTo>
                  <a:pt x="14307" y="15993"/>
                </a:lnTo>
                <a:lnTo>
                  <a:pt x="14380" y="15956"/>
                </a:lnTo>
                <a:lnTo>
                  <a:pt x="14710" y="15736"/>
                </a:lnTo>
                <a:close/>
                <a:moveTo>
                  <a:pt x="14123" y="16103"/>
                </a:moveTo>
                <a:lnTo>
                  <a:pt x="14160" y="16397"/>
                </a:lnTo>
                <a:lnTo>
                  <a:pt x="14233" y="16690"/>
                </a:lnTo>
                <a:lnTo>
                  <a:pt x="13830" y="16873"/>
                </a:lnTo>
                <a:lnTo>
                  <a:pt x="13720" y="16727"/>
                </a:lnTo>
                <a:lnTo>
                  <a:pt x="13500" y="16433"/>
                </a:lnTo>
                <a:lnTo>
                  <a:pt x="14123" y="16103"/>
                </a:lnTo>
                <a:close/>
                <a:moveTo>
                  <a:pt x="13426" y="16470"/>
                </a:moveTo>
                <a:lnTo>
                  <a:pt x="13500" y="16727"/>
                </a:lnTo>
                <a:lnTo>
                  <a:pt x="13536" y="16873"/>
                </a:lnTo>
                <a:lnTo>
                  <a:pt x="13573" y="16984"/>
                </a:lnTo>
                <a:lnTo>
                  <a:pt x="13096" y="17167"/>
                </a:lnTo>
                <a:lnTo>
                  <a:pt x="12986" y="17057"/>
                </a:lnTo>
                <a:lnTo>
                  <a:pt x="12876" y="16873"/>
                </a:lnTo>
                <a:lnTo>
                  <a:pt x="12839" y="16727"/>
                </a:lnTo>
                <a:lnTo>
                  <a:pt x="13426" y="16470"/>
                </a:lnTo>
                <a:close/>
                <a:moveTo>
                  <a:pt x="12583" y="16837"/>
                </a:moveTo>
                <a:lnTo>
                  <a:pt x="12656" y="17094"/>
                </a:lnTo>
                <a:lnTo>
                  <a:pt x="12803" y="17277"/>
                </a:lnTo>
                <a:lnTo>
                  <a:pt x="12399" y="17460"/>
                </a:lnTo>
                <a:lnTo>
                  <a:pt x="12326" y="17387"/>
                </a:lnTo>
                <a:lnTo>
                  <a:pt x="12253" y="17277"/>
                </a:lnTo>
                <a:lnTo>
                  <a:pt x="12216" y="17167"/>
                </a:lnTo>
                <a:lnTo>
                  <a:pt x="12216" y="17020"/>
                </a:lnTo>
                <a:lnTo>
                  <a:pt x="12583" y="16837"/>
                </a:lnTo>
                <a:close/>
                <a:moveTo>
                  <a:pt x="12032" y="17094"/>
                </a:moveTo>
                <a:lnTo>
                  <a:pt x="11996" y="17240"/>
                </a:lnTo>
                <a:lnTo>
                  <a:pt x="12032" y="17387"/>
                </a:lnTo>
                <a:lnTo>
                  <a:pt x="12106" y="17570"/>
                </a:lnTo>
                <a:lnTo>
                  <a:pt x="11812" y="17644"/>
                </a:lnTo>
                <a:lnTo>
                  <a:pt x="11776" y="17644"/>
                </a:lnTo>
                <a:lnTo>
                  <a:pt x="11739" y="17497"/>
                </a:lnTo>
                <a:lnTo>
                  <a:pt x="11666" y="17240"/>
                </a:lnTo>
                <a:lnTo>
                  <a:pt x="12032" y="17094"/>
                </a:lnTo>
                <a:close/>
                <a:moveTo>
                  <a:pt x="11446" y="17350"/>
                </a:moveTo>
                <a:lnTo>
                  <a:pt x="11482" y="17607"/>
                </a:lnTo>
                <a:lnTo>
                  <a:pt x="11519" y="17791"/>
                </a:lnTo>
                <a:lnTo>
                  <a:pt x="11189" y="17901"/>
                </a:lnTo>
                <a:lnTo>
                  <a:pt x="11115" y="17937"/>
                </a:lnTo>
                <a:lnTo>
                  <a:pt x="11115" y="17864"/>
                </a:lnTo>
                <a:lnTo>
                  <a:pt x="11115" y="17827"/>
                </a:lnTo>
                <a:lnTo>
                  <a:pt x="11115" y="17717"/>
                </a:lnTo>
                <a:lnTo>
                  <a:pt x="11005" y="17607"/>
                </a:lnTo>
                <a:lnTo>
                  <a:pt x="10969" y="17534"/>
                </a:lnTo>
                <a:lnTo>
                  <a:pt x="11446" y="17350"/>
                </a:lnTo>
                <a:close/>
                <a:moveTo>
                  <a:pt x="10639" y="17644"/>
                </a:moveTo>
                <a:lnTo>
                  <a:pt x="10749" y="17791"/>
                </a:lnTo>
                <a:lnTo>
                  <a:pt x="10859" y="17901"/>
                </a:lnTo>
                <a:lnTo>
                  <a:pt x="10932" y="17974"/>
                </a:lnTo>
                <a:lnTo>
                  <a:pt x="10969" y="17974"/>
                </a:lnTo>
                <a:lnTo>
                  <a:pt x="10455" y="18194"/>
                </a:lnTo>
                <a:lnTo>
                  <a:pt x="10418" y="18121"/>
                </a:lnTo>
                <a:lnTo>
                  <a:pt x="10345" y="18121"/>
                </a:lnTo>
                <a:lnTo>
                  <a:pt x="10235" y="18157"/>
                </a:lnTo>
                <a:lnTo>
                  <a:pt x="10162" y="17901"/>
                </a:lnTo>
                <a:lnTo>
                  <a:pt x="10125" y="17827"/>
                </a:lnTo>
                <a:lnTo>
                  <a:pt x="10639" y="17644"/>
                </a:lnTo>
                <a:close/>
                <a:moveTo>
                  <a:pt x="10272" y="440"/>
                </a:moveTo>
                <a:lnTo>
                  <a:pt x="10455" y="477"/>
                </a:lnTo>
                <a:lnTo>
                  <a:pt x="10565" y="550"/>
                </a:lnTo>
                <a:lnTo>
                  <a:pt x="10675" y="624"/>
                </a:lnTo>
                <a:lnTo>
                  <a:pt x="10785" y="734"/>
                </a:lnTo>
                <a:lnTo>
                  <a:pt x="10969" y="990"/>
                </a:lnTo>
                <a:lnTo>
                  <a:pt x="11005" y="1210"/>
                </a:lnTo>
                <a:lnTo>
                  <a:pt x="11042" y="1431"/>
                </a:lnTo>
                <a:lnTo>
                  <a:pt x="11335" y="2348"/>
                </a:lnTo>
                <a:lnTo>
                  <a:pt x="11886" y="3998"/>
                </a:lnTo>
                <a:lnTo>
                  <a:pt x="13060" y="7300"/>
                </a:lnTo>
                <a:lnTo>
                  <a:pt x="14233" y="10564"/>
                </a:lnTo>
                <a:lnTo>
                  <a:pt x="14857" y="12215"/>
                </a:lnTo>
                <a:lnTo>
                  <a:pt x="15187" y="13095"/>
                </a:lnTo>
                <a:lnTo>
                  <a:pt x="15407" y="13646"/>
                </a:lnTo>
                <a:lnTo>
                  <a:pt x="15334" y="13682"/>
                </a:lnTo>
                <a:lnTo>
                  <a:pt x="15297" y="13829"/>
                </a:lnTo>
                <a:lnTo>
                  <a:pt x="15297" y="13939"/>
                </a:lnTo>
                <a:lnTo>
                  <a:pt x="15260" y="14196"/>
                </a:lnTo>
                <a:lnTo>
                  <a:pt x="15224" y="14379"/>
                </a:lnTo>
                <a:lnTo>
                  <a:pt x="15187" y="14526"/>
                </a:lnTo>
                <a:lnTo>
                  <a:pt x="15004" y="14856"/>
                </a:lnTo>
                <a:lnTo>
                  <a:pt x="14747" y="15149"/>
                </a:lnTo>
                <a:lnTo>
                  <a:pt x="14453" y="15370"/>
                </a:lnTo>
                <a:lnTo>
                  <a:pt x="14123" y="15590"/>
                </a:lnTo>
                <a:lnTo>
                  <a:pt x="13793" y="15773"/>
                </a:lnTo>
                <a:lnTo>
                  <a:pt x="13060" y="16140"/>
                </a:lnTo>
                <a:lnTo>
                  <a:pt x="12326" y="16470"/>
                </a:lnTo>
                <a:lnTo>
                  <a:pt x="10859" y="17094"/>
                </a:lnTo>
                <a:lnTo>
                  <a:pt x="10015" y="17424"/>
                </a:lnTo>
                <a:lnTo>
                  <a:pt x="9978" y="17387"/>
                </a:lnTo>
                <a:lnTo>
                  <a:pt x="9942" y="17387"/>
                </a:lnTo>
                <a:lnTo>
                  <a:pt x="9905" y="17424"/>
                </a:lnTo>
                <a:lnTo>
                  <a:pt x="9905" y="17460"/>
                </a:lnTo>
                <a:lnTo>
                  <a:pt x="8841" y="17791"/>
                </a:lnTo>
                <a:lnTo>
                  <a:pt x="7777" y="18121"/>
                </a:lnTo>
                <a:lnTo>
                  <a:pt x="6970" y="18304"/>
                </a:lnTo>
                <a:lnTo>
                  <a:pt x="6163" y="18487"/>
                </a:lnTo>
                <a:lnTo>
                  <a:pt x="5797" y="18524"/>
                </a:lnTo>
                <a:lnTo>
                  <a:pt x="5613" y="18524"/>
                </a:lnTo>
                <a:lnTo>
                  <a:pt x="5430" y="18451"/>
                </a:lnTo>
                <a:lnTo>
                  <a:pt x="5283" y="18377"/>
                </a:lnTo>
                <a:lnTo>
                  <a:pt x="5173" y="18231"/>
                </a:lnTo>
                <a:lnTo>
                  <a:pt x="5063" y="18121"/>
                </a:lnTo>
                <a:lnTo>
                  <a:pt x="4953" y="17974"/>
                </a:lnTo>
                <a:lnTo>
                  <a:pt x="4879" y="17680"/>
                </a:lnTo>
                <a:lnTo>
                  <a:pt x="4769" y="17387"/>
                </a:lnTo>
                <a:lnTo>
                  <a:pt x="4476" y="16507"/>
                </a:lnTo>
                <a:lnTo>
                  <a:pt x="3926" y="14819"/>
                </a:lnTo>
                <a:lnTo>
                  <a:pt x="3376" y="13169"/>
                </a:lnTo>
                <a:lnTo>
                  <a:pt x="2752" y="11518"/>
                </a:lnTo>
                <a:lnTo>
                  <a:pt x="2165" y="9867"/>
                </a:lnTo>
                <a:lnTo>
                  <a:pt x="1505" y="8253"/>
                </a:lnTo>
                <a:lnTo>
                  <a:pt x="845" y="6603"/>
                </a:lnTo>
                <a:lnTo>
                  <a:pt x="588" y="6052"/>
                </a:lnTo>
                <a:lnTo>
                  <a:pt x="478" y="5796"/>
                </a:lnTo>
                <a:lnTo>
                  <a:pt x="331" y="5539"/>
                </a:lnTo>
                <a:lnTo>
                  <a:pt x="368" y="5502"/>
                </a:lnTo>
                <a:lnTo>
                  <a:pt x="404" y="5429"/>
                </a:lnTo>
                <a:lnTo>
                  <a:pt x="368" y="5209"/>
                </a:lnTo>
                <a:lnTo>
                  <a:pt x="404" y="5025"/>
                </a:lnTo>
                <a:lnTo>
                  <a:pt x="404" y="4879"/>
                </a:lnTo>
                <a:lnTo>
                  <a:pt x="478" y="4695"/>
                </a:lnTo>
                <a:lnTo>
                  <a:pt x="624" y="4402"/>
                </a:lnTo>
                <a:lnTo>
                  <a:pt x="845" y="4145"/>
                </a:lnTo>
                <a:lnTo>
                  <a:pt x="1101" y="3888"/>
                </a:lnTo>
                <a:lnTo>
                  <a:pt x="1395" y="3668"/>
                </a:lnTo>
                <a:lnTo>
                  <a:pt x="1725" y="3485"/>
                </a:lnTo>
                <a:lnTo>
                  <a:pt x="2018" y="3301"/>
                </a:lnTo>
                <a:lnTo>
                  <a:pt x="2789" y="2935"/>
                </a:lnTo>
                <a:lnTo>
                  <a:pt x="3596" y="2641"/>
                </a:lnTo>
                <a:lnTo>
                  <a:pt x="5210" y="2017"/>
                </a:lnTo>
                <a:lnTo>
                  <a:pt x="6787" y="1394"/>
                </a:lnTo>
                <a:lnTo>
                  <a:pt x="7557" y="1100"/>
                </a:lnTo>
                <a:lnTo>
                  <a:pt x="8364" y="807"/>
                </a:lnTo>
                <a:lnTo>
                  <a:pt x="9135" y="587"/>
                </a:lnTo>
                <a:lnTo>
                  <a:pt x="9538" y="514"/>
                </a:lnTo>
                <a:lnTo>
                  <a:pt x="9942" y="440"/>
                </a:lnTo>
                <a:close/>
                <a:moveTo>
                  <a:pt x="9868" y="17937"/>
                </a:moveTo>
                <a:lnTo>
                  <a:pt x="9868" y="17974"/>
                </a:lnTo>
                <a:lnTo>
                  <a:pt x="9905" y="18157"/>
                </a:lnTo>
                <a:lnTo>
                  <a:pt x="10015" y="18341"/>
                </a:lnTo>
                <a:lnTo>
                  <a:pt x="9575" y="18524"/>
                </a:lnTo>
                <a:lnTo>
                  <a:pt x="9575" y="18487"/>
                </a:lnTo>
                <a:lnTo>
                  <a:pt x="9538" y="18341"/>
                </a:lnTo>
                <a:lnTo>
                  <a:pt x="9465" y="18231"/>
                </a:lnTo>
                <a:lnTo>
                  <a:pt x="9391" y="18084"/>
                </a:lnTo>
                <a:lnTo>
                  <a:pt x="9868" y="17937"/>
                </a:lnTo>
                <a:close/>
                <a:moveTo>
                  <a:pt x="9098" y="18194"/>
                </a:moveTo>
                <a:lnTo>
                  <a:pt x="9171" y="18414"/>
                </a:lnTo>
                <a:lnTo>
                  <a:pt x="9245" y="18524"/>
                </a:lnTo>
                <a:lnTo>
                  <a:pt x="9318" y="18598"/>
                </a:lnTo>
                <a:lnTo>
                  <a:pt x="8841" y="18781"/>
                </a:lnTo>
                <a:lnTo>
                  <a:pt x="8768" y="18708"/>
                </a:lnTo>
                <a:lnTo>
                  <a:pt x="8694" y="18598"/>
                </a:lnTo>
                <a:lnTo>
                  <a:pt x="8621" y="18487"/>
                </a:lnTo>
                <a:lnTo>
                  <a:pt x="8584" y="18341"/>
                </a:lnTo>
                <a:lnTo>
                  <a:pt x="9098" y="18194"/>
                </a:lnTo>
                <a:close/>
                <a:moveTo>
                  <a:pt x="8254" y="18414"/>
                </a:moveTo>
                <a:lnTo>
                  <a:pt x="8291" y="18561"/>
                </a:lnTo>
                <a:lnTo>
                  <a:pt x="8364" y="18744"/>
                </a:lnTo>
                <a:lnTo>
                  <a:pt x="8511" y="18928"/>
                </a:lnTo>
                <a:lnTo>
                  <a:pt x="8181" y="19038"/>
                </a:lnTo>
                <a:lnTo>
                  <a:pt x="8144" y="18964"/>
                </a:lnTo>
                <a:lnTo>
                  <a:pt x="8107" y="18928"/>
                </a:lnTo>
                <a:lnTo>
                  <a:pt x="7997" y="18854"/>
                </a:lnTo>
                <a:lnTo>
                  <a:pt x="7961" y="18818"/>
                </a:lnTo>
                <a:lnTo>
                  <a:pt x="7851" y="18634"/>
                </a:lnTo>
                <a:lnTo>
                  <a:pt x="7851" y="18561"/>
                </a:lnTo>
                <a:lnTo>
                  <a:pt x="8254" y="18414"/>
                </a:lnTo>
                <a:close/>
                <a:moveTo>
                  <a:pt x="5246" y="18818"/>
                </a:moveTo>
                <a:lnTo>
                  <a:pt x="5430" y="18891"/>
                </a:lnTo>
                <a:lnTo>
                  <a:pt x="5650" y="18928"/>
                </a:lnTo>
                <a:lnTo>
                  <a:pt x="5870" y="18964"/>
                </a:lnTo>
                <a:lnTo>
                  <a:pt x="5943" y="19221"/>
                </a:lnTo>
                <a:lnTo>
                  <a:pt x="5760" y="19148"/>
                </a:lnTo>
                <a:lnTo>
                  <a:pt x="5576" y="19038"/>
                </a:lnTo>
                <a:lnTo>
                  <a:pt x="5393" y="18928"/>
                </a:lnTo>
                <a:lnTo>
                  <a:pt x="5246" y="18818"/>
                </a:lnTo>
                <a:close/>
                <a:moveTo>
                  <a:pt x="7557" y="18634"/>
                </a:moveTo>
                <a:lnTo>
                  <a:pt x="7557" y="18781"/>
                </a:lnTo>
                <a:lnTo>
                  <a:pt x="7631" y="18928"/>
                </a:lnTo>
                <a:lnTo>
                  <a:pt x="7704" y="19038"/>
                </a:lnTo>
                <a:lnTo>
                  <a:pt x="7777" y="19148"/>
                </a:lnTo>
                <a:lnTo>
                  <a:pt x="7704" y="19184"/>
                </a:lnTo>
                <a:lnTo>
                  <a:pt x="7227" y="19294"/>
                </a:lnTo>
                <a:lnTo>
                  <a:pt x="7154" y="19184"/>
                </a:lnTo>
                <a:lnTo>
                  <a:pt x="7080" y="19074"/>
                </a:lnTo>
                <a:lnTo>
                  <a:pt x="6970" y="18928"/>
                </a:lnTo>
                <a:lnTo>
                  <a:pt x="6897" y="18781"/>
                </a:lnTo>
                <a:lnTo>
                  <a:pt x="7117" y="18708"/>
                </a:lnTo>
                <a:lnTo>
                  <a:pt x="7557" y="18634"/>
                </a:lnTo>
                <a:close/>
                <a:moveTo>
                  <a:pt x="6604" y="18854"/>
                </a:moveTo>
                <a:lnTo>
                  <a:pt x="6677" y="19111"/>
                </a:lnTo>
                <a:lnTo>
                  <a:pt x="6750" y="19221"/>
                </a:lnTo>
                <a:lnTo>
                  <a:pt x="6824" y="19331"/>
                </a:lnTo>
                <a:lnTo>
                  <a:pt x="6493" y="19331"/>
                </a:lnTo>
                <a:lnTo>
                  <a:pt x="6493" y="19258"/>
                </a:lnTo>
                <a:lnTo>
                  <a:pt x="6493" y="19221"/>
                </a:lnTo>
                <a:lnTo>
                  <a:pt x="6420" y="19184"/>
                </a:lnTo>
                <a:lnTo>
                  <a:pt x="6383" y="19184"/>
                </a:lnTo>
                <a:lnTo>
                  <a:pt x="6310" y="19221"/>
                </a:lnTo>
                <a:lnTo>
                  <a:pt x="6273" y="19221"/>
                </a:lnTo>
                <a:lnTo>
                  <a:pt x="6200" y="19184"/>
                </a:lnTo>
                <a:lnTo>
                  <a:pt x="6163" y="19074"/>
                </a:lnTo>
                <a:lnTo>
                  <a:pt x="6127" y="18928"/>
                </a:lnTo>
                <a:lnTo>
                  <a:pt x="6604" y="18854"/>
                </a:lnTo>
                <a:close/>
                <a:moveTo>
                  <a:pt x="10125" y="0"/>
                </a:moveTo>
                <a:lnTo>
                  <a:pt x="9721" y="37"/>
                </a:lnTo>
                <a:lnTo>
                  <a:pt x="9318" y="110"/>
                </a:lnTo>
                <a:lnTo>
                  <a:pt x="8804" y="220"/>
                </a:lnTo>
                <a:lnTo>
                  <a:pt x="8291" y="403"/>
                </a:lnTo>
                <a:lnTo>
                  <a:pt x="7300" y="734"/>
                </a:lnTo>
                <a:lnTo>
                  <a:pt x="5320" y="1504"/>
                </a:lnTo>
                <a:lnTo>
                  <a:pt x="3376" y="2274"/>
                </a:lnTo>
                <a:lnTo>
                  <a:pt x="2422" y="2678"/>
                </a:lnTo>
                <a:lnTo>
                  <a:pt x="1945" y="2898"/>
                </a:lnTo>
                <a:lnTo>
                  <a:pt x="1505" y="3118"/>
                </a:lnTo>
                <a:lnTo>
                  <a:pt x="1248" y="3301"/>
                </a:lnTo>
                <a:lnTo>
                  <a:pt x="955" y="3485"/>
                </a:lnTo>
                <a:lnTo>
                  <a:pt x="698" y="3742"/>
                </a:lnTo>
                <a:lnTo>
                  <a:pt x="441" y="3998"/>
                </a:lnTo>
                <a:lnTo>
                  <a:pt x="221" y="4292"/>
                </a:lnTo>
                <a:lnTo>
                  <a:pt x="74" y="4622"/>
                </a:lnTo>
                <a:lnTo>
                  <a:pt x="38" y="4769"/>
                </a:lnTo>
                <a:lnTo>
                  <a:pt x="38" y="4915"/>
                </a:lnTo>
                <a:lnTo>
                  <a:pt x="38" y="5099"/>
                </a:lnTo>
                <a:lnTo>
                  <a:pt x="74" y="5245"/>
                </a:lnTo>
                <a:lnTo>
                  <a:pt x="1" y="5282"/>
                </a:lnTo>
                <a:lnTo>
                  <a:pt x="1" y="5319"/>
                </a:lnTo>
                <a:lnTo>
                  <a:pt x="38" y="5722"/>
                </a:lnTo>
                <a:lnTo>
                  <a:pt x="148" y="6052"/>
                </a:lnTo>
                <a:lnTo>
                  <a:pt x="441" y="6786"/>
                </a:lnTo>
                <a:lnTo>
                  <a:pt x="1065" y="8400"/>
                </a:lnTo>
                <a:lnTo>
                  <a:pt x="2348" y="11665"/>
                </a:lnTo>
                <a:lnTo>
                  <a:pt x="2935" y="13315"/>
                </a:lnTo>
                <a:lnTo>
                  <a:pt x="3522" y="15003"/>
                </a:lnTo>
                <a:lnTo>
                  <a:pt x="4072" y="16653"/>
                </a:lnTo>
                <a:lnTo>
                  <a:pt x="4293" y="17424"/>
                </a:lnTo>
                <a:lnTo>
                  <a:pt x="4439" y="17827"/>
                </a:lnTo>
                <a:lnTo>
                  <a:pt x="4513" y="18047"/>
                </a:lnTo>
                <a:lnTo>
                  <a:pt x="4623" y="18231"/>
                </a:lnTo>
                <a:lnTo>
                  <a:pt x="4659" y="18451"/>
                </a:lnTo>
                <a:lnTo>
                  <a:pt x="4733" y="18634"/>
                </a:lnTo>
                <a:lnTo>
                  <a:pt x="4806" y="18781"/>
                </a:lnTo>
                <a:lnTo>
                  <a:pt x="4916" y="18928"/>
                </a:lnTo>
                <a:lnTo>
                  <a:pt x="5026" y="19074"/>
                </a:lnTo>
                <a:lnTo>
                  <a:pt x="5173" y="19221"/>
                </a:lnTo>
                <a:lnTo>
                  <a:pt x="5503" y="19404"/>
                </a:lnTo>
                <a:lnTo>
                  <a:pt x="5833" y="19551"/>
                </a:lnTo>
                <a:lnTo>
                  <a:pt x="6237" y="19661"/>
                </a:lnTo>
                <a:lnTo>
                  <a:pt x="6604" y="19698"/>
                </a:lnTo>
                <a:lnTo>
                  <a:pt x="7007" y="19698"/>
                </a:lnTo>
                <a:lnTo>
                  <a:pt x="7484" y="19625"/>
                </a:lnTo>
                <a:lnTo>
                  <a:pt x="7924" y="19515"/>
                </a:lnTo>
                <a:lnTo>
                  <a:pt x="8841" y="19184"/>
                </a:lnTo>
                <a:lnTo>
                  <a:pt x="11079" y="18341"/>
                </a:lnTo>
                <a:lnTo>
                  <a:pt x="13206" y="17570"/>
                </a:lnTo>
                <a:lnTo>
                  <a:pt x="13830" y="17314"/>
                </a:lnTo>
                <a:lnTo>
                  <a:pt x="14417" y="17020"/>
                </a:lnTo>
                <a:lnTo>
                  <a:pt x="14527" y="17020"/>
                </a:lnTo>
                <a:lnTo>
                  <a:pt x="14674" y="16947"/>
                </a:lnTo>
                <a:lnTo>
                  <a:pt x="14710" y="16873"/>
                </a:lnTo>
                <a:lnTo>
                  <a:pt x="14710" y="16837"/>
                </a:lnTo>
                <a:lnTo>
                  <a:pt x="14894" y="16690"/>
                </a:lnTo>
                <a:lnTo>
                  <a:pt x="15187" y="16433"/>
                </a:lnTo>
                <a:lnTo>
                  <a:pt x="15407" y="16103"/>
                </a:lnTo>
                <a:lnTo>
                  <a:pt x="15554" y="15773"/>
                </a:lnTo>
                <a:lnTo>
                  <a:pt x="15701" y="15406"/>
                </a:lnTo>
                <a:lnTo>
                  <a:pt x="15774" y="15039"/>
                </a:lnTo>
                <a:lnTo>
                  <a:pt x="15811" y="14636"/>
                </a:lnTo>
                <a:lnTo>
                  <a:pt x="15847" y="13866"/>
                </a:lnTo>
                <a:lnTo>
                  <a:pt x="15884" y="13829"/>
                </a:lnTo>
                <a:lnTo>
                  <a:pt x="15884" y="13756"/>
                </a:lnTo>
                <a:lnTo>
                  <a:pt x="15847" y="13572"/>
                </a:lnTo>
                <a:lnTo>
                  <a:pt x="15811" y="13389"/>
                </a:lnTo>
                <a:lnTo>
                  <a:pt x="15664" y="13059"/>
                </a:lnTo>
                <a:lnTo>
                  <a:pt x="15334" y="12178"/>
                </a:lnTo>
                <a:lnTo>
                  <a:pt x="14710" y="10564"/>
                </a:lnTo>
                <a:lnTo>
                  <a:pt x="13500" y="7263"/>
                </a:lnTo>
                <a:lnTo>
                  <a:pt x="12326" y="3962"/>
                </a:lnTo>
                <a:lnTo>
                  <a:pt x="11776" y="2311"/>
                </a:lnTo>
                <a:lnTo>
                  <a:pt x="11446" y="1431"/>
                </a:lnTo>
                <a:lnTo>
                  <a:pt x="11372" y="1174"/>
                </a:lnTo>
                <a:lnTo>
                  <a:pt x="11409" y="1027"/>
                </a:lnTo>
                <a:lnTo>
                  <a:pt x="11409" y="917"/>
                </a:lnTo>
                <a:lnTo>
                  <a:pt x="11372" y="770"/>
                </a:lnTo>
                <a:lnTo>
                  <a:pt x="11299" y="624"/>
                </a:lnTo>
                <a:lnTo>
                  <a:pt x="11152" y="403"/>
                </a:lnTo>
                <a:lnTo>
                  <a:pt x="10895" y="220"/>
                </a:lnTo>
                <a:lnTo>
                  <a:pt x="10712" y="110"/>
                </a:lnTo>
                <a:lnTo>
                  <a:pt x="10528" y="37"/>
                </a:lnTo>
                <a:lnTo>
                  <a:pt x="10345" y="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78" name="Google Shape;478;p10"/>
          <p:cNvSpPr/>
          <p:nvPr/>
        </p:nvSpPr>
        <p:spPr>
          <a:xfrm>
            <a:off x="-47165" y="4489284"/>
            <a:ext cx="591013" cy="672893"/>
          </a:xfrm>
          <a:custGeom>
            <a:avLst/>
            <a:gdLst/>
            <a:ahLst/>
            <a:cxnLst/>
            <a:rect l="l" t="t" r="r" b="b"/>
            <a:pathLst>
              <a:path w="15627" h="17792" extrusionOk="0">
                <a:moveTo>
                  <a:pt x="10528" y="1"/>
                </a:moveTo>
                <a:lnTo>
                  <a:pt x="10455" y="37"/>
                </a:lnTo>
                <a:lnTo>
                  <a:pt x="10308" y="221"/>
                </a:lnTo>
                <a:lnTo>
                  <a:pt x="10198" y="441"/>
                </a:lnTo>
                <a:lnTo>
                  <a:pt x="10015" y="881"/>
                </a:lnTo>
                <a:lnTo>
                  <a:pt x="9831" y="1468"/>
                </a:lnTo>
                <a:lnTo>
                  <a:pt x="9685" y="2091"/>
                </a:lnTo>
                <a:lnTo>
                  <a:pt x="9685" y="2201"/>
                </a:lnTo>
                <a:lnTo>
                  <a:pt x="9721" y="2311"/>
                </a:lnTo>
                <a:lnTo>
                  <a:pt x="9795" y="2348"/>
                </a:lnTo>
                <a:lnTo>
                  <a:pt x="9868" y="2385"/>
                </a:lnTo>
                <a:lnTo>
                  <a:pt x="9941" y="2421"/>
                </a:lnTo>
                <a:lnTo>
                  <a:pt x="10051" y="2385"/>
                </a:lnTo>
                <a:lnTo>
                  <a:pt x="10125" y="2311"/>
                </a:lnTo>
                <a:lnTo>
                  <a:pt x="10198" y="2238"/>
                </a:lnTo>
                <a:lnTo>
                  <a:pt x="10235" y="2055"/>
                </a:lnTo>
                <a:lnTo>
                  <a:pt x="10235" y="2018"/>
                </a:lnTo>
                <a:lnTo>
                  <a:pt x="10235" y="1981"/>
                </a:lnTo>
                <a:lnTo>
                  <a:pt x="10455" y="1138"/>
                </a:lnTo>
                <a:lnTo>
                  <a:pt x="10638" y="624"/>
                </a:lnTo>
                <a:lnTo>
                  <a:pt x="10675" y="367"/>
                </a:lnTo>
                <a:lnTo>
                  <a:pt x="10712" y="111"/>
                </a:lnTo>
                <a:lnTo>
                  <a:pt x="10675" y="37"/>
                </a:lnTo>
                <a:lnTo>
                  <a:pt x="10602" y="1"/>
                </a:lnTo>
                <a:close/>
                <a:moveTo>
                  <a:pt x="3559" y="1028"/>
                </a:moveTo>
                <a:lnTo>
                  <a:pt x="3522" y="1064"/>
                </a:lnTo>
                <a:lnTo>
                  <a:pt x="3485" y="1101"/>
                </a:lnTo>
                <a:lnTo>
                  <a:pt x="3485" y="1138"/>
                </a:lnTo>
                <a:lnTo>
                  <a:pt x="3559" y="1321"/>
                </a:lnTo>
                <a:lnTo>
                  <a:pt x="3669" y="1468"/>
                </a:lnTo>
                <a:lnTo>
                  <a:pt x="3889" y="1761"/>
                </a:lnTo>
                <a:lnTo>
                  <a:pt x="4109" y="2055"/>
                </a:lnTo>
                <a:lnTo>
                  <a:pt x="4366" y="2348"/>
                </a:lnTo>
                <a:lnTo>
                  <a:pt x="4476" y="2605"/>
                </a:lnTo>
                <a:lnTo>
                  <a:pt x="4586" y="2862"/>
                </a:lnTo>
                <a:lnTo>
                  <a:pt x="4696" y="2972"/>
                </a:lnTo>
                <a:lnTo>
                  <a:pt x="4769" y="3045"/>
                </a:lnTo>
                <a:lnTo>
                  <a:pt x="4916" y="3082"/>
                </a:lnTo>
                <a:lnTo>
                  <a:pt x="5063" y="3082"/>
                </a:lnTo>
                <a:lnTo>
                  <a:pt x="5136" y="3045"/>
                </a:lnTo>
                <a:lnTo>
                  <a:pt x="5209" y="3008"/>
                </a:lnTo>
                <a:lnTo>
                  <a:pt x="5246" y="2935"/>
                </a:lnTo>
                <a:lnTo>
                  <a:pt x="5246" y="2862"/>
                </a:lnTo>
                <a:lnTo>
                  <a:pt x="5209" y="2715"/>
                </a:lnTo>
                <a:lnTo>
                  <a:pt x="5173" y="2642"/>
                </a:lnTo>
                <a:lnTo>
                  <a:pt x="5099" y="2605"/>
                </a:lnTo>
                <a:lnTo>
                  <a:pt x="4989" y="2605"/>
                </a:lnTo>
                <a:lnTo>
                  <a:pt x="4989" y="2568"/>
                </a:lnTo>
                <a:lnTo>
                  <a:pt x="4989" y="2495"/>
                </a:lnTo>
                <a:lnTo>
                  <a:pt x="4953" y="2385"/>
                </a:lnTo>
                <a:lnTo>
                  <a:pt x="4806" y="2128"/>
                </a:lnTo>
                <a:lnTo>
                  <a:pt x="4623" y="1871"/>
                </a:lnTo>
                <a:lnTo>
                  <a:pt x="4402" y="1615"/>
                </a:lnTo>
                <a:lnTo>
                  <a:pt x="4146" y="1394"/>
                </a:lnTo>
                <a:lnTo>
                  <a:pt x="3889" y="1174"/>
                </a:lnTo>
                <a:lnTo>
                  <a:pt x="3595" y="1028"/>
                </a:lnTo>
                <a:close/>
                <a:moveTo>
                  <a:pt x="15334" y="3999"/>
                </a:moveTo>
                <a:lnTo>
                  <a:pt x="15260" y="4035"/>
                </a:lnTo>
                <a:lnTo>
                  <a:pt x="15187" y="4109"/>
                </a:lnTo>
                <a:lnTo>
                  <a:pt x="15077" y="4182"/>
                </a:lnTo>
                <a:lnTo>
                  <a:pt x="14967" y="4256"/>
                </a:lnTo>
                <a:lnTo>
                  <a:pt x="14820" y="4329"/>
                </a:lnTo>
                <a:lnTo>
                  <a:pt x="14673" y="4329"/>
                </a:lnTo>
                <a:lnTo>
                  <a:pt x="14527" y="4402"/>
                </a:lnTo>
                <a:lnTo>
                  <a:pt x="14490" y="4439"/>
                </a:lnTo>
                <a:lnTo>
                  <a:pt x="14453" y="4549"/>
                </a:lnTo>
                <a:lnTo>
                  <a:pt x="14417" y="4586"/>
                </a:lnTo>
                <a:lnTo>
                  <a:pt x="14380" y="4622"/>
                </a:lnTo>
                <a:lnTo>
                  <a:pt x="14233" y="4732"/>
                </a:lnTo>
                <a:lnTo>
                  <a:pt x="13940" y="4842"/>
                </a:lnTo>
                <a:lnTo>
                  <a:pt x="13720" y="4989"/>
                </a:lnTo>
                <a:lnTo>
                  <a:pt x="13536" y="5173"/>
                </a:lnTo>
                <a:lnTo>
                  <a:pt x="13499" y="5246"/>
                </a:lnTo>
                <a:lnTo>
                  <a:pt x="13499" y="5319"/>
                </a:lnTo>
                <a:lnTo>
                  <a:pt x="13573" y="5356"/>
                </a:lnTo>
                <a:lnTo>
                  <a:pt x="13830" y="5356"/>
                </a:lnTo>
                <a:lnTo>
                  <a:pt x="14013" y="5319"/>
                </a:lnTo>
                <a:lnTo>
                  <a:pt x="14380" y="5173"/>
                </a:lnTo>
                <a:lnTo>
                  <a:pt x="14673" y="5026"/>
                </a:lnTo>
                <a:lnTo>
                  <a:pt x="14783" y="4953"/>
                </a:lnTo>
                <a:lnTo>
                  <a:pt x="14857" y="4806"/>
                </a:lnTo>
                <a:lnTo>
                  <a:pt x="15077" y="4769"/>
                </a:lnTo>
                <a:lnTo>
                  <a:pt x="15260" y="4659"/>
                </a:lnTo>
                <a:lnTo>
                  <a:pt x="15370" y="4696"/>
                </a:lnTo>
                <a:lnTo>
                  <a:pt x="15444" y="4696"/>
                </a:lnTo>
                <a:lnTo>
                  <a:pt x="15554" y="4622"/>
                </a:lnTo>
                <a:lnTo>
                  <a:pt x="15627" y="4549"/>
                </a:lnTo>
                <a:lnTo>
                  <a:pt x="15627" y="4476"/>
                </a:lnTo>
                <a:lnTo>
                  <a:pt x="15590" y="4366"/>
                </a:lnTo>
                <a:lnTo>
                  <a:pt x="15627" y="4329"/>
                </a:lnTo>
                <a:lnTo>
                  <a:pt x="15627" y="4256"/>
                </a:lnTo>
                <a:lnTo>
                  <a:pt x="15590" y="4182"/>
                </a:lnTo>
                <a:lnTo>
                  <a:pt x="15554" y="4109"/>
                </a:lnTo>
                <a:lnTo>
                  <a:pt x="15480" y="4035"/>
                </a:lnTo>
                <a:lnTo>
                  <a:pt x="15407" y="4035"/>
                </a:lnTo>
                <a:lnTo>
                  <a:pt x="15334" y="3999"/>
                </a:lnTo>
                <a:close/>
                <a:moveTo>
                  <a:pt x="2238" y="7447"/>
                </a:moveTo>
                <a:lnTo>
                  <a:pt x="2128" y="7484"/>
                </a:lnTo>
                <a:lnTo>
                  <a:pt x="1064" y="7960"/>
                </a:lnTo>
                <a:lnTo>
                  <a:pt x="477" y="8217"/>
                </a:lnTo>
                <a:lnTo>
                  <a:pt x="257" y="8364"/>
                </a:lnTo>
                <a:lnTo>
                  <a:pt x="147" y="8474"/>
                </a:lnTo>
                <a:lnTo>
                  <a:pt x="111" y="8437"/>
                </a:lnTo>
                <a:lnTo>
                  <a:pt x="74" y="8437"/>
                </a:lnTo>
                <a:lnTo>
                  <a:pt x="1" y="8511"/>
                </a:lnTo>
                <a:lnTo>
                  <a:pt x="1" y="8584"/>
                </a:lnTo>
                <a:lnTo>
                  <a:pt x="37" y="8621"/>
                </a:lnTo>
                <a:lnTo>
                  <a:pt x="111" y="8694"/>
                </a:lnTo>
                <a:lnTo>
                  <a:pt x="221" y="8731"/>
                </a:lnTo>
                <a:lnTo>
                  <a:pt x="367" y="8694"/>
                </a:lnTo>
                <a:lnTo>
                  <a:pt x="514" y="8657"/>
                </a:lnTo>
                <a:lnTo>
                  <a:pt x="808" y="8547"/>
                </a:lnTo>
                <a:lnTo>
                  <a:pt x="1028" y="8474"/>
                </a:lnTo>
                <a:lnTo>
                  <a:pt x="2385" y="7887"/>
                </a:lnTo>
                <a:lnTo>
                  <a:pt x="2458" y="7850"/>
                </a:lnTo>
                <a:lnTo>
                  <a:pt x="2532" y="7777"/>
                </a:lnTo>
                <a:lnTo>
                  <a:pt x="2532" y="7667"/>
                </a:lnTo>
                <a:lnTo>
                  <a:pt x="2495" y="7594"/>
                </a:lnTo>
                <a:lnTo>
                  <a:pt x="2422" y="7520"/>
                </a:lnTo>
                <a:lnTo>
                  <a:pt x="2348" y="7484"/>
                </a:lnTo>
                <a:lnTo>
                  <a:pt x="2238" y="7447"/>
                </a:lnTo>
                <a:close/>
                <a:moveTo>
                  <a:pt x="6677" y="7814"/>
                </a:moveTo>
                <a:lnTo>
                  <a:pt x="6603" y="7887"/>
                </a:lnTo>
                <a:lnTo>
                  <a:pt x="6603" y="7960"/>
                </a:lnTo>
                <a:lnTo>
                  <a:pt x="6603" y="8070"/>
                </a:lnTo>
                <a:lnTo>
                  <a:pt x="6933" y="8474"/>
                </a:lnTo>
                <a:lnTo>
                  <a:pt x="7044" y="8694"/>
                </a:lnTo>
                <a:lnTo>
                  <a:pt x="7154" y="8914"/>
                </a:lnTo>
                <a:lnTo>
                  <a:pt x="7227" y="8951"/>
                </a:lnTo>
                <a:lnTo>
                  <a:pt x="7264" y="8987"/>
                </a:lnTo>
                <a:lnTo>
                  <a:pt x="7410" y="8987"/>
                </a:lnTo>
                <a:lnTo>
                  <a:pt x="7594" y="8877"/>
                </a:lnTo>
                <a:lnTo>
                  <a:pt x="7777" y="8767"/>
                </a:lnTo>
                <a:lnTo>
                  <a:pt x="7924" y="8621"/>
                </a:lnTo>
                <a:lnTo>
                  <a:pt x="7924" y="8657"/>
                </a:lnTo>
                <a:lnTo>
                  <a:pt x="7997" y="8767"/>
                </a:lnTo>
                <a:lnTo>
                  <a:pt x="8071" y="8877"/>
                </a:lnTo>
                <a:lnTo>
                  <a:pt x="8181" y="8951"/>
                </a:lnTo>
                <a:lnTo>
                  <a:pt x="8327" y="9024"/>
                </a:lnTo>
                <a:lnTo>
                  <a:pt x="8584" y="9061"/>
                </a:lnTo>
                <a:lnTo>
                  <a:pt x="8768" y="9061"/>
                </a:lnTo>
                <a:lnTo>
                  <a:pt x="8951" y="8987"/>
                </a:lnTo>
                <a:lnTo>
                  <a:pt x="9281" y="8841"/>
                </a:lnTo>
                <a:lnTo>
                  <a:pt x="9611" y="8657"/>
                </a:lnTo>
                <a:lnTo>
                  <a:pt x="9721" y="8547"/>
                </a:lnTo>
                <a:lnTo>
                  <a:pt x="9758" y="8474"/>
                </a:lnTo>
                <a:lnTo>
                  <a:pt x="9758" y="8364"/>
                </a:lnTo>
                <a:lnTo>
                  <a:pt x="9685" y="8254"/>
                </a:lnTo>
                <a:lnTo>
                  <a:pt x="9648" y="8217"/>
                </a:lnTo>
                <a:lnTo>
                  <a:pt x="9464" y="8217"/>
                </a:lnTo>
                <a:lnTo>
                  <a:pt x="9428" y="8291"/>
                </a:lnTo>
                <a:lnTo>
                  <a:pt x="9244" y="8437"/>
                </a:lnTo>
                <a:lnTo>
                  <a:pt x="8988" y="8547"/>
                </a:lnTo>
                <a:lnTo>
                  <a:pt x="8768" y="8621"/>
                </a:lnTo>
                <a:lnTo>
                  <a:pt x="8584" y="8657"/>
                </a:lnTo>
                <a:lnTo>
                  <a:pt x="8474" y="8657"/>
                </a:lnTo>
                <a:lnTo>
                  <a:pt x="8401" y="8621"/>
                </a:lnTo>
                <a:lnTo>
                  <a:pt x="8364" y="8584"/>
                </a:lnTo>
                <a:lnTo>
                  <a:pt x="8327" y="8547"/>
                </a:lnTo>
                <a:lnTo>
                  <a:pt x="8254" y="8254"/>
                </a:lnTo>
                <a:lnTo>
                  <a:pt x="8181" y="8144"/>
                </a:lnTo>
                <a:lnTo>
                  <a:pt x="8071" y="8107"/>
                </a:lnTo>
                <a:lnTo>
                  <a:pt x="7961" y="8107"/>
                </a:lnTo>
                <a:lnTo>
                  <a:pt x="7887" y="8144"/>
                </a:lnTo>
                <a:lnTo>
                  <a:pt x="7740" y="8254"/>
                </a:lnTo>
                <a:lnTo>
                  <a:pt x="7630" y="8401"/>
                </a:lnTo>
                <a:lnTo>
                  <a:pt x="7410" y="8547"/>
                </a:lnTo>
                <a:lnTo>
                  <a:pt x="7264" y="8364"/>
                </a:lnTo>
                <a:lnTo>
                  <a:pt x="7117" y="8180"/>
                </a:lnTo>
                <a:lnTo>
                  <a:pt x="6970" y="7997"/>
                </a:lnTo>
                <a:lnTo>
                  <a:pt x="6787" y="7850"/>
                </a:lnTo>
                <a:lnTo>
                  <a:pt x="6713" y="7814"/>
                </a:lnTo>
                <a:close/>
                <a:moveTo>
                  <a:pt x="12876" y="11005"/>
                </a:moveTo>
                <a:lnTo>
                  <a:pt x="12803" y="11042"/>
                </a:lnTo>
                <a:lnTo>
                  <a:pt x="12766" y="11078"/>
                </a:lnTo>
                <a:lnTo>
                  <a:pt x="12766" y="11152"/>
                </a:lnTo>
                <a:lnTo>
                  <a:pt x="12729" y="11225"/>
                </a:lnTo>
                <a:lnTo>
                  <a:pt x="12766" y="11298"/>
                </a:lnTo>
                <a:lnTo>
                  <a:pt x="12986" y="11702"/>
                </a:lnTo>
                <a:lnTo>
                  <a:pt x="13279" y="12069"/>
                </a:lnTo>
                <a:lnTo>
                  <a:pt x="13499" y="12399"/>
                </a:lnTo>
                <a:lnTo>
                  <a:pt x="13646" y="12509"/>
                </a:lnTo>
                <a:lnTo>
                  <a:pt x="13830" y="12619"/>
                </a:lnTo>
                <a:lnTo>
                  <a:pt x="13976" y="12619"/>
                </a:lnTo>
                <a:lnTo>
                  <a:pt x="14013" y="12582"/>
                </a:lnTo>
                <a:lnTo>
                  <a:pt x="14086" y="12546"/>
                </a:lnTo>
                <a:lnTo>
                  <a:pt x="14160" y="12436"/>
                </a:lnTo>
                <a:lnTo>
                  <a:pt x="14160" y="12325"/>
                </a:lnTo>
                <a:lnTo>
                  <a:pt x="14160" y="12252"/>
                </a:lnTo>
                <a:lnTo>
                  <a:pt x="14123" y="12142"/>
                </a:lnTo>
                <a:lnTo>
                  <a:pt x="14086" y="12069"/>
                </a:lnTo>
                <a:lnTo>
                  <a:pt x="14050" y="12032"/>
                </a:lnTo>
                <a:lnTo>
                  <a:pt x="13903" y="12032"/>
                </a:lnTo>
                <a:lnTo>
                  <a:pt x="13830" y="11885"/>
                </a:lnTo>
                <a:lnTo>
                  <a:pt x="13573" y="11592"/>
                </a:lnTo>
                <a:lnTo>
                  <a:pt x="13316" y="11298"/>
                </a:lnTo>
                <a:lnTo>
                  <a:pt x="13059" y="11042"/>
                </a:lnTo>
                <a:lnTo>
                  <a:pt x="13023" y="11005"/>
                </a:lnTo>
                <a:close/>
                <a:moveTo>
                  <a:pt x="8181" y="3192"/>
                </a:moveTo>
                <a:lnTo>
                  <a:pt x="8511" y="3228"/>
                </a:lnTo>
                <a:lnTo>
                  <a:pt x="8878" y="3265"/>
                </a:lnTo>
                <a:lnTo>
                  <a:pt x="9208" y="3339"/>
                </a:lnTo>
                <a:lnTo>
                  <a:pt x="9538" y="3412"/>
                </a:lnTo>
                <a:lnTo>
                  <a:pt x="9868" y="3522"/>
                </a:lnTo>
                <a:lnTo>
                  <a:pt x="10198" y="3669"/>
                </a:lnTo>
                <a:lnTo>
                  <a:pt x="10528" y="3852"/>
                </a:lnTo>
                <a:lnTo>
                  <a:pt x="10822" y="4035"/>
                </a:lnTo>
                <a:lnTo>
                  <a:pt x="11078" y="4256"/>
                </a:lnTo>
                <a:lnTo>
                  <a:pt x="11335" y="4476"/>
                </a:lnTo>
                <a:lnTo>
                  <a:pt x="11592" y="4732"/>
                </a:lnTo>
                <a:lnTo>
                  <a:pt x="11812" y="4989"/>
                </a:lnTo>
                <a:lnTo>
                  <a:pt x="11996" y="5319"/>
                </a:lnTo>
                <a:lnTo>
                  <a:pt x="12142" y="5576"/>
                </a:lnTo>
                <a:lnTo>
                  <a:pt x="12252" y="5870"/>
                </a:lnTo>
                <a:lnTo>
                  <a:pt x="12362" y="6200"/>
                </a:lnTo>
                <a:lnTo>
                  <a:pt x="12436" y="6530"/>
                </a:lnTo>
                <a:lnTo>
                  <a:pt x="12509" y="6823"/>
                </a:lnTo>
                <a:lnTo>
                  <a:pt x="12509" y="7153"/>
                </a:lnTo>
                <a:lnTo>
                  <a:pt x="12509" y="7484"/>
                </a:lnTo>
                <a:lnTo>
                  <a:pt x="12472" y="7814"/>
                </a:lnTo>
                <a:lnTo>
                  <a:pt x="12399" y="8144"/>
                </a:lnTo>
                <a:lnTo>
                  <a:pt x="12289" y="8511"/>
                </a:lnTo>
                <a:lnTo>
                  <a:pt x="12142" y="8804"/>
                </a:lnTo>
                <a:lnTo>
                  <a:pt x="11996" y="9134"/>
                </a:lnTo>
                <a:lnTo>
                  <a:pt x="11812" y="9428"/>
                </a:lnTo>
                <a:lnTo>
                  <a:pt x="11592" y="9721"/>
                </a:lnTo>
                <a:lnTo>
                  <a:pt x="11115" y="10271"/>
                </a:lnTo>
                <a:lnTo>
                  <a:pt x="10345" y="11115"/>
                </a:lnTo>
                <a:lnTo>
                  <a:pt x="9941" y="11555"/>
                </a:lnTo>
                <a:lnTo>
                  <a:pt x="9575" y="12032"/>
                </a:lnTo>
                <a:lnTo>
                  <a:pt x="9281" y="12509"/>
                </a:lnTo>
                <a:lnTo>
                  <a:pt x="8988" y="13022"/>
                </a:lnTo>
                <a:lnTo>
                  <a:pt x="8914" y="13279"/>
                </a:lnTo>
                <a:lnTo>
                  <a:pt x="8804" y="13573"/>
                </a:lnTo>
                <a:lnTo>
                  <a:pt x="8768" y="13829"/>
                </a:lnTo>
                <a:lnTo>
                  <a:pt x="8731" y="14123"/>
                </a:lnTo>
                <a:lnTo>
                  <a:pt x="8217" y="14013"/>
                </a:lnTo>
                <a:lnTo>
                  <a:pt x="7704" y="13939"/>
                </a:lnTo>
                <a:lnTo>
                  <a:pt x="8584" y="11665"/>
                </a:lnTo>
                <a:lnTo>
                  <a:pt x="9061" y="10418"/>
                </a:lnTo>
                <a:lnTo>
                  <a:pt x="9318" y="9831"/>
                </a:lnTo>
                <a:lnTo>
                  <a:pt x="9391" y="9538"/>
                </a:lnTo>
                <a:lnTo>
                  <a:pt x="9391" y="9391"/>
                </a:lnTo>
                <a:lnTo>
                  <a:pt x="9354" y="9244"/>
                </a:lnTo>
                <a:lnTo>
                  <a:pt x="9318" y="9208"/>
                </a:lnTo>
                <a:lnTo>
                  <a:pt x="9281" y="9208"/>
                </a:lnTo>
                <a:lnTo>
                  <a:pt x="9171" y="9281"/>
                </a:lnTo>
                <a:lnTo>
                  <a:pt x="9098" y="9391"/>
                </a:lnTo>
                <a:lnTo>
                  <a:pt x="8988" y="9611"/>
                </a:lnTo>
                <a:lnTo>
                  <a:pt x="8768" y="10088"/>
                </a:lnTo>
                <a:lnTo>
                  <a:pt x="8217" y="11445"/>
                </a:lnTo>
                <a:lnTo>
                  <a:pt x="7337" y="13719"/>
                </a:lnTo>
                <a:lnTo>
                  <a:pt x="7227" y="13903"/>
                </a:lnTo>
                <a:lnTo>
                  <a:pt x="6970" y="13829"/>
                </a:lnTo>
                <a:lnTo>
                  <a:pt x="6420" y="13683"/>
                </a:lnTo>
                <a:lnTo>
                  <a:pt x="6420" y="13646"/>
                </a:lnTo>
                <a:lnTo>
                  <a:pt x="6493" y="13389"/>
                </a:lnTo>
                <a:lnTo>
                  <a:pt x="6530" y="13096"/>
                </a:lnTo>
                <a:lnTo>
                  <a:pt x="6530" y="12546"/>
                </a:lnTo>
                <a:lnTo>
                  <a:pt x="6603" y="11372"/>
                </a:lnTo>
                <a:lnTo>
                  <a:pt x="6677" y="10125"/>
                </a:lnTo>
                <a:lnTo>
                  <a:pt x="6713" y="9501"/>
                </a:lnTo>
                <a:lnTo>
                  <a:pt x="6677" y="8877"/>
                </a:lnTo>
                <a:lnTo>
                  <a:pt x="6677" y="8804"/>
                </a:lnTo>
                <a:lnTo>
                  <a:pt x="6640" y="8767"/>
                </a:lnTo>
                <a:lnTo>
                  <a:pt x="6530" y="8694"/>
                </a:lnTo>
                <a:lnTo>
                  <a:pt x="6420" y="8731"/>
                </a:lnTo>
                <a:lnTo>
                  <a:pt x="6383" y="8767"/>
                </a:lnTo>
                <a:lnTo>
                  <a:pt x="6347" y="8841"/>
                </a:lnTo>
                <a:lnTo>
                  <a:pt x="6273" y="9391"/>
                </a:lnTo>
                <a:lnTo>
                  <a:pt x="6237" y="9978"/>
                </a:lnTo>
                <a:lnTo>
                  <a:pt x="6200" y="11115"/>
                </a:lnTo>
                <a:lnTo>
                  <a:pt x="6090" y="12289"/>
                </a:lnTo>
                <a:lnTo>
                  <a:pt x="6016" y="12912"/>
                </a:lnTo>
                <a:lnTo>
                  <a:pt x="6016" y="13206"/>
                </a:lnTo>
                <a:lnTo>
                  <a:pt x="6016" y="13536"/>
                </a:lnTo>
                <a:lnTo>
                  <a:pt x="5540" y="13353"/>
                </a:lnTo>
                <a:lnTo>
                  <a:pt x="5099" y="13206"/>
                </a:lnTo>
                <a:lnTo>
                  <a:pt x="4623" y="13132"/>
                </a:lnTo>
                <a:lnTo>
                  <a:pt x="4182" y="13132"/>
                </a:lnTo>
                <a:lnTo>
                  <a:pt x="4329" y="12876"/>
                </a:lnTo>
                <a:lnTo>
                  <a:pt x="4439" y="12619"/>
                </a:lnTo>
                <a:lnTo>
                  <a:pt x="4549" y="12362"/>
                </a:lnTo>
                <a:lnTo>
                  <a:pt x="4623" y="12069"/>
                </a:lnTo>
                <a:lnTo>
                  <a:pt x="4696" y="11482"/>
                </a:lnTo>
                <a:lnTo>
                  <a:pt x="4696" y="10895"/>
                </a:lnTo>
                <a:lnTo>
                  <a:pt x="4623" y="10161"/>
                </a:lnTo>
                <a:lnTo>
                  <a:pt x="4512" y="9428"/>
                </a:lnTo>
                <a:lnTo>
                  <a:pt x="4366" y="8694"/>
                </a:lnTo>
                <a:lnTo>
                  <a:pt x="4219" y="7960"/>
                </a:lnTo>
                <a:lnTo>
                  <a:pt x="4182" y="7594"/>
                </a:lnTo>
                <a:lnTo>
                  <a:pt x="4182" y="7190"/>
                </a:lnTo>
                <a:lnTo>
                  <a:pt x="4182" y="6823"/>
                </a:lnTo>
                <a:lnTo>
                  <a:pt x="4219" y="6456"/>
                </a:lnTo>
                <a:lnTo>
                  <a:pt x="4292" y="6090"/>
                </a:lnTo>
                <a:lnTo>
                  <a:pt x="4439" y="5760"/>
                </a:lnTo>
                <a:lnTo>
                  <a:pt x="4586" y="5429"/>
                </a:lnTo>
                <a:lnTo>
                  <a:pt x="4769" y="5063"/>
                </a:lnTo>
                <a:lnTo>
                  <a:pt x="5026" y="4769"/>
                </a:lnTo>
                <a:lnTo>
                  <a:pt x="5246" y="4476"/>
                </a:lnTo>
                <a:lnTo>
                  <a:pt x="5503" y="4219"/>
                </a:lnTo>
                <a:lnTo>
                  <a:pt x="5796" y="3999"/>
                </a:lnTo>
                <a:lnTo>
                  <a:pt x="6090" y="3779"/>
                </a:lnTo>
                <a:lnTo>
                  <a:pt x="6420" y="3595"/>
                </a:lnTo>
                <a:lnTo>
                  <a:pt x="6787" y="3449"/>
                </a:lnTo>
                <a:lnTo>
                  <a:pt x="7117" y="3339"/>
                </a:lnTo>
                <a:lnTo>
                  <a:pt x="7484" y="3265"/>
                </a:lnTo>
                <a:lnTo>
                  <a:pt x="7814" y="3228"/>
                </a:lnTo>
                <a:lnTo>
                  <a:pt x="8181" y="3192"/>
                </a:lnTo>
                <a:close/>
                <a:moveTo>
                  <a:pt x="3962" y="13426"/>
                </a:moveTo>
                <a:lnTo>
                  <a:pt x="4623" y="13536"/>
                </a:lnTo>
                <a:lnTo>
                  <a:pt x="5246" y="13719"/>
                </a:lnTo>
                <a:lnTo>
                  <a:pt x="5943" y="13939"/>
                </a:lnTo>
                <a:lnTo>
                  <a:pt x="6603" y="14196"/>
                </a:lnTo>
                <a:lnTo>
                  <a:pt x="6860" y="14270"/>
                </a:lnTo>
                <a:lnTo>
                  <a:pt x="7154" y="14306"/>
                </a:lnTo>
                <a:lnTo>
                  <a:pt x="7704" y="14380"/>
                </a:lnTo>
                <a:lnTo>
                  <a:pt x="8217" y="14490"/>
                </a:lnTo>
                <a:lnTo>
                  <a:pt x="8474" y="14563"/>
                </a:lnTo>
                <a:lnTo>
                  <a:pt x="8731" y="14636"/>
                </a:lnTo>
                <a:lnTo>
                  <a:pt x="8768" y="14783"/>
                </a:lnTo>
                <a:lnTo>
                  <a:pt x="8841" y="14857"/>
                </a:lnTo>
                <a:lnTo>
                  <a:pt x="8951" y="14893"/>
                </a:lnTo>
                <a:lnTo>
                  <a:pt x="9061" y="14893"/>
                </a:lnTo>
                <a:lnTo>
                  <a:pt x="9061" y="15003"/>
                </a:lnTo>
                <a:lnTo>
                  <a:pt x="9024" y="15150"/>
                </a:lnTo>
                <a:lnTo>
                  <a:pt x="8914" y="15223"/>
                </a:lnTo>
                <a:lnTo>
                  <a:pt x="8768" y="15333"/>
                </a:lnTo>
                <a:lnTo>
                  <a:pt x="8034" y="15040"/>
                </a:lnTo>
                <a:lnTo>
                  <a:pt x="6383" y="14490"/>
                </a:lnTo>
                <a:lnTo>
                  <a:pt x="5576" y="14270"/>
                </a:lnTo>
                <a:lnTo>
                  <a:pt x="4769" y="14086"/>
                </a:lnTo>
                <a:lnTo>
                  <a:pt x="4292" y="14013"/>
                </a:lnTo>
                <a:lnTo>
                  <a:pt x="4072" y="14013"/>
                </a:lnTo>
                <a:lnTo>
                  <a:pt x="3852" y="14050"/>
                </a:lnTo>
                <a:lnTo>
                  <a:pt x="3742" y="14013"/>
                </a:lnTo>
                <a:lnTo>
                  <a:pt x="3669" y="13939"/>
                </a:lnTo>
                <a:lnTo>
                  <a:pt x="3632" y="13829"/>
                </a:lnTo>
                <a:lnTo>
                  <a:pt x="3632" y="13719"/>
                </a:lnTo>
                <a:lnTo>
                  <a:pt x="3632" y="13609"/>
                </a:lnTo>
                <a:lnTo>
                  <a:pt x="3705" y="13536"/>
                </a:lnTo>
                <a:lnTo>
                  <a:pt x="3816" y="13463"/>
                </a:lnTo>
                <a:lnTo>
                  <a:pt x="3926" y="13426"/>
                </a:lnTo>
                <a:close/>
                <a:moveTo>
                  <a:pt x="4256" y="15737"/>
                </a:moveTo>
                <a:lnTo>
                  <a:pt x="4696" y="15847"/>
                </a:lnTo>
                <a:lnTo>
                  <a:pt x="4476" y="16067"/>
                </a:lnTo>
                <a:lnTo>
                  <a:pt x="4292" y="16287"/>
                </a:lnTo>
                <a:lnTo>
                  <a:pt x="4292" y="16250"/>
                </a:lnTo>
                <a:lnTo>
                  <a:pt x="4256" y="16140"/>
                </a:lnTo>
                <a:lnTo>
                  <a:pt x="4256" y="15994"/>
                </a:lnTo>
                <a:lnTo>
                  <a:pt x="4256" y="15737"/>
                </a:lnTo>
                <a:close/>
                <a:moveTo>
                  <a:pt x="4843" y="15920"/>
                </a:moveTo>
                <a:lnTo>
                  <a:pt x="4989" y="15957"/>
                </a:lnTo>
                <a:lnTo>
                  <a:pt x="5136" y="15994"/>
                </a:lnTo>
                <a:lnTo>
                  <a:pt x="4879" y="16140"/>
                </a:lnTo>
                <a:lnTo>
                  <a:pt x="4623" y="16360"/>
                </a:lnTo>
                <a:lnTo>
                  <a:pt x="4623" y="16360"/>
                </a:lnTo>
                <a:lnTo>
                  <a:pt x="4733" y="16140"/>
                </a:lnTo>
                <a:lnTo>
                  <a:pt x="4843" y="15920"/>
                </a:lnTo>
                <a:close/>
                <a:moveTo>
                  <a:pt x="4146" y="14453"/>
                </a:moveTo>
                <a:lnTo>
                  <a:pt x="4659" y="14490"/>
                </a:lnTo>
                <a:lnTo>
                  <a:pt x="5356" y="14673"/>
                </a:lnTo>
                <a:lnTo>
                  <a:pt x="6053" y="14857"/>
                </a:lnTo>
                <a:lnTo>
                  <a:pt x="7410" y="15333"/>
                </a:lnTo>
                <a:lnTo>
                  <a:pt x="8034" y="15553"/>
                </a:lnTo>
                <a:lnTo>
                  <a:pt x="8401" y="15663"/>
                </a:lnTo>
                <a:lnTo>
                  <a:pt x="8694" y="15774"/>
                </a:lnTo>
                <a:lnTo>
                  <a:pt x="8731" y="15847"/>
                </a:lnTo>
                <a:lnTo>
                  <a:pt x="8768" y="15884"/>
                </a:lnTo>
                <a:lnTo>
                  <a:pt x="8841" y="15957"/>
                </a:lnTo>
                <a:lnTo>
                  <a:pt x="8951" y="15957"/>
                </a:lnTo>
                <a:lnTo>
                  <a:pt x="8914" y="16067"/>
                </a:lnTo>
                <a:lnTo>
                  <a:pt x="8841" y="16214"/>
                </a:lnTo>
                <a:lnTo>
                  <a:pt x="8694" y="16397"/>
                </a:lnTo>
                <a:lnTo>
                  <a:pt x="8547" y="16507"/>
                </a:lnTo>
                <a:lnTo>
                  <a:pt x="8401" y="16581"/>
                </a:lnTo>
                <a:lnTo>
                  <a:pt x="7227" y="16140"/>
                </a:lnTo>
                <a:lnTo>
                  <a:pt x="6016" y="15774"/>
                </a:lnTo>
                <a:lnTo>
                  <a:pt x="4733" y="15370"/>
                </a:lnTo>
                <a:lnTo>
                  <a:pt x="4072" y="15223"/>
                </a:lnTo>
                <a:lnTo>
                  <a:pt x="3449" y="15113"/>
                </a:lnTo>
                <a:lnTo>
                  <a:pt x="3449" y="15040"/>
                </a:lnTo>
                <a:lnTo>
                  <a:pt x="3449" y="14857"/>
                </a:lnTo>
                <a:lnTo>
                  <a:pt x="3522" y="14673"/>
                </a:lnTo>
                <a:lnTo>
                  <a:pt x="3632" y="14563"/>
                </a:lnTo>
                <a:lnTo>
                  <a:pt x="3705" y="14490"/>
                </a:lnTo>
                <a:lnTo>
                  <a:pt x="3926" y="14490"/>
                </a:lnTo>
                <a:lnTo>
                  <a:pt x="3962" y="14526"/>
                </a:lnTo>
                <a:lnTo>
                  <a:pt x="3999" y="14526"/>
                </a:lnTo>
                <a:lnTo>
                  <a:pt x="4036" y="14490"/>
                </a:lnTo>
                <a:lnTo>
                  <a:pt x="4146" y="14453"/>
                </a:lnTo>
                <a:close/>
                <a:moveTo>
                  <a:pt x="5503" y="16067"/>
                </a:moveTo>
                <a:lnTo>
                  <a:pt x="5723" y="16140"/>
                </a:lnTo>
                <a:lnTo>
                  <a:pt x="5503" y="16287"/>
                </a:lnTo>
                <a:lnTo>
                  <a:pt x="5246" y="16434"/>
                </a:lnTo>
                <a:lnTo>
                  <a:pt x="5026" y="16617"/>
                </a:lnTo>
                <a:lnTo>
                  <a:pt x="4843" y="16837"/>
                </a:lnTo>
                <a:lnTo>
                  <a:pt x="4659" y="16764"/>
                </a:lnTo>
                <a:lnTo>
                  <a:pt x="4733" y="16691"/>
                </a:lnTo>
                <a:lnTo>
                  <a:pt x="5503" y="16067"/>
                </a:lnTo>
                <a:close/>
                <a:moveTo>
                  <a:pt x="5980" y="16214"/>
                </a:moveTo>
                <a:lnTo>
                  <a:pt x="6200" y="16287"/>
                </a:lnTo>
                <a:lnTo>
                  <a:pt x="6200" y="16324"/>
                </a:lnTo>
                <a:lnTo>
                  <a:pt x="5943" y="16434"/>
                </a:lnTo>
                <a:lnTo>
                  <a:pt x="5723" y="16581"/>
                </a:lnTo>
                <a:lnTo>
                  <a:pt x="5540" y="16727"/>
                </a:lnTo>
                <a:lnTo>
                  <a:pt x="5393" y="16947"/>
                </a:lnTo>
                <a:lnTo>
                  <a:pt x="5246" y="16911"/>
                </a:lnTo>
                <a:lnTo>
                  <a:pt x="5613" y="16544"/>
                </a:lnTo>
                <a:lnTo>
                  <a:pt x="5980" y="16214"/>
                </a:lnTo>
                <a:close/>
                <a:moveTo>
                  <a:pt x="6383" y="16360"/>
                </a:moveTo>
                <a:lnTo>
                  <a:pt x="6897" y="16544"/>
                </a:lnTo>
                <a:lnTo>
                  <a:pt x="6420" y="16801"/>
                </a:lnTo>
                <a:lnTo>
                  <a:pt x="6200" y="16947"/>
                </a:lnTo>
                <a:lnTo>
                  <a:pt x="5980" y="17131"/>
                </a:lnTo>
                <a:lnTo>
                  <a:pt x="5796" y="17057"/>
                </a:lnTo>
                <a:lnTo>
                  <a:pt x="5833" y="16984"/>
                </a:lnTo>
                <a:lnTo>
                  <a:pt x="5833" y="16911"/>
                </a:lnTo>
                <a:lnTo>
                  <a:pt x="5833" y="16874"/>
                </a:lnTo>
                <a:lnTo>
                  <a:pt x="6090" y="16617"/>
                </a:lnTo>
                <a:lnTo>
                  <a:pt x="6383" y="16397"/>
                </a:lnTo>
                <a:lnTo>
                  <a:pt x="6383" y="16360"/>
                </a:lnTo>
                <a:close/>
                <a:moveTo>
                  <a:pt x="7080" y="16581"/>
                </a:moveTo>
                <a:lnTo>
                  <a:pt x="7410" y="16691"/>
                </a:lnTo>
                <a:lnTo>
                  <a:pt x="7154" y="16911"/>
                </a:lnTo>
                <a:lnTo>
                  <a:pt x="6787" y="17314"/>
                </a:lnTo>
                <a:lnTo>
                  <a:pt x="6457" y="17241"/>
                </a:lnTo>
                <a:lnTo>
                  <a:pt x="6493" y="17167"/>
                </a:lnTo>
                <a:lnTo>
                  <a:pt x="6457" y="17131"/>
                </a:lnTo>
                <a:lnTo>
                  <a:pt x="6750" y="16837"/>
                </a:lnTo>
                <a:lnTo>
                  <a:pt x="7080" y="16581"/>
                </a:lnTo>
                <a:close/>
                <a:moveTo>
                  <a:pt x="8034" y="2678"/>
                </a:moveTo>
                <a:lnTo>
                  <a:pt x="7704" y="2715"/>
                </a:lnTo>
                <a:lnTo>
                  <a:pt x="7374" y="2752"/>
                </a:lnTo>
                <a:lnTo>
                  <a:pt x="7044" y="2825"/>
                </a:lnTo>
                <a:lnTo>
                  <a:pt x="6750" y="2898"/>
                </a:lnTo>
                <a:lnTo>
                  <a:pt x="6420" y="3008"/>
                </a:lnTo>
                <a:lnTo>
                  <a:pt x="6126" y="3155"/>
                </a:lnTo>
                <a:lnTo>
                  <a:pt x="5833" y="3302"/>
                </a:lnTo>
                <a:lnTo>
                  <a:pt x="5576" y="3522"/>
                </a:lnTo>
                <a:lnTo>
                  <a:pt x="5026" y="3962"/>
                </a:lnTo>
                <a:lnTo>
                  <a:pt x="4806" y="4219"/>
                </a:lnTo>
                <a:lnTo>
                  <a:pt x="4586" y="4512"/>
                </a:lnTo>
                <a:lnTo>
                  <a:pt x="4366" y="4769"/>
                </a:lnTo>
                <a:lnTo>
                  <a:pt x="4182" y="5099"/>
                </a:lnTo>
                <a:lnTo>
                  <a:pt x="3999" y="5393"/>
                </a:lnTo>
                <a:lnTo>
                  <a:pt x="3852" y="5723"/>
                </a:lnTo>
                <a:lnTo>
                  <a:pt x="3742" y="6163"/>
                </a:lnTo>
                <a:lnTo>
                  <a:pt x="3669" y="6603"/>
                </a:lnTo>
                <a:lnTo>
                  <a:pt x="3632" y="7043"/>
                </a:lnTo>
                <a:lnTo>
                  <a:pt x="3632" y="7520"/>
                </a:lnTo>
                <a:lnTo>
                  <a:pt x="3705" y="7960"/>
                </a:lnTo>
                <a:lnTo>
                  <a:pt x="3779" y="8437"/>
                </a:lnTo>
                <a:lnTo>
                  <a:pt x="3962" y="9318"/>
                </a:lnTo>
                <a:lnTo>
                  <a:pt x="4109" y="10308"/>
                </a:lnTo>
                <a:lnTo>
                  <a:pt x="4182" y="10785"/>
                </a:lnTo>
                <a:lnTo>
                  <a:pt x="4219" y="11262"/>
                </a:lnTo>
                <a:lnTo>
                  <a:pt x="4182" y="11739"/>
                </a:lnTo>
                <a:lnTo>
                  <a:pt x="4109" y="12215"/>
                </a:lnTo>
                <a:lnTo>
                  <a:pt x="3999" y="12619"/>
                </a:lnTo>
                <a:lnTo>
                  <a:pt x="3816" y="13059"/>
                </a:lnTo>
                <a:lnTo>
                  <a:pt x="3595" y="13132"/>
                </a:lnTo>
                <a:lnTo>
                  <a:pt x="3449" y="13279"/>
                </a:lnTo>
                <a:lnTo>
                  <a:pt x="3302" y="13426"/>
                </a:lnTo>
                <a:lnTo>
                  <a:pt x="3229" y="13646"/>
                </a:lnTo>
                <a:lnTo>
                  <a:pt x="3229" y="13829"/>
                </a:lnTo>
                <a:lnTo>
                  <a:pt x="3265" y="13976"/>
                </a:lnTo>
                <a:lnTo>
                  <a:pt x="3339" y="14160"/>
                </a:lnTo>
                <a:lnTo>
                  <a:pt x="3412" y="14270"/>
                </a:lnTo>
                <a:lnTo>
                  <a:pt x="3339" y="14343"/>
                </a:lnTo>
                <a:lnTo>
                  <a:pt x="3265" y="14416"/>
                </a:lnTo>
                <a:lnTo>
                  <a:pt x="3192" y="14526"/>
                </a:lnTo>
                <a:lnTo>
                  <a:pt x="3119" y="14673"/>
                </a:lnTo>
                <a:lnTo>
                  <a:pt x="3082" y="14857"/>
                </a:lnTo>
                <a:lnTo>
                  <a:pt x="3045" y="15040"/>
                </a:lnTo>
                <a:lnTo>
                  <a:pt x="3045" y="15187"/>
                </a:lnTo>
                <a:lnTo>
                  <a:pt x="3082" y="15370"/>
                </a:lnTo>
                <a:lnTo>
                  <a:pt x="3192" y="15480"/>
                </a:lnTo>
                <a:lnTo>
                  <a:pt x="3302" y="15590"/>
                </a:lnTo>
                <a:lnTo>
                  <a:pt x="3412" y="15627"/>
                </a:lnTo>
                <a:lnTo>
                  <a:pt x="3485" y="15590"/>
                </a:lnTo>
                <a:lnTo>
                  <a:pt x="3522" y="15553"/>
                </a:lnTo>
                <a:lnTo>
                  <a:pt x="3559" y="15553"/>
                </a:lnTo>
                <a:lnTo>
                  <a:pt x="4072" y="15700"/>
                </a:lnTo>
                <a:lnTo>
                  <a:pt x="3999" y="15810"/>
                </a:lnTo>
                <a:lnTo>
                  <a:pt x="3926" y="15957"/>
                </a:lnTo>
                <a:lnTo>
                  <a:pt x="3926" y="16140"/>
                </a:lnTo>
                <a:lnTo>
                  <a:pt x="3926" y="16324"/>
                </a:lnTo>
                <a:lnTo>
                  <a:pt x="3999" y="16507"/>
                </a:lnTo>
                <a:lnTo>
                  <a:pt x="4072" y="16654"/>
                </a:lnTo>
                <a:lnTo>
                  <a:pt x="4146" y="16801"/>
                </a:lnTo>
                <a:lnTo>
                  <a:pt x="4292" y="16874"/>
                </a:lnTo>
                <a:lnTo>
                  <a:pt x="4256" y="16947"/>
                </a:lnTo>
                <a:lnTo>
                  <a:pt x="4292" y="17021"/>
                </a:lnTo>
                <a:lnTo>
                  <a:pt x="4329" y="17057"/>
                </a:lnTo>
                <a:lnTo>
                  <a:pt x="4402" y="17094"/>
                </a:lnTo>
                <a:lnTo>
                  <a:pt x="4586" y="17167"/>
                </a:lnTo>
                <a:lnTo>
                  <a:pt x="4806" y="17277"/>
                </a:lnTo>
                <a:lnTo>
                  <a:pt x="5283" y="17388"/>
                </a:lnTo>
                <a:lnTo>
                  <a:pt x="5393" y="17424"/>
                </a:lnTo>
                <a:lnTo>
                  <a:pt x="5576" y="17461"/>
                </a:lnTo>
                <a:lnTo>
                  <a:pt x="6310" y="17681"/>
                </a:lnTo>
                <a:lnTo>
                  <a:pt x="6677" y="17754"/>
                </a:lnTo>
                <a:lnTo>
                  <a:pt x="6860" y="17791"/>
                </a:lnTo>
                <a:lnTo>
                  <a:pt x="7044" y="17754"/>
                </a:lnTo>
                <a:lnTo>
                  <a:pt x="7117" y="17718"/>
                </a:lnTo>
                <a:lnTo>
                  <a:pt x="7154" y="17681"/>
                </a:lnTo>
                <a:lnTo>
                  <a:pt x="7154" y="17608"/>
                </a:lnTo>
                <a:lnTo>
                  <a:pt x="7117" y="17534"/>
                </a:lnTo>
                <a:lnTo>
                  <a:pt x="7447" y="17204"/>
                </a:lnTo>
                <a:lnTo>
                  <a:pt x="7594" y="17021"/>
                </a:lnTo>
                <a:lnTo>
                  <a:pt x="7740" y="16837"/>
                </a:lnTo>
                <a:lnTo>
                  <a:pt x="8327" y="17021"/>
                </a:lnTo>
                <a:lnTo>
                  <a:pt x="8437" y="17021"/>
                </a:lnTo>
                <a:lnTo>
                  <a:pt x="8547" y="16984"/>
                </a:lnTo>
                <a:lnTo>
                  <a:pt x="8731" y="16911"/>
                </a:lnTo>
                <a:lnTo>
                  <a:pt x="8914" y="16764"/>
                </a:lnTo>
                <a:lnTo>
                  <a:pt x="9098" y="16581"/>
                </a:lnTo>
                <a:lnTo>
                  <a:pt x="9208" y="16360"/>
                </a:lnTo>
                <a:lnTo>
                  <a:pt x="9281" y="16140"/>
                </a:lnTo>
                <a:lnTo>
                  <a:pt x="9318" y="15884"/>
                </a:lnTo>
                <a:lnTo>
                  <a:pt x="9281" y="15700"/>
                </a:lnTo>
                <a:lnTo>
                  <a:pt x="9208" y="15590"/>
                </a:lnTo>
                <a:lnTo>
                  <a:pt x="9171" y="15517"/>
                </a:lnTo>
                <a:lnTo>
                  <a:pt x="9244" y="15407"/>
                </a:lnTo>
                <a:lnTo>
                  <a:pt x="9354" y="15260"/>
                </a:lnTo>
                <a:lnTo>
                  <a:pt x="9391" y="15113"/>
                </a:lnTo>
                <a:lnTo>
                  <a:pt x="9428" y="15003"/>
                </a:lnTo>
                <a:lnTo>
                  <a:pt x="9501" y="14930"/>
                </a:lnTo>
                <a:lnTo>
                  <a:pt x="9575" y="14857"/>
                </a:lnTo>
                <a:lnTo>
                  <a:pt x="9575" y="14783"/>
                </a:lnTo>
                <a:lnTo>
                  <a:pt x="9538" y="14673"/>
                </a:lnTo>
                <a:lnTo>
                  <a:pt x="9391" y="14526"/>
                </a:lnTo>
                <a:lnTo>
                  <a:pt x="9244" y="14380"/>
                </a:lnTo>
                <a:lnTo>
                  <a:pt x="9244" y="14050"/>
                </a:lnTo>
                <a:lnTo>
                  <a:pt x="9318" y="13683"/>
                </a:lnTo>
                <a:lnTo>
                  <a:pt x="9428" y="13353"/>
                </a:lnTo>
                <a:lnTo>
                  <a:pt x="9538" y="13059"/>
                </a:lnTo>
                <a:lnTo>
                  <a:pt x="9721" y="12766"/>
                </a:lnTo>
                <a:lnTo>
                  <a:pt x="9905" y="12472"/>
                </a:lnTo>
                <a:lnTo>
                  <a:pt x="10308" y="11885"/>
                </a:lnTo>
                <a:lnTo>
                  <a:pt x="10785" y="11335"/>
                </a:lnTo>
                <a:lnTo>
                  <a:pt x="11299" y="10822"/>
                </a:lnTo>
                <a:lnTo>
                  <a:pt x="11775" y="10308"/>
                </a:lnTo>
                <a:lnTo>
                  <a:pt x="12179" y="9758"/>
                </a:lnTo>
                <a:lnTo>
                  <a:pt x="12362" y="9501"/>
                </a:lnTo>
                <a:lnTo>
                  <a:pt x="12546" y="9208"/>
                </a:lnTo>
                <a:lnTo>
                  <a:pt x="12656" y="8951"/>
                </a:lnTo>
                <a:lnTo>
                  <a:pt x="12803" y="8657"/>
                </a:lnTo>
                <a:lnTo>
                  <a:pt x="12876" y="8364"/>
                </a:lnTo>
                <a:lnTo>
                  <a:pt x="12949" y="8034"/>
                </a:lnTo>
                <a:lnTo>
                  <a:pt x="12986" y="7740"/>
                </a:lnTo>
                <a:lnTo>
                  <a:pt x="13023" y="7447"/>
                </a:lnTo>
                <a:lnTo>
                  <a:pt x="13023" y="6823"/>
                </a:lnTo>
                <a:lnTo>
                  <a:pt x="12913" y="6236"/>
                </a:lnTo>
                <a:lnTo>
                  <a:pt x="12729" y="5613"/>
                </a:lnTo>
                <a:lnTo>
                  <a:pt x="12436" y="5026"/>
                </a:lnTo>
                <a:lnTo>
                  <a:pt x="12252" y="4769"/>
                </a:lnTo>
                <a:lnTo>
                  <a:pt x="12069" y="4476"/>
                </a:lnTo>
                <a:lnTo>
                  <a:pt x="11849" y="4256"/>
                </a:lnTo>
                <a:lnTo>
                  <a:pt x="11629" y="3999"/>
                </a:lnTo>
                <a:lnTo>
                  <a:pt x="11372" y="3815"/>
                </a:lnTo>
                <a:lnTo>
                  <a:pt x="11115" y="3595"/>
                </a:lnTo>
                <a:lnTo>
                  <a:pt x="10565" y="3265"/>
                </a:lnTo>
                <a:lnTo>
                  <a:pt x="9978" y="3008"/>
                </a:lnTo>
                <a:lnTo>
                  <a:pt x="9354" y="2825"/>
                </a:lnTo>
                <a:lnTo>
                  <a:pt x="8694" y="2715"/>
                </a:lnTo>
                <a:lnTo>
                  <a:pt x="8034" y="2678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79" name="Google Shape;479;p10"/>
          <p:cNvSpPr/>
          <p:nvPr/>
        </p:nvSpPr>
        <p:spPr>
          <a:xfrm>
            <a:off x="11757265" y="4586215"/>
            <a:ext cx="552209" cy="677016"/>
          </a:xfrm>
          <a:custGeom>
            <a:avLst/>
            <a:gdLst/>
            <a:ahLst/>
            <a:cxnLst/>
            <a:rect l="l" t="t" r="r" b="b"/>
            <a:pathLst>
              <a:path w="14601" h="17901" extrusionOk="0">
                <a:moveTo>
                  <a:pt x="10492" y="4329"/>
                </a:moveTo>
                <a:lnTo>
                  <a:pt x="10859" y="4769"/>
                </a:lnTo>
                <a:lnTo>
                  <a:pt x="10712" y="4769"/>
                </a:lnTo>
                <a:lnTo>
                  <a:pt x="10712" y="4696"/>
                </a:lnTo>
                <a:lnTo>
                  <a:pt x="10675" y="4622"/>
                </a:lnTo>
                <a:lnTo>
                  <a:pt x="10639" y="4622"/>
                </a:lnTo>
                <a:lnTo>
                  <a:pt x="10602" y="4549"/>
                </a:lnTo>
                <a:lnTo>
                  <a:pt x="10565" y="4512"/>
                </a:lnTo>
                <a:lnTo>
                  <a:pt x="10455" y="4475"/>
                </a:lnTo>
                <a:lnTo>
                  <a:pt x="10345" y="4512"/>
                </a:lnTo>
                <a:lnTo>
                  <a:pt x="10308" y="4549"/>
                </a:lnTo>
                <a:lnTo>
                  <a:pt x="10272" y="4622"/>
                </a:lnTo>
                <a:lnTo>
                  <a:pt x="10272" y="4696"/>
                </a:lnTo>
                <a:lnTo>
                  <a:pt x="10052" y="4622"/>
                </a:lnTo>
                <a:lnTo>
                  <a:pt x="10492" y="4329"/>
                </a:lnTo>
                <a:close/>
                <a:moveTo>
                  <a:pt x="6897" y="3448"/>
                </a:moveTo>
                <a:lnTo>
                  <a:pt x="7044" y="3485"/>
                </a:lnTo>
                <a:lnTo>
                  <a:pt x="7227" y="3522"/>
                </a:lnTo>
                <a:lnTo>
                  <a:pt x="7374" y="3595"/>
                </a:lnTo>
                <a:lnTo>
                  <a:pt x="7484" y="3705"/>
                </a:lnTo>
                <a:lnTo>
                  <a:pt x="7521" y="3815"/>
                </a:lnTo>
                <a:lnTo>
                  <a:pt x="7521" y="3889"/>
                </a:lnTo>
                <a:lnTo>
                  <a:pt x="7484" y="3999"/>
                </a:lnTo>
                <a:lnTo>
                  <a:pt x="7447" y="4109"/>
                </a:lnTo>
                <a:lnTo>
                  <a:pt x="7264" y="4292"/>
                </a:lnTo>
                <a:lnTo>
                  <a:pt x="7154" y="4439"/>
                </a:lnTo>
                <a:lnTo>
                  <a:pt x="6934" y="4732"/>
                </a:lnTo>
                <a:lnTo>
                  <a:pt x="6714" y="4952"/>
                </a:lnTo>
                <a:lnTo>
                  <a:pt x="6494" y="5099"/>
                </a:lnTo>
                <a:lnTo>
                  <a:pt x="6384" y="5136"/>
                </a:lnTo>
                <a:lnTo>
                  <a:pt x="6310" y="5136"/>
                </a:lnTo>
                <a:lnTo>
                  <a:pt x="6237" y="5062"/>
                </a:lnTo>
                <a:lnTo>
                  <a:pt x="6200" y="4989"/>
                </a:lnTo>
                <a:lnTo>
                  <a:pt x="6163" y="4806"/>
                </a:lnTo>
                <a:lnTo>
                  <a:pt x="6163" y="4659"/>
                </a:lnTo>
                <a:lnTo>
                  <a:pt x="6163" y="4145"/>
                </a:lnTo>
                <a:lnTo>
                  <a:pt x="6127" y="3595"/>
                </a:lnTo>
                <a:lnTo>
                  <a:pt x="6273" y="3522"/>
                </a:lnTo>
                <a:lnTo>
                  <a:pt x="6420" y="3485"/>
                </a:lnTo>
                <a:lnTo>
                  <a:pt x="6567" y="3448"/>
                </a:lnTo>
                <a:close/>
                <a:moveTo>
                  <a:pt x="6457" y="3118"/>
                </a:moveTo>
                <a:lnTo>
                  <a:pt x="6237" y="3192"/>
                </a:lnTo>
                <a:lnTo>
                  <a:pt x="6017" y="3265"/>
                </a:lnTo>
                <a:lnTo>
                  <a:pt x="5833" y="3375"/>
                </a:lnTo>
                <a:lnTo>
                  <a:pt x="5723" y="3558"/>
                </a:lnTo>
                <a:lnTo>
                  <a:pt x="5723" y="3632"/>
                </a:lnTo>
                <a:lnTo>
                  <a:pt x="5760" y="3668"/>
                </a:lnTo>
                <a:lnTo>
                  <a:pt x="5797" y="3705"/>
                </a:lnTo>
                <a:lnTo>
                  <a:pt x="5870" y="3705"/>
                </a:lnTo>
                <a:lnTo>
                  <a:pt x="5980" y="3668"/>
                </a:lnTo>
                <a:lnTo>
                  <a:pt x="5943" y="4219"/>
                </a:lnTo>
                <a:lnTo>
                  <a:pt x="5943" y="4769"/>
                </a:lnTo>
                <a:lnTo>
                  <a:pt x="5943" y="4952"/>
                </a:lnTo>
                <a:lnTo>
                  <a:pt x="5980" y="5099"/>
                </a:lnTo>
                <a:lnTo>
                  <a:pt x="6053" y="5209"/>
                </a:lnTo>
                <a:lnTo>
                  <a:pt x="6163" y="5319"/>
                </a:lnTo>
                <a:lnTo>
                  <a:pt x="6237" y="5393"/>
                </a:lnTo>
                <a:lnTo>
                  <a:pt x="6530" y="5393"/>
                </a:lnTo>
                <a:lnTo>
                  <a:pt x="6714" y="5282"/>
                </a:lnTo>
                <a:lnTo>
                  <a:pt x="6897" y="5136"/>
                </a:lnTo>
                <a:lnTo>
                  <a:pt x="7227" y="4806"/>
                </a:lnTo>
                <a:lnTo>
                  <a:pt x="7447" y="4512"/>
                </a:lnTo>
                <a:lnTo>
                  <a:pt x="7594" y="4329"/>
                </a:lnTo>
                <a:lnTo>
                  <a:pt x="7741" y="4182"/>
                </a:lnTo>
                <a:lnTo>
                  <a:pt x="7814" y="3962"/>
                </a:lnTo>
                <a:lnTo>
                  <a:pt x="7851" y="3852"/>
                </a:lnTo>
                <a:lnTo>
                  <a:pt x="7851" y="3742"/>
                </a:lnTo>
                <a:lnTo>
                  <a:pt x="7777" y="3595"/>
                </a:lnTo>
                <a:lnTo>
                  <a:pt x="7667" y="3448"/>
                </a:lnTo>
                <a:lnTo>
                  <a:pt x="7521" y="3302"/>
                </a:lnTo>
                <a:lnTo>
                  <a:pt x="7374" y="3228"/>
                </a:lnTo>
                <a:lnTo>
                  <a:pt x="7190" y="3155"/>
                </a:lnTo>
                <a:lnTo>
                  <a:pt x="6970" y="3118"/>
                </a:lnTo>
                <a:close/>
                <a:moveTo>
                  <a:pt x="2789" y="3522"/>
                </a:moveTo>
                <a:lnTo>
                  <a:pt x="2935" y="3668"/>
                </a:lnTo>
                <a:lnTo>
                  <a:pt x="3082" y="3779"/>
                </a:lnTo>
                <a:lnTo>
                  <a:pt x="3449" y="3925"/>
                </a:lnTo>
                <a:lnTo>
                  <a:pt x="3632" y="3999"/>
                </a:lnTo>
                <a:lnTo>
                  <a:pt x="3669" y="4072"/>
                </a:lnTo>
                <a:lnTo>
                  <a:pt x="3706" y="4145"/>
                </a:lnTo>
                <a:lnTo>
                  <a:pt x="3706" y="4219"/>
                </a:lnTo>
                <a:lnTo>
                  <a:pt x="3742" y="4255"/>
                </a:lnTo>
                <a:lnTo>
                  <a:pt x="3779" y="4292"/>
                </a:lnTo>
                <a:lnTo>
                  <a:pt x="3852" y="4329"/>
                </a:lnTo>
                <a:lnTo>
                  <a:pt x="4036" y="4402"/>
                </a:lnTo>
                <a:lnTo>
                  <a:pt x="4219" y="4475"/>
                </a:lnTo>
                <a:lnTo>
                  <a:pt x="4403" y="4586"/>
                </a:lnTo>
                <a:lnTo>
                  <a:pt x="4549" y="4696"/>
                </a:lnTo>
                <a:lnTo>
                  <a:pt x="4843" y="5026"/>
                </a:lnTo>
                <a:lnTo>
                  <a:pt x="5100" y="5319"/>
                </a:lnTo>
                <a:lnTo>
                  <a:pt x="4770" y="5356"/>
                </a:lnTo>
                <a:lnTo>
                  <a:pt x="4476" y="5356"/>
                </a:lnTo>
                <a:lnTo>
                  <a:pt x="3816" y="5319"/>
                </a:lnTo>
                <a:lnTo>
                  <a:pt x="3486" y="5319"/>
                </a:lnTo>
                <a:lnTo>
                  <a:pt x="3156" y="5393"/>
                </a:lnTo>
                <a:lnTo>
                  <a:pt x="2972" y="5466"/>
                </a:lnTo>
                <a:lnTo>
                  <a:pt x="2789" y="5576"/>
                </a:lnTo>
                <a:lnTo>
                  <a:pt x="2605" y="5649"/>
                </a:lnTo>
                <a:lnTo>
                  <a:pt x="2495" y="5686"/>
                </a:lnTo>
                <a:lnTo>
                  <a:pt x="2349" y="5686"/>
                </a:lnTo>
                <a:lnTo>
                  <a:pt x="2312" y="5723"/>
                </a:lnTo>
                <a:lnTo>
                  <a:pt x="2275" y="5796"/>
                </a:lnTo>
                <a:lnTo>
                  <a:pt x="2275" y="5833"/>
                </a:lnTo>
                <a:lnTo>
                  <a:pt x="2349" y="6676"/>
                </a:lnTo>
                <a:lnTo>
                  <a:pt x="2128" y="6493"/>
                </a:lnTo>
                <a:lnTo>
                  <a:pt x="1908" y="6383"/>
                </a:lnTo>
                <a:lnTo>
                  <a:pt x="1908" y="6126"/>
                </a:lnTo>
                <a:lnTo>
                  <a:pt x="1835" y="5906"/>
                </a:lnTo>
                <a:lnTo>
                  <a:pt x="1725" y="5796"/>
                </a:lnTo>
                <a:lnTo>
                  <a:pt x="1578" y="5723"/>
                </a:lnTo>
                <a:lnTo>
                  <a:pt x="1285" y="5649"/>
                </a:lnTo>
                <a:lnTo>
                  <a:pt x="1101" y="5649"/>
                </a:lnTo>
                <a:lnTo>
                  <a:pt x="918" y="5686"/>
                </a:lnTo>
                <a:lnTo>
                  <a:pt x="918" y="5686"/>
                </a:lnTo>
                <a:lnTo>
                  <a:pt x="1101" y="5356"/>
                </a:lnTo>
                <a:lnTo>
                  <a:pt x="1285" y="5026"/>
                </a:lnTo>
                <a:lnTo>
                  <a:pt x="1468" y="4732"/>
                </a:lnTo>
                <a:lnTo>
                  <a:pt x="1688" y="4439"/>
                </a:lnTo>
                <a:lnTo>
                  <a:pt x="1945" y="4182"/>
                </a:lnTo>
                <a:lnTo>
                  <a:pt x="2202" y="3962"/>
                </a:lnTo>
                <a:lnTo>
                  <a:pt x="2495" y="3742"/>
                </a:lnTo>
                <a:lnTo>
                  <a:pt x="2789" y="3522"/>
                </a:lnTo>
                <a:close/>
                <a:moveTo>
                  <a:pt x="10639" y="7520"/>
                </a:moveTo>
                <a:lnTo>
                  <a:pt x="11042" y="7703"/>
                </a:lnTo>
                <a:lnTo>
                  <a:pt x="11336" y="7850"/>
                </a:lnTo>
                <a:lnTo>
                  <a:pt x="11482" y="7924"/>
                </a:lnTo>
                <a:lnTo>
                  <a:pt x="11629" y="7960"/>
                </a:lnTo>
                <a:lnTo>
                  <a:pt x="11556" y="8254"/>
                </a:lnTo>
                <a:lnTo>
                  <a:pt x="11225" y="8107"/>
                </a:lnTo>
                <a:lnTo>
                  <a:pt x="10895" y="7960"/>
                </a:lnTo>
                <a:lnTo>
                  <a:pt x="10785" y="7887"/>
                </a:lnTo>
                <a:lnTo>
                  <a:pt x="10639" y="7520"/>
                </a:lnTo>
                <a:close/>
                <a:moveTo>
                  <a:pt x="10272" y="8070"/>
                </a:moveTo>
                <a:lnTo>
                  <a:pt x="10382" y="8144"/>
                </a:lnTo>
                <a:lnTo>
                  <a:pt x="10529" y="8217"/>
                </a:lnTo>
                <a:lnTo>
                  <a:pt x="10565" y="8327"/>
                </a:lnTo>
                <a:lnTo>
                  <a:pt x="10602" y="8400"/>
                </a:lnTo>
                <a:lnTo>
                  <a:pt x="10712" y="8437"/>
                </a:lnTo>
                <a:lnTo>
                  <a:pt x="10932" y="8510"/>
                </a:lnTo>
                <a:lnTo>
                  <a:pt x="11042" y="8547"/>
                </a:lnTo>
                <a:lnTo>
                  <a:pt x="11042" y="8584"/>
                </a:lnTo>
                <a:lnTo>
                  <a:pt x="11042" y="8657"/>
                </a:lnTo>
                <a:lnTo>
                  <a:pt x="11079" y="8731"/>
                </a:lnTo>
                <a:lnTo>
                  <a:pt x="11152" y="8804"/>
                </a:lnTo>
                <a:lnTo>
                  <a:pt x="11336" y="8841"/>
                </a:lnTo>
                <a:lnTo>
                  <a:pt x="11152" y="9244"/>
                </a:lnTo>
                <a:lnTo>
                  <a:pt x="11079" y="9171"/>
                </a:lnTo>
                <a:lnTo>
                  <a:pt x="10602" y="8767"/>
                </a:lnTo>
                <a:lnTo>
                  <a:pt x="10602" y="8547"/>
                </a:lnTo>
                <a:lnTo>
                  <a:pt x="10565" y="8364"/>
                </a:lnTo>
                <a:lnTo>
                  <a:pt x="10492" y="8254"/>
                </a:lnTo>
                <a:lnTo>
                  <a:pt x="10345" y="8180"/>
                </a:lnTo>
                <a:lnTo>
                  <a:pt x="10272" y="8070"/>
                </a:lnTo>
                <a:close/>
                <a:moveTo>
                  <a:pt x="9135" y="4806"/>
                </a:moveTo>
                <a:lnTo>
                  <a:pt x="9501" y="4842"/>
                </a:lnTo>
                <a:lnTo>
                  <a:pt x="9575" y="4879"/>
                </a:lnTo>
                <a:lnTo>
                  <a:pt x="9611" y="4842"/>
                </a:lnTo>
                <a:lnTo>
                  <a:pt x="9905" y="4916"/>
                </a:lnTo>
                <a:lnTo>
                  <a:pt x="10198" y="5026"/>
                </a:lnTo>
                <a:lnTo>
                  <a:pt x="10015" y="5246"/>
                </a:lnTo>
                <a:lnTo>
                  <a:pt x="10015" y="5319"/>
                </a:lnTo>
                <a:lnTo>
                  <a:pt x="10052" y="5393"/>
                </a:lnTo>
                <a:lnTo>
                  <a:pt x="10125" y="5429"/>
                </a:lnTo>
                <a:lnTo>
                  <a:pt x="10198" y="5429"/>
                </a:lnTo>
                <a:lnTo>
                  <a:pt x="10418" y="5319"/>
                </a:lnTo>
                <a:lnTo>
                  <a:pt x="10639" y="5246"/>
                </a:lnTo>
                <a:lnTo>
                  <a:pt x="10859" y="5209"/>
                </a:lnTo>
                <a:lnTo>
                  <a:pt x="11115" y="5172"/>
                </a:lnTo>
                <a:lnTo>
                  <a:pt x="11336" y="5613"/>
                </a:lnTo>
                <a:lnTo>
                  <a:pt x="10859" y="5723"/>
                </a:lnTo>
                <a:lnTo>
                  <a:pt x="10602" y="5796"/>
                </a:lnTo>
                <a:lnTo>
                  <a:pt x="10382" y="5906"/>
                </a:lnTo>
                <a:lnTo>
                  <a:pt x="10345" y="5943"/>
                </a:lnTo>
                <a:lnTo>
                  <a:pt x="10345" y="5979"/>
                </a:lnTo>
                <a:lnTo>
                  <a:pt x="10345" y="6016"/>
                </a:lnTo>
                <a:lnTo>
                  <a:pt x="10382" y="6053"/>
                </a:lnTo>
                <a:lnTo>
                  <a:pt x="10639" y="6126"/>
                </a:lnTo>
                <a:lnTo>
                  <a:pt x="10932" y="6126"/>
                </a:lnTo>
                <a:lnTo>
                  <a:pt x="11225" y="6089"/>
                </a:lnTo>
                <a:lnTo>
                  <a:pt x="11482" y="6016"/>
                </a:lnTo>
                <a:lnTo>
                  <a:pt x="11629" y="6566"/>
                </a:lnTo>
                <a:lnTo>
                  <a:pt x="11666" y="6640"/>
                </a:lnTo>
                <a:lnTo>
                  <a:pt x="11666" y="6640"/>
                </a:lnTo>
                <a:lnTo>
                  <a:pt x="11262" y="6530"/>
                </a:lnTo>
                <a:lnTo>
                  <a:pt x="10932" y="6456"/>
                </a:lnTo>
                <a:lnTo>
                  <a:pt x="10749" y="6420"/>
                </a:lnTo>
                <a:lnTo>
                  <a:pt x="10565" y="6456"/>
                </a:lnTo>
                <a:lnTo>
                  <a:pt x="10529" y="6456"/>
                </a:lnTo>
                <a:lnTo>
                  <a:pt x="10565" y="6530"/>
                </a:lnTo>
                <a:lnTo>
                  <a:pt x="10712" y="6640"/>
                </a:lnTo>
                <a:lnTo>
                  <a:pt x="10895" y="6750"/>
                </a:lnTo>
                <a:lnTo>
                  <a:pt x="11336" y="6933"/>
                </a:lnTo>
                <a:lnTo>
                  <a:pt x="11702" y="7043"/>
                </a:lnTo>
                <a:lnTo>
                  <a:pt x="11666" y="7593"/>
                </a:lnTo>
                <a:lnTo>
                  <a:pt x="11482" y="7520"/>
                </a:lnTo>
                <a:lnTo>
                  <a:pt x="11299" y="7447"/>
                </a:lnTo>
                <a:lnTo>
                  <a:pt x="10785" y="7227"/>
                </a:lnTo>
                <a:lnTo>
                  <a:pt x="10529" y="7153"/>
                </a:lnTo>
                <a:lnTo>
                  <a:pt x="10235" y="7117"/>
                </a:lnTo>
                <a:lnTo>
                  <a:pt x="10198" y="7117"/>
                </a:lnTo>
                <a:lnTo>
                  <a:pt x="10198" y="7153"/>
                </a:lnTo>
                <a:lnTo>
                  <a:pt x="10198" y="7190"/>
                </a:lnTo>
                <a:lnTo>
                  <a:pt x="10198" y="7227"/>
                </a:lnTo>
                <a:lnTo>
                  <a:pt x="10492" y="7410"/>
                </a:lnTo>
                <a:lnTo>
                  <a:pt x="10418" y="7447"/>
                </a:lnTo>
                <a:lnTo>
                  <a:pt x="10015" y="7593"/>
                </a:lnTo>
                <a:lnTo>
                  <a:pt x="9905" y="7483"/>
                </a:lnTo>
                <a:lnTo>
                  <a:pt x="9832" y="7447"/>
                </a:lnTo>
                <a:lnTo>
                  <a:pt x="9795" y="7483"/>
                </a:lnTo>
                <a:lnTo>
                  <a:pt x="9758" y="7520"/>
                </a:lnTo>
                <a:lnTo>
                  <a:pt x="9722" y="7557"/>
                </a:lnTo>
                <a:lnTo>
                  <a:pt x="9722" y="7703"/>
                </a:lnTo>
                <a:lnTo>
                  <a:pt x="9685" y="7740"/>
                </a:lnTo>
                <a:lnTo>
                  <a:pt x="9685" y="7813"/>
                </a:lnTo>
                <a:lnTo>
                  <a:pt x="9722" y="7924"/>
                </a:lnTo>
                <a:lnTo>
                  <a:pt x="9942" y="8180"/>
                </a:lnTo>
                <a:lnTo>
                  <a:pt x="9611" y="7960"/>
                </a:lnTo>
                <a:lnTo>
                  <a:pt x="9281" y="7777"/>
                </a:lnTo>
                <a:lnTo>
                  <a:pt x="9245" y="7777"/>
                </a:lnTo>
                <a:lnTo>
                  <a:pt x="9208" y="7813"/>
                </a:lnTo>
                <a:lnTo>
                  <a:pt x="9171" y="7850"/>
                </a:lnTo>
                <a:lnTo>
                  <a:pt x="9171" y="7924"/>
                </a:lnTo>
                <a:lnTo>
                  <a:pt x="9391" y="8180"/>
                </a:lnTo>
                <a:lnTo>
                  <a:pt x="9648" y="8437"/>
                </a:lnTo>
                <a:lnTo>
                  <a:pt x="10162" y="8877"/>
                </a:lnTo>
                <a:lnTo>
                  <a:pt x="10235" y="8951"/>
                </a:lnTo>
                <a:lnTo>
                  <a:pt x="10162" y="9134"/>
                </a:lnTo>
                <a:lnTo>
                  <a:pt x="10052" y="9317"/>
                </a:lnTo>
                <a:lnTo>
                  <a:pt x="9905" y="9391"/>
                </a:lnTo>
                <a:lnTo>
                  <a:pt x="9832" y="9354"/>
                </a:lnTo>
                <a:lnTo>
                  <a:pt x="9428" y="9097"/>
                </a:lnTo>
                <a:lnTo>
                  <a:pt x="9318" y="8914"/>
                </a:lnTo>
                <a:lnTo>
                  <a:pt x="9171" y="8694"/>
                </a:lnTo>
                <a:lnTo>
                  <a:pt x="8951" y="8547"/>
                </a:lnTo>
                <a:lnTo>
                  <a:pt x="8768" y="8400"/>
                </a:lnTo>
                <a:lnTo>
                  <a:pt x="8658" y="8290"/>
                </a:lnTo>
                <a:lnTo>
                  <a:pt x="8548" y="8107"/>
                </a:lnTo>
                <a:lnTo>
                  <a:pt x="8511" y="7887"/>
                </a:lnTo>
                <a:lnTo>
                  <a:pt x="8474" y="7887"/>
                </a:lnTo>
                <a:lnTo>
                  <a:pt x="8474" y="7777"/>
                </a:lnTo>
                <a:lnTo>
                  <a:pt x="8438" y="7740"/>
                </a:lnTo>
                <a:lnTo>
                  <a:pt x="8364" y="7740"/>
                </a:lnTo>
                <a:lnTo>
                  <a:pt x="7887" y="7667"/>
                </a:lnTo>
                <a:lnTo>
                  <a:pt x="7374" y="7630"/>
                </a:lnTo>
                <a:lnTo>
                  <a:pt x="7117" y="7630"/>
                </a:lnTo>
                <a:lnTo>
                  <a:pt x="6860" y="7667"/>
                </a:lnTo>
                <a:lnTo>
                  <a:pt x="6640" y="7740"/>
                </a:lnTo>
                <a:lnTo>
                  <a:pt x="6457" y="7887"/>
                </a:lnTo>
                <a:lnTo>
                  <a:pt x="6384" y="7777"/>
                </a:lnTo>
                <a:lnTo>
                  <a:pt x="6347" y="7703"/>
                </a:lnTo>
                <a:lnTo>
                  <a:pt x="6384" y="7630"/>
                </a:lnTo>
                <a:lnTo>
                  <a:pt x="6420" y="7557"/>
                </a:lnTo>
                <a:lnTo>
                  <a:pt x="6604" y="7410"/>
                </a:lnTo>
                <a:lnTo>
                  <a:pt x="6787" y="7337"/>
                </a:lnTo>
                <a:lnTo>
                  <a:pt x="7080" y="7300"/>
                </a:lnTo>
                <a:lnTo>
                  <a:pt x="7374" y="7227"/>
                </a:lnTo>
                <a:lnTo>
                  <a:pt x="7521" y="7153"/>
                </a:lnTo>
                <a:lnTo>
                  <a:pt x="7704" y="7006"/>
                </a:lnTo>
                <a:lnTo>
                  <a:pt x="7741" y="6896"/>
                </a:lnTo>
                <a:lnTo>
                  <a:pt x="7777" y="6823"/>
                </a:lnTo>
                <a:lnTo>
                  <a:pt x="7741" y="6750"/>
                </a:lnTo>
                <a:lnTo>
                  <a:pt x="7667" y="6676"/>
                </a:lnTo>
                <a:lnTo>
                  <a:pt x="7594" y="6603"/>
                </a:lnTo>
                <a:lnTo>
                  <a:pt x="7484" y="6603"/>
                </a:lnTo>
                <a:lnTo>
                  <a:pt x="7227" y="6640"/>
                </a:lnTo>
                <a:lnTo>
                  <a:pt x="7007" y="6713"/>
                </a:lnTo>
                <a:lnTo>
                  <a:pt x="6787" y="6786"/>
                </a:lnTo>
                <a:lnTo>
                  <a:pt x="6714" y="6786"/>
                </a:lnTo>
                <a:lnTo>
                  <a:pt x="6640" y="6750"/>
                </a:lnTo>
                <a:lnTo>
                  <a:pt x="6640" y="6676"/>
                </a:lnTo>
                <a:lnTo>
                  <a:pt x="6677" y="6603"/>
                </a:lnTo>
                <a:lnTo>
                  <a:pt x="6750" y="6456"/>
                </a:lnTo>
                <a:lnTo>
                  <a:pt x="6824" y="6346"/>
                </a:lnTo>
                <a:lnTo>
                  <a:pt x="7080" y="6199"/>
                </a:lnTo>
                <a:lnTo>
                  <a:pt x="7337" y="6016"/>
                </a:lnTo>
                <a:lnTo>
                  <a:pt x="7704" y="5759"/>
                </a:lnTo>
                <a:lnTo>
                  <a:pt x="8108" y="5466"/>
                </a:lnTo>
                <a:lnTo>
                  <a:pt x="8181" y="5539"/>
                </a:lnTo>
                <a:lnTo>
                  <a:pt x="8218" y="5539"/>
                </a:lnTo>
                <a:lnTo>
                  <a:pt x="8254" y="5503"/>
                </a:lnTo>
                <a:lnTo>
                  <a:pt x="8511" y="5172"/>
                </a:lnTo>
                <a:lnTo>
                  <a:pt x="8731" y="4806"/>
                </a:lnTo>
                <a:close/>
                <a:moveTo>
                  <a:pt x="10492" y="9171"/>
                </a:moveTo>
                <a:lnTo>
                  <a:pt x="10749" y="9391"/>
                </a:lnTo>
                <a:lnTo>
                  <a:pt x="10969" y="9611"/>
                </a:lnTo>
                <a:lnTo>
                  <a:pt x="10675" y="10124"/>
                </a:lnTo>
                <a:lnTo>
                  <a:pt x="10602" y="10198"/>
                </a:lnTo>
                <a:lnTo>
                  <a:pt x="10565" y="10161"/>
                </a:lnTo>
                <a:lnTo>
                  <a:pt x="10529" y="10088"/>
                </a:lnTo>
                <a:lnTo>
                  <a:pt x="10418" y="9941"/>
                </a:lnTo>
                <a:lnTo>
                  <a:pt x="10308" y="9758"/>
                </a:lnTo>
                <a:lnTo>
                  <a:pt x="10162" y="9611"/>
                </a:lnTo>
                <a:lnTo>
                  <a:pt x="10272" y="9501"/>
                </a:lnTo>
                <a:lnTo>
                  <a:pt x="10345" y="9427"/>
                </a:lnTo>
                <a:lnTo>
                  <a:pt x="10492" y="9171"/>
                </a:lnTo>
                <a:close/>
                <a:moveTo>
                  <a:pt x="551" y="7300"/>
                </a:moveTo>
                <a:lnTo>
                  <a:pt x="808" y="7483"/>
                </a:lnTo>
                <a:lnTo>
                  <a:pt x="991" y="7703"/>
                </a:lnTo>
                <a:lnTo>
                  <a:pt x="1211" y="7924"/>
                </a:lnTo>
                <a:lnTo>
                  <a:pt x="1431" y="8144"/>
                </a:lnTo>
                <a:lnTo>
                  <a:pt x="1982" y="8584"/>
                </a:lnTo>
                <a:lnTo>
                  <a:pt x="2238" y="8841"/>
                </a:lnTo>
                <a:lnTo>
                  <a:pt x="2349" y="8987"/>
                </a:lnTo>
                <a:lnTo>
                  <a:pt x="2422" y="9134"/>
                </a:lnTo>
                <a:lnTo>
                  <a:pt x="2202" y="9281"/>
                </a:lnTo>
                <a:lnTo>
                  <a:pt x="2018" y="9464"/>
                </a:lnTo>
                <a:lnTo>
                  <a:pt x="1872" y="9684"/>
                </a:lnTo>
                <a:lnTo>
                  <a:pt x="1762" y="9978"/>
                </a:lnTo>
                <a:lnTo>
                  <a:pt x="1725" y="10344"/>
                </a:lnTo>
                <a:lnTo>
                  <a:pt x="1762" y="10675"/>
                </a:lnTo>
                <a:lnTo>
                  <a:pt x="1908" y="11408"/>
                </a:lnTo>
                <a:lnTo>
                  <a:pt x="1542" y="10968"/>
                </a:lnTo>
                <a:lnTo>
                  <a:pt x="1248" y="10528"/>
                </a:lnTo>
                <a:lnTo>
                  <a:pt x="991" y="10014"/>
                </a:lnTo>
                <a:lnTo>
                  <a:pt x="808" y="9501"/>
                </a:lnTo>
                <a:lnTo>
                  <a:pt x="661" y="8951"/>
                </a:lnTo>
                <a:lnTo>
                  <a:pt x="551" y="8400"/>
                </a:lnTo>
                <a:lnTo>
                  <a:pt x="514" y="7850"/>
                </a:lnTo>
                <a:lnTo>
                  <a:pt x="551" y="7300"/>
                </a:lnTo>
                <a:close/>
                <a:moveTo>
                  <a:pt x="6897" y="8620"/>
                </a:moveTo>
                <a:lnTo>
                  <a:pt x="6934" y="8694"/>
                </a:lnTo>
                <a:lnTo>
                  <a:pt x="7007" y="8731"/>
                </a:lnTo>
                <a:lnTo>
                  <a:pt x="7264" y="8877"/>
                </a:lnTo>
                <a:lnTo>
                  <a:pt x="7484" y="9024"/>
                </a:lnTo>
                <a:lnTo>
                  <a:pt x="7704" y="9207"/>
                </a:lnTo>
                <a:lnTo>
                  <a:pt x="7887" y="9427"/>
                </a:lnTo>
                <a:lnTo>
                  <a:pt x="8034" y="9648"/>
                </a:lnTo>
                <a:lnTo>
                  <a:pt x="8181" y="9904"/>
                </a:lnTo>
                <a:lnTo>
                  <a:pt x="8254" y="10161"/>
                </a:lnTo>
                <a:lnTo>
                  <a:pt x="8254" y="10418"/>
                </a:lnTo>
                <a:lnTo>
                  <a:pt x="8218" y="10638"/>
                </a:lnTo>
                <a:lnTo>
                  <a:pt x="7704" y="10088"/>
                </a:lnTo>
                <a:lnTo>
                  <a:pt x="7154" y="9611"/>
                </a:lnTo>
                <a:lnTo>
                  <a:pt x="7080" y="9611"/>
                </a:lnTo>
                <a:lnTo>
                  <a:pt x="7044" y="9648"/>
                </a:lnTo>
                <a:lnTo>
                  <a:pt x="7080" y="9684"/>
                </a:lnTo>
                <a:lnTo>
                  <a:pt x="7557" y="10344"/>
                </a:lnTo>
                <a:lnTo>
                  <a:pt x="8071" y="10968"/>
                </a:lnTo>
                <a:lnTo>
                  <a:pt x="7887" y="11188"/>
                </a:lnTo>
                <a:lnTo>
                  <a:pt x="7741" y="11408"/>
                </a:lnTo>
                <a:lnTo>
                  <a:pt x="7521" y="11628"/>
                </a:lnTo>
                <a:lnTo>
                  <a:pt x="7227" y="11372"/>
                </a:lnTo>
                <a:lnTo>
                  <a:pt x="6860" y="11005"/>
                </a:lnTo>
                <a:lnTo>
                  <a:pt x="6787" y="10748"/>
                </a:lnTo>
                <a:lnTo>
                  <a:pt x="6750" y="10491"/>
                </a:lnTo>
                <a:lnTo>
                  <a:pt x="6640" y="10234"/>
                </a:lnTo>
                <a:lnTo>
                  <a:pt x="6530" y="9978"/>
                </a:lnTo>
                <a:lnTo>
                  <a:pt x="6457" y="9868"/>
                </a:lnTo>
                <a:lnTo>
                  <a:pt x="6310" y="9868"/>
                </a:lnTo>
                <a:lnTo>
                  <a:pt x="5870" y="10014"/>
                </a:lnTo>
                <a:lnTo>
                  <a:pt x="5650" y="10088"/>
                </a:lnTo>
                <a:lnTo>
                  <a:pt x="5577" y="10088"/>
                </a:lnTo>
                <a:lnTo>
                  <a:pt x="5466" y="10014"/>
                </a:lnTo>
                <a:lnTo>
                  <a:pt x="5210" y="9904"/>
                </a:lnTo>
                <a:lnTo>
                  <a:pt x="5026" y="9758"/>
                </a:lnTo>
                <a:lnTo>
                  <a:pt x="4953" y="9648"/>
                </a:lnTo>
                <a:lnTo>
                  <a:pt x="4880" y="9538"/>
                </a:lnTo>
                <a:lnTo>
                  <a:pt x="4843" y="9427"/>
                </a:lnTo>
                <a:lnTo>
                  <a:pt x="4843" y="9281"/>
                </a:lnTo>
                <a:lnTo>
                  <a:pt x="4880" y="9134"/>
                </a:lnTo>
                <a:lnTo>
                  <a:pt x="4953" y="8987"/>
                </a:lnTo>
                <a:lnTo>
                  <a:pt x="5063" y="8877"/>
                </a:lnTo>
                <a:lnTo>
                  <a:pt x="5210" y="8804"/>
                </a:lnTo>
                <a:lnTo>
                  <a:pt x="5577" y="8694"/>
                </a:lnTo>
                <a:lnTo>
                  <a:pt x="5870" y="8657"/>
                </a:lnTo>
                <a:lnTo>
                  <a:pt x="6384" y="8657"/>
                </a:lnTo>
                <a:lnTo>
                  <a:pt x="6897" y="8620"/>
                </a:lnTo>
                <a:close/>
                <a:moveTo>
                  <a:pt x="8621" y="10088"/>
                </a:moveTo>
                <a:lnTo>
                  <a:pt x="9355" y="10565"/>
                </a:lnTo>
                <a:lnTo>
                  <a:pt x="9501" y="10711"/>
                </a:lnTo>
                <a:lnTo>
                  <a:pt x="9648" y="10858"/>
                </a:lnTo>
                <a:lnTo>
                  <a:pt x="9758" y="11005"/>
                </a:lnTo>
                <a:lnTo>
                  <a:pt x="9868" y="11151"/>
                </a:lnTo>
                <a:lnTo>
                  <a:pt x="9355" y="11628"/>
                </a:lnTo>
                <a:lnTo>
                  <a:pt x="9318" y="11592"/>
                </a:lnTo>
                <a:lnTo>
                  <a:pt x="9208" y="11482"/>
                </a:lnTo>
                <a:lnTo>
                  <a:pt x="9061" y="11408"/>
                </a:lnTo>
                <a:lnTo>
                  <a:pt x="8878" y="11298"/>
                </a:lnTo>
                <a:lnTo>
                  <a:pt x="8768" y="11188"/>
                </a:lnTo>
                <a:lnTo>
                  <a:pt x="8511" y="10931"/>
                </a:lnTo>
                <a:lnTo>
                  <a:pt x="8548" y="10821"/>
                </a:lnTo>
                <a:lnTo>
                  <a:pt x="8621" y="10638"/>
                </a:lnTo>
                <a:lnTo>
                  <a:pt x="8658" y="10455"/>
                </a:lnTo>
                <a:lnTo>
                  <a:pt x="8658" y="10271"/>
                </a:lnTo>
                <a:lnTo>
                  <a:pt x="8621" y="10088"/>
                </a:lnTo>
                <a:close/>
                <a:moveTo>
                  <a:pt x="6860" y="11555"/>
                </a:moveTo>
                <a:lnTo>
                  <a:pt x="7190" y="11885"/>
                </a:lnTo>
                <a:lnTo>
                  <a:pt x="7007" y="11958"/>
                </a:lnTo>
                <a:lnTo>
                  <a:pt x="6897" y="11958"/>
                </a:lnTo>
                <a:lnTo>
                  <a:pt x="6787" y="11922"/>
                </a:lnTo>
                <a:lnTo>
                  <a:pt x="6860" y="11555"/>
                </a:lnTo>
                <a:close/>
                <a:moveTo>
                  <a:pt x="8328" y="11262"/>
                </a:moveTo>
                <a:lnTo>
                  <a:pt x="8474" y="11445"/>
                </a:lnTo>
                <a:lnTo>
                  <a:pt x="8658" y="11628"/>
                </a:lnTo>
                <a:lnTo>
                  <a:pt x="8878" y="11775"/>
                </a:lnTo>
                <a:lnTo>
                  <a:pt x="8988" y="11812"/>
                </a:lnTo>
                <a:lnTo>
                  <a:pt x="9098" y="11848"/>
                </a:lnTo>
                <a:lnTo>
                  <a:pt x="8731" y="12105"/>
                </a:lnTo>
                <a:lnTo>
                  <a:pt x="8328" y="12325"/>
                </a:lnTo>
                <a:lnTo>
                  <a:pt x="8291" y="12289"/>
                </a:lnTo>
                <a:lnTo>
                  <a:pt x="7814" y="11885"/>
                </a:lnTo>
                <a:lnTo>
                  <a:pt x="8071" y="11592"/>
                </a:lnTo>
                <a:lnTo>
                  <a:pt x="8328" y="11262"/>
                </a:lnTo>
                <a:close/>
                <a:moveTo>
                  <a:pt x="6970" y="2678"/>
                </a:moveTo>
                <a:lnTo>
                  <a:pt x="7374" y="2715"/>
                </a:lnTo>
                <a:lnTo>
                  <a:pt x="7777" y="2788"/>
                </a:lnTo>
                <a:lnTo>
                  <a:pt x="8181" y="2898"/>
                </a:lnTo>
                <a:lnTo>
                  <a:pt x="8548" y="3008"/>
                </a:lnTo>
                <a:lnTo>
                  <a:pt x="8915" y="3192"/>
                </a:lnTo>
                <a:lnTo>
                  <a:pt x="9281" y="3375"/>
                </a:lnTo>
                <a:lnTo>
                  <a:pt x="9611" y="3595"/>
                </a:lnTo>
                <a:lnTo>
                  <a:pt x="9501" y="3632"/>
                </a:lnTo>
                <a:lnTo>
                  <a:pt x="9281" y="3815"/>
                </a:lnTo>
                <a:lnTo>
                  <a:pt x="9171" y="3925"/>
                </a:lnTo>
                <a:lnTo>
                  <a:pt x="9061" y="4035"/>
                </a:lnTo>
                <a:lnTo>
                  <a:pt x="9061" y="4072"/>
                </a:lnTo>
                <a:lnTo>
                  <a:pt x="9061" y="4109"/>
                </a:lnTo>
                <a:lnTo>
                  <a:pt x="9135" y="4109"/>
                </a:lnTo>
                <a:lnTo>
                  <a:pt x="9245" y="4072"/>
                </a:lnTo>
                <a:lnTo>
                  <a:pt x="9355" y="4072"/>
                </a:lnTo>
                <a:lnTo>
                  <a:pt x="9685" y="3925"/>
                </a:lnTo>
                <a:lnTo>
                  <a:pt x="9905" y="3815"/>
                </a:lnTo>
                <a:lnTo>
                  <a:pt x="10198" y="4035"/>
                </a:lnTo>
                <a:lnTo>
                  <a:pt x="9905" y="4255"/>
                </a:lnTo>
                <a:lnTo>
                  <a:pt x="9611" y="4512"/>
                </a:lnTo>
                <a:lnTo>
                  <a:pt x="9281" y="4475"/>
                </a:lnTo>
                <a:lnTo>
                  <a:pt x="8731" y="4475"/>
                </a:lnTo>
                <a:lnTo>
                  <a:pt x="8584" y="4512"/>
                </a:lnTo>
                <a:lnTo>
                  <a:pt x="8548" y="4549"/>
                </a:lnTo>
                <a:lnTo>
                  <a:pt x="8511" y="4622"/>
                </a:lnTo>
                <a:lnTo>
                  <a:pt x="8328" y="4989"/>
                </a:lnTo>
                <a:lnTo>
                  <a:pt x="8108" y="5356"/>
                </a:lnTo>
                <a:lnTo>
                  <a:pt x="7851" y="5466"/>
                </a:lnTo>
                <a:lnTo>
                  <a:pt x="7594" y="5613"/>
                </a:lnTo>
                <a:lnTo>
                  <a:pt x="7117" y="5906"/>
                </a:lnTo>
                <a:lnTo>
                  <a:pt x="6714" y="6163"/>
                </a:lnTo>
                <a:lnTo>
                  <a:pt x="6530" y="6310"/>
                </a:lnTo>
                <a:lnTo>
                  <a:pt x="6457" y="6383"/>
                </a:lnTo>
                <a:lnTo>
                  <a:pt x="6420" y="6493"/>
                </a:lnTo>
                <a:lnTo>
                  <a:pt x="6384" y="6676"/>
                </a:lnTo>
                <a:lnTo>
                  <a:pt x="6420" y="6786"/>
                </a:lnTo>
                <a:lnTo>
                  <a:pt x="6457" y="6896"/>
                </a:lnTo>
                <a:lnTo>
                  <a:pt x="6567" y="6970"/>
                </a:lnTo>
                <a:lnTo>
                  <a:pt x="6677" y="6970"/>
                </a:lnTo>
                <a:lnTo>
                  <a:pt x="6824" y="7006"/>
                </a:lnTo>
                <a:lnTo>
                  <a:pt x="7117" y="6933"/>
                </a:lnTo>
                <a:lnTo>
                  <a:pt x="7301" y="6860"/>
                </a:lnTo>
                <a:lnTo>
                  <a:pt x="7447" y="6823"/>
                </a:lnTo>
                <a:lnTo>
                  <a:pt x="7484" y="6860"/>
                </a:lnTo>
                <a:lnTo>
                  <a:pt x="7411" y="6896"/>
                </a:lnTo>
                <a:lnTo>
                  <a:pt x="7227" y="7006"/>
                </a:lnTo>
                <a:lnTo>
                  <a:pt x="6860" y="7080"/>
                </a:lnTo>
                <a:lnTo>
                  <a:pt x="6530" y="7153"/>
                </a:lnTo>
                <a:lnTo>
                  <a:pt x="6347" y="7227"/>
                </a:lnTo>
                <a:lnTo>
                  <a:pt x="6237" y="7337"/>
                </a:lnTo>
                <a:lnTo>
                  <a:pt x="6163" y="7483"/>
                </a:lnTo>
                <a:lnTo>
                  <a:pt x="6127" y="7630"/>
                </a:lnTo>
                <a:lnTo>
                  <a:pt x="6127" y="7777"/>
                </a:lnTo>
                <a:lnTo>
                  <a:pt x="6163" y="7924"/>
                </a:lnTo>
                <a:lnTo>
                  <a:pt x="6237" y="8070"/>
                </a:lnTo>
                <a:lnTo>
                  <a:pt x="6384" y="8180"/>
                </a:lnTo>
                <a:lnTo>
                  <a:pt x="6494" y="8180"/>
                </a:lnTo>
                <a:lnTo>
                  <a:pt x="6567" y="8144"/>
                </a:lnTo>
                <a:lnTo>
                  <a:pt x="6640" y="8070"/>
                </a:lnTo>
                <a:lnTo>
                  <a:pt x="6714" y="7997"/>
                </a:lnTo>
                <a:lnTo>
                  <a:pt x="6897" y="7924"/>
                </a:lnTo>
                <a:lnTo>
                  <a:pt x="7337" y="7924"/>
                </a:lnTo>
                <a:lnTo>
                  <a:pt x="8328" y="7997"/>
                </a:lnTo>
                <a:lnTo>
                  <a:pt x="8328" y="8144"/>
                </a:lnTo>
                <a:lnTo>
                  <a:pt x="8364" y="8327"/>
                </a:lnTo>
                <a:lnTo>
                  <a:pt x="8438" y="8474"/>
                </a:lnTo>
                <a:lnTo>
                  <a:pt x="8548" y="8584"/>
                </a:lnTo>
                <a:lnTo>
                  <a:pt x="8768" y="8767"/>
                </a:lnTo>
                <a:lnTo>
                  <a:pt x="8548" y="8694"/>
                </a:lnTo>
                <a:lnTo>
                  <a:pt x="8328" y="8657"/>
                </a:lnTo>
                <a:lnTo>
                  <a:pt x="8291" y="8657"/>
                </a:lnTo>
                <a:lnTo>
                  <a:pt x="8291" y="8731"/>
                </a:lnTo>
                <a:lnTo>
                  <a:pt x="8511" y="8951"/>
                </a:lnTo>
                <a:lnTo>
                  <a:pt x="8768" y="9171"/>
                </a:lnTo>
                <a:lnTo>
                  <a:pt x="9355" y="9501"/>
                </a:lnTo>
                <a:lnTo>
                  <a:pt x="9428" y="9574"/>
                </a:lnTo>
                <a:lnTo>
                  <a:pt x="9538" y="9648"/>
                </a:lnTo>
                <a:lnTo>
                  <a:pt x="9648" y="9684"/>
                </a:lnTo>
                <a:lnTo>
                  <a:pt x="9795" y="9794"/>
                </a:lnTo>
                <a:lnTo>
                  <a:pt x="9942" y="9941"/>
                </a:lnTo>
                <a:lnTo>
                  <a:pt x="10125" y="10198"/>
                </a:lnTo>
                <a:lnTo>
                  <a:pt x="10272" y="10344"/>
                </a:lnTo>
                <a:lnTo>
                  <a:pt x="10418" y="10491"/>
                </a:lnTo>
                <a:lnTo>
                  <a:pt x="10125" y="10858"/>
                </a:lnTo>
                <a:lnTo>
                  <a:pt x="9978" y="10638"/>
                </a:lnTo>
                <a:lnTo>
                  <a:pt x="9795" y="10455"/>
                </a:lnTo>
                <a:lnTo>
                  <a:pt x="9428" y="10161"/>
                </a:lnTo>
                <a:lnTo>
                  <a:pt x="8988" y="9904"/>
                </a:lnTo>
                <a:lnTo>
                  <a:pt x="8401" y="9501"/>
                </a:lnTo>
                <a:lnTo>
                  <a:pt x="8144" y="9171"/>
                </a:lnTo>
                <a:lnTo>
                  <a:pt x="7851" y="8877"/>
                </a:lnTo>
                <a:lnTo>
                  <a:pt x="7557" y="8657"/>
                </a:lnTo>
                <a:lnTo>
                  <a:pt x="7227" y="8437"/>
                </a:lnTo>
                <a:lnTo>
                  <a:pt x="7190" y="8437"/>
                </a:lnTo>
                <a:lnTo>
                  <a:pt x="7190" y="8400"/>
                </a:lnTo>
                <a:lnTo>
                  <a:pt x="7154" y="8400"/>
                </a:lnTo>
                <a:lnTo>
                  <a:pt x="7044" y="8364"/>
                </a:lnTo>
                <a:lnTo>
                  <a:pt x="6677" y="8327"/>
                </a:lnTo>
                <a:lnTo>
                  <a:pt x="6273" y="8290"/>
                </a:lnTo>
                <a:lnTo>
                  <a:pt x="5870" y="8327"/>
                </a:lnTo>
                <a:lnTo>
                  <a:pt x="5466" y="8364"/>
                </a:lnTo>
                <a:lnTo>
                  <a:pt x="5173" y="8437"/>
                </a:lnTo>
                <a:lnTo>
                  <a:pt x="4990" y="8510"/>
                </a:lnTo>
                <a:lnTo>
                  <a:pt x="4843" y="8620"/>
                </a:lnTo>
                <a:lnTo>
                  <a:pt x="4733" y="8731"/>
                </a:lnTo>
                <a:lnTo>
                  <a:pt x="4623" y="8841"/>
                </a:lnTo>
                <a:lnTo>
                  <a:pt x="4549" y="8987"/>
                </a:lnTo>
                <a:lnTo>
                  <a:pt x="4476" y="9171"/>
                </a:lnTo>
                <a:lnTo>
                  <a:pt x="4476" y="9317"/>
                </a:lnTo>
                <a:lnTo>
                  <a:pt x="4476" y="9464"/>
                </a:lnTo>
                <a:lnTo>
                  <a:pt x="4513" y="9611"/>
                </a:lnTo>
                <a:lnTo>
                  <a:pt x="4549" y="9721"/>
                </a:lnTo>
                <a:lnTo>
                  <a:pt x="4733" y="9978"/>
                </a:lnTo>
                <a:lnTo>
                  <a:pt x="4953" y="10161"/>
                </a:lnTo>
                <a:lnTo>
                  <a:pt x="5246" y="10344"/>
                </a:lnTo>
                <a:lnTo>
                  <a:pt x="5577" y="10491"/>
                </a:lnTo>
                <a:lnTo>
                  <a:pt x="5687" y="10491"/>
                </a:lnTo>
                <a:lnTo>
                  <a:pt x="5797" y="10418"/>
                </a:lnTo>
                <a:lnTo>
                  <a:pt x="6090" y="10308"/>
                </a:lnTo>
                <a:lnTo>
                  <a:pt x="6090" y="10418"/>
                </a:lnTo>
                <a:lnTo>
                  <a:pt x="6090" y="10528"/>
                </a:lnTo>
                <a:lnTo>
                  <a:pt x="6163" y="10785"/>
                </a:lnTo>
                <a:lnTo>
                  <a:pt x="6310" y="10968"/>
                </a:lnTo>
                <a:lnTo>
                  <a:pt x="6494" y="11188"/>
                </a:lnTo>
                <a:lnTo>
                  <a:pt x="6494" y="11592"/>
                </a:lnTo>
                <a:lnTo>
                  <a:pt x="6420" y="11958"/>
                </a:lnTo>
                <a:lnTo>
                  <a:pt x="6384" y="12105"/>
                </a:lnTo>
                <a:lnTo>
                  <a:pt x="6420" y="12142"/>
                </a:lnTo>
                <a:lnTo>
                  <a:pt x="6457" y="12179"/>
                </a:lnTo>
                <a:lnTo>
                  <a:pt x="6714" y="12289"/>
                </a:lnTo>
                <a:lnTo>
                  <a:pt x="6970" y="12325"/>
                </a:lnTo>
                <a:lnTo>
                  <a:pt x="7227" y="12252"/>
                </a:lnTo>
                <a:lnTo>
                  <a:pt x="7447" y="12142"/>
                </a:lnTo>
                <a:lnTo>
                  <a:pt x="7924" y="12509"/>
                </a:lnTo>
                <a:lnTo>
                  <a:pt x="7484" y="12655"/>
                </a:lnTo>
                <a:lnTo>
                  <a:pt x="7044" y="12802"/>
                </a:lnTo>
                <a:lnTo>
                  <a:pt x="6714" y="12876"/>
                </a:lnTo>
                <a:lnTo>
                  <a:pt x="6604" y="12765"/>
                </a:lnTo>
                <a:lnTo>
                  <a:pt x="6494" y="12582"/>
                </a:lnTo>
                <a:lnTo>
                  <a:pt x="6310" y="12289"/>
                </a:lnTo>
                <a:lnTo>
                  <a:pt x="6090" y="12032"/>
                </a:lnTo>
                <a:lnTo>
                  <a:pt x="5870" y="11812"/>
                </a:lnTo>
                <a:lnTo>
                  <a:pt x="5466" y="11372"/>
                </a:lnTo>
                <a:lnTo>
                  <a:pt x="5100" y="10895"/>
                </a:lnTo>
                <a:lnTo>
                  <a:pt x="5063" y="10858"/>
                </a:lnTo>
                <a:lnTo>
                  <a:pt x="4990" y="10858"/>
                </a:lnTo>
                <a:lnTo>
                  <a:pt x="4953" y="10895"/>
                </a:lnTo>
                <a:lnTo>
                  <a:pt x="4953" y="10931"/>
                </a:lnTo>
                <a:lnTo>
                  <a:pt x="4953" y="11151"/>
                </a:lnTo>
                <a:lnTo>
                  <a:pt x="5026" y="11335"/>
                </a:lnTo>
                <a:lnTo>
                  <a:pt x="5100" y="11518"/>
                </a:lnTo>
                <a:lnTo>
                  <a:pt x="5246" y="11702"/>
                </a:lnTo>
                <a:lnTo>
                  <a:pt x="5540" y="12032"/>
                </a:lnTo>
                <a:lnTo>
                  <a:pt x="5833" y="12325"/>
                </a:lnTo>
                <a:lnTo>
                  <a:pt x="6017" y="12582"/>
                </a:lnTo>
                <a:lnTo>
                  <a:pt x="6200" y="12912"/>
                </a:lnTo>
                <a:lnTo>
                  <a:pt x="5650" y="12949"/>
                </a:lnTo>
                <a:lnTo>
                  <a:pt x="5026" y="12362"/>
                </a:lnTo>
                <a:lnTo>
                  <a:pt x="4659" y="11995"/>
                </a:lnTo>
                <a:lnTo>
                  <a:pt x="4513" y="11812"/>
                </a:lnTo>
                <a:lnTo>
                  <a:pt x="4439" y="11555"/>
                </a:lnTo>
                <a:lnTo>
                  <a:pt x="4403" y="11518"/>
                </a:lnTo>
                <a:lnTo>
                  <a:pt x="4329" y="11482"/>
                </a:lnTo>
                <a:lnTo>
                  <a:pt x="4256" y="11482"/>
                </a:lnTo>
                <a:lnTo>
                  <a:pt x="4219" y="11555"/>
                </a:lnTo>
                <a:lnTo>
                  <a:pt x="4219" y="11665"/>
                </a:lnTo>
                <a:lnTo>
                  <a:pt x="4219" y="11812"/>
                </a:lnTo>
                <a:lnTo>
                  <a:pt x="4293" y="12032"/>
                </a:lnTo>
                <a:lnTo>
                  <a:pt x="4403" y="12252"/>
                </a:lnTo>
                <a:lnTo>
                  <a:pt x="4586" y="12435"/>
                </a:lnTo>
                <a:lnTo>
                  <a:pt x="4953" y="12876"/>
                </a:lnTo>
                <a:lnTo>
                  <a:pt x="4880" y="12876"/>
                </a:lnTo>
                <a:lnTo>
                  <a:pt x="4880" y="12839"/>
                </a:lnTo>
                <a:lnTo>
                  <a:pt x="4880" y="12802"/>
                </a:lnTo>
                <a:lnTo>
                  <a:pt x="4843" y="12765"/>
                </a:lnTo>
                <a:lnTo>
                  <a:pt x="4549" y="12692"/>
                </a:lnTo>
                <a:lnTo>
                  <a:pt x="4439" y="12655"/>
                </a:lnTo>
                <a:lnTo>
                  <a:pt x="4366" y="12545"/>
                </a:lnTo>
                <a:lnTo>
                  <a:pt x="4293" y="12362"/>
                </a:lnTo>
                <a:lnTo>
                  <a:pt x="4073" y="11995"/>
                </a:lnTo>
                <a:lnTo>
                  <a:pt x="3926" y="11848"/>
                </a:lnTo>
                <a:lnTo>
                  <a:pt x="3816" y="11738"/>
                </a:lnTo>
                <a:lnTo>
                  <a:pt x="3816" y="11665"/>
                </a:lnTo>
                <a:lnTo>
                  <a:pt x="3816" y="11592"/>
                </a:lnTo>
                <a:lnTo>
                  <a:pt x="3779" y="11555"/>
                </a:lnTo>
                <a:lnTo>
                  <a:pt x="3742" y="11518"/>
                </a:lnTo>
                <a:lnTo>
                  <a:pt x="3669" y="11555"/>
                </a:lnTo>
                <a:lnTo>
                  <a:pt x="3559" y="11628"/>
                </a:lnTo>
                <a:lnTo>
                  <a:pt x="3522" y="11702"/>
                </a:lnTo>
                <a:lnTo>
                  <a:pt x="3522" y="11848"/>
                </a:lnTo>
                <a:lnTo>
                  <a:pt x="3559" y="11958"/>
                </a:lnTo>
                <a:lnTo>
                  <a:pt x="3669" y="12105"/>
                </a:lnTo>
                <a:lnTo>
                  <a:pt x="3779" y="12252"/>
                </a:lnTo>
                <a:lnTo>
                  <a:pt x="3889" y="12435"/>
                </a:lnTo>
                <a:lnTo>
                  <a:pt x="3963" y="12655"/>
                </a:lnTo>
                <a:lnTo>
                  <a:pt x="3963" y="12655"/>
                </a:lnTo>
                <a:lnTo>
                  <a:pt x="3376" y="12435"/>
                </a:lnTo>
                <a:lnTo>
                  <a:pt x="2825" y="12105"/>
                </a:lnTo>
                <a:lnTo>
                  <a:pt x="2789" y="12069"/>
                </a:lnTo>
                <a:lnTo>
                  <a:pt x="2715" y="11958"/>
                </a:lnTo>
                <a:lnTo>
                  <a:pt x="2605" y="11885"/>
                </a:lnTo>
                <a:lnTo>
                  <a:pt x="2349" y="11812"/>
                </a:lnTo>
                <a:lnTo>
                  <a:pt x="2312" y="11738"/>
                </a:lnTo>
                <a:lnTo>
                  <a:pt x="2165" y="11115"/>
                </a:lnTo>
                <a:lnTo>
                  <a:pt x="2092" y="10748"/>
                </a:lnTo>
                <a:lnTo>
                  <a:pt x="2055" y="10381"/>
                </a:lnTo>
                <a:lnTo>
                  <a:pt x="2055" y="10051"/>
                </a:lnTo>
                <a:lnTo>
                  <a:pt x="2092" y="9868"/>
                </a:lnTo>
                <a:lnTo>
                  <a:pt x="2165" y="9758"/>
                </a:lnTo>
                <a:lnTo>
                  <a:pt x="2238" y="9611"/>
                </a:lnTo>
                <a:lnTo>
                  <a:pt x="2349" y="9538"/>
                </a:lnTo>
                <a:lnTo>
                  <a:pt x="2495" y="9464"/>
                </a:lnTo>
                <a:lnTo>
                  <a:pt x="2679" y="9391"/>
                </a:lnTo>
                <a:lnTo>
                  <a:pt x="2715" y="9391"/>
                </a:lnTo>
                <a:lnTo>
                  <a:pt x="2752" y="9354"/>
                </a:lnTo>
                <a:lnTo>
                  <a:pt x="2789" y="9281"/>
                </a:lnTo>
                <a:lnTo>
                  <a:pt x="2789" y="9207"/>
                </a:lnTo>
                <a:lnTo>
                  <a:pt x="2715" y="9024"/>
                </a:lnTo>
                <a:lnTo>
                  <a:pt x="2605" y="8841"/>
                </a:lnTo>
                <a:lnTo>
                  <a:pt x="2495" y="8694"/>
                </a:lnTo>
                <a:lnTo>
                  <a:pt x="2349" y="8510"/>
                </a:lnTo>
                <a:lnTo>
                  <a:pt x="2055" y="8254"/>
                </a:lnTo>
                <a:lnTo>
                  <a:pt x="1725" y="7960"/>
                </a:lnTo>
                <a:lnTo>
                  <a:pt x="1505" y="7813"/>
                </a:lnTo>
                <a:lnTo>
                  <a:pt x="1285" y="7630"/>
                </a:lnTo>
                <a:lnTo>
                  <a:pt x="1175" y="7447"/>
                </a:lnTo>
                <a:lnTo>
                  <a:pt x="991" y="7300"/>
                </a:lnTo>
                <a:lnTo>
                  <a:pt x="771" y="7153"/>
                </a:lnTo>
                <a:lnTo>
                  <a:pt x="551" y="7117"/>
                </a:lnTo>
                <a:lnTo>
                  <a:pt x="661" y="6566"/>
                </a:lnTo>
                <a:lnTo>
                  <a:pt x="771" y="6089"/>
                </a:lnTo>
                <a:lnTo>
                  <a:pt x="808" y="6016"/>
                </a:lnTo>
                <a:lnTo>
                  <a:pt x="955" y="5943"/>
                </a:lnTo>
                <a:lnTo>
                  <a:pt x="1101" y="5906"/>
                </a:lnTo>
                <a:lnTo>
                  <a:pt x="1248" y="5906"/>
                </a:lnTo>
                <a:lnTo>
                  <a:pt x="1395" y="5943"/>
                </a:lnTo>
                <a:lnTo>
                  <a:pt x="1505" y="6016"/>
                </a:lnTo>
                <a:lnTo>
                  <a:pt x="1615" y="6126"/>
                </a:lnTo>
                <a:lnTo>
                  <a:pt x="1652" y="6236"/>
                </a:lnTo>
                <a:lnTo>
                  <a:pt x="1652" y="6420"/>
                </a:lnTo>
                <a:lnTo>
                  <a:pt x="1652" y="6530"/>
                </a:lnTo>
                <a:lnTo>
                  <a:pt x="1688" y="6566"/>
                </a:lnTo>
                <a:lnTo>
                  <a:pt x="1725" y="6566"/>
                </a:lnTo>
                <a:lnTo>
                  <a:pt x="1945" y="6676"/>
                </a:lnTo>
                <a:lnTo>
                  <a:pt x="2128" y="6786"/>
                </a:lnTo>
                <a:lnTo>
                  <a:pt x="2275" y="6970"/>
                </a:lnTo>
                <a:lnTo>
                  <a:pt x="2385" y="7153"/>
                </a:lnTo>
                <a:lnTo>
                  <a:pt x="2459" y="7227"/>
                </a:lnTo>
                <a:lnTo>
                  <a:pt x="2532" y="7227"/>
                </a:lnTo>
                <a:lnTo>
                  <a:pt x="2605" y="7190"/>
                </a:lnTo>
                <a:lnTo>
                  <a:pt x="2642" y="7080"/>
                </a:lnTo>
                <a:lnTo>
                  <a:pt x="2532" y="5943"/>
                </a:lnTo>
                <a:lnTo>
                  <a:pt x="2752" y="5906"/>
                </a:lnTo>
                <a:lnTo>
                  <a:pt x="3009" y="5796"/>
                </a:lnTo>
                <a:lnTo>
                  <a:pt x="3229" y="5723"/>
                </a:lnTo>
                <a:lnTo>
                  <a:pt x="3449" y="5686"/>
                </a:lnTo>
                <a:lnTo>
                  <a:pt x="3669" y="5649"/>
                </a:lnTo>
                <a:lnTo>
                  <a:pt x="3889" y="5686"/>
                </a:lnTo>
                <a:lnTo>
                  <a:pt x="4293" y="5723"/>
                </a:lnTo>
                <a:lnTo>
                  <a:pt x="5100" y="5723"/>
                </a:lnTo>
                <a:lnTo>
                  <a:pt x="5283" y="5649"/>
                </a:lnTo>
                <a:lnTo>
                  <a:pt x="5503" y="5576"/>
                </a:lnTo>
                <a:lnTo>
                  <a:pt x="5577" y="5539"/>
                </a:lnTo>
                <a:lnTo>
                  <a:pt x="5613" y="5466"/>
                </a:lnTo>
                <a:lnTo>
                  <a:pt x="5613" y="5356"/>
                </a:lnTo>
                <a:lnTo>
                  <a:pt x="5577" y="5282"/>
                </a:lnTo>
                <a:lnTo>
                  <a:pt x="5246" y="4916"/>
                </a:lnTo>
                <a:lnTo>
                  <a:pt x="4880" y="4549"/>
                </a:lnTo>
                <a:lnTo>
                  <a:pt x="4696" y="4365"/>
                </a:lnTo>
                <a:lnTo>
                  <a:pt x="4513" y="4219"/>
                </a:lnTo>
                <a:lnTo>
                  <a:pt x="4293" y="4109"/>
                </a:lnTo>
                <a:lnTo>
                  <a:pt x="4036" y="3999"/>
                </a:lnTo>
                <a:lnTo>
                  <a:pt x="3999" y="3889"/>
                </a:lnTo>
                <a:lnTo>
                  <a:pt x="3963" y="3815"/>
                </a:lnTo>
                <a:lnTo>
                  <a:pt x="3852" y="3742"/>
                </a:lnTo>
                <a:lnTo>
                  <a:pt x="3742" y="3668"/>
                </a:lnTo>
                <a:lnTo>
                  <a:pt x="3376" y="3522"/>
                </a:lnTo>
                <a:lnTo>
                  <a:pt x="3192" y="3448"/>
                </a:lnTo>
                <a:lnTo>
                  <a:pt x="2972" y="3412"/>
                </a:lnTo>
                <a:lnTo>
                  <a:pt x="3412" y="3228"/>
                </a:lnTo>
                <a:lnTo>
                  <a:pt x="3816" y="3045"/>
                </a:lnTo>
                <a:lnTo>
                  <a:pt x="4256" y="2935"/>
                </a:lnTo>
                <a:lnTo>
                  <a:pt x="4696" y="2861"/>
                </a:lnTo>
                <a:lnTo>
                  <a:pt x="5136" y="2788"/>
                </a:lnTo>
                <a:lnTo>
                  <a:pt x="6494" y="2788"/>
                </a:lnTo>
                <a:lnTo>
                  <a:pt x="6567" y="2751"/>
                </a:lnTo>
                <a:lnTo>
                  <a:pt x="6567" y="2678"/>
                </a:lnTo>
                <a:close/>
                <a:moveTo>
                  <a:pt x="5100" y="15590"/>
                </a:moveTo>
                <a:lnTo>
                  <a:pt x="5246" y="15627"/>
                </a:lnTo>
                <a:lnTo>
                  <a:pt x="5503" y="15700"/>
                </a:lnTo>
                <a:lnTo>
                  <a:pt x="5393" y="15737"/>
                </a:lnTo>
                <a:lnTo>
                  <a:pt x="5320" y="15810"/>
                </a:lnTo>
                <a:lnTo>
                  <a:pt x="5246" y="15920"/>
                </a:lnTo>
                <a:lnTo>
                  <a:pt x="5246" y="16030"/>
                </a:lnTo>
                <a:lnTo>
                  <a:pt x="5210" y="16177"/>
                </a:lnTo>
                <a:lnTo>
                  <a:pt x="5246" y="16360"/>
                </a:lnTo>
                <a:lnTo>
                  <a:pt x="5246" y="16434"/>
                </a:lnTo>
                <a:lnTo>
                  <a:pt x="5283" y="16507"/>
                </a:lnTo>
                <a:lnTo>
                  <a:pt x="5356" y="16580"/>
                </a:lnTo>
                <a:lnTo>
                  <a:pt x="5430" y="16617"/>
                </a:lnTo>
                <a:lnTo>
                  <a:pt x="5540" y="16617"/>
                </a:lnTo>
                <a:lnTo>
                  <a:pt x="5870" y="16947"/>
                </a:lnTo>
                <a:lnTo>
                  <a:pt x="6237" y="17167"/>
                </a:lnTo>
                <a:lnTo>
                  <a:pt x="6567" y="17351"/>
                </a:lnTo>
                <a:lnTo>
                  <a:pt x="6750" y="17424"/>
                </a:lnTo>
                <a:lnTo>
                  <a:pt x="3449" y="17387"/>
                </a:lnTo>
                <a:lnTo>
                  <a:pt x="3596" y="17314"/>
                </a:lnTo>
                <a:lnTo>
                  <a:pt x="3926" y="17167"/>
                </a:lnTo>
                <a:lnTo>
                  <a:pt x="4256" y="16984"/>
                </a:lnTo>
                <a:lnTo>
                  <a:pt x="4476" y="16837"/>
                </a:lnTo>
                <a:lnTo>
                  <a:pt x="4696" y="16654"/>
                </a:lnTo>
                <a:lnTo>
                  <a:pt x="4770" y="16690"/>
                </a:lnTo>
                <a:lnTo>
                  <a:pt x="4880" y="16690"/>
                </a:lnTo>
                <a:lnTo>
                  <a:pt x="4953" y="16654"/>
                </a:lnTo>
                <a:lnTo>
                  <a:pt x="5026" y="16580"/>
                </a:lnTo>
                <a:lnTo>
                  <a:pt x="5136" y="16397"/>
                </a:lnTo>
                <a:lnTo>
                  <a:pt x="5210" y="16214"/>
                </a:lnTo>
                <a:lnTo>
                  <a:pt x="5173" y="16103"/>
                </a:lnTo>
                <a:lnTo>
                  <a:pt x="5100" y="16030"/>
                </a:lnTo>
                <a:lnTo>
                  <a:pt x="5063" y="15993"/>
                </a:lnTo>
                <a:lnTo>
                  <a:pt x="5100" y="15773"/>
                </a:lnTo>
                <a:lnTo>
                  <a:pt x="5100" y="15590"/>
                </a:lnTo>
                <a:close/>
                <a:moveTo>
                  <a:pt x="9795" y="0"/>
                </a:moveTo>
                <a:lnTo>
                  <a:pt x="9648" y="74"/>
                </a:lnTo>
                <a:lnTo>
                  <a:pt x="9391" y="110"/>
                </a:lnTo>
                <a:lnTo>
                  <a:pt x="9171" y="220"/>
                </a:lnTo>
                <a:lnTo>
                  <a:pt x="9061" y="294"/>
                </a:lnTo>
                <a:lnTo>
                  <a:pt x="8988" y="404"/>
                </a:lnTo>
                <a:lnTo>
                  <a:pt x="8951" y="514"/>
                </a:lnTo>
                <a:lnTo>
                  <a:pt x="8915" y="661"/>
                </a:lnTo>
                <a:lnTo>
                  <a:pt x="8915" y="771"/>
                </a:lnTo>
                <a:lnTo>
                  <a:pt x="8915" y="881"/>
                </a:lnTo>
                <a:lnTo>
                  <a:pt x="8988" y="1027"/>
                </a:lnTo>
                <a:lnTo>
                  <a:pt x="9025" y="1137"/>
                </a:lnTo>
                <a:lnTo>
                  <a:pt x="8254" y="2348"/>
                </a:lnTo>
                <a:lnTo>
                  <a:pt x="7631" y="2201"/>
                </a:lnTo>
                <a:lnTo>
                  <a:pt x="7007" y="2165"/>
                </a:lnTo>
                <a:lnTo>
                  <a:pt x="6384" y="2165"/>
                </a:lnTo>
                <a:lnTo>
                  <a:pt x="5797" y="2238"/>
                </a:lnTo>
                <a:lnTo>
                  <a:pt x="5650" y="2275"/>
                </a:lnTo>
                <a:lnTo>
                  <a:pt x="5577" y="2385"/>
                </a:lnTo>
                <a:lnTo>
                  <a:pt x="5100" y="2348"/>
                </a:lnTo>
                <a:lnTo>
                  <a:pt x="4623" y="2421"/>
                </a:lnTo>
                <a:lnTo>
                  <a:pt x="4109" y="2495"/>
                </a:lnTo>
                <a:lnTo>
                  <a:pt x="3632" y="2641"/>
                </a:lnTo>
                <a:lnTo>
                  <a:pt x="3192" y="2825"/>
                </a:lnTo>
                <a:lnTo>
                  <a:pt x="2715" y="3045"/>
                </a:lnTo>
                <a:lnTo>
                  <a:pt x="2312" y="3302"/>
                </a:lnTo>
                <a:lnTo>
                  <a:pt x="1945" y="3558"/>
                </a:lnTo>
                <a:lnTo>
                  <a:pt x="1505" y="3925"/>
                </a:lnTo>
                <a:lnTo>
                  <a:pt x="1138" y="4365"/>
                </a:lnTo>
                <a:lnTo>
                  <a:pt x="808" y="4806"/>
                </a:lnTo>
                <a:lnTo>
                  <a:pt x="551" y="5282"/>
                </a:lnTo>
                <a:lnTo>
                  <a:pt x="331" y="5796"/>
                </a:lnTo>
                <a:lnTo>
                  <a:pt x="184" y="6346"/>
                </a:lnTo>
                <a:lnTo>
                  <a:pt x="74" y="6896"/>
                </a:lnTo>
                <a:lnTo>
                  <a:pt x="1" y="7447"/>
                </a:lnTo>
                <a:lnTo>
                  <a:pt x="1" y="7997"/>
                </a:lnTo>
                <a:lnTo>
                  <a:pt x="38" y="8547"/>
                </a:lnTo>
                <a:lnTo>
                  <a:pt x="148" y="9097"/>
                </a:lnTo>
                <a:lnTo>
                  <a:pt x="294" y="9648"/>
                </a:lnTo>
                <a:lnTo>
                  <a:pt x="478" y="10161"/>
                </a:lnTo>
                <a:lnTo>
                  <a:pt x="698" y="10638"/>
                </a:lnTo>
                <a:lnTo>
                  <a:pt x="991" y="11115"/>
                </a:lnTo>
                <a:lnTo>
                  <a:pt x="1358" y="11555"/>
                </a:lnTo>
                <a:lnTo>
                  <a:pt x="1725" y="11958"/>
                </a:lnTo>
                <a:lnTo>
                  <a:pt x="2165" y="12325"/>
                </a:lnTo>
                <a:lnTo>
                  <a:pt x="2679" y="12655"/>
                </a:lnTo>
                <a:lnTo>
                  <a:pt x="3156" y="12912"/>
                </a:lnTo>
                <a:lnTo>
                  <a:pt x="3706" y="13132"/>
                </a:lnTo>
                <a:lnTo>
                  <a:pt x="4256" y="13279"/>
                </a:lnTo>
                <a:lnTo>
                  <a:pt x="4806" y="13389"/>
                </a:lnTo>
                <a:lnTo>
                  <a:pt x="5393" y="13462"/>
                </a:lnTo>
                <a:lnTo>
                  <a:pt x="5943" y="13462"/>
                </a:lnTo>
                <a:lnTo>
                  <a:pt x="6494" y="13426"/>
                </a:lnTo>
                <a:lnTo>
                  <a:pt x="7044" y="13352"/>
                </a:lnTo>
                <a:lnTo>
                  <a:pt x="7594" y="13206"/>
                </a:lnTo>
                <a:lnTo>
                  <a:pt x="8108" y="13022"/>
                </a:lnTo>
                <a:lnTo>
                  <a:pt x="8621" y="12802"/>
                </a:lnTo>
                <a:lnTo>
                  <a:pt x="9098" y="12509"/>
                </a:lnTo>
                <a:lnTo>
                  <a:pt x="9538" y="12215"/>
                </a:lnTo>
                <a:lnTo>
                  <a:pt x="10052" y="11775"/>
                </a:lnTo>
                <a:lnTo>
                  <a:pt x="10492" y="11262"/>
                </a:lnTo>
                <a:lnTo>
                  <a:pt x="10932" y="10711"/>
                </a:lnTo>
                <a:lnTo>
                  <a:pt x="11299" y="10161"/>
                </a:lnTo>
                <a:lnTo>
                  <a:pt x="11629" y="9538"/>
                </a:lnTo>
                <a:lnTo>
                  <a:pt x="11886" y="8914"/>
                </a:lnTo>
                <a:lnTo>
                  <a:pt x="12106" y="8290"/>
                </a:lnTo>
                <a:lnTo>
                  <a:pt x="12179" y="7924"/>
                </a:lnTo>
                <a:lnTo>
                  <a:pt x="12216" y="7593"/>
                </a:lnTo>
                <a:lnTo>
                  <a:pt x="12253" y="7080"/>
                </a:lnTo>
                <a:lnTo>
                  <a:pt x="12216" y="6603"/>
                </a:lnTo>
                <a:lnTo>
                  <a:pt x="12106" y="6126"/>
                </a:lnTo>
                <a:lnTo>
                  <a:pt x="11922" y="5649"/>
                </a:lnTo>
                <a:lnTo>
                  <a:pt x="11739" y="5172"/>
                </a:lnTo>
                <a:lnTo>
                  <a:pt x="11482" y="4732"/>
                </a:lnTo>
                <a:lnTo>
                  <a:pt x="11189" y="4329"/>
                </a:lnTo>
                <a:lnTo>
                  <a:pt x="10859" y="3962"/>
                </a:lnTo>
                <a:lnTo>
                  <a:pt x="10822" y="3852"/>
                </a:lnTo>
                <a:lnTo>
                  <a:pt x="10712" y="3815"/>
                </a:lnTo>
                <a:lnTo>
                  <a:pt x="10272" y="3375"/>
                </a:lnTo>
                <a:lnTo>
                  <a:pt x="10162" y="3302"/>
                </a:lnTo>
                <a:lnTo>
                  <a:pt x="9832" y="3082"/>
                </a:lnTo>
                <a:lnTo>
                  <a:pt x="9501" y="2861"/>
                </a:lnTo>
                <a:lnTo>
                  <a:pt x="9135" y="2678"/>
                </a:lnTo>
                <a:lnTo>
                  <a:pt x="8768" y="2531"/>
                </a:lnTo>
                <a:lnTo>
                  <a:pt x="8804" y="2458"/>
                </a:lnTo>
                <a:lnTo>
                  <a:pt x="8841" y="2421"/>
                </a:lnTo>
                <a:lnTo>
                  <a:pt x="8804" y="2348"/>
                </a:lnTo>
                <a:lnTo>
                  <a:pt x="9171" y="1871"/>
                </a:lnTo>
                <a:lnTo>
                  <a:pt x="9501" y="1394"/>
                </a:lnTo>
                <a:lnTo>
                  <a:pt x="9758" y="1394"/>
                </a:lnTo>
                <a:lnTo>
                  <a:pt x="9868" y="1358"/>
                </a:lnTo>
                <a:lnTo>
                  <a:pt x="9978" y="1284"/>
                </a:lnTo>
                <a:lnTo>
                  <a:pt x="10052" y="1211"/>
                </a:lnTo>
                <a:lnTo>
                  <a:pt x="10602" y="1468"/>
                </a:lnTo>
                <a:lnTo>
                  <a:pt x="11079" y="1798"/>
                </a:lnTo>
                <a:lnTo>
                  <a:pt x="11556" y="2128"/>
                </a:lnTo>
                <a:lnTo>
                  <a:pt x="11996" y="2531"/>
                </a:lnTo>
                <a:lnTo>
                  <a:pt x="12399" y="2972"/>
                </a:lnTo>
                <a:lnTo>
                  <a:pt x="12766" y="3412"/>
                </a:lnTo>
                <a:lnTo>
                  <a:pt x="13060" y="3925"/>
                </a:lnTo>
                <a:lnTo>
                  <a:pt x="13353" y="4439"/>
                </a:lnTo>
                <a:lnTo>
                  <a:pt x="13573" y="4989"/>
                </a:lnTo>
                <a:lnTo>
                  <a:pt x="13757" y="5539"/>
                </a:lnTo>
                <a:lnTo>
                  <a:pt x="13903" y="6126"/>
                </a:lnTo>
                <a:lnTo>
                  <a:pt x="14013" y="6713"/>
                </a:lnTo>
                <a:lnTo>
                  <a:pt x="14087" y="7300"/>
                </a:lnTo>
                <a:lnTo>
                  <a:pt x="14087" y="7887"/>
                </a:lnTo>
                <a:lnTo>
                  <a:pt x="14087" y="8510"/>
                </a:lnTo>
                <a:lnTo>
                  <a:pt x="14013" y="9097"/>
                </a:lnTo>
                <a:lnTo>
                  <a:pt x="13867" y="9758"/>
                </a:lnTo>
                <a:lnTo>
                  <a:pt x="13720" y="10381"/>
                </a:lnTo>
                <a:lnTo>
                  <a:pt x="13463" y="11005"/>
                </a:lnTo>
                <a:lnTo>
                  <a:pt x="13206" y="11592"/>
                </a:lnTo>
                <a:lnTo>
                  <a:pt x="12876" y="12179"/>
                </a:lnTo>
                <a:lnTo>
                  <a:pt x="12473" y="12692"/>
                </a:lnTo>
                <a:lnTo>
                  <a:pt x="12069" y="13206"/>
                </a:lnTo>
                <a:lnTo>
                  <a:pt x="11592" y="13683"/>
                </a:lnTo>
                <a:lnTo>
                  <a:pt x="11079" y="14049"/>
                </a:lnTo>
                <a:lnTo>
                  <a:pt x="10565" y="14416"/>
                </a:lnTo>
                <a:lnTo>
                  <a:pt x="9978" y="14710"/>
                </a:lnTo>
                <a:lnTo>
                  <a:pt x="9391" y="14966"/>
                </a:lnTo>
                <a:lnTo>
                  <a:pt x="8804" y="15150"/>
                </a:lnTo>
                <a:lnTo>
                  <a:pt x="8181" y="15260"/>
                </a:lnTo>
                <a:lnTo>
                  <a:pt x="7557" y="15333"/>
                </a:lnTo>
                <a:lnTo>
                  <a:pt x="6897" y="15370"/>
                </a:lnTo>
                <a:lnTo>
                  <a:pt x="6420" y="15333"/>
                </a:lnTo>
                <a:lnTo>
                  <a:pt x="5943" y="15296"/>
                </a:lnTo>
                <a:lnTo>
                  <a:pt x="5466" y="15186"/>
                </a:lnTo>
                <a:lnTo>
                  <a:pt x="5026" y="15076"/>
                </a:lnTo>
                <a:lnTo>
                  <a:pt x="4549" y="14893"/>
                </a:lnTo>
                <a:lnTo>
                  <a:pt x="4109" y="14673"/>
                </a:lnTo>
                <a:lnTo>
                  <a:pt x="3632" y="14453"/>
                </a:lnTo>
                <a:lnTo>
                  <a:pt x="3669" y="14416"/>
                </a:lnTo>
                <a:lnTo>
                  <a:pt x="3706" y="14343"/>
                </a:lnTo>
                <a:lnTo>
                  <a:pt x="3706" y="14269"/>
                </a:lnTo>
                <a:lnTo>
                  <a:pt x="3706" y="14196"/>
                </a:lnTo>
                <a:lnTo>
                  <a:pt x="3669" y="14123"/>
                </a:lnTo>
                <a:lnTo>
                  <a:pt x="3522" y="14013"/>
                </a:lnTo>
                <a:lnTo>
                  <a:pt x="3376" y="13939"/>
                </a:lnTo>
                <a:lnTo>
                  <a:pt x="3229" y="13903"/>
                </a:lnTo>
                <a:lnTo>
                  <a:pt x="3009" y="13903"/>
                </a:lnTo>
                <a:lnTo>
                  <a:pt x="2899" y="13939"/>
                </a:lnTo>
                <a:lnTo>
                  <a:pt x="2752" y="14013"/>
                </a:lnTo>
                <a:lnTo>
                  <a:pt x="2642" y="14123"/>
                </a:lnTo>
                <a:lnTo>
                  <a:pt x="2605" y="14269"/>
                </a:lnTo>
                <a:lnTo>
                  <a:pt x="2605" y="14416"/>
                </a:lnTo>
                <a:lnTo>
                  <a:pt x="2642" y="14563"/>
                </a:lnTo>
                <a:lnTo>
                  <a:pt x="2715" y="14710"/>
                </a:lnTo>
                <a:lnTo>
                  <a:pt x="2825" y="14820"/>
                </a:lnTo>
                <a:lnTo>
                  <a:pt x="2972" y="14856"/>
                </a:lnTo>
                <a:lnTo>
                  <a:pt x="3119" y="14893"/>
                </a:lnTo>
                <a:lnTo>
                  <a:pt x="3266" y="14856"/>
                </a:lnTo>
                <a:lnTo>
                  <a:pt x="3376" y="14746"/>
                </a:lnTo>
                <a:lnTo>
                  <a:pt x="3522" y="14856"/>
                </a:lnTo>
                <a:lnTo>
                  <a:pt x="4036" y="15150"/>
                </a:lnTo>
                <a:lnTo>
                  <a:pt x="4439" y="15333"/>
                </a:lnTo>
                <a:lnTo>
                  <a:pt x="4806" y="15480"/>
                </a:lnTo>
                <a:lnTo>
                  <a:pt x="4770" y="15553"/>
                </a:lnTo>
                <a:lnTo>
                  <a:pt x="4733" y="15590"/>
                </a:lnTo>
                <a:lnTo>
                  <a:pt x="4659" y="15810"/>
                </a:lnTo>
                <a:lnTo>
                  <a:pt x="4623" y="16030"/>
                </a:lnTo>
                <a:lnTo>
                  <a:pt x="4586" y="16470"/>
                </a:lnTo>
                <a:lnTo>
                  <a:pt x="3963" y="16654"/>
                </a:lnTo>
                <a:lnTo>
                  <a:pt x="3376" y="16910"/>
                </a:lnTo>
                <a:lnTo>
                  <a:pt x="2752" y="17167"/>
                </a:lnTo>
                <a:lnTo>
                  <a:pt x="2128" y="17387"/>
                </a:lnTo>
                <a:lnTo>
                  <a:pt x="2055" y="17424"/>
                </a:lnTo>
                <a:lnTo>
                  <a:pt x="2018" y="17497"/>
                </a:lnTo>
                <a:lnTo>
                  <a:pt x="1982" y="17571"/>
                </a:lnTo>
                <a:lnTo>
                  <a:pt x="1982" y="17644"/>
                </a:lnTo>
                <a:lnTo>
                  <a:pt x="2018" y="17717"/>
                </a:lnTo>
                <a:lnTo>
                  <a:pt x="2055" y="17791"/>
                </a:lnTo>
                <a:lnTo>
                  <a:pt x="2128" y="17828"/>
                </a:lnTo>
                <a:lnTo>
                  <a:pt x="2202" y="17864"/>
                </a:lnTo>
                <a:lnTo>
                  <a:pt x="8401" y="17901"/>
                </a:lnTo>
                <a:lnTo>
                  <a:pt x="8474" y="17901"/>
                </a:lnTo>
                <a:lnTo>
                  <a:pt x="8548" y="17864"/>
                </a:lnTo>
                <a:lnTo>
                  <a:pt x="8621" y="17791"/>
                </a:lnTo>
                <a:lnTo>
                  <a:pt x="8621" y="17717"/>
                </a:lnTo>
                <a:lnTo>
                  <a:pt x="8621" y="17644"/>
                </a:lnTo>
                <a:lnTo>
                  <a:pt x="8621" y="17571"/>
                </a:lnTo>
                <a:lnTo>
                  <a:pt x="8584" y="17497"/>
                </a:lnTo>
                <a:lnTo>
                  <a:pt x="8474" y="17424"/>
                </a:lnTo>
                <a:lnTo>
                  <a:pt x="8108" y="17277"/>
                </a:lnTo>
                <a:lnTo>
                  <a:pt x="7667" y="17167"/>
                </a:lnTo>
                <a:lnTo>
                  <a:pt x="7264" y="17057"/>
                </a:lnTo>
                <a:lnTo>
                  <a:pt x="6860" y="16947"/>
                </a:lnTo>
                <a:lnTo>
                  <a:pt x="6494" y="16764"/>
                </a:lnTo>
                <a:lnTo>
                  <a:pt x="6163" y="16544"/>
                </a:lnTo>
                <a:lnTo>
                  <a:pt x="5907" y="16324"/>
                </a:lnTo>
                <a:lnTo>
                  <a:pt x="5797" y="16214"/>
                </a:lnTo>
                <a:lnTo>
                  <a:pt x="5650" y="16140"/>
                </a:lnTo>
                <a:lnTo>
                  <a:pt x="5650" y="16103"/>
                </a:lnTo>
                <a:lnTo>
                  <a:pt x="5687" y="15920"/>
                </a:lnTo>
                <a:lnTo>
                  <a:pt x="5650" y="15737"/>
                </a:lnTo>
                <a:lnTo>
                  <a:pt x="6127" y="15810"/>
                </a:lnTo>
                <a:lnTo>
                  <a:pt x="6640" y="15847"/>
                </a:lnTo>
                <a:lnTo>
                  <a:pt x="7631" y="15847"/>
                </a:lnTo>
                <a:lnTo>
                  <a:pt x="8218" y="15773"/>
                </a:lnTo>
                <a:lnTo>
                  <a:pt x="8841" y="15627"/>
                </a:lnTo>
                <a:lnTo>
                  <a:pt x="9428" y="15480"/>
                </a:lnTo>
                <a:lnTo>
                  <a:pt x="10015" y="15260"/>
                </a:lnTo>
                <a:lnTo>
                  <a:pt x="10565" y="14966"/>
                </a:lnTo>
                <a:lnTo>
                  <a:pt x="11079" y="14673"/>
                </a:lnTo>
                <a:lnTo>
                  <a:pt x="11592" y="14306"/>
                </a:lnTo>
                <a:lnTo>
                  <a:pt x="12069" y="13903"/>
                </a:lnTo>
                <a:lnTo>
                  <a:pt x="12509" y="13462"/>
                </a:lnTo>
                <a:lnTo>
                  <a:pt x="12913" y="12986"/>
                </a:lnTo>
                <a:lnTo>
                  <a:pt x="13280" y="12472"/>
                </a:lnTo>
                <a:lnTo>
                  <a:pt x="13573" y="11922"/>
                </a:lnTo>
                <a:lnTo>
                  <a:pt x="13867" y="11372"/>
                </a:lnTo>
                <a:lnTo>
                  <a:pt x="14087" y="10785"/>
                </a:lnTo>
                <a:lnTo>
                  <a:pt x="14307" y="10198"/>
                </a:lnTo>
                <a:lnTo>
                  <a:pt x="14417" y="9574"/>
                </a:lnTo>
                <a:lnTo>
                  <a:pt x="14527" y="8951"/>
                </a:lnTo>
                <a:lnTo>
                  <a:pt x="14600" y="8327"/>
                </a:lnTo>
                <a:lnTo>
                  <a:pt x="14600" y="7703"/>
                </a:lnTo>
                <a:lnTo>
                  <a:pt x="14564" y="7080"/>
                </a:lnTo>
                <a:lnTo>
                  <a:pt x="14490" y="6456"/>
                </a:lnTo>
                <a:lnTo>
                  <a:pt x="14380" y="5833"/>
                </a:lnTo>
                <a:lnTo>
                  <a:pt x="14197" y="5209"/>
                </a:lnTo>
                <a:lnTo>
                  <a:pt x="13977" y="4622"/>
                </a:lnTo>
                <a:lnTo>
                  <a:pt x="13720" y="3999"/>
                </a:lnTo>
                <a:lnTo>
                  <a:pt x="13353" y="3412"/>
                </a:lnTo>
                <a:lnTo>
                  <a:pt x="12986" y="2861"/>
                </a:lnTo>
                <a:lnTo>
                  <a:pt x="12509" y="2311"/>
                </a:lnTo>
                <a:lnTo>
                  <a:pt x="12032" y="1834"/>
                </a:lnTo>
                <a:lnTo>
                  <a:pt x="11482" y="1394"/>
                </a:lnTo>
                <a:lnTo>
                  <a:pt x="10895" y="1027"/>
                </a:lnTo>
                <a:lnTo>
                  <a:pt x="10602" y="881"/>
                </a:lnTo>
                <a:lnTo>
                  <a:pt x="10272" y="734"/>
                </a:lnTo>
                <a:lnTo>
                  <a:pt x="10308" y="587"/>
                </a:lnTo>
                <a:lnTo>
                  <a:pt x="10308" y="441"/>
                </a:lnTo>
                <a:lnTo>
                  <a:pt x="10272" y="294"/>
                </a:lnTo>
                <a:lnTo>
                  <a:pt x="10198" y="147"/>
                </a:lnTo>
                <a:lnTo>
                  <a:pt x="10088" y="74"/>
                </a:lnTo>
                <a:lnTo>
                  <a:pt x="9942" y="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80" name="Google Shape;480;p10"/>
          <p:cNvSpPr/>
          <p:nvPr/>
        </p:nvSpPr>
        <p:spPr>
          <a:xfrm>
            <a:off x="11657298" y="5555569"/>
            <a:ext cx="660375" cy="453651"/>
          </a:xfrm>
          <a:custGeom>
            <a:avLst/>
            <a:gdLst/>
            <a:ahLst/>
            <a:cxnLst/>
            <a:rect l="l" t="t" r="r" b="b"/>
            <a:pathLst>
              <a:path w="17461" h="11995" extrusionOk="0">
                <a:moveTo>
                  <a:pt x="9758" y="2238"/>
                </a:moveTo>
                <a:lnTo>
                  <a:pt x="9721" y="2274"/>
                </a:lnTo>
                <a:lnTo>
                  <a:pt x="9648" y="2311"/>
                </a:lnTo>
                <a:lnTo>
                  <a:pt x="9611" y="2458"/>
                </a:lnTo>
                <a:lnTo>
                  <a:pt x="9648" y="2568"/>
                </a:lnTo>
                <a:lnTo>
                  <a:pt x="9721" y="2605"/>
                </a:lnTo>
                <a:lnTo>
                  <a:pt x="9758" y="2641"/>
                </a:lnTo>
                <a:lnTo>
                  <a:pt x="9941" y="2641"/>
                </a:lnTo>
                <a:lnTo>
                  <a:pt x="9978" y="2605"/>
                </a:lnTo>
                <a:lnTo>
                  <a:pt x="10051" y="2531"/>
                </a:lnTo>
                <a:lnTo>
                  <a:pt x="10051" y="2458"/>
                </a:lnTo>
                <a:lnTo>
                  <a:pt x="10051" y="2348"/>
                </a:lnTo>
                <a:lnTo>
                  <a:pt x="9978" y="2274"/>
                </a:lnTo>
                <a:lnTo>
                  <a:pt x="9941" y="2238"/>
                </a:lnTo>
                <a:close/>
                <a:moveTo>
                  <a:pt x="9795" y="3191"/>
                </a:moveTo>
                <a:lnTo>
                  <a:pt x="9721" y="3265"/>
                </a:lnTo>
                <a:lnTo>
                  <a:pt x="9684" y="3301"/>
                </a:lnTo>
                <a:lnTo>
                  <a:pt x="9684" y="3375"/>
                </a:lnTo>
                <a:lnTo>
                  <a:pt x="9684" y="3485"/>
                </a:lnTo>
                <a:lnTo>
                  <a:pt x="9758" y="3522"/>
                </a:lnTo>
                <a:lnTo>
                  <a:pt x="9795" y="3558"/>
                </a:lnTo>
                <a:lnTo>
                  <a:pt x="9941" y="3558"/>
                </a:lnTo>
                <a:lnTo>
                  <a:pt x="9978" y="3522"/>
                </a:lnTo>
                <a:lnTo>
                  <a:pt x="10015" y="3485"/>
                </a:lnTo>
                <a:lnTo>
                  <a:pt x="10051" y="3375"/>
                </a:lnTo>
                <a:lnTo>
                  <a:pt x="10015" y="3301"/>
                </a:lnTo>
                <a:lnTo>
                  <a:pt x="9978" y="3228"/>
                </a:lnTo>
                <a:lnTo>
                  <a:pt x="9941" y="3191"/>
                </a:lnTo>
                <a:close/>
                <a:moveTo>
                  <a:pt x="11519" y="3045"/>
                </a:moveTo>
                <a:lnTo>
                  <a:pt x="11409" y="3081"/>
                </a:lnTo>
                <a:lnTo>
                  <a:pt x="11335" y="3118"/>
                </a:lnTo>
                <a:lnTo>
                  <a:pt x="11298" y="3191"/>
                </a:lnTo>
                <a:lnTo>
                  <a:pt x="11262" y="3265"/>
                </a:lnTo>
                <a:lnTo>
                  <a:pt x="11262" y="3338"/>
                </a:lnTo>
                <a:lnTo>
                  <a:pt x="11262" y="3412"/>
                </a:lnTo>
                <a:lnTo>
                  <a:pt x="11298" y="3485"/>
                </a:lnTo>
                <a:lnTo>
                  <a:pt x="11372" y="3522"/>
                </a:lnTo>
                <a:lnTo>
                  <a:pt x="11445" y="3595"/>
                </a:lnTo>
                <a:lnTo>
                  <a:pt x="11592" y="3595"/>
                </a:lnTo>
                <a:lnTo>
                  <a:pt x="11665" y="3522"/>
                </a:lnTo>
                <a:lnTo>
                  <a:pt x="11702" y="3485"/>
                </a:lnTo>
                <a:lnTo>
                  <a:pt x="11739" y="3412"/>
                </a:lnTo>
                <a:lnTo>
                  <a:pt x="11702" y="3265"/>
                </a:lnTo>
                <a:lnTo>
                  <a:pt x="11702" y="3155"/>
                </a:lnTo>
                <a:lnTo>
                  <a:pt x="11629" y="3081"/>
                </a:lnTo>
                <a:lnTo>
                  <a:pt x="11519" y="3045"/>
                </a:lnTo>
                <a:close/>
                <a:moveTo>
                  <a:pt x="15554" y="1541"/>
                </a:moveTo>
                <a:lnTo>
                  <a:pt x="15407" y="1871"/>
                </a:lnTo>
                <a:lnTo>
                  <a:pt x="15187" y="2164"/>
                </a:lnTo>
                <a:lnTo>
                  <a:pt x="14967" y="2458"/>
                </a:lnTo>
                <a:lnTo>
                  <a:pt x="14710" y="2715"/>
                </a:lnTo>
                <a:lnTo>
                  <a:pt x="14416" y="2935"/>
                </a:lnTo>
                <a:lnTo>
                  <a:pt x="14123" y="3155"/>
                </a:lnTo>
                <a:lnTo>
                  <a:pt x="13536" y="3595"/>
                </a:lnTo>
                <a:lnTo>
                  <a:pt x="13279" y="3265"/>
                </a:lnTo>
                <a:lnTo>
                  <a:pt x="12986" y="2971"/>
                </a:lnTo>
                <a:lnTo>
                  <a:pt x="13096" y="2935"/>
                </a:lnTo>
                <a:lnTo>
                  <a:pt x="13683" y="2531"/>
                </a:lnTo>
                <a:lnTo>
                  <a:pt x="14306" y="2164"/>
                </a:lnTo>
                <a:lnTo>
                  <a:pt x="14930" y="1834"/>
                </a:lnTo>
                <a:lnTo>
                  <a:pt x="15554" y="1541"/>
                </a:lnTo>
                <a:close/>
                <a:moveTo>
                  <a:pt x="8914" y="3228"/>
                </a:moveTo>
                <a:lnTo>
                  <a:pt x="8841" y="3301"/>
                </a:lnTo>
                <a:lnTo>
                  <a:pt x="8804" y="3375"/>
                </a:lnTo>
                <a:lnTo>
                  <a:pt x="8804" y="3485"/>
                </a:lnTo>
                <a:lnTo>
                  <a:pt x="8804" y="3558"/>
                </a:lnTo>
                <a:lnTo>
                  <a:pt x="8877" y="3632"/>
                </a:lnTo>
                <a:lnTo>
                  <a:pt x="8951" y="3668"/>
                </a:lnTo>
                <a:lnTo>
                  <a:pt x="9098" y="3668"/>
                </a:lnTo>
                <a:lnTo>
                  <a:pt x="9134" y="3632"/>
                </a:lnTo>
                <a:lnTo>
                  <a:pt x="9208" y="3558"/>
                </a:lnTo>
                <a:lnTo>
                  <a:pt x="9208" y="3485"/>
                </a:lnTo>
                <a:lnTo>
                  <a:pt x="9208" y="3375"/>
                </a:lnTo>
                <a:lnTo>
                  <a:pt x="9171" y="3338"/>
                </a:lnTo>
                <a:lnTo>
                  <a:pt x="9134" y="3265"/>
                </a:lnTo>
                <a:lnTo>
                  <a:pt x="9061" y="3228"/>
                </a:lnTo>
                <a:close/>
                <a:moveTo>
                  <a:pt x="16324" y="1101"/>
                </a:moveTo>
                <a:lnTo>
                  <a:pt x="16140" y="1541"/>
                </a:lnTo>
                <a:lnTo>
                  <a:pt x="15884" y="1944"/>
                </a:lnTo>
                <a:lnTo>
                  <a:pt x="15590" y="2348"/>
                </a:lnTo>
                <a:lnTo>
                  <a:pt x="15297" y="2751"/>
                </a:lnTo>
                <a:lnTo>
                  <a:pt x="14967" y="3081"/>
                </a:lnTo>
                <a:lnTo>
                  <a:pt x="14600" y="3412"/>
                </a:lnTo>
                <a:lnTo>
                  <a:pt x="13829" y="4072"/>
                </a:lnTo>
                <a:lnTo>
                  <a:pt x="13756" y="3925"/>
                </a:lnTo>
                <a:lnTo>
                  <a:pt x="13976" y="3778"/>
                </a:lnTo>
                <a:lnTo>
                  <a:pt x="14343" y="3558"/>
                </a:lnTo>
                <a:lnTo>
                  <a:pt x="14673" y="3301"/>
                </a:lnTo>
                <a:lnTo>
                  <a:pt x="15003" y="3008"/>
                </a:lnTo>
                <a:lnTo>
                  <a:pt x="15297" y="2715"/>
                </a:lnTo>
                <a:lnTo>
                  <a:pt x="15554" y="2384"/>
                </a:lnTo>
                <a:lnTo>
                  <a:pt x="15774" y="2018"/>
                </a:lnTo>
                <a:lnTo>
                  <a:pt x="15957" y="1651"/>
                </a:lnTo>
                <a:lnTo>
                  <a:pt x="16104" y="1211"/>
                </a:lnTo>
                <a:lnTo>
                  <a:pt x="16104" y="1137"/>
                </a:lnTo>
                <a:lnTo>
                  <a:pt x="16324" y="1101"/>
                </a:lnTo>
                <a:close/>
                <a:moveTo>
                  <a:pt x="10528" y="3962"/>
                </a:moveTo>
                <a:lnTo>
                  <a:pt x="10455" y="3998"/>
                </a:lnTo>
                <a:lnTo>
                  <a:pt x="10381" y="4072"/>
                </a:lnTo>
                <a:lnTo>
                  <a:pt x="10381" y="4108"/>
                </a:lnTo>
                <a:lnTo>
                  <a:pt x="10345" y="4219"/>
                </a:lnTo>
                <a:lnTo>
                  <a:pt x="10381" y="4329"/>
                </a:lnTo>
                <a:lnTo>
                  <a:pt x="10455" y="4402"/>
                </a:lnTo>
                <a:lnTo>
                  <a:pt x="10491" y="4439"/>
                </a:lnTo>
                <a:lnTo>
                  <a:pt x="10638" y="4439"/>
                </a:lnTo>
                <a:lnTo>
                  <a:pt x="10748" y="4365"/>
                </a:lnTo>
                <a:lnTo>
                  <a:pt x="10785" y="4292"/>
                </a:lnTo>
                <a:lnTo>
                  <a:pt x="10822" y="4219"/>
                </a:lnTo>
                <a:lnTo>
                  <a:pt x="10785" y="4108"/>
                </a:lnTo>
                <a:lnTo>
                  <a:pt x="10748" y="4072"/>
                </a:lnTo>
                <a:lnTo>
                  <a:pt x="10712" y="3998"/>
                </a:lnTo>
                <a:lnTo>
                  <a:pt x="10675" y="3962"/>
                </a:lnTo>
                <a:close/>
                <a:moveTo>
                  <a:pt x="16434" y="477"/>
                </a:moveTo>
                <a:lnTo>
                  <a:pt x="16617" y="514"/>
                </a:lnTo>
                <a:lnTo>
                  <a:pt x="16764" y="587"/>
                </a:lnTo>
                <a:lnTo>
                  <a:pt x="16837" y="734"/>
                </a:lnTo>
                <a:lnTo>
                  <a:pt x="16911" y="880"/>
                </a:lnTo>
                <a:lnTo>
                  <a:pt x="16947" y="1064"/>
                </a:lnTo>
                <a:lnTo>
                  <a:pt x="16947" y="1247"/>
                </a:lnTo>
                <a:lnTo>
                  <a:pt x="16911" y="1541"/>
                </a:lnTo>
                <a:lnTo>
                  <a:pt x="16764" y="1871"/>
                </a:lnTo>
                <a:lnTo>
                  <a:pt x="16544" y="2128"/>
                </a:lnTo>
                <a:lnTo>
                  <a:pt x="16104" y="2641"/>
                </a:lnTo>
                <a:lnTo>
                  <a:pt x="15077" y="3668"/>
                </a:lnTo>
                <a:lnTo>
                  <a:pt x="14086" y="4549"/>
                </a:lnTo>
                <a:lnTo>
                  <a:pt x="14013" y="4402"/>
                </a:lnTo>
                <a:lnTo>
                  <a:pt x="14123" y="4329"/>
                </a:lnTo>
                <a:lnTo>
                  <a:pt x="14967" y="3632"/>
                </a:lnTo>
                <a:lnTo>
                  <a:pt x="15370" y="3228"/>
                </a:lnTo>
                <a:lnTo>
                  <a:pt x="15737" y="2825"/>
                </a:lnTo>
                <a:lnTo>
                  <a:pt x="16067" y="2384"/>
                </a:lnTo>
                <a:lnTo>
                  <a:pt x="16361" y="1908"/>
                </a:lnTo>
                <a:lnTo>
                  <a:pt x="16617" y="1431"/>
                </a:lnTo>
                <a:lnTo>
                  <a:pt x="16764" y="880"/>
                </a:lnTo>
                <a:lnTo>
                  <a:pt x="16764" y="770"/>
                </a:lnTo>
                <a:lnTo>
                  <a:pt x="16727" y="697"/>
                </a:lnTo>
                <a:lnTo>
                  <a:pt x="16654" y="660"/>
                </a:lnTo>
                <a:lnTo>
                  <a:pt x="16544" y="660"/>
                </a:lnTo>
                <a:lnTo>
                  <a:pt x="15920" y="770"/>
                </a:lnTo>
                <a:lnTo>
                  <a:pt x="15333" y="954"/>
                </a:lnTo>
                <a:lnTo>
                  <a:pt x="15333" y="954"/>
                </a:lnTo>
                <a:lnTo>
                  <a:pt x="15590" y="807"/>
                </a:lnTo>
                <a:lnTo>
                  <a:pt x="15884" y="660"/>
                </a:lnTo>
                <a:lnTo>
                  <a:pt x="16177" y="550"/>
                </a:lnTo>
                <a:lnTo>
                  <a:pt x="16434" y="477"/>
                </a:lnTo>
                <a:close/>
                <a:moveTo>
                  <a:pt x="9354" y="4182"/>
                </a:moveTo>
                <a:lnTo>
                  <a:pt x="9208" y="4255"/>
                </a:lnTo>
                <a:lnTo>
                  <a:pt x="9134" y="4365"/>
                </a:lnTo>
                <a:lnTo>
                  <a:pt x="9134" y="4439"/>
                </a:lnTo>
                <a:lnTo>
                  <a:pt x="9171" y="4512"/>
                </a:lnTo>
                <a:lnTo>
                  <a:pt x="9208" y="4585"/>
                </a:lnTo>
                <a:lnTo>
                  <a:pt x="9281" y="4622"/>
                </a:lnTo>
                <a:lnTo>
                  <a:pt x="9428" y="4622"/>
                </a:lnTo>
                <a:lnTo>
                  <a:pt x="9538" y="4585"/>
                </a:lnTo>
                <a:lnTo>
                  <a:pt x="9611" y="4475"/>
                </a:lnTo>
                <a:lnTo>
                  <a:pt x="9648" y="4402"/>
                </a:lnTo>
                <a:lnTo>
                  <a:pt x="9648" y="4292"/>
                </a:lnTo>
                <a:lnTo>
                  <a:pt x="9611" y="4255"/>
                </a:lnTo>
                <a:lnTo>
                  <a:pt x="9538" y="4182"/>
                </a:lnTo>
                <a:close/>
                <a:moveTo>
                  <a:pt x="13243" y="6566"/>
                </a:moveTo>
                <a:lnTo>
                  <a:pt x="13169" y="6639"/>
                </a:lnTo>
                <a:lnTo>
                  <a:pt x="13133" y="6713"/>
                </a:lnTo>
                <a:lnTo>
                  <a:pt x="13133" y="6860"/>
                </a:lnTo>
                <a:lnTo>
                  <a:pt x="13133" y="6933"/>
                </a:lnTo>
                <a:lnTo>
                  <a:pt x="13206" y="6970"/>
                </a:lnTo>
                <a:lnTo>
                  <a:pt x="13316" y="7006"/>
                </a:lnTo>
                <a:lnTo>
                  <a:pt x="13463" y="6970"/>
                </a:lnTo>
                <a:lnTo>
                  <a:pt x="13536" y="6933"/>
                </a:lnTo>
                <a:lnTo>
                  <a:pt x="13536" y="6860"/>
                </a:lnTo>
                <a:lnTo>
                  <a:pt x="13573" y="6750"/>
                </a:lnTo>
                <a:lnTo>
                  <a:pt x="13536" y="6676"/>
                </a:lnTo>
                <a:lnTo>
                  <a:pt x="13463" y="6603"/>
                </a:lnTo>
                <a:lnTo>
                  <a:pt x="13316" y="6566"/>
                </a:lnTo>
                <a:close/>
                <a:moveTo>
                  <a:pt x="12216" y="7300"/>
                </a:moveTo>
                <a:lnTo>
                  <a:pt x="12105" y="7336"/>
                </a:lnTo>
                <a:lnTo>
                  <a:pt x="12032" y="7410"/>
                </a:lnTo>
                <a:lnTo>
                  <a:pt x="11995" y="7520"/>
                </a:lnTo>
                <a:lnTo>
                  <a:pt x="11995" y="7630"/>
                </a:lnTo>
                <a:lnTo>
                  <a:pt x="12032" y="7703"/>
                </a:lnTo>
                <a:lnTo>
                  <a:pt x="12105" y="7777"/>
                </a:lnTo>
                <a:lnTo>
                  <a:pt x="12216" y="7777"/>
                </a:lnTo>
                <a:lnTo>
                  <a:pt x="12289" y="7740"/>
                </a:lnTo>
                <a:lnTo>
                  <a:pt x="12362" y="7703"/>
                </a:lnTo>
                <a:lnTo>
                  <a:pt x="12436" y="7630"/>
                </a:lnTo>
                <a:lnTo>
                  <a:pt x="12436" y="7520"/>
                </a:lnTo>
                <a:lnTo>
                  <a:pt x="12436" y="7410"/>
                </a:lnTo>
                <a:lnTo>
                  <a:pt x="12326" y="7336"/>
                </a:lnTo>
                <a:lnTo>
                  <a:pt x="12216" y="7300"/>
                </a:lnTo>
                <a:close/>
                <a:moveTo>
                  <a:pt x="12729" y="8033"/>
                </a:moveTo>
                <a:lnTo>
                  <a:pt x="12656" y="8107"/>
                </a:lnTo>
                <a:lnTo>
                  <a:pt x="12656" y="8143"/>
                </a:lnTo>
                <a:lnTo>
                  <a:pt x="12619" y="8253"/>
                </a:lnTo>
                <a:lnTo>
                  <a:pt x="12619" y="8400"/>
                </a:lnTo>
                <a:lnTo>
                  <a:pt x="12656" y="8437"/>
                </a:lnTo>
                <a:lnTo>
                  <a:pt x="12692" y="8474"/>
                </a:lnTo>
                <a:lnTo>
                  <a:pt x="12729" y="8474"/>
                </a:lnTo>
                <a:lnTo>
                  <a:pt x="12802" y="8510"/>
                </a:lnTo>
                <a:lnTo>
                  <a:pt x="12912" y="8474"/>
                </a:lnTo>
                <a:lnTo>
                  <a:pt x="12986" y="8437"/>
                </a:lnTo>
                <a:lnTo>
                  <a:pt x="13022" y="8400"/>
                </a:lnTo>
                <a:lnTo>
                  <a:pt x="13022" y="8253"/>
                </a:lnTo>
                <a:lnTo>
                  <a:pt x="13022" y="8180"/>
                </a:lnTo>
                <a:lnTo>
                  <a:pt x="12949" y="8107"/>
                </a:lnTo>
                <a:lnTo>
                  <a:pt x="12912" y="8033"/>
                </a:lnTo>
                <a:close/>
                <a:moveTo>
                  <a:pt x="10051" y="2128"/>
                </a:moveTo>
                <a:lnTo>
                  <a:pt x="10455" y="2164"/>
                </a:lnTo>
                <a:lnTo>
                  <a:pt x="10858" y="2238"/>
                </a:lnTo>
                <a:lnTo>
                  <a:pt x="11262" y="2348"/>
                </a:lnTo>
                <a:lnTo>
                  <a:pt x="11225" y="2458"/>
                </a:lnTo>
                <a:lnTo>
                  <a:pt x="11262" y="2568"/>
                </a:lnTo>
                <a:lnTo>
                  <a:pt x="11335" y="2641"/>
                </a:lnTo>
                <a:lnTo>
                  <a:pt x="11445" y="2715"/>
                </a:lnTo>
                <a:lnTo>
                  <a:pt x="11629" y="2715"/>
                </a:lnTo>
                <a:lnTo>
                  <a:pt x="11775" y="2788"/>
                </a:lnTo>
                <a:lnTo>
                  <a:pt x="12105" y="2935"/>
                </a:lnTo>
                <a:lnTo>
                  <a:pt x="12179" y="2971"/>
                </a:lnTo>
                <a:lnTo>
                  <a:pt x="12252" y="3008"/>
                </a:lnTo>
                <a:lnTo>
                  <a:pt x="12472" y="3191"/>
                </a:lnTo>
                <a:lnTo>
                  <a:pt x="12692" y="3412"/>
                </a:lnTo>
                <a:lnTo>
                  <a:pt x="13096" y="3852"/>
                </a:lnTo>
                <a:lnTo>
                  <a:pt x="11482" y="4842"/>
                </a:lnTo>
                <a:lnTo>
                  <a:pt x="9868" y="5796"/>
                </a:lnTo>
                <a:lnTo>
                  <a:pt x="6090" y="8070"/>
                </a:lnTo>
                <a:lnTo>
                  <a:pt x="5209" y="8620"/>
                </a:lnTo>
                <a:lnTo>
                  <a:pt x="5356" y="8327"/>
                </a:lnTo>
                <a:lnTo>
                  <a:pt x="5649" y="7960"/>
                </a:lnTo>
                <a:lnTo>
                  <a:pt x="5943" y="7557"/>
                </a:lnTo>
                <a:lnTo>
                  <a:pt x="5906" y="7483"/>
                </a:lnTo>
                <a:lnTo>
                  <a:pt x="5870" y="7483"/>
                </a:lnTo>
                <a:lnTo>
                  <a:pt x="5686" y="7593"/>
                </a:lnTo>
                <a:lnTo>
                  <a:pt x="5539" y="7740"/>
                </a:lnTo>
                <a:lnTo>
                  <a:pt x="5209" y="8070"/>
                </a:lnTo>
                <a:lnTo>
                  <a:pt x="4989" y="8437"/>
                </a:lnTo>
                <a:lnTo>
                  <a:pt x="4769" y="8840"/>
                </a:lnTo>
                <a:lnTo>
                  <a:pt x="4732" y="8877"/>
                </a:lnTo>
                <a:lnTo>
                  <a:pt x="4622" y="8584"/>
                </a:lnTo>
                <a:lnTo>
                  <a:pt x="4916" y="8107"/>
                </a:lnTo>
                <a:lnTo>
                  <a:pt x="5283" y="7630"/>
                </a:lnTo>
                <a:lnTo>
                  <a:pt x="5649" y="7190"/>
                </a:lnTo>
                <a:lnTo>
                  <a:pt x="6016" y="6786"/>
                </a:lnTo>
                <a:lnTo>
                  <a:pt x="6016" y="6750"/>
                </a:lnTo>
                <a:lnTo>
                  <a:pt x="6016" y="6713"/>
                </a:lnTo>
                <a:lnTo>
                  <a:pt x="5943" y="6713"/>
                </a:lnTo>
                <a:lnTo>
                  <a:pt x="5539" y="7043"/>
                </a:lnTo>
                <a:lnTo>
                  <a:pt x="5173" y="7410"/>
                </a:lnTo>
                <a:lnTo>
                  <a:pt x="4842" y="7777"/>
                </a:lnTo>
                <a:lnTo>
                  <a:pt x="4512" y="8180"/>
                </a:lnTo>
                <a:lnTo>
                  <a:pt x="4476" y="7923"/>
                </a:lnTo>
                <a:lnTo>
                  <a:pt x="4439" y="7667"/>
                </a:lnTo>
                <a:lnTo>
                  <a:pt x="4659" y="7336"/>
                </a:lnTo>
                <a:lnTo>
                  <a:pt x="4879" y="7080"/>
                </a:lnTo>
                <a:lnTo>
                  <a:pt x="5686" y="6016"/>
                </a:lnTo>
                <a:lnTo>
                  <a:pt x="5723" y="5943"/>
                </a:lnTo>
                <a:lnTo>
                  <a:pt x="5686" y="5906"/>
                </a:lnTo>
                <a:lnTo>
                  <a:pt x="5576" y="5906"/>
                </a:lnTo>
                <a:lnTo>
                  <a:pt x="5283" y="6199"/>
                </a:lnTo>
                <a:lnTo>
                  <a:pt x="4953" y="6529"/>
                </a:lnTo>
                <a:lnTo>
                  <a:pt x="4402" y="7153"/>
                </a:lnTo>
                <a:lnTo>
                  <a:pt x="4402" y="6529"/>
                </a:lnTo>
                <a:lnTo>
                  <a:pt x="4622" y="6199"/>
                </a:lnTo>
                <a:lnTo>
                  <a:pt x="4953" y="5759"/>
                </a:lnTo>
                <a:lnTo>
                  <a:pt x="5136" y="5502"/>
                </a:lnTo>
                <a:lnTo>
                  <a:pt x="5246" y="5392"/>
                </a:lnTo>
                <a:lnTo>
                  <a:pt x="5393" y="5319"/>
                </a:lnTo>
                <a:lnTo>
                  <a:pt x="5429" y="5319"/>
                </a:lnTo>
                <a:lnTo>
                  <a:pt x="5429" y="5282"/>
                </a:lnTo>
                <a:lnTo>
                  <a:pt x="5393" y="5246"/>
                </a:lnTo>
                <a:lnTo>
                  <a:pt x="5393" y="5209"/>
                </a:lnTo>
                <a:lnTo>
                  <a:pt x="5173" y="5209"/>
                </a:lnTo>
                <a:lnTo>
                  <a:pt x="5063" y="5282"/>
                </a:lnTo>
                <a:lnTo>
                  <a:pt x="4953" y="5356"/>
                </a:lnTo>
                <a:lnTo>
                  <a:pt x="4769" y="5539"/>
                </a:lnTo>
                <a:lnTo>
                  <a:pt x="4622" y="5722"/>
                </a:lnTo>
                <a:lnTo>
                  <a:pt x="4476" y="5869"/>
                </a:lnTo>
                <a:lnTo>
                  <a:pt x="4586" y="5466"/>
                </a:lnTo>
                <a:lnTo>
                  <a:pt x="4732" y="5062"/>
                </a:lnTo>
                <a:lnTo>
                  <a:pt x="4879" y="4842"/>
                </a:lnTo>
                <a:lnTo>
                  <a:pt x="5026" y="4622"/>
                </a:lnTo>
                <a:lnTo>
                  <a:pt x="5209" y="4402"/>
                </a:lnTo>
                <a:lnTo>
                  <a:pt x="5393" y="4219"/>
                </a:lnTo>
                <a:lnTo>
                  <a:pt x="5796" y="3852"/>
                </a:lnTo>
                <a:lnTo>
                  <a:pt x="6236" y="3522"/>
                </a:lnTo>
                <a:lnTo>
                  <a:pt x="6677" y="3228"/>
                </a:lnTo>
                <a:lnTo>
                  <a:pt x="7117" y="2935"/>
                </a:lnTo>
                <a:lnTo>
                  <a:pt x="7594" y="2715"/>
                </a:lnTo>
                <a:lnTo>
                  <a:pt x="8070" y="2494"/>
                </a:lnTo>
                <a:lnTo>
                  <a:pt x="8474" y="2348"/>
                </a:lnTo>
                <a:lnTo>
                  <a:pt x="8841" y="2238"/>
                </a:lnTo>
                <a:lnTo>
                  <a:pt x="9244" y="2164"/>
                </a:lnTo>
                <a:lnTo>
                  <a:pt x="9648" y="2128"/>
                </a:lnTo>
                <a:close/>
                <a:moveTo>
                  <a:pt x="13316" y="4219"/>
                </a:moveTo>
                <a:lnTo>
                  <a:pt x="13426" y="4365"/>
                </a:lnTo>
                <a:lnTo>
                  <a:pt x="12582" y="5026"/>
                </a:lnTo>
                <a:lnTo>
                  <a:pt x="11702" y="5649"/>
                </a:lnTo>
                <a:lnTo>
                  <a:pt x="10785" y="6273"/>
                </a:lnTo>
                <a:lnTo>
                  <a:pt x="9868" y="6860"/>
                </a:lnTo>
                <a:lnTo>
                  <a:pt x="8877" y="7446"/>
                </a:lnTo>
                <a:lnTo>
                  <a:pt x="7887" y="8033"/>
                </a:lnTo>
                <a:lnTo>
                  <a:pt x="6860" y="8584"/>
                </a:lnTo>
                <a:lnTo>
                  <a:pt x="5796" y="9097"/>
                </a:lnTo>
                <a:lnTo>
                  <a:pt x="4989" y="9464"/>
                </a:lnTo>
                <a:lnTo>
                  <a:pt x="4916" y="9317"/>
                </a:lnTo>
                <a:lnTo>
                  <a:pt x="4953" y="9207"/>
                </a:lnTo>
                <a:lnTo>
                  <a:pt x="6053" y="8584"/>
                </a:lnTo>
                <a:lnTo>
                  <a:pt x="10198" y="6089"/>
                </a:lnTo>
                <a:lnTo>
                  <a:pt x="11775" y="5136"/>
                </a:lnTo>
                <a:lnTo>
                  <a:pt x="13316" y="4219"/>
                </a:lnTo>
                <a:close/>
                <a:moveTo>
                  <a:pt x="3962" y="7960"/>
                </a:moveTo>
                <a:lnTo>
                  <a:pt x="3999" y="8070"/>
                </a:lnTo>
                <a:lnTo>
                  <a:pt x="3999" y="8107"/>
                </a:lnTo>
                <a:lnTo>
                  <a:pt x="4146" y="8694"/>
                </a:lnTo>
                <a:lnTo>
                  <a:pt x="3962" y="9024"/>
                </a:lnTo>
                <a:lnTo>
                  <a:pt x="3925" y="9097"/>
                </a:lnTo>
                <a:lnTo>
                  <a:pt x="3925" y="9134"/>
                </a:lnTo>
                <a:lnTo>
                  <a:pt x="3999" y="9244"/>
                </a:lnTo>
                <a:lnTo>
                  <a:pt x="3339" y="9501"/>
                </a:lnTo>
                <a:lnTo>
                  <a:pt x="3008" y="9611"/>
                </a:lnTo>
                <a:lnTo>
                  <a:pt x="2642" y="9684"/>
                </a:lnTo>
                <a:lnTo>
                  <a:pt x="2898" y="9171"/>
                </a:lnTo>
                <a:lnTo>
                  <a:pt x="3229" y="8694"/>
                </a:lnTo>
                <a:lnTo>
                  <a:pt x="3559" y="8327"/>
                </a:lnTo>
                <a:lnTo>
                  <a:pt x="3962" y="7960"/>
                </a:lnTo>
                <a:close/>
                <a:moveTo>
                  <a:pt x="13609" y="4732"/>
                </a:moveTo>
                <a:lnTo>
                  <a:pt x="13683" y="4915"/>
                </a:lnTo>
                <a:lnTo>
                  <a:pt x="12986" y="5502"/>
                </a:lnTo>
                <a:lnTo>
                  <a:pt x="12105" y="6199"/>
                </a:lnTo>
                <a:lnTo>
                  <a:pt x="11225" y="6823"/>
                </a:lnTo>
                <a:lnTo>
                  <a:pt x="10308" y="7446"/>
                </a:lnTo>
                <a:lnTo>
                  <a:pt x="9354" y="8033"/>
                </a:lnTo>
                <a:lnTo>
                  <a:pt x="8401" y="8584"/>
                </a:lnTo>
                <a:lnTo>
                  <a:pt x="7447" y="9097"/>
                </a:lnTo>
                <a:lnTo>
                  <a:pt x="6456" y="9574"/>
                </a:lnTo>
                <a:lnTo>
                  <a:pt x="5429" y="10014"/>
                </a:lnTo>
                <a:lnTo>
                  <a:pt x="5246" y="9794"/>
                </a:lnTo>
                <a:lnTo>
                  <a:pt x="5466" y="9684"/>
                </a:lnTo>
                <a:lnTo>
                  <a:pt x="6603" y="9134"/>
                </a:lnTo>
                <a:lnTo>
                  <a:pt x="7740" y="8547"/>
                </a:lnTo>
                <a:lnTo>
                  <a:pt x="8877" y="7923"/>
                </a:lnTo>
                <a:lnTo>
                  <a:pt x="9978" y="7263"/>
                </a:lnTo>
                <a:lnTo>
                  <a:pt x="10895" y="6676"/>
                </a:lnTo>
                <a:lnTo>
                  <a:pt x="11812" y="6053"/>
                </a:lnTo>
                <a:lnTo>
                  <a:pt x="12729" y="5392"/>
                </a:lnTo>
                <a:lnTo>
                  <a:pt x="13609" y="4732"/>
                </a:lnTo>
                <a:close/>
                <a:moveTo>
                  <a:pt x="11995" y="9721"/>
                </a:moveTo>
                <a:lnTo>
                  <a:pt x="12472" y="9831"/>
                </a:lnTo>
                <a:lnTo>
                  <a:pt x="12436" y="9867"/>
                </a:lnTo>
                <a:lnTo>
                  <a:pt x="12032" y="10271"/>
                </a:lnTo>
                <a:lnTo>
                  <a:pt x="12032" y="10198"/>
                </a:lnTo>
                <a:lnTo>
                  <a:pt x="11995" y="9721"/>
                </a:lnTo>
                <a:close/>
                <a:moveTo>
                  <a:pt x="2715" y="8804"/>
                </a:moveTo>
                <a:lnTo>
                  <a:pt x="2422" y="9317"/>
                </a:lnTo>
                <a:lnTo>
                  <a:pt x="2165" y="9867"/>
                </a:lnTo>
                <a:lnTo>
                  <a:pt x="2165" y="9941"/>
                </a:lnTo>
                <a:lnTo>
                  <a:pt x="2201" y="10051"/>
                </a:lnTo>
                <a:lnTo>
                  <a:pt x="2275" y="10088"/>
                </a:lnTo>
                <a:lnTo>
                  <a:pt x="2348" y="10124"/>
                </a:lnTo>
                <a:lnTo>
                  <a:pt x="2898" y="10014"/>
                </a:lnTo>
                <a:lnTo>
                  <a:pt x="3449" y="9867"/>
                </a:lnTo>
                <a:lnTo>
                  <a:pt x="3925" y="9684"/>
                </a:lnTo>
                <a:lnTo>
                  <a:pt x="4439" y="9464"/>
                </a:lnTo>
                <a:lnTo>
                  <a:pt x="4549" y="9684"/>
                </a:lnTo>
                <a:lnTo>
                  <a:pt x="3559" y="10124"/>
                </a:lnTo>
                <a:lnTo>
                  <a:pt x="3082" y="10308"/>
                </a:lnTo>
                <a:lnTo>
                  <a:pt x="2568" y="10528"/>
                </a:lnTo>
                <a:lnTo>
                  <a:pt x="2275" y="10638"/>
                </a:lnTo>
                <a:lnTo>
                  <a:pt x="2018" y="10674"/>
                </a:lnTo>
                <a:lnTo>
                  <a:pt x="1761" y="10711"/>
                </a:lnTo>
                <a:lnTo>
                  <a:pt x="1468" y="10711"/>
                </a:lnTo>
                <a:lnTo>
                  <a:pt x="2091" y="9794"/>
                </a:lnTo>
                <a:lnTo>
                  <a:pt x="2348" y="9317"/>
                </a:lnTo>
                <a:lnTo>
                  <a:pt x="2642" y="8877"/>
                </a:lnTo>
                <a:lnTo>
                  <a:pt x="2715" y="8804"/>
                </a:lnTo>
                <a:close/>
                <a:moveTo>
                  <a:pt x="13829" y="5429"/>
                </a:moveTo>
                <a:lnTo>
                  <a:pt x="13940" y="5943"/>
                </a:lnTo>
                <a:lnTo>
                  <a:pt x="13940" y="6456"/>
                </a:lnTo>
                <a:lnTo>
                  <a:pt x="13940" y="6896"/>
                </a:lnTo>
                <a:lnTo>
                  <a:pt x="13866" y="7336"/>
                </a:lnTo>
                <a:lnTo>
                  <a:pt x="13756" y="7740"/>
                </a:lnTo>
                <a:lnTo>
                  <a:pt x="13609" y="8143"/>
                </a:lnTo>
                <a:lnTo>
                  <a:pt x="13426" y="8547"/>
                </a:lnTo>
                <a:lnTo>
                  <a:pt x="13206" y="8914"/>
                </a:lnTo>
                <a:lnTo>
                  <a:pt x="12949" y="9281"/>
                </a:lnTo>
                <a:lnTo>
                  <a:pt x="12656" y="9647"/>
                </a:lnTo>
                <a:lnTo>
                  <a:pt x="12289" y="9611"/>
                </a:lnTo>
                <a:lnTo>
                  <a:pt x="11922" y="9537"/>
                </a:lnTo>
                <a:lnTo>
                  <a:pt x="11849" y="9574"/>
                </a:lnTo>
                <a:lnTo>
                  <a:pt x="11812" y="9574"/>
                </a:lnTo>
                <a:lnTo>
                  <a:pt x="11775" y="9647"/>
                </a:lnTo>
                <a:lnTo>
                  <a:pt x="11702" y="10418"/>
                </a:lnTo>
                <a:lnTo>
                  <a:pt x="11702" y="10491"/>
                </a:lnTo>
                <a:lnTo>
                  <a:pt x="11409" y="10711"/>
                </a:lnTo>
                <a:lnTo>
                  <a:pt x="11188" y="10821"/>
                </a:lnTo>
                <a:lnTo>
                  <a:pt x="11152" y="10858"/>
                </a:lnTo>
                <a:lnTo>
                  <a:pt x="11042" y="10931"/>
                </a:lnTo>
                <a:lnTo>
                  <a:pt x="11042" y="10564"/>
                </a:lnTo>
                <a:lnTo>
                  <a:pt x="11115" y="10198"/>
                </a:lnTo>
                <a:lnTo>
                  <a:pt x="11188" y="9867"/>
                </a:lnTo>
                <a:lnTo>
                  <a:pt x="11298" y="9501"/>
                </a:lnTo>
                <a:lnTo>
                  <a:pt x="11298" y="9464"/>
                </a:lnTo>
                <a:lnTo>
                  <a:pt x="11262" y="9427"/>
                </a:lnTo>
                <a:lnTo>
                  <a:pt x="11225" y="9427"/>
                </a:lnTo>
                <a:lnTo>
                  <a:pt x="11188" y="9464"/>
                </a:lnTo>
                <a:lnTo>
                  <a:pt x="11078" y="9647"/>
                </a:lnTo>
                <a:lnTo>
                  <a:pt x="10968" y="9831"/>
                </a:lnTo>
                <a:lnTo>
                  <a:pt x="10785" y="10234"/>
                </a:lnTo>
                <a:lnTo>
                  <a:pt x="10712" y="10638"/>
                </a:lnTo>
                <a:lnTo>
                  <a:pt x="10712" y="11078"/>
                </a:lnTo>
                <a:lnTo>
                  <a:pt x="10271" y="11261"/>
                </a:lnTo>
                <a:lnTo>
                  <a:pt x="9831" y="11371"/>
                </a:lnTo>
                <a:lnTo>
                  <a:pt x="9868" y="11005"/>
                </a:lnTo>
                <a:lnTo>
                  <a:pt x="9978" y="10638"/>
                </a:lnTo>
                <a:lnTo>
                  <a:pt x="10051" y="10344"/>
                </a:lnTo>
                <a:lnTo>
                  <a:pt x="10161" y="10088"/>
                </a:lnTo>
                <a:lnTo>
                  <a:pt x="10418" y="9574"/>
                </a:lnTo>
                <a:lnTo>
                  <a:pt x="10418" y="9537"/>
                </a:lnTo>
                <a:lnTo>
                  <a:pt x="10381" y="9501"/>
                </a:lnTo>
                <a:lnTo>
                  <a:pt x="10345" y="9501"/>
                </a:lnTo>
                <a:lnTo>
                  <a:pt x="10345" y="9537"/>
                </a:lnTo>
                <a:lnTo>
                  <a:pt x="10015" y="9941"/>
                </a:lnTo>
                <a:lnTo>
                  <a:pt x="9758" y="10418"/>
                </a:lnTo>
                <a:lnTo>
                  <a:pt x="9538" y="10895"/>
                </a:lnTo>
                <a:lnTo>
                  <a:pt x="9501" y="11151"/>
                </a:lnTo>
                <a:lnTo>
                  <a:pt x="9428" y="11408"/>
                </a:lnTo>
                <a:lnTo>
                  <a:pt x="8951" y="11408"/>
                </a:lnTo>
                <a:lnTo>
                  <a:pt x="8951" y="11261"/>
                </a:lnTo>
                <a:lnTo>
                  <a:pt x="8914" y="11225"/>
                </a:lnTo>
                <a:lnTo>
                  <a:pt x="8877" y="11188"/>
                </a:lnTo>
                <a:lnTo>
                  <a:pt x="8841" y="11188"/>
                </a:lnTo>
                <a:lnTo>
                  <a:pt x="8804" y="11225"/>
                </a:lnTo>
                <a:lnTo>
                  <a:pt x="8731" y="11298"/>
                </a:lnTo>
                <a:lnTo>
                  <a:pt x="9171" y="10454"/>
                </a:lnTo>
                <a:lnTo>
                  <a:pt x="9391" y="10051"/>
                </a:lnTo>
                <a:lnTo>
                  <a:pt x="9684" y="9647"/>
                </a:lnTo>
                <a:lnTo>
                  <a:pt x="9684" y="9611"/>
                </a:lnTo>
                <a:lnTo>
                  <a:pt x="9648" y="9611"/>
                </a:lnTo>
                <a:lnTo>
                  <a:pt x="9648" y="9574"/>
                </a:lnTo>
                <a:lnTo>
                  <a:pt x="9611" y="9611"/>
                </a:lnTo>
                <a:lnTo>
                  <a:pt x="9244" y="10014"/>
                </a:lnTo>
                <a:lnTo>
                  <a:pt x="8914" y="10418"/>
                </a:lnTo>
                <a:lnTo>
                  <a:pt x="8621" y="10858"/>
                </a:lnTo>
                <a:lnTo>
                  <a:pt x="8327" y="11335"/>
                </a:lnTo>
                <a:lnTo>
                  <a:pt x="7960" y="11225"/>
                </a:lnTo>
                <a:lnTo>
                  <a:pt x="7997" y="11188"/>
                </a:lnTo>
                <a:lnTo>
                  <a:pt x="7997" y="11151"/>
                </a:lnTo>
                <a:lnTo>
                  <a:pt x="7960" y="11115"/>
                </a:lnTo>
                <a:lnTo>
                  <a:pt x="7960" y="11078"/>
                </a:lnTo>
                <a:lnTo>
                  <a:pt x="7924" y="10968"/>
                </a:lnTo>
                <a:lnTo>
                  <a:pt x="7960" y="10858"/>
                </a:lnTo>
                <a:lnTo>
                  <a:pt x="8034" y="10601"/>
                </a:lnTo>
                <a:lnTo>
                  <a:pt x="8181" y="10308"/>
                </a:lnTo>
                <a:lnTo>
                  <a:pt x="8474" y="9831"/>
                </a:lnTo>
                <a:lnTo>
                  <a:pt x="8767" y="9427"/>
                </a:lnTo>
                <a:lnTo>
                  <a:pt x="8804" y="9391"/>
                </a:lnTo>
                <a:lnTo>
                  <a:pt x="8767" y="9317"/>
                </a:lnTo>
                <a:lnTo>
                  <a:pt x="8694" y="9317"/>
                </a:lnTo>
                <a:lnTo>
                  <a:pt x="8364" y="9537"/>
                </a:lnTo>
                <a:lnTo>
                  <a:pt x="8107" y="9831"/>
                </a:lnTo>
                <a:lnTo>
                  <a:pt x="7887" y="10124"/>
                </a:lnTo>
                <a:lnTo>
                  <a:pt x="7704" y="10454"/>
                </a:lnTo>
                <a:lnTo>
                  <a:pt x="7594" y="10784"/>
                </a:lnTo>
                <a:lnTo>
                  <a:pt x="7557" y="10968"/>
                </a:lnTo>
                <a:lnTo>
                  <a:pt x="7594" y="11115"/>
                </a:lnTo>
                <a:lnTo>
                  <a:pt x="7153" y="10968"/>
                </a:lnTo>
                <a:lnTo>
                  <a:pt x="6713" y="10784"/>
                </a:lnTo>
                <a:lnTo>
                  <a:pt x="6933" y="10564"/>
                </a:lnTo>
                <a:lnTo>
                  <a:pt x="7080" y="10344"/>
                </a:lnTo>
                <a:lnTo>
                  <a:pt x="7153" y="10234"/>
                </a:lnTo>
                <a:lnTo>
                  <a:pt x="7190" y="10124"/>
                </a:lnTo>
                <a:lnTo>
                  <a:pt x="7190" y="10088"/>
                </a:lnTo>
                <a:lnTo>
                  <a:pt x="7153" y="10088"/>
                </a:lnTo>
                <a:lnTo>
                  <a:pt x="7080" y="10124"/>
                </a:lnTo>
                <a:lnTo>
                  <a:pt x="7007" y="10161"/>
                </a:lnTo>
                <a:lnTo>
                  <a:pt x="6823" y="10308"/>
                </a:lnTo>
                <a:lnTo>
                  <a:pt x="6493" y="10564"/>
                </a:lnTo>
                <a:lnTo>
                  <a:pt x="6420" y="10638"/>
                </a:lnTo>
                <a:lnTo>
                  <a:pt x="5906" y="10344"/>
                </a:lnTo>
                <a:lnTo>
                  <a:pt x="6897" y="9904"/>
                </a:lnTo>
                <a:lnTo>
                  <a:pt x="7887" y="9391"/>
                </a:lnTo>
                <a:lnTo>
                  <a:pt x="8877" y="8877"/>
                </a:lnTo>
                <a:lnTo>
                  <a:pt x="9795" y="8327"/>
                </a:lnTo>
                <a:lnTo>
                  <a:pt x="10748" y="7740"/>
                </a:lnTo>
                <a:lnTo>
                  <a:pt x="11665" y="7116"/>
                </a:lnTo>
                <a:lnTo>
                  <a:pt x="12546" y="6456"/>
                </a:lnTo>
                <a:lnTo>
                  <a:pt x="13426" y="5796"/>
                </a:lnTo>
                <a:lnTo>
                  <a:pt x="13829" y="5429"/>
                </a:lnTo>
                <a:close/>
                <a:moveTo>
                  <a:pt x="1651" y="9757"/>
                </a:moveTo>
                <a:lnTo>
                  <a:pt x="1028" y="10711"/>
                </a:lnTo>
                <a:lnTo>
                  <a:pt x="991" y="10784"/>
                </a:lnTo>
                <a:lnTo>
                  <a:pt x="1028" y="10858"/>
                </a:lnTo>
                <a:lnTo>
                  <a:pt x="1028" y="10931"/>
                </a:lnTo>
                <a:lnTo>
                  <a:pt x="1101" y="10968"/>
                </a:lnTo>
                <a:lnTo>
                  <a:pt x="1358" y="11041"/>
                </a:lnTo>
                <a:lnTo>
                  <a:pt x="1651" y="11078"/>
                </a:lnTo>
                <a:lnTo>
                  <a:pt x="1908" y="11078"/>
                </a:lnTo>
                <a:lnTo>
                  <a:pt x="2165" y="11041"/>
                </a:lnTo>
                <a:lnTo>
                  <a:pt x="2715" y="10858"/>
                </a:lnTo>
                <a:lnTo>
                  <a:pt x="3229" y="10638"/>
                </a:lnTo>
                <a:lnTo>
                  <a:pt x="4769" y="10014"/>
                </a:lnTo>
                <a:lnTo>
                  <a:pt x="4953" y="10198"/>
                </a:lnTo>
                <a:lnTo>
                  <a:pt x="4072" y="10564"/>
                </a:lnTo>
                <a:lnTo>
                  <a:pt x="3192" y="10895"/>
                </a:lnTo>
                <a:lnTo>
                  <a:pt x="2238" y="11188"/>
                </a:lnTo>
                <a:lnTo>
                  <a:pt x="1248" y="11445"/>
                </a:lnTo>
                <a:lnTo>
                  <a:pt x="1101" y="11518"/>
                </a:lnTo>
                <a:lnTo>
                  <a:pt x="844" y="11555"/>
                </a:lnTo>
                <a:lnTo>
                  <a:pt x="624" y="11555"/>
                </a:lnTo>
                <a:lnTo>
                  <a:pt x="551" y="11518"/>
                </a:lnTo>
                <a:lnTo>
                  <a:pt x="477" y="11481"/>
                </a:lnTo>
                <a:lnTo>
                  <a:pt x="477" y="11408"/>
                </a:lnTo>
                <a:lnTo>
                  <a:pt x="514" y="11298"/>
                </a:lnTo>
                <a:lnTo>
                  <a:pt x="661" y="11005"/>
                </a:lnTo>
                <a:lnTo>
                  <a:pt x="991" y="10601"/>
                </a:lnTo>
                <a:lnTo>
                  <a:pt x="1321" y="10161"/>
                </a:lnTo>
                <a:lnTo>
                  <a:pt x="1651" y="9757"/>
                </a:lnTo>
                <a:close/>
                <a:moveTo>
                  <a:pt x="16324" y="0"/>
                </a:moveTo>
                <a:lnTo>
                  <a:pt x="16140" y="37"/>
                </a:lnTo>
                <a:lnTo>
                  <a:pt x="15774" y="147"/>
                </a:lnTo>
                <a:lnTo>
                  <a:pt x="15480" y="330"/>
                </a:lnTo>
                <a:lnTo>
                  <a:pt x="14636" y="807"/>
                </a:lnTo>
                <a:lnTo>
                  <a:pt x="13866" y="1357"/>
                </a:lnTo>
                <a:lnTo>
                  <a:pt x="13059" y="1908"/>
                </a:lnTo>
                <a:lnTo>
                  <a:pt x="12289" y="2458"/>
                </a:lnTo>
                <a:lnTo>
                  <a:pt x="12032" y="2311"/>
                </a:lnTo>
                <a:lnTo>
                  <a:pt x="11812" y="2238"/>
                </a:lnTo>
                <a:lnTo>
                  <a:pt x="11629" y="2238"/>
                </a:lnTo>
                <a:lnTo>
                  <a:pt x="11372" y="2091"/>
                </a:lnTo>
                <a:lnTo>
                  <a:pt x="11115" y="1981"/>
                </a:lnTo>
                <a:lnTo>
                  <a:pt x="10858" y="1908"/>
                </a:lnTo>
                <a:lnTo>
                  <a:pt x="10565" y="1834"/>
                </a:lnTo>
                <a:lnTo>
                  <a:pt x="10015" y="1761"/>
                </a:lnTo>
                <a:lnTo>
                  <a:pt x="9464" y="1761"/>
                </a:lnTo>
                <a:lnTo>
                  <a:pt x="8914" y="1834"/>
                </a:lnTo>
                <a:lnTo>
                  <a:pt x="8364" y="1981"/>
                </a:lnTo>
                <a:lnTo>
                  <a:pt x="7814" y="2164"/>
                </a:lnTo>
                <a:lnTo>
                  <a:pt x="7300" y="2384"/>
                </a:lnTo>
                <a:lnTo>
                  <a:pt x="6677" y="2715"/>
                </a:lnTo>
                <a:lnTo>
                  <a:pt x="6090" y="3081"/>
                </a:lnTo>
                <a:lnTo>
                  <a:pt x="5503" y="3522"/>
                </a:lnTo>
                <a:lnTo>
                  <a:pt x="4989" y="3962"/>
                </a:lnTo>
                <a:lnTo>
                  <a:pt x="4769" y="4219"/>
                </a:lnTo>
                <a:lnTo>
                  <a:pt x="4549" y="4475"/>
                </a:lnTo>
                <a:lnTo>
                  <a:pt x="4402" y="4769"/>
                </a:lnTo>
                <a:lnTo>
                  <a:pt x="4256" y="5062"/>
                </a:lnTo>
                <a:lnTo>
                  <a:pt x="4146" y="5356"/>
                </a:lnTo>
                <a:lnTo>
                  <a:pt x="4035" y="5686"/>
                </a:lnTo>
                <a:lnTo>
                  <a:pt x="3999" y="6016"/>
                </a:lnTo>
                <a:lnTo>
                  <a:pt x="3925" y="6346"/>
                </a:lnTo>
                <a:lnTo>
                  <a:pt x="3889" y="6970"/>
                </a:lnTo>
                <a:lnTo>
                  <a:pt x="3925" y="7630"/>
                </a:lnTo>
                <a:lnTo>
                  <a:pt x="3339" y="7960"/>
                </a:lnTo>
                <a:lnTo>
                  <a:pt x="2752" y="8290"/>
                </a:lnTo>
                <a:lnTo>
                  <a:pt x="2238" y="8657"/>
                </a:lnTo>
                <a:lnTo>
                  <a:pt x="1725" y="9097"/>
                </a:lnTo>
                <a:lnTo>
                  <a:pt x="1248" y="9574"/>
                </a:lnTo>
                <a:lnTo>
                  <a:pt x="808" y="10051"/>
                </a:lnTo>
                <a:lnTo>
                  <a:pt x="404" y="10601"/>
                </a:lnTo>
                <a:lnTo>
                  <a:pt x="221" y="10858"/>
                </a:lnTo>
                <a:lnTo>
                  <a:pt x="74" y="11151"/>
                </a:lnTo>
                <a:lnTo>
                  <a:pt x="1" y="11371"/>
                </a:lnTo>
                <a:lnTo>
                  <a:pt x="37" y="11555"/>
                </a:lnTo>
                <a:lnTo>
                  <a:pt x="111" y="11738"/>
                </a:lnTo>
                <a:lnTo>
                  <a:pt x="184" y="11812"/>
                </a:lnTo>
                <a:lnTo>
                  <a:pt x="257" y="11885"/>
                </a:lnTo>
                <a:lnTo>
                  <a:pt x="477" y="11958"/>
                </a:lnTo>
                <a:lnTo>
                  <a:pt x="697" y="11995"/>
                </a:lnTo>
                <a:lnTo>
                  <a:pt x="918" y="11995"/>
                </a:lnTo>
                <a:lnTo>
                  <a:pt x="1174" y="11958"/>
                </a:lnTo>
                <a:lnTo>
                  <a:pt x="1835" y="11812"/>
                </a:lnTo>
                <a:lnTo>
                  <a:pt x="2495" y="11591"/>
                </a:lnTo>
                <a:lnTo>
                  <a:pt x="3815" y="11151"/>
                </a:lnTo>
                <a:lnTo>
                  <a:pt x="4586" y="10858"/>
                </a:lnTo>
                <a:lnTo>
                  <a:pt x="5356" y="10564"/>
                </a:lnTo>
                <a:lnTo>
                  <a:pt x="5760" y="10858"/>
                </a:lnTo>
                <a:lnTo>
                  <a:pt x="6200" y="11078"/>
                </a:lnTo>
                <a:lnTo>
                  <a:pt x="6236" y="11261"/>
                </a:lnTo>
                <a:lnTo>
                  <a:pt x="6273" y="11335"/>
                </a:lnTo>
                <a:lnTo>
                  <a:pt x="6346" y="11371"/>
                </a:lnTo>
                <a:lnTo>
                  <a:pt x="6493" y="11371"/>
                </a:lnTo>
                <a:lnTo>
                  <a:pt x="6603" y="11261"/>
                </a:lnTo>
                <a:lnTo>
                  <a:pt x="7410" y="11591"/>
                </a:lnTo>
                <a:lnTo>
                  <a:pt x="7814" y="11702"/>
                </a:lnTo>
                <a:lnTo>
                  <a:pt x="8217" y="11812"/>
                </a:lnTo>
                <a:lnTo>
                  <a:pt x="8291" y="11848"/>
                </a:lnTo>
                <a:lnTo>
                  <a:pt x="8364" y="11885"/>
                </a:lnTo>
                <a:lnTo>
                  <a:pt x="8474" y="11848"/>
                </a:lnTo>
                <a:lnTo>
                  <a:pt x="8547" y="11885"/>
                </a:lnTo>
                <a:lnTo>
                  <a:pt x="8877" y="11922"/>
                </a:lnTo>
                <a:lnTo>
                  <a:pt x="9574" y="11922"/>
                </a:lnTo>
                <a:lnTo>
                  <a:pt x="9905" y="11885"/>
                </a:lnTo>
                <a:lnTo>
                  <a:pt x="10235" y="11812"/>
                </a:lnTo>
                <a:lnTo>
                  <a:pt x="10565" y="11702"/>
                </a:lnTo>
                <a:lnTo>
                  <a:pt x="10895" y="11555"/>
                </a:lnTo>
                <a:lnTo>
                  <a:pt x="11225" y="11408"/>
                </a:lnTo>
                <a:lnTo>
                  <a:pt x="11555" y="11225"/>
                </a:lnTo>
                <a:lnTo>
                  <a:pt x="11885" y="11041"/>
                </a:lnTo>
                <a:lnTo>
                  <a:pt x="12179" y="10784"/>
                </a:lnTo>
                <a:lnTo>
                  <a:pt x="12472" y="10564"/>
                </a:lnTo>
                <a:lnTo>
                  <a:pt x="12766" y="10308"/>
                </a:lnTo>
                <a:lnTo>
                  <a:pt x="13022" y="10014"/>
                </a:lnTo>
                <a:lnTo>
                  <a:pt x="13279" y="9721"/>
                </a:lnTo>
                <a:lnTo>
                  <a:pt x="13499" y="9391"/>
                </a:lnTo>
                <a:lnTo>
                  <a:pt x="13719" y="9097"/>
                </a:lnTo>
                <a:lnTo>
                  <a:pt x="13903" y="8730"/>
                </a:lnTo>
                <a:lnTo>
                  <a:pt x="14050" y="8400"/>
                </a:lnTo>
                <a:lnTo>
                  <a:pt x="14196" y="8033"/>
                </a:lnTo>
                <a:lnTo>
                  <a:pt x="14306" y="7667"/>
                </a:lnTo>
                <a:lnTo>
                  <a:pt x="14380" y="7300"/>
                </a:lnTo>
                <a:lnTo>
                  <a:pt x="14453" y="6933"/>
                </a:lnTo>
                <a:lnTo>
                  <a:pt x="14490" y="6529"/>
                </a:lnTo>
                <a:lnTo>
                  <a:pt x="14490" y="6163"/>
                </a:lnTo>
                <a:lnTo>
                  <a:pt x="14453" y="5796"/>
                </a:lnTo>
                <a:lnTo>
                  <a:pt x="14380" y="5429"/>
                </a:lnTo>
                <a:lnTo>
                  <a:pt x="14270" y="5062"/>
                </a:lnTo>
                <a:lnTo>
                  <a:pt x="15113" y="4329"/>
                </a:lnTo>
                <a:lnTo>
                  <a:pt x="15920" y="3558"/>
                </a:lnTo>
                <a:lnTo>
                  <a:pt x="16434" y="3045"/>
                </a:lnTo>
                <a:lnTo>
                  <a:pt x="16691" y="2751"/>
                </a:lnTo>
                <a:lnTo>
                  <a:pt x="16947" y="2458"/>
                </a:lnTo>
                <a:lnTo>
                  <a:pt x="17168" y="2128"/>
                </a:lnTo>
                <a:lnTo>
                  <a:pt x="17351" y="1798"/>
                </a:lnTo>
                <a:lnTo>
                  <a:pt x="17461" y="1431"/>
                </a:lnTo>
                <a:lnTo>
                  <a:pt x="17461" y="1247"/>
                </a:lnTo>
                <a:lnTo>
                  <a:pt x="17461" y="1064"/>
                </a:lnTo>
                <a:lnTo>
                  <a:pt x="17388" y="770"/>
                </a:lnTo>
                <a:lnTo>
                  <a:pt x="17278" y="514"/>
                </a:lnTo>
                <a:lnTo>
                  <a:pt x="17094" y="257"/>
                </a:lnTo>
                <a:lnTo>
                  <a:pt x="16837" y="74"/>
                </a:lnTo>
                <a:lnTo>
                  <a:pt x="16691" y="37"/>
                </a:lnTo>
                <a:lnTo>
                  <a:pt x="16507" y="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81" name="Google Shape;481;p10"/>
          <p:cNvSpPr/>
          <p:nvPr/>
        </p:nvSpPr>
        <p:spPr>
          <a:xfrm>
            <a:off x="11147940" y="6009221"/>
            <a:ext cx="496691" cy="513331"/>
          </a:xfrm>
          <a:custGeom>
            <a:avLst/>
            <a:gdLst/>
            <a:ahLst/>
            <a:cxnLst/>
            <a:rect l="l" t="t" r="r" b="b"/>
            <a:pathLst>
              <a:path w="13133" h="13573" extrusionOk="0">
                <a:moveTo>
                  <a:pt x="2714" y="1798"/>
                </a:moveTo>
                <a:lnTo>
                  <a:pt x="2971" y="1908"/>
                </a:lnTo>
                <a:lnTo>
                  <a:pt x="3118" y="2018"/>
                </a:lnTo>
                <a:lnTo>
                  <a:pt x="3265" y="2128"/>
                </a:lnTo>
                <a:lnTo>
                  <a:pt x="3411" y="2311"/>
                </a:lnTo>
                <a:lnTo>
                  <a:pt x="3485" y="2458"/>
                </a:lnTo>
                <a:lnTo>
                  <a:pt x="3375" y="2458"/>
                </a:lnTo>
                <a:lnTo>
                  <a:pt x="3301" y="2495"/>
                </a:lnTo>
                <a:lnTo>
                  <a:pt x="3265" y="2568"/>
                </a:lnTo>
                <a:lnTo>
                  <a:pt x="3228" y="2605"/>
                </a:lnTo>
                <a:lnTo>
                  <a:pt x="3155" y="2568"/>
                </a:lnTo>
                <a:lnTo>
                  <a:pt x="3008" y="2348"/>
                </a:lnTo>
                <a:lnTo>
                  <a:pt x="2825" y="1981"/>
                </a:lnTo>
                <a:lnTo>
                  <a:pt x="2714" y="1798"/>
                </a:lnTo>
                <a:close/>
                <a:moveTo>
                  <a:pt x="1908" y="2825"/>
                </a:moveTo>
                <a:lnTo>
                  <a:pt x="1797" y="2861"/>
                </a:lnTo>
                <a:lnTo>
                  <a:pt x="1761" y="2898"/>
                </a:lnTo>
                <a:lnTo>
                  <a:pt x="1687" y="2971"/>
                </a:lnTo>
                <a:lnTo>
                  <a:pt x="1687" y="3045"/>
                </a:lnTo>
                <a:lnTo>
                  <a:pt x="1687" y="3118"/>
                </a:lnTo>
                <a:lnTo>
                  <a:pt x="1724" y="3191"/>
                </a:lnTo>
                <a:lnTo>
                  <a:pt x="1797" y="3228"/>
                </a:lnTo>
                <a:lnTo>
                  <a:pt x="1944" y="3301"/>
                </a:lnTo>
                <a:lnTo>
                  <a:pt x="2054" y="3412"/>
                </a:lnTo>
                <a:lnTo>
                  <a:pt x="2164" y="3522"/>
                </a:lnTo>
                <a:lnTo>
                  <a:pt x="2201" y="3595"/>
                </a:lnTo>
                <a:lnTo>
                  <a:pt x="2274" y="3632"/>
                </a:lnTo>
                <a:lnTo>
                  <a:pt x="2384" y="3632"/>
                </a:lnTo>
                <a:lnTo>
                  <a:pt x="2458" y="3558"/>
                </a:lnTo>
                <a:lnTo>
                  <a:pt x="2494" y="3448"/>
                </a:lnTo>
                <a:lnTo>
                  <a:pt x="2494" y="3338"/>
                </a:lnTo>
                <a:lnTo>
                  <a:pt x="2421" y="3228"/>
                </a:lnTo>
                <a:lnTo>
                  <a:pt x="2348" y="3155"/>
                </a:lnTo>
                <a:lnTo>
                  <a:pt x="2164" y="2971"/>
                </a:lnTo>
                <a:lnTo>
                  <a:pt x="1981" y="2861"/>
                </a:lnTo>
                <a:lnTo>
                  <a:pt x="1908" y="2825"/>
                </a:lnTo>
                <a:close/>
                <a:moveTo>
                  <a:pt x="1137" y="2311"/>
                </a:moveTo>
                <a:lnTo>
                  <a:pt x="1614" y="2458"/>
                </a:lnTo>
                <a:lnTo>
                  <a:pt x="2054" y="2678"/>
                </a:lnTo>
                <a:lnTo>
                  <a:pt x="2201" y="2751"/>
                </a:lnTo>
                <a:lnTo>
                  <a:pt x="2348" y="2898"/>
                </a:lnTo>
                <a:lnTo>
                  <a:pt x="2458" y="3008"/>
                </a:lnTo>
                <a:lnTo>
                  <a:pt x="2531" y="3191"/>
                </a:lnTo>
                <a:lnTo>
                  <a:pt x="2568" y="3265"/>
                </a:lnTo>
                <a:lnTo>
                  <a:pt x="2568" y="3338"/>
                </a:lnTo>
                <a:lnTo>
                  <a:pt x="2531" y="3485"/>
                </a:lnTo>
                <a:lnTo>
                  <a:pt x="2384" y="3742"/>
                </a:lnTo>
                <a:lnTo>
                  <a:pt x="2274" y="3852"/>
                </a:lnTo>
                <a:lnTo>
                  <a:pt x="2164" y="3962"/>
                </a:lnTo>
                <a:lnTo>
                  <a:pt x="1834" y="3632"/>
                </a:lnTo>
                <a:lnTo>
                  <a:pt x="1541" y="3228"/>
                </a:lnTo>
                <a:lnTo>
                  <a:pt x="1321" y="2788"/>
                </a:lnTo>
                <a:lnTo>
                  <a:pt x="1137" y="2311"/>
                </a:lnTo>
                <a:close/>
                <a:moveTo>
                  <a:pt x="8804" y="514"/>
                </a:moveTo>
                <a:lnTo>
                  <a:pt x="8694" y="2531"/>
                </a:lnTo>
                <a:lnTo>
                  <a:pt x="8657" y="3632"/>
                </a:lnTo>
                <a:lnTo>
                  <a:pt x="8657" y="4549"/>
                </a:lnTo>
                <a:lnTo>
                  <a:pt x="7556" y="3778"/>
                </a:lnTo>
                <a:lnTo>
                  <a:pt x="7043" y="3375"/>
                </a:lnTo>
                <a:lnTo>
                  <a:pt x="6529" y="2971"/>
                </a:lnTo>
                <a:lnTo>
                  <a:pt x="6639" y="2788"/>
                </a:lnTo>
                <a:lnTo>
                  <a:pt x="6713" y="2678"/>
                </a:lnTo>
                <a:lnTo>
                  <a:pt x="7556" y="1798"/>
                </a:lnTo>
                <a:lnTo>
                  <a:pt x="8290" y="991"/>
                </a:lnTo>
                <a:lnTo>
                  <a:pt x="8510" y="734"/>
                </a:lnTo>
                <a:lnTo>
                  <a:pt x="8657" y="624"/>
                </a:lnTo>
                <a:lnTo>
                  <a:pt x="8804" y="514"/>
                </a:lnTo>
                <a:close/>
                <a:moveTo>
                  <a:pt x="660" y="4145"/>
                </a:moveTo>
                <a:lnTo>
                  <a:pt x="880" y="4219"/>
                </a:lnTo>
                <a:lnTo>
                  <a:pt x="1064" y="4255"/>
                </a:lnTo>
                <a:lnTo>
                  <a:pt x="1247" y="4329"/>
                </a:lnTo>
                <a:lnTo>
                  <a:pt x="1357" y="4439"/>
                </a:lnTo>
                <a:lnTo>
                  <a:pt x="1431" y="4585"/>
                </a:lnTo>
                <a:lnTo>
                  <a:pt x="1467" y="4659"/>
                </a:lnTo>
                <a:lnTo>
                  <a:pt x="1467" y="4732"/>
                </a:lnTo>
                <a:lnTo>
                  <a:pt x="1467" y="4805"/>
                </a:lnTo>
                <a:lnTo>
                  <a:pt x="1394" y="4842"/>
                </a:lnTo>
                <a:lnTo>
                  <a:pt x="1284" y="4805"/>
                </a:lnTo>
                <a:lnTo>
                  <a:pt x="1211" y="4769"/>
                </a:lnTo>
                <a:lnTo>
                  <a:pt x="990" y="4585"/>
                </a:lnTo>
                <a:lnTo>
                  <a:pt x="844" y="4402"/>
                </a:lnTo>
                <a:lnTo>
                  <a:pt x="660" y="4145"/>
                </a:lnTo>
                <a:close/>
                <a:moveTo>
                  <a:pt x="3962" y="2935"/>
                </a:moveTo>
                <a:lnTo>
                  <a:pt x="4218" y="3155"/>
                </a:lnTo>
                <a:lnTo>
                  <a:pt x="4035" y="3338"/>
                </a:lnTo>
                <a:lnTo>
                  <a:pt x="2641" y="4659"/>
                </a:lnTo>
                <a:lnTo>
                  <a:pt x="2311" y="5026"/>
                </a:lnTo>
                <a:lnTo>
                  <a:pt x="2054" y="5392"/>
                </a:lnTo>
                <a:lnTo>
                  <a:pt x="1797" y="5172"/>
                </a:lnTo>
                <a:lnTo>
                  <a:pt x="2971" y="4072"/>
                </a:lnTo>
                <a:lnTo>
                  <a:pt x="3485" y="3522"/>
                </a:lnTo>
                <a:lnTo>
                  <a:pt x="3742" y="3265"/>
                </a:lnTo>
                <a:lnTo>
                  <a:pt x="3962" y="2935"/>
                </a:lnTo>
                <a:close/>
                <a:moveTo>
                  <a:pt x="4989" y="5209"/>
                </a:moveTo>
                <a:lnTo>
                  <a:pt x="5356" y="5686"/>
                </a:lnTo>
                <a:lnTo>
                  <a:pt x="5686" y="6199"/>
                </a:lnTo>
                <a:lnTo>
                  <a:pt x="6199" y="7080"/>
                </a:lnTo>
                <a:lnTo>
                  <a:pt x="6199" y="7080"/>
                </a:lnTo>
                <a:lnTo>
                  <a:pt x="5282" y="6640"/>
                </a:lnTo>
                <a:lnTo>
                  <a:pt x="4365" y="6199"/>
                </a:lnTo>
                <a:lnTo>
                  <a:pt x="4512" y="5943"/>
                </a:lnTo>
                <a:lnTo>
                  <a:pt x="4989" y="5209"/>
                </a:lnTo>
                <a:close/>
                <a:moveTo>
                  <a:pt x="4879" y="4695"/>
                </a:moveTo>
                <a:lnTo>
                  <a:pt x="4805" y="4805"/>
                </a:lnTo>
                <a:lnTo>
                  <a:pt x="4218" y="5649"/>
                </a:lnTo>
                <a:lnTo>
                  <a:pt x="3962" y="6053"/>
                </a:lnTo>
                <a:lnTo>
                  <a:pt x="3852" y="6053"/>
                </a:lnTo>
                <a:lnTo>
                  <a:pt x="3778" y="6126"/>
                </a:lnTo>
                <a:lnTo>
                  <a:pt x="3742" y="6199"/>
                </a:lnTo>
                <a:lnTo>
                  <a:pt x="3705" y="6273"/>
                </a:lnTo>
                <a:lnTo>
                  <a:pt x="3742" y="6346"/>
                </a:lnTo>
                <a:lnTo>
                  <a:pt x="3778" y="6493"/>
                </a:lnTo>
                <a:lnTo>
                  <a:pt x="3852" y="6529"/>
                </a:lnTo>
                <a:lnTo>
                  <a:pt x="3925" y="6566"/>
                </a:lnTo>
                <a:lnTo>
                  <a:pt x="3998" y="6566"/>
                </a:lnTo>
                <a:lnTo>
                  <a:pt x="5172" y="7080"/>
                </a:lnTo>
                <a:lnTo>
                  <a:pt x="5722" y="7336"/>
                </a:lnTo>
                <a:lnTo>
                  <a:pt x="6053" y="7447"/>
                </a:lnTo>
                <a:lnTo>
                  <a:pt x="6346" y="7483"/>
                </a:lnTo>
                <a:lnTo>
                  <a:pt x="6419" y="7483"/>
                </a:lnTo>
                <a:lnTo>
                  <a:pt x="6493" y="7447"/>
                </a:lnTo>
                <a:lnTo>
                  <a:pt x="6529" y="7483"/>
                </a:lnTo>
                <a:lnTo>
                  <a:pt x="6603" y="7483"/>
                </a:lnTo>
                <a:lnTo>
                  <a:pt x="6639" y="7447"/>
                </a:lnTo>
                <a:lnTo>
                  <a:pt x="6639" y="7410"/>
                </a:lnTo>
                <a:lnTo>
                  <a:pt x="6566" y="7080"/>
                </a:lnTo>
                <a:lnTo>
                  <a:pt x="6456" y="6750"/>
                </a:lnTo>
                <a:lnTo>
                  <a:pt x="6273" y="6419"/>
                </a:lnTo>
                <a:lnTo>
                  <a:pt x="6089" y="6089"/>
                </a:lnTo>
                <a:lnTo>
                  <a:pt x="5649" y="5429"/>
                </a:lnTo>
                <a:lnTo>
                  <a:pt x="5135" y="4769"/>
                </a:lnTo>
                <a:lnTo>
                  <a:pt x="5062" y="4695"/>
                </a:lnTo>
                <a:close/>
                <a:moveTo>
                  <a:pt x="9757" y="9537"/>
                </a:moveTo>
                <a:lnTo>
                  <a:pt x="9794" y="9647"/>
                </a:lnTo>
                <a:lnTo>
                  <a:pt x="9831" y="9757"/>
                </a:lnTo>
                <a:lnTo>
                  <a:pt x="9867" y="9867"/>
                </a:lnTo>
                <a:lnTo>
                  <a:pt x="9867" y="9978"/>
                </a:lnTo>
                <a:lnTo>
                  <a:pt x="9831" y="10088"/>
                </a:lnTo>
                <a:lnTo>
                  <a:pt x="9794" y="9757"/>
                </a:lnTo>
                <a:lnTo>
                  <a:pt x="9757" y="9537"/>
                </a:lnTo>
                <a:close/>
                <a:moveTo>
                  <a:pt x="8950" y="8877"/>
                </a:moveTo>
                <a:lnTo>
                  <a:pt x="9207" y="9024"/>
                </a:lnTo>
                <a:lnTo>
                  <a:pt x="9207" y="9207"/>
                </a:lnTo>
                <a:lnTo>
                  <a:pt x="9281" y="9391"/>
                </a:lnTo>
                <a:lnTo>
                  <a:pt x="9391" y="9757"/>
                </a:lnTo>
                <a:lnTo>
                  <a:pt x="9574" y="10418"/>
                </a:lnTo>
                <a:lnTo>
                  <a:pt x="9464" y="10491"/>
                </a:lnTo>
                <a:lnTo>
                  <a:pt x="9391" y="10271"/>
                </a:lnTo>
                <a:lnTo>
                  <a:pt x="9281" y="10088"/>
                </a:lnTo>
                <a:lnTo>
                  <a:pt x="8914" y="9281"/>
                </a:lnTo>
                <a:lnTo>
                  <a:pt x="8840" y="9134"/>
                </a:lnTo>
                <a:lnTo>
                  <a:pt x="8767" y="9024"/>
                </a:lnTo>
                <a:lnTo>
                  <a:pt x="8950" y="8877"/>
                </a:lnTo>
                <a:close/>
                <a:moveTo>
                  <a:pt x="8547" y="9244"/>
                </a:moveTo>
                <a:lnTo>
                  <a:pt x="8547" y="9281"/>
                </a:lnTo>
                <a:lnTo>
                  <a:pt x="8657" y="9281"/>
                </a:lnTo>
                <a:lnTo>
                  <a:pt x="8694" y="9244"/>
                </a:lnTo>
                <a:lnTo>
                  <a:pt x="8657" y="9354"/>
                </a:lnTo>
                <a:lnTo>
                  <a:pt x="8657" y="9464"/>
                </a:lnTo>
                <a:lnTo>
                  <a:pt x="8767" y="9721"/>
                </a:lnTo>
                <a:lnTo>
                  <a:pt x="9024" y="10198"/>
                </a:lnTo>
                <a:lnTo>
                  <a:pt x="9170" y="10528"/>
                </a:lnTo>
                <a:lnTo>
                  <a:pt x="8804" y="10234"/>
                </a:lnTo>
                <a:lnTo>
                  <a:pt x="8804" y="10198"/>
                </a:lnTo>
                <a:lnTo>
                  <a:pt x="8767" y="9904"/>
                </a:lnTo>
                <a:lnTo>
                  <a:pt x="8657" y="9611"/>
                </a:lnTo>
                <a:lnTo>
                  <a:pt x="8584" y="9464"/>
                </a:lnTo>
                <a:lnTo>
                  <a:pt x="8474" y="9317"/>
                </a:lnTo>
                <a:lnTo>
                  <a:pt x="8547" y="9244"/>
                </a:lnTo>
                <a:close/>
                <a:moveTo>
                  <a:pt x="9464" y="10601"/>
                </a:moveTo>
                <a:lnTo>
                  <a:pt x="9574" y="10638"/>
                </a:lnTo>
                <a:lnTo>
                  <a:pt x="9464" y="10638"/>
                </a:lnTo>
                <a:lnTo>
                  <a:pt x="9464" y="10601"/>
                </a:lnTo>
                <a:close/>
                <a:moveTo>
                  <a:pt x="8877" y="8510"/>
                </a:moveTo>
                <a:lnTo>
                  <a:pt x="8584" y="8730"/>
                </a:lnTo>
                <a:lnTo>
                  <a:pt x="8327" y="8914"/>
                </a:lnTo>
                <a:lnTo>
                  <a:pt x="8143" y="9171"/>
                </a:lnTo>
                <a:lnTo>
                  <a:pt x="8070" y="9354"/>
                </a:lnTo>
                <a:lnTo>
                  <a:pt x="7997" y="9501"/>
                </a:lnTo>
                <a:lnTo>
                  <a:pt x="7997" y="9647"/>
                </a:lnTo>
                <a:lnTo>
                  <a:pt x="8033" y="9831"/>
                </a:lnTo>
                <a:lnTo>
                  <a:pt x="8070" y="9978"/>
                </a:lnTo>
                <a:lnTo>
                  <a:pt x="8143" y="10088"/>
                </a:lnTo>
                <a:lnTo>
                  <a:pt x="8363" y="10344"/>
                </a:lnTo>
                <a:lnTo>
                  <a:pt x="8584" y="10564"/>
                </a:lnTo>
                <a:lnTo>
                  <a:pt x="8914" y="10785"/>
                </a:lnTo>
                <a:lnTo>
                  <a:pt x="9244" y="10968"/>
                </a:lnTo>
                <a:lnTo>
                  <a:pt x="9391" y="11041"/>
                </a:lnTo>
                <a:lnTo>
                  <a:pt x="9537" y="11078"/>
                </a:lnTo>
                <a:lnTo>
                  <a:pt x="9684" y="11041"/>
                </a:lnTo>
                <a:lnTo>
                  <a:pt x="9867" y="10968"/>
                </a:lnTo>
                <a:lnTo>
                  <a:pt x="10051" y="10821"/>
                </a:lnTo>
                <a:lnTo>
                  <a:pt x="10234" y="10601"/>
                </a:lnTo>
                <a:lnTo>
                  <a:pt x="10271" y="10491"/>
                </a:lnTo>
                <a:lnTo>
                  <a:pt x="10271" y="10381"/>
                </a:lnTo>
                <a:lnTo>
                  <a:pt x="10271" y="10271"/>
                </a:lnTo>
                <a:lnTo>
                  <a:pt x="10198" y="10161"/>
                </a:lnTo>
                <a:lnTo>
                  <a:pt x="10198" y="9904"/>
                </a:lnTo>
                <a:lnTo>
                  <a:pt x="10161" y="9684"/>
                </a:lnTo>
                <a:lnTo>
                  <a:pt x="10088" y="9464"/>
                </a:lnTo>
                <a:lnTo>
                  <a:pt x="9977" y="9244"/>
                </a:lnTo>
                <a:lnTo>
                  <a:pt x="9831" y="9060"/>
                </a:lnTo>
                <a:lnTo>
                  <a:pt x="9647" y="8914"/>
                </a:lnTo>
                <a:lnTo>
                  <a:pt x="9464" y="8767"/>
                </a:lnTo>
                <a:lnTo>
                  <a:pt x="9060" y="8510"/>
                </a:lnTo>
                <a:close/>
                <a:moveTo>
                  <a:pt x="2604" y="8510"/>
                </a:moveTo>
                <a:lnTo>
                  <a:pt x="3815" y="9757"/>
                </a:lnTo>
                <a:lnTo>
                  <a:pt x="4292" y="10271"/>
                </a:lnTo>
                <a:lnTo>
                  <a:pt x="3852" y="10344"/>
                </a:lnTo>
                <a:lnTo>
                  <a:pt x="2678" y="10674"/>
                </a:lnTo>
                <a:lnTo>
                  <a:pt x="1577" y="10968"/>
                </a:lnTo>
                <a:lnTo>
                  <a:pt x="1064" y="11115"/>
                </a:lnTo>
                <a:lnTo>
                  <a:pt x="697" y="11188"/>
                </a:lnTo>
                <a:lnTo>
                  <a:pt x="587" y="11188"/>
                </a:lnTo>
                <a:lnTo>
                  <a:pt x="477" y="11151"/>
                </a:lnTo>
                <a:lnTo>
                  <a:pt x="1577" y="9721"/>
                </a:lnTo>
                <a:lnTo>
                  <a:pt x="1908" y="9317"/>
                </a:lnTo>
                <a:lnTo>
                  <a:pt x="2201" y="8914"/>
                </a:lnTo>
                <a:lnTo>
                  <a:pt x="2421" y="8730"/>
                </a:lnTo>
                <a:lnTo>
                  <a:pt x="2604" y="8510"/>
                </a:lnTo>
                <a:close/>
                <a:moveTo>
                  <a:pt x="8914" y="8180"/>
                </a:moveTo>
                <a:lnTo>
                  <a:pt x="9097" y="8217"/>
                </a:lnTo>
                <a:lnTo>
                  <a:pt x="9244" y="8253"/>
                </a:lnTo>
                <a:lnTo>
                  <a:pt x="9574" y="8400"/>
                </a:lnTo>
                <a:lnTo>
                  <a:pt x="9867" y="8584"/>
                </a:lnTo>
                <a:lnTo>
                  <a:pt x="10124" y="8840"/>
                </a:lnTo>
                <a:lnTo>
                  <a:pt x="10308" y="9171"/>
                </a:lnTo>
                <a:lnTo>
                  <a:pt x="10454" y="9464"/>
                </a:lnTo>
                <a:lnTo>
                  <a:pt x="10564" y="9794"/>
                </a:lnTo>
                <a:lnTo>
                  <a:pt x="10601" y="10161"/>
                </a:lnTo>
                <a:lnTo>
                  <a:pt x="10601" y="10528"/>
                </a:lnTo>
                <a:lnTo>
                  <a:pt x="10491" y="10858"/>
                </a:lnTo>
                <a:lnTo>
                  <a:pt x="10491" y="10895"/>
                </a:lnTo>
                <a:lnTo>
                  <a:pt x="10454" y="10858"/>
                </a:lnTo>
                <a:lnTo>
                  <a:pt x="10344" y="10785"/>
                </a:lnTo>
                <a:lnTo>
                  <a:pt x="10271" y="10785"/>
                </a:lnTo>
                <a:lnTo>
                  <a:pt x="10161" y="10821"/>
                </a:lnTo>
                <a:lnTo>
                  <a:pt x="10124" y="10931"/>
                </a:lnTo>
                <a:lnTo>
                  <a:pt x="10088" y="11078"/>
                </a:lnTo>
                <a:lnTo>
                  <a:pt x="10051" y="11188"/>
                </a:lnTo>
                <a:lnTo>
                  <a:pt x="9867" y="11298"/>
                </a:lnTo>
                <a:lnTo>
                  <a:pt x="9794" y="11371"/>
                </a:lnTo>
                <a:lnTo>
                  <a:pt x="9757" y="11445"/>
                </a:lnTo>
                <a:lnTo>
                  <a:pt x="9611" y="11481"/>
                </a:lnTo>
                <a:lnTo>
                  <a:pt x="9464" y="11481"/>
                </a:lnTo>
                <a:lnTo>
                  <a:pt x="9354" y="11445"/>
                </a:lnTo>
                <a:lnTo>
                  <a:pt x="9207" y="11408"/>
                </a:lnTo>
                <a:lnTo>
                  <a:pt x="8620" y="11078"/>
                </a:lnTo>
                <a:lnTo>
                  <a:pt x="8327" y="10895"/>
                </a:lnTo>
                <a:lnTo>
                  <a:pt x="8070" y="10674"/>
                </a:lnTo>
                <a:lnTo>
                  <a:pt x="7850" y="10418"/>
                </a:lnTo>
                <a:lnTo>
                  <a:pt x="7703" y="10124"/>
                </a:lnTo>
                <a:lnTo>
                  <a:pt x="7593" y="9794"/>
                </a:lnTo>
                <a:lnTo>
                  <a:pt x="7593" y="9501"/>
                </a:lnTo>
                <a:lnTo>
                  <a:pt x="7630" y="9171"/>
                </a:lnTo>
                <a:lnTo>
                  <a:pt x="7777" y="8877"/>
                </a:lnTo>
                <a:lnTo>
                  <a:pt x="7960" y="8620"/>
                </a:lnTo>
                <a:lnTo>
                  <a:pt x="8217" y="8400"/>
                </a:lnTo>
                <a:lnTo>
                  <a:pt x="8400" y="8290"/>
                </a:lnTo>
                <a:lnTo>
                  <a:pt x="8584" y="8217"/>
                </a:lnTo>
                <a:lnTo>
                  <a:pt x="8730" y="8180"/>
                </a:lnTo>
                <a:close/>
                <a:moveTo>
                  <a:pt x="8767" y="7777"/>
                </a:moveTo>
                <a:lnTo>
                  <a:pt x="8547" y="7813"/>
                </a:lnTo>
                <a:lnTo>
                  <a:pt x="8363" y="7850"/>
                </a:lnTo>
                <a:lnTo>
                  <a:pt x="8143" y="7960"/>
                </a:lnTo>
                <a:lnTo>
                  <a:pt x="7960" y="8033"/>
                </a:lnTo>
                <a:lnTo>
                  <a:pt x="7777" y="8180"/>
                </a:lnTo>
                <a:lnTo>
                  <a:pt x="7593" y="8364"/>
                </a:lnTo>
                <a:lnTo>
                  <a:pt x="7446" y="8510"/>
                </a:lnTo>
                <a:lnTo>
                  <a:pt x="7336" y="8657"/>
                </a:lnTo>
                <a:lnTo>
                  <a:pt x="7190" y="9024"/>
                </a:lnTo>
                <a:lnTo>
                  <a:pt x="7116" y="9427"/>
                </a:lnTo>
                <a:lnTo>
                  <a:pt x="7116" y="9831"/>
                </a:lnTo>
                <a:lnTo>
                  <a:pt x="7153" y="10051"/>
                </a:lnTo>
                <a:lnTo>
                  <a:pt x="7226" y="10271"/>
                </a:lnTo>
                <a:lnTo>
                  <a:pt x="7336" y="10454"/>
                </a:lnTo>
                <a:lnTo>
                  <a:pt x="7446" y="10638"/>
                </a:lnTo>
                <a:lnTo>
                  <a:pt x="7740" y="11005"/>
                </a:lnTo>
                <a:lnTo>
                  <a:pt x="8107" y="11298"/>
                </a:lnTo>
                <a:lnTo>
                  <a:pt x="8510" y="11555"/>
                </a:lnTo>
                <a:lnTo>
                  <a:pt x="8914" y="11775"/>
                </a:lnTo>
                <a:lnTo>
                  <a:pt x="9134" y="11885"/>
                </a:lnTo>
                <a:lnTo>
                  <a:pt x="9354" y="11958"/>
                </a:lnTo>
                <a:lnTo>
                  <a:pt x="9574" y="11958"/>
                </a:lnTo>
                <a:lnTo>
                  <a:pt x="9757" y="11922"/>
                </a:lnTo>
                <a:lnTo>
                  <a:pt x="9977" y="11848"/>
                </a:lnTo>
                <a:lnTo>
                  <a:pt x="10198" y="11702"/>
                </a:lnTo>
                <a:lnTo>
                  <a:pt x="10381" y="11555"/>
                </a:lnTo>
                <a:lnTo>
                  <a:pt x="10491" y="11371"/>
                </a:lnTo>
                <a:lnTo>
                  <a:pt x="10674" y="11298"/>
                </a:lnTo>
                <a:lnTo>
                  <a:pt x="10784" y="11151"/>
                </a:lnTo>
                <a:lnTo>
                  <a:pt x="10895" y="10968"/>
                </a:lnTo>
                <a:lnTo>
                  <a:pt x="10968" y="10785"/>
                </a:lnTo>
                <a:lnTo>
                  <a:pt x="11005" y="10601"/>
                </a:lnTo>
                <a:lnTo>
                  <a:pt x="11005" y="10381"/>
                </a:lnTo>
                <a:lnTo>
                  <a:pt x="11005" y="10124"/>
                </a:lnTo>
                <a:lnTo>
                  <a:pt x="10968" y="9684"/>
                </a:lnTo>
                <a:lnTo>
                  <a:pt x="10821" y="9207"/>
                </a:lnTo>
                <a:lnTo>
                  <a:pt x="10638" y="8804"/>
                </a:lnTo>
                <a:lnTo>
                  <a:pt x="10491" y="8620"/>
                </a:lnTo>
                <a:lnTo>
                  <a:pt x="10344" y="8437"/>
                </a:lnTo>
                <a:lnTo>
                  <a:pt x="10198" y="8290"/>
                </a:lnTo>
                <a:lnTo>
                  <a:pt x="10014" y="8143"/>
                </a:lnTo>
                <a:lnTo>
                  <a:pt x="9831" y="8033"/>
                </a:lnTo>
                <a:lnTo>
                  <a:pt x="9611" y="7923"/>
                </a:lnTo>
                <a:lnTo>
                  <a:pt x="9427" y="7850"/>
                </a:lnTo>
                <a:lnTo>
                  <a:pt x="9207" y="7813"/>
                </a:lnTo>
                <a:lnTo>
                  <a:pt x="8987" y="7777"/>
                </a:lnTo>
                <a:close/>
                <a:moveTo>
                  <a:pt x="9024" y="0"/>
                </a:moveTo>
                <a:lnTo>
                  <a:pt x="8767" y="37"/>
                </a:lnTo>
                <a:lnTo>
                  <a:pt x="8547" y="110"/>
                </a:lnTo>
                <a:lnTo>
                  <a:pt x="8363" y="257"/>
                </a:lnTo>
                <a:lnTo>
                  <a:pt x="8180" y="440"/>
                </a:lnTo>
                <a:lnTo>
                  <a:pt x="7593" y="1027"/>
                </a:lnTo>
                <a:lnTo>
                  <a:pt x="7006" y="1651"/>
                </a:lnTo>
                <a:lnTo>
                  <a:pt x="6639" y="2054"/>
                </a:lnTo>
                <a:lnTo>
                  <a:pt x="6383" y="2311"/>
                </a:lnTo>
                <a:lnTo>
                  <a:pt x="6199" y="2605"/>
                </a:lnTo>
                <a:lnTo>
                  <a:pt x="5796" y="2201"/>
                </a:lnTo>
                <a:lnTo>
                  <a:pt x="5722" y="2128"/>
                </a:lnTo>
                <a:lnTo>
                  <a:pt x="5502" y="2128"/>
                </a:lnTo>
                <a:lnTo>
                  <a:pt x="5392" y="2201"/>
                </a:lnTo>
                <a:lnTo>
                  <a:pt x="5356" y="2238"/>
                </a:lnTo>
                <a:lnTo>
                  <a:pt x="4915" y="2531"/>
                </a:lnTo>
                <a:lnTo>
                  <a:pt x="4512" y="2898"/>
                </a:lnTo>
                <a:lnTo>
                  <a:pt x="4292" y="2715"/>
                </a:lnTo>
                <a:lnTo>
                  <a:pt x="4072" y="2495"/>
                </a:lnTo>
                <a:lnTo>
                  <a:pt x="3998" y="2458"/>
                </a:lnTo>
                <a:lnTo>
                  <a:pt x="3888" y="2458"/>
                </a:lnTo>
                <a:lnTo>
                  <a:pt x="3815" y="2495"/>
                </a:lnTo>
                <a:lnTo>
                  <a:pt x="3778" y="2568"/>
                </a:lnTo>
                <a:lnTo>
                  <a:pt x="3778" y="2421"/>
                </a:lnTo>
                <a:lnTo>
                  <a:pt x="3778" y="2311"/>
                </a:lnTo>
                <a:lnTo>
                  <a:pt x="3668" y="2128"/>
                </a:lnTo>
                <a:lnTo>
                  <a:pt x="3521" y="1908"/>
                </a:lnTo>
                <a:lnTo>
                  <a:pt x="3338" y="1761"/>
                </a:lnTo>
                <a:lnTo>
                  <a:pt x="3118" y="1614"/>
                </a:lnTo>
                <a:lnTo>
                  <a:pt x="2861" y="1504"/>
                </a:lnTo>
                <a:lnTo>
                  <a:pt x="2458" y="1321"/>
                </a:lnTo>
                <a:lnTo>
                  <a:pt x="2348" y="1321"/>
                </a:lnTo>
                <a:lnTo>
                  <a:pt x="2238" y="1357"/>
                </a:lnTo>
                <a:lnTo>
                  <a:pt x="2201" y="1431"/>
                </a:lnTo>
                <a:lnTo>
                  <a:pt x="2201" y="1504"/>
                </a:lnTo>
                <a:lnTo>
                  <a:pt x="2531" y="2238"/>
                </a:lnTo>
                <a:lnTo>
                  <a:pt x="2678" y="2531"/>
                </a:lnTo>
                <a:lnTo>
                  <a:pt x="2751" y="2678"/>
                </a:lnTo>
                <a:lnTo>
                  <a:pt x="2861" y="2825"/>
                </a:lnTo>
                <a:lnTo>
                  <a:pt x="3008" y="2898"/>
                </a:lnTo>
                <a:lnTo>
                  <a:pt x="3191" y="2935"/>
                </a:lnTo>
                <a:lnTo>
                  <a:pt x="3338" y="2935"/>
                </a:lnTo>
                <a:lnTo>
                  <a:pt x="3485" y="2861"/>
                </a:lnTo>
                <a:lnTo>
                  <a:pt x="3632" y="2788"/>
                </a:lnTo>
                <a:lnTo>
                  <a:pt x="3301" y="3155"/>
                </a:lnTo>
                <a:lnTo>
                  <a:pt x="2971" y="3485"/>
                </a:lnTo>
                <a:lnTo>
                  <a:pt x="2935" y="3412"/>
                </a:lnTo>
                <a:lnTo>
                  <a:pt x="2935" y="3265"/>
                </a:lnTo>
                <a:lnTo>
                  <a:pt x="2898" y="3081"/>
                </a:lnTo>
                <a:lnTo>
                  <a:pt x="2825" y="2825"/>
                </a:lnTo>
                <a:lnTo>
                  <a:pt x="2678" y="2605"/>
                </a:lnTo>
                <a:lnTo>
                  <a:pt x="2458" y="2384"/>
                </a:lnTo>
                <a:lnTo>
                  <a:pt x="2238" y="2238"/>
                </a:lnTo>
                <a:lnTo>
                  <a:pt x="1981" y="2091"/>
                </a:lnTo>
                <a:lnTo>
                  <a:pt x="1687" y="1981"/>
                </a:lnTo>
                <a:lnTo>
                  <a:pt x="1431" y="1908"/>
                </a:lnTo>
                <a:lnTo>
                  <a:pt x="880" y="1834"/>
                </a:lnTo>
                <a:lnTo>
                  <a:pt x="770" y="1834"/>
                </a:lnTo>
                <a:lnTo>
                  <a:pt x="697" y="1871"/>
                </a:lnTo>
                <a:lnTo>
                  <a:pt x="624" y="1944"/>
                </a:lnTo>
                <a:lnTo>
                  <a:pt x="624" y="2054"/>
                </a:lnTo>
                <a:lnTo>
                  <a:pt x="697" y="2384"/>
                </a:lnTo>
                <a:lnTo>
                  <a:pt x="807" y="2751"/>
                </a:lnTo>
                <a:lnTo>
                  <a:pt x="917" y="3045"/>
                </a:lnTo>
                <a:lnTo>
                  <a:pt x="1101" y="3375"/>
                </a:lnTo>
                <a:lnTo>
                  <a:pt x="1284" y="3668"/>
                </a:lnTo>
                <a:lnTo>
                  <a:pt x="1504" y="3925"/>
                </a:lnTo>
                <a:lnTo>
                  <a:pt x="1724" y="4182"/>
                </a:lnTo>
                <a:lnTo>
                  <a:pt x="1981" y="4439"/>
                </a:lnTo>
                <a:lnTo>
                  <a:pt x="2018" y="4439"/>
                </a:lnTo>
                <a:lnTo>
                  <a:pt x="1761" y="4695"/>
                </a:lnTo>
                <a:lnTo>
                  <a:pt x="1761" y="4549"/>
                </a:lnTo>
                <a:lnTo>
                  <a:pt x="1724" y="4402"/>
                </a:lnTo>
                <a:lnTo>
                  <a:pt x="1614" y="4255"/>
                </a:lnTo>
                <a:lnTo>
                  <a:pt x="1467" y="4108"/>
                </a:lnTo>
                <a:lnTo>
                  <a:pt x="1321" y="3998"/>
                </a:lnTo>
                <a:lnTo>
                  <a:pt x="1101" y="3925"/>
                </a:lnTo>
                <a:lnTo>
                  <a:pt x="697" y="3815"/>
                </a:lnTo>
                <a:lnTo>
                  <a:pt x="330" y="3742"/>
                </a:lnTo>
                <a:lnTo>
                  <a:pt x="220" y="3742"/>
                </a:lnTo>
                <a:lnTo>
                  <a:pt x="147" y="3815"/>
                </a:lnTo>
                <a:lnTo>
                  <a:pt x="110" y="3925"/>
                </a:lnTo>
                <a:lnTo>
                  <a:pt x="147" y="3998"/>
                </a:lnTo>
                <a:lnTo>
                  <a:pt x="367" y="4329"/>
                </a:lnTo>
                <a:lnTo>
                  <a:pt x="624" y="4732"/>
                </a:lnTo>
                <a:lnTo>
                  <a:pt x="807" y="4915"/>
                </a:lnTo>
                <a:lnTo>
                  <a:pt x="954" y="5062"/>
                </a:lnTo>
                <a:lnTo>
                  <a:pt x="1137" y="5172"/>
                </a:lnTo>
                <a:lnTo>
                  <a:pt x="1321" y="5246"/>
                </a:lnTo>
                <a:lnTo>
                  <a:pt x="1321" y="5282"/>
                </a:lnTo>
                <a:lnTo>
                  <a:pt x="1394" y="5356"/>
                </a:lnTo>
                <a:lnTo>
                  <a:pt x="1834" y="5759"/>
                </a:lnTo>
                <a:lnTo>
                  <a:pt x="1651" y="6126"/>
                </a:lnTo>
                <a:lnTo>
                  <a:pt x="1504" y="6493"/>
                </a:lnTo>
                <a:lnTo>
                  <a:pt x="1394" y="6896"/>
                </a:lnTo>
                <a:lnTo>
                  <a:pt x="1321" y="6933"/>
                </a:lnTo>
                <a:lnTo>
                  <a:pt x="1321" y="7043"/>
                </a:lnTo>
                <a:lnTo>
                  <a:pt x="1321" y="7153"/>
                </a:lnTo>
                <a:lnTo>
                  <a:pt x="1357" y="7263"/>
                </a:lnTo>
                <a:lnTo>
                  <a:pt x="1431" y="7373"/>
                </a:lnTo>
                <a:lnTo>
                  <a:pt x="1467" y="7410"/>
                </a:lnTo>
                <a:lnTo>
                  <a:pt x="1541" y="7447"/>
                </a:lnTo>
                <a:lnTo>
                  <a:pt x="1651" y="7593"/>
                </a:lnTo>
                <a:lnTo>
                  <a:pt x="2311" y="8217"/>
                </a:lnTo>
                <a:lnTo>
                  <a:pt x="2164" y="8327"/>
                </a:lnTo>
                <a:lnTo>
                  <a:pt x="2018" y="8437"/>
                </a:lnTo>
                <a:lnTo>
                  <a:pt x="1761" y="8694"/>
                </a:lnTo>
                <a:lnTo>
                  <a:pt x="1394" y="9207"/>
                </a:lnTo>
                <a:lnTo>
                  <a:pt x="990" y="9721"/>
                </a:lnTo>
                <a:lnTo>
                  <a:pt x="220" y="10748"/>
                </a:lnTo>
                <a:lnTo>
                  <a:pt x="73" y="10968"/>
                </a:lnTo>
                <a:lnTo>
                  <a:pt x="0" y="11151"/>
                </a:lnTo>
                <a:lnTo>
                  <a:pt x="0" y="11225"/>
                </a:lnTo>
                <a:lnTo>
                  <a:pt x="37" y="11335"/>
                </a:lnTo>
                <a:lnTo>
                  <a:pt x="183" y="11518"/>
                </a:lnTo>
                <a:lnTo>
                  <a:pt x="257" y="11592"/>
                </a:lnTo>
                <a:lnTo>
                  <a:pt x="367" y="11628"/>
                </a:lnTo>
                <a:lnTo>
                  <a:pt x="550" y="11665"/>
                </a:lnTo>
                <a:lnTo>
                  <a:pt x="770" y="11628"/>
                </a:lnTo>
                <a:lnTo>
                  <a:pt x="990" y="11592"/>
                </a:lnTo>
                <a:lnTo>
                  <a:pt x="2348" y="11188"/>
                </a:lnTo>
                <a:lnTo>
                  <a:pt x="3595" y="10821"/>
                </a:lnTo>
                <a:lnTo>
                  <a:pt x="4072" y="10711"/>
                </a:lnTo>
                <a:lnTo>
                  <a:pt x="4292" y="10638"/>
                </a:lnTo>
                <a:lnTo>
                  <a:pt x="4512" y="10491"/>
                </a:lnTo>
                <a:lnTo>
                  <a:pt x="5025" y="11005"/>
                </a:lnTo>
                <a:lnTo>
                  <a:pt x="5539" y="11518"/>
                </a:lnTo>
                <a:lnTo>
                  <a:pt x="6089" y="11995"/>
                </a:lnTo>
                <a:lnTo>
                  <a:pt x="6676" y="12398"/>
                </a:lnTo>
                <a:lnTo>
                  <a:pt x="7006" y="12619"/>
                </a:lnTo>
                <a:lnTo>
                  <a:pt x="7373" y="12802"/>
                </a:lnTo>
                <a:lnTo>
                  <a:pt x="7740" y="12985"/>
                </a:lnTo>
                <a:lnTo>
                  <a:pt x="8070" y="13132"/>
                </a:lnTo>
                <a:lnTo>
                  <a:pt x="8474" y="13242"/>
                </a:lnTo>
                <a:lnTo>
                  <a:pt x="8840" y="13352"/>
                </a:lnTo>
                <a:lnTo>
                  <a:pt x="9207" y="13426"/>
                </a:lnTo>
                <a:lnTo>
                  <a:pt x="9611" y="13499"/>
                </a:lnTo>
                <a:lnTo>
                  <a:pt x="9977" y="13536"/>
                </a:lnTo>
                <a:lnTo>
                  <a:pt x="10381" y="13572"/>
                </a:lnTo>
                <a:lnTo>
                  <a:pt x="11115" y="13536"/>
                </a:lnTo>
                <a:lnTo>
                  <a:pt x="11812" y="13426"/>
                </a:lnTo>
                <a:lnTo>
                  <a:pt x="12215" y="13316"/>
                </a:lnTo>
                <a:lnTo>
                  <a:pt x="12362" y="13279"/>
                </a:lnTo>
                <a:lnTo>
                  <a:pt x="12435" y="13279"/>
                </a:lnTo>
                <a:lnTo>
                  <a:pt x="12435" y="13316"/>
                </a:lnTo>
                <a:lnTo>
                  <a:pt x="12509" y="13352"/>
                </a:lnTo>
                <a:lnTo>
                  <a:pt x="12545" y="13352"/>
                </a:lnTo>
                <a:lnTo>
                  <a:pt x="12582" y="13316"/>
                </a:lnTo>
                <a:lnTo>
                  <a:pt x="12619" y="13279"/>
                </a:lnTo>
                <a:lnTo>
                  <a:pt x="12655" y="13169"/>
                </a:lnTo>
                <a:lnTo>
                  <a:pt x="12655" y="13022"/>
                </a:lnTo>
                <a:lnTo>
                  <a:pt x="12545" y="12949"/>
                </a:lnTo>
                <a:lnTo>
                  <a:pt x="12435" y="12912"/>
                </a:lnTo>
                <a:lnTo>
                  <a:pt x="12178" y="12912"/>
                </a:lnTo>
                <a:lnTo>
                  <a:pt x="11702" y="13022"/>
                </a:lnTo>
                <a:lnTo>
                  <a:pt x="11188" y="13095"/>
                </a:lnTo>
                <a:lnTo>
                  <a:pt x="10748" y="13132"/>
                </a:lnTo>
                <a:lnTo>
                  <a:pt x="10308" y="13095"/>
                </a:lnTo>
                <a:lnTo>
                  <a:pt x="9867" y="13095"/>
                </a:lnTo>
                <a:lnTo>
                  <a:pt x="9464" y="13022"/>
                </a:lnTo>
                <a:lnTo>
                  <a:pt x="9024" y="12949"/>
                </a:lnTo>
                <a:lnTo>
                  <a:pt x="8584" y="12802"/>
                </a:lnTo>
                <a:lnTo>
                  <a:pt x="8180" y="12655"/>
                </a:lnTo>
                <a:lnTo>
                  <a:pt x="7777" y="12509"/>
                </a:lnTo>
                <a:lnTo>
                  <a:pt x="7300" y="12252"/>
                </a:lnTo>
                <a:lnTo>
                  <a:pt x="6860" y="11958"/>
                </a:lnTo>
                <a:lnTo>
                  <a:pt x="6419" y="11628"/>
                </a:lnTo>
                <a:lnTo>
                  <a:pt x="6016" y="11298"/>
                </a:lnTo>
                <a:lnTo>
                  <a:pt x="5246" y="10564"/>
                </a:lnTo>
                <a:lnTo>
                  <a:pt x="4512" y="9794"/>
                </a:lnTo>
                <a:lnTo>
                  <a:pt x="3008" y="8290"/>
                </a:lnTo>
                <a:lnTo>
                  <a:pt x="2274" y="7520"/>
                </a:lnTo>
                <a:lnTo>
                  <a:pt x="2091" y="7300"/>
                </a:lnTo>
                <a:lnTo>
                  <a:pt x="1871" y="7080"/>
                </a:lnTo>
                <a:lnTo>
                  <a:pt x="1944" y="6713"/>
                </a:lnTo>
                <a:lnTo>
                  <a:pt x="2054" y="6383"/>
                </a:lnTo>
                <a:lnTo>
                  <a:pt x="2238" y="6053"/>
                </a:lnTo>
                <a:lnTo>
                  <a:pt x="2421" y="5722"/>
                </a:lnTo>
                <a:lnTo>
                  <a:pt x="2641" y="5429"/>
                </a:lnTo>
                <a:lnTo>
                  <a:pt x="2898" y="5172"/>
                </a:lnTo>
                <a:lnTo>
                  <a:pt x="3411" y="4622"/>
                </a:lnTo>
                <a:lnTo>
                  <a:pt x="4475" y="3558"/>
                </a:lnTo>
                <a:lnTo>
                  <a:pt x="5025" y="3045"/>
                </a:lnTo>
                <a:lnTo>
                  <a:pt x="5246" y="2825"/>
                </a:lnTo>
                <a:lnTo>
                  <a:pt x="5392" y="2678"/>
                </a:lnTo>
                <a:lnTo>
                  <a:pt x="5502" y="2605"/>
                </a:lnTo>
                <a:lnTo>
                  <a:pt x="5612" y="2715"/>
                </a:lnTo>
                <a:lnTo>
                  <a:pt x="5392" y="2825"/>
                </a:lnTo>
                <a:lnTo>
                  <a:pt x="5246" y="2971"/>
                </a:lnTo>
                <a:lnTo>
                  <a:pt x="4952" y="3301"/>
                </a:lnTo>
                <a:lnTo>
                  <a:pt x="4805" y="3485"/>
                </a:lnTo>
                <a:lnTo>
                  <a:pt x="4695" y="3668"/>
                </a:lnTo>
                <a:lnTo>
                  <a:pt x="4585" y="3888"/>
                </a:lnTo>
                <a:lnTo>
                  <a:pt x="4585" y="3962"/>
                </a:lnTo>
                <a:lnTo>
                  <a:pt x="4622" y="4072"/>
                </a:lnTo>
                <a:lnTo>
                  <a:pt x="4659" y="4145"/>
                </a:lnTo>
                <a:lnTo>
                  <a:pt x="4732" y="4145"/>
                </a:lnTo>
                <a:lnTo>
                  <a:pt x="4915" y="4035"/>
                </a:lnTo>
                <a:lnTo>
                  <a:pt x="5025" y="3888"/>
                </a:lnTo>
                <a:lnTo>
                  <a:pt x="5209" y="3558"/>
                </a:lnTo>
                <a:lnTo>
                  <a:pt x="5502" y="3228"/>
                </a:lnTo>
                <a:lnTo>
                  <a:pt x="5759" y="2898"/>
                </a:lnTo>
                <a:lnTo>
                  <a:pt x="6016" y="3118"/>
                </a:lnTo>
                <a:lnTo>
                  <a:pt x="5832" y="3301"/>
                </a:lnTo>
                <a:lnTo>
                  <a:pt x="5612" y="3522"/>
                </a:lnTo>
                <a:lnTo>
                  <a:pt x="5466" y="3742"/>
                </a:lnTo>
                <a:lnTo>
                  <a:pt x="5356" y="3962"/>
                </a:lnTo>
                <a:lnTo>
                  <a:pt x="5319" y="4072"/>
                </a:lnTo>
                <a:lnTo>
                  <a:pt x="5392" y="4182"/>
                </a:lnTo>
                <a:lnTo>
                  <a:pt x="5502" y="4219"/>
                </a:lnTo>
                <a:lnTo>
                  <a:pt x="5539" y="4219"/>
                </a:lnTo>
                <a:lnTo>
                  <a:pt x="5612" y="4182"/>
                </a:lnTo>
                <a:lnTo>
                  <a:pt x="5796" y="3998"/>
                </a:lnTo>
                <a:lnTo>
                  <a:pt x="5942" y="3778"/>
                </a:lnTo>
                <a:lnTo>
                  <a:pt x="6089" y="3558"/>
                </a:lnTo>
                <a:lnTo>
                  <a:pt x="6199" y="3301"/>
                </a:lnTo>
                <a:lnTo>
                  <a:pt x="6309" y="3375"/>
                </a:lnTo>
                <a:lnTo>
                  <a:pt x="6456" y="3485"/>
                </a:lnTo>
                <a:lnTo>
                  <a:pt x="6346" y="3595"/>
                </a:lnTo>
                <a:lnTo>
                  <a:pt x="6236" y="3705"/>
                </a:lnTo>
                <a:lnTo>
                  <a:pt x="6089" y="3962"/>
                </a:lnTo>
                <a:lnTo>
                  <a:pt x="5869" y="4255"/>
                </a:lnTo>
                <a:lnTo>
                  <a:pt x="5796" y="4402"/>
                </a:lnTo>
                <a:lnTo>
                  <a:pt x="5722" y="4585"/>
                </a:lnTo>
                <a:lnTo>
                  <a:pt x="5722" y="4622"/>
                </a:lnTo>
                <a:lnTo>
                  <a:pt x="5722" y="4695"/>
                </a:lnTo>
                <a:lnTo>
                  <a:pt x="5796" y="4732"/>
                </a:lnTo>
                <a:lnTo>
                  <a:pt x="5906" y="4769"/>
                </a:lnTo>
                <a:lnTo>
                  <a:pt x="6016" y="4695"/>
                </a:lnTo>
                <a:lnTo>
                  <a:pt x="6126" y="4585"/>
                </a:lnTo>
                <a:lnTo>
                  <a:pt x="6199" y="4439"/>
                </a:lnTo>
                <a:lnTo>
                  <a:pt x="6383" y="4145"/>
                </a:lnTo>
                <a:lnTo>
                  <a:pt x="6456" y="3962"/>
                </a:lnTo>
                <a:lnTo>
                  <a:pt x="6603" y="3632"/>
                </a:lnTo>
                <a:lnTo>
                  <a:pt x="7300" y="4145"/>
                </a:lnTo>
                <a:lnTo>
                  <a:pt x="7116" y="4292"/>
                </a:lnTo>
                <a:lnTo>
                  <a:pt x="6933" y="4439"/>
                </a:lnTo>
                <a:lnTo>
                  <a:pt x="6713" y="4695"/>
                </a:lnTo>
                <a:lnTo>
                  <a:pt x="6529" y="5026"/>
                </a:lnTo>
                <a:lnTo>
                  <a:pt x="6529" y="5099"/>
                </a:lnTo>
                <a:lnTo>
                  <a:pt x="6529" y="5172"/>
                </a:lnTo>
                <a:lnTo>
                  <a:pt x="6566" y="5209"/>
                </a:lnTo>
                <a:lnTo>
                  <a:pt x="6639" y="5246"/>
                </a:lnTo>
                <a:lnTo>
                  <a:pt x="6676" y="5282"/>
                </a:lnTo>
                <a:lnTo>
                  <a:pt x="6749" y="5282"/>
                </a:lnTo>
                <a:lnTo>
                  <a:pt x="6823" y="5246"/>
                </a:lnTo>
                <a:lnTo>
                  <a:pt x="6860" y="5172"/>
                </a:lnTo>
                <a:lnTo>
                  <a:pt x="7153" y="4695"/>
                </a:lnTo>
                <a:lnTo>
                  <a:pt x="7410" y="4255"/>
                </a:lnTo>
                <a:lnTo>
                  <a:pt x="7740" y="4475"/>
                </a:lnTo>
                <a:lnTo>
                  <a:pt x="7483" y="4732"/>
                </a:lnTo>
                <a:lnTo>
                  <a:pt x="7116" y="5136"/>
                </a:lnTo>
                <a:lnTo>
                  <a:pt x="7080" y="5209"/>
                </a:lnTo>
                <a:lnTo>
                  <a:pt x="7043" y="5246"/>
                </a:lnTo>
                <a:lnTo>
                  <a:pt x="7080" y="5319"/>
                </a:lnTo>
                <a:lnTo>
                  <a:pt x="7116" y="5356"/>
                </a:lnTo>
                <a:lnTo>
                  <a:pt x="7190" y="5392"/>
                </a:lnTo>
                <a:lnTo>
                  <a:pt x="7263" y="5429"/>
                </a:lnTo>
                <a:lnTo>
                  <a:pt x="7336" y="5429"/>
                </a:lnTo>
                <a:lnTo>
                  <a:pt x="7373" y="5356"/>
                </a:lnTo>
                <a:lnTo>
                  <a:pt x="7556" y="5172"/>
                </a:lnTo>
                <a:lnTo>
                  <a:pt x="7740" y="4989"/>
                </a:lnTo>
                <a:lnTo>
                  <a:pt x="7813" y="4805"/>
                </a:lnTo>
                <a:lnTo>
                  <a:pt x="7850" y="4695"/>
                </a:lnTo>
                <a:lnTo>
                  <a:pt x="7887" y="4585"/>
                </a:lnTo>
                <a:lnTo>
                  <a:pt x="8474" y="4989"/>
                </a:lnTo>
                <a:lnTo>
                  <a:pt x="8107" y="5319"/>
                </a:lnTo>
                <a:lnTo>
                  <a:pt x="7813" y="5722"/>
                </a:lnTo>
                <a:lnTo>
                  <a:pt x="7777" y="5796"/>
                </a:lnTo>
                <a:lnTo>
                  <a:pt x="7777" y="5833"/>
                </a:lnTo>
                <a:lnTo>
                  <a:pt x="7813" y="5943"/>
                </a:lnTo>
                <a:lnTo>
                  <a:pt x="7887" y="5979"/>
                </a:lnTo>
                <a:lnTo>
                  <a:pt x="7997" y="5979"/>
                </a:lnTo>
                <a:lnTo>
                  <a:pt x="8033" y="5943"/>
                </a:lnTo>
                <a:lnTo>
                  <a:pt x="8327" y="5502"/>
                </a:lnTo>
                <a:lnTo>
                  <a:pt x="8584" y="5062"/>
                </a:lnTo>
                <a:lnTo>
                  <a:pt x="9024" y="5356"/>
                </a:lnTo>
                <a:lnTo>
                  <a:pt x="8767" y="5612"/>
                </a:lnTo>
                <a:lnTo>
                  <a:pt x="8584" y="5796"/>
                </a:lnTo>
                <a:lnTo>
                  <a:pt x="8510" y="5906"/>
                </a:lnTo>
                <a:lnTo>
                  <a:pt x="8474" y="6053"/>
                </a:lnTo>
                <a:lnTo>
                  <a:pt x="8253" y="6383"/>
                </a:lnTo>
                <a:lnTo>
                  <a:pt x="8217" y="6456"/>
                </a:lnTo>
                <a:lnTo>
                  <a:pt x="8253" y="6566"/>
                </a:lnTo>
                <a:lnTo>
                  <a:pt x="8290" y="6603"/>
                </a:lnTo>
                <a:lnTo>
                  <a:pt x="8363" y="6640"/>
                </a:lnTo>
                <a:lnTo>
                  <a:pt x="8474" y="6640"/>
                </a:lnTo>
                <a:lnTo>
                  <a:pt x="8547" y="6566"/>
                </a:lnTo>
                <a:lnTo>
                  <a:pt x="8804" y="6199"/>
                </a:lnTo>
                <a:lnTo>
                  <a:pt x="8877" y="6126"/>
                </a:lnTo>
                <a:lnTo>
                  <a:pt x="8950" y="6016"/>
                </a:lnTo>
                <a:lnTo>
                  <a:pt x="9097" y="5796"/>
                </a:lnTo>
                <a:lnTo>
                  <a:pt x="9244" y="5539"/>
                </a:lnTo>
                <a:lnTo>
                  <a:pt x="9537" y="5722"/>
                </a:lnTo>
                <a:lnTo>
                  <a:pt x="9354" y="5906"/>
                </a:lnTo>
                <a:lnTo>
                  <a:pt x="9207" y="6126"/>
                </a:lnTo>
                <a:lnTo>
                  <a:pt x="8950" y="6419"/>
                </a:lnTo>
                <a:lnTo>
                  <a:pt x="8877" y="6566"/>
                </a:lnTo>
                <a:lnTo>
                  <a:pt x="8840" y="6750"/>
                </a:lnTo>
                <a:lnTo>
                  <a:pt x="8914" y="6823"/>
                </a:lnTo>
                <a:lnTo>
                  <a:pt x="8950" y="6860"/>
                </a:lnTo>
                <a:lnTo>
                  <a:pt x="8987" y="6860"/>
                </a:lnTo>
                <a:lnTo>
                  <a:pt x="9134" y="6786"/>
                </a:lnTo>
                <a:lnTo>
                  <a:pt x="9244" y="6640"/>
                </a:lnTo>
                <a:lnTo>
                  <a:pt x="9391" y="6383"/>
                </a:lnTo>
                <a:lnTo>
                  <a:pt x="9537" y="6126"/>
                </a:lnTo>
                <a:lnTo>
                  <a:pt x="9721" y="5869"/>
                </a:lnTo>
                <a:lnTo>
                  <a:pt x="10198" y="6236"/>
                </a:lnTo>
                <a:lnTo>
                  <a:pt x="10051" y="6419"/>
                </a:lnTo>
                <a:lnTo>
                  <a:pt x="9867" y="6640"/>
                </a:lnTo>
                <a:lnTo>
                  <a:pt x="9684" y="6860"/>
                </a:lnTo>
                <a:lnTo>
                  <a:pt x="9611" y="7006"/>
                </a:lnTo>
                <a:lnTo>
                  <a:pt x="9574" y="7116"/>
                </a:lnTo>
                <a:lnTo>
                  <a:pt x="9574" y="7190"/>
                </a:lnTo>
                <a:lnTo>
                  <a:pt x="9611" y="7263"/>
                </a:lnTo>
                <a:lnTo>
                  <a:pt x="9757" y="7263"/>
                </a:lnTo>
                <a:lnTo>
                  <a:pt x="9867" y="7190"/>
                </a:lnTo>
                <a:lnTo>
                  <a:pt x="9941" y="7080"/>
                </a:lnTo>
                <a:lnTo>
                  <a:pt x="10124" y="6823"/>
                </a:lnTo>
                <a:lnTo>
                  <a:pt x="10271" y="6603"/>
                </a:lnTo>
                <a:lnTo>
                  <a:pt x="10381" y="6383"/>
                </a:lnTo>
                <a:lnTo>
                  <a:pt x="10895" y="6823"/>
                </a:lnTo>
                <a:lnTo>
                  <a:pt x="10931" y="6860"/>
                </a:lnTo>
                <a:lnTo>
                  <a:pt x="10638" y="7226"/>
                </a:lnTo>
                <a:lnTo>
                  <a:pt x="10381" y="7593"/>
                </a:lnTo>
                <a:lnTo>
                  <a:pt x="10271" y="7703"/>
                </a:lnTo>
                <a:lnTo>
                  <a:pt x="10271" y="7777"/>
                </a:lnTo>
                <a:lnTo>
                  <a:pt x="10271" y="7813"/>
                </a:lnTo>
                <a:lnTo>
                  <a:pt x="10344" y="7923"/>
                </a:lnTo>
                <a:lnTo>
                  <a:pt x="10418" y="7960"/>
                </a:lnTo>
                <a:lnTo>
                  <a:pt x="10491" y="7923"/>
                </a:lnTo>
                <a:lnTo>
                  <a:pt x="10528" y="7887"/>
                </a:lnTo>
                <a:lnTo>
                  <a:pt x="10821" y="7483"/>
                </a:lnTo>
                <a:lnTo>
                  <a:pt x="11115" y="7043"/>
                </a:lnTo>
                <a:lnTo>
                  <a:pt x="11445" y="7447"/>
                </a:lnTo>
                <a:lnTo>
                  <a:pt x="11298" y="7703"/>
                </a:lnTo>
                <a:lnTo>
                  <a:pt x="11151" y="7960"/>
                </a:lnTo>
                <a:lnTo>
                  <a:pt x="10968" y="8253"/>
                </a:lnTo>
                <a:lnTo>
                  <a:pt x="10931" y="8437"/>
                </a:lnTo>
                <a:lnTo>
                  <a:pt x="10931" y="8510"/>
                </a:lnTo>
                <a:lnTo>
                  <a:pt x="10931" y="8584"/>
                </a:lnTo>
                <a:lnTo>
                  <a:pt x="10968" y="8657"/>
                </a:lnTo>
                <a:lnTo>
                  <a:pt x="11041" y="8657"/>
                </a:lnTo>
                <a:lnTo>
                  <a:pt x="11188" y="8584"/>
                </a:lnTo>
                <a:lnTo>
                  <a:pt x="11261" y="8474"/>
                </a:lnTo>
                <a:lnTo>
                  <a:pt x="11408" y="8180"/>
                </a:lnTo>
                <a:lnTo>
                  <a:pt x="11628" y="7703"/>
                </a:lnTo>
                <a:lnTo>
                  <a:pt x="11812" y="7997"/>
                </a:lnTo>
                <a:lnTo>
                  <a:pt x="11995" y="8290"/>
                </a:lnTo>
                <a:lnTo>
                  <a:pt x="11812" y="8694"/>
                </a:lnTo>
                <a:lnTo>
                  <a:pt x="11628" y="9097"/>
                </a:lnTo>
                <a:lnTo>
                  <a:pt x="11518" y="9097"/>
                </a:lnTo>
                <a:lnTo>
                  <a:pt x="11408" y="9317"/>
                </a:lnTo>
                <a:lnTo>
                  <a:pt x="11335" y="9501"/>
                </a:lnTo>
                <a:lnTo>
                  <a:pt x="11335" y="9574"/>
                </a:lnTo>
                <a:lnTo>
                  <a:pt x="11335" y="9647"/>
                </a:lnTo>
                <a:lnTo>
                  <a:pt x="11408" y="9721"/>
                </a:lnTo>
                <a:lnTo>
                  <a:pt x="11591" y="9721"/>
                </a:lnTo>
                <a:lnTo>
                  <a:pt x="11628" y="9684"/>
                </a:lnTo>
                <a:lnTo>
                  <a:pt x="11812" y="9427"/>
                </a:lnTo>
                <a:lnTo>
                  <a:pt x="11958" y="9171"/>
                </a:lnTo>
                <a:lnTo>
                  <a:pt x="12105" y="8914"/>
                </a:lnTo>
                <a:lnTo>
                  <a:pt x="12178" y="8657"/>
                </a:lnTo>
                <a:lnTo>
                  <a:pt x="12325" y="9024"/>
                </a:lnTo>
                <a:lnTo>
                  <a:pt x="12472" y="9427"/>
                </a:lnTo>
                <a:lnTo>
                  <a:pt x="12068" y="10088"/>
                </a:lnTo>
                <a:lnTo>
                  <a:pt x="11995" y="10088"/>
                </a:lnTo>
                <a:lnTo>
                  <a:pt x="11922" y="10271"/>
                </a:lnTo>
                <a:lnTo>
                  <a:pt x="11848" y="10418"/>
                </a:lnTo>
                <a:lnTo>
                  <a:pt x="11848" y="10491"/>
                </a:lnTo>
                <a:lnTo>
                  <a:pt x="11848" y="10528"/>
                </a:lnTo>
                <a:lnTo>
                  <a:pt x="11922" y="10601"/>
                </a:lnTo>
                <a:lnTo>
                  <a:pt x="12068" y="10601"/>
                </a:lnTo>
                <a:lnTo>
                  <a:pt x="12142" y="10564"/>
                </a:lnTo>
                <a:lnTo>
                  <a:pt x="12362" y="10198"/>
                </a:lnTo>
                <a:lnTo>
                  <a:pt x="12582" y="9831"/>
                </a:lnTo>
                <a:lnTo>
                  <a:pt x="12692" y="10454"/>
                </a:lnTo>
                <a:lnTo>
                  <a:pt x="12509" y="10638"/>
                </a:lnTo>
                <a:lnTo>
                  <a:pt x="12362" y="10858"/>
                </a:lnTo>
                <a:lnTo>
                  <a:pt x="12215" y="11078"/>
                </a:lnTo>
                <a:lnTo>
                  <a:pt x="12178" y="11225"/>
                </a:lnTo>
                <a:lnTo>
                  <a:pt x="12178" y="11371"/>
                </a:lnTo>
                <a:lnTo>
                  <a:pt x="12215" y="11408"/>
                </a:lnTo>
                <a:lnTo>
                  <a:pt x="12252" y="11408"/>
                </a:lnTo>
                <a:lnTo>
                  <a:pt x="12362" y="11371"/>
                </a:lnTo>
                <a:lnTo>
                  <a:pt x="12472" y="11298"/>
                </a:lnTo>
                <a:lnTo>
                  <a:pt x="12582" y="11078"/>
                </a:lnTo>
                <a:lnTo>
                  <a:pt x="12692" y="10858"/>
                </a:lnTo>
                <a:lnTo>
                  <a:pt x="12729" y="11188"/>
                </a:lnTo>
                <a:lnTo>
                  <a:pt x="12655" y="11775"/>
                </a:lnTo>
                <a:lnTo>
                  <a:pt x="12509" y="11922"/>
                </a:lnTo>
                <a:lnTo>
                  <a:pt x="12362" y="12068"/>
                </a:lnTo>
                <a:lnTo>
                  <a:pt x="12325" y="12215"/>
                </a:lnTo>
                <a:lnTo>
                  <a:pt x="12325" y="12288"/>
                </a:lnTo>
                <a:lnTo>
                  <a:pt x="12362" y="12362"/>
                </a:lnTo>
                <a:lnTo>
                  <a:pt x="12435" y="12398"/>
                </a:lnTo>
                <a:lnTo>
                  <a:pt x="12472" y="12398"/>
                </a:lnTo>
                <a:lnTo>
                  <a:pt x="12619" y="12288"/>
                </a:lnTo>
                <a:lnTo>
                  <a:pt x="12655" y="12655"/>
                </a:lnTo>
                <a:lnTo>
                  <a:pt x="12692" y="12692"/>
                </a:lnTo>
                <a:lnTo>
                  <a:pt x="12729" y="12655"/>
                </a:lnTo>
                <a:lnTo>
                  <a:pt x="12802" y="12545"/>
                </a:lnTo>
                <a:lnTo>
                  <a:pt x="12912" y="12398"/>
                </a:lnTo>
                <a:lnTo>
                  <a:pt x="13022" y="12068"/>
                </a:lnTo>
                <a:lnTo>
                  <a:pt x="13095" y="11738"/>
                </a:lnTo>
                <a:lnTo>
                  <a:pt x="13132" y="11408"/>
                </a:lnTo>
                <a:lnTo>
                  <a:pt x="13132" y="11005"/>
                </a:lnTo>
                <a:lnTo>
                  <a:pt x="13132" y="10638"/>
                </a:lnTo>
                <a:lnTo>
                  <a:pt x="13095" y="10234"/>
                </a:lnTo>
                <a:lnTo>
                  <a:pt x="13022" y="9867"/>
                </a:lnTo>
                <a:lnTo>
                  <a:pt x="12949" y="9464"/>
                </a:lnTo>
                <a:lnTo>
                  <a:pt x="12839" y="9060"/>
                </a:lnTo>
                <a:lnTo>
                  <a:pt x="12692" y="8694"/>
                </a:lnTo>
                <a:lnTo>
                  <a:pt x="12545" y="8327"/>
                </a:lnTo>
                <a:lnTo>
                  <a:pt x="12325" y="7960"/>
                </a:lnTo>
                <a:lnTo>
                  <a:pt x="12142" y="7630"/>
                </a:lnTo>
                <a:lnTo>
                  <a:pt x="11885" y="7300"/>
                </a:lnTo>
                <a:lnTo>
                  <a:pt x="11628" y="6970"/>
                </a:lnTo>
                <a:lnTo>
                  <a:pt x="11335" y="6640"/>
                </a:lnTo>
                <a:lnTo>
                  <a:pt x="11041" y="6346"/>
                </a:lnTo>
                <a:lnTo>
                  <a:pt x="10344" y="5759"/>
                </a:lnTo>
                <a:lnTo>
                  <a:pt x="9647" y="5246"/>
                </a:lnTo>
                <a:lnTo>
                  <a:pt x="8914" y="4732"/>
                </a:lnTo>
                <a:lnTo>
                  <a:pt x="8987" y="4439"/>
                </a:lnTo>
                <a:lnTo>
                  <a:pt x="9024" y="4182"/>
                </a:lnTo>
                <a:lnTo>
                  <a:pt x="9060" y="3558"/>
                </a:lnTo>
                <a:lnTo>
                  <a:pt x="9097" y="2898"/>
                </a:lnTo>
                <a:lnTo>
                  <a:pt x="9281" y="220"/>
                </a:lnTo>
                <a:lnTo>
                  <a:pt x="9244" y="110"/>
                </a:lnTo>
                <a:lnTo>
                  <a:pt x="9207" y="37"/>
                </a:lnTo>
                <a:lnTo>
                  <a:pt x="9097" y="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82" name="Google Shape;482;p10"/>
          <p:cNvSpPr/>
          <p:nvPr/>
        </p:nvSpPr>
        <p:spPr>
          <a:xfrm>
            <a:off x="-102771" y="1984025"/>
            <a:ext cx="452803" cy="534156"/>
          </a:xfrm>
          <a:custGeom>
            <a:avLst/>
            <a:gdLst/>
            <a:ahLst/>
            <a:cxnLst/>
            <a:rect l="l" t="t" r="r" b="b"/>
            <a:pathLst>
              <a:path w="9391" h="11079" extrusionOk="0">
                <a:moveTo>
                  <a:pt x="4916" y="441"/>
                </a:moveTo>
                <a:lnTo>
                  <a:pt x="5026" y="477"/>
                </a:lnTo>
                <a:lnTo>
                  <a:pt x="5099" y="551"/>
                </a:lnTo>
                <a:lnTo>
                  <a:pt x="5099" y="771"/>
                </a:lnTo>
                <a:lnTo>
                  <a:pt x="5026" y="954"/>
                </a:lnTo>
                <a:lnTo>
                  <a:pt x="4953" y="1064"/>
                </a:lnTo>
                <a:lnTo>
                  <a:pt x="4842" y="1138"/>
                </a:lnTo>
                <a:lnTo>
                  <a:pt x="4732" y="1174"/>
                </a:lnTo>
                <a:lnTo>
                  <a:pt x="4622" y="1138"/>
                </a:lnTo>
                <a:lnTo>
                  <a:pt x="4366" y="1028"/>
                </a:lnTo>
                <a:lnTo>
                  <a:pt x="4439" y="917"/>
                </a:lnTo>
                <a:lnTo>
                  <a:pt x="4439" y="771"/>
                </a:lnTo>
                <a:lnTo>
                  <a:pt x="4402" y="697"/>
                </a:lnTo>
                <a:lnTo>
                  <a:pt x="4366" y="661"/>
                </a:lnTo>
                <a:lnTo>
                  <a:pt x="4476" y="551"/>
                </a:lnTo>
                <a:lnTo>
                  <a:pt x="4622" y="477"/>
                </a:lnTo>
                <a:lnTo>
                  <a:pt x="4769" y="441"/>
                </a:lnTo>
                <a:close/>
                <a:moveTo>
                  <a:pt x="3375" y="6493"/>
                </a:moveTo>
                <a:lnTo>
                  <a:pt x="3375" y="6530"/>
                </a:lnTo>
                <a:lnTo>
                  <a:pt x="3339" y="6530"/>
                </a:lnTo>
                <a:lnTo>
                  <a:pt x="3375" y="6493"/>
                </a:lnTo>
                <a:close/>
                <a:moveTo>
                  <a:pt x="4292" y="6933"/>
                </a:moveTo>
                <a:lnTo>
                  <a:pt x="4256" y="7007"/>
                </a:lnTo>
                <a:lnTo>
                  <a:pt x="4219" y="6970"/>
                </a:lnTo>
                <a:lnTo>
                  <a:pt x="4292" y="6933"/>
                </a:lnTo>
                <a:close/>
                <a:moveTo>
                  <a:pt x="5209" y="4219"/>
                </a:moveTo>
                <a:lnTo>
                  <a:pt x="5429" y="4329"/>
                </a:lnTo>
                <a:lnTo>
                  <a:pt x="5649" y="4439"/>
                </a:lnTo>
                <a:lnTo>
                  <a:pt x="5686" y="4549"/>
                </a:lnTo>
                <a:lnTo>
                  <a:pt x="5723" y="4586"/>
                </a:lnTo>
                <a:lnTo>
                  <a:pt x="5796" y="4586"/>
                </a:lnTo>
                <a:lnTo>
                  <a:pt x="6016" y="4879"/>
                </a:lnTo>
                <a:lnTo>
                  <a:pt x="6163" y="5173"/>
                </a:lnTo>
                <a:lnTo>
                  <a:pt x="6200" y="5503"/>
                </a:lnTo>
                <a:lnTo>
                  <a:pt x="6200" y="5833"/>
                </a:lnTo>
                <a:lnTo>
                  <a:pt x="6090" y="6126"/>
                </a:lnTo>
                <a:lnTo>
                  <a:pt x="5943" y="6420"/>
                </a:lnTo>
                <a:lnTo>
                  <a:pt x="5796" y="6603"/>
                </a:lnTo>
                <a:lnTo>
                  <a:pt x="5649" y="6750"/>
                </a:lnTo>
                <a:lnTo>
                  <a:pt x="5649" y="6713"/>
                </a:lnTo>
                <a:lnTo>
                  <a:pt x="5649" y="6566"/>
                </a:lnTo>
                <a:lnTo>
                  <a:pt x="5649" y="6383"/>
                </a:lnTo>
                <a:lnTo>
                  <a:pt x="5613" y="6346"/>
                </a:lnTo>
                <a:lnTo>
                  <a:pt x="5576" y="6310"/>
                </a:lnTo>
                <a:lnTo>
                  <a:pt x="5539" y="6310"/>
                </a:lnTo>
                <a:lnTo>
                  <a:pt x="5503" y="6346"/>
                </a:lnTo>
                <a:lnTo>
                  <a:pt x="5393" y="6493"/>
                </a:lnTo>
                <a:lnTo>
                  <a:pt x="5356" y="6676"/>
                </a:lnTo>
                <a:lnTo>
                  <a:pt x="5319" y="6933"/>
                </a:lnTo>
                <a:lnTo>
                  <a:pt x="5099" y="7007"/>
                </a:lnTo>
                <a:lnTo>
                  <a:pt x="5099" y="6860"/>
                </a:lnTo>
                <a:lnTo>
                  <a:pt x="5099" y="6713"/>
                </a:lnTo>
                <a:lnTo>
                  <a:pt x="5136" y="6566"/>
                </a:lnTo>
                <a:lnTo>
                  <a:pt x="5209" y="6456"/>
                </a:lnTo>
                <a:lnTo>
                  <a:pt x="5246" y="6420"/>
                </a:lnTo>
                <a:lnTo>
                  <a:pt x="5209" y="6383"/>
                </a:lnTo>
                <a:lnTo>
                  <a:pt x="5173" y="6346"/>
                </a:lnTo>
                <a:lnTo>
                  <a:pt x="5136" y="6346"/>
                </a:lnTo>
                <a:lnTo>
                  <a:pt x="4953" y="6456"/>
                </a:lnTo>
                <a:lnTo>
                  <a:pt x="4842" y="6640"/>
                </a:lnTo>
                <a:lnTo>
                  <a:pt x="4769" y="6823"/>
                </a:lnTo>
                <a:lnTo>
                  <a:pt x="4769" y="7043"/>
                </a:lnTo>
                <a:lnTo>
                  <a:pt x="4696" y="7043"/>
                </a:lnTo>
                <a:lnTo>
                  <a:pt x="4659" y="7007"/>
                </a:lnTo>
                <a:lnTo>
                  <a:pt x="4622" y="6970"/>
                </a:lnTo>
                <a:lnTo>
                  <a:pt x="4586" y="6970"/>
                </a:lnTo>
                <a:lnTo>
                  <a:pt x="5026" y="6016"/>
                </a:lnTo>
                <a:lnTo>
                  <a:pt x="5026" y="5943"/>
                </a:lnTo>
                <a:lnTo>
                  <a:pt x="4989" y="5906"/>
                </a:lnTo>
                <a:lnTo>
                  <a:pt x="4953" y="5906"/>
                </a:lnTo>
                <a:lnTo>
                  <a:pt x="4916" y="5943"/>
                </a:lnTo>
                <a:lnTo>
                  <a:pt x="4402" y="6750"/>
                </a:lnTo>
                <a:lnTo>
                  <a:pt x="4366" y="6676"/>
                </a:lnTo>
                <a:lnTo>
                  <a:pt x="4329" y="6640"/>
                </a:lnTo>
                <a:lnTo>
                  <a:pt x="4256" y="6640"/>
                </a:lnTo>
                <a:lnTo>
                  <a:pt x="4439" y="6236"/>
                </a:lnTo>
                <a:lnTo>
                  <a:pt x="4659" y="5796"/>
                </a:lnTo>
                <a:lnTo>
                  <a:pt x="4696" y="5759"/>
                </a:lnTo>
                <a:lnTo>
                  <a:pt x="4659" y="5723"/>
                </a:lnTo>
                <a:lnTo>
                  <a:pt x="4586" y="5723"/>
                </a:lnTo>
                <a:lnTo>
                  <a:pt x="4182" y="6273"/>
                </a:lnTo>
                <a:lnTo>
                  <a:pt x="3999" y="6566"/>
                </a:lnTo>
                <a:lnTo>
                  <a:pt x="3852" y="6860"/>
                </a:lnTo>
                <a:lnTo>
                  <a:pt x="3669" y="6786"/>
                </a:lnTo>
                <a:lnTo>
                  <a:pt x="3779" y="6750"/>
                </a:lnTo>
                <a:lnTo>
                  <a:pt x="3852" y="6640"/>
                </a:lnTo>
                <a:lnTo>
                  <a:pt x="3889" y="6566"/>
                </a:lnTo>
                <a:lnTo>
                  <a:pt x="3889" y="6420"/>
                </a:lnTo>
                <a:lnTo>
                  <a:pt x="3889" y="6383"/>
                </a:lnTo>
                <a:lnTo>
                  <a:pt x="3815" y="6383"/>
                </a:lnTo>
                <a:lnTo>
                  <a:pt x="3999" y="6163"/>
                </a:lnTo>
                <a:lnTo>
                  <a:pt x="4512" y="5539"/>
                </a:lnTo>
                <a:lnTo>
                  <a:pt x="4512" y="5466"/>
                </a:lnTo>
                <a:lnTo>
                  <a:pt x="4476" y="5429"/>
                </a:lnTo>
                <a:lnTo>
                  <a:pt x="4402" y="5429"/>
                </a:lnTo>
                <a:lnTo>
                  <a:pt x="3779" y="6016"/>
                </a:lnTo>
                <a:lnTo>
                  <a:pt x="3632" y="6126"/>
                </a:lnTo>
                <a:lnTo>
                  <a:pt x="3595" y="6090"/>
                </a:lnTo>
                <a:lnTo>
                  <a:pt x="3559" y="6090"/>
                </a:lnTo>
                <a:lnTo>
                  <a:pt x="3485" y="6126"/>
                </a:lnTo>
                <a:lnTo>
                  <a:pt x="3669" y="5869"/>
                </a:lnTo>
                <a:lnTo>
                  <a:pt x="3889" y="5649"/>
                </a:lnTo>
                <a:lnTo>
                  <a:pt x="4146" y="5466"/>
                </a:lnTo>
                <a:lnTo>
                  <a:pt x="4402" y="5283"/>
                </a:lnTo>
                <a:lnTo>
                  <a:pt x="4439" y="5246"/>
                </a:lnTo>
                <a:lnTo>
                  <a:pt x="4402" y="5209"/>
                </a:lnTo>
                <a:lnTo>
                  <a:pt x="4402" y="5173"/>
                </a:lnTo>
                <a:lnTo>
                  <a:pt x="4329" y="5136"/>
                </a:lnTo>
                <a:lnTo>
                  <a:pt x="3962" y="5319"/>
                </a:lnTo>
                <a:lnTo>
                  <a:pt x="3632" y="5539"/>
                </a:lnTo>
                <a:lnTo>
                  <a:pt x="3339" y="5796"/>
                </a:lnTo>
                <a:lnTo>
                  <a:pt x="3082" y="6126"/>
                </a:lnTo>
                <a:lnTo>
                  <a:pt x="3045" y="6016"/>
                </a:lnTo>
                <a:lnTo>
                  <a:pt x="3082" y="5980"/>
                </a:lnTo>
                <a:lnTo>
                  <a:pt x="3339" y="5613"/>
                </a:lnTo>
                <a:lnTo>
                  <a:pt x="3632" y="5283"/>
                </a:lnTo>
                <a:lnTo>
                  <a:pt x="3962" y="4952"/>
                </a:lnTo>
                <a:lnTo>
                  <a:pt x="4292" y="4659"/>
                </a:lnTo>
                <a:lnTo>
                  <a:pt x="4292" y="4622"/>
                </a:lnTo>
                <a:lnTo>
                  <a:pt x="4256" y="4586"/>
                </a:lnTo>
                <a:lnTo>
                  <a:pt x="4219" y="4586"/>
                </a:lnTo>
                <a:lnTo>
                  <a:pt x="3925" y="4732"/>
                </a:lnTo>
                <a:lnTo>
                  <a:pt x="3632" y="4879"/>
                </a:lnTo>
                <a:lnTo>
                  <a:pt x="3375" y="5099"/>
                </a:lnTo>
                <a:lnTo>
                  <a:pt x="3155" y="5356"/>
                </a:lnTo>
                <a:lnTo>
                  <a:pt x="3228" y="5209"/>
                </a:lnTo>
                <a:lnTo>
                  <a:pt x="3339" y="5062"/>
                </a:lnTo>
                <a:lnTo>
                  <a:pt x="3559" y="4842"/>
                </a:lnTo>
                <a:lnTo>
                  <a:pt x="3852" y="4622"/>
                </a:lnTo>
                <a:lnTo>
                  <a:pt x="4146" y="4476"/>
                </a:lnTo>
                <a:lnTo>
                  <a:pt x="4402" y="4366"/>
                </a:lnTo>
                <a:lnTo>
                  <a:pt x="4659" y="4292"/>
                </a:lnTo>
                <a:lnTo>
                  <a:pt x="4953" y="4219"/>
                </a:lnTo>
                <a:close/>
                <a:moveTo>
                  <a:pt x="807" y="8767"/>
                </a:moveTo>
                <a:lnTo>
                  <a:pt x="807" y="8841"/>
                </a:lnTo>
                <a:lnTo>
                  <a:pt x="844" y="8914"/>
                </a:lnTo>
                <a:lnTo>
                  <a:pt x="918" y="8951"/>
                </a:lnTo>
                <a:lnTo>
                  <a:pt x="1138" y="8951"/>
                </a:lnTo>
                <a:lnTo>
                  <a:pt x="1211" y="8987"/>
                </a:lnTo>
                <a:lnTo>
                  <a:pt x="1321" y="8987"/>
                </a:lnTo>
                <a:lnTo>
                  <a:pt x="1321" y="9061"/>
                </a:lnTo>
                <a:lnTo>
                  <a:pt x="1321" y="9097"/>
                </a:lnTo>
                <a:lnTo>
                  <a:pt x="1248" y="9171"/>
                </a:lnTo>
                <a:lnTo>
                  <a:pt x="1174" y="9207"/>
                </a:lnTo>
                <a:lnTo>
                  <a:pt x="954" y="9244"/>
                </a:lnTo>
                <a:lnTo>
                  <a:pt x="844" y="9207"/>
                </a:lnTo>
                <a:lnTo>
                  <a:pt x="697" y="9134"/>
                </a:lnTo>
                <a:lnTo>
                  <a:pt x="587" y="9061"/>
                </a:lnTo>
                <a:lnTo>
                  <a:pt x="551" y="8951"/>
                </a:lnTo>
                <a:lnTo>
                  <a:pt x="661" y="8841"/>
                </a:lnTo>
                <a:lnTo>
                  <a:pt x="807" y="8767"/>
                </a:lnTo>
                <a:close/>
                <a:moveTo>
                  <a:pt x="8511" y="8657"/>
                </a:moveTo>
                <a:lnTo>
                  <a:pt x="8621" y="8694"/>
                </a:lnTo>
                <a:lnTo>
                  <a:pt x="8731" y="8731"/>
                </a:lnTo>
                <a:lnTo>
                  <a:pt x="8841" y="8804"/>
                </a:lnTo>
                <a:lnTo>
                  <a:pt x="8951" y="8877"/>
                </a:lnTo>
                <a:lnTo>
                  <a:pt x="8987" y="8987"/>
                </a:lnTo>
                <a:lnTo>
                  <a:pt x="9024" y="9097"/>
                </a:lnTo>
                <a:lnTo>
                  <a:pt x="9024" y="9134"/>
                </a:lnTo>
                <a:lnTo>
                  <a:pt x="8987" y="9134"/>
                </a:lnTo>
                <a:lnTo>
                  <a:pt x="8877" y="9097"/>
                </a:lnTo>
                <a:lnTo>
                  <a:pt x="8804" y="9134"/>
                </a:lnTo>
                <a:lnTo>
                  <a:pt x="8731" y="9171"/>
                </a:lnTo>
                <a:lnTo>
                  <a:pt x="8621" y="9281"/>
                </a:lnTo>
                <a:lnTo>
                  <a:pt x="8474" y="9354"/>
                </a:lnTo>
                <a:lnTo>
                  <a:pt x="8327" y="9318"/>
                </a:lnTo>
                <a:lnTo>
                  <a:pt x="8254" y="9244"/>
                </a:lnTo>
                <a:lnTo>
                  <a:pt x="8217" y="9171"/>
                </a:lnTo>
                <a:lnTo>
                  <a:pt x="8217" y="9024"/>
                </a:lnTo>
                <a:lnTo>
                  <a:pt x="8254" y="8841"/>
                </a:lnTo>
                <a:lnTo>
                  <a:pt x="8254" y="8694"/>
                </a:lnTo>
                <a:lnTo>
                  <a:pt x="8511" y="8657"/>
                </a:lnTo>
                <a:close/>
                <a:moveTo>
                  <a:pt x="5026" y="9501"/>
                </a:moveTo>
                <a:lnTo>
                  <a:pt x="5063" y="9574"/>
                </a:lnTo>
                <a:lnTo>
                  <a:pt x="4989" y="9538"/>
                </a:lnTo>
                <a:lnTo>
                  <a:pt x="5026" y="9501"/>
                </a:lnTo>
                <a:close/>
                <a:moveTo>
                  <a:pt x="4696" y="9868"/>
                </a:moveTo>
                <a:lnTo>
                  <a:pt x="4953" y="9941"/>
                </a:lnTo>
                <a:lnTo>
                  <a:pt x="4916" y="10014"/>
                </a:lnTo>
                <a:lnTo>
                  <a:pt x="4879" y="10271"/>
                </a:lnTo>
                <a:lnTo>
                  <a:pt x="4842" y="10308"/>
                </a:lnTo>
                <a:lnTo>
                  <a:pt x="4549" y="10308"/>
                </a:lnTo>
                <a:lnTo>
                  <a:pt x="4439" y="10235"/>
                </a:lnTo>
                <a:lnTo>
                  <a:pt x="4329" y="10125"/>
                </a:lnTo>
                <a:lnTo>
                  <a:pt x="4292" y="10051"/>
                </a:lnTo>
                <a:lnTo>
                  <a:pt x="4256" y="9941"/>
                </a:lnTo>
                <a:lnTo>
                  <a:pt x="4329" y="9904"/>
                </a:lnTo>
                <a:lnTo>
                  <a:pt x="4439" y="9868"/>
                </a:lnTo>
                <a:close/>
                <a:moveTo>
                  <a:pt x="4806" y="0"/>
                </a:moveTo>
                <a:lnTo>
                  <a:pt x="4622" y="37"/>
                </a:lnTo>
                <a:lnTo>
                  <a:pt x="4476" y="110"/>
                </a:lnTo>
                <a:lnTo>
                  <a:pt x="4292" y="147"/>
                </a:lnTo>
                <a:lnTo>
                  <a:pt x="4146" y="257"/>
                </a:lnTo>
                <a:lnTo>
                  <a:pt x="3999" y="367"/>
                </a:lnTo>
                <a:lnTo>
                  <a:pt x="3889" y="477"/>
                </a:lnTo>
                <a:lnTo>
                  <a:pt x="3779" y="624"/>
                </a:lnTo>
                <a:lnTo>
                  <a:pt x="3705" y="807"/>
                </a:lnTo>
                <a:lnTo>
                  <a:pt x="3669" y="954"/>
                </a:lnTo>
                <a:lnTo>
                  <a:pt x="3669" y="1138"/>
                </a:lnTo>
                <a:lnTo>
                  <a:pt x="3705" y="1321"/>
                </a:lnTo>
                <a:lnTo>
                  <a:pt x="3815" y="1578"/>
                </a:lnTo>
                <a:lnTo>
                  <a:pt x="3999" y="1761"/>
                </a:lnTo>
                <a:lnTo>
                  <a:pt x="4182" y="1871"/>
                </a:lnTo>
                <a:lnTo>
                  <a:pt x="4402" y="1945"/>
                </a:lnTo>
                <a:lnTo>
                  <a:pt x="4366" y="2055"/>
                </a:lnTo>
                <a:lnTo>
                  <a:pt x="4329" y="2165"/>
                </a:lnTo>
                <a:lnTo>
                  <a:pt x="4329" y="2531"/>
                </a:lnTo>
                <a:lnTo>
                  <a:pt x="4329" y="2898"/>
                </a:lnTo>
                <a:lnTo>
                  <a:pt x="4329" y="3522"/>
                </a:lnTo>
                <a:lnTo>
                  <a:pt x="4329" y="3669"/>
                </a:lnTo>
                <a:lnTo>
                  <a:pt x="4366" y="3779"/>
                </a:lnTo>
                <a:lnTo>
                  <a:pt x="4072" y="3925"/>
                </a:lnTo>
                <a:lnTo>
                  <a:pt x="3815" y="4109"/>
                </a:lnTo>
                <a:lnTo>
                  <a:pt x="3742" y="4182"/>
                </a:lnTo>
                <a:lnTo>
                  <a:pt x="3742" y="4255"/>
                </a:lnTo>
                <a:lnTo>
                  <a:pt x="3522" y="4402"/>
                </a:lnTo>
                <a:lnTo>
                  <a:pt x="3339" y="4549"/>
                </a:lnTo>
                <a:lnTo>
                  <a:pt x="3155" y="4696"/>
                </a:lnTo>
                <a:lnTo>
                  <a:pt x="3008" y="4879"/>
                </a:lnTo>
                <a:lnTo>
                  <a:pt x="2862" y="5062"/>
                </a:lnTo>
                <a:lnTo>
                  <a:pt x="2752" y="5283"/>
                </a:lnTo>
                <a:lnTo>
                  <a:pt x="2678" y="5503"/>
                </a:lnTo>
                <a:lnTo>
                  <a:pt x="2642" y="5686"/>
                </a:lnTo>
                <a:lnTo>
                  <a:pt x="2642" y="5906"/>
                </a:lnTo>
                <a:lnTo>
                  <a:pt x="2678" y="6126"/>
                </a:lnTo>
                <a:lnTo>
                  <a:pt x="2752" y="6346"/>
                </a:lnTo>
                <a:lnTo>
                  <a:pt x="2825" y="6566"/>
                </a:lnTo>
                <a:lnTo>
                  <a:pt x="2898" y="6676"/>
                </a:lnTo>
                <a:lnTo>
                  <a:pt x="2421" y="7080"/>
                </a:lnTo>
                <a:lnTo>
                  <a:pt x="1908" y="7447"/>
                </a:lnTo>
                <a:lnTo>
                  <a:pt x="1431" y="7850"/>
                </a:lnTo>
                <a:lnTo>
                  <a:pt x="1211" y="8070"/>
                </a:lnTo>
                <a:lnTo>
                  <a:pt x="991" y="8327"/>
                </a:lnTo>
                <a:lnTo>
                  <a:pt x="771" y="8364"/>
                </a:lnTo>
                <a:lnTo>
                  <a:pt x="624" y="8327"/>
                </a:lnTo>
                <a:lnTo>
                  <a:pt x="477" y="8327"/>
                </a:lnTo>
                <a:lnTo>
                  <a:pt x="367" y="8364"/>
                </a:lnTo>
                <a:lnTo>
                  <a:pt x="257" y="8437"/>
                </a:lnTo>
                <a:lnTo>
                  <a:pt x="184" y="8511"/>
                </a:lnTo>
                <a:lnTo>
                  <a:pt x="111" y="8584"/>
                </a:lnTo>
                <a:lnTo>
                  <a:pt x="37" y="8804"/>
                </a:lnTo>
                <a:lnTo>
                  <a:pt x="0" y="9061"/>
                </a:lnTo>
                <a:lnTo>
                  <a:pt x="0" y="9318"/>
                </a:lnTo>
                <a:lnTo>
                  <a:pt x="74" y="9538"/>
                </a:lnTo>
                <a:lnTo>
                  <a:pt x="257" y="9684"/>
                </a:lnTo>
                <a:lnTo>
                  <a:pt x="477" y="9831"/>
                </a:lnTo>
                <a:lnTo>
                  <a:pt x="697" y="9904"/>
                </a:lnTo>
                <a:lnTo>
                  <a:pt x="954" y="9941"/>
                </a:lnTo>
                <a:lnTo>
                  <a:pt x="1174" y="9904"/>
                </a:lnTo>
                <a:lnTo>
                  <a:pt x="1431" y="9868"/>
                </a:lnTo>
                <a:lnTo>
                  <a:pt x="1651" y="9794"/>
                </a:lnTo>
                <a:lnTo>
                  <a:pt x="1798" y="9648"/>
                </a:lnTo>
                <a:lnTo>
                  <a:pt x="1908" y="9574"/>
                </a:lnTo>
                <a:lnTo>
                  <a:pt x="1945" y="9464"/>
                </a:lnTo>
                <a:lnTo>
                  <a:pt x="1981" y="9354"/>
                </a:lnTo>
                <a:lnTo>
                  <a:pt x="1981" y="9207"/>
                </a:lnTo>
                <a:lnTo>
                  <a:pt x="1908" y="8987"/>
                </a:lnTo>
                <a:lnTo>
                  <a:pt x="1798" y="8767"/>
                </a:lnTo>
                <a:lnTo>
                  <a:pt x="1651" y="8584"/>
                </a:lnTo>
                <a:lnTo>
                  <a:pt x="1431" y="8437"/>
                </a:lnTo>
                <a:lnTo>
                  <a:pt x="1394" y="8437"/>
                </a:lnTo>
                <a:lnTo>
                  <a:pt x="1578" y="8254"/>
                </a:lnTo>
                <a:lnTo>
                  <a:pt x="1761" y="8070"/>
                </a:lnTo>
                <a:lnTo>
                  <a:pt x="2165" y="7777"/>
                </a:lnTo>
                <a:lnTo>
                  <a:pt x="2421" y="7557"/>
                </a:lnTo>
                <a:lnTo>
                  <a:pt x="2642" y="7337"/>
                </a:lnTo>
                <a:lnTo>
                  <a:pt x="2862" y="7080"/>
                </a:lnTo>
                <a:lnTo>
                  <a:pt x="3008" y="6786"/>
                </a:lnTo>
                <a:lnTo>
                  <a:pt x="3118" y="6897"/>
                </a:lnTo>
                <a:lnTo>
                  <a:pt x="3302" y="7043"/>
                </a:lnTo>
                <a:lnTo>
                  <a:pt x="3632" y="7227"/>
                </a:lnTo>
                <a:lnTo>
                  <a:pt x="3999" y="7337"/>
                </a:lnTo>
                <a:lnTo>
                  <a:pt x="4366" y="7410"/>
                </a:lnTo>
                <a:lnTo>
                  <a:pt x="4439" y="7410"/>
                </a:lnTo>
                <a:lnTo>
                  <a:pt x="4402" y="7887"/>
                </a:lnTo>
                <a:lnTo>
                  <a:pt x="4402" y="8364"/>
                </a:lnTo>
                <a:lnTo>
                  <a:pt x="4439" y="9318"/>
                </a:lnTo>
                <a:lnTo>
                  <a:pt x="4256" y="9391"/>
                </a:lnTo>
                <a:lnTo>
                  <a:pt x="4109" y="9464"/>
                </a:lnTo>
                <a:lnTo>
                  <a:pt x="3999" y="9574"/>
                </a:lnTo>
                <a:lnTo>
                  <a:pt x="3925" y="9684"/>
                </a:lnTo>
                <a:lnTo>
                  <a:pt x="3889" y="9794"/>
                </a:lnTo>
                <a:lnTo>
                  <a:pt x="3852" y="9941"/>
                </a:lnTo>
                <a:lnTo>
                  <a:pt x="3815" y="10125"/>
                </a:lnTo>
                <a:lnTo>
                  <a:pt x="3852" y="10271"/>
                </a:lnTo>
                <a:lnTo>
                  <a:pt x="3925" y="10565"/>
                </a:lnTo>
                <a:lnTo>
                  <a:pt x="4072" y="10821"/>
                </a:lnTo>
                <a:lnTo>
                  <a:pt x="4182" y="10895"/>
                </a:lnTo>
                <a:lnTo>
                  <a:pt x="4329" y="10968"/>
                </a:lnTo>
                <a:lnTo>
                  <a:pt x="4439" y="11042"/>
                </a:lnTo>
                <a:lnTo>
                  <a:pt x="4586" y="11078"/>
                </a:lnTo>
                <a:lnTo>
                  <a:pt x="4879" y="11078"/>
                </a:lnTo>
                <a:lnTo>
                  <a:pt x="5173" y="11005"/>
                </a:lnTo>
                <a:lnTo>
                  <a:pt x="5283" y="10932"/>
                </a:lnTo>
                <a:lnTo>
                  <a:pt x="5393" y="10821"/>
                </a:lnTo>
                <a:lnTo>
                  <a:pt x="5466" y="10711"/>
                </a:lnTo>
                <a:lnTo>
                  <a:pt x="5503" y="10601"/>
                </a:lnTo>
                <a:lnTo>
                  <a:pt x="5576" y="10308"/>
                </a:lnTo>
                <a:lnTo>
                  <a:pt x="5539" y="10051"/>
                </a:lnTo>
                <a:lnTo>
                  <a:pt x="5503" y="9904"/>
                </a:lnTo>
                <a:lnTo>
                  <a:pt x="5393" y="9794"/>
                </a:lnTo>
                <a:lnTo>
                  <a:pt x="5319" y="9684"/>
                </a:lnTo>
                <a:lnTo>
                  <a:pt x="5173" y="9611"/>
                </a:lnTo>
                <a:lnTo>
                  <a:pt x="5136" y="9428"/>
                </a:lnTo>
                <a:lnTo>
                  <a:pt x="5099" y="9354"/>
                </a:lnTo>
                <a:lnTo>
                  <a:pt x="4842" y="9354"/>
                </a:lnTo>
                <a:lnTo>
                  <a:pt x="4806" y="8474"/>
                </a:lnTo>
                <a:lnTo>
                  <a:pt x="4806" y="7960"/>
                </a:lnTo>
                <a:lnTo>
                  <a:pt x="4769" y="7447"/>
                </a:lnTo>
                <a:lnTo>
                  <a:pt x="5136" y="7410"/>
                </a:lnTo>
                <a:lnTo>
                  <a:pt x="5503" y="7300"/>
                </a:lnTo>
                <a:lnTo>
                  <a:pt x="5833" y="7117"/>
                </a:lnTo>
                <a:lnTo>
                  <a:pt x="6126" y="6860"/>
                </a:lnTo>
                <a:lnTo>
                  <a:pt x="6200" y="6786"/>
                </a:lnTo>
                <a:lnTo>
                  <a:pt x="6310" y="6933"/>
                </a:lnTo>
                <a:lnTo>
                  <a:pt x="6493" y="7080"/>
                </a:lnTo>
                <a:lnTo>
                  <a:pt x="6677" y="7190"/>
                </a:lnTo>
                <a:lnTo>
                  <a:pt x="6860" y="7300"/>
                </a:lnTo>
                <a:lnTo>
                  <a:pt x="7043" y="7630"/>
                </a:lnTo>
                <a:lnTo>
                  <a:pt x="7263" y="7997"/>
                </a:lnTo>
                <a:lnTo>
                  <a:pt x="7557" y="8437"/>
                </a:lnTo>
                <a:lnTo>
                  <a:pt x="7667" y="8584"/>
                </a:lnTo>
                <a:lnTo>
                  <a:pt x="7557" y="8767"/>
                </a:lnTo>
                <a:lnTo>
                  <a:pt x="7484" y="8951"/>
                </a:lnTo>
                <a:lnTo>
                  <a:pt x="7447" y="9097"/>
                </a:lnTo>
                <a:lnTo>
                  <a:pt x="7447" y="9281"/>
                </a:lnTo>
                <a:lnTo>
                  <a:pt x="7484" y="9428"/>
                </a:lnTo>
                <a:lnTo>
                  <a:pt x="7520" y="9611"/>
                </a:lnTo>
                <a:lnTo>
                  <a:pt x="7594" y="9758"/>
                </a:lnTo>
                <a:lnTo>
                  <a:pt x="7704" y="9904"/>
                </a:lnTo>
                <a:lnTo>
                  <a:pt x="7850" y="10014"/>
                </a:lnTo>
                <a:lnTo>
                  <a:pt x="7960" y="10125"/>
                </a:lnTo>
                <a:lnTo>
                  <a:pt x="8107" y="10161"/>
                </a:lnTo>
                <a:lnTo>
                  <a:pt x="8254" y="10198"/>
                </a:lnTo>
                <a:lnTo>
                  <a:pt x="8547" y="10198"/>
                </a:lnTo>
                <a:lnTo>
                  <a:pt x="8694" y="10125"/>
                </a:lnTo>
                <a:lnTo>
                  <a:pt x="8877" y="10051"/>
                </a:lnTo>
                <a:lnTo>
                  <a:pt x="9098" y="9831"/>
                </a:lnTo>
                <a:lnTo>
                  <a:pt x="9281" y="9538"/>
                </a:lnTo>
                <a:lnTo>
                  <a:pt x="9354" y="9391"/>
                </a:lnTo>
                <a:lnTo>
                  <a:pt x="9391" y="9244"/>
                </a:lnTo>
                <a:lnTo>
                  <a:pt x="9391" y="9061"/>
                </a:lnTo>
                <a:lnTo>
                  <a:pt x="9391" y="8914"/>
                </a:lnTo>
                <a:lnTo>
                  <a:pt x="9318" y="8767"/>
                </a:lnTo>
                <a:lnTo>
                  <a:pt x="9244" y="8621"/>
                </a:lnTo>
                <a:lnTo>
                  <a:pt x="9134" y="8511"/>
                </a:lnTo>
                <a:lnTo>
                  <a:pt x="8987" y="8437"/>
                </a:lnTo>
                <a:lnTo>
                  <a:pt x="8841" y="8364"/>
                </a:lnTo>
                <a:lnTo>
                  <a:pt x="8694" y="8327"/>
                </a:lnTo>
                <a:lnTo>
                  <a:pt x="8364" y="8290"/>
                </a:lnTo>
                <a:lnTo>
                  <a:pt x="8180" y="8290"/>
                </a:lnTo>
                <a:lnTo>
                  <a:pt x="7997" y="8364"/>
                </a:lnTo>
                <a:lnTo>
                  <a:pt x="7924" y="8217"/>
                </a:lnTo>
                <a:lnTo>
                  <a:pt x="7814" y="8070"/>
                </a:lnTo>
                <a:lnTo>
                  <a:pt x="7557" y="7667"/>
                </a:lnTo>
                <a:lnTo>
                  <a:pt x="7300" y="7300"/>
                </a:lnTo>
                <a:lnTo>
                  <a:pt x="7227" y="7153"/>
                </a:lnTo>
                <a:lnTo>
                  <a:pt x="7153" y="7007"/>
                </a:lnTo>
                <a:lnTo>
                  <a:pt x="7043" y="6933"/>
                </a:lnTo>
                <a:lnTo>
                  <a:pt x="6897" y="6897"/>
                </a:lnTo>
                <a:lnTo>
                  <a:pt x="6640" y="6750"/>
                </a:lnTo>
                <a:lnTo>
                  <a:pt x="6346" y="6530"/>
                </a:lnTo>
                <a:lnTo>
                  <a:pt x="6530" y="6236"/>
                </a:lnTo>
                <a:lnTo>
                  <a:pt x="6603" y="5869"/>
                </a:lnTo>
                <a:lnTo>
                  <a:pt x="6603" y="5503"/>
                </a:lnTo>
                <a:lnTo>
                  <a:pt x="6567" y="5173"/>
                </a:lnTo>
                <a:lnTo>
                  <a:pt x="6456" y="4842"/>
                </a:lnTo>
                <a:lnTo>
                  <a:pt x="6310" y="4586"/>
                </a:lnTo>
                <a:lnTo>
                  <a:pt x="6126" y="4329"/>
                </a:lnTo>
                <a:lnTo>
                  <a:pt x="5870" y="4109"/>
                </a:lnTo>
                <a:lnTo>
                  <a:pt x="5613" y="3962"/>
                </a:lnTo>
                <a:lnTo>
                  <a:pt x="5356" y="3815"/>
                </a:lnTo>
                <a:lnTo>
                  <a:pt x="5026" y="3742"/>
                </a:lnTo>
                <a:lnTo>
                  <a:pt x="4732" y="3742"/>
                </a:lnTo>
                <a:lnTo>
                  <a:pt x="4732" y="3522"/>
                </a:lnTo>
                <a:lnTo>
                  <a:pt x="4696" y="2678"/>
                </a:lnTo>
                <a:lnTo>
                  <a:pt x="4732" y="2385"/>
                </a:lnTo>
                <a:lnTo>
                  <a:pt x="4696" y="2165"/>
                </a:lnTo>
                <a:lnTo>
                  <a:pt x="4659" y="1981"/>
                </a:lnTo>
                <a:lnTo>
                  <a:pt x="4842" y="1945"/>
                </a:lnTo>
                <a:lnTo>
                  <a:pt x="5063" y="1871"/>
                </a:lnTo>
                <a:lnTo>
                  <a:pt x="5246" y="1761"/>
                </a:lnTo>
                <a:lnTo>
                  <a:pt x="5393" y="1651"/>
                </a:lnTo>
                <a:lnTo>
                  <a:pt x="5539" y="1468"/>
                </a:lnTo>
                <a:lnTo>
                  <a:pt x="5613" y="1284"/>
                </a:lnTo>
                <a:lnTo>
                  <a:pt x="5686" y="1101"/>
                </a:lnTo>
                <a:lnTo>
                  <a:pt x="5686" y="844"/>
                </a:lnTo>
                <a:lnTo>
                  <a:pt x="5613" y="624"/>
                </a:lnTo>
                <a:lnTo>
                  <a:pt x="5503" y="404"/>
                </a:lnTo>
                <a:lnTo>
                  <a:pt x="5466" y="257"/>
                </a:lnTo>
                <a:lnTo>
                  <a:pt x="5429" y="184"/>
                </a:lnTo>
                <a:lnTo>
                  <a:pt x="5356" y="147"/>
                </a:lnTo>
                <a:lnTo>
                  <a:pt x="5209" y="147"/>
                </a:lnTo>
                <a:lnTo>
                  <a:pt x="5063" y="110"/>
                </a:lnTo>
                <a:lnTo>
                  <a:pt x="4989" y="37"/>
                </a:lnTo>
                <a:lnTo>
                  <a:pt x="4806" y="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83" name="Google Shape;483;p10"/>
          <p:cNvSpPr/>
          <p:nvPr/>
        </p:nvSpPr>
        <p:spPr>
          <a:xfrm>
            <a:off x="10736763" y="6433681"/>
            <a:ext cx="786656" cy="552172"/>
          </a:xfrm>
          <a:custGeom>
            <a:avLst/>
            <a:gdLst/>
            <a:ahLst/>
            <a:cxnLst/>
            <a:rect l="l" t="t" r="r" b="b"/>
            <a:pathLst>
              <a:path w="20800" h="14600" extrusionOk="0">
                <a:moveTo>
                  <a:pt x="5466" y="441"/>
                </a:moveTo>
                <a:lnTo>
                  <a:pt x="5650" y="478"/>
                </a:lnTo>
                <a:lnTo>
                  <a:pt x="5577" y="478"/>
                </a:lnTo>
                <a:lnTo>
                  <a:pt x="5466" y="441"/>
                </a:lnTo>
                <a:close/>
                <a:moveTo>
                  <a:pt x="4843" y="478"/>
                </a:moveTo>
                <a:lnTo>
                  <a:pt x="4806" y="514"/>
                </a:lnTo>
                <a:lnTo>
                  <a:pt x="4586" y="551"/>
                </a:lnTo>
                <a:lnTo>
                  <a:pt x="4843" y="478"/>
                </a:lnTo>
                <a:close/>
                <a:moveTo>
                  <a:pt x="5173" y="808"/>
                </a:moveTo>
                <a:lnTo>
                  <a:pt x="5210" y="844"/>
                </a:lnTo>
                <a:lnTo>
                  <a:pt x="5246" y="918"/>
                </a:lnTo>
                <a:lnTo>
                  <a:pt x="5356" y="991"/>
                </a:lnTo>
                <a:lnTo>
                  <a:pt x="5503" y="1028"/>
                </a:lnTo>
                <a:lnTo>
                  <a:pt x="5760" y="1028"/>
                </a:lnTo>
                <a:lnTo>
                  <a:pt x="5870" y="991"/>
                </a:lnTo>
                <a:lnTo>
                  <a:pt x="5980" y="991"/>
                </a:lnTo>
                <a:lnTo>
                  <a:pt x="6017" y="1028"/>
                </a:lnTo>
                <a:lnTo>
                  <a:pt x="6053" y="1101"/>
                </a:lnTo>
                <a:lnTo>
                  <a:pt x="6163" y="1431"/>
                </a:lnTo>
                <a:lnTo>
                  <a:pt x="6163" y="1725"/>
                </a:lnTo>
                <a:lnTo>
                  <a:pt x="6127" y="2055"/>
                </a:lnTo>
                <a:lnTo>
                  <a:pt x="6053" y="2348"/>
                </a:lnTo>
                <a:lnTo>
                  <a:pt x="5980" y="2532"/>
                </a:lnTo>
                <a:lnTo>
                  <a:pt x="5907" y="2715"/>
                </a:lnTo>
                <a:lnTo>
                  <a:pt x="5650" y="3009"/>
                </a:lnTo>
                <a:lnTo>
                  <a:pt x="5393" y="3229"/>
                </a:lnTo>
                <a:lnTo>
                  <a:pt x="5063" y="3412"/>
                </a:lnTo>
                <a:lnTo>
                  <a:pt x="5063" y="3375"/>
                </a:lnTo>
                <a:lnTo>
                  <a:pt x="5063" y="3302"/>
                </a:lnTo>
                <a:lnTo>
                  <a:pt x="5026" y="3265"/>
                </a:lnTo>
                <a:lnTo>
                  <a:pt x="4953" y="3229"/>
                </a:lnTo>
                <a:lnTo>
                  <a:pt x="4880" y="3229"/>
                </a:lnTo>
                <a:lnTo>
                  <a:pt x="5063" y="2789"/>
                </a:lnTo>
                <a:lnTo>
                  <a:pt x="5063" y="2715"/>
                </a:lnTo>
                <a:lnTo>
                  <a:pt x="4990" y="2679"/>
                </a:lnTo>
                <a:lnTo>
                  <a:pt x="4953" y="2679"/>
                </a:lnTo>
                <a:lnTo>
                  <a:pt x="4880" y="2715"/>
                </a:lnTo>
                <a:lnTo>
                  <a:pt x="4549" y="3229"/>
                </a:lnTo>
                <a:lnTo>
                  <a:pt x="4329" y="3559"/>
                </a:lnTo>
                <a:lnTo>
                  <a:pt x="4109" y="3522"/>
                </a:lnTo>
                <a:lnTo>
                  <a:pt x="3853" y="3486"/>
                </a:lnTo>
                <a:lnTo>
                  <a:pt x="3706" y="3449"/>
                </a:lnTo>
                <a:lnTo>
                  <a:pt x="3999" y="3192"/>
                </a:lnTo>
                <a:lnTo>
                  <a:pt x="4586" y="2642"/>
                </a:lnTo>
                <a:lnTo>
                  <a:pt x="4586" y="2568"/>
                </a:lnTo>
                <a:lnTo>
                  <a:pt x="4586" y="2495"/>
                </a:lnTo>
                <a:lnTo>
                  <a:pt x="4513" y="2458"/>
                </a:lnTo>
                <a:lnTo>
                  <a:pt x="4439" y="2458"/>
                </a:lnTo>
                <a:lnTo>
                  <a:pt x="3486" y="3119"/>
                </a:lnTo>
                <a:lnTo>
                  <a:pt x="3302" y="3265"/>
                </a:lnTo>
                <a:lnTo>
                  <a:pt x="3229" y="3192"/>
                </a:lnTo>
                <a:lnTo>
                  <a:pt x="3266" y="3082"/>
                </a:lnTo>
                <a:lnTo>
                  <a:pt x="3302" y="3009"/>
                </a:lnTo>
                <a:lnTo>
                  <a:pt x="3266" y="2935"/>
                </a:lnTo>
                <a:lnTo>
                  <a:pt x="3229" y="2899"/>
                </a:lnTo>
                <a:lnTo>
                  <a:pt x="3339" y="2935"/>
                </a:lnTo>
                <a:lnTo>
                  <a:pt x="3669" y="2752"/>
                </a:lnTo>
                <a:lnTo>
                  <a:pt x="4733" y="2055"/>
                </a:lnTo>
                <a:lnTo>
                  <a:pt x="4770" y="1982"/>
                </a:lnTo>
                <a:lnTo>
                  <a:pt x="4770" y="1945"/>
                </a:lnTo>
                <a:lnTo>
                  <a:pt x="4733" y="1872"/>
                </a:lnTo>
                <a:lnTo>
                  <a:pt x="4660" y="1872"/>
                </a:lnTo>
                <a:lnTo>
                  <a:pt x="4329" y="1982"/>
                </a:lnTo>
                <a:lnTo>
                  <a:pt x="3816" y="2202"/>
                </a:lnTo>
                <a:lnTo>
                  <a:pt x="3302" y="2458"/>
                </a:lnTo>
                <a:lnTo>
                  <a:pt x="3082" y="2642"/>
                </a:lnTo>
                <a:lnTo>
                  <a:pt x="2935" y="2789"/>
                </a:lnTo>
                <a:lnTo>
                  <a:pt x="2899" y="2605"/>
                </a:lnTo>
                <a:lnTo>
                  <a:pt x="2899" y="2458"/>
                </a:lnTo>
                <a:lnTo>
                  <a:pt x="3082" y="2385"/>
                </a:lnTo>
                <a:lnTo>
                  <a:pt x="3266" y="2238"/>
                </a:lnTo>
                <a:lnTo>
                  <a:pt x="3632" y="2018"/>
                </a:lnTo>
                <a:lnTo>
                  <a:pt x="4109" y="1725"/>
                </a:lnTo>
                <a:lnTo>
                  <a:pt x="4586" y="1505"/>
                </a:lnTo>
                <a:lnTo>
                  <a:pt x="4660" y="1431"/>
                </a:lnTo>
                <a:lnTo>
                  <a:pt x="4660" y="1358"/>
                </a:lnTo>
                <a:lnTo>
                  <a:pt x="4586" y="1321"/>
                </a:lnTo>
                <a:lnTo>
                  <a:pt x="4513" y="1285"/>
                </a:lnTo>
                <a:lnTo>
                  <a:pt x="4256" y="1358"/>
                </a:lnTo>
                <a:lnTo>
                  <a:pt x="3963" y="1431"/>
                </a:lnTo>
                <a:lnTo>
                  <a:pt x="3706" y="1505"/>
                </a:lnTo>
                <a:lnTo>
                  <a:pt x="3449" y="1651"/>
                </a:lnTo>
                <a:lnTo>
                  <a:pt x="3156" y="1798"/>
                </a:lnTo>
                <a:lnTo>
                  <a:pt x="3302" y="1578"/>
                </a:lnTo>
                <a:lnTo>
                  <a:pt x="3486" y="1358"/>
                </a:lnTo>
                <a:lnTo>
                  <a:pt x="3779" y="1211"/>
                </a:lnTo>
                <a:lnTo>
                  <a:pt x="4109" y="1065"/>
                </a:lnTo>
                <a:lnTo>
                  <a:pt x="4733" y="844"/>
                </a:lnTo>
                <a:lnTo>
                  <a:pt x="4770" y="918"/>
                </a:lnTo>
                <a:lnTo>
                  <a:pt x="4843" y="991"/>
                </a:lnTo>
                <a:lnTo>
                  <a:pt x="4916" y="991"/>
                </a:lnTo>
                <a:lnTo>
                  <a:pt x="4990" y="1028"/>
                </a:lnTo>
                <a:lnTo>
                  <a:pt x="5063" y="991"/>
                </a:lnTo>
                <a:lnTo>
                  <a:pt x="5100" y="955"/>
                </a:lnTo>
                <a:lnTo>
                  <a:pt x="5173" y="881"/>
                </a:lnTo>
                <a:lnTo>
                  <a:pt x="5173" y="808"/>
                </a:lnTo>
                <a:close/>
                <a:moveTo>
                  <a:pt x="9648" y="3302"/>
                </a:moveTo>
                <a:lnTo>
                  <a:pt x="9905" y="3375"/>
                </a:lnTo>
                <a:lnTo>
                  <a:pt x="9905" y="3412"/>
                </a:lnTo>
                <a:lnTo>
                  <a:pt x="10125" y="3632"/>
                </a:lnTo>
                <a:lnTo>
                  <a:pt x="10308" y="3889"/>
                </a:lnTo>
                <a:lnTo>
                  <a:pt x="10162" y="4036"/>
                </a:lnTo>
                <a:lnTo>
                  <a:pt x="9978" y="4182"/>
                </a:lnTo>
                <a:lnTo>
                  <a:pt x="9795" y="4293"/>
                </a:lnTo>
                <a:lnTo>
                  <a:pt x="9612" y="4329"/>
                </a:lnTo>
                <a:lnTo>
                  <a:pt x="9501" y="4293"/>
                </a:lnTo>
                <a:lnTo>
                  <a:pt x="9428" y="4256"/>
                </a:lnTo>
                <a:lnTo>
                  <a:pt x="9501" y="4146"/>
                </a:lnTo>
                <a:lnTo>
                  <a:pt x="9501" y="4072"/>
                </a:lnTo>
                <a:lnTo>
                  <a:pt x="9465" y="3999"/>
                </a:lnTo>
                <a:lnTo>
                  <a:pt x="9391" y="3926"/>
                </a:lnTo>
                <a:lnTo>
                  <a:pt x="9245" y="3926"/>
                </a:lnTo>
                <a:lnTo>
                  <a:pt x="9465" y="3816"/>
                </a:lnTo>
                <a:lnTo>
                  <a:pt x="9501" y="3779"/>
                </a:lnTo>
                <a:lnTo>
                  <a:pt x="9538" y="3742"/>
                </a:lnTo>
                <a:lnTo>
                  <a:pt x="9538" y="3632"/>
                </a:lnTo>
                <a:lnTo>
                  <a:pt x="9465" y="3559"/>
                </a:lnTo>
                <a:lnTo>
                  <a:pt x="9391" y="3522"/>
                </a:lnTo>
                <a:lnTo>
                  <a:pt x="9355" y="3522"/>
                </a:lnTo>
                <a:lnTo>
                  <a:pt x="9061" y="3632"/>
                </a:lnTo>
                <a:lnTo>
                  <a:pt x="9208" y="3375"/>
                </a:lnTo>
                <a:lnTo>
                  <a:pt x="9281" y="3412"/>
                </a:lnTo>
                <a:lnTo>
                  <a:pt x="9355" y="3412"/>
                </a:lnTo>
                <a:lnTo>
                  <a:pt x="9501" y="3375"/>
                </a:lnTo>
                <a:lnTo>
                  <a:pt x="9648" y="3302"/>
                </a:lnTo>
                <a:close/>
                <a:moveTo>
                  <a:pt x="1505" y="4329"/>
                </a:moveTo>
                <a:lnTo>
                  <a:pt x="1615" y="4366"/>
                </a:lnTo>
                <a:lnTo>
                  <a:pt x="1725" y="4439"/>
                </a:lnTo>
                <a:lnTo>
                  <a:pt x="1872" y="4586"/>
                </a:lnTo>
                <a:lnTo>
                  <a:pt x="1908" y="4769"/>
                </a:lnTo>
                <a:lnTo>
                  <a:pt x="1945" y="4916"/>
                </a:lnTo>
                <a:lnTo>
                  <a:pt x="1908" y="5100"/>
                </a:lnTo>
                <a:lnTo>
                  <a:pt x="1872" y="5246"/>
                </a:lnTo>
                <a:lnTo>
                  <a:pt x="1762" y="5393"/>
                </a:lnTo>
                <a:lnTo>
                  <a:pt x="1615" y="5503"/>
                </a:lnTo>
                <a:lnTo>
                  <a:pt x="1468" y="5576"/>
                </a:lnTo>
                <a:lnTo>
                  <a:pt x="1432" y="5430"/>
                </a:lnTo>
                <a:lnTo>
                  <a:pt x="1432" y="5283"/>
                </a:lnTo>
                <a:lnTo>
                  <a:pt x="1432" y="5210"/>
                </a:lnTo>
                <a:lnTo>
                  <a:pt x="1395" y="5136"/>
                </a:lnTo>
                <a:lnTo>
                  <a:pt x="1395" y="5063"/>
                </a:lnTo>
                <a:lnTo>
                  <a:pt x="1321" y="4989"/>
                </a:lnTo>
                <a:lnTo>
                  <a:pt x="1285" y="4953"/>
                </a:lnTo>
                <a:lnTo>
                  <a:pt x="1175" y="4989"/>
                </a:lnTo>
                <a:lnTo>
                  <a:pt x="1028" y="5063"/>
                </a:lnTo>
                <a:lnTo>
                  <a:pt x="1138" y="4989"/>
                </a:lnTo>
                <a:lnTo>
                  <a:pt x="1321" y="4879"/>
                </a:lnTo>
                <a:lnTo>
                  <a:pt x="1468" y="4769"/>
                </a:lnTo>
                <a:lnTo>
                  <a:pt x="1542" y="4696"/>
                </a:lnTo>
                <a:lnTo>
                  <a:pt x="1505" y="4623"/>
                </a:lnTo>
                <a:lnTo>
                  <a:pt x="1468" y="4549"/>
                </a:lnTo>
                <a:lnTo>
                  <a:pt x="1395" y="4513"/>
                </a:lnTo>
                <a:lnTo>
                  <a:pt x="1432" y="4476"/>
                </a:lnTo>
                <a:lnTo>
                  <a:pt x="1468" y="4439"/>
                </a:lnTo>
                <a:lnTo>
                  <a:pt x="1468" y="4403"/>
                </a:lnTo>
                <a:lnTo>
                  <a:pt x="1432" y="4329"/>
                </a:lnTo>
                <a:close/>
                <a:moveTo>
                  <a:pt x="1138" y="5576"/>
                </a:moveTo>
                <a:lnTo>
                  <a:pt x="1138" y="5650"/>
                </a:lnTo>
                <a:lnTo>
                  <a:pt x="1028" y="5613"/>
                </a:lnTo>
                <a:lnTo>
                  <a:pt x="1138" y="5576"/>
                </a:lnTo>
                <a:close/>
                <a:moveTo>
                  <a:pt x="7887" y="5907"/>
                </a:moveTo>
                <a:lnTo>
                  <a:pt x="8218" y="5980"/>
                </a:lnTo>
                <a:lnTo>
                  <a:pt x="8291" y="6090"/>
                </a:lnTo>
                <a:lnTo>
                  <a:pt x="8401" y="6163"/>
                </a:lnTo>
                <a:lnTo>
                  <a:pt x="8511" y="6273"/>
                </a:lnTo>
                <a:lnTo>
                  <a:pt x="8621" y="6383"/>
                </a:lnTo>
                <a:lnTo>
                  <a:pt x="8694" y="6530"/>
                </a:lnTo>
                <a:lnTo>
                  <a:pt x="8768" y="6677"/>
                </a:lnTo>
                <a:lnTo>
                  <a:pt x="8805" y="6934"/>
                </a:lnTo>
                <a:lnTo>
                  <a:pt x="8768" y="7154"/>
                </a:lnTo>
                <a:lnTo>
                  <a:pt x="8658" y="7374"/>
                </a:lnTo>
                <a:lnTo>
                  <a:pt x="8548" y="7557"/>
                </a:lnTo>
                <a:lnTo>
                  <a:pt x="8438" y="7704"/>
                </a:lnTo>
                <a:lnTo>
                  <a:pt x="8291" y="7814"/>
                </a:lnTo>
                <a:lnTo>
                  <a:pt x="8144" y="7887"/>
                </a:lnTo>
                <a:lnTo>
                  <a:pt x="7998" y="7961"/>
                </a:lnTo>
                <a:lnTo>
                  <a:pt x="8071" y="7594"/>
                </a:lnTo>
                <a:lnTo>
                  <a:pt x="8071" y="7520"/>
                </a:lnTo>
                <a:lnTo>
                  <a:pt x="8034" y="7484"/>
                </a:lnTo>
                <a:lnTo>
                  <a:pt x="7961" y="7484"/>
                </a:lnTo>
                <a:lnTo>
                  <a:pt x="7924" y="7520"/>
                </a:lnTo>
                <a:lnTo>
                  <a:pt x="7741" y="7741"/>
                </a:lnTo>
                <a:lnTo>
                  <a:pt x="7557" y="7997"/>
                </a:lnTo>
                <a:lnTo>
                  <a:pt x="7264" y="7924"/>
                </a:lnTo>
                <a:lnTo>
                  <a:pt x="7484" y="7594"/>
                </a:lnTo>
                <a:lnTo>
                  <a:pt x="7741" y="7337"/>
                </a:lnTo>
                <a:lnTo>
                  <a:pt x="7741" y="7264"/>
                </a:lnTo>
                <a:lnTo>
                  <a:pt x="7741" y="7227"/>
                </a:lnTo>
                <a:lnTo>
                  <a:pt x="7631" y="7227"/>
                </a:lnTo>
                <a:lnTo>
                  <a:pt x="7447" y="7337"/>
                </a:lnTo>
                <a:lnTo>
                  <a:pt x="7264" y="7447"/>
                </a:lnTo>
                <a:lnTo>
                  <a:pt x="7080" y="7594"/>
                </a:lnTo>
                <a:lnTo>
                  <a:pt x="6934" y="7777"/>
                </a:lnTo>
                <a:lnTo>
                  <a:pt x="6860" y="7704"/>
                </a:lnTo>
                <a:lnTo>
                  <a:pt x="6714" y="7557"/>
                </a:lnTo>
                <a:lnTo>
                  <a:pt x="7227" y="7264"/>
                </a:lnTo>
                <a:lnTo>
                  <a:pt x="7741" y="6934"/>
                </a:lnTo>
                <a:lnTo>
                  <a:pt x="7741" y="6897"/>
                </a:lnTo>
                <a:lnTo>
                  <a:pt x="7704" y="6860"/>
                </a:lnTo>
                <a:lnTo>
                  <a:pt x="7411" y="6860"/>
                </a:lnTo>
                <a:lnTo>
                  <a:pt x="7080" y="6934"/>
                </a:lnTo>
                <a:lnTo>
                  <a:pt x="6787" y="7044"/>
                </a:lnTo>
                <a:lnTo>
                  <a:pt x="6530" y="7227"/>
                </a:lnTo>
                <a:lnTo>
                  <a:pt x="6494" y="7007"/>
                </a:lnTo>
                <a:lnTo>
                  <a:pt x="6494" y="6750"/>
                </a:lnTo>
                <a:lnTo>
                  <a:pt x="6604" y="6713"/>
                </a:lnTo>
                <a:lnTo>
                  <a:pt x="6970" y="6603"/>
                </a:lnTo>
                <a:lnTo>
                  <a:pt x="7117" y="6530"/>
                </a:lnTo>
                <a:lnTo>
                  <a:pt x="7301" y="6420"/>
                </a:lnTo>
                <a:lnTo>
                  <a:pt x="7337" y="6347"/>
                </a:lnTo>
                <a:lnTo>
                  <a:pt x="7337" y="6310"/>
                </a:lnTo>
                <a:lnTo>
                  <a:pt x="7301" y="6310"/>
                </a:lnTo>
                <a:lnTo>
                  <a:pt x="7007" y="6273"/>
                </a:lnTo>
                <a:lnTo>
                  <a:pt x="6750" y="6310"/>
                </a:lnTo>
                <a:lnTo>
                  <a:pt x="6750" y="6310"/>
                </a:lnTo>
                <a:lnTo>
                  <a:pt x="6860" y="6200"/>
                </a:lnTo>
                <a:lnTo>
                  <a:pt x="6970" y="6090"/>
                </a:lnTo>
                <a:lnTo>
                  <a:pt x="7117" y="6017"/>
                </a:lnTo>
                <a:lnTo>
                  <a:pt x="7264" y="5943"/>
                </a:lnTo>
                <a:lnTo>
                  <a:pt x="7557" y="5907"/>
                </a:lnTo>
                <a:close/>
                <a:moveTo>
                  <a:pt x="4953" y="1"/>
                </a:moveTo>
                <a:lnTo>
                  <a:pt x="4733" y="37"/>
                </a:lnTo>
                <a:lnTo>
                  <a:pt x="4476" y="111"/>
                </a:lnTo>
                <a:lnTo>
                  <a:pt x="4256" y="184"/>
                </a:lnTo>
                <a:lnTo>
                  <a:pt x="4036" y="294"/>
                </a:lnTo>
                <a:lnTo>
                  <a:pt x="3632" y="551"/>
                </a:lnTo>
                <a:lnTo>
                  <a:pt x="3302" y="881"/>
                </a:lnTo>
                <a:lnTo>
                  <a:pt x="2972" y="1248"/>
                </a:lnTo>
                <a:lnTo>
                  <a:pt x="2679" y="1651"/>
                </a:lnTo>
                <a:lnTo>
                  <a:pt x="2569" y="1872"/>
                </a:lnTo>
                <a:lnTo>
                  <a:pt x="2495" y="2092"/>
                </a:lnTo>
                <a:lnTo>
                  <a:pt x="2422" y="2348"/>
                </a:lnTo>
                <a:lnTo>
                  <a:pt x="2385" y="2568"/>
                </a:lnTo>
                <a:lnTo>
                  <a:pt x="2422" y="2789"/>
                </a:lnTo>
                <a:lnTo>
                  <a:pt x="2459" y="2935"/>
                </a:lnTo>
                <a:lnTo>
                  <a:pt x="2532" y="3119"/>
                </a:lnTo>
                <a:lnTo>
                  <a:pt x="2605" y="3265"/>
                </a:lnTo>
                <a:lnTo>
                  <a:pt x="2495" y="3339"/>
                </a:lnTo>
                <a:lnTo>
                  <a:pt x="2018" y="3559"/>
                </a:lnTo>
                <a:lnTo>
                  <a:pt x="1798" y="3706"/>
                </a:lnTo>
                <a:lnTo>
                  <a:pt x="1688" y="3779"/>
                </a:lnTo>
                <a:lnTo>
                  <a:pt x="1578" y="3852"/>
                </a:lnTo>
                <a:lnTo>
                  <a:pt x="1065" y="3852"/>
                </a:lnTo>
                <a:lnTo>
                  <a:pt x="881" y="3926"/>
                </a:lnTo>
                <a:lnTo>
                  <a:pt x="735" y="3999"/>
                </a:lnTo>
                <a:lnTo>
                  <a:pt x="588" y="4109"/>
                </a:lnTo>
                <a:lnTo>
                  <a:pt x="478" y="4256"/>
                </a:lnTo>
                <a:lnTo>
                  <a:pt x="368" y="4403"/>
                </a:lnTo>
                <a:lnTo>
                  <a:pt x="184" y="4623"/>
                </a:lnTo>
                <a:lnTo>
                  <a:pt x="74" y="4879"/>
                </a:lnTo>
                <a:lnTo>
                  <a:pt x="38" y="4989"/>
                </a:lnTo>
                <a:lnTo>
                  <a:pt x="1" y="5136"/>
                </a:lnTo>
                <a:lnTo>
                  <a:pt x="38" y="5283"/>
                </a:lnTo>
                <a:lnTo>
                  <a:pt x="74" y="5430"/>
                </a:lnTo>
                <a:lnTo>
                  <a:pt x="184" y="5576"/>
                </a:lnTo>
                <a:lnTo>
                  <a:pt x="258" y="5723"/>
                </a:lnTo>
                <a:lnTo>
                  <a:pt x="404" y="5833"/>
                </a:lnTo>
                <a:lnTo>
                  <a:pt x="514" y="5943"/>
                </a:lnTo>
                <a:lnTo>
                  <a:pt x="661" y="6017"/>
                </a:lnTo>
                <a:lnTo>
                  <a:pt x="845" y="6053"/>
                </a:lnTo>
                <a:lnTo>
                  <a:pt x="1175" y="6127"/>
                </a:lnTo>
                <a:lnTo>
                  <a:pt x="1358" y="6127"/>
                </a:lnTo>
                <a:lnTo>
                  <a:pt x="1505" y="6090"/>
                </a:lnTo>
                <a:lnTo>
                  <a:pt x="1688" y="6053"/>
                </a:lnTo>
                <a:lnTo>
                  <a:pt x="1835" y="5980"/>
                </a:lnTo>
                <a:lnTo>
                  <a:pt x="2055" y="5760"/>
                </a:lnTo>
                <a:lnTo>
                  <a:pt x="2275" y="5503"/>
                </a:lnTo>
                <a:lnTo>
                  <a:pt x="2385" y="5210"/>
                </a:lnTo>
                <a:lnTo>
                  <a:pt x="2422" y="5063"/>
                </a:lnTo>
                <a:lnTo>
                  <a:pt x="2422" y="4879"/>
                </a:lnTo>
                <a:lnTo>
                  <a:pt x="2385" y="4733"/>
                </a:lnTo>
                <a:lnTo>
                  <a:pt x="2349" y="4586"/>
                </a:lnTo>
                <a:lnTo>
                  <a:pt x="2275" y="4403"/>
                </a:lnTo>
                <a:lnTo>
                  <a:pt x="2202" y="4256"/>
                </a:lnTo>
                <a:lnTo>
                  <a:pt x="2092" y="4146"/>
                </a:lnTo>
                <a:lnTo>
                  <a:pt x="2055" y="4109"/>
                </a:lnTo>
                <a:lnTo>
                  <a:pt x="2165" y="4036"/>
                </a:lnTo>
                <a:lnTo>
                  <a:pt x="2495" y="3816"/>
                </a:lnTo>
                <a:lnTo>
                  <a:pt x="2679" y="3669"/>
                </a:lnTo>
                <a:lnTo>
                  <a:pt x="2862" y="3522"/>
                </a:lnTo>
                <a:lnTo>
                  <a:pt x="3119" y="3706"/>
                </a:lnTo>
                <a:lnTo>
                  <a:pt x="3156" y="3779"/>
                </a:lnTo>
                <a:lnTo>
                  <a:pt x="3229" y="3816"/>
                </a:lnTo>
                <a:lnTo>
                  <a:pt x="3339" y="3816"/>
                </a:lnTo>
                <a:lnTo>
                  <a:pt x="3706" y="3962"/>
                </a:lnTo>
                <a:lnTo>
                  <a:pt x="4109" y="4036"/>
                </a:lnTo>
                <a:lnTo>
                  <a:pt x="4513" y="4072"/>
                </a:lnTo>
                <a:lnTo>
                  <a:pt x="4880" y="3999"/>
                </a:lnTo>
                <a:lnTo>
                  <a:pt x="5246" y="3889"/>
                </a:lnTo>
                <a:lnTo>
                  <a:pt x="5283" y="3962"/>
                </a:lnTo>
                <a:lnTo>
                  <a:pt x="5320" y="4036"/>
                </a:lnTo>
                <a:lnTo>
                  <a:pt x="5540" y="4219"/>
                </a:lnTo>
                <a:lnTo>
                  <a:pt x="5723" y="4439"/>
                </a:lnTo>
                <a:lnTo>
                  <a:pt x="5980" y="4916"/>
                </a:lnTo>
                <a:lnTo>
                  <a:pt x="6200" y="5430"/>
                </a:lnTo>
                <a:lnTo>
                  <a:pt x="6347" y="5650"/>
                </a:lnTo>
                <a:lnTo>
                  <a:pt x="6530" y="5870"/>
                </a:lnTo>
                <a:lnTo>
                  <a:pt x="6347" y="6017"/>
                </a:lnTo>
                <a:lnTo>
                  <a:pt x="6237" y="6200"/>
                </a:lnTo>
                <a:lnTo>
                  <a:pt x="6127" y="6383"/>
                </a:lnTo>
                <a:lnTo>
                  <a:pt x="6053" y="6567"/>
                </a:lnTo>
                <a:lnTo>
                  <a:pt x="5797" y="6713"/>
                </a:lnTo>
                <a:lnTo>
                  <a:pt x="5723" y="6824"/>
                </a:lnTo>
                <a:lnTo>
                  <a:pt x="5723" y="6934"/>
                </a:lnTo>
                <a:lnTo>
                  <a:pt x="5760" y="7044"/>
                </a:lnTo>
                <a:lnTo>
                  <a:pt x="5833" y="7080"/>
                </a:lnTo>
                <a:lnTo>
                  <a:pt x="6017" y="7080"/>
                </a:lnTo>
                <a:lnTo>
                  <a:pt x="6053" y="7300"/>
                </a:lnTo>
                <a:lnTo>
                  <a:pt x="6127" y="7520"/>
                </a:lnTo>
                <a:lnTo>
                  <a:pt x="6127" y="7631"/>
                </a:lnTo>
                <a:lnTo>
                  <a:pt x="6127" y="7741"/>
                </a:lnTo>
                <a:lnTo>
                  <a:pt x="6200" y="7814"/>
                </a:lnTo>
                <a:lnTo>
                  <a:pt x="6310" y="7851"/>
                </a:lnTo>
                <a:lnTo>
                  <a:pt x="6347" y="7851"/>
                </a:lnTo>
                <a:lnTo>
                  <a:pt x="6494" y="8034"/>
                </a:lnTo>
                <a:lnTo>
                  <a:pt x="6640" y="8144"/>
                </a:lnTo>
                <a:lnTo>
                  <a:pt x="6787" y="8254"/>
                </a:lnTo>
                <a:lnTo>
                  <a:pt x="6860" y="8291"/>
                </a:lnTo>
                <a:lnTo>
                  <a:pt x="6934" y="8327"/>
                </a:lnTo>
                <a:lnTo>
                  <a:pt x="7191" y="8438"/>
                </a:lnTo>
                <a:lnTo>
                  <a:pt x="7447" y="8474"/>
                </a:lnTo>
                <a:lnTo>
                  <a:pt x="7741" y="8474"/>
                </a:lnTo>
                <a:lnTo>
                  <a:pt x="7998" y="8438"/>
                </a:lnTo>
                <a:lnTo>
                  <a:pt x="8254" y="8364"/>
                </a:lnTo>
                <a:lnTo>
                  <a:pt x="8511" y="8254"/>
                </a:lnTo>
                <a:lnTo>
                  <a:pt x="8731" y="8071"/>
                </a:lnTo>
                <a:lnTo>
                  <a:pt x="8915" y="7887"/>
                </a:lnTo>
                <a:lnTo>
                  <a:pt x="9098" y="7631"/>
                </a:lnTo>
                <a:lnTo>
                  <a:pt x="9245" y="7300"/>
                </a:lnTo>
                <a:lnTo>
                  <a:pt x="9281" y="7007"/>
                </a:lnTo>
                <a:lnTo>
                  <a:pt x="9318" y="6824"/>
                </a:lnTo>
                <a:lnTo>
                  <a:pt x="9281" y="6677"/>
                </a:lnTo>
                <a:lnTo>
                  <a:pt x="9208" y="6457"/>
                </a:lnTo>
                <a:lnTo>
                  <a:pt x="9135" y="6200"/>
                </a:lnTo>
                <a:lnTo>
                  <a:pt x="8951" y="5980"/>
                </a:lnTo>
                <a:lnTo>
                  <a:pt x="8878" y="5907"/>
                </a:lnTo>
                <a:lnTo>
                  <a:pt x="8768" y="5833"/>
                </a:lnTo>
                <a:lnTo>
                  <a:pt x="8805" y="5686"/>
                </a:lnTo>
                <a:lnTo>
                  <a:pt x="9025" y="5246"/>
                </a:lnTo>
                <a:lnTo>
                  <a:pt x="9208" y="4769"/>
                </a:lnTo>
                <a:lnTo>
                  <a:pt x="9428" y="4806"/>
                </a:lnTo>
                <a:lnTo>
                  <a:pt x="9648" y="4806"/>
                </a:lnTo>
                <a:lnTo>
                  <a:pt x="9832" y="4733"/>
                </a:lnTo>
                <a:lnTo>
                  <a:pt x="10052" y="4659"/>
                </a:lnTo>
                <a:lnTo>
                  <a:pt x="10235" y="4549"/>
                </a:lnTo>
                <a:lnTo>
                  <a:pt x="10419" y="4403"/>
                </a:lnTo>
                <a:lnTo>
                  <a:pt x="10712" y="4109"/>
                </a:lnTo>
                <a:lnTo>
                  <a:pt x="10785" y="3962"/>
                </a:lnTo>
                <a:lnTo>
                  <a:pt x="10785" y="3816"/>
                </a:lnTo>
                <a:lnTo>
                  <a:pt x="10639" y="3559"/>
                </a:lnTo>
                <a:lnTo>
                  <a:pt x="10492" y="3339"/>
                </a:lnTo>
                <a:lnTo>
                  <a:pt x="10345" y="3155"/>
                </a:lnTo>
                <a:lnTo>
                  <a:pt x="10125" y="2972"/>
                </a:lnTo>
                <a:lnTo>
                  <a:pt x="9905" y="2825"/>
                </a:lnTo>
                <a:lnTo>
                  <a:pt x="9795" y="2789"/>
                </a:lnTo>
                <a:lnTo>
                  <a:pt x="9685" y="2752"/>
                </a:lnTo>
                <a:lnTo>
                  <a:pt x="9501" y="2862"/>
                </a:lnTo>
                <a:lnTo>
                  <a:pt x="9391" y="2825"/>
                </a:lnTo>
                <a:lnTo>
                  <a:pt x="9318" y="2862"/>
                </a:lnTo>
                <a:lnTo>
                  <a:pt x="9025" y="3009"/>
                </a:lnTo>
                <a:lnTo>
                  <a:pt x="8768" y="3192"/>
                </a:lnTo>
                <a:lnTo>
                  <a:pt x="8658" y="3302"/>
                </a:lnTo>
                <a:lnTo>
                  <a:pt x="8548" y="3449"/>
                </a:lnTo>
                <a:lnTo>
                  <a:pt x="8474" y="3559"/>
                </a:lnTo>
                <a:lnTo>
                  <a:pt x="8438" y="3742"/>
                </a:lnTo>
                <a:lnTo>
                  <a:pt x="8438" y="3852"/>
                </a:lnTo>
                <a:lnTo>
                  <a:pt x="8438" y="3962"/>
                </a:lnTo>
                <a:lnTo>
                  <a:pt x="8474" y="4182"/>
                </a:lnTo>
                <a:lnTo>
                  <a:pt x="8621" y="4403"/>
                </a:lnTo>
                <a:lnTo>
                  <a:pt x="8768" y="4549"/>
                </a:lnTo>
                <a:lnTo>
                  <a:pt x="8878" y="4623"/>
                </a:lnTo>
                <a:lnTo>
                  <a:pt x="8694" y="4879"/>
                </a:lnTo>
                <a:lnTo>
                  <a:pt x="8548" y="5136"/>
                </a:lnTo>
                <a:lnTo>
                  <a:pt x="8291" y="5613"/>
                </a:lnTo>
                <a:lnTo>
                  <a:pt x="8144" y="5540"/>
                </a:lnTo>
                <a:lnTo>
                  <a:pt x="7961" y="5503"/>
                </a:lnTo>
                <a:lnTo>
                  <a:pt x="7777" y="5466"/>
                </a:lnTo>
                <a:lnTo>
                  <a:pt x="7411" y="5466"/>
                </a:lnTo>
                <a:lnTo>
                  <a:pt x="7227" y="5503"/>
                </a:lnTo>
                <a:lnTo>
                  <a:pt x="7044" y="5540"/>
                </a:lnTo>
                <a:lnTo>
                  <a:pt x="6860" y="5650"/>
                </a:lnTo>
                <a:lnTo>
                  <a:pt x="6750" y="5320"/>
                </a:lnTo>
                <a:lnTo>
                  <a:pt x="6604" y="5026"/>
                </a:lnTo>
                <a:lnTo>
                  <a:pt x="6273" y="4476"/>
                </a:lnTo>
                <a:lnTo>
                  <a:pt x="6163" y="4256"/>
                </a:lnTo>
                <a:lnTo>
                  <a:pt x="6053" y="4072"/>
                </a:lnTo>
                <a:lnTo>
                  <a:pt x="5870" y="3889"/>
                </a:lnTo>
                <a:lnTo>
                  <a:pt x="5687" y="3779"/>
                </a:lnTo>
                <a:lnTo>
                  <a:pt x="5723" y="3706"/>
                </a:lnTo>
                <a:lnTo>
                  <a:pt x="5723" y="3632"/>
                </a:lnTo>
                <a:lnTo>
                  <a:pt x="5907" y="3486"/>
                </a:lnTo>
                <a:lnTo>
                  <a:pt x="6053" y="3339"/>
                </a:lnTo>
                <a:lnTo>
                  <a:pt x="6200" y="3155"/>
                </a:lnTo>
                <a:lnTo>
                  <a:pt x="6347" y="2972"/>
                </a:lnTo>
                <a:lnTo>
                  <a:pt x="6457" y="2752"/>
                </a:lnTo>
                <a:lnTo>
                  <a:pt x="6530" y="2532"/>
                </a:lnTo>
                <a:lnTo>
                  <a:pt x="6604" y="2312"/>
                </a:lnTo>
                <a:lnTo>
                  <a:pt x="6677" y="2055"/>
                </a:lnTo>
                <a:lnTo>
                  <a:pt x="6677" y="1615"/>
                </a:lnTo>
                <a:lnTo>
                  <a:pt x="6677" y="1358"/>
                </a:lnTo>
                <a:lnTo>
                  <a:pt x="6640" y="1138"/>
                </a:lnTo>
                <a:lnTo>
                  <a:pt x="6567" y="881"/>
                </a:lnTo>
                <a:lnTo>
                  <a:pt x="6457" y="698"/>
                </a:lnTo>
                <a:lnTo>
                  <a:pt x="6273" y="551"/>
                </a:lnTo>
                <a:lnTo>
                  <a:pt x="6200" y="478"/>
                </a:lnTo>
                <a:lnTo>
                  <a:pt x="6090" y="478"/>
                </a:lnTo>
                <a:lnTo>
                  <a:pt x="6017" y="331"/>
                </a:lnTo>
                <a:lnTo>
                  <a:pt x="5907" y="221"/>
                </a:lnTo>
                <a:lnTo>
                  <a:pt x="5760" y="148"/>
                </a:lnTo>
                <a:lnTo>
                  <a:pt x="5613" y="74"/>
                </a:lnTo>
                <a:lnTo>
                  <a:pt x="5283" y="1"/>
                </a:lnTo>
                <a:close/>
                <a:moveTo>
                  <a:pt x="15114" y="6750"/>
                </a:moveTo>
                <a:lnTo>
                  <a:pt x="15187" y="6787"/>
                </a:lnTo>
                <a:lnTo>
                  <a:pt x="15481" y="6897"/>
                </a:lnTo>
                <a:lnTo>
                  <a:pt x="15591" y="6970"/>
                </a:lnTo>
                <a:lnTo>
                  <a:pt x="15737" y="7044"/>
                </a:lnTo>
                <a:lnTo>
                  <a:pt x="15847" y="7190"/>
                </a:lnTo>
                <a:lnTo>
                  <a:pt x="15921" y="7337"/>
                </a:lnTo>
                <a:lnTo>
                  <a:pt x="16068" y="7667"/>
                </a:lnTo>
                <a:lnTo>
                  <a:pt x="16141" y="8034"/>
                </a:lnTo>
                <a:lnTo>
                  <a:pt x="16178" y="8438"/>
                </a:lnTo>
                <a:lnTo>
                  <a:pt x="16178" y="8621"/>
                </a:lnTo>
                <a:lnTo>
                  <a:pt x="16141" y="8804"/>
                </a:lnTo>
                <a:lnTo>
                  <a:pt x="16068" y="8988"/>
                </a:lnTo>
                <a:lnTo>
                  <a:pt x="15957" y="9134"/>
                </a:lnTo>
                <a:lnTo>
                  <a:pt x="15701" y="9355"/>
                </a:lnTo>
                <a:lnTo>
                  <a:pt x="15407" y="9575"/>
                </a:lnTo>
                <a:lnTo>
                  <a:pt x="15077" y="9758"/>
                </a:lnTo>
                <a:lnTo>
                  <a:pt x="14710" y="9905"/>
                </a:lnTo>
                <a:lnTo>
                  <a:pt x="14710" y="9905"/>
                </a:lnTo>
                <a:lnTo>
                  <a:pt x="15187" y="9208"/>
                </a:lnTo>
                <a:lnTo>
                  <a:pt x="15187" y="9134"/>
                </a:lnTo>
                <a:lnTo>
                  <a:pt x="15150" y="9098"/>
                </a:lnTo>
                <a:lnTo>
                  <a:pt x="15114" y="9061"/>
                </a:lnTo>
                <a:lnTo>
                  <a:pt x="15040" y="9098"/>
                </a:lnTo>
                <a:lnTo>
                  <a:pt x="14564" y="9538"/>
                </a:lnTo>
                <a:lnTo>
                  <a:pt x="14123" y="9978"/>
                </a:lnTo>
                <a:lnTo>
                  <a:pt x="13940" y="9978"/>
                </a:lnTo>
                <a:lnTo>
                  <a:pt x="13757" y="9905"/>
                </a:lnTo>
                <a:lnTo>
                  <a:pt x="13940" y="9648"/>
                </a:lnTo>
                <a:lnTo>
                  <a:pt x="14160" y="9391"/>
                </a:lnTo>
                <a:lnTo>
                  <a:pt x="14380" y="9134"/>
                </a:lnTo>
                <a:lnTo>
                  <a:pt x="14637" y="8914"/>
                </a:lnTo>
                <a:lnTo>
                  <a:pt x="14674" y="8841"/>
                </a:lnTo>
                <a:lnTo>
                  <a:pt x="14674" y="8804"/>
                </a:lnTo>
                <a:lnTo>
                  <a:pt x="14637" y="8731"/>
                </a:lnTo>
                <a:lnTo>
                  <a:pt x="14564" y="8731"/>
                </a:lnTo>
                <a:lnTo>
                  <a:pt x="14784" y="8584"/>
                </a:lnTo>
                <a:lnTo>
                  <a:pt x="14820" y="8511"/>
                </a:lnTo>
                <a:lnTo>
                  <a:pt x="14784" y="8438"/>
                </a:lnTo>
                <a:lnTo>
                  <a:pt x="14710" y="8401"/>
                </a:lnTo>
                <a:lnTo>
                  <a:pt x="14637" y="8401"/>
                </a:lnTo>
                <a:lnTo>
                  <a:pt x="14233" y="8621"/>
                </a:lnTo>
                <a:lnTo>
                  <a:pt x="13867" y="8841"/>
                </a:lnTo>
                <a:lnTo>
                  <a:pt x="13500" y="9061"/>
                </a:lnTo>
                <a:lnTo>
                  <a:pt x="13170" y="9318"/>
                </a:lnTo>
                <a:lnTo>
                  <a:pt x="13060" y="9098"/>
                </a:lnTo>
                <a:lnTo>
                  <a:pt x="13720" y="8658"/>
                </a:lnTo>
                <a:lnTo>
                  <a:pt x="14417" y="8291"/>
                </a:lnTo>
                <a:lnTo>
                  <a:pt x="14454" y="8217"/>
                </a:lnTo>
                <a:lnTo>
                  <a:pt x="14454" y="8144"/>
                </a:lnTo>
                <a:lnTo>
                  <a:pt x="14417" y="8107"/>
                </a:lnTo>
                <a:lnTo>
                  <a:pt x="14343" y="8107"/>
                </a:lnTo>
                <a:lnTo>
                  <a:pt x="13647" y="8364"/>
                </a:lnTo>
                <a:lnTo>
                  <a:pt x="12986" y="8658"/>
                </a:lnTo>
                <a:lnTo>
                  <a:pt x="12986" y="8474"/>
                </a:lnTo>
                <a:lnTo>
                  <a:pt x="13133" y="8401"/>
                </a:lnTo>
                <a:lnTo>
                  <a:pt x="13243" y="8327"/>
                </a:lnTo>
                <a:lnTo>
                  <a:pt x="13500" y="8144"/>
                </a:lnTo>
                <a:lnTo>
                  <a:pt x="14013" y="7924"/>
                </a:lnTo>
                <a:lnTo>
                  <a:pt x="14307" y="7814"/>
                </a:lnTo>
                <a:lnTo>
                  <a:pt x="14564" y="7777"/>
                </a:lnTo>
                <a:lnTo>
                  <a:pt x="14600" y="7741"/>
                </a:lnTo>
                <a:lnTo>
                  <a:pt x="14600" y="7704"/>
                </a:lnTo>
                <a:lnTo>
                  <a:pt x="14564" y="7667"/>
                </a:lnTo>
                <a:lnTo>
                  <a:pt x="14233" y="7667"/>
                </a:lnTo>
                <a:lnTo>
                  <a:pt x="13903" y="7704"/>
                </a:lnTo>
                <a:lnTo>
                  <a:pt x="13573" y="7777"/>
                </a:lnTo>
                <a:lnTo>
                  <a:pt x="13280" y="7851"/>
                </a:lnTo>
                <a:lnTo>
                  <a:pt x="13500" y="7594"/>
                </a:lnTo>
                <a:lnTo>
                  <a:pt x="14087" y="7484"/>
                </a:lnTo>
                <a:lnTo>
                  <a:pt x="14380" y="7410"/>
                </a:lnTo>
                <a:lnTo>
                  <a:pt x="14674" y="7264"/>
                </a:lnTo>
                <a:lnTo>
                  <a:pt x="14710" y="7227"/>
                </a:lnTo>
                <a:lnTo>
                  <a:pt x="14710" y="7190"/>
                </a:lnTo>
                <a:lnTo>
                  <a:pt x="14710" y="7154"/>
                </a:lnTo>
                <a:lnTo>
                  <a:pt x="14637" y="7117"/>
                </a:lnTo>
                <a:lnTo>
                  <a:pt x="14343" y="7080"/>
                </a:lnTo>
                <a:lnTo>
                  <a:pt x="14013" y="7080"/>
                </a:lnTo>
                <a:lnTo>
                  <a:pt x="14270" y="6934"/>
                </a:lnTo>
                <a:lnTo>
                  <a:pt x="14527" y="6824"/>
                </a:lnTo>
                <a:lnTo>
                  <a:pt x="14820" y="6750"/>
                </a:lnTo>
                <a:close/>
                <a:moveTo>
                  <a:pt x="5246" y="9098"/>
                </a:moveTo>
                <a:lnTo>
                  <a:pt x="5320" y="9208"/>
                </a:lnTo>
                <a:lnTo>
                  <a:pt x="5393" y="9245"/>
                </a:lnTo>
                <a:lnTo>
                  <a:pt x="5577" y="9245"/>
                </a:lnTo>
                <a:lnTo>
                  <a:pt x="5650" y="9281"/>
                </a:lnTo>
                <a:lnTo>
                  <a:pt x="5760" y="9318"/>
                </a:lnTo>
                <a:lnTo>
                  <a:pt x="5833" y="9391"/>
                </a:lnTo>
                <a:lnTo>
                  <a:pt x="5870" y="9465"/>
                </a:lnTo>
                <a:lnTo>
                  <a:pt x="5907" y="9538"/>
                </a:lnTo>
                <a:lnTo>
                  <a:pt x="5907" y="9648"/>
                </a:lnTo>
                <a:lnTo>
                  <a:pt x="5870" y="9758"/>
                </a:lnTo>
                <a:lnTo>
                  <a:pt x="5797" y="9831"/>
                </a:lnTo>
                <a:lnTo>
                  <a:pt x="5723" y="9905"/>
                </a:lnTo>
                <a:lnTo>
                  <a:pt x="5650" y="9978"/>
                </a:lnTo>
                <a:lnTo>
                  <a:pt x="5540" y="10015"/>
                </a:lnTo>
                <a:lnTo>
                  <a:pt x="5466" y="9868"/>
                </a:lnTo>
                <a:lnTo>
                  <a:pt x="5356" y="9758"/>
                </a:lnTo>
                <a:lnTo>
                  <a:pt x="5210" y="9685"/>
                </a:lnTo>
                <a:lnTo>
                  <a:pt x="5026" y="9648"/>
                </a:lnTo>
                <a:lnTo>
                  <a:pt x="5063" y="9648"/>
                </a:lnTo>
                <a:lnTo>
                  <a:pt x="5210" y="9575"/>
                </a:lnTo>
                <a:lnTo>
                  <a:pt x="5283" y="9538"/>
                </a:lnTo>
                <a:lnTo>
                  <a:pt x="5283" y="9501"/>
                </a:lnTo>
                <a:lnTo>
                  <a:pt x="5283" y="9355"/>
                </a:lnTo>
                <a:lnTo>
                  <a:pt x="5210" y="9245"/>
                </a:lnTo>
                <a:lnTo>
                  <a:pt x="5100" y="9245"/>
                </a:lnTo>
                <a:lnTo>
                  <a:pt x="4953" y="9281"/>
                </a:lnTo>
                <a:lnTo>
                  <a:pt x="4806" y="9355"/>
                </a:lnTo>
                <a:lnTo>
                  <a:pt x="4806" y="9355"/>
                </a:lnTo>
                <a:lnTo>
                  <a:pt x="4843" y="9281"/>
                </a:lnTo>
                <a:lnTo>
                  <a:pt x="4880" y="9208"/>
                </a:lnTo>
                <a:lnTo>
                  <a:pt x="4843" y="9171"/>
                </a:lnTo>
                <a:lnTo>
                  <a:pt x="5026" y="9134"/>
                </a:lnTo>
                <a:lnTo>
                  <a:pt x="5246" y="9098"/>
                </a:lnTo>
                <a:close/>
                <a:moveTo>
                  <a:pt x="6347" y="8034"/>
                </a:moveTo>
                <a:lnTo>
                  <a:pt x="6347" y="8071"/>
                </a:lnTo>
                <a:lnTo>
                  <a:pt x="6310" y="8181"/>
                </a:lnTo>
                <a:lnTo>
                  <a:pt x="6127" y="8254"/>
                </a:lnTo>
                <a:lnTo>
                  <a:pt x="5980" y="8364"/>
                </a:lnTo>
                <a:lnTo>
                  <a:pt x="5687" y="8621"/>
                </a:lnTo>
                <a:lnTo>
                  <a:pt x="5577" y="8621"/>
                </a:lnTo>
                <a:lnTo>
                  <a:pt x="5466" y="8694"/>
                </a:lnTo>
                <a:lnTo>
                  <a:pt x="5393" y="8768"/>
                </a:lnTo>
                <a:lnTo>
                  <a:pt x="5246" y="8731"/>
                </a:lnTo>
                <a:lnTo>
                  <a:pt x="4806" y="8731"/>
                </a:lnTo>
                <a:lnTo>
                  <a:pt x="4549" y="8841"/>
                </a:lnTo>
                <a:lnTo>
                  <a:pt x="4293" y="9024"/>
                </a:lnTo>
                <a:lnTo>
                  <a:pt x="4183" y="9171"/>
                </a:lnTo>
                <a:lnTo>
                  <a:pt x="4073" y="9355"/>
                </a:lnTo>
                <a:lnTo>
                  <a:pt x="4073" y="9501"/>
                </a:lnTo>
                <a:lnTo>
                  <a:pt x="4073" y="9648"/>
                </a:lnTo>
                <a:lnTo>
                  <a:pt x="4073" y="9721"/>
                </a:lnTo>
                <a:lnTo>
                  <a:pt x="4146" y="9831"/>
                </a:lnTo>
                <a:lnTo>
                  <a:pt x="4256" y="9978"/>
                </a:lnTo>
                <a:lnTo>
                  <a:pt x="4439" y="10162"/>
                </a:lnTo>
                <a:lnTo>
                  <a:pt x="4623" y="10308"/>
                </a:lnTo>
                <a:lnTo>
                  <a:pt x="4843" y="10382"/>
                </a:lnTo>
                <a:lnTo>
                  <a:pt x="5026" y="10455"/>
                </a:lnTo>
                <a:lnTo>
                  <a:pt x="5246" y="10492"/>
                </a:lnTo>
                <a:lnTo>
                  <a:pt x="5466" y="10492"/>
                </a:lnTo>
                <a:lnTo>
                  <a:pt x="5723" y="10455"/>
                </a:lnTo>
                <a:lnTo>
                  <a:pt x="5907" y="10345"/>
                </a:lnTo>
                <a:lnTo>
                  <a:pt x="6090" y="10235"/>
                </a:lnTo>
                <a:lnTo>
                  <a:pt x="6237" y="10052"/>
                </a:lnTo>
                <a:lnTo>
                  <a:pt x="6347" y="9868"/>
                </a:lnTo>
                <a:lnTo>
                  <a:pt x="6384" y="9575"/>
                </a:lnTo>
                <a:lnTo>
                  <a:pt x="6310" y="9355"/>
                </a:lnTo>
                <a:lnTo>
                  <a:pt x="6200" y="9134"/>
                </a:lnTo>
                <a:lnTo>
                  <a:pt x="6017" y="8951"/>
                </a:lnTo>
                <a:lnTo>
                  <a:pt x="6310" y="8658"/>
                </a:lnTo>
                <a:lnTo>
                  <a:pt x="6420" y="8548"/>
                </a:lnTo>
                <a:lnTo>
                  <a:pt x="6567" y="8401"/>
                </a:lnTo>
                <a:lnTo>
                  <a:pt x="6567" y="8327"/>
                </a:lnTo>
                <a:lnTo>
                  <a:pt x="6567" y="8254"/>
                </a:lnTo>
                <a:lnTo>
                  <a:pt x="6530" y="8217"/>
                </a:lnTo>
                <a:lnTo>
                  <a:pt x="6494" y="8181"/>
                </a:lnTo>
                <a:lnTo>
                  <a:pt x="6384" y="8071"/>
                </a:lnTo>
                <a:lnTo>
                  <a:pt x="6347" y="8034"/>
                </a:lnTo>
                <a:close/>
                <a:moveTo>
                  <a:pt x="19992" y="10418"/>
                </a:moveTo>
                <a:lnTo>
                  <a:pt x="20139" y="10492"/>
                </a:lnTo>
                <a:lnTo>
                  <a:pt x="20139" y="10602"/>
                </a:lnTo>
                <a:lnTo>
                  <a:pt x="20176" y="10638"/>
                </a:lnTo>
                <a:lnTo>
                  <a:pt x="20213" y="10638"/>
                </a:lnTo>
                <a:lnTo>
                  <a:pt x="20249" y="10602"/>
                </a:lnTo>
                <a:lnTo>
                  <a:pt x="20286" y="10785"/>
                </a:lnTo>
                <a:lnTo>
                  <a:pt x="20286" y="11042"/>
                </a:lnTo>
                <a:lnTo>
                  <a:pt x="20286" y="11189"/>
                </a:lnTo>
                <a:lnTo>
                  <a:pt x="20213" y="11372"/>
                </a:lnTo>
                <a:lnTo>
                  <a:pt x="20139" y="11519"/>
                </a:lnTo>
                <a:lnTo>
                  <a:pt x="20066" y="11665"/>
                </a:lnTo>
                <a:lnTo>
                  <a:pt x="19956" y="11812"/>
                </a:lnTo>
                <a:lnTo>
                  <a:pt x="19809" y="11886"/>
                </a:lnTo>
                <a:lnTo>
                  <a:pt x="19662" y="11959"/>
                </a:lnTo>
                <a:lnTo>
                  <a:pt x="19479" y="11959"/>
                </a:lnTo>
                <a:lnTo>
                  <a:pt x="19442" y="11886"/>
                </a:lnTo>
                <a:lnTo>
                  <a:pt x="19222" y="11776"/>
                </a:lnTo>
                <a:lnTo>
                  <a:pt x="19626" y="11702"/>
                </a:lnTo>
                <a:lnTo>
                  <a:pt x="19662" y="11665"/>
                </a:lnTo>
                <a:lnTo>
                  <a:pt x="19736" y="11629"/>
                </a:lnTo>
                <a:lnTo>
                  <a:pt x="19736" y="11482"/>
                </a:lnTo>
                <a:lnTo>
                  <a:pt x="19699" y="11372"/>
                </a:lnTo>
                <a:lnTo>
                  <a:pt x="19626" y="11335"/>
                </a:lnTo>
                <a:lnTo>
                  <a:pt x="19406" y="11335"/>
                </a:lnTo>
                <a:lnTo>
                  <a:pt x="19662" y="11152"/>
                </a:lnTo>
                <a:lnTo>
                  <a:pt x="19736" y="11115"/>
                </a:lnTo>
                <a:lnTo>
                  <a:pt x="19736" y="11042"/>
                </a:lnTo>
                <a:lnTo>
                  <a:pt x="19736" y="10969"/>
                </a:lnTo>
                <a:lnTo>
                  <a:pt x="19736" y="10932"/>
                </a:lnTo>
                <a:lnTo>
                  <a:pt x="19699" y="10858"/>
                </a:lnTo>
                <a:lnTo>
                  <a:pt x="19626" y="10822"/>
                </a:lnTo>
                <a:lnTo>
                  <a:pt x="19552" y="10822"/>
                </a:lnTo>
                <a:lnTo>
                  <a:pt x="19479" y="10858"/>
                </a:lnTo>
                <a:lnTo>
                  <a:pt x="19332" y="10895"/>
                </a:lnTo>
                <a:lnTo>
                  <a:pt x="19185" y="10932"/>
                </a:lnTo>
                <a:lnTo>
                  <a:pt x="19185" y="10932"/>
                </a:lnTo>
                <a:lnTo>
                  <a:pt x="19626" y="10748"/>
                </a:lnTo>
                <a:lnTo>
                  <a:pt x="19662" y="10712"/>
                </a:lnTo>
                <a:lnTo>
                  <a:pt x="19662" y="10675"/>
                </a:lnTo>
                <a:lnTo>
                  <a:pt x="19626" y="10638"/>
                </a:lnTo>
                <a:lnTo>
                  <a:pt x="19479" y="10602"/>
                </a:lnTo>
                <a:lnTo>
                  <a:pt x="19295" y="10602"/>
                </a:lnTo>
                <a:lnTo>
                  <a:pt x="19369" y="10565"/>
                </a:lnTo>
                <a:lnTo>
                  <a:pt x="19589" y="10455"/>
                </a:lnTo>
                <a:lnTo>
                  <a:pt x="19772" y="10418"/>
                </a:lnTo>
                <a:close/>
                <a:moveTo>
                  <a:pt x="16691" y="13390"/>
                </a:moveTo>
                <a:lnTo>
                  <a:pt x="16801" y="13463"/>
                </a:lnTo>
                <a:lnTo>
                  <a:pt x="16874" y="13536"/>
                </a:lnTo>
                <a:lnTo>
                  <a:pt x="16728" y="13646"/>
                </a:lnTo>
                <a:lnTo>
                  <a:pt x="16581" y="13756"/>
                </a:lnTo>
                <a:lnTo>
                  <a:pt x="16434" y="13903"/>
                </a:lnTo>
                <a:lnTo>
                  <a:pt x="16361" y="14050"/>
                </a:lnTo>
                <a:lnTo>
                  <a:pt x="16104" y="14013"/>
                </a:lnTo>
                <a:lnTo>
                  <a:pt x="16068" y="13976"/>
                </a:lnTo>
                <a:lnTo>
                  <a:pt x="16691" y="13390"/>
                </a:lnTo>
                <a:close/>
                <a:moveTo>
                  <a:pt x="16654" y="11959"/>
                </a:moveTo>
                <a:lnTo>
                  <a:pt x="17058" y="12326"/>
                </a:lnTo>
                <a:lnTo>
                  <a:pt x="17278" y="12546"/>
                </a:lnTo>
                <a:lnTo>
                  <a:pt x="17498" y="12803"/>
                </a:lnTo>
                <a:lnTo>
                  <a:pt x="17681" y="13059"/>
                </a:lnTo>
                <a:lnTo>
                  <a:pt x="17755" y="13169"/>
                </a:lnTo>
                <a:lnTo>
                  <a:pt x="17792" y="13279"/>
                </a:lnTo>
                <a:lnTo>
                  <a:pt x="17792" y="13426"/>
                </a:lnTo>
                <a:lnTo>
                  <a:pt x="17755" y="13536"/>
                </a:lnTo>
                <a:lnTo>
                  <a:pt x="17718" y="13646"/>
                </a:lnTo>
                <a:lnTo>
                  <a:pt x="17608" y="13756"/>
                </a:lnTo>
                <a:lnTo>
                  <a:pt x="17498" y="13866"/>
                </a:lnTo>
                <a:lnTo>
                  <a:pt x="17351" y="13940"/>
                </a:lnTo>
                <a:lnTo>
                  <a:pt x="17278" y="13866"/>
                </a:lnTo>
                <a:lnTo>
                  <a:pt x="17168" y="13866"/>
                </a:lnTo>
                <a:lnTo>
                  <a:pt x="17095" y="13903"/>
                </a:lnTo>
                <a:lnTo>
                  <a:pt x="17058" y="13940"/>
                </a:lnTo>
                <a:lnTo>
                  <a:pt x="17021" y="13940"/>
                </a:lnTo>
                <a:lnTo>
                  <a:pt x="16948" y="13976"/>
                </a:lnTo>
                <a:lnTo>
                  <a:pt x="16911" y="14050"/>
                </a:lnTo>
                <a:lnTo>
                  <a:pt x="16874" y="14050"/>
                </a:lnTo>
                <a:lnTo>
                  <a:pt x="16948" y="13940"/>
                </a:lnTo>
                <a:lnTo>
                  <a:pt x="17095" y="13793"/>
                </a:lnTo>
                <a:lnTo>
                  <a:pt x="17168" y="13683"/>
                </a:lnTo>
                <a:lnTo>
                  <a:pt x="17205" y="13573"/>
                </a:lnTo>
                <a:lnTo>
                  <a:pt x="17168" y="13500"/>
                </a:lnTo>
                <a:lnTo>
                  <a:pt x="17131" y="13426"/>
                </a:lnTo>
                <a:lnTo>
                  <a:pt x="17021" y="13316"/>
                </a:lnTo>
                <a:lnTo>
                  <a:pt x="16874" y="13206"/>
                </a:lnTo>
                <a:lnTo>
                  <a:pt x="16691" y="13169"/>
                </a:lnTo>
                <a:lnTo>
                  <a:pt x="16618" y="13169"/>
                </a:lnTo>
                <a:lnTo>
                  <a:pt x="16581" y="13206"/>
                </a:lnTo>
                <a:lnTo>
                  <a:pt x="15627" y="13793"/>
                </a:lnTo>
                <a:lnTo>
                  <a:pt x="15517" y="13756"/>
                </a:lnTo>
                <a:lnTo>
                  <a:pt x="15407" y="13646"/>
                </a:lnTo>
                <a:lnTo>
                  <a:pt x="15884" y="13353"/>
                </a:lnTo>
                <a:lnTo>
                  <a:pt x="16361" y="13096"/>
                </a:lnTo>
                <a:lnTo>
                  <a:pt x="16398" y="13023"/>
                </a:lnTo>
                <a:lnTo>
                  <a:pt x="16398" y="12986"/>
                </a:lnTo>
                <a:lnTo>
                  <a:pt x="16361" y="12913"/>
                </a:lnTo>
                <a:lnTo>
                  <a:pt x="16288" y="12913"/>
                </a:lnTo>
                <a:lnTo>
                  <a:pt x="15994" y="12949"/>
                </a:lnTo>
                <a:lnTo>
                  <a:pt x="15701" y="13059"/>
                </a:lnTo>
                <a:lnTo>
                  <a:pt x="15407" y="13169"/>
                </a:lnTo>
                <a:lnTo>
                  <a:pt x="15150" y="13279"/>
                </a:lnTo>
                <a:lnTo>
                  <a:pt x="15040" y="13023"/>
                </a:lnTo>
                <a:lnTo>
                  <a:pt x="15077" y="12986"/>
                </a:lnTo>
                <a:lnTo>
                  <a:pt x="16068" y="12399"/>
                </a:lnTo>
                <a:lnTo>
                  <a:pt x="16104" y="12362"/>
                </a:lnTo>
                <a:lnTo>
                  <a:pt x="16104" y="12326"/>
                </a:lnTo>
                <a:lnTo>
                  <a:pt x="16068" y="12289"/>
                </a:lnTo>
                <a:lnTo>
                  <a:pt x="15994" y="12252"/>
                </a:lnTo>
                <a:lnTo>
                  <a:pt x="15554" y="12362"/>
                </a:lnTo>
                <a:lnTo>
                  <a:pt x="15150" y="12472"/>
                </a:lnTo>
                <a:lnTo>
                  <a:pt x="15150" y="12472"/>
                </a:lnTo>
                <a:lnTo>
                  <a:pt x="15297" y="12326"/>
                </a:lnTo>
                <a:lnTo>
                  <a:pt x="15517" y="12179"/>
                </a:lnTo>
                <a:lnTo>
                  <a:pt x="15737" y="12069"/>
                </a:lnTo>
                <a:lnTo>
                  <a:pt x="15994" y="11996"/>
                </a:lnTo>
                <a:lnTo>
                  <a:pt x="16324" y="11959"/>
                </a:lnTo>
                <a:close/>
                <a:moveTo>
                  <a:pt x="14857" y="6310"/>
                </a:moveTo>
                <a:lnTo>
                  <a:pt x="14600" y="6347"/>
                </a:lnTo>
                <a:lnTo>
                  <a:pt x="14380" y="6383"/>
                </a:lnTo>
                <a:lnTo>
                  <a:pt x="14197" y="6457"/>
                </a:lnTo>
                <a:lnTo>
                  <a:pt x="13793" y="6677"/>
                </a:lnTo>
                <a:lnTo>
                  <a:pt x="13426" y="6970"/>
                </a:lnTo>
                <a:lnTo>
                  <a:pt x="13243" y="7154"/>
                </a:lnTo>
                <a:lnTo>
                  <a:pt x="12950" y="7190"/>
                </a:lnTo>
                <a:lnTo>
                  <a:pt x="12840" y="7227"/>
                </a:lnTo>
                <a:lnTo>
                  <a:pt x="12803" y="7300"/>
                </a:lnTo>
                <a:lnTo>
                  <a:pt x="12766" y="7374"/>
                </a:lnTo>
                <a:lnTo>
                  <a:pt x="12766" y="7447"/>
                </a:lnTo>
                <a:lnTo>
                  <a:pt x="11042" y="7631"/>
                </a:lnTo>
                <a:lnTo>
                  <a:pt x="10052" y="7667"/>
                </a:lnTo>
                <a:lnTo>
                  <a:pt x="9575" y="7704"/>
                </a:lnTo>
                <a:lnTo>
                  <a:pt x="9098" y="7741"/>
                </a:lnTo>
                <a:lnTo>
                  <a:pt x="9025" y="7777"/>
                </a:lnTo>
                <a:lnTo>
                  <a:pt x="8988" y="7814"/>
                </a:lnTo>
                <a:lnTo>
                  <a:pt x="8951" y="7924"/>
                </a:lnTo>
                <a:lnTo>
                  <a:pt x="9025" y="8034"/>
                </a:lnTo>
                <a:lnTo>
                  <a:pt x="9061" y="8071"/>
                </a:lnTo>
                <a:lnTo>
                  <a:pt x="9135" y="8107"/>
                </a:lnTo>
                <a:lnTo>
                  <a:pt x="9612" y="8144"/>
                </a:lnTo>
                <a:lnTo>
                  <a:pt x="10125" y="8144"/>
                </a:lnTo>
                <a:lnTo>
                  <a:pt x="11152" y="8071"/>
                </a:lnTo>
                <a:lnTo>
                  <a:pt x="11922" y="8034"/>
                </a:lnTo>
                <a:lnTo>
                  <a:pt x="12693" y="7961"/>
                </a:lnTo>
                <a:lnTo>
                  <a:pt x="12546" y="8254"/>
                </a:lnTo>
                <a:lnTo>
                  <a:pt x="12473" y="8438"/>
                </a:lnTo>
                <a:lnTo>
                  <a:pt x="12473" y="8584"/>
                </a:lnTo>
                <a:lnTo>
                  <a:pt x="12509" y="8914"/>
                </a:lnTo>
                <a:lnTo>
                  <a:pt x="12363" y="9024"/>
                </a:lnTo>
                <a:lnTo>
                  <a:pt x="12253" y="9134"/>
                </a:lnTo>
                <a:lnTo>
                  <a:pt x="12253" y="9245"/>
                </a:lnTo>
                <a:lnTo>
                  <a:pt x="12289" y="9355"/>
                </a:lnTo>
                <a:lnTo>
                  <a:pt x="12399" y="9428"/>
                </a:lnTo>
                <a:lnTo>
                  <a:pt x="12546" y="9465"/>
                </a:lnTo>
                <a:lnTo>
                  <a:pt x="12693" y="9465"/>
                </a:lnTo>
                <a:lnTo>
                  <a:pt x="12803" y="9685"/>
                </a:lnTo>
                <a:lnTo>
                  <a:pt x="12950" y="9868"/>
                </a:lnTo>
                <a:lnTo>
                  <a:pt x="13096" y="10052"/>
                </a:lnTo>
                <a:lnTo>
                  <a:pt x="13243" y="10198"/>
                </a:lnTo>
                <a:lnTo>
                  <a:pt x="13426" y="10308"/>
                </a:lnTo>
                <a:lnTo>
                  <a:pt x="13647" y="10418"/>
                </a:lnTo>
                <a:lnTo>
                  <a:pt x="13867" y="10455"/>
                </a:lnTo>
                <a:lnTo>
                  <a:pt x="14087" y="10492"/>
                </a:lnTo>
                <a:lnTo>
                  <a:pt x="14233" y="10492"/>
                </a:lnTo>
                <a:lnTo>
                  <a:pt x="14600" y="10418"/>
                </a:lnTo>
                <a:lnTo>
                  <a:pt x="14967" y="10345"/>
                </a:lnTo>
                <a:lnTo>
                  <a:pt x="14930" y="10455"/>
                </a:lnTo>
                <a:lnTo>
                  <a:pt x="14930" y="10602"/>
                </a:lnTo>
                <a:lnTo>
                  <a:pt x="15004" y="10895"/>
                </a:lnTo>
                <a:lnTo>
                  <a:pt x="15077" y="11079"/>
                </a:lnTo>
                <a:lnTo>
                  <a:pt x="15150" y="11299"/>
                </a:lnTo>
                <a:lnTo>
                  <a:pt x="15297" y="11482"/>
                </a:lnTo>
                <a:lnTo>
                  <a:pt x="15481" y="11629"/>
                </a:lnTo>
                <a:lnTo>
                  <a:pt x="15481" y="11665"/>
                </a:lnTo>
                <a:lnTo>
                  <a:pt x="15261" y="11739"/>
                </a:lnTo>
                <a:lnTo>
                  <a:pt x="15077" y="11886"/>
                </a:lnTo>
                <a:lnTo>
                  <a:pt x="14894" y="11996"/>
                </a:lnTo>
                <a:lnTo>
                  <a:pt x="14784" y="12142"/>
                </a:lnTo>
                <a:lnTo>
                  <a:pt x="14674" y="12326"/>
                </a:lnTo>
                <a:lnTo>
                  <a:pt x="14600" y="12509"/>
                </a:lnTo>
                <a:lnTo>
                  <a:pt x="14564" y="12693"/>
                </a:lnTo>
                <a:lnTo>
                  <a:pt x="14527" y="12876"/>
                </a:lnTo>
                <a:lnTo>
                  <a:pt x="14527" y="12986"/>
                </a:lnTo>
                <a:lnTo>
                  <a:pt x="14527" y="13059"/>
                </a:lnTo>
                <a:lnTo>
                  <a:pt x="14600" y="13353"/>
                </a:lnTo>
                <a:lnTo>
                  <a:pt x="14747" y="13610"/>
                </a:lnTo>
                <a:lnTo>
                  <a:pt x="14747" y="13720"/>
                </a:lnTo>
                <a:lnTo>
                  <a:pt x="14784" y="13830"/>
                </a:lnTo>
                <a:lnTo>
                  <a:pt x="14930" y="13903"/>
                </a:lnTo>
                <a:lnTo>
                  <a:pt x="15004" y="13976"/>
                </a:lnTo>
                <a:lnTo>
                  <a:pt x="15297" y="14197"/>
                </a:lnTo>
                <a:lnTo>
                  <a:pt x="15627" y="14380"/>
                </a:lnTo>
                <a:lnTo>
                  <a:pt x="15994" y="14527"/>
                </a:lnTo>
                <a:lnTo>
                  <a:pt x="16398" y="14600"/>
                </a:lnTo>
                <a:lnTo>
                  <a:pt x="16801" y="14600"/>
                </a:lnTo>
                <a:lnTo>
                  <a:pt x="17205" y="14527"/>
                </a:lnTo>
                <a:lnTo>
                  <a:pt x="17571" y="14417"/>
                </a:lnTo>
                <a:lnTo>
                  <a:pt x="17902" y="14233"/>
                </a:lnTo>
                <a:lnTo>
                  <a:pt x="18122" y="14013"/>
                </a:lnTo>
                <a:lnTo>
                  <a:pt x="18268" y="13793"/>
                </a:lnTo>
                <a:lnTo>
                  <a:pt x="18305" y="13536"/>
                </a:lnTo>
                <a:lnTo>
                  <a:pt x="18305" y="13316"/>
                </a:lnTo>
                <a:lnTo>
                  <a:pt x="18232" y="13059"/>
                </a:lnTo>
                <a:lnTo>
                  <a:pt x="18122" y="12803"/>
                </a:lnTo>
                <a:lnTo>
                  <a:pt x="17975" y="12546"/>
                </a:lnTo>
                <a:lnTo>
                  <a:pt x="17792" y="12326"/>
                </a:lnTo>
                <a:lnTo>
                  <a:pt x="17902" y="12289"/>
                </a:lnTo>
                <a:lnTo>
                  <a:pt x="18232" y="12106"/>
                </a:lnTo>
                <a:lnTo>
                  <a:pt x="18599" y="11849"/>
                </a:lnTo>
                <a:lnTo>
                  <a:pt x="18709" y="12032"/>
                </a:lnTo>
                <a:lnTo>
                  <a:pt x="18855" y="12179"/>
                </a:lnTo>
                <a:lnTo>
                  <a:pt x="19002" y="12289"/>
                </a:lnTo>
                <a:lnTo>
                  <a:pt x="19149" y="12362"/>
                </a:lnTo>
                <a:lnTo>
                  <a:pt x="19406" y="12436"/>
                </a:lnTo>
                <a:lnTo>
                  <a:pt x="19662" y="12399"/>
                </a:lnTo>
                <a:lnTo>
                  <a:pt x="19919" y="12326"/>
                </a:lnTo>
                <a:lnTo>
                  <a:pt x="20139" y="12179"/>
                </a:lnTo>
                <a:lnTo>
                  <a:pt x="20359" y="11996"/>
                </a:lnTo>
                <a:lnTo>
                  <a:pt x="20543" y="11776"/>
                </a:lnTo>
                <a:lnTo>
                  <a:pt x="20653" y="11519"/>
                </a:lnTo>
                <a:lnTo>
                  <a:pt x="20726" y="11225"/>
                </a:lnTo>
                <a:lnTo>
                  <a:pt x="20799" y="10858"/>
                </a:lnTo>
                <a:lnTo>
                  <a:pt x="20763" y="10675"/>
                </a:lnTo>
                <a:lnTo>
                  <a:pt x="20726" y="10528"/>
                </a:lnTo>
                <a:lnTo>
                  <a:pt x="20689" y="10382"/>
                </a:lnTo>
                <a:lnTo>
                  <a:pt x="20579" y="10272"/>
                </a:lnTo>
                <a:lnTo>
                  <a:pt x="20359" y="10088"/>
                </a:lnTo>
                <a:lnTo>
                  <a:pt x="20066" y="9978"/>
                </a:lnTo>
                <a:lnTo>
                  <a:pt x="19919" y="9941"/>
                </a:lnTo>
                <a:lnTo>
                  <a:pt x="19626" y="9941"/>
                </a:lnTo>
                <a:lnTo>
                  <a:pt x="19516" y="10015"/>
                </a:lnTo>
                <a:lnTo>
                  <a:pt x="19479" y="10088"/>
                </a:lnTo>
                <a:lnTo>
                  <a:pt x="19185" y="10198"/>
                </a:lnTo>
                <a:lnTo>
                  <a:pt x="18929" y="10308"/>
                </a:lnTo>
                <a:lnTo>
                  <a:pt x="18819" y="10418"/>
                </a:lnTo>
                <a:lnTo>
                  <a:pt x="18672" y="10528"/>
                </a:lnTo>
                <a:lnTo>
                  <a:pt x="18599" y="10675"/>
                </a:lnTo>
                <a:lnTo>
                  <a:pt x="18525" y="10822"/>
                </a:lnTo>
                <a:lnTo>
                  <a:pt x="18452" y="11115"/>
                </a:lnTo>
                <a:lnTo>
                  <a:pt x="18452" y="11409"/>
                </a:lnTo>
                <a:lnTo>
                  <a:pt x="18048" y="11702"/>
                </a:lnTo>
                <a:lnTo>
                  <a:pt x="17645" y="11996"/>
                </a:lnTo>
                <a:lnTo>
                  <a:pt x="17608" y="12032"/>
                </a:lnTo>
                <a:lnTo>
                  <a:pt x="17608" y="12106"/>
                </a:lnTo>
                <a:lnTo>
                  <a:pt x="17241" y="11776"/>
                </a:lnTo>
                <a:lnTo>
                  <a:pt x="16911" y="11519"/>
                </a:lnTo>
                <a:lnTo>
                  <a:pt x="16838" y="11482"/>
                </a:lnTo>
                <a:lnTo>
                  <a:pt x="16691" y="11482"/>
                </a:lnTo>
                <a:lnTo>
                  <a:pt x="16654" y="11555"/>
                </a:lnTo>
                <a:lnTo>
                  <a:pt x="16434" y="11519"/>
                </a:lnTo>
                <a:lnTo>
                  <a:pt x="16214" y="11519"/>
                </a:lnTo>
                <a:lnTo>
                  <a:pt x="15774" y="11555"/>
                </a:lnTo>
                <a:lnTo>
                  <a:pt x="15811" y="11445"/>
                </a:lnTo>
                <a:lnTo>
                  <a:pt x="15774" y="11335"/>
                </a:lnTo>
                <a:lnTo>
                  <a:pt x="15664" y="11152"/>
                </a:lnTo>
                <a:lnTo>
                  <a:pt x="15554" y="11005"/>
                </a:lnTo>
                <a:lnTo>
                  <a:pt x="15444" y="10822"/>
                </a:lnTo>
                <a:lnTo>
                  <a:pt x="15371" y="10602"/>
                </a:lnTo>
                <a:lnTo>
                  <a:pt x="15334" y="10418"/>
                </a:lnTo>
                <a:lnTo>
                  <a:pt x="15297" y="10308"/>
                </a:lnTo>
                <a:lnTo>
                  <a:pt x="15224" y="10235"/>
                </a:lnTo>
                <a:lnTo>
                  <a:pt x="15627" y="10015"/>
                </a:lnTo>
                <a:lnTo>
                  <a:pt x="16031" y="9758"/>
                </a:lnTo>
                <a:lnTo>
                  <a:pt x="16361" y="9428"/>
                </a:lnTo>
                <a:lnTo>
                  <a:pt x="16471" y="9281"/>
                </a:lnTo>
                <a:lnTo>
                  <a:pt x="16581" y="9098"/>
                </a:lnTo>
                <a:lnTo>
                  <a:pt x="16654" y="8878"/>
                </a:lnTo>
                <a:lnTo>
                  <a:pt x="16691" y="8621"/>
                </a:lnTo>
                <a:lnTo>
                  <a:pt x="16691" y="8364"/>
                </a:lnTo>
                <a:lnTo>
                  <a:pt x="16691" y="8107"/>
                </a:lnTo>
                <a:lnTo>
                  <a:pt x="16581" y="7631"/>
                </a:lnTo>
                <a:lnTo>
                  <a:pt x="16398" y="7190"/>
                </a:lnTo>
                <a:lnTo>
                  <a:pt x="16251" y="6897"/>
                </a:lnTo>
                <a:lnTo>
                  <a:pt x="16031" y="6640"/>
                </a:lnTo>
                <a:lnTo>
                  <a:pt x="15884" y="6530"/>
                </a:lnTo>
                <a:lnTo>
                  <a:pt x="15737" y="6457"/>
                </a:lnTo>
                <a:lnTo>
                  <a:pt x="15591" y="6420"/>
                </a:lnTo>
                <a:lnTo>
                  <a:pt x="15407" y="6383"/>
                </a:lnTo>
                <a:lnTo>
                  <a:pt x="15077" y="631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84" name="Google Shape;484;p10"/>
          <p:cNvSpPr/>
          <p:nvPr/>
        </p:nvSpPr>
        <p:spPr>
          <a:xfrm>
            <a:off x="10736769" y="5509769"/>
            <a:ext cx="517491" cy="545251"/>
          </a:xfrm>
          <a:custGeom>
            <a:avLst/>
            <a:gdLst/>
            <a:ahLst/>
            <a:cxnLst/>
            <a:rect l="l" t="t" r="r" b="b"/>
            <a:pathLst>
              <a:path w="13683" h="14417" extrusionOk="0">
                <a:moveTo>
                  <a:pt x="9281" y="2311"/>
                </a:moveTo>
                <a:lnTo>
                  <a:pt x="9170" y="2385"/>
                </a:lnTo>
                <a:lnTo>
                  <a:pt x="9134" y="2495"/>
                </a:lnTo>
                <a:lnTo>
                  <a:pt x="9097" y="2568"/>
                </a:lnTo>
                <a:lnTo>
                  <a:pt x="9097" y="2678"/>
                </a:lnTo>
                <a:lnTo>
                  <a:pt x="9134" y="2862"/>
                </a:lnTo>
                <a:lnTo>
                  <a:pt x="9207" y="3082"/>
                </a:lnTo>
                <a:lnTo>
                  <a:pt x="9464" y="3742"/>
                </a:lnTo>
                <a:lnTo>
                  <a:pt x="9721" y="4402"/>
                </a:lnTo>
                <a:lnTo>
                  <a:pt x="9647" y="4439"/>
                </a:lnTo>
                <a:lnTo>
                  <a:pt x="9060" y="5283"/>
                </a:lnTo>
                <a:lnTo>
                  <a:pt x="8804" y="5649"/>
                </a:lnTo>
                <a:lnTo>
                  <a:pt x="8694" y="5833"/>
                </a:lnTo>
                <a:lnTo>
                  <a:pt x="8657" y="5943"/>
                </a:lnTo>
                <a:lnTo>
                  <a:pt x="8694" y="6053"/>
                </a:lnTo>
                <a:lnTo>
                  <a:pt x="8804" y="6016"/>
                </a:lnTo>
                <a:lnTo>
                  <a:pt x="8877" y="5980"/>
                </a:lnTo>
                <a:lnTo>
                  <a:pt x="9024" y="5833"/>
                </a:lnTo>
                <a:lnTo>
                  <a:pt x="9281" y="5503"/>
                </a:lnTo>
                <a:lnTo>
                  <a:pt x="9941" y="4659"/>
                </a:lnTo>
                <a:lnTo>
                  <a:pt x="10014" y="4659"/>
                </a:lnTo>
                <a:lnTo>
                  <a:pt x="10124" y="4622"/>
                </a:lnTo>
                <a:lnTo>
                  <a:pt x="10161" y="4549"/>
                </a:lnTo>
                <a:lnTo>
                  <a:pt x="10161" y="4439"/>
                </a:lnTo>
                <a:lnTo>
                  <a:pt x="9684" y="3229"/>
                </a:lnTo>
                <a:lnTo>
                  <a:pt x="9427" y="2715"/>
                </a:lnTo>
                <a:lnTo>
                  <a:pt x="9354" y="2532"/>
                </a:lnTo>
                <a:lnTo>
                  <a:pt x="9317" y="2422"/>
                </a:lnTo>
                <a:lnTo>
                  <a:pt x="9317" y="2348"/>
                </a:lnTo>
                <a:lnTo>
                  <a:pt x="9317" y="2311"/>
                </a:lnTo>
                <a:close/>
                <a:moveTo>
                  <a:pt x="8694" y="1615"/>
                </a:moveTo>
                <a:lnTo>
                  <a:pt x="8767" y="1798"/>
                </a:lnTo>
                <a:lnTo>
                  <a:pt x="8804" y="1908"/>
                </a:lnTo>
                <a:lnTo>
                  <a:pt x="8914" y="1981"/>
                </a:lnTo>
                <a:lnTo>
                  <a:pt x="9024" y="2055"/>
                </a:lnTo>
                <a:lnTo>
                  <a:pt x="9170" y="2018"/>
                </a:lnTo>
                <a:lnTo>
                  <a:pt x="9391" y="1908"/>
                </a:lnTo>
                <a:lnTo>
                  <a:pt x="9611" y="1725"/>
                </a:lnTo>
                <a:lnTo>
                  <a:pt x="9867" y="2275"/>
                </a:lnTo>
                <a:lnTo>
                  <a:pt x="10161" y="2752"/>
                </a:lnTo>
                <a:lnTo>
                  <a:pt x="10454" y="3265"/>
                </a:lnTo>
                <a:lnTo>
                  <a:pt x="10674" y="3779"/>
                </a:lnTo>
                <a:lnTo>
                  <a:pt x="10528" y="3925"/>
                </a:lnTo>
                <a:lnTo>
                  <a:pt x="10381" y="4072"/>
                </a:lnTo>
                <a:lnTo>
                  <a:pt x="10271" y="4256"/>
                </a:lnTo>
                <a:lnTo>
                  <a:pt x="10234" y="4476"/>
                </a:lnTo>
                <a:lnTo>
                  <a:pt x="10271" y="4586"/>
                </a:lnTo>
                <a:lnTo>
                  <a:pt x="10344" y="4659"/>
                </a:lnTo>
                <a:lnTo>
                  <a:pt x="10344" y="4806"/>
                </a:lnTo>
                <a:lnTo>
                  <a:pt x="10381" y="4879"/>
                </a:lnTo>
                <a:lnTo>
                  <a:pt x="10491" y="4916"/>
                </a:lnTo>
                <a:lnTo>
                  <a:pt x="10491" y="4953"/>
                </a:lnTo>
                <a:lnTo>
                  <a:pt x="10344" y="5173"/>
                </a:lnTo>
                <a:lnTo>
                  <a:pt x="9977" y="5649"/>
                </a:lnTo>
                <a:lnTo>
                  <a:pt x="9647" y="6163"/>
                </a:lnTo>
                <a:lnTo>
                  <a:pt x="9501" y="6090"/>
                </a:lnTo>
                <a:lnTo>
                  <a:pt x="9317" y="6053"/>
                </a:lnTo>
                <a:lnTo>
                  <a:pt x="9134" y="6126"/>
                </a:lnTo>
                <a:lnTo>
                  <a:pt x="8950" y="6200"/>
                </a:lnTo>
                <a:lnTo>
                  <a:pt x="8840" y="6346"/>
                </a:lnTo>
                <a:lnTo>
                  <a:pt x="8730" y="6493"/>
                </a:lnTo>
                <a:lnTo>
                  <a:pt x="8327" y="6493"/>
                </a:lnTo>
                <a:lnTo>
                  <a:pt x="7556" y="6530"/>
                </a:lnTo>
                <a:lnTo>
                  <a:pt x="7520" y="6456"/>
                </a:lnTo>
                <a:lnTo>
                  <a:pt x="7410" y="6383"/>
                </a:lnTo>
                <a:lnTo>
                  <a:pt x="7080" y="6273"/>
                </a:lnTo>
                <a:lnTo>
                  <a:pt x="7043" y="6273"/>
                </a:lnTo>
                <a:lnTo>
                  <a:pt x="6970" y="6236"/>
                </a:lnTo>
                <a:lnTo>
                  <a:pt x="6786" y="6236"/>
                </a:lnTo>
                <a:lnTo>
                  <a:pt x="6639" y="6200"/>
                </a:lnTo>
                <a:lnTo>
                  <a:pt x="5832" y="5429"/>
                </a:lnTo>
                <a:lnTo>
                  <a:pt x="5246" y="4879"/>
                </a:lnTo>
                <a:lnTo>
                  <a:pt x="5319" y="4696"/>
                </a:lnTo>
                <a:lnTo>
                  <a:pt x="5319" y="4512"/>
                </a:lnTo>
                <a:lnTo>
                  <a:pt x="5282" y="4439"/>
                </a:lnTo>
                <a:lnTo>
                  <a:pt x="5246" y="4366"/>
                </a:lnTo>
                <a:lnTo>
                  <a:pt x="5099" y="4256"/>
                </a:lnTo>
                <a:lnTo>
                  <a:pt x="5282" y="3815"/>
                </a:lnTo>
                <a:lnTo>
                  <a:pt x="5796" y="2715"/>
                </a:lnTo>
                <a:lnTo>
                  <a:pt x="6126" y="2018"/>
                </a:lnTo>
                <a:lnTo>
                  <a:pt x="6273" y="2018"/>
                </a:lnTo>
                <a:lnTo>
                  <a:pt x="6419" y="1981"/>
                </a:lnTo>
                <a:lnTo>
                  <a:pt x="6566" y="1908"/>
                </a:lnTo>
                <a:lnTo>
                  <a:pt x="6713" y="1798"/>
                </a:lnTo>
                <a:lnTo>
                  <a:pt x="6823" y="1688"/>
                </a:lnTo>
                <a:lnTo>
                  <a:pt x="7483" y="1651"/>
                </a:lnTo>
                <a:lnTo>
                  <a:pt x="8694" y="1615"/>
                </a:lnTo>
                <a:close/>
                <a:moveTo>
                  <a:pt x="6823" y="6823"/>
                </a:moveTo>
                <a:lnTo>
                  <a:pt x="6933" y="6897"/>
                </a:lnTo>
                <a:lnTo>
                  <a:pt x="6749" y="6897"/>
                </a:lnTo>
                <a:lnTo>
                  <a:pt x="6713" y="6860"/>
                </a:lnTo>
                <a:lnTo>
                  <a:pt x="6823" y="6823"/>
                </a:lnTo>
                <a:close/>
                <a:moveTo>
                  <a:pt x="2714" y="5393"/>
                </a:moveTo>
                <a:lnTo>
                  <a:pt x="2641" y="5429"/>
                </a:lnTo>
                <a:lnTo>
                  <a:pt x="2531" y="5503"/>
                </a:lnTo>
                <a:lnTo>
                  <a:pt x="2458" y="5576"/>
                </a:lnTo>
                <a:lnTo>
                  <a:pt x="2274" y="5796"/>
                </a:lnTo>
                <a:lnTo>
                  <a:pt x="1981" y="6310"/>
                </a:lnTo>
                <a:lnTo>
                  <a:pt x="1651" y="6860"/>
                </a:lnTo>
                <a:lnTo>
                  <a:pt x="1504" y="7080"/>
                </a:lnTo>
                <a:lnTo>
                  <a:pt x="1431" y="7190"/>
                </a:lnTo>
                <a:lnTo>
                  <a:pt x="1394" y="7263"/>
                </a:lnTo>
                <a:lnTo>
                  <a:pt x="1394" y="7337"/>
                </a:lnTo>
                <a:lnTo>
                  <a:pt x="1321" y="7374"/>
                </a:lnTo>
                <a:lnTo>
                  <a:pt x="1321" y="7410"/>
                </a:lnTo>
                <a:lnTo>
                  <a:pt x="1321" y="7520"/>
                </a:lnTo>
                <a:lnTo>
                  <a:pt x="1394" y="7557"/>
                </a:lnTo>
                <a:lnTo>
                  <a:pt x="1504" y="7594"/>
                </a:lnTo>
                <a:lnTo>
                  <a:pt x="1614" y="7520"/>
                </a:lnTo>
                <a:lnTo>
                  <a:pt x="1724" y="7447"/>
                </a:lnTo>
                <a:lnTo>
                  <a:pt x="1834" y="7337"/>
                </a:lnTo>
                <a:lnTo>
                  <a:pt x="2018" y="7043"/>
                </a:lnTo>
                <a:lnTo>
                  <a:pt x="2128" y="6823"/>
                </a:lnTo>
                <a:lnTo>
                  <a:pt x="2568" y="6200"/>
                </a:lnTo>
                <a:lnTo>
                  <a:pt x="2751" y="5870"/>
                </a:lnTo>
                <a:lnTo>
                  <a:pt x="2861" y="5723"/>
                </a:lnTo>
                <a:lnTo>
                  <a:pt x="2861" y="5539"/>
                </a:lnTo>
                <a:lnTo>
                  <a:pt x="2861" y="5466"/>
                </a:lnTo>
                <a:lnTo>
                  <a:pt x="2788" y="5429"/>
                </a:lnTo>
                <a:lnTo>
                  <a:pt x="2714" y="5393"/>
                </a:lnTo>
                <a:close/>
                <a:moveTo>
                  <a:pt x="4072" y="4843"/>
                </a:moveTo>
                <a:lnTo>
                  <a:pt x="4182" y="5026"/>
                </a:lnTo>
                <a:lnTo>
                  <a:pt x="4328" y="5173"/>
                </a:lnTo>
                <a:lnTo>
                  <a:pt x="4475" y="5209"/>
                </a:lnTo>
                <a:lnTo>
                  <a:pt x="4622" y="5246"/>
                </a:lnTo>
                <a:lnTo>
                  <a:pt x="4769" y="5246"/>
                </a:lnTo>
                <a:lnTo>
                  <a:pt x="4915" y="5209"/>
                </a:lnTo>
                <a:lnTo>
                  <a:pt x="5319" y="5576"/>
                </a:lnTo>
                <a:lnTo>
                  <a:pt x="6163" y="6456"/>
                </a:lnTo>
                <a:lnTo>
                  <a:pt x="6126" y="6530"/>
                </a:lnTo>
                <a:lnTo>
                  <a:pt x="6089" y="6640"/>
                </a:lnTo>
                <a:lnTo>
                  <a:pt x="6126" y="6787"/>
                </a:lnTo>
                <a:lnTo>
                  <a:pt x="6163" y="6897"/>
                </a:lnTo>
                <a:lnTo>
                  <a:pt x="6236" y="7007"/>
                </a:lnTo>
                <a:lnTo>
                  <a:pt x="6236" y="7080"/>
                </a:lnTo>
                <a:lnTo>
                  <a:pt x="5942" y="7410"/>
                </a:lnTo>
                <a:lnTo>
                  <a:pt x="5686" y="7777"/>
                </a:lnTo>
                <a:lnTo>
                  <a:pt x="5172" y="8511"/>
                </a:lnTo>
                <a:lnTo>
                  <a:pt x="4695" y="9134"/>
                </a:lnTo>
                <a:lnTo>
                  <a:pt x="4585" y="9061"/>
                </a:lnTo>
                <a:lnTo>
                  <a:pt x="4439" y="9061"/>
                </a:lnTo>
                <a:lnTo>
                  <a:pt x="4255" y="9098"/>
                </a:lnTo>
                <a:lnTo>
                  <a:pt x="4108" y="9208"/>
                </a:lnTo>
                <a:lnTo>
                  <a:pt x="3998" y="9354"/>
                </a:lnTo>
                <a:lnTo>
                  <a:pt x="3925" y="9538"/>
                </a:lnTo>
                <a:lnTo>
                  <a:pt x="3595" y="9501"/>
                </a:lnTo>
                <a:lnTo>
                  <a:pt x="2825" y="9538"/>
                </a:lnTo>
                <a:lnTo>
                  <a:pt x="2788" y="9354"/>
                </a:lnTo>
                <a:lnTo>
                  <a:pt x="2678" y="9208"/>
                </a:lnTo>
                <a:lnTo>
                  <a:pt x="2531" y="9098"/>
                </a:lnTo>
                <a:lnTo>
                  <a:pt x="2384" y="9061"/>
                </a:lnTo>
                <a:lnTo>
                  <a:pt x="2238" y="9061"/>
                </a:lnTo>
                <a:lnTo>
                  <a:pt x="2054" y="9098"/>
                </a:lnTo>
                <a:lnTo>
                  <a:pt x="1577" y="8437"/>
                </a:lnTo>
                <a:lnTo>
                  <a:pt x="1394" y="8107"/>
                </a:lnTo>
                <a:lnTo>
                  <a:pt x="1137" y="7777"/>
                </a:lnTo>
                <a:lnTo>
                  <a:pt x="1211" y="7594"/>
                </a:lnTo>
                <a:lnTo>
                  <a:pt x="1247" y="7447"/>
                </a:lnTo>
                <a:lnTo>
                  <a:pt x="1211" y="7263"/>
                </a:lnTo>
                <a:lnTo>
                  <a:pt x="1174" y="7117"/>
                </a:lnTo>
                <a:lnTo>
                  <a:pt x="1064" y="7007"/>
                </a:lnTo>
                <a:lnTo>
                  <a:pt x="1101" y="6933"/>
                </a:lnTo>
                <a:lnTo>
                  <a:pt x="1174" y="6823"/>
                </a:lnTo>
                <a:lnTo>
                  <a:pt x="1247" y="6640"/>
                </a:lnTo>
                <a:lnTo>
                  <a:pt x="1614" y="5980"/>
                </a:lnTo>
                <a:lnTo>
                  <a:pt x="1944" y="5356"/>
                </a:lnTo>
                <a:lnTo>
                  <a:pt x="2164" y="5356"/>
                </a:lnTo>
                <a:lnTo>
                  <a:pt x="2384" y="5283"/>
                </a:lnTo>
                <a:lnTo>
                  <a:pt x="2531" y="5136"/>
                </a:lnTo>
                <a:lnTo>
                  <a:pt x="2604" y="5063"/>
                </a:lnTo>
                <a:lnTo>
                  <a:pt x="2641" y="4953"/>
                </a:lnTo>
                <a:lnTo>
                  <a:pt x="2678" y="4916"/>
                </a:lnTo>
                <a:lnTo>
                  <a:pt x="3118" y="4953"/>
                </a:lnTo>
                <a:lnTo>
                  <a:pt x="3705" y="4916"/>
                </a:lnTo>
                <a:lnTo>
                  <a:pt x="4072" y="4843"/>
                </a:lnTo>
                <a:close/>
                <a:moveTo>
                  <a:pt x="8877" y="7740"/>
                </a:moveTo>
                <a:lnTo>
                  <a:pt x="8877" y="7777"/>
                </a:lnTo>
                <a:lnTo>
                  <a:pt x="8877" y="7814"/>
                </a:lnTo>
                <a:lnTo>
                  <a:pt x="8914" y="7997"/>
                </a:lnTo>
                <a:lnTo>
                  <a:pt x="8914" y="8070"/>
                </a:lnTo>
                <a:lnTo>
                  <a:pt x="8950" y="8181"/>
                </a:lnTo>
                <a:lnTo>
                  <a:pt x="9391" y="8731"/>
                </a:lnTo>
                <a:lnTo>
                  <a:pt x="9794" y="9281"/>
                </a:lnTo>
                <a:lnTo>
                  <a:pt x="9941" y="9464"/>
                </a:lnTo>
                <a:lnTo>
                  <a:pt x="10014" y="9538"/>
                </a:lnTo>
                <a:lnTo>
                  <a:pt x="10124" y="9574"/>
                </a:lnTo>
                <a:lnTo>
                  <a:pt x="10234" y="9574"/>
                </a:lnTo>
                <a:lnTo>
                  <a:pt x="10308" y="9538"/>
                </a:lnTo>
                <a:lnTo>
                  <a:pt x="10381" y="9501"/>
                </a:lnTo>
                <a:lnTo>
                  <a:pt x="10418" y="9391"/>
                </a:lnTo>
                <a:lnTo>
                  <a:pt x="10418" y="9354"/>
                </a:lnTo>
                <a:lnTo>
                  <a:pt x="10418" y="9244"/>
                </a:lnTo>
                <a:lnTo>
                  <a:pt x="10381" y="9171"/>
                </a:lnTo>
                <a:lnTo>
                  <a:pt x="10308" y="9134"/>
                </a:lnTo>
                <a:lnTo>
                  <a:pt x="10198" y="9098"/>
                </a:lnTo>
                <a:lnTo>
                  <a:pt x="10088" y="8951"/>
                </a:lnTo>
                <a:lnTo>
                  <a:pt x="10014" y="8841"/>
                </a:lnTo>
                <a:lnTo>
                  <a:pt x="9647" y="8401"/>
                </a:lnTo>
                <a:lnTo>
                  <a:pt x="9281" y="7924"/>
                </a:lnTo>
                <a:lnTo>
                  <a:pt x="9207" y="7850"/>
                </a:lnTo>
                <a:lnTo>
                  <a:pt x="9134" y="7814"/>
                </a:lnTo>
                <a:lnTo>
                  <a:pt x="8950" y="7740"/>
                </a:lnTo>
                <a:close/>
                <a:moveTo>
                  <a:pt x="2128" y="9721"/>
                </a:moveTo>
                <a:lnTo>
                  <a:pt x="2054" y="9758"/>
                </a:lnTo>
                <a:lnTo>
                  <a:pt x="2054" y="9721"/>
                </a:lnTo>
                <a:close/>
                <a:moveTo>
                  <a:pt x="5612" y="9281"/>
                </a:moveTo>
                <a:lnTo>
                  <a:pt x="5576" y="9318"/>
                </a:lnTo>
                <a:lnTo>
                  <a:pt x="5576" y="9354"/>
                </a:lnTo>
                <a:lnTo>
                  <a:pt x="5576" y="9538"/>
                </a:lnTo>
                <a:lnTo>
                  <a:pt x="5649" y="9684"/>
                </a:lnTo>
                <a:lnTo>
                  <a:pt x="5796" y="9941"/>
                </a:lnTo>
                <a:lnTo>
                  <a:pt x="6163" y="10455"/>
                </a:lnTo>
                <a:lnTo>
                  <a:pt x="6456" y="10895"/>
                </a:lnTo>
                <a:lnTo>
                  <a:pt x="6603" y="11115"/>
                </a:lnTo>
                <a:lnTo>
                  <a:pt x="6823" y="11298"/>
                </a:lnTo>
                <a:lnTo>
                  <a:pt x="6860" y="11372"/>
                </a:lnTo>
                <a:lnTo>
                  <a:pt x="6970" y="11482"/>
                </a:lnTo>
                <a:lnTo>
                  <a:pt x="7043" y="11519"/>
                </a:lnTo>
                <a:lnTo>
                  <a:pt x="7116" y="11519"/>
                </a:lnTo>
                <a:lnTo>
                  <a:pt x="7190" y="11482"/>
                </a:lnTo>
                <a:lnTo>
                  <a:pt x="7226" y="11408"/>
                </a:lnTo>
                <a:lnTo>
                  <a:pt x="7263" y="11188"/>
                </a:lnTo>
                <a:lnTo>
                  <a:pt x="7226" y="11078"/>
                </a:lnTo>
                <a:lnTo>
                  <a:pt x="7153" y="10968"/>
                </a:lnTo>
                <a:lnTo>
                  <a:pt x="7080" y="10932"/>
                </a:lnTo>
                <a:lnTo>
                  <a:pt x="7006" y="10895"/>
                </a:lnTo>
                <a:lnTo>
                  <a:pt x="6933" y="10785"/>
                </a:lnTo>
                <a:lnTo>
                  <a:pt x="6860" y="10675"/>
                </a:lnTo>
                <a:lnTo>
                  <a:pt x="6713" y="10455"/>
                </a:lnTo>
                <a:lnTo>
                  <a:pt x="6273" y="9831"/>
                </a:lnTo>
                <a:lnTo>
                  <a:pt x="6016" y="9501"/>
                </a:lnTo>
                <a:lnTo>
                  <a:pt x="5869" y="9391"/>
                </a:lnTo>
                <a:lnTo>
                  <a:pt x="5722" y="9281"/>
                </a:lnTo>
                <a:close/>
                <a:moveTo>
                  <a:pt x="8730" y="6970"/>
                </a:moveTo>
                <a:lnTo>
                  <a:pt x="8804" y="7080"/>
                </a:lnTo>
                <a:lnTo>
                  <a:pt x="8914" y="7153"/>
                </a:lnTo>
                <a:lnTo>
                  <a:pt x="8987" y="7227"/>
                </a:lnTo>
                <a:lnTo>
                  <a:pt x="9097" y="7263"/>
                </a:lnTo>
                <a:lnTo>
                  <a:pt x="9391" y="7227"/>
                </a:lnTo>
                <a:lnTo>
                  <a:pt x="9501" y="7263"/>
                </a:lnTo>
                <a:lnTo>
                  <a:pt x="9574" y="7300"/>
                </a:lnTo>
                <a:lnTo>
                  <a:pt x="9721" y="7557"/>
                </a:lnTo>
                <a:lnTo>
                  <a:pt x="9867" y="7814"/>
                </a:lnTo>
                <a:lnTo>
                  <a:pt x="10234" y="8364"/>
                </a:lnTo>
                <a:lnTo>
                  <a:pt x="10711" y="9098"/>
                </a:lnTo>
                <a:lnTo>
                  <a:pt x="10638" y="9281"/>
                </a:lnTo>
                <a:lnTo>
                  <a:pt x="10601" y="9428"/>
                </a:lnTo>
                <a:lnTo>
                  <a:pt x="10564" y="9758"/>
                </a:lnTo>
                <a:lnTo>
                  <a:pt x="10528" y="9941"/>
                </a:lnTo>
                <a:lnTo>
                  <a:pt x="10528" y="10125"/>
                </a:lnTo>
                <a:lnTo>
                  <a:pt x="10528" y="10235"/>
                </a:lnTo>
                <a:lnTo>
                  <a:pt x="10564" y="10271"/>
                </a:lnTo>
                <a:lnTo>
                  <a:pt x="10344" y="10638"/>
                </a:lnTo>
                <a:lnTo>
                  <a:pt x="9794" y="11555"/>
                </a:lnTo>
                <a:lnTo>
                  <a:pt x="9684" y="11519"/>
                </a:lnTo>
                <a:lnTo>
                  <a:pt x="9537" y="11519"/>
                </a:lnTo>
                <a:lnTo>
                  <a:pt x="9391" y="11555"/>
                </a:lnTo>
                <a:lnTo>
                  <a:pt x="9281" y="11629"/>
                </a:lnTo>
                <a:lnTo>
                  <a:pt x="9170" y="11702"/>
                </a:lnTo>
                <a:lnTo>
                  <a:pt x="9097" y="11812"/>
                </a:lnTo>
                <a:lnTo>
                  <a:pt x="9024" y="11922"/>
                </a:lnTo>
                <a:lnTo>
                  <a:pt x="8987" y="12032"/>
                </a:lnTo>
                <a:lnTo>
                  <a:pt x="8400" y="12069"/>
                </a:lnTo>
                <a:lnTo>
                  <a:pt x="7483" y="12142"/>
                </a:lnTo>
                <a:lnTo>
                  <a:pt x="7006" y="12142"/>
                </a:lnTo>
                <a:lnTo>
                  <a:pt x="6970" y="11959"/>
                </a:lnTo>
                <a:lnTo>
                  <a:pt x="6823" y="11775"/>
                </a:lnTo>
                <a:lnTo>
                  <a:pt x="6749" y="11739"/>
                </a:lnTo>
                <a:lnTo>
                  <a:pt x="6676" y="11702"/>
                </a:lnTo>
                <a:lnTo>
                  <a:pt x="6493" y="11665"/>
                </a:lnTo>
                <a:lnTo>
                  <a:pt x="6419" y="11629"/>
                </a:lnTo>
                <a:lnTo>
                  <a:pt x="6346" y="11665"/>
                </a:lnTo>
                <a:lnTo>
                  <a:pt x="6273" y="11739"/>
                </a:lnTo>
                <a:lnTo>
                  <a:pt x="6199" y="11739"/>
                </a:lnTo>
                <a:lnTo>
                  <a:pt x="5979" y="11225"/>
                </a:lnTo>
                <a:lnTo>
                  <a:pt x="5722" y="10712"/>
                </a:lnTo>
                <a:lnTo>
                  <a:pt x="5466" y="10308"/>
                </a:lnTo>
                <a:lnTo>
                  <a:pt x="5172" y="9868"/>
                </a:lnTo>
                <a:lnTo>
                  <a:pt x="5209" y="9758"/>
                </a:lnTo>
                <a:lnTo>
                  <a:pt x="5246" y="9648"/>
                </a:lnTo>
                <a:lnTo>
                  <a:pt x="5246" y="9501"/>
                </a:lnTo>
                <a:lnTo>
                  <a:pt x="5209" y="9391"/>
                </a:lnTo>
                <a:lnTo>
                  <a:pt x="5135" y="9318"/>
                </a:lnTo>
                <a:lnTo>
                  <a:pt x="5099" y="9318"/>
                </a:lnTo>
                <a:lnTo>
                  <a:pt x="5209" y="9171"/>
                </a:lnTo>
                <a:lnTo>
                  <a:pt x="5759" y="8401"/>
                </a:lnTo>
                <a:lnTo>
                  <a:pt x="6163" y="7850"/>
                </a:lnTo>
                <a:lnTo>
                  <a:pt x="6383" y="7594"/>
                </a:lnTo>
                <a:lnTo>
                  <a:pt x="6529" y="7300"/>
                </a:lnTo>
                <a:lnTo>
                  <a:pt x="6676" y="7337"/>
                </a:lnTo>
                <a:lnTo>
                  <a:pt x="6933" y="7337"/>
                </a:lnTo>
                <a:lnTo>
                  <a:pt x="7080" y="7300"/>
                </a:lnTo>
                <a:lnTo>
                  <a:pt x="7190" y="7263"/>
                </a:lnTo>
                <a:lnTo>
                  <a:pt x="7300" y="7153"/>
                </a:lnTo>
                <a:lnTo>
                  <a:pt x="7410" y="7080"/>
                </a:lnTo>
                <a:lnTo>
                  <a:pt x="7483" y="6970"/>
                </a:lnTo>
                <a:close/>
                <a:moveTo>
                  <a:pt x="4769" y="1"/>
                </a:moveTo>
                <a:lnTo>
                  <a:pt x="4769" y="37"/>
                </a:lnTo>
                <a:lnTo>
                  <a:pt x="4805" y="184"/>
                </a:lnTo>
                <a:lnTo>
                  <a:pt x="4879" y="294"/>
                </a:lnTo>
                <a:lnTo>
                  <a:pt x="4989" y="367"/>
                </a:lnTo>
                <a:lnTo>
                  <a:pt x="5099" y="404"/>
                </a:lnTo>
                <a:lnTo>
                  <a:pt x="5172" y="551"/>
                </a:lnTo>
                <a:lnTo>
                  <a:pt x="5282" y="697"/>
                </a:lnTo>
                <a:lnTo>
                  <a:pt x="5466" y="991"/>
                </a:lnTo>
                <a:lnTo>
                  <a:pt x="5539" y="1101"/>
                </a:lnTo>
                <a:lnTo>
                  <a:pt x="5466" y="1284"/>
                </a:lnTo>
                <a:lnTo>
                  <a:pt x="5466" y="1468"/>
                </a:lnTo>
                <a:lnTo>
                  <a:pt x="5539" y="1688"/>
                </a:lnTo>
                <a:lnTo>
                  <a:pt x="5649" y="1835"/>
                </a:lnTo>
                <a:lnTo>
                  <a:pt x="5722" y="1908"/>
                </a:lnTo>
                <a:lnTo>
                  <a:pt x="5356" y="2605"/>
                </a:lnTo>
                <a:lnTo>
                  <a:pt x="4879" y="3595"/>
                </a:lnTo>
                <a:lnTo>
                  <a:pt x="4769" y="3852"/>
                </a:lnTo>
                <a:lnTo>
                  <a:pt x="4622" y="4072"/>
                </a:lnTo>
                <a:lnTo>
                  <a:pt x="4402" y="4072"/>
                </a:lnTo>
                <a:lnTo>
                  <a:pt x="4292" y="4109"/>
                </a:lnTo>
                <a:lnTo>
                  <a:pt x="4182" y="4182"/>
                </a:lnTo>
                <a:lnTo>
                  <a:pt x="4108" y="4292"/>
                </a:lnTo>
                <a:lnTo>
                  <a:pt x="4072" y="4402"/>
                </a:lnTo>
                <a:lnTo>
                  <a:pt x="3485" y="4476"/>
                </a:lnTo>
                <a:lnTo>
                  <a:pt x="3045" y="4512"/>
                </a:lnTo>
                <a:lnTo>
                  <a:pt x="2678" y="4549"/>
                </a:lnTo>
                <a:lnTo>
                  <a:pt x="2568" y="4366"/>
                </a:lnTo>
                <a:lnTo>
                  <a:pt x="2458" y="4219"/>
                </a:lnTo>
                <a:lnTo>
                  <a:pt x="2274" y="4146"/>
                </a:lnTo>
                <a:lnTo>
                  <a:pt x="2091" y="4109"/>
                </a:lnTo>
                <a:lnTo>
                  <a:pt x="1907" y="4109"/>
                </a:lnTo>
                <a:lnTo>
                  <a:pt x="1797" y="4182"/>
                </a:lnTo>
                <a:lnTo>
                  <a:pt x="1651" y="4292"/>
                </a:lnTo>
                <a:lnTo>
                  <a:pt x="1577" y="4402"/>
                </a:lnTo>
                <a:lnTo>
                  <a:pt x="1504" y="4512"/>
                </a:lnTo>
                <a:lnTo>
                  <a:pt x="1504" y="4622"/>
                </a:lnTo>
                <a:lnTo>
                  <a:pt x="1431" y="4769"/>
                </a:lnTo>
                <a:lnTo>
                  <a:pt x="1431" y="4953"/>
                </a:lnTo>
                <a:lnTo>
                  <a:pt x="1467" y="5099"/>
                </a:lnTo>
                <a:lnTo>
                  <a:pt x="1504" y="5173"/>
                </a:lnTo>
                <a:lnTo>
                  <a:pt x="1504" y="5209"/>
                </a:lnTo>
                <a:lnTo>
                  <a:pt x="1247" y="5760"/>
                </a:lnTo>
                <a:lnTo>
                  <a:pt x="880" y="6420"/>
                </a:lnTo>
                <a:lnTo>
                  <a:pt x="770" y="6640"/>
                </a:lnTo>
                <a:lnTo>
                  <a:pt x="770" y="6713"/>
                </a:lnTo>
                <a:lnTo>
                  <a:pt x="734" y="6823"/>
                </a:lnTo>
                <a:lnTo>
                  <a:pt x="734" y="6787"/>
                </a:lnTo>
                <a:lnTo>
                  <a:pt x="624" y="6787"/>
                </a:lnTo>
                <a:lnTo>
                  <a:pt x="550" y="6823"/>
                </a:lnTo>
                <a:lnTo>
                  <a:pt x="404" y="6933"/>
                </a:lnTo>
                <a:lnTo>
                  <a:pt x="330" y="6970"/>
                </a:lnTo>
                <a:lnTo>
                  <a:pt x="257" y="7007"/>
                </a:lnTo>
                <a:lnTo>
                  <a:pt x="183" y="7117"/>
                </a:lnTo>
                <a:lnTo>
                  <a:pt x="110" y="7227"/>
                </a:lnTo>
                <a:lnTo>
                  <a:pt x="110" y="7447"/>
                </a:lnTo>
                <a:lnTo>
                  <a:pt x="0" y="7777"/>
                </a:lnTo>
                <a:lnTo>
                  <a:pt x="37" y="7850"/>
                </a:lnTo>
                <a:lnTo>
                  <a:pt x="73" y="7887"/>
                </a:lnTo>
                <a:lnTo>
                  <a:pt x="110" y="7960"/>
                </a:lnTo>
                <a:lnTo>
                  <a:pt x="183" y="7960"/>
                </a:lnTo>
                <a:lnTo>
                  <a:pt x="367" y="8034"/>
                </a:lnTo>
                <a:lnTo>
                  <a:pt x="660" y="8034"/>
                </a:lnTo>
                <a:lnTo>
                  <a:pt x="660" y="7997"/>
                </a:lnTo>
                <a:lnTo>
                  <a:pt x="770" y="7997"/>
                </a:lnTo>
                <a:lnTo>
                  <a:pt x="880" y="8181"/>
                </a:lnTo>
                <a:lnTo>
                  <a:pt x="990" y="8364"/>
                </a:lnTo>
                <a:lnTo>
                  <a:pt x="1211" y="8657"/>
                </a:lnTo>
                <a:lnTo>
                  <a:pt x="1651" y="9281"/>
                </a:lnTo>
                <a:lnTo>
                  <a:pt x="1687" y="9354"/>
                </a:lnTo>
                <a:lnTo>
                  <a:pt x="1651" y="9501"/>
                </a:lnTo>
                <a:lnTo>
                  <a:pt x="1614" y="9648"/>
                </a:lnTo>
                <a:lnTo>
                  <a:pt x="1577" y="9831"/>
                </a:lnTo>
                <a:lnTo>
                  <a:pt x="1577" y="9941"/>
                </a:lnTo>
                <a:lnTo>
                  <a:pt x="1614" y="10051"/>
                </a:lnTo>
                <a:lnTo>
                  <a:pt x="1541" y="10235"/>
                </a:lnTo>
                <a:lnTo>
                  <a:pt x="1431" y="10418"/>
                </a:lnTo>
                <a:lnTo>
                  <a:pt x="1357" y="10601"/>
                </a:lnTo>
                <a:lnTo>
                  <a:pt x="1211" y="10785"/>
                </a:lnTo>
                <a:lnTo>
                  <a:pt x="1137" y="10858"/>
                </a:lnTo>
                <a:lnTo>
                  <a:pt x="1137" y="10968"/>
                </a:lnTo>
                <a:lnTo>
                  <a:pt x="1174" y="11078"/>
                </a:lnTo>
                <a:lnTo>
                  <a:pt x="1247" y="11152"/>
                </a:lnTo>
                <a:lnTo>
                  <a:pt x="1357" y="11188"/>
                </a:lnTo>
                <a:lnTo>
                  <a:pt x="1467" y="11152"/>
                </a:lnTo>
                <a:lnTo>
                  <a:pt x="1541" y="11078"/>
                </a:lnTo>
                <a:lnTo>
                  <a:pt x="1577" y="10968"/>
                </a:lnTo>
                <a:lnTo>
                  <a:pt x="1614" y="10932"/>
                </a:lnTo>
                <a:lnTo>
                  <a:pt x="1687" y="10822"/>
                </a:lnTo>
                <a:lnTo>
                  <a:pt x="1761" y="10638"/>
                </a:lnTo>
                <a:lnTo>
                  <a:pt x="1834" y="10491"/>
                </a:lnTo>
                <a:lnTo>
                  <a:pt x="1907" y="10198"/>
                </a:lnTo>
                <a:lnTo>
                  <a:pt x="2164" y="10198"/>
                </a:lnTo>
                <a:lnTo>
                  <a:pt x="2348" y="10161"/>
                </a:lnTo>
                <a:lnTo>
                  <a:pt x="2494" y="10088"/>
                </a:lnTo>
                <a:lnTo>
                  <a:pt x="2641" y="10015"/>
                </a:lnTo>
                <a:lnTo>
                  <a:pt x="2714" y="9905"/>
                </a:lnTo>
                <a:lnTo>
                  <a:pt x="3338" y="9905"/>
                </a:lnTo>
                <a:lnTo>
                  <a:pt x="3998" y="9941"/>
                </a:lnTo>
                <a:lnTo>
                  <a:pt x="4035" y="10051"/>
                </a:lnTo>
                <a:lnTo>
                  <a:pt x="4072" y="10088"/>
                </a:lnTo>
                <a:lnTo>
                  <a:pt x="4145" y="10161"/>
                </a:lnTo>
                <a:lnTo>
                  <a:pt x="4292" y="10235"/>
                </a:lnTo>
                <a:lnTo>
                  <a:pt x="4439" y="10308"/>
                </a:lnTo>
                <a:lnTo>
                  <a:pt x="4622" y="10308"/>
                </a:lnTo>
                <a:lnTo>
                  <a:pt x="4805" y="10271"/>
                </a:lnTo>
                <a:lnTo>
                  <a:pt x="4879" y="10235"/>
                </a:lnTo>
                <a:lnTo>
                  <a:pt x="5282" y="10822"/>
                </a:lnTo>
                <a:lnTo>
                  <a:pt x="5429" y="11115"/>
                </a:lnTo>
                <a:lnTo>
                  <a:pt x="5576" y="11408"/>
                </a:lnTo>
                <a:lnTo>
                  <a:pt x="5796" y="11995"/>
                </a:lnTo>
                <a:lnTo>
                  <a:pt x="5759" y="12105"/>
                </a:lnTo>
                <a:lnTo>
                  <a:pt x="5759" y="12215"/>
                </a:lnTo>
                <a:lnTo>
                  <a:pt x="5759" y="12362"/>
                </a:lnTo>
                <a:lnTo>
                  <a:pt x="5759" y="12472"/>
                </a:lnTo>
                <a:lnTo>
                  <a:pt x="5759" y="12509"/>
                </a:lnTo>
                <a:lnTo>
                  <a:pt x="5722" y="12619"/>
                </a:lnTo>
                <a:lnTo>
                  <a:pt x="5722" y="12692"/>
                </a:lnTo>
                <a:lnTo>
                  <a:pt x="5759" y="12766"/>
                </a:lnTo>
                <a:lnTo>
                  <a:pt x="5979" y="12876"/>
                </a:lnTo>
                <a:lnTo>
                  <a:pt x="5759" y="13169"/>
                </a:lnTo>
                <a:lnTo>
                  <a:pt x="5612" y="13463"/>
                </a:lnTo>
                <a:lnTo>
                  <a:pt x="5502" y="13793"/>
                </a:lnTo>
                <a:lnTo>
                  <a:pt x="5429" y="14123"/>
                </a:lnTo>
                <a:lnTo>
                  <a:pt x="5392" y="14196"/>
                </a:lnTo>
                <a:lnTo>
                  <a:pt x="5429" y="14270"/>
                </a:lnTo>
                <a:lnTo>
                  <a:pt x="5502" y="14343"/>
                </a:lnTo>
                <a:lnTo>
                  <a:pt x="5576" y="14380"/>
                </a:lnTo>
                <a:lnTo>
                  <a:pt x="5649" y="14416"/>
                </a:lnTo>
                <a:lnTo>
                  <a:pt x="5722" y="14416"/>
                </a:lnTo>
                <a:lnTo>
                  <a:pt x="5759" y="14380"/>
                </a:lnTo>
                <a:lnTo>
                  <a:pt x="5832" y="14306"/>
                </a:lnTo>
                <a:lnTo>
                  <a:pt x="5832" y="14233"/>
                </a:lnTo>
                <a:lnTo>
                  <a:pt x="5869" y="14086"/>
                </a:lnTo>
                <a:lnTo>
                  <a:pt x="5979" y="13793"/>
                </a:lnTo>
                <a:lnTo>
                  <a:pt x="6089" y="13463"/>
                </a:lnTo>
                <a:lnTo>
                  <a:pt x="6309" y="13022"/>
                </a:lnTo>
                <a:lnTo>
                  <a:pt x="6566" y="13022"/>
                </a:lnTo>
                <a:lnTo>
                  <a:pt x="6713" y="12986"/>
                </a:lnTo>
                <a:lnTo>
                  <a:pt x="6786" y="12876"/>
                </a:lnTo>
                <a:lnTo>
                  <a:pt x="6860" y="12582"/>
                </a:lnTo>
                <a:lnTo>
                  <a:pt x="7593" y="12582"/>
                </a:lnTo>
                <a:lnTo>
                  <a:pt x="8253" y="12546"/>
                </a:lnTo>
                <a:lnTo>
                  <a:pt x="8914" y="12509"/>
                </a:lnTo>
                <a:lnTo>
                  <a:pt x="8950" y="12509"/>
                </a:lnTo>
                <a:lnTo>
                  <a:pt x="8950" y="12619"/>
                </a:lnTo>
                <a:lnTo>
                  <a:pt x="9024" y="12692"/>
                </a:lnTo>
                <a:lnTo>
                  <a:pt x="9170" y="12802"/>
                </a:lnTo>
                <a:lnTo>
                  <a:pt x="9354" y="12876"/>
                </a:lnTo>
                <a:lnTo>
                  <a:pt x="9537" y="12912"/>
                </a:lnTo>
                <a:lnTo>
                  <a:pt x="9647" y="13279"/>
                </a:lnTo>
                <a:lnTo>
                  <a:pt x="9794" y="13829"/>
                </a:lnTo>
                <a:lnTo>
                  <a:pt x="9904" y="14050"/>
                </a:lnTo>
                <a:lnTo>
                  <a:pt x="9977" y="14160"/>
                </a:lnTo>
                <a:lnTo>
                  <a:pt x="10051" y="14270"/>
                </a:lnTo>
                <a:lnTo>
                  <a:pt x="10198" y="14270"/>
                </a:lnTo>
                <a:lnTo>
                  <a:pt x="10271" y="14233"/>
                </a:lnTo>
                <a:lnTo>
                  <a:pt x="10308" y="14160"/>
                </a:lnTo>
                <a:lnTo>
                  <a:pt x="10308" y="14013"/>
                </a:lnTo>
                <a:lnTo>
                  <a:pt x="10308" y="13903"/>
                </a:lnTo>
                <a:lnTo>
                  <a:pt x="10198" y="13609"/>
                </a:lnTo>
                <a:lnTo>
                  <a:pt x="9977" y="12949"/>
                </a:lnTo>
                <a:lnTo>
                  <a:pt x="9904" y="12729"/>
                </a:lnTo>
                <a:lnTo>
                  <a:pt x="9977" y="12619"/>
                </a:lnTo>
                <a:lnTo>
                  <a:pt x="10088" y="12399"/>
                </a:lnTo>
                <a:lnTo>
                  <a:pt x="10124" y="12215"/>
                </a:lnTo>
                <a:lnTo>
                  <a:pt x="10161" y="12032"/>
                </a:lnTo>
                <a:lnTo>
                  <a:pt x="10161" y="11885"/>
                </a:lnTo>
                <a:lnTo>
                  <a:pt x="10124" y="11849"/>
                </a:lnTo>
                <a:lnTo>
                  <a:pt x="10601" y="11042"/>
                </a:lnTo>
                <a:lnTo>
                  <a:pt x="11115" y="10235"/>
                </a:lnTo>
                <a:lnTo>
                  <a:pt x="11371" y="10088"/>
                </a:lnTo>
                <a:lnTo>
                  <a:pt x="11518" y="9978"/>
                </a:lnTo>
                <a:lnTo>
                  <a:pt x="11628" y="9868"/>
                </a:lnTo>
                <a:lnTo>
                  <a:pt x="11665" y="9831"/>
                </a:lnTo>
                <a:lnTo>
                  <a:pt x="11738" y="9758"/>
                </a:lnTo>
                <a:lnTo>
                  <a:pt x="11812" y="9611"/>
                </a:lnTo>
                <a:lnTo>
                  <a:pt x="11885" y="9464"/>
                </a:lnTo>
                <a:lnTo>
                  <a:pt x="12068" y="9501"/>
                </a:lnTo>
                <a:lnTo>
                  <a:pt x="12288" y="9501"/>
                </a:lnTo>
                <a:lnTo>
                  <a:pt x="12875" y="9538"/>
                </a:lnTo>
                <a:lnTo>
                  <a:pt x="13426" y="9501"/>
                </a:lnTo>
                <a:lnTo>
                  <a:pt x="13499" y="9501"/>
                </a:lnTo>
                <a:lnTo>
                  <a:pt x="13572" y="9464"/>
                </a:lnTo>
                <a:lnTo>
                  <a:pt x="13646" y="9391"/>
                </a:lnTo>
                <a:lnTo>
                  <a:pt x="13646" y="9318"/>
                </a:lnTo>
                <a:lnTo>
                  <a:pt x="13682" y="9244"/>
                </a:lnTo>
                <a:lnTo>
                  <a:pt x="13646" y="9171"/>
                </a:lnTo>
                <a:lnTo>
                  <a:pt x="13609" y="9098"/>
                </a:lnTo>
                <a:lnTo>
                  <a:pt x="13536" y="9024"/>
                </a:lnTo>
                <a:lnTo>
                  <a:pt x="13426" y="9024"/>
                </a:lnTo>
                <a:lnTo>
                  <a:pt x="13059" y="8988"/>
                </a:lnTo>
                <a:lnTo>
                  <a:pt x="12655" y="8988"/>
                </a:lnTo>
                <a:lnTo>
                  <a:pt x="11885" y="9024"/>
                </a:lnTo>
                <a:lnTo>
                  <a:pt x="11812" y="8951"/>
                </a:lnTo>
                <a:lnTo>
                  <a:pt x="11738" y="8877"/>
                </a:lnTo>
                <a:lnTo>
                  <a:pt x="11518" y="8767"/>
                </a:lnTo>
                <a:lnTo>
                  <a:pt x="11445" y="8767"/>
                </a:lnTo>
                <a:lnTo>
                  <a:pt x="11335" y="8804"/>
                </a:lnTo>
                <a:lnTo>
                  <a:pt x="11225" y="8767"/>
                </a:lnTo>
                <a:lnTo>
                  <a:pt x="11078" y="8804"/>
                </a:lnTo>
                <a:lnTo>
                  <a:pt x="10638" y="8107"/>
                </a:lnTo>
                <a:lnTo>
                  <a:pt x="10271" y="7594"/>
                </a:lnTo>
                <a:lnTo>
                  <a:pt x="10088" y="7300"/>
                </a:lnTo>
                <a:lnTo>
                  <a:pt x="9904" y="7080"/>
                </a:lnTo>
                <a:lnTo>
                  <a:pt x="9977" y="6970"/>
                </a:lnTo>
                <a:lnTo>
                  <a:pt x="10051" y="6823"/>
                </a:lnTo>
                <a:lnTo>
                  <a:pt x="10088" y="6713"/>
                </a:lnTo>
                <a:lnTo>
                  <a:pt x="10124" y="6567"/>
                </a:lnTo>
                <a:lnTo>
                  <a:pt x="10088" y="6493"/>
                </a:lnTo>
                <a:lnTo>
                  <a:pt x="10051" y="6456"/>
                </a:lnTo>
                <a:lnTo>
                  <a:pt x="9941" y="6456"/>
                </a:lnTo>
                <a:lnTo>
                  <a:pt x="10124" y="6236"/>
                </a:lnTo>
                <a:lnTo>
                  <a:pt x="10308" y="5980"/>
                </a:lnTo>
                <a:lnTo>
                  <a:pt x="10638" y="5503"/>
                </a:lnTo>
                <a:lnTo>
                  <a:pt x="11005" y="4953"/>
                </a:lnTo>
                <a:lnTo>
                  <a:pt x="11078" y="4953"/>
                </a:lnTo>
                <a:lnTo>
                  <a:pt x="11151" y="4916"/>
                </a:lnTo>
                <a:lnTo>
                  <a:pt x="11225" y="4843"/>
                </a:lnTo>
                <a:lnTo>
                  <a:pt x="11298" y="4769"/>
                </a:lnTo>
                <a:lnTo>
                  <a:pt x="11518" y="4586"/>
                </a:lnTo>
                <a:lnTo>
                  <a:pt x="11591" y="4476"/>
                </a:lnTo>
                <a:lnTo>
                  <a:pt x="11665" y="4366"/>
                </a:lnTo>
                <a:lnTo>
                  <a:pt x="11702" y="4256"/>
                </a:lnTo>
                <a:lnTo>
                  <a:pt x="11702" y="4146"/>
                </a:lnTo>
                <a:lnTo>
                  <a:pt x="11665" y="3999"/>
                </a:lnTo>
                <a:lnTo>
                  <a:pt x="11591" y="3889"/>
                </a:lnTo>
                <a:lnTo>
                  <a:pt x="11518" y="3779"/>
                </a:lnTo>
                <a:lnTo>
                  <a:pt x="11408" y="3742"/>
                </a:lnTo>
                <a:lnTo>
                  <a:pt x="11298" y="3705"/>
                </a:lnTo>
                <a:lnTo>
                  <a:pt x="11151" y="3669"/>
                </a:lnTo>
                <a:lnTo>
                  <a:pt x="10931" y="3192"/>
                </a:lnTo>
                <a:lnTo>
                  <a:pt x="10674" y="2752"/>
                </a:lnTo>
                <a:lnTo>
                  <a:pt x="10344" y="2091"/>
                </a:lnTo>
                <a:lnTo>
                  <a:pt x="10124" y="1725"/>
                </a:lnTo>
                <a:lnTo>
                  <a:pt x="9904" y="1431"/>
                </a:lnTo>
                <a:lnTo>
                  <a:pt x="9941" y="1284"/>
                </a:lnTo>
                <a:lnTo>
                  <a:pt x="9941" y="1211"/>
                </a:lnTo>
                <a:lnTo>
                  <a:pt x="9977" y="1064"/>
                </a:lnTo>
                <a:lnTo>
                  <a:pt x="9941" y="954"/>
                </a:lnTo>
                <a:lnTo>
                  <a:pt x="9904" y="844"/>
                </a:lnTo>
                <a:lnTo>
                  <a:pt x="9831" y="697"/>
                </a:lnTo>
                <a:lnTo>
                  <a:pt x="9721" y="587"/>
                </a:lnTo>
                <a:lnTo>
                  <a:pt x="9574" y="514"/>
                </a:lnTo>
                <a:lnTo>
                  <a:pt x="9427" y="477"/>
                </a:lnTo>
                <a:lnTo>
                  <a:pt x="9244" y="514"/>
                </a:lnTo>
                <a:lnTo>
                  <a:pt x="9097" y="551"/>
                </a:lnTo>
                <a:lnTo>
                  <a:pt x="8987" y="661"/>
                </a:lnTo>
                <a:lnTo>
                  <a:pt x="8914" y="808"/>
                </a:lnTo>
                <a:lnTo>
                  <a:pt x="8877" y="954"/>
                </a:lnTo>
                <a:lnTo>
                  <a:pt x="8840" y="1028"/>
                </a:lnTo>
                <a:lnTo>
                  <a:pt x="7887" y="1101"/>
                </a:lnTo>
                <a:lnTo>
                  <a:pt x="7080" y="1174"/>
                </a:lnTo>
                <a:lnTo>
                  <a:pt x="6933" y="1174"/>
                </a:lnTo>
                <a:lnTo>
                  <a:pt x="6860" y="1064"/>
                </a:lnTo>
                <a:lnTo>
                  <a:pt x="6749" y="918"/>
                </a:lnTo>
                <a:lnTo>
                  <a:pt x="6713" y="881"/>
                </a:lnTo>
                <a:lnTo>
                  <a:pt x="6639" y="808"/>
                </a:lnTo>
                <a:lnTo>
                  <a:pt x="6529" y="771"/>
                </a:lnTo>
                <a:lnTo>
                  <a:pt x="6456" y="771"/>
                </a:lnTo>
                <a:lnTo>
                  <a:pt x="6383" y="808"/>
                </a:lnTo>
                <a:lnTo>
                  <a:pt x="5942" y="808"/>
                </a:lnTo>
                <a:lnTo>
                  <a:pt x="5686" y="477"/>
                </a:lnTo>
                <a:lnTo>
                  <a:pt x="5576" y="294"/>
                </a:lnTo>
                <a:lnTo>
                  <a:pt x="5466" y="111"/>
                </a:lnTo>
                <a:lnTo>
                  <a:pt x="5429" y="37"/>
                </a:lnTo>
                <a:lnTo>
                  <a:pt x="5356" y="1"/>
                </a:lnTo>
                <a:lnTo>
                  <a:pt x="5209" y="1"/>
                </a:lnTo>
                <a:lnTo>
                  <a:pt x="5025" y="37"/>
                </a:lnTo>
                <a:lnTo>
                  <a:pt x="4915" y="1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85" name="Google Shape;485;p10"/>
          <p:cNvSpPr/>
          <p:nvPr/>
        </p:nvSpPr>
        <p:spPr>
          <a:xfrm>
            <a:off x="9907864" y="6497562"/>
            <a:ext cx="396808" cy="281645"/>
          </a:xfrm>
          <a:custGeom>
            <a:avLst/>
            <a:gdLst/>
            <a:ahLst/>
            <a:cxnLst/>
            <a:rect l="l" t="t" r="r" b="b"/>
            <a:pathLst>
              <a:path w="10492" h="7447" extrusionOk="0">
                <a:moveTo>
                  <a:pt x="7300" y="1761"/>
                </a:moveTo>
                <a:lnTo>
                  <a:pt x="7117" y="1797"/>
                </a:lnTo>
                <a:lnTo>
                  <a:pt x="6897" y="1834"/>
                </a:lnTo>
                <a:lnTo>
                  <a:pt x="6713" y="1907"/>
                </a:lnTo>
                <a:lnTo>
                  <a:pt x="6530" y="2017"/>
                </a:lnTo>
                <a:lnTo>
                  <a:pt x="6383" y="2128"/>
                </a:lnTo>
                <a:lnTo>
                  <a:pt x="6273" y="2274"/>
                </a:lnTo>
                <a:lnTo>
                  <a:pt x="6200" y="2458"/>
                </a:lnTo>
                <a:lnTo>
                  <a:pt x="6200" y="2531"/>
                </a:lnTo>
                <a:lnTo>
                  <a:pt x="6237" y="2604"/>
                </a:lnTo>
                <a:lnTo>
                  <a:pt x="6310" y="2641"/>
                </a:lnTo>
                <a:lnTo>
                  <a:pt x="6383" y="2641"/>
                </a:lnTo>
                <a:lnTo>
                  <a:pt x="6530" y="2604"/>
                </a:lnTo>
                <a:lnTo>
                  <a:pt x="6640" y="2531"/>
                </a:lnTo>
                <a:lnTo>
                  <a:pt x="6860" y="2384"/>
                </a:lnTo>
                <a:lnTo>
                  <a:pt x="7007" y="2348"/>
                </a:lnTo>
                <a:lnTo>
                  <a:pt x="7154" y="2274"/>
                </a:lnTo>
                <a:lnTo>
                  <a:pt x="7484" y="2274"/>
                </a:lnTo>
                <a:lnTo>
                  <a:pt x="7667" y="2311"/>
                </a:lnTo>
                <a:lnTo>
                  <a:pt x="7851" y="2384"/>
                </a:lnTo>
                <a:lnTo>
                  <a:pt x="7924" y="2458"/>
                </a:lnTo>
                <a:lnTo>
                  <a:pt x="7961" y="2531"/>
                </a:lnTo>
                <a:lnTo>
                  <a:pt x="7997" y="2641"/>
                </a:lnTo>
                <a:lnTo>
                  <a:pt x="7997" y="2751"/>
                </a:lnTo>
                <a:lnTo>
                  <a:pt x="7961" y="2898"/>
                </a:lnTo>
                <a:lnTo>
                  <a:pt x="7887" y="3045"/>
                </a:lnTo>
                <a:lnTo>
                  <a:pt x="7667" y="3338"/>
                </a:lnTo>
                <a:lnTo>
                  <a:pt x="7190" y="3998"/>
                </a:lnTo>
                <a:lnTo>
                  <a:pt x="6713" y="4622"/>
                </a:lnTo>
                <a:lnTo>
                  <a:pt x="5686" y="5869"/>
                </a:lnTo>
                <a:lnTo>
                  <a:pt x="5613" y="6016"/>
                </a:lnTo>
                <a:lnTo>
                  <a:pt x="5650" y="6162"/>
                </a:lnTo>
                <a:lnTo>
                  <a:pt x="5686" y="6236"/>
                </a:lnTo>
                <a:lnTo>
                  <a:pt x="5723" y="6273"/>
                </a:lnTo>
                <a:lnTo>
                  <a:pt x="5796" y="6309"/>
                </a:lnTo>
                <a:lnTo>
                  <a:pt x="5870" y="6309"/>
                </a:lnTo>
                <a:lnTo>
                  <a:pt x="6567" y="6273"/>
                </a:lnTo>
                <a:lnTo>
                  <a:pt x="7264" y="6309"/>
                </a:lnTo>
                <a:lnTo>
                  <a:pt x="8034" y="6346"/>
                </a:lnTo>
                <a:lnTo>
                  <a:pt x="8401" y="6419"/>
                </a:lnTo>
                <a:lnTo>
                  <a:pt x="8547" y="6419"/>
                </a:lnTo>
                <a:lnTo>
                  <a:pt x="8731" y="6383"/>
                </a:lnTo>
                <a:lnTo>
                  <a:pt x="8841" y="6309"/>
                </a:lnTo>
                <a:lnTo>
                  <a:pt x="8878" y="6199"/>
                </a:lnTo>
                <a:lnTo>
                  <a:pt x="8878" y="6089"/>
                </a:lnTo>
                <a:lnTo>
                  <a:pt x="8768" y="6016"/>
                </a:lnTo>
                <a:lnTo>
                  <a:pt x="8658" y="5942"/>
                </a:lnTo>
                <a:lnTo>
                  <a:pt x="8474" y="5869"/>
                </a:lnTo>
                <a:lnTo>
                  <a:pt x="8107" y="5796"/>
                </a:lnTo>
                <a:lnTo>
                  <a:pt x="7410" y="5759"/>
                </a:lnTo>
                <a:lnTo>
                  <a:pt x="6457" y="5759"/>
                </a:lnTo>
                <a:lnTo>
                  <a:pt x="7557" y="4365"/>
                </a:lnTo>
                <a:lnTo>
                  <a:pt x="7851" y="3998"/>
                </a:lnTo>
                <a:lnTo>
                  <a:pt x="8144" y="3595"/>
                </a:lnTo>
                <a:lnTo>
                  <a:pt x="8291" y="3375"/>
                </a:lnTo>
                <a:lnTo>
                  <a:pt x="8401" y="3191"/>
                </a:lnTo>
                <a:lnTo>
                  <a:pt x="8474" y="2935"/>
                </a:lnTo>
                <a:lnTo>
                  <a:pt x="8511" y="2714"/>
                </a:lnTo>
                <a:lnTo>
                  <a:pt x="8511" y="2494"/>
                </a:lnTo>
                <a:lnTo>
                  <a:pt x="8437" y="2311"/>
                </a:lnTo>
                <a:lnTo>
                  <a:pt x="8327" y="2164"/>
                </a:lnTo>
                <a:lnTo>
                  <a:pt x="8217" y="2017"/>
                </a:lnTo>
                <a:lnTo>
                  <a:pt x="8071" y="1907"/>
                </a:lnTo>
                <a:lnTo>
                  <a:pt x="7887" y="1834"/>
                </a:lnTo>
                <a:lnTo>
                  <a:pt x="7667" y="1797"/>
                </a:lnTo>
                <a:lnTo>
                  <a:pt x="7484" y="1761"/>
                </a:lnTo>
                <a:close/>
                <a:moveTo>
                  <a:pt x="954" y="0"/>
                </a:moveTo>
                <a:lnTo>
                  <a:pt x="771" y="37"/>
                </a:lnTo>
                <a:lnTo>
                  <a:pt x="624" y="110"/>
                </a:lnTo>
                <a:lnTo>
                  <a:pt x="441" y="183"/>
                </a:lnTo>
                <a:lnTo>
                  <a:pt x="294" y="257"/>
                </a:lnTo>
                <a:lnTo>
                  <a:pt x="147" y="404"/>
                </a:lnTo>
                <a:lnTo>
                  <a:pt x="37" y="514"/>
                </a:lnTo>
                <a:lnTo>
                  <a:pt x="1" y="587"/>
                </a:lnTo>
                <a:lnTo>
                  <a:pt x="1" y="660"/>
                </a:lnTo>
                <a:lnTo>
                  <a:pt x="74" y="770"/>
                </a:lnTo>
                <a:lnTo>
                  <a:pt x="184" y="844"/>
                </a:lnTo>
                <a:lnTo>
                  <a:pt x="257" y="844"/>
                </a:lnTo>
                <a:lnTo>
                  <a:pt x="331" y="807"/>
                </a:lnTo>
                <a:lnTo>
                  <a:pt x="661" y="660"/>
                </a:lnTo>
                <a:lnTo>
                  <a:pt x="844" y="624"/>
                </a:lnTo>
                <a:lnTo>
                  <a:pt x="1028" y="587"/>
                </a:lnTo>
                <a:lnTo>
                  <a:pt x="991" y="624"/>
                </a:lnTo>
                <a:lnTo>
                  <a:pt x="991" y="844"/>
                </a:lnTo>
                <a:lnTo>
                  <a:pt x="991" y="1064"/>
                </a:lnTo>
                <a:lnTo>
                  <a:pt x="1101" y="1467"/>
                </a:lnTo>
                <a:lnTo>
                  <a:pt x="1358" y="2641"/>
                </a:lnTo>
                <a:lnTo>
                  <a:pt x="2312" y="7263"/>
                </a:lnTo>
                <a:lnTo>
                  <a:pt x="2348" y="7336"/>
                </a:lnTo>
                <a:lnTo>
                  <a:pt x="2422" y="7410"/>
                </a:lnTo>
                <a:lnTo>
                  <a:pt x="2495" y="7446"/>
                </a:lnTo>
                <a:lnTo>
                  <a:pt x="2678" y="7446"/>
                </a:lnTo>
                <a:lnTo>
                  <a:pt x="2752" y="7410"/>
                </a:lnTo>
                <a:lnTo>
                  <a:pt x="2825" y="7336"/>
                </a:lnTo>
                <a:lnTo>
                  <a:pt x="2862" y="7263"/>
                </a:lnTo>
                <a:lnTo>
                  <a:pt x="4072" y="4108"/>
                </a:lnTo>
                <a:lnTo>
                  <a:pt x="5246" y="990"/>
                </a:lnTo>
                <a:lnTo>
                  <a:pt x="6457" y="917"/>
                </a:lnTo>
                <a:lnTo>
                  <a:pt x="7667" y="880"/>
                </a:lnTo>
                <a:lnTo>
                  <a:pt x="8988" y="917"/>
                </a:lnTo>
                <a:lnTo>
                  <a:pt x="9648" y="990"/>
                </a:lnTo>
                <a:lnTo>
                  <a:pt x="9978" y="990"/>
                </a:lnTo>
                <a:lnTo>
                  <a:pt x="10308" y="954"/>
                </a:lnTo>
                <a:lnTo>
                  <a:pt x="10382" y="917"/>
                </a:lnTo>
                <a:lnTo>
                  <a:pt x="10455" y="880"/>
                </a:lnTo>
                <a:lnTo>
                  <a:pt x="10492" y="807"/>
                </a:lnTo>
                <a:lnTo>
                  <a:pt x="10492" y="734"/>
                </a:lnTo>
                <a:lnTo>
                  <a:pt x="10418" y="587"/>
                </a:lnTo>
                <a:lnTo>
                  <a:pt x="10382" y="514"/>
                </a:lnTo>
                <a:lnTo>
                  <a:pt x="10308" y="477"/>
                </a:lnTo>
                <a:lnTo>
                  <a:pt x="10015" y="404"/>
                </a:lnTo>
                <a:lnTo>
                  <a:pt x="9721" y="367"/>
                </a:lnTo>
                <a:lnTo>
                  <a:pt x="9134" y="330"/>
                </a:lnTo>
                <a:lnTo>
                  <a:pt x="7814" y="293"/>
                </a:lnTo>
                <a:lnTo>
                  <a:pt x="6420" y="330"/>
                </a:lnTo>
                <a:lnTo>
                  <a:pt x="5026" y="404"/>
                </a:lnTo>
                <a:lnTo>
                  <a:pt x="4916" y="440"/>
                </a:lnTo>
                <a:lnTo>
                  <a:pt x="4843" y="477"/>
                </a:lnTo>
                <a:lnTo>
                  <a:pt x="4806" y="550"/>
                </a:lnTo>
                <a:lnTo>
                  <a:pt x="4733" y="624"/>
                </a:lnTo>
                <a:lnTo>
                  <a:pt x="2678" y="6162"/>
                </a:lnTo>
                <a:lnTo>
                  <a:pt x="2128" y="3705"/>
                </a:lnTo>
                <a:lnTo>
                  <a:pt x="1725" y="1981"/>
                </a:lnTo>
                <a:lnTo>
                  <a:pt x="1541" y="1210"/>
                </a:lnTo>
                <a:lnTo>
                  <a:pt x="1468" y="844"/>
                </a:lnTo>
                <a:lnTo>
                  <a:pt x="1431" y="660"/>
                </a:lnTo>
                <a:lnTo>
                  <a:pt x="1395" y="550"/>
                </a:lnTo>
                <a:lnTo>
                  <a:pt x="1431" y="550"/>
                </a:lnTo>
                <a:lnTo>
                  <a:pt x="1468" y="514"/>
                </a:lnTo>
                <a:lnTo>
                  <a:pt x="1468" y="477"/>
                </a:lnTo>
                <a:lnTo>
                  <a:pt x="1505" y="367"/>
                </a:lnTo>
                <a:lnTo>
                  <a:pt x="1505" y="220"/>
                </a:lnTo>
                <a:lnTo>
                  <a:pt x="1468" y="110"/>
                </a:lnTo>
                <a:lnTo>
                  <a:pt x="1395" y="73"/>
                </a:lnTo>
                <a:lnTo>
                  <a:pt x="1321" y="37"/>
                </a:lnTo>
                <a:lnTo>
                  <a:pt x="1138" y="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86" name="Google Shape;486;p10"/>
          <p:cNvSpPr/>
          <p:nvPr/>
        </p:nvSpPr>
        <p:spPr>
          <a:xfrm>
            <a:off x="11666301" y="6600167"/>
            <a:ext cx="384327" cy="245603"/>
          </a:xfrm>
          <a:custGeom>
            <a:avLst/>
            <a:gdLst/>
            <a:ahLst/>
            <a:cxnLst/>
            <a:rect l="l" t="t" r="r" b="b"/>
            <a:pathLst>
              <a:path w="10162" h="6494" extrusionOk="0">
                <a:moveTo>
                  <a:pt x="8291" y="587"/>
                </a:moveTo>
                <a:lnTo>
                  <a:pt x="8291" y="698"/>
                </a:lnTo>
                <a:lnTo>
                  <a:pt x="8327" y="771"/>
                </a:lnTo>
                <a:lnTo>
                  <a:pt x="8401" y="808"/>
                </a:lnTo>
                <a:lnTo>
                  <a:pt x="8474" y="808"/>
                </a:lnTo>
                <a:lnTo>
                  <a:pt x="8768" y="771"/>
                </a:lnTo>
                <a:lnTo>
                  <a:pt x="8914" y="771"/>
                </a:lnTo>
                <a:lnTo>
                  <a:pt x="8988" y="808"/>
                </a:lnTo>
                <a:lnTo>
                  <a:pt x="9024" y="844"/>
                </a:lnTo>
                <a:lnTo>
                  <a:pt x="9208" y="1101"/>
                </a:lnTo>
                <a:lnTo>
                  <a:pt x="9318" y="1321"/>
                </a:lnTo>
                <a:lnTo>
                  <a:pt x="9465" y="1615"/>
                </a:lnTo>
                <a:lnTo>
                  <a:pt x="9538" y="1871"/>
                </a:lnTo>
                <a:lnTo>
                  <a:pt x="9611" y="2165"/>
                </a:lnTo>
                <a:lnTo>
                  <a:pt x="9648" y="2458"/>
                </a:lnTo>
                <a:lnTo>
                  <a:pt x="9648" y="2715"/>
                </a:lnTo>
                <a:lnTo>
                  <a:pt x="9575" y="2972"/>
                </a:lnTo>
                <a:lnTo>
                  <a:pt x="9501" y="3229"/>
                </a:lnTo>
                <a:lnTo>
                  <a:pt x="9354" y="3485"/>
                </a:lnTo>
                <a:lnTo>
                  <a:pt x="9171" y="3669"/>
                </a:lnTo>
                <a:lnTo>
                  <a:pt x="8988" y="3852"/>
                </a:lnTo>
                <a:lnTo>
                  <a:pt x="8731" y="3962"/>
                </a:lnTo>
                <a:lnTo>
                  <a:pt x="8474" y="3999"/>
                </a:lnTo>
                <a:lnTo>
                  <a:pt x="8327" y="3999"/>
                </a:lnTo>
                <a:lnTo>
                  <a:pt x="8217" y="3925"/>
                </a:lnTo>
                <a:lnTo>
                  <a:pt x="8107" y="3852"/>
                </a:lnTo>
                <a:lnTo>
                  <a:pt x="7997" y="3742"/>
                </a:lnTo>
                <a:lnTo>
                  <a:pt x="7851" y="3485"/>
                </a:lnTo>
                <a:lnTo>
                  <a:pt x="7740" y="3229"/>
                </a:lnTo>
                <a:lnTo>
                  <a:pt x="7630" y="2935"/>
                </a:lnTo>
                <a:lnTo>
                  <a:pt x="7594" y="2605"/>
                </a:lnTo>
                <a:lnTo>
                  <a:pt x="7557" y="2311"/>
                </a:lnTo>
                <a:lnTo>
                  <a:pt x="7594" y="1981"/>
                </a:lnTo>
                <a:lnTo>
                  <a:pt x="7630" y="1578"/>
                </a:lnTo>
                <a:lnTo>
                  <a:pt x="7777" y="1211"/>
                </a:lnTo>
                <a:lnTo>
                  <a:pt x="7887" y="1028"/>
                </a:lnTo>
                <a:lnTo>
                  <a:pt x="7997" y="844"/>
                </a:lnTo>
                <a:lnTo>
                  <a:pt x="8107" y="698"/>
                </a:lnTo>
                <a:lnTo>
                  <a:pt x="8291" y="587"/>
                </a:lnTo>
                <a:close/>
                <a:moveTo>
                  <a:pt x="8401" y="147"/>
                </a:moveTo>
                <a:lnTo>
                  <a:pt x="8181" y="221"/>
                </a:lnTo>
                <a:lnTo>
                  <a:pt x="7961" y="294"/>
                </a:lnTo>
                <a:lnTo>
                  <a:pt x="7814" y="404"/>
                </a:lnTo>
                <a:lnTo>
                  <a:pt x="7667" y="551"/>
                </a:lnTo>
                <a:lnTo>
                  <a:pt x="7520" y="698"/>
                </a:lnTo>
                <a:lnTo>
                  <a:pt x="7410" y="881"/>
                </a:lnTo>
                <a:lnTo>
                  <a:pt x="7264" y="1284"/>
                </a:lnTo>
                <a:lnTo>
                  <a:pt x="7154" y="1688"/>
                </a:lnTo>
                <a:lnTo>
                  <a:pt x="7117" y="2055"/>
                </a:lnTo>
                <a:lnTo>
                  <a:pt x="7080" y="2458"/>
                </a:lnTo>
                <a:lnTo>
                  <a:pt x="7154" y="2935"/>
                </a:lnTo>
                <a:lnTo>
                  <a:pt x="7264" y="3375"/>
                </a:lnTo>
                <a:lnTo>
                  <a:pt x="7410" y="3779"/>
                </a:lnTo>
                <a:lnTo>
                  <a:pt x="7520" y="3962"/>
                </a:lnTo>
                <a:lnTo>
                  <a:pt x="7667" y="4146"/>
                </a:lnTo>
                <a:lnTo>
                  <a:pt x="7814" y="4292"/>
                </a:lnTo>
                <a:lnTo>
                  <a:pt x="7961" y="4402"/>
                </a:lnTo>
                <a:lnTo>
                  <a:pt x="8144" y="4476"/>
                </a:lnTo>
                <a:lnTo>
                  <a:pt x="8364" y="4512"/>
                </a:lnTo>
                <a:lnTo>
                  <a:pt x="8584" y="4512"/>
                </a:lnTo>
                <a:lnTo>
                  <a:pt x="8768" y="4476"/>
                </a:lnTo>
                <a:lnTo>
                  <a:pt x="8988" y="4439"/>
                </a:lnTo>
                <a:lnTo>
                  <a:pt x="9134" y="4366"/>
                </a:lnTo>
                <a:lnTo>
                  <a:pt x="9318" y="4256"/>
                </a:lnTo>
                <a:lnTo>
                  <a:pt x="9465" y="4146"/>
                </a:lnTo>
                <a:lnTo>
                  <a:pt x="9721" y="3852"/>
                </a:lnTo>
                <a:lnTo>
                  <a:pt x="9905" y="3522"/>
                </a:lnTo>
                <a:lnTo>
                  <a:pt x="10051" y="3118"/>
                </a:lnTo>
                <a:lnTo>
                  <a:pt x="10161" y="2752"/>
                </a:lnTo>
                <a:lnTo>
                  <a:pt x="10161" y="2348"/>
                </a:lnTo>
                <a:lnTo>
                  <a:pt x="10125" y="2091"/>
                </a:lnTo>
                <a:lnTo>
                  <a:pt x="10051" y="1761"/>
                </a:lnTo>
                <a:lnTo>
                  <a:pt x="9941" y="1394"/>
                </a:lnTo>
                <a:lnTo>
                  <a:pt x="9758" y="1064"/>
                </a:lnTo>
                <a:lnTo>
                  <a:pt x="9575" y="734"/>
                </a:lnTo>
                <a:lnTo>
                  <a:pt x="9354" y="441"/>
                </a:lnTo>
                <a:lnTo>
                  <a:pt x="9244" y="331"/>
                </a:lnTo>
                <a:lnTo>
                  <a:pt x="9098" y="257"/>
                </a:lnTo>
                <a:lnTo>
                  <a:pt x="8988" y="221"/>
                </a:lnTo>
                <a:lnTo>
                  <a:pt x="8841" y="184"/>
                </a:lnTo>
                <a:lnTo>
                  <a:pt x="8621" y="147"/>
                </a:lnTo>
                <a:close/>
                <a:moveTo>
                  <a:pt x="3999" y="1"/>
                </a:moveTo>
                <a:lnTo>
                  <a:pt x="3926" y="37"/>
                </a:lnTo>
                <a:lnTo>
                  <a:pt x="3852" y="111"/>
                </a:lnTo>
                <a:lnTo>
                  <a:pt x="3816" y="404"/>
                </a:lnTo>
                <a:lnTo>
                  <a:pt x="3779" y="734"/>
                </a:lnTo>
                <a:lnTo>
                  <a:pt x="3705" y="1321"/>
                </a:lnTo>
                <a:lnTo>
                  <a:pt x="3632" y="2458"/>
                </a:lnTo>
                <a:lnTo>
                  <a:pt x="2898" y="2385"/>
                </a:lnTo>
                <a:lnTo>
                  <a:pt x="2128" y="2385"/>
                </a:lnTo>
                <a:lnTo>
                  <a:pt x="1395" y="2422"/>
                </a:lnTo>
                <a:lnTo>
                  <a:pt x="1028" y="2495"/>
                </a:lnTo>
                <a:lnTo>
                  <a:pt x="661" y="2568"/>
                </a:lnTo>
                <a:lnTo>
                  <a:pt x="661" y="2495"/>
                </a:lnTo>
                <a:lnTo>
                  <a:pt x="588" y="2458"/>
                </a:lnTo>
                <a:lnTo>
                  <a:pt x="551" y="2495"/>
                </a:lnTo>
                <a:lnTo>
                  <a:pt x="478" y="1651"/>
                </a:lnTo>
                <a:lnTo>
                  <a:pt x="441" y="918"/>
                </a:lnTo>
                <a:lnTo>
                  <a:pt x="404" y="551"/>
                </a:lnTo>
                <a:lnTo>
                  <a:pt x="367" y="184"/>
                </a:lnTo>
                <a:lnTo>
                  <a:pt x="331" y="111"/>
                </a:lnTo>
                <a:lnTo>
                  <a:pt x="147" y="111"/>
                </a:lnTo>
                <a:lnTo>
                  <a:pt x="111" y="184"/>
                </a:lnTo>
                <a:lnTo>
                  <a:pt x="37" y="514"/>
                </a:lnTo>
                <a:lnTo>
                  <a:pt x="1" y="881"/>
                </a:lnTo>
                <a:lnTo>
                  <a:pt x="1" y="1578"/>
                </a:lnTo>
                <a:lnTo>
                  <a:pt x="37" y="2275"/>
                </a:lnTo>
                <a:lnTo>
                  <a:pt x="111" y="2972"/>
                </a:lnTo>
                <a:lnTo>
                  <a:pt x="184" y="3632"/>
                </a:lnTo>
                <a:lnTo>
                  <a:pt x="294" y="4329"/>
                </a:lnTo>
                <a:lnTo>
                  <a:pt x="404" y="4989"/>
                </a:lnTo>
                <a:lnTo>
                  <a:pt x="478" y="5356"/>
                </a:lnTo>
                <a:lnTo>
                  <a:pt x="551" y="5503"/>
                </a:lnTo>
                <a:lnTo>
                  <a:pt x="588" y="5650"/>
                </a:lnTo>
                <a:lnTo>
                  <a:pt x="551" y="5723"/>
                </a:lnTo>
                <a:lnTo>
                  <a:pt x="588" y="5833"/>
                </a:lnTo>
                <a:lnTo>
                  <a:pt x="661" y="5906"/>
                </a:lnTo>
                <a:lnTo>
                  <a:pt x="734" y="5943"/>
                </a:lnTo>
                <a:lnTo>
                  <a:pt x="881" y="5943"/>
                </a:lnTo>
                <a:lnTo>
                  <a:pt x="954" y="5906"/>
                </a:lnTo>
                <a:lnTo>
                  <a:pt x="1028" y="5833"/>
                </a:lnTo>
                <a:lnTo>
                  <a:pt x="1064" y="5760"/>
                </a:lnTo>
                <a:lnTo>
                  <a:pt x="1064" y="5650"/>
                </a:lnTo>
                <a:lnTo>
                  <a:pt x="1064" y="5466"/>
                </a:lnTo>
                <a:lnTo>
                  <a:pt x="881" y="4696"/>
                </a:lnTo>
                <a:lnTo>
                  <a:pt x="734" y="3889"/>
                </a:lnTo>
                <a:lnTo>
                  <a:pt x="624" y="3082"/>
                </a:lnTo>
                <a:lnTo>
                  <a:pt x="588" y="2935"/>
                </a:lnTo>
                <a:lnTo>
                  <a:pt x="991" y="2972"/>
                </a:lnTo>
                <a:lnTo>
                  <a:pt x="1358" y="2935"/>
                </a:lnTo>
                <a:lnTo>
                  <a:pt x="2128" y="2898"/>
                </a:lnTo>
                <a:lnTo>
                  <a:pt x="2862" y="2898"/>
                </a:lnTo>
                <a:lnTo>
                  <a:pt x="3632" y="2972"/>
                </a:lnTo>
                <a:lnTo>
                  <a:pt x="3559" y="4256"/>
                </a:lnTo>
                <a:lnTo>
                  <a:pt x="3485" y="4843"/>
                </a:lnTo>
                <a:lnTo>
                  <a:pt x="3485" y="4989"/>
                </a:lnTo>
                <a:lnTo>
                  <a:pt x="3522" y="5173"/>
                </a:lnTo>
                <a:lnTo>
                  <a:pt x="3559" y="5283"/>
                </a:lnTo>
                <a:lnTo>
                  <a:pt x="3632" y="5393"/>
                </a:lnTo>
                <a:lnTo>
                  <a:pt x="3669" y="5429"/>
                </a:lnTo>
                <a:lnTo>
                  <a:pt x="3742" y="5466"/>
                </a:lnTo>
                <a:lnTo>
                  <a:pt x="3852" y="5393"/>
                </a:lnTo>
                <a:lnTo>
                  <a:pt x="3926" y="5319"/>
                </a:lnTo>
                <a:lnTo>
                  <a:pt x="3999" y="5209"/>
                </a:lnTo>
                <a:lnTo>
                  <a:pt x="4036" y="4916"/>
                </a:lnTo>
                <a:lnTo>
                  <a:pt x="4036" y="4366"/>
                </a:lnTo>
                <a:lnTo>
                  <a:pt x="4109" y="2935"/>
                </a:lnTo>
                <a:lnTo>
                  <a:pt x="4146" y="1468"/>
                </a:lnTo>
                <a:lnTo>
                  <a:pt x="4182" y="771"/>
                </a:lnTo>
                <a:lnTo>
                  <a:pt x="4182" y="441"/>
                </a:lnTo>
                <a:lnTo>
                  <a:pt x="4146" y="111"/>
                </a:lnTo>
                <a:lnTo>
                  <a:pt x="4072" y="37"/>
                </a:lnTo>
                <a:lnTo>
                  <a:pt x="3999" y="1"/>
                </a:lnTo>
                <a:close/>
                <a:moveTo>
                  <a:pt x="5503" y="3779"/>
                </a:moveTo>
                <a:lnTo>
                  <a:pt x="5246" y="3815"/>
                </a:lnTo>
                <a:lnTo>
                  <a:pt x="5026" y="3925"/>
                </a:lnTo>
                <a:lnTo>
                  <a:pt x="4879" y="3999"/>
                </a:lnTo>
                <a:lnTo>
                  <a:pt x="4806" y="4109"/>
                </a:lnTo>
                <a:lnTo>
                  <a:pt x="4806" y="4146"/>
                </a:lnTo>
                <a:lnTo>
                  <a:pt x="4843" y="4182"/>
                </a:lnTo>
                <a:lnTo>
                  <a:pt x="4916" y="4256"/>
                </a:lnTo>
                <a:lnTo>
                  <a:pt x="5246" y="4256"/>
                </a:lnTo>
                <a:lnTo>
                  <a:pt x="5723" y="4219"/>
                </a:lnTo>
                <a:lnTo>
                  <a:pt x="5723" y="4219"/>
                </a:lnTo>
                <a:lnTo>
                  <a:pt x="5686" y="4329"/>
                </a:lnTo>
                <a:lnTo>
                  <a:pt x="5576" y="4439"/>
                </a:lnTo>
                <a:lnTo>
                  <a:pt x="5393" y="4622"/>
                </a:lnTo>
                <a:lnTo>
                  <a:pt x="5026" y="5099"/>
                </a:lnTo>
                <a:lnTo>
                  <a:pt x="4659" y="5613"/>
                </a:lnTo>
                <a:lnTo>
                  <a:pt x="4366" y="6126"/>
                </a:lnTo>
                <a:lnTo>
                  <a:pt x="4329" y="6273"/>
                </a:lnTo>
                <a:lnTo>
                  <a:pt x="4366" y="6420"/>
                </a:lnTo>
                <a:lnTo>
                  <a:pt x="4476" y="6493"/>
                </a:lnTo>
                <a:lnTo>
                  <a:pt x="4623" y="6493"/>
                </a:lnTo>
                <a:lnTo>
                  <a:pt x="6310" y="6126"/>
                </a:lnTo>
                <a:lnTo>
                  <a:pt x="6383" y="6090"/>
                </a:lnTo>
                <a:lnTo>
                  <a:pt x="6457" y="6016"/>
                </a:lnTo>
                <a:lnTo>
                  <a:pt x="6493" y="5943"/>
                </a:lnTo>
                <a:lnTo>
                  <a:pt x="6457" y="5833"/>
                </a:lnTo>
                <a:lnTo>
                  <a:pt x="6420" y="5760"/>
                </a:lnTo>
                <a:lnTo>
                  <a:pt x="6383" y="5686"/>
                </a:lnTo>
                <a:lnTo>
                  <a:pt x="6273" y="5650"/>
                </a:lnTo>
                <a:lnTo>
                  <a:pt x="6163" y="5650"/>
                </a:lnTo>
                <a:lnTo>
                  <a:pt x="5026" y="5906"/>
                </a:lnTo>
                <a:lnTo>
                  <a:pt x="5319" y="5466"/>
                </a:lnTo>
                <a:lnTo>
                  <a:pt x="5650" y="5063"/>
                </a:lnTo>
                <a:lnTo>
                  <a:pt x="5870" y="4806"/>
                </a:lnTo>
                <a:lnTo>
                  <a:pt x="6053" y="4549"/>
                </a:lnTo>
                <a:lnTo>
                  <a:pt x="6126" y="4402"/>
                </a:lnTo>
                <a:lnTo>
                  <a:pt x="6200" y="4256"/>
                </a:lnTo>
                <a:lnTo>
                  <a:pt x="6200" y="4109"/>
                </a:lnTo>
                <a:lnTo>
                  <a:pt x="6200" y="3925"/>
                </a:lnTo>
                <a:lnTo>
                  <a:pt x="6163" y="3889"/>
                </a:lnTo>
                <a:lnTo>
                  <a:pt x="6126" y="3815"/>
                </a:lnTo>
                <a:lnTo>
                  <a:pt x="5980" y="3779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87" name="Google Shape;487;p10"/>
          <p:cNvSpPr/>
          <p:nvPr/>
        </p:nvSpPr>
        <p:spPr>
          <a:xfrm>
            <a:off x="11363259" y="5333706"/>
            <a:ext cx="409288" cy="513369"/>
          </a:xfrm>
          <a:custGeom>
            <a:avLst/>
            <a:gdLst/>
            <a:ahLst/>
            <a:cxnLst/>
            <a:rect l="l" t="t" r="r" b="b"/>
            <a:pathLst>
              <a:path w="10822" h="13574" extrusionOk="0">
                <a:moveTo>
                  <a:pt x="10235" y="1358"/>
                </a:moveTo>
                <a:lnTo>
                  <a:pt x="10345" y="1652"/>
                </a:lnTo>
                <a:lnTo>
                  <a:pt x="10345" y="1982"/>
                </a:lnTo>
                <a:lnTo>
                  <a:pt x="10345" y="2312"/>
                </a:lnTo>
                <a:lnTo>
                  <a:pt x="10235" y="2605"/>
                </a:lnTo>
                <a:lnTo>
                  <a:pt x="10235" y="2569"/>
                </a:lnTo>
                <a:lnTo>
                  <a:pt x="10198" y="1945"/>
                </a:lnTo>
                <a:lnTo>
                  <a:pt x="10235" y="1358"/>
                </a:lnTo>
                <a:close/>
                <a:moveTo>
                  <a:pt x="9538" y="2092"/>
                </a:moveTo>
                <a:lnTo>
                  <a:pt x="9538" y="2422"/>
                </a:lnTo>
                <a:lnTo>
                  <a:pt x="9538" y="2789"/>
                </a:lnTo>
                <a:lnTo>
                  <a:pt x="9465" y="2202"/>
                </a:lnTo>
                <a:lnTo>
                  <a:pt x="9538" y="2092"/>
                </a:lnTo>
                <a:close/>
                <a:moveTo>
                  <a:pt x="9941" y="1285"/>
                </a:moveTo>
                <a:lnTo>
                  <a:pt x="9868" y="1835"/>
                </a:lnTo>
                <a:lnTo>
                  <a:pt x="9831" y="2129"/>
                </a:lnTo>
                <a:lnTo>
                  <a:pt x="9831" y="2459"/>
                </a:lnTo>
                <a:lnTo>
                  <a:pt x="9831" y="2642"/>
                </a:lnTo>
                <a:lnTo>
                  <a:pt x="9868" y="2789"/>
                </a:lnTo>
                <a:lnTo>
                  <a:pt x="9941" y="2936"/>
                </a:lnTo>
                <a:lnTo>
                  <a:pt x="10015" y="3046"/>
                </a:lnTo>
                <a:lnTo>
                  <a:pt x="10051" y="3046"/>
                </a:lnTo>
                <a:lnTo>
                  <a:pt x="9941" y="3229"/>
                </a:lnTo>
                <a:lnTo>
                  <a:pt x="9648" y="3632"/>
                </a:lnTo>
                <a:lnTo>
                  <a:pt x="9575" y="3046"/>
                </a:lnTo>
                <a:lnTo>
                  <a:pt x="9611" y="3119"/>
                </a:lnTo>
                <a:lnTo>
                  <a:pt x="9648" y="3156"/>
                </a:lnTo>
                <a:lnTo>
                  <a:pt x="9721" y="3192"/>
                </a:lnTo>
                <a:lnTo>
                  <a:pt x="9795" y="3156"/>
                </a:lnTo>
                <a:lnTo>
                  <a:pt x="9868" y="3156"/>
                </a:lnTo>
                <a:lnTo>
                  <a:pt x="9905" y="3082"/>
                </a:lnTo>
                <a:lnTo>
                  <a:pt x="9905" y="3046"/>
                </a:lnTo>
                <a:lnTo>
                  <a:pt x="9905" y="2972"/>
                </a:lnTo>
                <a:lnTo>
                  <a:pt x="9868" y="2936"/>
                </a:lnTo>
                <a:lnTo>
                  <a:pt x="9831" y="2899"/>
                </a:lnTo>
                <a:lnTo>
                  <a:pt x="9758" y="2899"/>
                </a:lnTo>
                <a:lnTo>
                  <a:pt x="9758" y="2642"/>
                </a:lnTo>
                <a:lnTo>
                  <a:pt x="9721" y="2092"/>
                </a:lnTo>
                <a:lnTo>
                  <a:pt x="9685" y="2018"/>
                </a:lnTo>
                <a:lnTo>
                  <a:pt x="9587" y="2018"/>
                </a:lnTo>
                <a:lnTo>
                  <a:pt x="9611" y="1982"/>
                </a:lnTo>
                <a:lnTo>
                  <a:pt x="9721" y="1762"/>
                </a:lnTo>
                <a:lnTo>
                  <a:pt x="9831" y="1542"/>
                </a:lnTo>
                <a:lnTo>
                  <a:pt x="9941" y="1285"/>
                </a:lnTo>
                <a:close/>
                <a:moveTo>
                  <a:pt x="9318" y="2385"/>
                </a:moveTo>
                <a:lnTo>
                  <a:pt x="9281" y="3119"/>
                </a:lnTo>
                <a:lnTo>
                  <a:pt x="9318" y="3889"/>
                </a:lnTo>
                <a:lnTo>
                  <a:pt x="9354" y="3963"/>
                </a:lnTo>
                <a:lnTo>
                  <a:pt x="9098" y="4183"/>
                </a:lnTo>
                <a:lnTo>
                  <a:pt x="9098" y="3963"/>
                </a:lnTo>
                <a:lnTo>
                  <a:pt x="9098" y="3743"/>
                </a:lnTo>
                <a:lnTo>
                  <a:pt x="9024" y="3302"/>
                </a:lnTo>
                <a:lnTo>
                  <a:pt x="8988" y="2715"/>
                </a:lnTo>
                <a:lnTo>
                  <a:pt x="9134" y="2569"/>
                </a:lnTo>
                <a:lnTo>
                  <a:pt x="9318" y="2385"/>
                </a:lnTo>
                <a:close/>
                <a:moveTo>
                  <a:pt x="8107" y="3596"/>
                </a:moveTo>
                <a:lnTo>
                  <a:pt x="7997" y="3889"/>
                </a:lnTo>
                <a:lnTo>
                  <a:pt x="7924" y="4219"/>
                </a:lnTo>
                <a:lnTo>
                  <a:pt x="7887" y="3779"/>
                </a:lnTo>
                <a:lnTo>
                  <a:pt x="8107" y="3596"/>
                </a:lnTo>
                <a:close/>
                <a:moveTo>
                  <a:pt x="8731" y="2972"/>
                </a:moveTo>
                <a:lnTo>
                  <a:pt x="8731" y="3302"/>
                </a:lnTo>
                <a:lnTo>
                  <a:pt x="8731" y="3816"/>
                </a:lnTo>
                <a:lnTo>
                  <a:pt x="8768" y="4109"/>
                </a:lnTo>
                <a:lnTo>
                  <a:pt x="8841" y="4366"/>
                </a:lnTo>
                <a:lnTo>
                  <a:pt x="8841" y="4403"/>
                </a:lnTo>
                <a:lnTo>
                  <a:pt x="8621" y="4586"/>
                </a:lnTo>
                <a:lnTo>
                  <a:pt x="8621" y="4586"/>
                </a:lnTo>
                <a:lnTo>
                  <a:pt x="8658" y="4219"/>
                </a:lnTo>
                <a:lnTo>
                  <a:pt x="8694" y="3816"/>
                </a:lnTo>
                <a:lnTo>
                  <a:pt x="8694" y="3449"/>
                </a:lnTo>
                <a:lnTo>
                  <a:pt x="8658" y="3082"/>
                </a:lnTo>
                <a:lnTo>
                  <a:pt x="8731" y="2972"/>
                </a:lnTo>
                <a:close/>
                <a:moveTo>
                  <a:pt x="8364" y="3339"/>
                </a:moveTo>
                <a:lnTo>
                  <a:pt x="8254" y="4733"/>
                </a:lnTo>
                <a:lnTo>
                  <a:pt x="8291" y="4806"/>
                </a:lnTo>
                <a:lnTo>
                  <a:pt x="8291" y="4843"/>
                </a:lnTo>
                <a:lnTo>
                  <a:pt x="8217" y="4916"/>
                </a:lnTo>
                <a:lnTo>
                  <a:pt x="8181" y="4880"/>
                </a:lnTo>
                <a:lnTo>
                  <a:pt x="8327" y="3522"/>
                </a:lnTo>
                <a:lnTo>
                  <a:pt x="8291" y="3486"/>
                </a:lnTo>
                <a:lnTo>
                  <a:pt x="8254" y="3449"/>
                </a:lnTo>
                <a:lnTo>
                  <a:pt x="8364" y="3339"/>
                </a:lnTo>
                <a:close/>
                <a:moveTo>
                  <a:pt x="7704" y="3963"/>
                </a:moveTo>
                <a:lnTo>
                  <a:pt x="7667" y="4329"/>
                </a:lnTo>
                <a:lnTo>
                  <a:pt x="7594" y="4696"/>
                </a:lnTo>
                <a:lnTo>
                  <a:pt x="7520" y="5026"/>
                </a:lnTo>
                <a:lnTo>
                  <a:pt x="7410" y="5393"/>
                </a:lnTo>
                <a:lnTo>
                  <a:pt x="7410" y="5467"/>
                </a:lnTo>
                <a:lnTo>
                  <a:pt x="7337" y="5430"/>
                </a:lnTo>
                <a:lnTo>
                  <a:pt x="7300" y="5430"/>
                </a:lnTo>
                <a:lnTo>
                  <a:pt x="7300" y="4990"/>
                </a:lnTo>
                <a:lnTo>
                  <a:pt x="7264" y="4696"/>
                </a:lnTo>
                <a:lnTo>
                  <a:pt x="7227" y="4366"/>
                </a:lnTo>
                <a:lnTo>
                  <a:pt x="7704" y="3963"/>
                </a:lnTo>
                <a:close/>
                <a:moveTo>
                  <a:pt x="7044" y="4513"/>
                </a:moveTo>
                <a:lnTo>
                  <a:pt x="6970" y="5026"/>
                </a:lnTo>
                <a:lnTo>
                  <a:pt x="6970" y="5320"/>
                </a:lnTo>
                <a:lnTo>
                  <a:pt x="6970" y="5540"/>
                </a:lnTo>
                <a:lnTo>
                  <a:pt x="7007" y="5650"/>
                </a:lnTo>
                <a:lnTo>
                  <a:pt x="7080" y="5760"/>
                </a:lnTo>
                <a:lnTo>
                  <a:pt x="6677" y="6053"/>
                </a:lnTo>
                <a:lnTo>
                  <a:pt x="6677" y="6053"/>
                </a:lnTo>
                <a:lnTo>
                  <a:pt x="6713" y="5797"/>
                </a:lnTo>
                <a:lnTo>
                  <a:pt x="6750" y="5540"/>
                </a:lnTo>
                <a:lnTo>
                  <a:pt x="6750" y="5173"/>
                </a:lnTo>
                <a:lnTo>
                  <a:pt x="6677" y="4843"/>
                </a:lnTo>
                <a:lnTo>
                  <a:pt x="7044" y="4513"/>
                </a:lnTo>
                <a:close/>
                <a:moveTo>
                  <a:pt x="6603" y="4916"/>
                </a:moveTo>
                <a:lnTo>
                  <a:pt x="6567" y="5173"/>
                </a:lnTo>
                <a:lnTo>
                  <a:pt x="6530" y="5430"/>
                </a:lnTo>
                <a:lnTo>
                  <a:pt x="6457" y="5613"/>
                </a:lnTo>
                <a:lnTo>
                  <a:pt x="6383" y="5760"/>
                </a:lnTo>
                <a:lnTo>
                  <a:pt x="6310" y="5943"/>
                </a:lnTo>
                <a:lnTo>
                  <a:pt x="6310" y="6127"/>
                </a:lnTo>
                <a:lnTo>
                  <a:pt x="6310" y="6200"/>
                </a:lnTo>
                <a:lnTo>
                  <a:pt x="6383" y="6237"/>
                </a:lnTo>
                <a:lnTo>
                  <a:pt x="5980" y="6494"/>
                </a:lnTo>
                <a:lnTo>
                  <a:pt x="6053" y="6090"/>
                </a:lnTo>
                <a:lnTo>
                  <a:pt x="6053" y="5760"/>
                </a:lnTo>
                <a:lnTo>
                  <a:pt x="6016" y="5393"/>
                </a:lnTo>
                <a:lnTo>
                  <a:pt x="6603" y="4916"/>
                </a:lnTo>
                <a:close/>
                <a:moveTo>
                  <a:pt x="5870" y="5540"/>
                </a:moveTo>
                <a:lnTo>
                  <a:pt x="5796" y="5943"/>
                </a:lnTo>
                <a:lnTo>
                  <a:pt x="5686" y="6347"/>
                </a:lnTo>
                <a:lnTo>
                  <a:pt x="5613" y="6567"/>
                </a:lnTo>
                <a:lnTo>
                  <a:pt x="5613" y="6677"/>
                </a:lnTo>
                <a:lnTo>
                  <a:pt x="5613" y="6750"/>
                </a:lnTo>
                <a:lnTo>
                  <a:pt x="5173" y="7081"/>
                </a:lnTo>
                <a:lnTo>
                  <a:pt x="5393" y="5943"/>
                </a:lnTo>
                <a:lnTo>
                  <a:pt x="5870" y="5540"/>
                </a:lnTo>
                <a:close/>
                <a:moveTo>
                  <a:pt x="9134" y="478"/>
                </a:moveTo>
                <a:lnTo>
                  <a:pt x="9428" y="588"/>
                </a:lnTo>
                <a:lnTo>
                  <a:pt x="9318" y="735"/>
                </a:lnTo>
                <a:lnTo>
                  <a:pt x="9318" y="845"/>
                </a:lnTo>
                <a:lnTo>
                  <a:pt x="9354" y="918"/>
                </a:lnTo>
                <a:lnTo>
                  <a:pt x="9428" y="955"/>
                </a:lnTo>
                <a:lnTo>
                  <a:pt x="9538" y="955"/>
                </a:lnTo>
                <a:lnTo>
                  <a:pt x="9538" y="1101"/>
                </a:lnTo>
                <a:lnTo>
                  <a:pt x="9465" y="1285"/>
                </a:lnTo>
                <a:lnTo>
                  <a:pt x="9318" y="1615"/>
                </a:lnTo>
                <a:lnTo>
                  <a:pt x="9134" y="1908"/>
                </a:lnTo>
                <a:lnTo>
                  <a:pt x="8914" y="2202"/>
                </a:lnTo>
                <a:lnTo>
                  <a:pt x="8841" y="2165"/>
                </a:lnTo>
                <a:lnTo>
                  <a:pt x="8804" y="2202"/>
                </a:lnTo>
                <a:lnTo>
                  <a:pt x="8768" y="2202"/>
                </a:lnTo>
                <a:lnTo>
                  <a:pt x="8731" y="2275"/>
                </a:lnTo>
                <a:lnTo>
                  <a:pt x="8731" y="2349"/>
                </a:lnTo>
                <a:lnTo>
                  <a:pt x="8364" y="2715"/>
                </a:lnTo>
                <a:lnTo>
                  <a:pt x="7740" y="3339"/>
                </a:lnTo>
                <a:lnTo>
                  <a:pt x="7667" y="3339"/>
                </a:lnTo>
                <a:lnTo>
                  <a:pt x="7667" y="3412"/>
                </a:lnTo>
                <a:lnTo>
                  <a:pt x="6493" y="4439"/>
                </a:lnTo>
                <a:lnTo>
                  <a:pt x="5650" y="5173"/>
                </a:lnTo>
                <a:lnTo>
                  <a:pt x="4806" y="5870"/>
                </a:lnTo>
                <a:lnTo>
                  <a:pt x="4769" y="5870"/>
                </a:lnTo>
                <a:lnTo>
                  <a:pt x="4733" y="5907"/>
                </a:lnTo>
                <a:lnTo>
                  <a:pt x="4623" y="6017"/>
                </a:lnTo>
                <a:lnTo>
                  <a:pt x="3889" y="6567"/>
                </a:lnTo>
                <a:lnTo>
                  <a:pt x="3852" y="6567"/>
                </a:lnTo>
                <a:lnTo>
                  <a:pt x="3816" y="6604"/>
                </a:lnTo>
                <a:lnTo>
                  <a:pt x="3632" y="6714"/>
                </a:lnTo>
                <a:lnTo>
                  <a:pt x="3339" y="6897"/>
                </a:lnTo>
                <a:lnTo>
                  <a:pt x="3155" y="7007"/>
                </a:lnTo>
                <a:lnTo>
                  <a:pt x="3045" y="7154"/>
                </a:lnTo>
                <a:lnTo>
                  <a:pt x="2972" y="7117"/>
                </a:lnTo>
                <a:lnTo>
                  <a:pt x="2605" y="6824"/>
                </a:lnTo>
                <a:lnTo>
                  <a:pt x="2312" y="6457"/>
                </a:lnTo>
                <a:lnTo>
                  <a:pt x="2128" y="6274"/>
                </a:lnTo>
                <a:lnTo>
                  <a:pt x="1945" y="6090"/>
                </a:lnTo>
                <a:lnTo>
                  <a:pt x="2202" y="5943"/>
                </a:lnTo>
                <a:lnTo>
                  <a:pt x="2458" y="5723"/>
                </a:lnTo>
                <a:lnTo>
                  <a:pt x="2605" y="5943"/>
                </a:lnTo>
                <a:lnTo>
                  <a:pt x="2825" y="6127"/>
                </a:lnTo>
                <a:lnTo>
                  <a:pt x="2935" y="6200"/>
                </a:lnTo>
                <a:lnTo>
                  <a:pt x="3082" y="6237"/>
                </a:lnTo>
                <a:lnTo>
                  <a:pt x="3229" y="6237"/>
                </a:lnTo>
                <a:lnTo>
                  <a:pt x="3339" y="6127"/>
                </a:lnTo>
                <a:lnTo>
                  <a:pt x="3375" y="6090"/>
                </a:lnTo>
                <a:lnTo>
                  <a:pt x="3412" y="6017"/>
                </a:lnTo>
                <a:lnTo>
                  <a:pt x="3375" y="5870"/>
                </a:lnTo>
                <a:lnTo>
                  <a:pt x="3339" y="5797"/>
                </a:lnTo>
                <a:lnTo>
                  <a:pt x="3265" y="5760"/>
                </a:lnTo>
                <a:lnTo>
                  <a:pt x="3119" y="5760"/>
                </a:lnTo>
                <a:lnTo>
                  <a:pt x="3082" y="5797"/>
                </a:lnTo>
                <a:lnTo>
                  <a:pt x="3082" y="5760"/>
                </a:lnTo>
                <a:lnTo>
                  <a:pt x="2935" y="5650"/>
                </a:lnTo>
                <a:lnTo>
                  <a:pt x="2752" y="5503"/>
                </a:lnTo>
                <a:lnTo>
                  <a:pt x="2825" y="5430"/>
                </a:lnTo>
                <a:lnTo>
                  <a:pt x="3302" y="4990"/>
                </a:lnTo>
                <a:lnTo>
                  <a:pt x="3375" y="5173"/>
                </a:lnTo>
                <a:lnTo>
                  <a:pt x="3449" y="5283"/>
                </a:lnTo>
                <a:lnTo>
                  <a:pt x="3559" y="5393"/>
                </a:lnTo>
                <a:lnTo>
                  <a:pt x="3669" y="5503"/>
                </a:lnTo>
                <a:lnTo>
                  <a:pt x="3816" y="5540"/>
                </a:lnTo>
                <a:lnTo>
                  <a:pt x="3926" y="5540"/>
                </a:lnTo>
                <a:lnTo>
                  <a:pt x="3999" y="5467"/>
                </a:lnTo>
                <a:lnTo>
                  <a:pt x="4036" y="5393"/>
                </a:lnTo>
                <a:lnTo>
                  <a:pt x="4036" y="5283"/>
                </a:lnTo>
                <a:lnTo>
                  <a:pt x="3889" y="5136"/>
                </a:lnTo>
                <a:lnTo>
                  <a:pt x="3742" y="4990"/>
                </a:lnTo>
                <a:lnTo>
                  <a:pt x="3632" y="4843"/>
                </a:lnTo>
                <a:lnTo>
                  <a:pt x="3595" y="4770"/>
                </a:lnTo>
                <a:lnTo>
                  <a:pt x="3595" y="4733"/>
                </a:lnTo>
                <a:lnTo>
                  <a:pt x="3926" y="4439"/>
                </a:lnTo>
                <a:lnTo>
                  <a:pt x="4146" y="4256"/>
                </a:lnTo>
                <a:lnTo>
                  <a:pt x="4182" y="4403"/>
                </a:lnTo>
                <a:lnTo>
                  <a:pt x="4256" y="4513"/>
                </a:lnTo>
                <a:lnTo>
                  <a:pt x="4329" y="4623"/>
                </a:lnTo>
                <a:lnTo>
                  <a:pt x="4439" y="4770"/>
                </a:lnTo>
                <a:lnTo>
                  <a:pt x="4586" y="4843"/>
                </a:lnTo>
                <a:lnTo>
                  <a:pt x="4696" y="4880"/>
                </a:lnTo>
                <a:lnTo>
                  <a:pt x="4806" y="4843"/>
                </a:lnTo>
                <a:lnTo>
                  <a:pt x="4843" y="4770"/>
                </a:lnTo>
                <a:lnTo>
                  <a:pt x="4879" y="4733"/>
                </a:lnTo>
                <a:lnTo>
                  <a:pt x="4879" y="4623"/>
                </a:lnTo>
                <a:lnTo>
                  <a:pt x="4843" y="4549"/>
                </a:lnTo>
                <a:lnTo>
                  <a:pt x="4769" y="4476"/>
                </a:lnTo>
                <a:lnTo>
                  <a:pt x="4623" y="4329"/>
                </a:lnTo>
                <a:lnTo>
                  <a:pt x="4513" y="4219"/>
                </a:lnTo>
                <a:lnTo>
                  <a:pt x="4476" y="4073"/>
                </a:lnTo>
                <a:lnTo>
                  <a:pt x="4476" y="3999"/>
                </a:lnTo>
                <a:lnTo>
                  <a:pt x="4989" y="3522"/>
                </a:lnTo>
                <a:lnTo>
                  <a:pt x="5063" y="3632"/>
                </a:lnTo>
                <a:lnTo>
                  <a:pt x="5173" y="3853"/>
                </a:lnTo>
                <a:lnTo>
                  <a:pt x="5356" y="4036"/>
                </a:lnTo>
                <a:lnTo>
                  <a:pt x="5430" y="4073"/>
                </a:lnTo>
                <a:lnTo>
                  <a:pt x="5503" y="4109"/>
                </a:lnTo>
                <a:lnTo>
                  <a:pt x="5576" y="4073"/>
                </a:lnTo>
                <a:lnTo>
                  <a:pt x="5650" y="4036"/>
                </a:lnTo>
                <a:lnTo>
                  <a:pt x="5686" y="3963"/>
                </a:lnTo>
                <a:lnTo>
                  <a:pt x="5686" y="3926"/>
                </a:lnTo>
                <a:lnTo>
                  <a:pt x="5686" y="3853"/>
                </a:lnTo>
                <a:lnTo>
                  <a:pt x="5650" y="3779"/>
                </a:lnTo>
                <a:lnTo>
                  <a:pt x="5246" y="3302"/>
                </a:lnTo>
                <a:lnTo>
                  <a:pt x="5980" y="2642"/>
                </a:lnTo>
                <a:lnTo>
                  <a:pt x="6016" y="2715"/>
                </a:lnTo>
                <a:lnTo>
                  <a:pt x="6163" y="3082"/>
                </a:lnTo>
                <a:lnTo>
                  <a:pt x="6200" y="3156"/>
                </a:lnTo>
                <a:lnTo>
                  <a:pt x="6237" y="3192"/>
                </a:lnTo>
                <a:lnTo>
                  <a:pt x="6383" y="3192"/>
                </a:lnTo>
                <a:lnTo>
                  <a:pt x="6457" y="3156"/>
                </a:lnTo>
                <a:lnTo>
                  <a:pt x="6493" y="3082"/>
                </a:lnTo>
                <a:lnTo>
                  <a:pt x="6530" y="3009"/>
                </a:lnTo>
                <a:lnTo>
                  <a:pt x="6493" y="2936"/>
                </a:lnTo>
                <a:lnTo>
                  <a:pt x="6383" y="2605"/>
                </a:lnTo>
                <a:lnTo>
                  <a:pt x="6273" y="2422"/>
                </a:lnTo>
                <a:lnTo>
                  <a:pt x="7007" y="1725"/>
                </a:lnTo>
                <a:lnTo>
                  <a:pt x="7044" y="1945"/>
                </a:lnTo>
                <a:lnTo>
                  <a:pt x="7080" y="2129"/>
                </a:lnTo>
                <a:lnTo>
                  <a:pt x="7154" y="2349"/>
                </a:lnTo>
                <a:lnTo>
                  <a:pt x="7227" y="2532"/>
                </a:lnTo>
                <a:lnTo>
                  <a:pt x="7300" y="2605"/>
                </a:lnTo>
                <a:lnTo>
                  <a:pt x="7410" y="2642"/>
                </a:lnTo>
                <a:lnTo>
                  <a:pt x="7557" y="2569"/>
                </a:lnTo>
                <a:lnTo>
                  <a:pt x="7630" y="2495"/>
                </a:lnTo>
                <a:lnTo>
                  <a:pt x="7667" y="2385"/>
                </a:lnTo>
                <a:lnTo>
                  <a:pt x="7667" y="2312"/>
                </a:lnTo>
                <a:lnTo>
                  <a:pt x="7630" y="2239"/>
                </a:lnTo>
                <a:lnTo>
                  <a:pt x="7557" y="2165"/>
                </a:lnTo>
                <a:lnTo>
                  <a:pt x="7484" y="2165"/>
                </a:lnTo>
                <a:lnTo>
                  <a:pt x="7337" y="1835"/>
                </a:lnTo>
                <a:lnTo>
                  <a:pt x="7227" y="1542"/>
                </a:lnTo>
                <a:lnTo>
                  <a:pt x="7740" y="1101"/>
                </a:lnTo>
                <a:lnTo>
                  <a:pt x="8217" y="735"/>
                </a:lnTo>
                <a:lnTo>
                  <a:pt x="8364" y="625"/>
                </a:lnTo>
                <a:lnTo>
                  <a:pt x="8511" y="551"/>
                </a:lnTo>
                <a:lnTo>
                  <a:pt x="8841" y="478"/>
                </a:lnTo>
                <a:close/>
                <a:moveTo>
                  <a:pt x="3485" y="7264"/>
                </a:moveTo>
                <a:lnTo>
                  <a:pt x="3449" y="7447"/>
                </a:lnTo>
                <a:lnTo>
                  <a:pt x="3302" y="7337"/>
                </a:lnTo>
                <a:lnTo>
                  <a:pt x="3485" y="7264"/>
                </a:lnTo>
                <a:close/>
                <a:moveTo>
                  <a:pt x="5099" y="6163"/>
                </a:moveTo>
                <a:lnTo>
                  <a:pt x="4733" y="7264"/>
                </a:lnTo>
                <a:lnTo>
                  <a:pt x="4733" y="7337"/>
                </a:lnTo>
                <a:lnTo>
                  <a:pt x="4586" y="7447"/>
                </a:lnTo>
                <a:lnTo>
                  <a:pt x="4586" y="7337"/>
                </a:lnTo>
                <a:lnTo>
                  <a:pt x="4586" y="7301"/>
                </a:lnTo>
                <a:lnTo>
                  <a:pt x="4623" y="6860"/>
                </a:lnTo>
                <a:lnTo>
                  <a:pt x="4733" y="6457"/>
                </a:lnTo>
                <a:lnTo>
                  <a:pt x="5026" y="6237"/>
                </a:lnTo>
                <a:lnTo>
                  <a:pt x="5099" y="6163"/>
                </a:lnTo>
                <a:close/>
                <a:moveTo>
                  <a:pt x="4292" y="6750"/>
                </a:moveTo>
                <a:lnTo>
                  <a:pt x="4219" y="7117"/>
                </a:lnTo>
                <a:lnTo>
                  <a:pt x="4219" y="7484"/>
                </a:lnTo>
                <a:lnTo>
                  <a:pt x="4219" y="7594"/>
                </a:lnTo>
                <a:lnTo>
                  <a:pt x="4292" y="7631"/>
                </a:lnTo>
                <a:lnTo>
                  <a:pt x="3889" y="7924"/>
                </a:lnTo>
                <a:lnTo>
                  <a:pt x="3816" y="7851"/>
                </a:lnTo>
                <a:lnTo>
                  <a:pt x="3889" y="7777"/>
                </a:lnTo>
                <a:lnTo>
                  <a:pt x="3926" y="7667"/>
                </a:lnTo>
                <a:lnTo>
                  <a:pt x="3926" y="7594"/>
                </a:lnTo>
                <a:lnTo>
                  <a:pt x="3889" y="7521"/>
                </a:lnTo>
                <a:lnTo>
                  <a:pt x="3852" y="7484"/>
                </a:lnTo>
                <a:lnTo>
                  <a:pt x="3816" y="7484"/>
                </a:lnTo>
                <a:lnTo>
                  <a:pt x="3889" y="7227"/>
                </a:lnTo>
                <a:lnTo>
                  <a:pt x="3926" y="7007"/>
                </a:lnTo>
                <a:lnTo>
                  <a:pt x="3926" y="6970"/>
                </a:lnTo>
                <a:lnTo>
                  <a:pt x="4292" y="6750"/>
                </a:lnTo>
                <a:close/>
                <a:moveTo>
                  <a:pt x="1101" y="6127"/>
                </a:moveTo>
                <a:lnTo>
                  <a:pt x="1358" y="6200"/>
                </a:lnTo>
                <a:lnTo>
                  <a:pt x="1578" y="6310"/>
                </a:lnTo>
                <a:lnTo>
                  <a:pt x="1761" y="6457"/>
                </a:lnTo>
                <a:lnTo>
                  <a:pt x="1945" y="6677"/>
                </a:lnTo>
                <a:lnTo>
                  <a:pt x="2312" y="7081"/>
                </a:lnTo>
                <a:lnTo>
                  <a:pt x="2715" y="7447"/>
                </a:lnTo>
                <a:lnTo>
                  <a:pt x="3155" y="7777"/>
                </a:lnTo>
                <a:lnTo>
                  <a:pt x="3339" y="7961"/>
                </a:lnTo>
                <a:lnTo>
                  <a:pt x="3522" y="8144"/>
                </a:lnTo>
                <a:lnTo>
                  <a:pt x="3522" y="8181"/>
                </a:lnTo>
                <a:lnTo>
                  <a:pt x="3485" y="8291"/>
                </a:lnTo>
                <a:lnTo>
                  <a:pt x="3485" y="8401"/>
                </a:lnTo>
                <a:lnTo>
                  <a:pt x="3559" y="8474"/>
                </a:lnTo>
                <a:lnTo>
                  <a:pt x="3669" y="8511"/>
                </a:lnTo>
                <a:lnTo>
                  <a:pt x="3669" y="8621"/>
                </a:lnTo>
                <a:lnTo>
                  <a:pt x="3669" y="8658"/>
                </a:lnTo>
                <a:lnTo>
                  <a:pt x="3595" y="8695"/>
                </a:lnTo>
                <a:lnTo>
                  <a:pt x="3229" y="8731"/>
                </a:lnTo>
                <a:lnTo>
                  <a:pt x="3009" y="8474"/>
                </a:lnTo>
                <a:lnTo>
                  <a:pt x="2825" y="8254"/>
                </a:lnTo>
                <a:lnTo>
                  <a:pt x="2165" y="7484"/>
                </a:lnTo>
                <a:lnTo>
                  <a:pt x="1615" y="6897"/>
                </a:lnTo>
                <a:lnTo>
                  <a:pt x="1321" y="6604"/>
                </a:lnTo>
                <a:lnTo>
                  <a:pt x="1174" y="6494"/>
                </a:lnTo>
                <a:lnTo>
                  <a:pt x="991" y="6420"/>
                </a:lnTo>
                <a:lnTo>
                  <a:pt x="1101" y="6127"/>
                </a:lnTo>
                <a:close/>
                <a:moveTo>
                  <a:pt x="8731" y="1"/>
                </a:moveTo>
                <a:lnTo>
                  <a:pt x="8474" y="74"/>
                </a:lnTo>
                <a:lnTo>
                  <a:pt x="8217" y="184"/>
                </a:lnTo>
                <a:lnTo>
                  <a:pt x="7997" y="331"/>
                </a:lnTo>
                <a:lnTo>
                  <a:pt x="7777" y="478"/>
                </a:lnTo>
                <a:lnTo>
                  <a:pt x="7154" y="1028"/>
                </a:lnTo>
                <a:lnTo>
                  <a:pt x="6530" y="1578"/>
                </a:lnTo>
                <a:lnTo>
                  <a:pt x="4036" y="3779"/>
                </a:lnTo>
                <a:lnTo>
                  <a:pt x="2825" y="4843"/>
                </a:lnTo>
                <a:lnTo>
                  <a:pt x="2312" y="5283"/>
                </a:lnTo>
                <a:lnTo>
                  <a:pt x="2092" y="5540"/>
                </a:lnTo>
                <a:lnTo>
                  <a:pt x="1871" y="5797"/>
                </a:lnTo>
                <a:lnTo>
                  <a:pt x="1761" y="5833"/>
                </a:lnTo>
                <a:lnTo>
                  <a:pt x="1725" y="5943"/>
                </a:lnTo>
                <a:lnTo>
                  <a:pt x="1541" y="5833"/>
                </a:lnTo>
                <a:lnTo>
                  <a:pt x="1358" y="5797"/>
                </a:lnTo>
                <a:lnTo>
                  <a:pt x="1174" y="5760"/>
                </a:lnTo>
                <a:lnTo>
                  <a:pt x="954" y="5760"/>
                </a:lnTo>
                <a:lnTo>
                  <a:pt x="844" y="5797"/>
                </a:lnTo>
                <a:lnTo>
                  <a:pt x="771" y="5907"/>
                </a:lnTo>
                <a:lnTo>
                  <a:pt x="624" y="6420"/>
                </a:lnTo>
                <a:lnTo>
                  <a:pt x="624" y="6494"/>
                </a:lnTo>
                <a:lnTo>
                  <a:pt x="661" y="6567"/>
                </a:lnTo>
                <a:lnTo>
                  <a:pt x="698" y="6604"/>
                </a:lnTo>
                <a:lnTo>
                  <a:pt x="771" y="6640"/>
                </a:lnTo>
                <a:lnTo>
                  <a:pt x="918" y="6860"/>
                </a:lnTo>
                <a:lnTo>
                  <a:pt x="1101" y="7081"/>
                </a:lnTo>
                <a:lnTo>
                  <a:pt x="1505" y="7484"/>
                </a:lnTo>
                <a:lnTo>
                  <a:pt x="2385" y="8511"/>
                </a:lnTo>
                <a:lnTo>
                  <a:pt x="2715" y="8951"/>
                </a:lnTo>
                <a:lnTo>
                  <a:pt x="2935" y="9171"/>
                </a:lnTo>
                <a:lnTo>
                  <a:pt x="3155" y="9318"/>
                </a:lnTo>
                <a:lnTo>
                  <a:pt x="3302" y="9355"/>
                </a:lnTo>
                <a:lnTo>
                  <a:pt x="3412" y="9355"/>
                </a:lnTo>
                <a:lnTo>
                  <a:pt x="3522" y="9281"/>
                </a:lnTo>
                <a:lnTo>
                  <a:pt x="3595" y="9171"/>
                </a:lnTo>
                <a:lnTo>
                  <a:pt x="3816" y="9135"/>
                </a:lnTo>
                <a:lnTo>
                  <a:pt x="3962" y="9061"/>
                </a:lnTo>
                <a:lnTo>
                  <a:pt x="4072" y="8951"/>
                </a:lnTo>
                <a:lnTo>
                  <a:pt x="4146" y="8805"/>
                </a:lnTo>
                <a:lnTo>
                  <a:pt x="4146" y="8548"/>
                </a:lnTo>
                <a:lnTo>
                  <a:pt x="4109" y="8328"/>
                </a:lnTo>
                <a:lnTo>
                  <a:pt x="5320" y="7557"/>
                </a:lnTo>
                <a:lnTo>
                  <a:pt x="6530" y="6750"/>
                </a:lnTo>
                <a:lnTo>
                  <a:pt x="7667" y="5907"/>
                </a:lnTo>
                <a:lnTo>
                  <a:pt x="8804" y="5026"/>
                </a:lnTo>
                <a:lnTo>
                  <a:pt x="9281" y="4660"/>
                </a:lnTo>
                <a:lnTo>
                  <a:pt x="9721" y="4219"/>
                </a:lnTo>
                <a:lnTo>
                  <a:pt x="10125" y="3743"/>
                </a:lnTo>
                <a:lnTo>
                  <a:pt x="10308" y="3486"/>
                </a:lnTo>
                <a:lnTo>
                  <a:pt x="10455" y="3229"/>
                </a:lnTo>
                <a:lnTo>
                  <a:pt x="10602" y="2972"/>
                </a:lnTo>
                <a:lnTo>
                  <a:pt x="10712" y="2679"/>
                </a:lnTo>
                <a:lnTo>
                  <a:pt x="10785" y="2385"/>
                </a:lnTo>
                <a:lnTo>
                  <a:pt x="10822" y="2129"/>
                </a:lnTo>
                <a:lnTo>
                  <a:pt x="10822" y="1835"/>
                </a:lnTo>
                <a:lnTo>
                  <a:pt x="10785" y="1542"/>
                </a:lnTo>
                <a:lnTo>
                  <a:pt x="10675" y="1248"/>
                </a:lnTo>
                <a:lnTo>
                  <a:pt x="10528" y="955"/>
                </a:lnTo>
                <a:lnTo>
                  <a:pt x="10382" y="735"/>
                </a:lnTo>
                <a:lnTo>
                  <a:pt x="10198" y="515"/>
                </a:lnTo>
                <a:lnTo>
                  <a:pt x="9978" y="368"/>
                </a:lnTo>
                <a:lnTo>
                  <a:pt x="9758" y="221"/>
                </a:lnTo>
                <a:lnTo>
                  <a:pt x="9501" y="111"/>
                </a:lnTo>
                <a:lnTo>
                  <a:pt x="9281" y="38"/>
                </a:lnTo>
                <a:lnTo>
                  <a:pt x="8988" y="1"/>
                </a:lnTo>
                <a:close/>
                <a:moveTo>
                  <a:pt x="1981" y="12399"/>
                </a:moveTo>
                <a:lnTo>
                  <a:pt x="1981" y="12509"/>
                </a:lnTo>
                <a:lnTo>
                  <a:pt x="1981" y="12656"/>
                </a:lnTo>
                <a:lnTo>
                  <a:pt x="1908" y="12913"/>
                </a:lnTo>
                <a:lnTo>
                  <a:pt x="1798" y="12913"/>
                </a:lnTo>
                <a:lnTo>
                  <a:pt x="1871" y="12656"/>
                </a:lnTo>
                <a:lnTo>
                  <a:pt x="1981" y="12399"/>
                </a:lnTo>
                <a:close/>
                <a:moveTo>
                  <a:pt x="1651" y="9391"/>
                </a:moveTo>
                <a:lnTo>
                  <a:pt x="1688" y="9575"/>
                </a:lnTo>
                <a:lnTo>
                  <a:pt x="1908" y="10198"/>
                </a:lnTo>
                <a:lnTo>
                  <a:pt x="2348" y="11372"/>
                </a:lnTo>
                <a:lnTo>
                  <a:pt x="2422" y="11739"/>
                </a:lnTo>
                <a:lnTo>
                  <a:pt x="2458" y="12106"/>
                </a:lnTo>
                <a:lnTo>
                  <a:pt x="2422" y="12436"/>
                </a:lnTo>
                <a:lnTo>
                  <a:pt x="2348" y="12619"/>
                </a:lnTo>
                <a:lnTo>
                  <a:pt x="2275" y="12766"/>
                </a:lnTo>
                <a:lnTo>
                  <a:pt x="2312" y="12583"/>
                </a:lnTo>
                <a:lnTo>
                  <a:pt x="2275" y="12436"/>
                </a:lnTo>
                <a:lnTo>
                  <a:pt x="2202" y="12326"/>
                </a:lnTo>
                <a:lnTo>
                  <a:pt x="2128" y="12216"/>
                </a:lnTo>
                <a:lnTo>
                  <a:pt x="2018" y="12179"/>
                </a:lnTo>
                <a:lnTo>
                  <a:pt x="1871" y="12179"/>
                </a:lnTo>
                <a:lnTo>
                  <a:pt x="1835" y="12253"/>
                </a:lnTo>
                <a:lnTo>
                  <a:pt x="1835" y="12326"/>
                </a:lnTo>
                <a:lnTo>
                  <a:pt x="1578" y="12656"/>
                </a:lnTo>
                <a:lnTo>
                  <a:pt x="1505" y="12840"/>
                </a:lnTo>
                <a:lnTo>
                  <a:pt x="1431" y="13023"/>
                </a:lnTo>
                <a:lnTo>
                  <a:pt x="1358" y="13023"/>
                </a:lnTo>
                <a:lnTo>
                  <a:pt x="1578" y="12509"/>
                </a:lnTo>
                <a:lnTo>
                  <a:pt x="1761" y="11996"/>
                </a:lnTo>
                <a:lnTo>
                  <a:pt x="1761" y="11959"/>
                </a:lnTo>
                <a:lnTo>
                  <a:pt x="1725" y="11922"/>
                </a:lnTo>
                <a:lnTo>
                  <a:pt x="1688" y="11922"/>
                </a:lnTo>
                <a:lnTo>
                  <a:pt x="1651" y="11959"/>
                </a:lnTo>
                <a:lnTo>
                  <a:pt x="1321" y="12399"/>
                </a:lnTo>
                <a:lnTo>
                  <a:pt x="1028" y="12913"/>
                </a:lnTo>
                <a:lnTo>
                  <a:pt x="881" y="12840"/>
                </a:lnTo>
                <a:lnTo>
                  <a:pt x="881" y="12729"/>
                </a:lnTo>
                <a:lnTo>
                  <a:pt x="1028" y="12436"/>
                </a:lnTo>
                <a:lnTo>
                  <a:pt x="1174" y="12143"/>
                </a:lnTo>
                <a:lnTo>
                  <a:pt x="1358" y="11849"/>
                </a:lnTo>
                <a:lnTo>
                  <a:pt x="1541" y="11556"/>
                </a:lnTo>
                <a:lnTo>
                  <a:pt x="1541" y="11519"/>
                </a:lnTo>
                <a:lnTo>
                  <a:pt x="1505" y="11482"/>
                </a:lnTo>
                <a:lnTo>
                  <a:pt x="1468" y="11519"/>
                </a:lnTo>
                <a:lnTo>
                  <a:pt x="1138" y="11812"/>
                </a:lnTo>
                <a:lnTo>
                  <a:pt x="954" y="11996"/>
                </a:lnTo>
                <a:lnTo>
                  <a:pt x="808" y="12179"/>
                </a:lnTo>
                <a:lnTo>
                  <a:pt x="698" y="12399"/>
                </a:lnTo>
                <a:lnTo>
                  <a:pt x="588" y="12619"/>
                </a:lnTo>
                <a:lnTo>
                  <a:pt x="551" y="12583"/>
                </a:lnTo>
                <a:lnTo>
                  <a:pt x="624" y="12473"/>
                </a:lnTo>
                <a:lnTo>
                  <a:pt x="661" y="12363"/>
                </a:lnTo>
                <a:lnTo>
                  <a:pt x="1138" y="11629"/>
                </a:lnTo>
                <a:lnTo>
                  <a:pt x="1321" y="11262"/>
                </a:lnTo>
                <a:lnTo>
                  <a:pt x="1468" y="10859"/>
                </a:lnTo>
                <a:lnTo>
                  <a:pt x="1431" y="10822"/>
                </a:lnTo>
                <a:lnTo>
                  <a:pt x="1395" y="10822"/>
                </a:lnTo>
                <a:lnTo>
                  <a:pt x="1064" y="11189"/>
                </a:lnTo>
                <a:lnTo>
                  <a:pt x="734" y="11556"/>
                </a:lnTo>
                <a:lnTo>
                  <a:pt x="844" y="11372"/>
                </a:lnTo>
                <a:lnTo>
                  <a:pt x="1248" y="10749"/>
                </a:lnTo>
                <a:lnTo>
                  <a:pt x="1651" y="10125"/>
                </a:lnTo>
                <a:lnTo>
                  <a:pt x="1651" y="10052"/>
                </a:lnTo>
                <a:lnTo>
                  <a:pt x="1615" y="9978"/>
                </a:lnTo>
                <a:lnTo>
                  <a:pt x="1505" y="9978"/>
                </a:lnTo>
                <a:lnTo>
                  <a:pt x="1321" y="10162"/>
                </a:lnTo>
                <a:lnTo>
                  <a:pt x="1505" y="9795"/>
                </a:lnTo>
                <a:lnTo>
                  <a:pt x="1651" y="9391"/>
                </a:lnTo>
                <a:close/>
                <a:moveTo>
                  <a:pt x="1541" y="8768"/>
                </a:moveTo>
                <a:lnTo>
                  <a:pt x="1468" y="8805"/>
                </a:lnTo>
                <a:lnTo>
                  <a:pt x="1395" y="8915"/>
                </a:lnTo>
                <a:lnTo>
                  <a:pt x="1395" y="9025"/>
                </a:lnTo>
                <a:lnTo>
                  <a:pt x="1395" y="9061"/>
                </a:lnTo>
                <a:lnTo>
                  <a:pt x="1211" y="9355"/>
                </a:lnTo>
                <a:lnTo>
                  <a:pt x="1101" y="9648"/>
                </a:lnTo>
                <a:lnTo>
                  <a:pt x="661" y="10602"/>
                </a:lnTo>
                <a:lnTo>
                  <a:pt x="294" y="11409"/>
                </a:lnTo>
                <a:lnTo>
                  <a:pt x="147" y="11812"/>
                </a:lnTo>
                <a:lnTo>
                  <a:pt x="37" y="12253"/>
                </a:lnTo>
                <a:lnTo>
                  <a:pt x="1" y="12399"/>
                </a:lnTo>
                <a:lnTo>
                  <a:pt x="1" y="12509"/>
                </a:lnTo>
                <a:lnTo>
                  <a:pt x="74" y="12729"/>
                </a:lnTo>
                <a:lnTo>
                  <a:pt x="221" y="12913"/>
                </a:lnTo>
                <a:lnTo>
                  <a:pt x="404" y="13096"/>
                </a:lnTo>
                <a:lnTo>
                  <a:pt x="441" y="13170"/>
                </a:lnTo>
                <a:lnTo>
                  <a:pt x="514" y="13206"/>
                </a:lnTo>
                <a:lnTo>
                  <a:pt x="588" y="13243"/>
                </a:lnTo>
                <a:lnTo>
                  <a:pt x="661" y="13243"/>
                </a:lnTo>
                <a:lnTo>
                  <a:pt x="734" y="13280"/>
                </a:lnTo>
                <a:lnTo>
                  <a:pt x="881" y="13353"/>
                </a:lnTo>
                <a:lnTo>
                  <a:pt x="954" y="13426"/>
                </a:lnTo>
                <a:lnTo>
                  <a:pt x="1101" y="13426"/>
                </a:lnTo>
                <a:lnTo>
                  <a:pt x="1431" y="13536"/>
                </a:lnTo>
                <a:lnTo>
                  <a:pt x="1468" y="13573"/>
                </a:lnTo>
                <a:lnTo>
                  <a:pt x="1688" y="13573"/>
                </a:lnTo>
                <a:lnTo>
                  <a:pt x="1908" y="13536"/>
                </a:lnTo>
                <a:lnTo>
                  <a:pt x="2128" y="13463"/>
                </a:lnTo>
                <a:lnTo>
                  <a:pt x="2312" y="13390"/>
                </a:lnTo>
                <a:lnTo>
                  <a:pt x="2495" y="13280"/>
                </a:lnTo>
                <a:lnTo>
                  <a:pt x="2605" y="13133"/>
                </a:lnTo>
                <a:lnTo>
                  <a:pt x="2715" y="12986"/>
                </a:lnTo>
                <a:lnTo>
                  <a:pt x="2788" y="12840"/>
                </a:lnTo>
                <a:lnTo>
                  <a:pt x="2862" y="12693"/>
                </a:lnTo>
                <a:lnTo>
                  <a:pt x="2935" y="12326"/>
                </a:lnTo>
                <a:lnTo>
                  <a:pt x="2935" y="11959"/>
                </a:lnTo>
                <a:lnTo>
                  <a:pt x="2862" y="11592"/>
                </a:lnTo>
                <a:lnTo>
                  <a:pt x="2788" y="11226"/>
                </a:lnTo>
                <a:lnTo>
                  <a:pt x="2678" y="10895"/>
                </a:lnTo>
                <a:lnTo>
                  <a:pt x="2055" y="9061"/>
                </a:lnTo>
                <a:lnTo>
                  <a:pt x="1981" y="8951"/>
                </a:lnTo>
                <a:lnTo>
                  <a:pt x="1871" y="8878"/>
                </a:lnTo>
                <a:lnTo>
                  <a:pt x="1761" y="8805"/>
                </a:lnTo>
                <a:lnTo>
                  <a:pt x="1651" y="8768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88" name="Google Shape;488;p10"/>
          <p:cNvSpPr/>
          <p:nvPr/>
        </p:nvSpPr>
        <p:spPr>
          <a:xfrm>
            <a:off x="11772537" y="6111825"/>
            <a:ext cx="521651" cy="385727"/>
          </a:xfrm>
          <a:custGeom>
            <a:avLst/>
            <a:gdLst/>
            <a:ahLst/>
            <a:cxnLst/>
            <a:rect l="l" t="t" r="r" b="b"/>
            <a:pathLst>
              <a:path w="13793" h="10199" extrusionOk="0">
                <a:moveTo>
                  <a:pt x="5649" y="2128"/>
                </a:moveTo>
                <a:lnTo>
                  <a:pt x="5503" y="2165"/>
                </a:lnTo>
                <a:lnTo>
                  <a:pt x="5356" y="2238"/>
                </a:lnTo>
                <a:lnTo>
                  <a:pt x="5209" y="2312"/>
                </a:lnTo>
                <a:lnTo>
                  <a:pt x="5099" y="2422"/>
                </a:lnTo>
                <a:lnTo>
                  <a:pt x="4989" y="2532"/>
                </a:lnTo>
                <a:lnTo>
                  <a:pt x="4916" y="2642"/>
                </a:lnTo>
                <a:lnTo>
                  <a:pt x="4879" y="2788"/>
                </a:lnTo>
                <a:lnTo>
                  <a:pt x="4842" y="2935"/>
                </a:lnTo>
                <a:lnTo>
                  <a:pt x="4842" y="3119"/>
                </a:lnTo>
                <a:lnTo>
                  <a:pt x="4879" y="3265"/>
                </a:lnTo>
                <a:lnTo>
                  <a:pt x="4916" y="3375"/>
                </a:lnTo>
                <a:lnTo>
                  <a:pt x="5026" y="3485"/>
                </a:lnTo>
                <a:lnTo>
                  <a:pt x="5136" y="3522"/>
                </a:lnTo>
                <a:lnTo>
                  <a:pt x="5209" y="3522"/>
                </a:lnTo>
                <a:lnTo>
                  <a:pt x="5319" y="3449"/>
                </a:lnTo>
                <a:lnTo>
                  <a:pt x="5356" y="3375"/>
                </a:lnTo>
                <a:lnTo>
                  <a:pt x="5393" y="3119"/>
                </a:lnTo>
                <a:lnTo>
                  <a:pt x="5393" y="2899"/>
                </a:lnTo>
                <a:lnTo>
                  <a:pt x="5429" y="3045"/>
                </a:lnTo>
                <a:lnTo>
                  <a:pt x="5466" y="3229"/>
                </a:lnTo>
                <a:lnTo>
                  <a:pt x="5503" y="3632"/>
                </a:lnTo>
                <a:lnTo>
                  <a:pt x="5576" y="3926"/>
                </a:lnTo>
                <a:lnTo>
                  <a:pt x="5613" y="4072"/>
                </a:lnTo>
                <a:lnTo>
                  <a:pt x="5723" y="4219"/>
                </a:lnTo>
                <a:lnTo>
                  <a:pt x="5796" y="4256"/>
                </a:lnTo>
                <a:lnTo>
                  <a:pt x="5833" y="4256"/>
                </a:lnTo>
                <a:lnTo>
                  <a:pt x="5906" y="4219"/>
                </a:lnTo>
                <a:lnTo>
                  <a:pt x="5943" y="4146"/>
                </a:lnTo>
                <a:lnTo>
                  <a:pt x="5980" y="4036"/>
                </a:lnTo>
                <a:lnTo>
                  <a:pt x="5980" y="3926"/>
                </a:lnTo>
                <a:lnTo>
                  <a:pt x="5943" y="3669"/>
                </a:lnTo>
                <a:lnTo>
                  <a:pt x="5833" y="3082"/>
                </a:lnTo>
                <a:lnTo>
                  <a:pt x="5759" y="2825"/>
                </a:lnTo>
                <a:lnTo>
                  <a:pt x="5686" y="2715"/>
                </a:lnTo>
                <a:lnTo>
                  <a:pt x="5613" y="2642"/>
                </a:lnTo>
                <a:lnTo>
                  <a:pt x="5723" y="2605"/>
                </a:lnTo>
                <a:lnTo>
                  <a:pt x="6016" y="2605"/>
                </a:lnTo>
                <a:lnTo>
                  <a:pt x="6163" y="2642"/>
                </a:lnTo>
                <a:lnTo>
                  <a:pt x="6310" y="3045"/>
                </a:lnTo>
                <a:lnTo>
                  <a:pt x="6456" y="3522"/>
                </a:lnTo>
                <a:lnTo>
                  <a:pt x="6603" y="3999"/>
                </a:lnTo>
                <a:lnTo>
                  <a:pt x="6640" y="4072"/>
                </a:lnTo>
                <a:lnTo>
                  <a:pt x="6677" y="4109"/>
                </a:lnTo>
                <a:lnTo>
                  <a:pt x="6750" y="4146"/>
                </a:lnTo>
                <a:lnTo>
                  <a:pt x="6823" y="4109"/>
                </a:lnTo>
                <a:lnTo>
                  <a:pt x="6897" y="4072"/>
                </a:lnTo>
                <a:lnTo>
                  <a:pt x="6970" y="4036"/>
                </a:lnTo>
                <a:lnTo>
                  <a:pt x="7007" y="3926"/>
                </a:lnTo>
                <a:lnTo>
                  <a:pt x="7007" y="3852"/>
                </a:lnTo>
                <a:lnTo>
                  <a:pt x="6860" y="3412"/>
                </a:lnTo>
                <a:lnTo>
                  <a:pt x="6750" y="3009"/>
                </a:lnTo>
                <a:lnTo>
                  <a:pt x="6677" y="2862"/>
                </a:lnTo>
                <a:lnTo>
                  <a:pt x="6970" y="3045"/>
                </a:lnTo>
                <a:lnTo>
                  <a:pt x="7227" y="3229"/>
                </a:lnTo>
                <a:lnTo>
                  <a:pt x="7227" y="3449"/>
                </a:lnTo>
                <a:lnTo>
                  <a:pt x="7263" y="3669"/>
                </a:lnTo>
                <a:lnTo>
                  <a:pt x="7410" y="4072"/>
                </a:lnTo>
                <a:lnTo>
                  <a:pt x="7484" y="4146"/>
                </a:lnTo>
                <a:lnTo>
                  <a:pt x="7520" y="4182"/>
                </a:lnTo>
                <a:lnTo>
                  <a:pt x="7667" y="4182"/>
                </a:lnTo>
                <a:lnTo>
                  <a:pt x="7740" y="4146"/>
                </a:lnTo>
                <a:lnTo>
                  <a:pt x="7777" y="4109"/>
                </a:lnTo>
                <a:lnTo>
                  <a:pt x="7814" y="4036"/>
                </a:lnTo>
                <a:lnTo>
                  <a:pt x="7777" y="3926"/>
                </a:lnTo>
                <a:lnTo>
                  <a:pt x="7704" y="3669"/>
                </a:lnTo>
                <a:lnTo>
                  <a:pt x="8034" y="3962"/>
                </a:lnTo>
                <a:lnTo>
                  <a:pt x="8070" y="3999"/>
                </a:lnTo>
                <a:lnTo>
                  <a:pt x="8107" y="3999"/>
                </a:lnTo>
                <a:lnTo>
                  <a:pt x="8144" y="3962"/>
                </a:lnTo>
                <a:lnTo>
                  <a:pt x="8144" y="3926"/>
                </a:lnTo>
                <a:lnTo>
                  <a:pt x="8144" y="3742"/>
                </a:lnTo>
                <a:lnTo>
                  <a:pt x="8107" y="3595"/>
                </a:lnTo>
                <a:lnTo>
                  <a:pt x="7960" y="3302"/>
                </a:lnTo>
                <a:lnTo>
                  <a:pt x="7740" y="3009"/>
                </a:lnTo>
                <a:lnTo>
                  <a:pt x="7484" y="2788"/>
                </a:lnTo>
                <a:lnTo>
                  <a:pt x="7190" y="2568"/>
                </a:lnTo>
                <a:lnTo>
                  <a:pt x="6897" y="2422"/>
                </a:lnTo>
                <a:lnTo>
                  <a:pt x="6566" y="2275"/>
                </a:lnTo>
                <a:lnTo>
                  <a:pt x="6273" y="2165"/>
                </a:lnTo>
                <a:lnTo>
                  <a:pt x="5943" y="2128"/>
                </a:lnTo>
                <a:close/>
                <a:moveTo>
                  <a:pt x="12215" y="3485"/>
                </a:moveTo>
                <a:lnTo>
                  <a:pt x="12142" y="3522"/>
                </a:lnTo>
                <a:lnTo>
                  <a:pt x="12142" y="3559"/>
                </a:lnTo>
                <a:lnTo>
                  <a:pt x="12142" y="3742"/>
                </a:lnTo>
                <a:lnTo>
                  <a:pt x="12142" y="3926"/>
                </a:lnTo>
                <a:lnTo>
                  <a:pt x="12252" y="4292"/>
                </a:lnTo>
                <a:lnTo>
                  <a:pt x="12436" y="4769"/>
                </a:lnTo>
                <a:lnTo>
                  <a:pt x="12582" y="5136"/>
                </a:lnTo>
                <a:lnTo>
                  <a:pt x="12546" y="5209"/>
                </a:lnTo>
                <a:lnTo>
                  <a:pt x="12546" y="5320"/>
                </a:lnTo>
                <a:lnTo>
                  <a:pt x="12582" y="5356"/>
                </a:lnTo>
                <a:lnTo>
                  <a:pt x="12582" y="5430"/>
                </a:lnTo>
                <a:lnTo>
                  <a:pt x="11885" y="5613"/>
                </a:lnTo>
                <a:lnTo>
                  <a:pt x="11885" y="5430"/>
                </a:lnTo>
                <a:lnTo>
                  <a:pt x="11849" y="5246"/>
                </a:lnTo>
                <a:lnTo>
                  <a:pt x="11702" y="4843"/>
                </a:lnTo>
                <a:lnTo>
                  <a:pt x="11629" y="4549"/>
                </a:lnTo>
                <a:lnTo>
                  <a:pt x="11482" y="4256"/>
                </a:lnTo>
                <a:lnTo>
                  <a:pt x="11335" y="3999"/>
                </a:lnTo>
                <a:lnTo>
                  <a:pt x="11115" y="3742"/>
                </a:lnTo>
                <a:lnTo>
                  <a:pt x="11005" y="3742"/>
                </a:lnTo>
                <a:lnTo>
                  <a:pt x="10968" y="3779"/>
                </a:lnTo>
                <a:lnTo>
                  <a:pt x="10932" y="3852"/>
                </a:lnTo>
                <a:lnTo>
                  <a:pt x="10968" y="4109"/>
                </a:lnTo>
                <a:lnTo>
                  <a:pt x="11078" y="4366"/>
                </a:lnTo>
                <a:lnTo>
                  <a:pt x="11262" y="4879"/>
                </a:lnTo>
                <a:lnTo>
                  <a:pt x="11372" y="5320"/>
                </a:lnTo>
                <a:lnTo>
                  <a:pt x="11445" y="5540"/>
                </a:lnTo>
                <a:lnTo>
                  <a:pt x="11555" y="5686"/>
                </a:lnTo>
                <a:lnTo>
                  <a:pt x="11482" y="5723"/>
                </a:lnTo>
                <a:lnTo>
                  <a:pt x="11372" y="5723"/>
                </a:lnTo>
                <a:lnTo>
                  <a:pt x="11262" y="5686"/>
                </a:lnTo>
                <a:lnTo>
                  <a:pt x="11152" y="5650"/>
                </a:lnTo>
                <a:lnTo>
                  <a:pt x="11078" y="5576"/>
                </a:lnTo>
                <a:lnTo>
                  <a:pt x="10895" y="5393"/>
                </a:lnTo>
                <a:lnTo>
                  <a:pt x="10785" y="5209"/>
                </a:lnTo>
                <a:lnTo>
                  <a:pt x="10712" y="5173"/>
                </a:lnTo>
                <a:lnTo>
                  <a:pt x="10675" y="4916"/>
                </a:lnTo>
                <a:lnTo>
                  <a:pt x="10601" y="4696"/>
                </a:lnTo>
                <a:lnTo>
                  <a:pt x="10418" y="4292"/>
                </a:lnTo>
                <a:lnTo>
                  <a:pt x="10381" y="4256"/>
                </a:lnTo>
                <a:lnTo>
                  <a:pt x="10345" y="4219"/>
                </a:lnTo>
                <a:lnTo>
                  <a:pt x="10198" y="4219"/>
                </a:lnTo>
                <a:lnTo>
                  <a:pt x="10125" y="4292"/>
                </a:lnTo>
                <a:lnTo>
                  <a:pt x="10088" y="4366"/>
                </a:lnTo>
                <a:lnTo>
                  <a:pt x="10088" y="4402"/>
                </a:lnTo>
                <a:lnTo>
                  <a:pt x="10125" y="4659"/>
                </a:lnTo>
                <a:lnTo>
                  <a:pt x="10051" y="4623"/>
                </a:lnTo>
                <a:lnTo>
                  <a:pt x="9941" y="4586"/>
                </a:lnTo>
                <a:lnTo>
                  <a:pt x="9868" y="4623"/>
                </a:lnTo>
                <a:lnTo>
                  <a:pt x="9794" y="4696"/>
                </a:lnTo>
                <a:lnTo>
                  <a:pt x="9721" y="4806"/>
                </a:lnTo>
                <a:lnTo>
                  <a:pt x="9684" y="4916"/>
                </a:lnTo>
                <a:lnTo>
                  <a:pt x="9721" y="5026"/>
                </a:lnTo>
                <a:lnTo>
                  <a:pt x="9758" y="5099"/>
                </a:lnTo>
                <a:lnTo>
                  <a:pt x="9905" y="5246"/>
                </a:lnTo>
                <a:lnTo>
                  <a:pt x="10125" y="5356"/>
                </a:lnTo>
                <a:lnTo>
                  <a:pt x="10271" y="5430"/>
                </a:lnTo>
                <a:lnTo>
                  <a:pt x="10345" y="5540"/>
                </a:lnTo>
                <a:lnTo>
                  <a:pt x="10528" y="5796"/>
                </a:lnTo>
                <a:lnTo>
                  <a:pt x="10712" y="5980"/>
                </a:lnTo>
                <a:lnTo>
                  <a:pt x="10932" y="6163"/>
                </a:lnTo>
                <a:lnTo>
                  <a:pt x="11078" y="6200"/>
                </a:lnTo>
                <a:lnTo>
                  <a:pt x="11225" y="6237"/>
                </a:lnTo>
                <a:lnTo>
                  <a:pt x="11519" y="6237"/>
                </a:lnTo>
                <a:lnTo>
                  <a:pt x="11849" y="6163"/>
                </a:lnTo>
                <a:lnTo>
                  <a:pt x="12142" y="6090"/>
                </a:lnTo>
                <a:lnTo>
                  <a:pt x="12986" y="5833"/>
                </a:lnTo>
                <a:lnTo>
                  <a:pt x="13353" y="5686"/>
                </a:lnTo>
                <a:lnTo>
                  <a:pt x="13536" y="5613"/>
                </a:lnTo>
                <a:lnTo>
                  <a:pt x="13719" y="5540"/>
                </a:lnTo>
                <a:lnTo>
                  <a:pt x="13793" y="5466"/>
                </a:lnTo>
                <a:lnTo>
                  <a:pt x="13793" y="5356"/>
                </a:lnTo>
                <a:lnTo>
                  <a:pt x="13756" y="5283"/>
                </a:lnTo>
                <a:lnTo>
                  <a:pt x="13646" y="5246"/>
                </a:lnTo>
                <a:lnTo>
                  <a:pt x="13353" y="5246"/>
                </a:lnTo>
                <a:lnTo>
                  <a:pt x="13059" y="5320"/>
                </a:lnTo>
                <a:lnTo>
                  <a:pt x="13059" y="5099"/>
                </a:lnTo>
                <a:lnTo>
                  <a:pt x="12986" y="4879"/>
                </a:lnTo>
                <a:lnTo>
                  <a:pt x="12839" y="4513"/>
                </a:lnTo>
                <a:lnTo>
                  <a:pt x="12619" y="3962"/>
                </a:lnTo>
                <a:lnTo>
                  <a:pt x="12509" y="3706"/>
                </a:lnTo>
                <a:lnTo>
                  <a:pt x="12326" y="3485"/>
                </a:lnTo>
                <a:close/>
                <a:moveTo>
                  <a:pt x="12069" y="1"/>
                </a:moveTo>
                <a:lnTo>
                  <a:pt x="11702" y="37"/>
                </a:lnTo>
                <a:lnTo>
                  <a:pt x="11335" y="147"/>
                </a:lnTo>
                <a:lnTo>
                  <a:pt x="10638" y="368"/>
                </a:lnTo>
                <a:lnTo>
                  <a:pt x="9905" y="588"/>
                </a:lnTo>
                <a:lnTo>
                  <a:pt x="9538" y="698"/>
                </a:lnTo>
                <a:lnTo>
                  <a:pt x="9171" y="844"/>
                </a:lnTo>
                <a:lnTo>
                  <a:pt x="8914" y="1028"/>
                </a:lnTo>
                <a:lnTo>
                  <a:pt x="8694" y="1211"/>
                </a:lnTo>
                <a:lnTo>
                  <a:pt x="8547" y="1431"/>
                </a:lnTo>
                <a:lnTo>
                  <a:pt x="8437" y="1688"/>
                </a:lnTo>
                <a:lnTo>
                  <a:pt x="8401" y="1945"/>
                </a:lnTo>
                <a:lnTo>
                  <a:pt x="8401" y="2238"/>
                </a:lnTo>
                <a:lnTo>
                  <a:pt x="8401" y="2532"/>
                </a:lnTo>
                <a:lnTo>
                  <a:pt x="8474" y="2825"/>
                </a:lnTo>
                <a:lnTo>
                  <a:pt x="8804" y="4402"/>
                </a:lnTo>
                <a:lnTo>
                  <a:pt x="8951" y="5173"/>
                </a:lnTo>
                <a:lnTo>
                  <a:pt x="9098" y="5980"/>
                </a:lnTo>
                <a:lnTo>
                  <a:pt x="9134" y="6347"/>
                </a:lnTo>
                <a:lnTo>
                  <a:pt x="9134" y="6713"/>
                </a:lnTo>
                <a:lnTo>
                  <a:pt x="8914" y="6126"/>
                </a:lnTo>
                <a:lnTo>
                  <a:pt x="8841" y="5796"/>
                </a:lnTo>
                <a:lnTo>
                  <a:pt x="8731" y="5430"/>
                </a:lnTo>
                <a:lnTo>
                  <a:pt x="8657" y="5246"/>
                </a:lnTo>
                <a:lnTo>
                  <a:pt x="8547" y="5099"/>
                </a:lnTo>
                <a:lnTo>
                  <a:pt x="8437" y="4953"/>
                </a:lnTo>
                <a:lnTo>
                  <a:pt x="8327" y="4879"/>
                </a:lnTo>
                <a:lnTo>
                  <a:pt x="8254" y="4879"/>
                </a:lnTo>
                <a:lnTo>
                  <a:pt x="8217" y="4916"/>
                </a:lnTo>
                <a:lnTo>
                  <a:pt x="8180" y="5026"/>
                </a:lnTo>
                <a:lnTo>
                  <a:pt x="8180" y="5136"/>
                </a:lnTo>
                <a:lnTo>
                  <a:pt x="8217" y="5393"/>
                </a:lnTo>
                <a:lnTo>
                  <a:pt x="8364" y="5906"/>
                </a:lnTo>
                <a:lnTo>
                  <a:pt x="8584" y="6567"/>
                </a:lnTo>
                <a:lnTo>
                  <a:pt x="8767" y="7227"/>
                </a:lnTo>
                <a:lnTo>
                  <a:pt x="8731" y="7374"/>
                </a:lnTo>
                <a:lnTo>
                  <a:pt x="8731" y="7447"/>
                </a:lnTo>
                <a:lnTo>
                  <a:pt x="8731" y="7520"/>
                </a:lnTo>
                <a:lnTo>
                  <a:pt x="8804" y="7594"/>
                </a:lnTo>
                <a:lnTo>
                  <a:pt x="8694" y="7740"/>
                </a:lnTo>
                <a:lnTo>
                  <a:pt x="8547" y="7887"/>
                </a:lnTo>
                <a:lnTo>
                  <a:pt x="8401" y="7997"/>
                </a:lnTo>
                <a:lnTo>
                  <a:pt x="8180" y="8107"/>
                </a:lnTo>
                <a:lnTo>
                  <a:pt x="8144" y="8034"/>
                </a:lnTo>
                <a:lnTo>
                  <a:pt x="8144" y="7997"/>
                </a:lnTo>
                <a:lnTo>
                  <a:pt x="8070" y="7961"/>
                </a:lnTo>
                <a:lnTo>
                  <a:pt x="7630" y="6530"/>
                </a:lnTo>
                <a:lnTo>
                  <a:pt x="7337" y="5650"/>
                </a:lnTo>
                <a:lnTo>
                  <a:pt x="7153" y="5283"/>
                </a:lnTo>
                <a:lnTo>
                  <a:pt x="7080" y="5026"/>
                </a:lnTo>
                <a:lnTo>
                  <a:pt x="7080" y="4953"/>
                </a:lnTo>
                <a:lnTo>
                  <a:pt x="7080" y="4879"/>
                </a:lnTo>
                <a:lnTo>
                  <a:pt x="7117" y="4806"/>
                </a:lnTo>
                <a:lnTo>
                  <a:pt x="7153" y="4733"/>
                </a:lnTo>
                <a:lnTo>
                  <a:pt x="7117" y="4659"/>
                </a:lnTo>
                <a:lnTo>
                  <a:pt x="7080" y="4623"/>
                </a:lnTo>
                <a:lnTo>
                  <a:pt x="6860" y="4476"/>
                </a:lnTo>
                <a:lnTo>
                  <a:pt x="6750" y="4439"/>
                </a:lnTo>
                <a:lnTo>
                  <a:pt x="6640" y="4476"/>
                </a:lnTo>
                <a:lnTo>
                  <a:pt x="6603" y="4549"/>
                </a:lnTo>
                <a:lnTo>
                  <a:pt x="6603" y="4623"/>
                </a:lnTo>
                <a:lnTo>
                  <a:pt x="6640" y="4659"/>
                </a:lnTo>
                <a:lnTo>
                  <a:pt x="6677" y="4769"/>
                </a:lnTo>
                <a:lnTo>
                  <a:pt x="6640" y="4879"/>
                </a:lnTo>
                <a:lnTo>
                  <a:pt x="6640" y="5063"/>
                </a:lnTo>
                <a:lnTo>
                  <a:pt x="6713" y="5320"/>
                </a:lnTo>
                <a:lnTo>
                  <a:pt x="6787" y="5576"/>
                </a:lnTo>
                <a:lnTo>
                  <a:pt x="6970" y="6090"/>
                </a:lnTo>
                <a:lnTo>
                  <a:pt x="7667" y="8254"/>
                </a:lnTo>
                <a:lnTo>
                  <a:pt x="7300" y="8254"/>
                </a:lnTo>
                <a:lnTo>
                  <a:pt x="6970" y="8181"/>
                </a:lnTo>
                <a:lnTo>
                  <a:pt x="6970" y="8107"/>
                </a:lnTo>
                <a:lnTo>
                  <a:pt x="6970" y="8034"/>
                </a:lnTo>
                <a:lnTo>
                  <a:pt x="6897" y="7997"/>
                </a:lnTo>
                <a:lnTo>
                  <a:pt x="6530" y="6383"/>
                </a:lnTo>
                <a:lnTo>
                  <a:pt x="6310" y="5503"/>
                </a:lnTo>
                <a:lnTo>
                  <a:pt x="6200" y="5099"/>
                </a:lnTo>
                <a:lnTo>
                  <a:pt x="6090" y="4916"/>
                </a:lnTo>
                <a:lnTo>
                  <a:pt x="5980" y="4733"/>
                </a:lnTo>
                <a:lnTo>
                  <a:pt x="5943" y="4696"/>
                </a:lnTo>
                <a:lnTo>
                  <a:pt x="5906" y="4696"/>
                </a:lnTo>
                <a:lnTo>
                  <a:pt x="5833" y="4733"/>
                </a:lnTo>
                <a:lnTo>
                  <a:pt x="5833" y="4769"/>
                </a:lnTo>
                <a:lnTo>
                  <a:pt x="5796" y="4989"/>
                </a:lnTo>
                <a:lnTo>
                  <a:pt x="5796" y="5173"/>
                </a:lnTo>
                <a:lnTo>
                  <a:pt x="5870" y="5576"/>
                </a:lnTo>
                <a:lnTo>
                  <a:pt x="6053" y="6383"/>
                </a:lnTo>
                <a:lnTo>
                  <a:pt x="6420" y="7887"/>
                </a:lnTo>
                <a:lnTo>
                  <a:pt x="6420" y="7887"/>
                </a:lnTo>
                <a:lnTo>
                  <a:pt x="6163" y="7740"/>
                </a:lnTo>
                <a:lnTo>
                  <a:pt x="5980" y="7520"/>
                </a:lnTo>
                <a:lnTo>
                  <a:pt x="5759" y="7227"/>
                </a:lnTo>
                <a:lnTo>
                  <a:pt x="5576" y="6897"/>
                </a:lnTo>
                <a:lnTo>
                  <a:pt x="5466" y="6567"/>
                </a:lnTo>
                <a:lnTo>
                  <a:pt x="5393" y="6237"/>
                </a:lnTo>
                <a:lnTo>
                  <a:pt x="5246" y="5540"/>
                </a:lnTo>
                <a:lnTo>
                  <a:pt x="5173" y="5209"/>
                </a:lnTo>
                <a:lnTo>
                  <a:pt x="5063" y="4879"/>
                </a:lnTo>
                <a:lnTo>
                  <a:pt x="4916" y="4586"/>
                </a:lnTo>
                <a:lnTo>
                  <a:pt x="4732" y="4366"/>
                </a:lnTo>
                <a:lnTo>
                  <a:pt x="4512" y="4146"/>
                </a:lnTo>
                <a:lnTo>
                  <a:pt x="4292" y="3962"/>
                </a:lnTo>
                <a:lnTo>
                  <a:pt x="4035" y="3816"/>
                </a:lnTo>
                <a:lnTo>
                  <a:pt x="3779" y="3706"/>
                </a:lnTo>
                <a:lnTo>
                  <a:pt x="3485" y="3595"/>
                </a:lnTo>
                <a:lnTo>
                  <a:pt x="3192" y="3522"/>
                </a:lnTo>
                <a:lnTo>
                  <a:pt x="2862" y="3449"/>
                </a:lnTo>
                <a:lnTo>
                  <a:pt x="2128" y="3449"/>
                </a:lnTo>
                <a:lnTo>
                  <a:pt x="1798" y="3522"/>
                </a:lnTo>
                <a:lnTo>
                  <a:pt x="1101" y="3669"/>
                </a:lnTo>
                <a:lnTo>
                  <a:pt x="404" y="3889"/>
                </a:lnTo>
                <a:lnTo>
                  <a:pt x="184" y="3962"/>
                </a:lnTo>
                <a:lnTo>
                  <a:pt x="74" y="4036"/>
                </a:lnTo>
                <a:lnTo>
                  <a:pt x="0" y="4109"/>
                </a:lnTo>
                <a:lnTo>
                  <a:pt x="0" y="4182"/>
                </a:lnTo>
                <a:lnTo>
                  <a:pt x="0" y="4219"/>
                </a:lnTo>
                <a:lnTo>
                  <a:pt x="0" y="4402"/>
                </a:lnTo>
                <a:lnTo>
                  <a:pt x="37" y="4439"/>
                </a:lnTo>
                <a:lnTo>
                  <a:pt x="74" y="4513"/>
                </a:lnTo>
                <a:lnTo>
                  <a:pt x="257" y="4586"/>
                </a:lnTo>
                <a:lnTo>
                  <a:pt x="404" y="4586"/>
                </a:lnTo>
                <a:lnTo>
                  <a:pt x="514" y="4513"/>
                </a:lnTo>
                <a:lnTo>
                  <a:pt x="624" y="4439"/>
                </a:lnTo>
                <a:lnTo>
                  <a:pt x="881" y="4329"/>
                </a:lnTo>
                <a:lnTo>
                  <a:pt x="881" y="4366"/>
                </a:lnTo>
                <a:lnTo>
                  <a:pt x="881" y="4549"/>
                </a:lnTo>
                <a:lnTo>
                  <a:pt x="881" y="4696"/>
                </a:lnTo>
                <a:lnTo>
                  <a:pt x="954" y="5026"/>
                </a:lnTo>
                <a:lnTo>
                  <a:pt x="1211" y="5686"/>
                </a:lnTo>
                <a:lnTo>
                  <a:pt x="1468" y="6493"/>
                </a:lnTo>
                <a:lnTo>
                  <a:pt x="1761" y="7300"/>
                </a:lnTo>
                <a:lnTo>
                  <a:pt x="1798" y="7374"/>
                </a:lnTo>
                <a:lnTo>
                  <a:pt x="1871" y="7447"/>
                </a:lnTo>
                <a:lnTo>
                  <a:pt x="2055" y="7447"/>
                </a:lnTo>
                <a:lnTo>
                  <a:pt x="2128" y="7410"/>
                </a:lnTo>
                <a:lnTo>
                  <a:pt x="2165" y="7337"/>
                </a:lnTo>
                <a:lnTo>
                  <a:pt x="2201" y="7227"/>
                </a:lnTo>
                <a:lnTo>
                  <a:pt x="2201" y="7154"/>
                </a:lnTo>
                <a:lnTo>
                  <a:pt x="1945" y="6383"/>
                </a:lnTo>
                <a:lnTo>
                  <a:pt x="1688" y="5650"/>
                </a:lnTo>
                <a:lnTo>
                  <a:pt x="1468" y="4989"/>
                </a:lnTo>
                <a:lnTo>
                  <a:pt x="1321" y="4696"/>
                </a:lnTo>
                <a:lnTo>
                  <a:pt x="1138" y="4402"/>
                </a:lnTo>
                <a:lnTo>
                  <a:pt x="1211" y="4329"/>
                </a:lnTo>
                <a:lnTo>
                  <a:pt x="1248" y="4329"/>
                </a:lnTo>
                <a:lnTo>
                  <a:pt x="1248" y="4292"/>
                </a:lnTo>
                <a:lnTo>
                  <a:pt x="1211" y="4292"/>
                </a:lnTo>
                <a:lnTo>
                  <a:pt x="1174" y="4256"/>
                </a:lnTo>
                <a:lnTo>
                  <a:pt x="1138" y="4256"/>
                </a:lnTo>
                <a:lnTo>
                  <a:pt x="1504" y="4182"/>
                </a:lnTo>
                <a:lnTo>
                  <a:pt x="1871" y="4109"/>
                </a:lnTo>
                <a:lnTo>
                  <a:pt x="1945" y="4256"/>
                </a:lnTo>
                <a:lnTo>
                  <a:pt x="2055" y="4439"/>
                </a:lnTo>
                <a:lnTo>
                  <a:pt x="2238" y="4879"/>
                </a:lnTo>
                <a:lnTo>
                  <a:pt x="2421" y="5320"/>
                </a:lnTo>
                <a:lnTo>
                  <a:pt x="2495" y="5760"/>
                </a:lnTo>
                <a:lnTo>
                  <a:pt x="2605" y="6200"/>
                </a:lnTo>
                <a:lnTo>
                  <a:pt x="2715" y="6420"/>
                </a:lnTo>
                <a:lnTo>
                  <a:pt x="2788" y="6603"/>
                </a:lnTo>
                <a:lnTo>
                  <a:pt x="2935" y="6787"/>
                </a:lnTo>
                <a:lnTo>
                  <a:pt x="3082" y="6933"/>
                </a:lnTo>
                <a:lnTo>
                  <a:pt x="3228" y="6970"/>
                </a:lnTo>
                <a:lnTo>
                  <a:pt x="3302" y="6933"/>
                </a:lnTo>
                <a:lnTo>
                  <a:pt x="3375" y="6860"/>
                </a:lnTo>
                <a:lnTo>
                  <a:pt x="3375" y="6750"/>
                </a:lnTo>
                <a:lnTo>
                  <a:pt x="3302" y="6530"/>
                </a:lnTo>
                <a:lnTo>
                  <a:pt x="3192" y="6347"/>
                </a:lnTo>
                <a:lnTo>
                  <a:pt x="3082" y="6126"/>
                </a:lnTo>
                <a:lnTo>
                  <a:pt x="3008" y="5943"/>
                </a:lnTo>
                <a:lnTo>
                  <a:pt x="2898" y="5503"/>
                </a:lnTo>
                <a:lnTo>
                  <a:pt x="2788" y="5063"/>
                </a:lnTo>
                <a:lnTo>
                  <a:pt x="2605" y="4549"/>
                </a:lnTo>
                <a:lnTo>
                  <a:pt x="2458" y="4292"/>
                </a:lnTo>
                <a:lnTo>
                  <a:pt x="2311" y="4036"/>
                </a:lnTo>
                <a:lnTo>
                  <a:pt x="2752" y="4036"/>
                </a:lnTo>
                <a:lnTo>
                  <a:pt x="3192" y="4109"/>
                </a:lnTo>
                <a:lnTo>
                  <a:pt x="3192" y="4219"/>
                </a:lnTo>
                <a:lnTo>
                  <a:pt x="3228" y="4366"/>
                </a:lnTo>
                <a:lnTo>
                  <a:pt x="3302" y="4623"/>
                </a:lnTo>
                <a:lnTo>
                  <a:pt x="3522" y="5063"/>
                </a:lnTo>
                <a:lnTo>
                  <a:pt x="3779" y="5833"/>
                </a:lnTo>
                <a:lnTo>
                  <a:pt x="3852" y="5943"/>
                </a:lnTo>
                <a:lnTo>
                  <a:pt x="3889" y="6016"/>
                </a:lnTo>
                <a:lnTo>
                  <a:pt x="3962" y="6090"/>
                </a:lnTo>
                <a:lnTo>
                  <a:pt x="4109" y="6126"/>
                </a:lnTo>
                <a:lnTo>
                  <a:pt x="4146" y="6090"/>
                </a:lnTo>
                <a:lnTo>
                  <a:pt x="4219" y="6053"/>
                </a:lnTo>
                <a:lnTo>
                  <a:pt x="4292" y="5943"/>
                </a:lnTo>
                <a:lnTo>
                  <a:pt x="4292" y="5796"/>
                </a:lnTo>
                <a:lnTo>
                  <a:pt x="4256" y="5686"/>
                </a:lnTo>
                <a:lnTo>
                  <a:pt x="4182" y="5540"/>
                </a:lnTo>
                <a:lnTo>
                  <a:pt x="3852" y="4659"/>
                </a:lnTo>
                <a:lnTo>
                  <a:pt x="3669" y="4292"/>
                </a:lnTo>
                <a:lnTo>
                  <a:pt x="4035" y="4513"/>
                </a:lnTo>
                <a:lnTo>
                  <a:pt x="4182" y="4623"/>
                </a:lnTo>
                <a:lnTo>
                  <a:pt x="4329" y="4769"/>
                </a:lnTo>
                <a:lnTo>
                  <a:pt x="4439" y="4953"/>
                </a:lnTo>
                <a:lnTo>
                  <a:pt x="4512" y="5136"/>
                </a:lnTo>
                <a:lnTo>
                  <a:pt x="4659" y="5540"/>
                </a:lnTo>
                <a:lnTo>
                  <a:pt x="4806" y="6347"/>
                </a:lnTo>
                <a:lnTo>
                  <a:pt x="4842" y="6640"/>
                </a:lnTo>
                <a:lnTo>
                  <a:pt x="4952" y="6933"/>
                </a:lnTo>
                <a:lnTo>
                  <a:pt x="5063" y="7190"/>
                </a:lnTo>
                <a:lnTo>
                  <a:pt x="5209" y="7447"/>
                </a:lnTo>
                <a:lnTo>
                  <a:pt x="5393" y="7704"/>
                </a:lnTo>
                <a:lnTo>
                  <a:pt x="5576" y="7924"/>
                </a:lnTo>
                <a:lnTo>
                  <a:pt x="5759" y="8144"/>
                </a:lnTo>
                <a:lnTo>
                  <a:pt x="5980" y="8327"/>
                </a:lnTo>
                <a:lnTo>
                  <a:pt x="6236" y="8474"/>
                </a:lnTo>
                <a:lnTo>
                  <a:pt x="6493" y="8621"/>
                </a:lnTo>
                <a:lnTo>
                  <a:pt x="6750" y="8694"/>
                </a:lnTo>
                <a:lnTo>
                  <a:pt x="7043" y="8768"/>
                </a:lnTo>
                <a:lnTo>
                  <a:pt x="7300" y="8804"/>
                </a:lnTo>
                <a:lnTo>
                  <a:pt x="7924" y="8804"/>
                </a:lnTo>
                <a:lnTo>
                  <a:pt x="8217" y="8694"/>
                </a:lnTo>
                <a:lnTo>
                  <a:pt x="8511" y="8621"/>
                </a:lnTo>
                <a:lnTo>
                  <a:pt x="8731" y="8474"/>
                </a:lnTo>
                <a:lnTo>
                  <a:pt x="8951" y="8291"/>
                </a:lnTo>
                <a:lnTo>
                  <a:pt x="9171" y="8107"/>
                </a:lnTo>
                <a:lnTo>
                  <a:pt x="9354" y="7887"/>
                </a:lnTo>
                <a:lnTo>
                  <a:pt x="9464" y="7667"/>
                </a:lnTo>
                <a:lnTo>
                  <a:pt x="9611" y="7410"/>
                </a:lnTo>
                <a:lnTo>
                  <a:pt x="9684" y="7117"/>
                </a:lnTo>
                <a:lnTo>
                  <a:pt x="9721" y="6787"/>
                </a:lnTo>
                <a:lnTo>
                  <a:pt x="9758" y="6457"/>
                </a:lnTo>
                <a:lnTo>
                  <a:pt x="9721" y="6090"/>
                </a:lnTo>
                <a:lnTo>
                  <a:pt x="9684" y="5760"/>
                </a:lnTo>
                <a:lnTo>
                  <a:pt x="9538" y="5063"/>
                </a:lnTo>
                <a:lnTo>
                  <a:pt x="9354" y="4366"/>
                </a:lnTo>
                <a:lnTo>
                  <a:pt x="9024" y="2788"/>
                </a:lnTo>
                <a:lnTo>
                  <a:pt x="8951" y="2422"/>
                </a:lnTo>
                <a:lnTo>
                  <a:pt x="8951" y="2238"/>
                </a:lnTo>
                <a:lnTo>
                  <a:pt x="8951" y="2055"/>
                </a:lnTo>
                <a:lnTo>
                  <a:pt x="9024" y="2348"/>
                </a:lnTo>
                <a:lnTo>
                  <a:pt x="9098" y="2568"/>
                </a:lnTo>
                <a:lnTo>
                  <a:pt x="9244" y="2788"/>
                </a:lnTo>
                <a:lnTo>
                  <a:pt x="9391" y="3009"/>
                </a:lnTo>
                <a:lnTo>
                  <a:pt x="9501" y="3082"/>
                </a:lnTo>
                <a:lnTo>
                  <a:pt x="9611" y="3119"/>
                </a:lnTo>
                <a:lnTo>
                  <a:pt x="9684" y="3119"/>
                </a:lnTo>
                <a:lnTo>
                  <a:pt x="9758" y="3082"/>
                </a:lnTo>
                <a:lnTo>
                  <a:pt x="9794" y="3045"/>
                </a:lnTo>
                <a:lnTo>
                  <a:pt x="9831" y="2972"/>
                </a:lnTo>
                <a:lnTo>
                  <a:pt x="9758" y="2788"/>
                </a:lnTo>
                <a:lnTo>
                  <a:pt x="9648" y="2605"/>
                </a:lnTo>
                <a:lnTo>
                  <a:pt x="9464" y="2275"/>
                </a:lnTo>
                <a:lnTo>
                  <a:pt x="9318" y="1908"/>
                </a:lnTo>
                <a:lnTo>
                  <a:pt x="9244" y="1725"/>
                </a:lnTo>
                <a:lnTo>
                  <a:pt x="9134" y="1541"/>
                </a:lnTo>
                <a:lnTo>
                  <a:pt x="9171" y="1505"/>
                </a:lnTo>
                <a:lnTo>
                  <a:pt x="9354" y="1358"/>
                </a:lnTo>
                <a:lnTo>
                  <a:pt x="9538" y="1248"/>
                </a:lnTo>
                <a:lnTo>
                  <a:pt x="9978" y="1101"/>
                </a:lnTo>
                <a:lnTo>
                  <a:pt x="10051" y="1395"/>
                </a:lnTo>
                <a:lnTo>
                  <a:pt x="10125" y="1688"/>
                </a:lnTo>
                <a:lnTo>
                  <a:pt x="10345" y="2238"/>
                </a:lnTo>
                <a:lnTo>
                  <a:pt x="10418" y="2495"/>
                </a:lnTo>
                <a:lnTo>
                  <a:pt x="10491" y="2825"/>
                </a:lnTo>
                <a:lnTo>
                  <a:pt x="10565" y="2972"/>
                </a:lnTo>
                <a:lnTo>
                  <a:pt x="10638" y="3082"/>
                </a:lnTo>
                <a:lnTo>
                  <a:pt x="10748" y="3192"/>
                </a:lnTo>
                <a:lnTo>
                  <a:pt x="10858" y="3229"/>
                </a:lnTo>
                <a:lnTo>
                  <a:pt x="10968" y="3229"/>
                </a:lnTo>
                <a:lnTo>
                  <a:pt x="11042" y="3192"/>
                </a:lnTo>
                <a:lnTo>
                  <a:pt x="11115" y="3119"/>
                </a:lnTo>
                <a:lnTo>
                  <a:pt x="11115" y="3009"/>
                </a:lnTo>
                <a:lnTo>
                  <a:pt x="11115" y="2972"/>
                </a:lnTo>
                <a:lnTo>
                  <a:pt x="11078" y="2899"/>
                </a:lnTo>
                <a:lnTo>
                  <a:pt x="11005" y="2825"/>
                </a:lnTo>
                <a:lnTo>
                  <a:pt x="10932" y="2642"/>
                </a:lnTo>
                <a:lnTo>
                  <a:pt x="10895" y="2458"/>
                </a:lnTo>
                <a:lnTo>
                  <a:pt x="10675" y="1835"/>
                </a:lnTo>
                <a:lnTo>
                  <a:pt x="10528" y="1395"/>
                </a:lnTo>
                <a:lnTo>
                  <a:pt x="10418" y="1174"/>
                </a:lnTo>
                <a:lnTo>
                  <a:pt x="10308" y="991"/>
                </a:lnTo>
                <a:lnTo>
                  <a:pt x="10455" y="918"/>
                </a:lnTo>
                <a:lnTo>
                  <a:pt x="11005" y="734"/>
                </a:lnTo>
                <a:lnTo>
                  <a:pt x="11152" y="1174"/>
                </a:lnTo>
                <a:lnTo>
                  <a:pt x="11298" y="1615"/>
                </a:lnTo>
                <a:lnTo>
                  <a:pt x="11555" y="2348"/>
                </a:lnTo>
                <a:lnTo>
                  <a:pt x="11702" y="2678"/>
                </a:lnTo>
                <a:lnTo>
                  <a:pt x="11775" y="2788"/>
                </a:lnTo>
                <a:lnTo>
                  <a:pt x="11922" y="2899"/>
                </a:lnTo>
                <a:lnTo>
                  <a:pt x="11959" y="2935"/>
                </a:lnTo>
                <a:lnTo>
                  <a:pt x="12032" y="2899"/>
                </a:lnTo>
                <a:lnTo>
                  <a:pt x="12069" y="2899"/>
                </a:lnTo>
                <a:lnTo>
                  <a:pt x="12105" y="2825"/>
                </a:lnTo>
                <a:lnTo>
                  <a:pt x="12142" y="2715"/>
                </a:lnTo>
                <a:lnTo>
                  <a:pt x="12142" y="2568"/>
                </a:lnTo>
                <a:lnTo>
                  <a:pt x="12069" y="2275"/>
                </a:lnTo>
                <a:lnTo>
                  <a:pt x="11812" y="1688"/>
                </a:lnTo>
                <a:lnTo>
                  <a:pt x="11592" y="1101"/>
                </a:lnTo>
                <a:lnTo>
                  <a:pt x="11445" y="698"/>
                </a:lnTo>
                <a:lnTo>
                  <a:pt x="11372" y="588"/>
                </a:lnTo>
                <a:lnTo>
                  <a:pt x="11665" y="441"/>
                </a:lnTo>
                <a:lnTo>
                  <a:pt x="11922" y="294"/>
                </a:lnTo>
                <a:lnTo>
                  <a:pt x="12105" y="147"/>
                </a:lnTo>
                <a:lnTo>
                  <a:pt x="12142" y="111"/>
                </a:lnTo>
                <a:lnTo>
                  <a:pt x="12142" y="74"/>
                </a:lnTo>
                <a:lnTo>
                  <a:pt x="12105" y="37"/>
                </a:lnTo>
                <a:lnTo>
                  <a:pt x="12069" y="1"/>
                </a:lnTo>
                <a:close/>
                <a:moveTo>
                  <a:pt x="4072" y="7080"/>
                </a:moveTo>
                <a:lnTo>
                  <a:pt x="4035" y="7117"/>
                </a:lnTo>
                <a:lnTo>
                  <a:pt x="3999" y="7154"/>
                </a:lnTo>
                <a:lnTo>
                  <a:pt x="3999" y="7337"/>
                </a:lnTo>
                <a:lnTo>
                  <a:pt x="3999" y="7557"/>
                </a:lnTo>
                <a:lnTo>
                  <a:pt x="4072" y="7961"/>
                </a:lnTo>
                <a:lnTo>
                  <a:pt x="4219" y="8327"/>
                </a:lnTo>
                <a:lnTo>
                  <a:pt x="4366" y="8731"/>
                </a:lnTo>
                <a:lnTo>
                  <a:pt x="4439" y="8804"/>
                </a:lnTo>
                <a:lnTo>
                  <a:pt x="4182" y="8988"/>
                </a:lnTo>
                <a:lnTo>
                  <a:pt x="3889" y="9098"/>
                </a:lnTo>
                <a:lnTo>
                  <a:pt x="3852" y="8951"/>
                </a:lnTo>
                <a:lnTo>
                  <a:pt x="3815" y="8804"/>
                </a:lnTo>
                <a:lnTo>
                  <a:pt x="3669" y="8511"/>
                </a:lnTo>
                <a:lnTo>
                  <a:pt x="3522" y="8071"/>
                </a:lnTo>
                <a:lnTo>
                  <a:pt x="3449" y="7887"/>
                </a:lnTo>
                <a:lnTo>
                  <a:pt x="3339" y="7667"/>
                </a:lnTo>
                <a:lnTo>
                  <a:pt x="3228" y="7630"/>
                </a:lnTo>
                <a:lnTo>
                  <a:pt x="3155" y="7630"/>
                </a:lnTo>
                <a:lnTo>
                  <a:pt x="3045" y="7704"/>
                </a:lnTo>
                <a:lnTo>
                  <a:pt x="3045" y="7777"/>
                </a:lnTo>
                <a:lnTo>
                  <a:pt x="3082" y="7997"/>
                </a:lnTo>
                <a:lnTo>
                  <a:pt x="3118" y="8217"/>
                </a:lnTo>
                <a:lnTo>
                  <a:pt x="3265" y="8658"/>
                </a:lnTo>
                <a:lnTo>
                  <a:pt x="3339" y="8951"/>
                </a:lnTo>
                <a:lnTo>
                  <a:pt x="3412" y="9098"/>
                </a:lnTo>
                <a:lnTo>
                  <a:pt x="3485" y="9244"/>
                </a:lnTo>
                <a:lnTo>
                  <a:pt x="2825" y="9428"/>
                </a:lnTo>
                <a:lnTo>
                  <a:pt x="2788" y="9281"/>
                </a:lnTo>
                <a:lnTo>
                  <a:pt x="2642" y="8768"/>
                </a:lnTo>
                <a:lnTo>
                  <a:pt x="2532" y="8547"/>
                </a:lnTo>
                <a:lnTo>
                  <a:pt x="2385" y="8327"/>
                </a:lnTo>
                <a:lnTo>
                  <a:pt x="2385" y="8254"/>
                </a:lnTo>
                <a:lnTo>
                  <a:pt x="2385" y="8217"/>
                </a:lnTo>
                <a:lnTo>
                  <a:pt x="2421" y="8181"/>
                </a:lnTo>
                <a:lnTo>
                  <a:pt x="2421" y="8144"/>
                </a:lnTo>
                <a:lnTo>
                  <a:pt x="2421" y="8107"/>
                </a:lnTo>
                <a:lnTo>
                  <a:pt x="2385" y="8107"/>
                </a:lnTo>
                <a:lnTo>
                  <a:pt x="2275" y="8144"/>
                </a:lnTo>
                <a:lnTo>
                  <a:pt x="2128" y="8144"/>
                </a:lnTo>
                <a:lnTo>
                  <a:pt x="2055" y="8181"/>
                </a:lnTo>
                <a:lnTo>
                  <a:pt x="2018" y="8254"/>
                </a:lnTo>
                <a:lnTo>
                  <a:pt x="1981" y="8327"/>
                </a:lnTo>
                <a:lnTo>
                  <a:pt x="1981" y="8401"/>
                </a:lnTo>
                <a:lnTo>
                  <a:pt x="2165" y="8841"/>
                </a:lnTo>
                <a:lnTo>
                  <a:pt x="2348" y="9318"/>
                </a:lnTo>
                <a:lnTo>
                  <a:pt x="2385" y="9575"/>
                </a:lnTo>
                <a:lnTo>
                  <a:pt x="1945" y="9685"/>
                </a:lnTo>
                <a:lnTo>
                  <a:pt x="1871" y="9721"/>
                </a:lnTo>
                <a:lnTo>
                  <a:pt x="1798" y="9795"/>
                </a:lnTo>
                <a:lnTo>
                  <a:pt x="1798" y="9868"/>
                </a:lnTo>
                <a:lnTo>
                  <a:pt x="1761" y="9941"/>
                </a:lnTo>
                <a:lnTo>
                  <a:pt x="1798" y="10015"/>
                </a:lnTo>
                <a:lnTo>
                  <a:pt x="1835" y="10088"/>
                </a:lnTo>
                <a:lnTo>
                  <a:pt x="1908" y="10161"/>
                </a:lnTo>
                <a:lnTo>
                  <a:pt x="1981" y="10198"/>
                </a:lnTo>
                <a:lnTo>
                  <a:pt x="2275" y="10198"/>
                </a:lnTo>
                <a:lnTo>
                  <a:pt x="2385" y="10125"/>
                </a:lnTo>
                <a:lnTo>
                  <a:pt x="2495" y="10088"/>
                </a:lnTo>
                <a:lnTo>
                  <a:pt x="2532" y="10051"/>
                </a:lnTo>
                <a:lnTo>
                  <a:pt x="2568" y="10088"/>
                </a:lnTo>
                <a:lnTo>
                  <a:pt x="2605" y="10125"/>
                </a:lnTo>
                <a:lnTo>
                  <a:pt x="2678" y="10125"/>
                </a:lnTo>
                <a:lnTo>
                  <a:pt x="2788" y="10088"/>
                </a:lnTo>
                <a:lnTo>
                  <a:pt x="2825" y="9978"/>
                </a:lnTo>
                <a:lnTo>
                  <a:pt x="3265" y="9868"/>
                </a:lnTo>
                <a:lnTo>
                  <a:pt x="3742" y="9721"/>
                </a:lnTo>
                <a:lnTo>
                  <a:pt x="4146" y="9575"/>
                </a:lnTo>
                <a:lnTo>
                  <a:pt x="4549" y="9354"/>
                </a:lnTo>
                <a:lnTo>
                  <a:pt x="4732" y="9208"/>
                </a:lnTo>
                <a:lnTo>
                  <a:pt x="4879" y="9061"/>
                </a:lnTo>
                <a:lnTo>
                  <a:pt x="5026" y="8841"/>
                </a:lnTo>
                <a:lnTo>
                  <a:pt x="5136" y="8621"/>
                </a:lnTo>
                <a:lnTo>
                  <a:pt x="5209" y="8401"/>
                </a:lnTo>
                <a:lnTo>
                  <a:pt x="5173" y="8181"/>
                </a:lnTo>
                <a:lnTo>
                  <a:pt x="5099" y="7997"/>
                </a:lnTo>
                <a:lnTo>
                  <a:pt x="5026" y="7887"/>
                </a:lnTo>
                <a:lnTo>
                  <a:pt x="4952" y="7814"/>
                </a:lnTo>
                <a:lnTo>
                  <a:pt x="4842" y="7814"/>
                </a:lnTo>
                <a:lnTo>
                  <a:pt x="4806" y="7851"/>
                </a:lnTo>
                <a:lnTo>
                  <a:pt x="4806" y="7887"/>
                </a:lnTo>
                <a:lnTo>
                  <a:pt x="4732" y="8327"/>
                </a:lnTo>
                <a:lnTo>
                  <a:pt x="4512" y="7667"/>
                </a:lnTo>
                <a:lnTo>
                  <a:pt x="4366" y="7374"/>
                </a:lnTo>
                <a:lnTo>
                  <a:pt x="4182" y="7117"/>
                </a:lnTo>
                <a:lnTo>
                  <a:pt x="4146" y="708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89" name="Google Shape;489;p10"/>
          <p:cNvSpPr/>
          <p:nvPr/>
        </p:nvSpPr>
        <p:spPr>
          <a:xfrm>
            <a:off x="11951973" y="1784958"/>
            <a:ext cx="240044" cy="498052"/>
          </a:xfrm>
          <a:custGeom>
            <a:avLst/>
            <a:gdLst/>
            <a:ahLst/>
            <a:cxnLst/>
            <a:rect l="l" t="t" r="r" b="b"/>
            <a:pathLst>
              <a:path w="6347" h="13169" extrusionOk="0">
                <a:moveTo>
                  <a:pt x="588" y="330"/>
                </a:moveTo>
                <a:lnTo>
                  <a:pt x="808" y="367"/>
                </a:lnTo>
                <a:lnTo>
                  <a:pt x="1028" y="440"/>
                </a:lnTo>
                <a:lnTo>
                  <a:pt x="1211" y="550"/>
                </a:lnTo>
                <a:lnTo>
                  <a:pt x="1395" y="734"/>
                </a:lnTo>
                <a:lnTo>
                  <a:pt x="1578" y="917"/>
                </a:lnTo>
                <a:lnTo>
                  <a:pt x="1688" y="1101"/>
                </a:lnTo>
                <a:lnTo>
                  <a:pt x="1798" y="1321"/>
                </a:lnTo>
                <a:lnTo>
                  <a:pt x="1908" y="1541"/>
                </a:lnTo>
                <a:lnTo>
                  <a:pt x="1982" y="1761"/>
                </a:lnTo>
                <a:lnTo>
                  <a:pt x="2018" y="2018"/>
                </a:lnTo>
                <a:lnTo>
                  <a:pt x="2018" y="2458"/>
                </a:lnTo>
                <a:lnTo>
                  <a:pt x="2018" y="2495"/>
                </a:lnTo>
                <a:lnTo>
                  <a:pt x="1982" y="2421"/>
                </a:lnTo>
                <a:lnTo>
                  <a:pt x="1762" y="1944"/>
                </a:lnTo>
                <a:lnTo>
                  <a:pt x="1615" y="1724"/>
                </a:lnTo>
                <a:lnTo>
                  <a:pt x="1432" y="1504"/>
                </a:lnTo>
                <a:lnTo>
                  <a:pt x="1395" y="1467"/>
                </a:lnTo>
                <a:lnTo>
                  <a:pt x="1322" y="1467"/>
                </a:lnTo>
                <a:lnTo>
                  <a:pt x="1285" y="1504"/>
                </a:lnTo>
                <a:lnTo>
                  <a:pt x="1285" y="1578"/>
                </a:lnTo>
                <a:lnTo>
                  <a:pt x="1322" y="1834"/>
                </a:lnTo>
                <a:lnTo>
                  <a:pt x="1395" y="2128"/>
                </a:lnTo>
                <a:lnTo>
                  <a:pt x="1615" y="2641"/>
                </a:lnTo>
                <a:lnTo>
                  <a:pt x="1725" y="2935"/>
                </a:lnTo>
                <a:lnTo>
                  <a:pt x="1615" y="2861"/>
                </a:lnTo>
                <a:lnTo>
                  <a:pt x="1468" y="2715"/>
                </a:lnTo>
                <a:lnTo>
                  <a:pt x="1248" y="2348"/>
                </a:lnTo>
                <a:lnTo>
                  <a:pt x="1065" y="1981"/>
                </a:lnTo>
                <a:lnTo>
                  <a:pt x="955" y="1724"/>
                </a:lnTo>
                <a:lnTo>
                  <a:pt x="845" y="1394"/>
                </a:lnTo>
                <a:lnTo>
                  <a:pt x="735" y="1027"/>
                </a:lnTo>
                <a:lnTo>
                  <a:pt x="661" y="697"/>
                </a:lnTo>
                <a:lnTo>
                  <a:pt x="588" y="330"/>
                </a:lnTo>
                <a:close/>
                <a:moveTo>
                  <a:pt x="3706" y="2825"/>
                </a:moveTo>
                <a:lnTo>
                  <a:pt x="3926" y="2861"/>
                </a:lnTo>
                <a:lnTo>
                  <a:pt x="4109" y="2935"/>
                </a:lnTo>
                <a:lnTo>
                  <a:pt x="4733" y="3118"/>
                </a:lnTo>
                <a:lnTo>
                  <a:pt x="4990" y="3228"/>
                </a:lnTo>
                <a:lnTo>
                  <a:pt x="5283" y="3375"/>
                </a:lnTo>
                <a:lnTo>
                  <a:pt x="5503" y="3522"/>
                </a:lnTo>
                <a:lnTo>
                  <a:pt x="5687" y="3668"/>
                </a:lnTo>
                <a:lnTo>
                  <a:pt x="5687" y="3668"/>
                </a:lnTo>
                <a:lnTo>
                  <a:pt x="5540" y="3632"/>
                </a:lnTo>
                <a:lnTo>
                  <a:pt x="5467" y="3632"/>
                </a:lnTo>
                <a:lnTo>
                  <a:pt x="5393" y="3705"/>
                </a:lnTo>
                <a:lnTo>
                  <a:pt x="5356" y="3778"/>
                </a:lnTo>
                <a:lnTo>
                  <a:pt x="5393" y="3888"/>
                </a:lnTo>
                <a:lnTo>
                  <a:pt x="5026" y="4035"/>
                </a:lnTo>
                <a:lnTo>
                  <a:pt x="4660" y="4109"/>
                </a:lnTo>
                <a:lnTo>
                  <a:pt x="4293" y="4182"/>
                </a:lnTo>
                <a:lnTo>
                  <a:pt x="3889" y="4182"/>
                </a:lnTo>
                <a:lnTo>
                  <a:pt x="3449" y="4109"/>
                </a:lnTo>
                <a:lnTo>
                  <a:pt x="3046" y="3999"/>
                </a:lnTo>
                <a:lnTo>
                  <a:pt x="2862" y="3925"/>
                </a:lnTo>
                <a:lnTo>
                  <a:pt x="2642" y="3815"/>
                </a:lnTo>
                <a:lnTo>
                  <a:pt x="2459" y="3668"/>
                </a:lnTo>
                <a:lnTo>
                  <a:pt x="2349" y="3595"/>
                </a:lnTo>
                <a:lnTo>
                  <a:pt x="2312" y="3522"/>
                </a:lnTo>
                <a:lnTo>
                  <a:pt x="2532" y="3668"/>
                </a:lnTo>
                <a:lnTo>
                  <a:pt x="2789" y="3815"/>
                </a:lnTo>
                <a:lnTo>
                  <a:pt x="3046" y="3888"/>
                </a:lnTo>
                <a:lnTo>
                  <a:pt x="3339" y="3999"/>
                </a:lnTo>
                <a:lnTo>
                  <a:pt x="3596" y="4035"/>
                </a:lnTo>
                <a:lnTo>
                  <a:pt x="3889" y="4109"/>
                </a:lnTo>
                <a:lnTo>
                  <a:pt x="4073" y="4109"/>
                </a:lnTo>
                <a:lnTo>
                  <a:pt x="4183" y="4072"/>
                </a:lnTo>
                <a:lnTo>
                  <a:pt x="4329" y="4035"/>
                </a:lnTo>
                <a:lnTo>
                  <a:pt x="4439" y="3962"/>
                </a:lnTo>
                <a:lnTo>
                  <a:pt x="4476" y="3888"/>
                </a:lnTo>
                <a:lnTo>
                  <a:pt x="4439" y="3778"/>
                </a:lnTo>
                <a:lnTo>
                  <a:pt x="4329" y="3705"/>
                </a:lnTo>
                <a:lnTo>
                  <a:pt x="4219" y="3632"/>
                </a:lnTo>
                <a:lnTo>
                  <a:pt x="3963" y="3595"/>
                </a:lnTo>
                <a:lnTo>
                  <a:pt x="3706" y="3558"/>
                </a:lnTo>
                <a:lnTo>
                  <a:pt x="3449" y="3522"/>
                </a:lnTo>
                <a:lnTo>
                  <a:pt x="2715" y="3338"/>
                </a:lnTo>
                <a:lnTo>
                  <a:pt x="2862" y="3228"/>
                </a:lnTo>
                <a:lnTo>
                  <a:pt x="3082" y="3081"/>
                </a:lnTo>
                <a:lnTo>
                  <a:pt x="3302" y="2935"/>
                </a:lnTo>
                <a:lnTo>
                  <a:pt x="3486" y="2861"/>
                </a:lnTo>
                <a:lnTo>
                  <a:pt x="3706" y="2825"/>
                </a:lnTo>
                <a:close/>
                <a:moveTo>
                  <a:pt x="1285" y="5686"/>
                </a:moveTo>
                <a:lnTo>
                  <a:pt x="1725" y="5723"/>
                </a:lnTo>
                <a:lnTo>
                  <a:pt x="1762" y="5723"/>
                </a:lnTo>
                <a:lnTo>
                  <a:pt x="1835" y="5869"/>
                </a:lnTo>
                <a:lnTo>
                  <a:pt x="1908" y="5943"/>
                </a:lnTo>
                <a:lnTo>
                  <a:pt x="2018" y="5943"/>
                </a:lnTo>
                <a:lnTo>
                  <a:pt x="2129" y="5869"/>
                </a:lnTo>
                <a:lnTo>
                  <a:pt x="2165" y="5759"/>
                </a:lnTo>
                <a:lnTo>
                  <a:pt x="2642" y="5796"/>
                </a:lnTo>
                <a:lnTo>
                  <a:pt x="3082" y="5796"/>
                </a:lnTo>
                <a:lnTo>
                  <a:pt x="3339" y="5833"/>
                </a:lnTo>
                <a:lnTo>
                  <a:pt x="3522" y="5869"/>
                </a:lnTo>
                <a:lnTo>
                  <a:pt x="3522" y="6016"/>
                </a:lnTo>
                <a:lnTo>
                  <a:pt x="3376" y="5979"/>
                </a:lnTo>
                <a:lnTo>
                  <a:pt x="3266" y="6016"/>
                </a:lnTo>
                <a:lnTo>
                  <a:pt x="3119" y="6089"/>
                </a:lnTo>
                <a:lnTo>
                  <a:pt x="3082" y="6163"/>
                </a:lnTo>
                <a:lnTo>
                  <a:pt x="3082" y="6236"/>
                </a:lnTo>
                <a:lnTo>
                  <a:pt x="2752" y="6236"/>
                </a:lnTo>
                <a:lnTo>
                  <a:pt x="1322" y="6163"/>
                </a:lnTo>
                <a:lnTo>
                  <a:pt x="808" y="6089"/>
                </a:lnTo>
                <a:lnTo>
                  <a:pt x="515" y="6053"/>
                </a:lnTo>
                <a:lnTo>
                  <a:pt x="258" y="6089"/>
                </a:lnTo>
                <a:lnTo>
                  <a:pt x="368" y="5943"/>
                </a:lnTo>
                <a:lnTo>
                  <a:pt x="515" y="5833"/>
                </a:lnTo>
                <a:lnTo>
                  <a:pt x="661" y="5723"/>
                </a:lnTo>
                <a:lnTo>
                  <a:pt x="808" y="5686"/>
                </a:lnTo>
                <a:close/>
                <a:moveTo>
                  <a:pt x="2239" y="6676"/>
                </a:moveTo>
                <a:lnTo>
                  <a:pt x="3009" y="6713"/>
                </a:lnTo>
                <a:lnTo>
                  <a:pt x="3156" y="6750"/>
                </a:lnTo>
                <a:lnTo>
                  <a:pt x="3156" y="7997"/>
                </a:lnTo>
                <a:lnTo>
                  <a:pt x="3119" y="9244"/>
                </a:lnTo>
                <a:lnTo>
                  <a:pt x="2422" y="9354"/>
                </a:lnTo>
                <a:lnTo>
                  <a:pt x="2422" y="8951"/>
                </a:lnTo>
                <a:lnTo>
                  <a:pt x="2312" y="7630"/>
                </a:lnTo>
                <a:lnTo>
                  <a:pt x="2275" y="6933"/>
                </a:lnTo>
                <a:lnTo>
                  <a:pt x="2239" y="6676"/>
                </a:lnTo>
                <a:close/>
                <a:moveTo>
                  <a:pt x="1065" y="6566"/>
                </a:moveTo>
                <a:lnTo>
                  <a:pt x="1872" y="6676"/>
                </a:lnTo>
                <a:lnTo>
                  <a:pt x="1835" y="6786"/>
                </a:lnTo>
                <a:lnTo>
                  <a:pt x="1835" y="6933"/>
                </a:lnTo>
                <a:lnTo>
                  <a:pt x="1872" y="7226"/>
                </a:lnTo>
                <a:lnTo>
                  <a:pt x="1945" y="8804"/>
                </a:lnTo>
                <a:lnTo>
                  <a:pt x="1982" y="9391"/>
                </a:lnTo>
                <a:lnTo>
                  <a:pt x="1542" y="9391"/>
                </a:lnTo>
                <a:lnTo>
                  <a:pt x="1101" y="9427"/>
                </a:lnTo>
                <a:lnTo>
                  <a:pt x="1028" y="8254"/>
                </a:lnTo>
                <a:lnTo>
                  <a:pt x="955" y="7410"/>
                </a:lnTo>
                <a:lnTo>
                  <a:pt x="918" y="6970"/>
                </a:lnTo>
                <a:lnTo>
                  <a:pt x="808" y="6566"/>
                </a:lnTo>
                <a:close/>
                <a:moveTo>
                  <a:pt x="3082" y="9721"/>
                </a:moveTo>
                <a:lnTo>
                  <a:pt x="3009" y="10454"/>
                </a:lnTo>
                <a:lnTo>
                  <a:pt x="2972" y="10454"/>
                </a:lnTo>
                <a:lnTo>
                  <a:pt x="2862" y="10418"/>
                </a:lnTo>
                <a:lnTo>
                  <a:pt x="2752" y="10418"/>
                </a:lnTo>
                <a:lnTo>
                  <a:pt x="2605" y="10454"/>
                </a:lnTo>
                <a:lnTo>
                  <a:pt x="2495" y="10528"/>
                </a:lnTo>
                <a:lnTo>
                  <a:pt x="2495" y="10418"/>
                </a:lnTo>
                <a:lnTo>
                  <a:pt x="2459" y="9831"/>
                </a:lnTo>
                <a:lnTo>
                  <a:pt x="2789" y="9794"/>
                </a:lnTo>
                <a:lnTo>
                  <a:pt x="3082" y="9721"/>
                </a:lnTo>
                <a:close/>
                <a:moveTo>
                  <a:pt x="1138" y="9758"/>
                </a:moveTo>
                <a:lnTo>
                  <a:pt x="1358" y="9831"/>
                </a:lnTo>
                <a:lnTo>
                  <a:pt x="1542" y="9831"/>
                </a:lnTo>
                <a:lnTo>
                  <a:pt x="1982" y="9868"/>
                </a:lnTo>
                <a:lnTo>
                  <a:pt x="2018" y="10088"/>
                </a:lnTo>
                <a:lnTo>
                  <a:pt x="1982" y="10124"/>
                </a:lnTo>
                <a:lnTo>
                  <a:pt x="1688" y="10088"/>
                </a:lnTo>
                <a:lnTo>
                  <a:pt x="1615" y="10124"/>
                </a:lnTo>
                <a:lnTo>
                  <a:pt x="1542" y="10161"/>
                </a:lnTo>
                <a:lnTo>
                  <a:pt x="1542" y="10234"/>
                </a:lnTo>
                <a:lnTo>
                  <a:pt x="1578" y="10308"/>
                </a:lnTo>
                <a:lnTo>
                  <a:pt x="1725" y="10454"/>
                </a:lnTo>
                <a:lnTo>
                  <a:pt x="1945" y="10491"/>
                </a:lnTo>
                <a:lnTo>
                  <a:pt x="2018" y="10491"/>
                </a:lnTo>
                <a:lnTo>
                  <a:pt x="2018" y="10748"/>
                </a:lnTo>
                <a:lnTo>
                  <a:pt x="1798" y="10785"/>
                </a:lnTo>
                <a:lnTo>
                  <a:pt x="1798" y="10748"/>
                </a:lnTo>
                <a:lnTo>
                  <a:pt x="1762" y="10748"/>
                </a:lnTo>
                <a:lnTo>
                  <a:pt x="1688" y="10785"/>
                </a:lnTo>
                <a:lnTo>
                  <a:pt x="1615" y="10821"/>
                </a:lnTo>
                <a:lnTo>
                  <a:pt x="1542" y="10895"/>
                </a:lnTo>
                <a:lnTo>
                  <a:pt x="1505" y="11005"/>
                </a:lnTo>
                <a:lnTo>
                  <a:pt x="1542" y="11078"/>
                </a:lnTo>
                <a:lnTo>
                  <a:pt x="1652" y="11151"/>
                </a:lnTo>
                <a:lnTo>
                  <a:pt x="2055" y="11151"/>
                </a:lnTo>
                <a:lnTo>
                  <a:pt x="2129" y="11408"/>
                </a:lnTo>
                <a:lnTo>
                  <a:pt x="2239" y="11592"/>
                </a:lnTo>
                <a:lnTo>
                  <a:pt x="2275" y="11628"/>
                </a:lnTo>
                <a:lnTo>
                  <a:pt x="2349" y="11628"/>
                </a:lnTo>
                <a:lnTo>
                  <a:pt x="2422" y="11592"/>
                </a:lnTo>
                <a:lnTo>
                  <a:pt x="2459" y="11555"/>
                </a:lnTo>
                <a:lnTo>
                  <a:pt x="2532" y="11371"/>
                </a:lnTo>
                <a:lnTo>
                  <a:pt x="2569" y="11188"/>
                </a:lnTo>
                <a:lnTo>
                  <a:pt x="2569" y="11005"/>
                </a:lnTo>
                <a:lnTo>
                  <a:pt x="2532" y="10785"/>
                </a:lnTo>
                <a:lnTo>
                  <a:pt x="2679" y="10821"/>
                </a:lnTo>
                <a:lnTo>
                  <a:pt x="3009" y="10821"/>
                </a:lnTo>
                <a:lnTo>
                  <a:pt x="2936" y="11408"/>
                </a:lnTo>
                <a:lnTo>
                  <a:pt x="2862" y="11812"/>
                </a:lnTo>
                <a:lnTo>
                  <a:pt x="2825" y="11995"/>
                </a:lnTo>
                <a:lnTo>
                  <a:pt x="2752" y="12178"/>
                </a:lnTo>
                <a:lnTo>
                  <a:pt x="2642" y="12362"/>
                </a:lnTo>
                <a:lnTo>
                  <a:pt x="2532" y="12472"/>
                </a:lnTo>
                <a:lnTo>
                  <a:pt x="2349" y="12582"/>
                </a:lnTo>
                <a:lnTo>
                  <a:pt x="2129" y="12619"/>
                </a:lnTo>
                <a:lnTo>
                  <a:pt x="1945" y="12619"/>
                </a:lnTo>
                <a:lnTo>
                  <a:pt x="1798" y="12582"/>
                </a:lnTo>
                <a:lnTo>
                  <a:pt x="1652" y="12472"/>
                </a:lnTo>
                <a:lnTo>
                  <a:pt x="1505" y="12362"/>
                </a:lnTo>
                <a:lnTo>
                  <a:pt x="1432" y="12215"/>
                </a:lnTo>
                <a:lnTo>
                  <a:pt x="1322" y="12068"/>
                </a:lnTo>
                <a:lnTo>
                  <a:pt x="1211" y="11738"/>
                </a:lnTo>
                <a:lnTo>
                  <a:pt x="1138" y="11335"/>
                </a:lnTo>
                <a:lnTo>
                  <a:pt x="1138" y="10858"/>
                </a:lnTo>
                <a:lnTo>
                  <a:pt x="1138" y="10014"/>
                </a:lnTo>
                <a:lnTo>
                  <a:pt x="1138" y="9758"/>
                </a:lnTo>
                <a:close/>
                <a:moveTo>
                  <a:pt x="625" y="0"/>
                </a:moveTo>
                <a:lnTo>
                  <a:pt x="478" y="37"/>
                </a:lnTo>
                <a:lnTo>
                  <a:pt x="331" y="110"/>
                </a:lnTo>
                <a:lnTo>
                  <a:pt x="294" y="184"/>
                </a:lnTo>
                <a:lnTo>
                  <a:pt x="294" y="220"/>
                </a:lnTo>
                <a:lnTo>
                  <a:pt x="294" y="294"/>
                </a:lnTo>
                <a:lnTo>
                  <a:pt x="331" y="330"/>
                </a:lnTo>
                <a:lnTo>
                  <a:pt x="294" y="587"/>
                </a:lnTo>
                <a:lnTo>
                  <a:pt x="294" y="844"/>
                </a:lnTo>
                <a:lnTo>
                  <a:pt x="331" y="1101"/>
                </a:lnTo>
                <a:lnTo>
                  <a:pt x="368" y="1321"/>
                </a:lnTo>
                <a:lnTo>
                  <a:pt x="551" y="1834"/>
                </a:lnTo>
                <a:lnTo>
                  <a:pt x="735" y="2274"/>
                </a:lnTo>
                <a:lnTo>
                  <a:pt x="918" y="2641"/>
                </a:lnTo>
                <a:lnTo>
                  <a:pt x="1175" y="3008"/>
                </a:lnTo>
                <a:lnTo>
                  <a:pt x="1322" y="3155"/>
                </a:lnTo>
                <a:lnTo>
                  <a:pt x="1505" y="3265"/>
                </a:lnTo>
                <a:lnTo>
                  <a:pt x="1652" y="3375"/>
                </a:lnTo>
                <a:lnTo>
                  <a:pt x="1872" y="3375"/>
                </a:lnTo>
                <a:lnTo>
                  <a:pt x="1798" y="3815"/>
                </a:lnTo>
                <a:lnTo>
                  <a:pt x="1725" y="4365"/>
                </a:lnTo>
                <a:lnTo>
                  <a:pt x="1725" y="4659"/>
                </a:lnTo>
                <a:lnTo>
                  <a:pt x="1762" y="4806"/>
                </a:lnTo>
                <a:lnTo>
                  <a:pt x="1798" y="4916"/>
                </a:lnTo>
                <a:lnTo>
                  <a:pt x="1762" y="5319"/>
                </a:lnTo>
                <a:lnTo>
                  <a:pt x="1615" y="5319"/>
                </a:lnTo>
                <a:lnTo>
                  <a:pt x="1138" y="5282"/>
                </a:lnTo>
                <a:lnTo>
                  <a:pt x="918" y="5246"/>
                </a:lnTo>
                <a:lnTo>
                  <a:pt x="698" y="5282"/>
                </a:lnTo>
                <a:lnTo>
                  <a:pt x="404" y="5392"/>
                </a:lnTo>
                <a:lnTo>
                  <a:pt x="294" y="5466"/>
                </a:lnTo>
                <a:lnTo>
                  <a:pt x="184" y="5576"/>
                </a:lnTo>
                <a:lnTo>
                  <a:pt x="111" y="5686"/>
                </a:lnTo>
                <a:lnTo>
                  <a:pt x="74" y="5796"/>
                </a:lnTo>
                <a:lnTo>
                  <a:pt x="38" y="5943"/>
                </a:lnTo>
                <a:lnTo>
                  <a:pt x="1" y="6089"/>
                </a:lnTo>
                <a:lnTo>
                  <a:pt x="38" y="6163"/>
                </a:lnTo>
                <a:lnTo>
                  <a:pt x="111" y="6199"/>
                </a:lnTo>
                <a:lnTo>
                  <a:pt x="38" y="6273"/>
                </a:lnTo>
                <a:lnTo>
                  <a:pt x="38" y="6346"/>
                </a:lnTo>
                <a:lnTo>
                  <a:pt x="38" y="6456"/>
                </a:lnTo>
                <a:lnTo>
                  <a:pt x="111" y="6530"/>
                </a:lnTo>
                <a:lnTo>
                  <a:pt x="184" y="6566"/>
                </a:lnTo>
                <a:lnTo>
                  <a:pt x="294" y="6566"/>
                </a:lnTo>
                <a:lnTo>
                  <a:pt x="368" y="6493"/>
                </a:lnTo>
                <a:lnTo>
                  <a:pt x="441" y="6493"/>
                </a:lnTo>
                <a:lnTo>
                  <a:pt x="441" y="6530"/>
                </a:lnTo>
                <a:lnTo>
                  <a:pt x="441" y="6786"/>
                </a:lnTo>
                <a:lnTo>
                  <a:pt x="441" y="7080"/>
                </a:lnTo>
                <a:lnTo>
                  <a:pt x="515" y="7593"/>
                </a:lnTo>
                <a:lnTo>
                  <a:pt x="588" y="8657"/>
                </a:lnTo>
                <a:lnTo>
                  <a:pt x="625" y="9721"/>
                </a:lnTo>
                <a:lnTo>
                  <a:pt x="625" y="10785"/>
                </a:lnTo>
                <a:lnTo>
                  <a:pt x="661" y="11225"/>
                </a:lnTo>
                <a:lnTo>
                  <a:pt x="698" y="11665"/>
                </a:lnTo>
                <a:lnTo>
                  <a:pt x="808" y="12105"/>
                </a:lnTo>
                <a:lnTo>
                  <a:pt x="881" y="12289"/>
                </a:lnTo>
                <a:lnTo>
                  <a:pt x="991" y="12509"/>
                </a:lnTo>
                <a:lnTo>
                  <a:pt x="1065" y="12655"/>
                </a:lnTo>
                <a:lnTo>
                  <a:pt x="1175" y="12765"/>
                </a:lnTo>
                <a:lnTo>
                  <a:pt x="1322" y="12912"/>
                </a:lnTo>
                <a:lnTo>
                  <a:pt x="1468" y="12985"/>
                </a:lnTo>
                <a:lnTo>
                  <a:pt x="1615" y="13059"/>
                </a:lnTo>
                <a:lnTo>
                  <a:pt x="1798" y="13096"/>
                </a:lnTo>
                <a:lnTo>
                  <a:pt x="1945" y="13132"/>
                </a:lnTo>
                <a:lnTo>
                  <a:pt x="2129" y="13169"/>
                </a:lnTo>
                <a:lnTo>
                  <a:pt x="2349" y="13132"/>
                </a:lnTo>
                <a:lnTo>
                  <a:pt x="2569" y="13096"/>
                </a:lnTo>
                <a:lnTo>
                  <a:pt x="2752" y="12985"/>
                </a:lnTo>
                <a:lnTo>
                  <a:pt x="2899" y="12875"/>
                </a:lnTo>
                <a:lnTo>
                  <a:pt x="3009" y="12765"/>
                </a:lnTo>
                <a:lnTo>
                  <a:pt x="3119" y="12582"/>
                </a:lnTo>
                <a:lnTo>
                  <a:pt x="3302" y="12215"/>
                </a:lnTo>
                <a:lnTo>
                  <a:pt x="3412" y="11812"/>
                </a:lnTo>
                <a:lnTo>
                  <a:pt x="3449" y="11408"/>
                </a:lnTo>
                <a:lnTo>
                  <a:pt x="3522" y="10601"/>
                </a:lnTo>
                <a:lnTo>
                  <a:pt x="3632" y="9647"/>
                </a:lnTo>
                <a:lnTo>
                  <a:pt x="3669" y="8657"/>
                </a:lnTo>
                <a:lnTo>
                  <a:pt x="3669" y="7667"/>
                </a:lnTo>
                <a:lnTo>
                  <a:pt x="3669" y="6676"/>
                </a:lnTo>
                <a:lnTo>
                  <a:pt x="3743" y="6603"/>
                </a:lnTo>
                <a:lnTo>
                  <a:pt x="3779" y="6530"/>
                </a:lnTo>
                <a:lnTo>
                  <a:pt x="3779" y="6456"/>
                </a:lnTo>
                <a:lnTo>
                  <a:pt x="3889" y="6273"/>
                </a:lnTo>
                <a:lnTo>
                  <a:pt x="3963" y="6053"/>
                </a:lnTo>
                <a:lnTo>
                  <a:pt x="3999" y="5833"/>
                </a:lnTo>
                <a:lnTo>
                  <a:pt x="3963" y="5723"/>
                </a:lnTo>
                <a:lnTo>
                  <a:pt x="3926" y="5612"/>
                </a:lnTo>
                <a:lnTo>
                  <a:pt x="3816" y="5502"/>
                </a:lnTo>
                <a:lnTo>
                  <a:pt x="3669" y="5429"/>
                </a:lnTo>
                <a:lnTo>
                  <a:pt x="3486" y="5392"/>
                </a:lnTo>
                <a:lnTo>
                  <a:pt x="3266" y="5356"/>
                </a:lnTo>
                <a:lnTo>
                  <a:pt x="2532" y="5356"/>
                </a:lnTo>
                <a:lnTo>
                  <a:pt x="2165" y="5319"/>
                </a:lnTo>
                <a:lnTo>
                  <a:pt x="2092" y="4806"/>
                </a:lnTo>
                <a:lnTo>
                  <a:pt x="2165" y="4585"/>
                </a:lnTo>
                <a:lnTo>
                  <a:pt x="2165" y="4365"/>
                </a:lnTo>
                <a:lnTo>
                  <a:pt x="2202" y="3962"/>
                </a:lnTo>
                <a:lnTo>
                  <a:pt x="2459" y="4145"/>
                </a:lnTo>
                <a:lnTo>
                  <a:pt x="2715" y="4292"/>
                </a:lnTo>
                <a:lnTo>
                  <a:pt x="2972" y="4402"/>
                </a:lnTo>
                <a:lnTo>
                  <a:pt x="3266" y="4475"/>
                </a:lnTo>
                <a:lnTo>
                  <a:pt x="3522" y="4549"/>
                </a:lnTo>
                <a:lnTo>
                  <a:pt x="3816" y="4585"/>
                </a:lnTo>
                <a:lnTo>
                  <a:pt x="4403" y="4585"/>
                </a:lnTo>
                <a:lnTo>
                  <a:pt x="4660" y="4549"/>
                </a:lnTo>
                <a:lnTo>
                  <a:pt x="4953" y="4475"/>
                </a:lnTo>
                <a:lnTo>
                  <a:pt x="5210" y="4402"/>
                </a:lnTo>
                <a:lnTo>
                  <a:pt x="5503" y="4292"/>
                </a:lnTo>
                <a:lnTo>
                  <a:pt x="5760" y="4182"/>
                </a:lnTo>
                <a:lnTo>
                  <a:pt x="5833" y="4109"/>
                </a:lnTo>
                <a:lnTo>
                  <a:pt x="5833" y="3999"/>
                </a:lnTo>
                <a:lnTo>
                  <a:pt x="5833" y="3888"/>
                </a:lnTo>
                <a:lnTo>
                  <a:pt x="5797" y="3778"/>
                </a:lnTo>
                <a:lnTo>
                  <a:pt x="5797" y="3778"/>
                </a:lnTo>
                <a:lnTo>
                  <a:pt x="5833" y="3815"/>
                </a:lnTo>
                <a:lnTo>
                  <a:pt x="5980" y="3962"/>
                </a:lnTo>
                <a:lnTo>
                  <a:pt x="6053" y="3999"/>
                </a:lnTo>
                <a:lnTo>
                  <a:pt x="6200" y="4035"/>
                </a:lnTo>
                <a:lnTo>
                  <a:pt x="6237" y="4035"/>
                </a:lnTo>
                <a:lnTo>
                  <a:pt x="6274" y="3999"/>
                </a:lnTo>
                <a:lnTo>
                  <a:pt x="6347" y="3888"/>
                </a:lnTo>
                <a:lnTo>
                  <a:pt x="6310" y="3742"/>
                </a:lnTo>
                <a:lnTo>
                  <a:pt x="6274" y="3632"/>
                </a:lnTo>
                <a:lnTo>
                  <a:pt x="6200" y="3522"/>
                </a:lnTo>
                <a:lnTo>
                  <a:pt x="6090" y="3375"/>
                </a:lnTo>
                <a:lnTo>
                  <a:pt x="5833" y="3192"/>
                </a:lnTo>
                <a:lnTo>
                  <a:pt x="5613" y="3045"/>
                </a:lnTo>
                <a:lnTo>
                  <a:pt x="5283" y="2861"/>
                </a:lnTo>
                <a:lnTo>
                  <a:pt x="4953" y="2715"/>
                </a:lnTo>
                <a:lnTo>
                  <a:pt x="4256" y="2495"/>
                </a:lnTo>
                <a:lnTo>
                  <a:pt x="3926" y="2421"/>
                </a:lnTo>
                <a:lnTo>
                  <a:pt x="3596" y="2385"/>
                </a:lnTo>
                <a:lnTo>
                  <a:pt x="3302" y="2458"/>
                </a:lnTo>
                <a:lnTo>
                  <a:pt x="2972" y="2605"/>
                </a:lnTo>
                <a:lnTo>
                  <a:pt x="2679" y="2788"/>
                </a:lnTo>
                <a:lnTo>
                  <a:pt x="2349" y="3081"/>
                </a:lnTo>
                <a:lnTo>
                  <a:pt x="2349" y="3045"/>
                </a:lnTo>
                <a:lnTo>
                  <a:pt x="2385" y="2788"/>
                </a:lnTo>
                <a:lnTo>
                  <a:pt x="2459" y="2568"/>
                </a:lnTo>
                <a:lnTo>
                  <a:pt x="2495" y="2458"/>
                </a:lnTo>
                <a:lnTo>
                  <a:pt x="2495" y="2311"/>
                </a:lnTo>
                <a:lnTo>
                  <a:pt x="2495" y="2201"/>
                </a:lnTo>
                <a:lnTo>
                  <a:pt x="2422" y="2128"/>
                </a:lnTo>
                <a:lnTo>
                  <a:pt x="2385" y="1871"/>
                </a:lnTo>
                <a:lnTo>
                  <a:pt x="2312" y="1614"/>
                </a:lnTo>
                <a:lnTo>
                  <a:pt x="2129" y="1137"/>
                </a:lnTo>
                <a:lnTo>
                  <a:pt x="2018" y="917"/>
                </a:lnTo>
                <a:lnTo>
                  <a:pt x="1835" y="661"/>
                </a:lnTo>
                <a:lnTo>
                  <a:pt x="1652" y="440"/>
                </a:lnTo>
                <a:lnTo>
                  <a:pt x="1395" y="220"/>
                </a:lnTo>
                <a:lnTo>
                  <a:pt x="1138" y="74"/>
                </a:lnTo>
                <a:lnTo>
                  <a:pt x="881" y="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90" name="Google Shape;490;p10"/>
          <p:cNvSpPr/>
          <p:nvPr/>
        </p:nvSpPr>
        <p:spPr>
          <a:xfrm rot="-2426120">
            <a:off x="9480176" y="6502682"/>
            <a:ext cx="373213" cy="477295"/>
          </a:xfrm>
          <a:custGeom>
            <a:avLst/>
            <a:gdLst/>
            <a:ahLst/>
            <a:cxnLst/>
            <a:rect l="l" t="t" r="r" b="b"/>
            <a:pathLst>
              <a:path w="9868" h="12620" extrusionOk="0">
                <a:moveTo>
                  <a:pt x="4182" y="661"/>
                </a:moveTo>
                <a:lnTo>
                  <a:pt x="4182" y="918"/>
                </a:lnTo>
                <a:lnTo>
                  <a:pt x="4182" y="1431"/>
                </a:lnTo>
                <a:lnTo>
                  <a:pt x="4145" y="2202"/>
                </a:lnTo>
                <a:lnTo>
                  <a:pt x="3925" y="2165"/>
                </a:lnTo>
                <a:lnTo>
                  <a:pt x="3962" y="2018"/>
                </a:lnTo>
                <a:lnTo>
                  <a:pt x="3962" y="1835"/>
                </a:lnTo>
                <a:lnTo>
                  <a:pt x="3889" y="1468"/>
                </a:lnTo>
                <a:lnTo>
                  <a:pt x="3852" y="1101"/>
                </a:lnTo>
                <a:lnTo>
                  <a:pt x="3889" y="918"/>
                </a:lnTo>
                <a:lnTo>
                  <a:pt x="3962" y="771"/>
                </a:lnTo>
                <a:lnTo>
                  <a:pt x="3999" y="698"/>
                </a:lnTo>
                <a:lnTo>
                  <a:pt x="4072" y="661"/>
                </a:lnTo>
                <a:close/>
                <a:moveTo>
                  <a:pt x="1541" y="404"/>
                </a:moveTo>
                <a:lnTo>
                  <a:pt x="1578" y="441"/>
                </a:lnTo>
                <a:lnTo>
                  <a:pt x="1614" y="514"/>
                </a:lnTo>
                <a:lnTo>
                  <a:pt x="1614" y="1138"/>
                </a:lnTo>
                <a:lnTo>
                  <a:pt x="1688" y="2202"/>
                </a:lnTo>
                <a:lnTo>
                  <a:pt x="1284" y="2238"/>
                </a:lnTo>
                <a:lnTo>
                  <a:pt x="1211" y="2238"/>
                </a:lnTo>
                <a:lnTo>
                  <a:pt x="1211" y="1871"/>
                </a:lnTo>
                <a:lnTo>
                  <a:pt x="1174" y="1505"/>
                </a:lnTo>
                <a:lnTo>
                  <a:pt x="1211" y="1211"/>
                </a:lnTo>
                <a:lnTo>
                  <a:pt x="1248" y="954"/>
                </a:lnTo>
                <a:lnTo>
                  <a:pt x="1358" y="404"/>
                </a:lnTo>
                <a:close/>
                <a:moveTo>
                  <a:pt x="3815" y="2678"/>
                </a:moveTo>
                <a:lnTo>
                  <a:pt x="4439" y="2715"/>
                </a:lnTo>
                <a:lnTo>
                  <a:pt x="5026" y="2789"/>
                </a:lnTo>
                <a:lnTo>
                  <a:pt x="5026" y="2825"/>
                </a:lnTo>
                <a:lnTo>
                  <a:pt x="5136" y="3485"/>
                </a:lnTo>
                <a:lnTo>
                  <a:pt x="3925" y="3559"/>
                </a:lnTo>
                <a:lnTo>
                  <a:pt x="2678" y="3632"/>
                </a:lnTo>
                <a:lnTo>
                  <a:pt x="1358" y="3669"/>
                </a:lnTo>
                <a:lnTo>
                  <a:pt x="917" y="3706"/>
                </a:lnTo>
                <a:lnTo>
                  <a:pt x="477" y="3742"/>
                </a:lnTo>
                <a:lnTo>
                  <a:pt x="441" y="3229"/>
                </a:lnTo>
                <a:lnTo>
                  <a:pt x="441" y="2972"/>
                </a:lnTo>
                <a:lnTo>
                  <a:pt x="404" y="2862"/>
                </a:lnTo>
                <a:lnTo>
                  <a:pt x="331" y="2752"/>
                </a:lnTo>
                <a:lnTo>
                  <a:pt x="587" y="2789"/>
                </a:lnTo>
                <a:lnTo>
                  <a:pt x="807" y="2789"/>
                </a:lnTo>
                <a:lnTo>
                  <a:pt x="1284" y="2752"/>
                </a:lnTo>
                <a:lnTo>
                  <a:pt x="1945" y="2678"/>
                </a:lnTo>
                <a:close/>
                <a:moveTo>
                  <a:pt x="4916" y="3999"/>
                </a:moveTo>
                <a:lnTo>
                  <a:pt x="4989" y="4072"/>
                </a:lnTo>
                <a:lnTo>
                  <a:pt x="5136" y="4109"/>
                </a:lnTo>
                <a:lnTo>
                  <a:pt x="5209" y="4072"/>
                </a:lnTo>
                <a:lnTo>
                  <a:pt x="5246" y="4623"/>
                </a:lnTo>
                <a:lnTo>
                  <a:pt x="5209" y="5173"/>
                </a:lnTo>
                <a:lnTo>
                  <a:pt x="5173" y="5430"/>
                </a:lnTo>
                <a:lnTo>
                  <a:pt x="5099" y="5723"/>
                </a:lnTo>
                <a:lnTo>
                  <a:pt x="4989" y="5980"/>
                </a:lnTo>
                <a:lnTo>
                  <a:pt x="4806" y="6200"/>
                </a:lnTo>
                <a:lnTo>
                  <a:pt x="4659" y="6310"/>
                </a:lnTo>
                <a:lnTo>
                  <a:pt x="4476" y="6420"/>
                </a:lnTo>
                <a:lnTo>
                  <a:pt x="4292" y="6457"/>
                </a:lnTo>
                <a:lnTo>
                  <a:pt x="4072" y="6493"/>
                </a:lnTo>
                <a:lnTo>
                  <a:pt x="3632" y="6530"/>
                </a:lnTo>
                <a:lnTo>
                  <a:pt x="3265" y="6567"/>
                </a:lnTo>
                <a:lnTo>
                  <a:pt x="2605" y="6567"/>
                </a:lnTo>
                <a:lnTo>
                  <a:pt x="2642" y="6493"/>
                </a:lnTo>
                <a:lnTo>
                  <a:pt x="2678" y="6383"/>
                </a:lnTo>
                <a:lnTo>
                  <a:pt x="2788" y="6310"/>
                </a:lnTo>
                <a:lnTo>
                  <a:pt x="2825" y="6273"/>
                </a:lnTo>
                <a:lnTo>
                  <a:pt x="2825" y="6237"/>
                </a:lnTo>
                <a:lnTo>
                  <a:pt x="2788" y="6200"/>
                </a:lnTo>
                <a:lnTo>
                  <a:pt x="2715" y="6200"/>
                </a:lnTo>
                <a:lnTo>
                  <a:pt x="2605" y="6237"/>
                </a:lnTo>
                <a:lnTo>
                  <a:pt x="2458" y="6310"/>
                </a:lnTo>
                <a:lnTo>
                  <a:pt x="2348" y="6420"/>
                </a:lnTo>
                <a:lnTo>
                  <a:pt x="2311" y="6567"/>
                </a:lnTo>
                <a:lnTo>
                  <a:pt x="1724" y="6493"/>
                </a:lnTo>
                <a:lnTo>
                  <a:pt x="1541" y="6457"/>
                </a:lnTo>
                <a:lnTo>
                  <a:pt x="1688" y="6420"/>
                </a:lnTo>
                <a:lnTo>
                  <a:pt x="2055" y="6383"/>
                </a:lnTo>
                <a:lnTo>
                  <a:pt x="2201" y="6310"/>
                </a:lnTo>
                <a:lnTo>
                  <a:pt x="2275" y="6237"/>
                </a:lnTo>
                <a:lnTo>
                  <a:pt x="2311" y="6163"/>
                </a:lnTo>
                <a:lnTo>
                  <a:pt x="2311" y="6090"/>
                </a:lnTo>
                <a:lnTo>
                  <a:pt x="2275" y="6016"/>
                </a:lnTo>
                <a:lnTo>
                  <a:pt x="2238" y="5980"/>
                </a:lnTo>
                <a:lnTo>
                  <a:pt x="2201" y="5943"/>
                </a:lnTo>
                <a:lnTo>
                  <a:pt x="2055" y="5943"/>
                </a:lnTo>
                <a:lnTo>
                  <a:pt x="1981" y="6016"/>
                </a:lnTo>
                <a:lnTo>
                  <a:pt x="1798" y="6053"/>
                </a:lnTo>
                <a:lnTo>
                  <a:pt x="1394" y="6127"/>
                </a:lnTo>
                <a:lnTo>
                  <a:pt x="1138" y="6200"/>
                </a:lnTo>
                <a:lnTo>
                  <a:pt x="917" y="6273"/>
                </a:lnTo>
                <a:lnTo>
                  <a:pt x="807" y="6200"/>
                </a:lnTo>
                <a:lnTo>
                  <a:pt x="697" y="6127"/>
                </a:lnTo>
                <a:lnTo>
                  <a:pt x="661" y="5980"/>
                </a:lnTo>
                <a:lnTo>
                  <a:pt x="624" y="5870"/>
                </a:lnTo>
                <a:lnTo>
                  <a:pt x="624" y="5870"/>
                </a:lnTo>
                <a:lnTo>
                  <a:pt x="844" y="5906"/>
                </a:lnTo>
                <a:lnTo>
                  <a:pt x="1504" y="5906"/>
                </a:lnTo>
                <a:lnTo>
                  <a:pt x="1724" y="5870"/>
                </a:lnTo>
                <a:lnTo>
                  <a:pt x="1945" y="5833"/>
                </a:lnTo>
                <a:lnTo>
                  <a:pt x="1981" y="5796"/>
                </a:lnTo>
                <a:lnTo>
                  <a:pt x="2018" y="5760"/>
                </a:lnTo>
                <a:lnTo>
                  <a:pt x="2055" y="5650"/>
                </a:lnTo>
                <a:lnTo>
                  <a:pt x="1981" y="5540"/>
                </a:lnTo>
                <a:lnTo>
                  <a:pt x="1945" y="5503"/>
                </a:lnTo>
                <a:lnTo>
                  <a:pt x="1504" y="5503"/>
                </a:lnTo>
                <a:lnTo>
                  <a:pt x="1101" y="5540"/>
                </a:lnTo>
                <a:lnTo>
                  <a:pt x="844" y="5576"/>
                </a:lnTo>
                <a:lnTo>
                  <a:pt x="587" y="5576"/>
                </a:lnTo>
                <a:lnTo>
                  <a:pt x="587" y="5356"/>
                </a:lnTo>
                <a:lnTo>
                  <a:pt x="734" y="5430"/>
                </a:lnTo>
                <a:lnTo>
                  <a:pt x="881" y="5466"/>
                </a:lnTo>
                <a:lnTo>
                  <a:pt x="1211" y="5466"/>
                </a:lnTo>
                <a:lnTo>
                  <a:pt x="1541" y="5393"/>
                </a:lnTo>
                <a:lnTo>
                  <a:pt x="1835" y="5246"/>
                </a:lnTo>
                <a:lnTo>
                  <a:pt x="1871" y="5173"/>
                </a:lnTo>
                <a:lnTo>
                  <a:pt x="1908" y="5099"/>
                </a:lnTo>
                <a:lnTo>
                  <a:pt x="1908" y="5026"/>
                </a:lnTo>
                <a:lnTo>
                  <a:pt x="1871" y="4953"/>
                </a:lnTo>
                <a:lnTo>
                  <a:pt x="1835" y="4916"/>
                </a:lnTo>
                <a:lnTo>
                  <a:pt x="1761" y="4879"/>
                </a:lnTo>
                <a:lnTo>
                  <a:pt x="1724" y="4879"/>
                </a:lnTo>
                <a:lnTo>
                  <a:pt x="1614" y="4916"/>
                </a:lnTo>
                <a:lnTo>
                  <a:pt x="1358" y="5026"/>
                </a:lnTo>
                <a:lnTo>
                  <a:pt x="1101" y="5099"/>
                </a:lnTo>
                <a:lnTo>
                  <a:pt x="844" y="5099"/>
                </a:lnTo>
                <a:lnTo>
                  <a:pt x="551" y="5063"/>
                </a:lnTo>
                <a:lnTo>
                  <a:pt x="551" y="4916"/>
                </a:lnTo>
                <a:lnTo>
                  <a:pt x="844" y="4879"/>
                </a:lnTo>
                <a:lnTo>
                  <a:pt x="1138" y="4879"/>
                </a:lnTo>
                <a:lnTo>
                  <a:pt x="1724" y="4769"/>
                </a:lnTo>
                <a:lnTo>
                  <a:pt x="1908" y="4696"/>
                </a:lnTo>
                <a:lnTo>
                  <a:pt x="2091" y="4586"/>
                </a:lnTo>
                <a:lnTo>
                  <a:pt x="2128" y="4513"/>
                </a:lnTo>
                <a:lnTo>
                  <a:pt x="2165" y="4439"/>
                </a:lnTo>
                <a:lnTo>
                  <a:pt x="2128" y="4329"/>
                </a:lnTo>
                <a:lnTo>
                  <a:pt x="2055" y="4256"/>
                </a:lnTo>
                <a:lnTo>
                  <a:pt x="1945" y="4182"/>
                </a:lnTo>
                <a:lnTo>
                  <a:pt x="1871" y="4182"/>
                </a:lnTo>
                <a:lnTo>
                  <a:pt x="1835" y="4219"/>
                </a:lnTo>
                <a:lnTo>
                  <a:pt x="1761" y="4256"/>
                </a:lnTo>
                <a:lnTo>
                  <a:pt x="1724" y="4329"/>
                </a:lnTo>
                <a:lnTo>
                  <a:pt x="1468" y="4403"/>
                </a:lnTo>
                <a:lnTo>
                  <a:pt x="991" y="4476"/>
                </a:lnTo>
                <a:lnTo>
                  <a:pt x="551" y="4586"/>
                </a:lnTo>
                <a:lnTo>
                  <a:pt x="514" y="4146"/>
                </a:lnTo>
                <a:lnTo>
                  <a:pt x="1358" y="4146"/>
                </a:lnTo>
                <a:lnTo>
                  <a:pt x="2678" y="4109"/>
                </a:lnTo>
                <a:lnTo>
                  <a:pt x="3815" y="4072"/>
                </a:lnTo>
                <a:lnTo>
                  <a:pt x="4916" y="3999"/>
                </a:lnTo>
                <a:close/>
                <a:moveTo>
                  <a:pt x="1211" y="1"/>
                </a:moveTo>
                <a:lnTo>
                  <a:pt x="1101" y="37"/>
                </a:lnTo>
                <a:lnTo>
                  <a:pt x="1028" y="147"/>
                </a:lnTo>
                <a:lnTo>
                  <a:pt x="881" y="771"/>
                </a:lnTo>
                <a:lnTo>
                  <a:pt x="807" y="1395"/>
                </a:lnTo>
                <a:lnTo>
                  <a:pt x="807" y="1835"/>
                </a:lnTo>
                <a:lnTo>
                  <a:pt x="807" y="2092"/>
                </a:lnTo>
                <a:lnTo>
                  <a:pt x="881" y="2312"/>
                </a:lnTo>
                <a:lnTo>
                  <a:pt x="551" y="2385"/>
                </a:lnTo>
                <a:lnTo>
                  <a:pt x="367" y="2458"/>
                </a:lnTo>
                <a:lnTo>
                  <a:pt x="221" y="2568"/>
                </a:lnTo>
                <a:lnTo>
                  <a:pt x="184" y="2605"/>
                </a:lnTo>
                <a:lnTo>
                  <a:pt x="147" y="2678"/>
                </a:lnTo>
                <a:lnTo>
                  <a:pt x="37" y="2825"/>
                </a:lnTo>
                <a:lnTo>
                  <a:pt x="37" y="3009"/>
                </a:lnTo>
                <a:lnTo>
                  <a:pt x="37" y="3375"/>
                </a:lnTo>
                <a:lnTo>
                  <a:pt x="37" y="3852"/>
                </a:lnTo>
                <a:lnTo>
                  <a:pt x="37" y="3889"/>
                </a:lnTo>
                <a:lnTo>
                  <a:pt x="0" y="3962"/>
                </a:lnTo>
                <a:lnTo>
                  <a:pt x="37" y="4072"/>
                </a:lnTo>
                <a:lnTo>
                  <a:pt x="74" y="4439"/>
                </a:lnTo>
                <a:lnTo>
                  <a:pt x="110" y="5540"/>
                </a:lnTo>
                <a:lnTo>
                  <a:pt x="110" y="5943"/>
                </a:lnTo>
                <a:lnTo>
                  <a:pt x="184" y="6127"/>
                </a:lnTo>
                <a:lnTo>
                  <a:pt x="257" y="6310"/>
                </a:lnTo>
                <a:lnTo>
                  <a:pt x="367" y="6457"/>
                </a:lnTo>
                <a:lnTo>
                  <a:pt x="477" y="6567"/>
                </a:lnTo>
                <a:lnTo>
                  <a:pt x="624" y="6677"/>
                </a:lnTo>
                <a:lnTo>
                  <a:pt x="771" y="6750"/>
                </a:lnTo>
                <a:lnTo>
                  <a:pt x="1101" y="6860"/>
                </a:lnTo>
                <a:lnTo>
                  <a:pt x="1468" y="6934"/>
                </a:lnTo>
                <a:lnTo>
                  <a:pt x="2091" y="7007"/>
                </a:lnTo>
                <a:lnTo>
                  <a:pt x="2678" y="7044"/>
                </a:lnTo>
                <a:lnTo>
                  <a:pt x="2605" y="7264"/>
                </a:lnTo>
                <a:lnTo>
                  <a:pt x="2605" y="7484"/>
                </a:lnTo>
                <a:lnTo>
                  <a:pt x="2605" y="7887"/>
                </a:lnTo>
                <a:lnTo>
                  <a:pt x="2605" y="8548"/>
                </a:lnTo>
                <a:lnTo>
                  <a:pt x="2678" y="9208"/>
                </a:lnTo>
                <a:lnTo>
                  <a:pt x="2825" y="10455"/>
                </a:lnTo>
                <a:lnTo>
                  <a:pt x="3045" y="11665"/>
                </a:lnTo>
                <a:lnTo>
                  <a:pt x="3118" y="11922"/>
                </a:lnTo>
                <a:lnTo>
                  <a:pt x="3228" y="12106"/>
                </a:lnTo>
                <a:lnTo>
                  <a:pt x="3375" y="12252"/>
                </a:lnTo>
                <a:lnTo>
                  <a:pt x="3595" y="12399"/>
                </a:lnTo>
                <a:lnTo>
                  <a:pt x="3779" y="12472"/>
                </a:lnTo>
                <a:lnTo>
                  <a:pt x="3999" y="12546"/>
                </a:lnTo>
                <a:lnTo>
                  <a:pt x="4476" y="12619"/>
                </a:lnTo>
                <a:lnTo>
                  <a:pt x="4732" y="12582"/>
                </a:lnTo>
                <a:lnTo>
                  <a:pt x="4952" y="12509"/>
                </a:lnTo>
                <a:lnTo>
                  <a:pt x="5136" y="12399"/>
                </a:lnTo>
                <a:lnTo>
                  <a:pt x="5283" y="12216"/>
                </a:lnTo>
                <a:lnTo>
                  <a:pt x="5429" y="12032"/>
                </a:lnTo>
                <a:lnTo>
                  <a:pt x="5503" y="11812"/>
                </a:lnTo>
                <a:lnTo>
                  <a:pt x="5576" y="11592"/>
                </a:lnTo>
                <a:lnTo>
                  <a:pt x="5613" y="11372"/>
                </a:lnTo>
                <a:lnTo>
                  <a:pt x="5613" y="11079"/>
                </a:lnTo>
                <a:lnTo>
                  <a:pt x="5613" y="10785"/>
                </a:lnTo>
                <a:lnTo>
                  <a:pt x="5539" y="10162"/>
                </a:lnTo>
                <a:lnTo>
                  <a:pt x="5539" y="9538"/>
                </a:lnTo>
                <a:lnTo>
                  <a:pt x="5649" y="8951"/>
                </a:lnTo>
                <a:lnTo>
                  <a:pt x="5723" y="8658"/>
                </a:lnTo>
                <a:lnTo>
                  <a:pt x="5833" y="8364"/>
                </a:lnTo>
                <a:lnTo>
                  <a:pt x="5980" y="8071"/>
                </a:lnTo>
                <a:lnTo>
                  <a:pt x="6090" y="7961"/>
                </a:lnTo>
                <a:lnTo>
                  <a:pt x="6200" y="7851"/>
                </a:lnTo>
                <a:lnTo>
                  <a:pt x="6273" y="7814"/>
                </a:lnTo>
                <a:lnTo>
                  <a:pt x="6310" y="7814"/>
                </a:lnTo>
                <a:lnTo>
                  <a:pt x="6456" y="7887"/>
                </a:lnTo>
                <a:lnTo>
                  <a:pt x="6530" y="7997"/>
                </a:lnTo>
                <a:lnTo>
                  <a:pt x="6603" y="8144"/>
                </a:lnTo>
                <a:lnTo>
                  <a:pt x="6640" y="8291"/>
                </a:lnTo>
                <a:lnTo>
                  <a:pt x="6603" y="8474"/>
                </a:lnTo>
                <a:lnTo>
                  <a:pt x="6566" y="8804"/>
                </a:lnTo>
                <a:lnTo>
                  <a:pt x="6530" y="9208"/>
                </a:lnTo>
                <a:lnTo>
                  <a:pt x="6566" y="9428"/>
                </a:lnTo>
                <a:lnTo>
                  <a:pt x="6603" y="9648"/>
                </a:lnTo>
                <a:lnTo>
                  <a:pt x="6676" y="9868"/>
                </a:lnTo>
                <a:lnTo>
                  <a:pt x="6787" y="10051"/>
                </a:lnTo>
                <a:lnTo>
                  <a:pt x="6970" y="10162"/>
                </a:lnTo>
                <a:lnTo>
                  <a:pt x="7153" y="10272"/>
                </a:lnTo>
                <a:lnTo>
                  <a:pt x="7447" y="10345"/>
                </a:lnTo>
                <a:lnTo>
                  <a:pt x="7777" y="10382"/>
                </a:lnTo>
                <a:lnTo>
                  <a:pt x="8437" y="10382"/>
                </a:lnTo>
                <a:lnTo>
                  <a:pt x="9061" y="10308"/>
                </a:lnTo>
                <a:lnTo>
                  <a:pt x="9684" y="10162"/>
                </a:lnTo>
                <a:lnTo>
                  <a:pt x="9758" y="10125"/>
                </a:lnTo>
                <a:lnTo>
                  <a:pt x="9831" y="10051"/>
                </a:lnTo>
                <a:lnTo>
                  <a:pt x="9868" y="9941"/>
                </a:lnTo>
                <a:lnTo>
                  <a:pt x="9831" y="9868"/>
                </a:lnTo>
                <a:lnTo>
                  <a:pt x="9794" y="9758"/>
                </a:lnTo>
                <a:lnTo>
                  <a:pt x="9721" y="9685"/>
                </a:lnTo>
                <a:lnTo>
                  <a:pt x="9648" y="9648"/>
                </a:lnTo>
                <a:lnTo>
                  <a:pt x="9538" y="9648"/>
                </a:lnTo>
                <a:lnTo>
                  <a:pt x="8951" y="9758"/>
                </a:lnTo>
                <a:lnTo>
                  <a:pt x="8327" y="9831"/>
                </a:lnTo>
                <a:lnTo>
                  <a:pt x="7740" y="9831"/>
                </a:lnTo>
                <a:lnTo>
                  <a:pt x="7447" y="9795"/>
                </a:lnTo>
                <a:lnTo>
                  <a:pt x="7300" y="9721"/>
                </a:lnTo>
                <a:lnTo>
                  <a:pt x="7190" y="9648"/>
                </a:lnTo>
                <a:lnTo>
                  <a:pt x="7117" y="9575"/>
                </a:lnTo>
                <a:lnTo>
                  <a:pt x="7080" y="9465"/>
                </a:lnTo>
                <a:lnTo>
                  <a:pt x="7080" y="9208"/>
                </a:lnTo>
                <a:lnTo>
                  <a:pt x="7080" y="8914"/>
                </a:lnTo>
                <a:lnTo>
                  <a:pt x="7117" y="8694"/>
                </a:lnTo>
                <a:lnTo>
                  <a:pt x="7153" y="8474"/>
                </a:lnTo>
                <a:lnTo>
                  <a:pt x="7153" y="8254"/>
                </a:lnTo>
                <a:lnTo>
                  <a:pt x="7117" y="8034"/>
                </a:lnTo>
                <a:lnTo>
                  <a:pt x="7043" y="7851"/>
                </a:lnTo>
                <a:lnTo>
                  <a:pt x="6970" y="7667"/>
                </a:lnTo>
                <a:lnTo>
                  <a:pt x="6823" y="7520"/>
                </a:lnTo>
                <a:lnTo>
                  <a:pt x="6676" y="7410"/>
                </a:lnTo>
                <a:lnTo>
                  <a:pt x="6530" y="7337"/>
                </a:lnTo>
                <a:lnTo>
                  <a:pt x="6383" y="7300"/>
                </a:lnTo>
                <a:lnTo>
                  <a:pt x="6200" y="7300"/>
                </a:lnTo>
                <a:lnTo>
                  <a:pt x="6016" y="7337"/>
                </a:lnTo>
                <a:lnTo>
                  <a:pt x="5833" y="7447"/>
                </a:lnTo>
                <a:lnTo>
                  <a:pt x="5649" y="7594"/>
                </a:lnTo>
                <a:lnTo>
                  <a:pt x="5503" y="7814"/>
                </a:lnTo>
                <a:lnTo>
                  <a:pt x="5393" y="8034"/>
                </a:lnTo>
                <a:lnTo>
                  <a:pt x="5283" y="8291"/>
                </a:lnTo>
                <a:lnTo>
                  <a:pt x="5136" y="8768"/>
                </a:lnTo>
                <a:lnTo>
                  <a:pt x="5026" y="9281"/>
                </a:lnTo>
                <a:lnTo>
                  <a:pt x="4989" y="9795"/>
                </a:lnTo>
                <a:lnTo>
                  <a:pt x="5026" y="10308"/>
                </a:lnTo>
                <a:lnTo>
                  <a:pt x="5062" y="10858"/>
                </a:lnTo>
                <a:lnTo>
                  <a:pt x="5062" y="11372"/>
                </a:lnTo>
                <a:lnTo>
                  <a:pt x="5062" y="11519"/>
                </a:lnTo>
                <a:lnTo>
                  <a:pt x="5026" y="11665"/>
                </a:lnTo>
                <a:lnTo>
                  <a:pt x="4952" y="11775"/>
                </a:lnTo>
                <a:lnTo>
                  <a:pt x="4879" y="11886"/>
                </a:lnTo>
                <a:lnTo>
                  <a:pt x="4769" y="11959"/>
                </a:lnTo>
                <a:lnTo>
                  <a:pt x="4659" y="12032"/>
                </a:lnTo>
                <a:lnTo>
                  <a:pt x="4512" y="12069"/>
                </a:lnTo>
                <a:lnTo>
                  <a:pt x="4366" y="12069"/>
                </a:lnTo>
                <a:lnTo>
                  <a:pt x="4109" y="11996"/>
                </a:lnTo>
                <a:lnTo>
                  <a:pt x="3815" y="11922"/>
                </a:lnTo>
                <a:lnTo>
                  <a:pt x="3705" y="11849"/>
                </a:lnTo>
                <a:lnTo>
                  <a:pt x="3595" y="11739"/>
                </a:lnTo>
                <a:lnTo>
                  <a:pt x="3559" y="11592"/>
                </a:lnTo>
                <a:lnTo>
                  <a:pt x="3522" y="11445"/>
                </a:lnTo>
                <a:lnTo>
                  <a:pt x="3302" y="10272"/>
                </a:lnTo>
                <a:lnTo>
                  <a:pt x="3155" y="9061"/>
                </a:lnTo>
                <a:lnTo>
                  <a:pt x="3045" y="7887"/>
                </a:lnTo>
                <a:lnTo>
                  <a:pt x="3045" y="7484"/>
                </a:lnTo>
                <a:lnTo>
                  <a:pt x="3008" y="7264"/>
                </a:lnTo>
                <a:lnTo>
                  <a:pt x="2935" y="7044"/>
                </a:lnTo>
                <a:lnTo>
                  <a:pt x="3375" y="7044"/>
                </a:lnTo>
                <a:lnTo>
                  <a:pt x="3779" y="7007"/>
                </a:lnTo>
                <a:lnTo>
                  <a:pt x="4219" y="6970"/>
                </a:lnTo>
                <a:lnTo>
                  <a:pt x="4622" y="6860"/>
                </a:lnTo>
                <a:lnTo>
                  <a:pt x="4806" y="6787"/>
                </a:lnTo>
                <a:lnTo>
                  <a:pt x="4952" y="6677"/>
                </a:lnTo>
                <a:lnTo>
                  <a:pt x="5099" y="6603"/>
                </a:lnTo>
                <a:lnTo>
                  <a:pt x="5209" y="6493"/>
                </a:lnTo>
                <a:lnTo>
                  <a:pt x="5429" y="6200"/>
                </a:lnTo>
                <a:lnTo>
                  <a:pt x="5539" y="5906"/>
                </a:lnTo>
                <a:lnTo>
                  <a:pt x="5649" y="5576"/>
                </a:lnTo>
                <a:lnTo>
                  <a:pt x="5723" y="5210"/>
                </a:lnTo>
                <a:lnTo>
                  <a:pt x="5723" y="4806"/>
                </a:lnTo>
                <a:lnTo>
                  <a:pt x="5686" y="4036"/>
                </a:lnTo>
                <a:lnTo>
                  <a:pt x="5649" y="3559"/>
                </a:lnTo>
                <a:lnTo>
                  <a:pt x="5576" y="3082"/>
                </a:lnTo>
                <a:lnTo>
                  <a:pt x="5539" y="2789"/>
                </a:lnTo>
                <a:lnTo>
                  <a:pt x="5503" y="2678"/>
                </a:lnTo>
                <a:lnTo>
                  <a:pt x="5466" y="2568"/>
                </a:lnTo>
                <a:lnTo>
                  <a:pt x="5429" y="2422"/>
                </a:lnTo>
                <a:lnTo>
                  <a:pt x="5356" y="2348"/>
                </a:lnTo>
                <a:lnTo>
                  <a:pt x="5173" y="2238"/>
                </a:lnTo>
                <a:lnTo>
                  <a:pt x="5026" y="2202"/>
                </a:lnTo>
                <a:lnTo>
                  <a:pt x="4916" y="2202"/>
                </a:lnTo>
                <a:lnTo>
                  <a:pt x="4879" y="2238"/>
                </a:lnTo>
                <a:lnTo>
                  <a:pt x="4586" y="2238"/>
                </a:lnTo>
                <a:lnTo>
                  <a:pt x="4622" y="808"/>
                </a:lnTo>
                <a:lnTo>
                  <a:pt x="4586" y="551"/>
                </a:lnTo>
                <a:lnTo>
                  <a:pt x="4549" y="441"/>
                </a:lnTo>
                <a:lnTo>
                  <a:pt x="4512" y="331"/>
                </a:lnTo>
                <a:lnTo>
                  <a:pt x="4439" y="258"/>
                </a:lnTo>
                <a:lnTo>
                  <a:pt x="4329" y="221"/>
                </a:lnTo>
                <a:lnTo>
                  <a:pt x="4219" y="184"/>
                </a:lnTo>
                <a:lnTo>
                  <a:pt x="4072" y="221"/>
                </a:lnTo>
                <a:lnTo>
                  <a:pt x="3815" y="331"/>
                </a:lnTo>
                <a:lnTo>
                  <a:pt x="3705" y="404"/>
                </a:lnTo>
                <a:lnTo>
                  <a:pt x="3632" y="514"/>
                </a:lnTo>
                <a:lnTo>
                  <a:pt x="3522" y="734"/>
                </a:lnTo>
                <a:lnTo>
                  <a:pt x="3449" y="991"/>
                </a:lnTo>
                <a:lnTo>
                  <a:pt x="3485" y="1321"/>
                </a:lnTo>
                <a:lnTo>
                  <a:pt x="3522" y="1651"/>
                </a:lnTo>
                <a:lnTo>
                  <a:pt x="3559" y="1908"/>
                </a:lnTo>
                <a:lnTo>
                  <a:pt x="3669" y="2165"/>
                </a:lnTo>
                <a:lnTo>
                  <a:pt x="2091" y="2165"/>
                </a:lnTo>
                <a:lnTo>
                  <a:pt x="2055" y="1358"/>
                </a:lnTo>
                <a:lnTo>
                  <a:pt x="2018" y="514"/>
                </a:lnTo>
                <a:lnTo>
                  <a:pt x="2018" y="368"/>
                </a:lnTo>
                <a:lnTo>
                  <a:pt x="1945" y="221"/>
                </a:lnTo>
                <a:lnTo>
                  <a:pt x="1871" y="147"/>
                </a:lnTo>
                <a:lnTo>
                  <a:pt x="1761" y="74"/>
                </a:lnTo>
                <a:lnTo>
                  <a:pt x="1651" y="37"/>
                </a:lnTo>
                <a:lnTo>
                  <a:pt x="1504" y="1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91" name="Google Shape;491;p10"/>
          <p:cNvSpPr/>
          <p:nvPr/>
        </p:nvSpPr>
        <p:spPr>
          <a:xfrm>
            <a:off x="10212864" y="5826928"/>
            <a:ext cx="503611" cy="568851"/>
          </a:xfrm>
          <a:custGeom>
            <a:avLst/>
            <a:gdLst/>
            <a:ahLst/>
            <a:cxnLst/>
            <a:rect l="l" t="t" r="r" b="b"/>
            <a:pathLst>
              <a:path w="13316" h="15041" extrusionOk="0">
                <a:moveTo>
                  <a:pt x="5466" y="1"/>
                </a:moveTo>
                <a:lnTo>
                  <a:pt x="5466" y="38"/>
                </a:lnTo>
                <a:lnTo>
                  <a:pt x="5576" y="1248"/>
                </a:lnTo>
                <a:lnTo>
                  <a:pt x="5612" y="1321"/>
                </a:lnTo>
                <a:lnTo>
                  <a:pt x="5649" y="1395"/>
                </a:lnTo>
                <a:lnTo>
                  <a:pt x="5759" y="1431"/>
                </a:lnTo>
                <a:lnTo>
                  <a:pt x="5833" y="1395"/>
                </a:lnTo>
                <a:lnTo>
                  <a:pt x="6713" y="881"/>
                </a:lnTo>
                <a:lnTo>
                  <a:pt x="6713" y="881"/>
                </a:lnTo>
                <a:lnTo>
                  <a:pt x="6640" y="1285"/>
                </a:lnTo>
                <a:lnTo>
                  <a:pt x="6603" y="1652"/>
                </a:lnTo>
                <a:lnTo>
                  <a:pt x="6603" y="2055"/>
                </a:lnTo>
                <a:lnTo>
                  <a:pt x="6640" y="2459"/>
                </a:lnTo>
                <a:lnTo>
                  <a:pt x="6676" y="2569"/>
                </a:lnTo>
                <a:lnTo>
                  <a:pt x="6750" y="2605"/>
                </a:lnTo>
                <a:lnTo>
                  <a:pt x="6823" y="2642"/>
                </a:lnTo>
                <a:lnTo>
                  <a:pt x="6896" y="2679"/>
                </a:lnTo>
                <a:lnTo>
                  <a:pt x="6970" y="2642"/>
                </a:lnTo>
                <a:lnTo>
                  <a:pt x="7043" y="2605"/>
                </a:lnTo>
                <a:lnTo>
                  <a:pt x="7080" y="2532"/>
                </a:lnTo>
                <a:lnTo>
                  <a:pt x="7080" y="2459"/>
                </a:lnTo>
                <a:lnTo>
                  <a:pt x="7043" y="2275"/>
                </a:lnTo>
                <a:lnTo>
                  <a:pt x="7006" y="1835"/>
                </a:lnTo>
                <a:lnTo>
                  <a:pt x="7043" y="1395"/>
                </a:lnTo>
                <a:lnTo>
                  <a:pt x="7116" y="955"/>
                </a:lnTo>
                <a:lnTo>
                  <a:pt x="7226" y="514"/>
                </a:lnTo>
                <a:lnTo>
                  <a:pt x="7190" y="404"/>
                </a:lnTo>
                <a:lnTo>
                  <a:pt x="7153" y="294"/>
                </a:lnTo>
                <a:lnTo>
                  <a:pt x="7043" y="258"/>
                </a:lnTo>
                <a:lnTo>
                  <a:pt x="6933" y="294"/>
                </a:lnTo>
                <a:lnTo>
                  <a:pt x="5906" y="918"/>
                </a:lnTo>
                <a:lnTo>
                  <a:pt x="5869" y="698"/>
                </a:lnTo>
                <a:lnTo>
                  <a:pt x="5796" y="478"/>
                </a:lnTo>
                <a:lnTo>
                  <a:pt x="5686" y="221"/>
                </a:lnTo>
                <a:lnTo>
                  <a:pt x="5576" y="1"/>
                </a:lnTo>
                <a:close/>
                <a:moveTo>
                  <a:pt x="8840" y="3816"/>
                </a:moveTo>
                <a:lnTo>
                  <a:pt x="8730" y="3852"/>
                </a:lnTo>
                <a:lnTo>
                  <a:pt x="8657" y="3926"/>
                </a:lnTo>
                <a:lnTo>
                  <a:pt x="8510" y="4146"/>
                </a:lnTo>
                <a:lnTo>
                  <a:pt x="8364" y="4293"/>
                </a:lnTo>
                <a:lnTo>
                  <a:pt x="8143" y="4476"/>
                </a:lnTo>
                <a:lnTo>
                  <a:pt x="7997" y="4659"/>
                </a:lnTo>
                <a:lnTo>
                  <a:pt x="7997" y="4733"/>
                </a:lnTo>
                <a:lnTo>
                  <a:pt x="7997" y="4769"/>
                </a:lnTo>
                <a:lnTo>
                  <a:pt x="8033" y="4806"/>
                </a:lnTo>
                <a:lnTo>
                  <a:pt x="8070" y="4843"/>
                </a:lnTo>
                <a:lnTo>
                  <a:pt x="8253" y="4843"/>
                </a:lnTo>
                <a:lnTo>
                  <a:pt x="8400" y="4806"/>
                </a:lnTo>
                <a:lnTo>
                  <a:pt x="8547" y="4733"/>
                </a:lnTo>
                <a:lnTo>
                  <a:pt x="8694" y="4659"/>
                </a:lnTo>
                <a:lnTo>
                  <a:pt x="8914" y="4403"/>
                </a:lnTo>
                <a:lnTo>
                  <a:pt x="9097" y="4146"/>
                </a:lnTo>
                <a:lnTo>
                  <a:pt x="9134" y="4073"/>
                </a:lnTo>
                <a:lnTo>
                  <a:pt x="9134" y="3963"/>
                </a:lnTo>
                <a:lnTo>
                  <a:pt x="9097" y="3889"/>
                </a:lnTo>
                <a:lnTo>
                  <a:pt x="9024" y="3852"/>
                </a:lnTo>
                <a:lnTo>
                  <a:pt x="8914" y="3816"/>
                </a:lnTo>
                <a:close/>
                <a:moveTo>
                  <a:pt x="147" y="2972"/>
                </a:moveTo>
                <a:lnTo>
                  <a:pt x="73" y="3009"/>
                </a:lnTo>
                <a:lnTo>
                  <a:pt x="37" y="3082"/>
                </a:lnTo>
                <a:lnTo>
                  <a:pt x="0" y="3229"/>
                </a:lnTo>
                <a:lnTo>
                  <a:pt x="37" y="3559"/>
                </a:lnTo>
                <a:lnTo>
                  <a:pt x="110" y="4073"/>
                </a:lnTo>
                <a:lnTo>
                  <a:pt x="220" y="4549"/>
                </a:lnTo>
                <a:lnTo>
                  <a:pt x="257" y="4623"/>
                </a:lnTo>
                <a:lnTo>
                  <a:pt x="330" y="4696"/>
                </a:lnTo>
                <a:lnTo>
                  <a:pt x="514" y="4696"/>
                </a:lnTo>
                <a:lnTo>
                  <a:pt x="1174" y="4219"/>
                </a:lnTo>
                <a:lnTo>
                  <a:pt x="1247" y="4843"/>
                </a:lnTo>
                <a:lnTo>
                  <a:pt x="1284" y="4990"/>
                </a:lnTo>
                <a:lnTo>
                  <a:pt x="1321" y="5173"/>
                </a:lnTo>
                <a:lnTo>
                  <a:pt x="1394" y="5320"/>
                </a:lnTo>
                <a:lnTo>
                  <a:pt x="1431" y="5356"/>
                </a:lnTo>
                <a:lnTo>
                  <a:pt x="1541" y="5393"/>
                </a:lnTo>
                <a:lnTo>
                  <a:pt x="1614" y="5393"/>
                </a:lnTo>
                <a:lnTo>
                  <a:pt x="1687" y="5356"/>
                </a:lnTo>
                <a:lnTo>
                  <a:pt x="1724" y="5320"/>
                </a:lnTo>
                <a:lnTo>
                  <a:pt x="1761" y="5246"/>
                </a:lnTo>
                <a:lnTo>
                  <a:pt x="1761" y="5173"/>
                </a:lnTo>
                <a:lnTo>
                  <a:pt x="1724" y="5063"/>
                </a:lnTo>
                <a:lnTo>
                  <a:pt x="1724" y="5026"/>
                </a:lnTo>
                <a:lnTo>
                  <a:pt x="1687" y="4953"/>
                </a:lnTo>
                <a:lnTo>
                  <a:pt x="1651" y="4549"/>
                </a:lnTo>
                <a:lnTo>
                  <a:pt x="1614" y="4183"/>
                </a:lnTo>
                <a:lnTo>
                  <a:pt x="1577" y="3816"/>
                </a:lnTo>
                <a:lnTo>
                  <a:pt x="1577" y="3706"/>
                </a:lnTo>
                <a:lnTo>
                  <a:pt x="1467" y="3632"/>
                </a:lnTo>
                <a:lnTo>
                  <a:pt x="1357" y="3632"/>
                </a:lnTo>
                <a:lnTo>
                  <a:pt x="1247" y="3669"/>
                </a:lnTo>
                <a:lnTo>
                  <a:pt x="880" y="3889"/>
                </a:lnTo>
                <a:lnTo>
                  <a:pt x="550" y="4146"/>
                </a:lnTo>
                <a:lnTo>
                  <a:pt x="330" y="3302"/>
                </a:lnTo>
                <a:lnTo>
                  <a:pt x="294" y="3082"/>
                </a:lnTo>
                <a:lnTo>
                  <a:pt x="220" y="2972"/>
                </a:lnTo>
                <a:close/>
                <a:moveTo>
                  <a:pt x="8400" y="2679"/>
                </a:moveTo>
                <a:lnTo>
                  <a:pt x="10124" y="5173"/>
                </a:lnTo>
                <a:lnTo>
                  <a:pt x="10161" y="5210"/>
                </a:lnTo>
                <a:lnTo>
                  <a:pt x="10124" y="5246"/>
                </a:lnTo>
                <a:lnTo>
                  <a:pt x="9684" y="5613"/>
                </a:lnTo>
                <a:lnTo>
                  <a:pt x="9207" y="6017"/>
                </a:lnTo>
                <a:lnTo>
                  <a:pt x="8804" y="6310"/>
                </a:lnTo>
                <a:lnTo>
                  <a:pt x="8584" y="6017"/>
                </a:lnTo>
                <a:lnTo>
                  <a:pt x="6970" y="3852"/>
                </a:lnTo>
                <a:lnTo>
                  <a:pt x="7703" y="3339"/>
                </a:lnTo>
                <a:lnTo>
                  <a:pt x="8033" y="3045"/>
                </a:lnTo>
                <a:lnTo>
                  <a:pt x="8364" y="2752"/>
                </a:lnTo>
                <a:lnTo>
                  <a:pt x="8400" y="2679"/>
                </a:lnTo>
                <a:close/>
                <a:moveTo>
                  <a:pt x="2494" y="7227"/>
                </a:moveTo>
                <a:lnTo>
                  <a:pt x="2421" y="7301"/>
                </a:lnTo>
                <a:lnTo>
                  <a:pt x="2421" y="7411"/>
                </a:lnTo>
                <a:lnTo>
                  <a:pt x="2678" y="7887"/>
                </a:lnTo>
                <a:lnTo>
                  <a:pt x="2494" y="8034"/>
                </a:lnTo>
                <a:lnTo>
                  <a:pt x="2458" y="8108"/>
                </a:lnTo>
                <a:lnTo>
                  <a:pt x="2421" y="8218"/>
                </a:lnTo>
                <a:lnTo>
                  <a:pt x="2421" y="8291"/>
                </a:lnTo>
                <a:lnTo>
                  <a:pt x="2494" y="8328"/>
                </a:lnTo>
                <a:lnTo>
                  <a:pt x="2605" y="8364"/>
                </a:lnTo>
                <a:lnTo>
                  <a:pt x="2678" y="8328"/>
                </a:lnTo>
                <a:lnTo>
                  <a:pt x="2861" y="8254"/>
                </a:lnTo>
                <a:lnTo>
                  <a:pt x="2935" y="8364"/>
                </a:lnTo>
                <a:lnTo>
                  <a:pt x="3155" y="8694"/>
                </a:lnTo>
                <a:lnTo>
                  <a:pt x="3301" y="8841"/>
                </a:lnTo>
                <a:lnTo>
                  <a:pt x="3375" y="8878"/>
                </a:lnTo>
                <a:lnTo>
                  <a:pt x="3485" y="8915"/>
                </a:lnTo>
                <a:lnTo>
                  <a:pt x="3558" y="8878"/>
                </a:lnTo>
                <a:lnTo>
                  <a:pt x="3595" y="8804"/>
                </a:lnTo>
                <a:lnTo>
                  <a:pt x="3632" y="8731"/>
                </a:lnTo>
                <a:lnTo>
                  <a:pt x="3595" y="8621"/>
                </a:lnTo>
                <a:lnTo>
                  <a:pt x="3558" y="8438"/>
                </a:lnTo>
                <a:lnTo>
                  <a:pt x="3301" y="8108"/>
                </a:lnTo>
                <a:lnTo>
                  <a:pt x="3228" y="7997"/>
                </a:lnTo>
                <a:lnTo>
                  <a:pt x="3558" y="7704"/>
                </a:lnTo>
                <a:lnTo>
                  <a:pt x="3595" y="7594"/>
                </a:lnTo>
                <a:lnTo>
                  <a:pt x="3595" y="7484"/>
                </a:lnTo>
                <a:lnTo>
                  <a:pt x="3558" y="7411"/>
                </a:lnTo>
                <a:lnTo>
                  <a:pt x="3485" y="7374"/>
                </a:lnTo>
                <a:lnTo>
                  <a:pt x="3412" y="7337"/>
                </a:lnTo>
                <a:lnTo>
                  <a:pt x="3338" y="7337"/>
                </a:lnTo>
                <a:lnTo>
                  <a:pt x="3228" y="7411"/>
                </a:lnTo>
                <a:lnTo>
                  <a:pt x="2971" y="7631"/>
                </a:lnTo>
                <a:lnTo>
                  <a:pt x="2641" y="7264"/>
                </a:lnTo>
                <a:lnTo>
                  <a:pt x="2568" y="7227"/>
                </a:lnTo>
                <a:close/>
                <a:moveTo>
                  <a:pt x="3191" y="6090"/>
                </a:moveTo>
                <a:lnTo>
                  <a:pt x="3595" y="6860"/>
                </a:lnTo>
                <a:lnTo>
                  <a:pt x="3998" y="7594"/>
                </a:lnTo>
                <a:lnTo>
                  <a:pt x="4439" y="8328"/>
                </a:lnTo>
                <a:lnTo>
                  <a:pt x="4915" y="9025"/>
                </a:lnTo>
                <a:lnTo>
                  <a:pt x="4769" y="9098"/>
                </a:lnTo>
                <a:lnTo>
                  <a:pt x="4622" y="9171"/>
                </a:lnTo>
                <a:lnTo>
                  <a:pt x="4365" y="9355"/>
                </a:lnTo>
                <a:lnTo>
                  <a:pt x="3778" y="9721"/>
                </a:lnTo>
                <a:lnTo>
                  <a:pt x="3522" y="9905"/>
                </a:lnTo>
                <a:lnTo>
                  <a:pt x="3412" y="10015"/>
                </a:lnTo>
                <a:lnTo>
                  <a:pt x="3265" y="10052"/>
                </a:lnTo>
                <a:lnTo>
                  <a:pt x="3228" y="10052"/>
                </a:lnTo>
                <a:lnTo>
                  <a:pt x="3191" y="10088"/>
                </a:lnTo>
                <a:lnTo>
                  <a:pt x="3191" y="10162"/>
                </a:lnTo>
                <a:lnTo>
                  <a:pt x="2421" y="9025"/>
                </a:lnTo>
                <a:lnTo>
                  <a:pt x="1761" y="7997"/>
                </a:lnTo>
                <a:lnTo>
                  <a:pt x="1064" y="7007"/>
                </a:lnTo>
                <a:lnTo>
                  <a:pt x="1394" y="6897"/>
                </a:lnTo>
                <a:lnTo>
                  <a:pt x="1724" y="6714"/>
                </a:lnTo>
                <a:lnTo>
                  <a:pt x="2348" y="6383"/>
                </a:lnTo>
                <a:lnTo>
                  <a:pt x="2494" y="6310"/>
                </a:lnTo>
                <a:lnTo>
                  <a:pt x="2641" y="6273"/>
                </a:lnTo>
                <a:lnTo>
                  <a:pt x="2935" y="6237"/>
                </a:lnTo>
                <a:lnTo>
                  <a:pt x="3081" y="6200"/>
                </a:lnTo>
                <a:lnTo>
                  <a:pt x="3191" y="6090"/>
                </a:lnTo>
                <a:close/>
                <a:moveTo>
                  <a:pt x="12729" y="11005"/>
                </a:moveTo>
                <a:lnTo>
                  <a:pt x="12655" y="11225"/>
                </a:lnTo>
                <a:lnTo>
                  <a:pt x="12582" y="11115"/>
                </a:lnTo>
                <a:lnTo>
                  <a:pt x="12729" y="11005"/>
                </a:lnTo>
                <a:close/>
                <a:moveTo>
                  <a:pt x="9647" y="12949"/>
                </a:moveTo>
                <a:lnTo>
                  <a:pt x="9721" y="13096"/>
                </a:lnTo>
                <a:lnTo>
                  <a:pt x="9831" y="13280"/>
                </a:lnTo>
                <a:lnTo>
                  <a:pt x="9941" y="13463"/>
                </a:lnTo>
                <a:lnTo>
                  <a:pt x="10088" y="13573"/>
                </a:lnTo>
                <a:lnTo>
                  <a:pt x="10051" y="13573"/>
                </a:lnTo>
                <a:lnTo>
                  <a:pt x="9647" y="13756"/>
                </a:lnTo>
                <a:lnTo>
                  <a:pt x="9647" y="13646"/>
                </a:lnTo>
                <a:lnTo>
                  <a:pt x="9574" y="13536"/>
                </a:lnTo>
                <a:lnTo>
                  <a:pt x="9427" y="13426"/>
                </a:lnTo>
                <a:lnTo>
                  <a:pt x="9354" y="13280"/>
                </a:lnTo>
                <a:lnTo>
                  <a:pt x="9281" y="13133"/>
                </a:lnTo>
                <a:lnTo>
                  <a:pt x="9244" y="12986"/>
                </a:lnTo>
                <a:lnTo>
                  <a:pt x="9647" y="12949"/>
                </a:lnTo>
                <a:close/>
                <a:moveTo>
                  <a:pt x="6640" y="12839"/>
                </a:moveTo>
                <a:lnTo>
                  <a:pt x="6493" y="13426"/>
                </a:lnTo>
                <a:lnTo>
                  <a:pt x="6419" y="14013"/>
                </a:lnTo>
                <a:lnTo>
                  <a:pt x="6419" y="14160"/>
                </a:lnTo>
                <a:lnTo>
                  <a:pt x="6163" y="13940"/>
                </a:lnTo>
                <a:lnTo>
                  <a:pt x="6126" y="13940"/>
                </a:lnTo>
                <a:lnTo>
                  <a:pt x="6126" y="13903"/>
                </a:lnTo>
                <a:lnTo>
                  <a:pt x="6126" y="13646"/>
                </a:lnTo>
                <a:lnTo>
                  <a:pt x="6163" y="13353"/>
                </a:lnTo>
                <a:lnTo>
                  <a:pt x="6236" y="13096"/>
                </a:lnTo>
                <a:lnTo>
                  <a:pt x="6346" y="12876"/>
                </a:lnTo>
                <a:lnTo>
                  <a:pt x="6640" y="12839"/>
                </a:lnTo>
                <a:close/>
                <a:moveTo>
                  <a:pt x="7336" y="13170"/>
                </a:moveTo>
                <a:lnTo>
                  <a:pt x="7263" y="13206"/>
                </a:lnTo>
                <a:lnTo>
                  <a:pt x="7226" y="13243"/>
                </a:lnTo>
                <a:lnTo>
                  <a:pt x="7080" y="13720"/>
                </a:lnTo>
                <a:lnTo>
                  <a:pt x="7006" y="13977"/>
                </a:lnTo>
                <a:lnTo>
                  <a:pt x="7006" y="14233"/>
                </a:lnTo>
                <a:lnTo>
                  <a:pt x="7006" y="14307"/>
                </a:lnTo>
                <a:lnTo>
                  <a:pt x="7043" y="14380"/>
                </a:lnTo>
                <a:lnTo>
                  <a:pt x="7116" y="14453"/>
                </a:lnTo>
                <a:lnTo>
                  <a:pt x="7190" y="14490"/>
                </a:lnTo>
                <a:lnTo>
                  <a:pt x="7263" y="14527"/>
                </a:lnTo>
                <a:lnTo>
                  <a:pt x="7336" y="14527"/>
                </a:lnTo>
                <a:lnTo>
                  <a:pt x="7410" y="14453"/>
                </a:lnTo>
                <a:lnTo>
                  <a:pt x="7483" y="14380"/>
                </a:lnTo>
                <a:lnTo>
                  <a:pt x="7483" y="14270"/>
                </a:lnTo>
                <a:lnTo>
                  <a:pt x="7446" y="14160"/>
                </a:lnTo>
                <a:lnTo>
                  <a:pt x="7373" y="14123"/>
                </a:lnTo>
                <a:lnTo>
                  <a:pt x="7373" y="13830"/>
                </a:lnTo>
                <a:lnTo>
                  <a:pt x="7410" y="13280"/>
                </a:lnTo>
                <a:lnTo>
                  <a:pt x="7373" y="13206"/>
                </a:lnTo>
                <a:lnTo>
                  <a:pt x="7336" y="13170"/>
                </a:lnTo>
                <a:close/>
                <a:moveTo>
                  <a:pt x="10418" y="5613"/>
                </a:moveTo>
                <a:lnTo>
                  <a:pt x="11188" y="6714"/>
                </a:lnTo>
                <a:lnTo>
                  <a:pt x="11555" y="7264"/>
                </a:lnTo>
                <a:lnTo>
                  <a:pt x="11922" y="7814"/>
                </a:lnTo>
                <a:lnTo>
                  <a:pt x="12252" y="8474"/>
                </a:lnTo>
                <a:lnTo>
                  <a:pt x="12399" y="8841"/>
                </a:lnTo>
                <a:lnTo>
                  <a:pt x="12545" y="9208"/>
                </a:lnTo>
                <a:lnTo>
                  <a:pt x="12619" y="9575"/>
                </a:lnTo>
                <a:lnTo>
                  <a:pt x="12692" y="9942"/>
                </a:lnTo>
                <a:lnTo>
                  <a:pt x="12729" y="10308"/>
                </a:lnTo>
                <a:lnTo>
                  <a:pt x="12729" y="10675"/>
                </a:lnTo>
                <a:lnTo>
                  <a:pt x="12325" y="10932"/>
                </a:lnTo>
                <a:lnTo>
                  <a:pt x="12288" y="10969"/>
                </a:lnTo>
                <a:lnTo>
                  <a:pt x="12252" y="11042"/>
                </a:lnTo>
                <a:lnTo>
                  <a:pt x="12288" y="11079"/>
                </a:lnTo>
                <a:lnTo>
                  <a:pt x="12325" y="11152"/>
                </a:lnTo>
                <a:lnTo>
                  <a:pt x="12435" y="11372"/>
                </a:lnTo>
                <a:lnTo>
                  <a:pt x="12509" y="11446"/>
                </a:lnTo>
                <a:lnTo>
                  <a:pt x="12582" y="11519"/>
                </a:lnTo>
                <a:lnTo>
                  <a:pt x="12472" y="11776"/>
                </a:lnTo>
                <a:lnTo>
                  <a:pt x="12325" y="12032"/>
                </a:lnTo>
                <a:lnTo>
                  <a:pt x="11848" y="11666"/>
                </a:lnTo>
                <a:lnTo>
                  <a:pt x="11775" y="11629"/>
                </a:lnTo>
                <a:lnTo>
                  <a:pt x="11702" y="11666"/>
                </a:lnTo>
                <a:lnTo>
                  <a:pt x="11665" y="11739"/>
                </a:lnTo>
                <a:lnTo>
                  <a:pt x="11702" y="11812"/>
                </a:lnTo>
                <a:lnTo>
                  <a:pt x="12142" y="12326"/>
                </a:lnTo>
                <a:lnTo>
                  <a:pt x="11848" y="12619"/>
                </a:lnTo>
                <a:lnTo>
                  <a:pt x="11812" y="12546"/>
                </a:lnTo>
                <a:lnTo>
                  <a:pt x="11665" y="12399"/>
                </a:lnTo>
                <a:lnTo>
                  <a:pt x="11518" y="12253"/>
                </a:lnTo>
                <a:lnTo>
                  <a:pt x="11371" y="12069"/>
                </a:lnTo>
                <a:lnTo>
                  <a:pt x="11298" y="11886"/>
                </a:lnTo>
                <a:lnTo>
                  <a:pt x="11225" y="11849"/>
                </a:lnTo>
                <a:lnTo>
                  <a:pt x="11188" y="11812"/>
                </a:lnTo>
                <a:lnTo>
                  <a:pt x="11115" y="11849"/>
                </a:lnTo>
                <a:lnTo>
                  <a:pt x="11078" y="11922"/>
                </a:lnTo>
                <a:lnTo>
                  <a:pt x="11078" y="12106"/>
                </a:lnTo>
                <a:lnTo>
                  <a:pt x="11115" y="12253"/>
                </a:lnTo>
                <a:lnTo>
                  <a:pt x="11188" y="12436"/>
                </a:lnTo>
                <a:lnTo>
                  <a:pt x="11261" y="12583"/>
                </a:lnTo>
                <a:lnTo>
                  <a:pt x="11371" y="12729"/>
                </a:lnTo>
                <a:lnTo>
                  <a:pt x="11518" y="12876"/>
                </a:lnTo>
                <a:lnTo>
                  <a:pt x="11115" y="13096"/>
                </a:lnTo>
                <a:lnTo>
                  <a:pt x="11151" y="12986"/>
                </a:lnTo>
                <a:lnTo>
                  <a:pt x="11151" y="12839"/>
                </a:lnTo>
                <a:lnTo>
                  <a:pt x="11078" y="12766"/>
                </a:lnTo>
                <a:lnTo>
                  <a:pt x="10968" y="12656"/>
                </a:lnTo>
                <a:lnTo>
                  <a:pt x="10931" y="12656"/>
                </a:lnTo>
                <a:lnTo>
                  <a:pt x="10858" y="12693"/>
                </a:lnTo>
                <a:lnTo>
                  <a:pt x="10858" y="12766"/>
                </a:lnTo>
                <a:lnTo>
                  <a:pt x="10821" y="12729"/>
                </a:lnTo>
                <a:lnTo>
                  <a:pt x="10491" y="12436"/>
                </a:lnTo>
                <a:lnTo>
                  <a:pt x="10418" y="12363"/>
                </a:lnTo>
                <a:lnTo>
                  <a:pt x="10344" y="12399"/>
                </a:lnTo>
                <a:lnTo>
                  <a:pt x="10308" y="12473"/>
                </a:lnTo>
                <a:lnTo>
                  <a:pt x="10308" y="12546"/>
                </a:lnTo>
                <a:lnTo>
                  <a:pt x="10491" y="12839"/>
                </a:lnTo>
                <a:lnTo>
                  <a:pt x="10711" y="13206"/>
                </a:lnTo>
                <a:lnTo>
                  <a:pt x="10785" y="13280"/>
                </a:lnTo>
                <a:lnTo>
                  <a:pt x="10381" y="13426"/>
                </a:lnTo>
                <a:lnTo>
                  <a:pt x="10381" y="13353"/>
                </a:lnTo>
                <a:lnTo>
                  <a:pt x="10344" y="13280"/>
                </a:lnTo>
                <a:lnTo>
                  <a:pt x="10234" y="13133"/>
                </a:lnTo>
                <a:lnTo>
                  <a:pt x="10051" y="12913"/>
                </a:lnTo>
                <a:lnTo>
                  <a:pt x="9904" y="12693"/>
                </a:lnTo>
                <a:lnTo>
                  <a:pt x="9831" y="12619"/>
                </a:lnTo>
                <a:lnTo>
                  <a:pt x="9721" y="12619"/>
                </a:lnTo>
                <a:lnTo>
                  <a:pt x="9391" y="12693"/>
                </a:lnTo>
                <a:lnTo>
                  <a:pt x="9097" y="12729"/>
                </a:lnTo>
                <a:lnTo>
                  <a:pt x="9024" y="12766"/>
                </a:lnTo>
                <a:lnTo>
                  <a:pt x="8987" y="12839"/>
                </a:lnTo>
                <a:lnTo>
                  <a:pt x="8987" y="12913"/>
                </a:lnTo>
                <a:lnTo>
                  <a:pt x="9024" y="12986"/>
                </a:lnTo>
                <a:lnTo>
                  <a:pt x="9024" y="13243"/>
                </a:lnTo>
                <a:lnTo>
                  <a:pt x="9097" y="13500"/>
                </a:lnTo>
                <a:lnTo>
                  <a:pt x="9134" y="13646"/>
                </a:lnTo>
                <a:lnTo>
                  <a:pt x="9207" y="13756"/>
                </a:lnTo>
                <a:lnTo>
                  <a:pt x="9317" y="13830"/>
                </a:lnTo>
                <a:lnTo>
                  <a:pt x="9427" y="13867"/>
                </a:lnTo>
                <a:lnTo>
                  <a:pt x="8987" y="14050"/>
                </a:lnTo>
                <a:lnTo>
                  <a:pt x="8950" y="13977"/>
                </a:lnTo>
                <a:lnTo>
                  <a:pt x="8804" y="13903"/>
                </a:lnTo>
                <a:lnTo>
                  <a:pt x="8767" y="13903"/>
                </a:lnTo>
                <a:lnTo>
                  <a:pt x="8620" y="13536"/>
                </a:lnTo>
                <a:lnTo>
                  <a:pt x="8510" y="13390"/>
                </a:lnTo>
                <a:lnTo>
                  <a:pt x="8364" y="13206"/>
                </a:lnTo>
                <a:lnTo>
                  <a:pt x="8327" y="13206"/>
                </a:lnTo>
                <a:lnTo>
                  <a:pt x="8327" y="13243"/>
                </a:lnTo>
                <a:lnTo>
                  <a:pt x="8327" y="13500"/>
                </a:lnTo>
                <a:lnTo>
                  <a:pt x="8364" y="13756"/>
                </a:lnTo>
                <a:lnTo>
                  <a:pt x="8510" y="14270"/>
                </a:lnTo>
                <a:lnTo>
                  <a:pt x="8070" y="14453"/>
                </a:lnTo>
                <a:lnTo>
                  <a:pt x="8033" y="14160"/>
                </a:lnTo>
                <a:lnTo>
                  <a:pt x="7960" y="13903"/>
                </a:lnTo>
                <a:lnTo>
                  <a:pt x="7923" y="13536"/>
                </a:lnTo>
                <a:lnTo>
                  <a:pt x="7923" y="13206"/>
                </a:lnTo>
                <a:lnTo>
                  <a:pt x="7887" y="13133"/>
                </a:lnTo>
                <a:lnTo>
                  <a:pt x="7813" y="13096"/>
                </a:lnTo>
                <a:lnTo>
                  <a:pt x="7777" y="13096"/>
                </a:lnTo>
                <a:lnTo>
                  <a:pt x="7703" y="13170"/>
                </a:lnTo>
                <a:lnTo>
                  <a:pt x="7667" y="13536"/>
                </a:lnTo>
                <a:lnTo>
                  <a:pt x="7630" y="13903"/>
                </a:lnTo>
                <a:lnTo>
                  <a:pt x="7667" y="14233"/>
                </a:lnTo>
                <a:lnTo>
                  <a:pt x="7667" y="14380"/>
                </a:lnTo>
                <a:lnTo>
                  <a:pt x="7740" y="14527"/>
                </a:lnTo>
                <a:lnTo>
                  <a:pt x="7483" y="14563"/>
                </a:lnTo>
                <a:lnTo>
                  <a:pt x="7190" y="14527"/>
                </a:lnTo>
                <a:lnTo>
                  <a:pt x="7006" y="14453"/>
                </a:lnTo>
                <a:lnTo>
                  <a:pt x="6786" y="14380"/>
                </a:lnTo>
                <a:lnTo>
                  <a:pt x="6823" y="14160"/>
                </a:lnTo>
                <a:lnTo>
                  <a:pt x="6860" y="13646"/>
                </a:lnTo>
                <a:lnTo>
                  <a:pt x="6860" y="13206"/>
                </a:lnTo>
                <a:lnTo>
                  <a:pt x="6860" y="12766"/>
                </a:lnTo>
                <a:lnTo>
                  <a:pt x="6823" y="12693"/>
                </a:lnTo>
                <a:lnTo>
                  <a:pt x="6713" y="12656"/>
                </a:lnTo>
                <a:lnTo>
                  <a:pt x="6346" y="12693"/>
                </a:lnTo>
                <a:lnTo>
                  <a:pt x="6309" y="12656"/>
                </a:lnTo>
                <a:lnTo>
                  <a:pt x="6236" y="12693"/>
                </a:lnTo>
                <a:lnTo>
                  <a:pt x="6089" y="12913"/>
                </a:lnTo>
                <a:lnTo>
                  <a:pt x="5943" y="13133"/>
                </a:lnTo>
                <a:lnTo>
                  <a:pt x="5869" y="13390"/>
                </a:lnTo>
                <a:lnTo>
                  <a:pt x="5796" y="13610"/>
                </a:lnTo>
                <a:lnTo>
                  <a:pt x="5392" y="13206"/>
                </a:lnTo>
                <a:lnTo>
                  <a:pt x="5686" y="12839"/>
                </a:lnTo>
                <a:lnTo>
                  <a:pt x="5943" y="12473"/>
                </a:lnTo>
                <a:lnTo>
                  <a:pt x="5943" y="12363"/>
                </a:lnTo>
                <a:lnTo>
                  <a:pt x="5943" y="12289"/>
                </a:lnTo>
                <a:lnTo>
                  <a:pt x="5869" y="12216"/>
                </a:lnTo>
                <a:lnTo>
                  <a:pt x="5686" y="12216"/>
                </a:lnTo>
                <a:lnTo>
                  <a:pt x="5612" y="12289"/>
                </a:lnTo>
                <a:lnTo>
                  <a:pt x="5209" y="12949"/>
                </a:lnTo>
                <a:lnTo>
                  <a:pt x="4952" y="12619"/>
                </a:lnTo>
                <a:lnTo>
                  <a:pt x="5136" y="12473"/>
                </a:lnTo>
                <a:lnTo>
                  <a:pt x="5319" y="12289"/>
                </a:lnTo>
                <a:lnTo>
                  <a:pt x="5466" y="12069"/>
                </a:lnTo>
                <a:lnTo>
                  <a:pt x="5576" y="11849"/>
                </a:lnTo>
                <a:lnTo>
                  <a:pt x="5576" y="11776"/>
                </a:lnTo>
                <a:lnTo>
                  <a:pt x="5576" y="11739"/>
                </a:lnTo>
                <a:lnTo>
                  <a:pt x="5539" y="11666"/>
                </a:lnTo>
                <a:lnTo>
                  <a:pt x="5502" y="11629"/>
                </a:lnTo>
                <a:lnTo>
                  <a:pt x="5319" y="11629"/>
                </a:lnTo>
                <a:lnTo>
                  <a:pt x="5282" y="11702"/>
                </a:lnTo>
                <a:lnTo>
                  <a:pt x="4805" y="12399"/>
                </a:lnTo>
                <a:lnTo>
                  <a:pt x="4439" y="11922"/>
                </a:lnTo>
                <a:lnTo>
                  <a:pt x="4549" y="11812"/>
                </a:lnTo>
                <a:lnTo>
                  <a:pt x="4879" y="11409"/>
                </a:lnTo>
                <a:lnTo>
                  <a:pt x="5209" y="10969"/>
                </a:lnTo>
                <a:lnTo>
                  <a:pt x="5209" y="10895"/>
                </a:lnTo>
                <a:lnTo>
                  <a:pt x="5246" y="10859"/>
                </a:lnTo>
                <a:lnTo>
                  <a:pt x="5282" y="10785"/>
                </a:lnTo>
                <a:lnTo>
                  <a:pt x="5282" y="10712"/>
                </a:lnTo>
                <a:lnTo>
                  <a:pt x="5209" y="10639"/>
                </a:lnTo>
                <a:lnTo>
                  <a:pt x="5099" y="10602"/>
                </a:lnTo>
                <a:lnTo>
                  <a:pt x="5026" y="10602"/>
                </a:lnTo>
                <a:lnTo>
                  <a:pt x="4952" y="10639"/>
                </a:lnTo>
                <a:lnTo>
                  <a:pt x="4549" y="11225"/>
                </a:lnTo>
                <a:lnTo>
                  <a:pt x="4329" y="11556"/>
                </a:lnTo>
                <a:lnTo>
                  <a:pt x="4292" y="11482"/>
                </a:lnTo>
                <a:lnTo>
                  <a:pt x="4145" y="11482"/>
                </a:lnTo>
                <a:lnTo>
                  <a:pt x="3888" y="11152"/>
                </a:lnTo>
                <a:lnTo>
                  <a:pt x="4329" y="10822"/>
                </a:lnTo>
                <a:lnTo>
                  <a:pt x="4549" y="10675"/>
                </a:lnTo>
                <a:lnTo>
                  <a:pt x="4732" y="10455"/>
                </a:lnTo>
                <a:lnTo>
                  <a:pt x="4769" y="10418"/>
                </a:lnTo>
                <a:lnTo>
                  <a:pt x="4805" y="10345"/>
                </a:lnTo>
                <a:lnTo>
                  <a:pt x="4732" y="10235"/>
                </a:lnTo>
                <a:lnTo>
                  <a:pt x="4659" y="10162"/>
                </a:lnTo>
                <a:lnTo>
                  <a:pt x="4585" y="10162"/>
                </a:lnTo>
                <a:lnTo>
                  <a:pt x="4512" y="10198"/>
                </a:lnTo>
                <a:lnTo>
                  <a:pt x="4292" y="10345"/>
                </a:lnTo>
                <a:lnTo>
                  <a:pt x="4072" y="10528"/>
                </a:lnTo>
                <a:lnTo>
                  <a:pt x="3705" y="10895"/>
                </a:lnTo>
                <a:lnTo>
                  <a:pt x="3256" y="10239"/>
                </a:lnTo>
                <a:lnTo>
                  <a:pt x="3256" y="10239"/>
                </a:lnTo>
                <a:lnTo>
                  <a:pt x="3485" y="10272"/>
                </a:lnTo>
                <a:lnTo>
                  <a:pt x="3742" y="10235"/>
                </a:lnTo>
                <a:lnTo>
                  <a:pt x="3888" y="10162"/>
                </a:lnTo>
                <a:lnTo>
                  <a:pt x="4072" y="10052"/>
                </a:lnTo>
                <a:lnTo>
                  <a:pt x="4365" y="9868"/>
                </a:lnTo>
                <a:lnTo>
                  <a:pt x="4769" y="9648"/>
                </a:lnTo>
                <a:lnTo>
                  <a:pt x="4989" y="9538"/>
                </a:lnTo>
                <a:lnTo>
                  <a:pt x="5172" y="9391"/>
                </a:lnTo>
                <a:lnTo>
                  <a:pt x="6053" y="10675"/>
                </a:lnTo>
                <a:lnTo>
                  <a:pt x="6383" y="11115"/>
                </a:lnTo>
                <a:lnTo>
                  <a:pt x="6713" y="11556"/>
                </a:lnTo>
                <a:lnTo>
                  <a:pt x="6896" y="11739"/>
                </a:lnTo>
                <a:lnTo>
                  <a:pt x="7116" y="11922"/>
                </a:lnTo>
                <a:lnTo>
                  <a:pt x="7336" y="12069"/>
                </a:lnTo>
                <a:lnTo>
                  <a:pt x="7593" y="12179"/>
                </a:lnTo>
                <a:lnTo>
                  <a:pt x="7813" y="12253"/>
                </a:lnTo>
                <a:lnTo>
                  <a:pt x="8070" y="12289"/>
                </a:lnTo>
                <a:lnTo>
                  <a:pt x="8547" y="12289"/>
                </a:lnTo>
                <a:lnTo>
                  <a:pt x="8767" y="12253"/>
                </a:lnTo>
                <a:lnTo>
                  <a:pt x="8987" y="12179"/>
                </a:lnTo>
                <a:lnTo>
                  <a:pt x="9207" y="12106"/>
                </a:lnTo>
                <a:lnTo>
                  <a:pt x="9427" y="11996"/>
                </a:lnTo>
                <a:lnTo>
                  <a:pt x="9684" y="11849"/>
                </a:lnTo>
                <a:lnTo>
                  <a:pt x="9867" y="11666"/>
                </a:lnTo>
                <a:lnTo>
                  <a:pt x="10051" y="11482"/>
                </a:lnTo>
                <a:lnTo>
                  <a:pt x="10198" y="11262"/>
                </a:lnTo>
                <a:lnTo>
                  <a:pt x="10308" y="11042"/>
                </a:lnTo>
                <a:lnTo>
                  <a:pt x="10418" y="10822"/>
                </a:lnTo>
                <a:lnTo>
                  <a:pt x="10491" y="10565"/>
                </a:lnTo>
                <a:lnTo>
                  <a:pt x="10528" y="10345"/>
                </a:lnTo>
                <a:lnTo>
                  <a:pt x="10564" y="9832"/>
                </a:lnTo>
                <a:lnTo>
                  <a:pt x="10528" y="9318"/>
                </a:lnTo>
                <a:lnTo>
                  <a:pt x="10418" y="8804"/>
                </a:lnTo>
                <a:lnTo>
                  <a:pt x="10234" y="8328"/>
                </a:lnTo>
                <a:lnTo>
                  <a:pt x="9978" y="7887"/>
                </a:lnTo>
                <a:lnTo>
                  <a:pt x="9684" y="7484"/>
                </a:lnTo>
                <a:lnTo>
                  <a:pt x="9097" y="6640"/>
                </a:lnTo>
                <a:lnTo>
                  <a:pt x="9354" y="6494"/>
                </a:lnTo>
                <a:lnTo>
                  <a:pt x="9574" y="6347"/>
                </a:lnTo>
                <a:lnTo>
                  <a:pt x="10014" y="5980"/>
                </a:lnTo>
                <a:lnTo>
                  <a:pt x="10418" y="5613"/>
                </a:lnTo>
                <a:close/>
                <a:moveTo>
                  <a:pt x="8400" y="2055"/>
                </a:moveTo>
                <a:lnTo>
                  <a:pt x="8290" y="2092"/>
                </a:lnTo>
                <a:lnTo>
                  <a:pt x="8217" y="2165"/>
                </a:lnTo>
                <a:lnTo>
                  <a:pt x="8180" y="2202"/>
                </a:lnTo>
                <a:lnTo>
                  <a:pt x="8180" y="2312"/>
                </a:lnTo>
                <a:lnTo>
                  <a:pt x="8180" y="2385"/>
                </a:lnTo>
                <a:lnTo>
                  <a:pt x="8107" y="2422"/>
                </a:lnTo>
                <a:lnTo>
                  <a:pt x="8033" y="2459"/>
                </a:lnTo>
                <a:lnTo>
                  <a:pt x="7300" y="3045"/>
                </a:lnTo>
                <a:lnTo>
                  <a:pt x="6896" y="3339"/>
                </a:lnTo>
                <a:lnTo>
                  <a:pt x="6529" y="3596"/>
                </a:lnTo>
                <a:lnTo>
                  <a:pt x="6456" y="3669"/>
                </a:lnTo>
                <a:lnTo>
                  <a:pt x="6419" y="3742"/>
                </a:lnTo>
                <a:lnTo>
                  <a:pt x="6419" y="3852"/>
                </a:lnTo>
                <a:lnTo>
                  <a:pt x="6419" y="3926"/>
                </a:lnTo>
                <a:lnTo>
                  <a:pt x="8547" y="6677"/>
                </a:lnTo>
                <a:lnTo>
                  <a:pt x="8547" y="6750"/>
                </a:lnTo>
                <a:lnTo>
                  <a:pt x="8620" y="6787"/>
                </a:lnTo>
                <a:lnTo>
                  <a:pt x="9391" y="7851"/>
                </a:lnTo>
                <a:lnTo>
                  <a:pt x="9684" y="8291"/>
                </a:lnTo>
                <a:lnTo>
                  <a:pt x="9904" y="8768"/>
                </a:lnTo>
                <a:lnTo>
                  <a:pt x="10014" y="9025"/>
                </a:lnTo>
                <a:lnTo>
                  <a:pt x="10088" y="9281"/>
                </a:lnTo>
                <a:lnTo>
                  <a:pt x="10124" y="9538"/>
                </a:lnTo>
                <a:lnTo>
                  <a:pt x="10124" y="9832"/>
                </a:lnTo>
                <a:lnTo>
                  <a:pt x="10124" y="10088"/>
                </a:lnTo>
                <a:lnTo>
                  <a:pt x="10088" y="10308"/>
                </a:lnTo>
                <a:lnTo>
                  <a:pt x="10014" y="10565"/>
                </a:lnTo>
                <a:lnTo>
                  <a:pt x="9904" y="10785"/>
                </a:lnTo>
                <a:lnTo>
                  <a:pt x="9794" y="11005"/>
                </a:lnTo>
                <a:lnTo>
                  <a:pt x="9647" y="11189"/>
                </a:lnTo>
                <a:lnTo>
                  <a:pt x="9464" y="11372"/>
                </a:lnTo>
                <a:lnTo>
                  <a:pt x="9281" y="11556"/>
                </a:lnTo>
                <a:lnTo>
                  <a:pt x="9097" y="11666"/>
                </a:lnTo>
                <a:lnTo>
                  <a:pt x="8877" y="11739"/>
                </a:lnTo>
                <a:lnTo>
                  <a:pt x="8657" y="11776"/>
                </a:lnTo>
                <a:lnTo>
                  <a:pt x="8437" y="11812"/>
                </a:lnTo>
                <a:lnTo>
                  <a:pt x="7997" y="11812"/>
                </a:lnTo>
                <a:lnTo>
                  <a:pt x="7813" y="11739"/>
                </a:lnTo>
                <a:lnTo>
                  <a:pt x="7593" y="11666"/>
                </a:lnTo>
                <a:lnTo>
                  <a:pt x="7373" y="11519"/>
                </a:lnTo>
                <a:lnTo>
                  <a:pt x="7153" y="11372"/>
                </a:lnTo>
                <a:lnTo>
                  <a:pt x="6970" y="11152"/>
                </a:lnTo>
                <a:lnTo>
                  <a:pt x="6823" y="10932"/>
                </a:lnTo>
                <a:lnTo>
                  <a:pt x="6053" y="9905"/>
                </a:lnTo>
                <a:lnTo>
                  <a:pt x="5356" y="8878"/>
                </a:lnTo>
                <a:lnTo>
                  <a:pt x="4659" y="7814"/>
                </a:lnTo>
                <a:lnTo>
                  <a:pt x="4035" y="6714"/>
                </a:lnTo>
                <a:lnTo>
                  <a:pt x="3742" y="6163"/>
                </a:lnTo>
                <a:lnTo>
                  <a:pt x="3485" y="5613"/>
                </a:lnTo>
                <a:lnTo>
                  <a:pt x="3412" y="5540"/>
                </a:lnTo>
                <a:lnTo>
                  <a:pt x="3301" y="5503"/>
                </a:lnTo>
                <a:lnTo>
                  <a:pt x="3191" y="5503"/>
                </a:lnTo>
                <a:lnTo>
                  <a:pt x="3118" y="5576"/>
                </a:lnTo>
                <a:lnTo>
                  <a:pt x="3008" y="5687"/>
                </a:lnTo>
                <a:lnTo>
                  <a:pt x="2861" y="5760"/>
                </a:lnTo>
                <a:lnTo>
                  <a:pt x="2715" y="5833"/>
                </a:lnTo>
                <a:lnTo>
                  <a:pt x="2568" y="5833"/>
                </a:lnTo>
                <a:lnTo>
                  <a:pt x="2421" y="5870"/>
                </a:lnTo>
                <a:lnTo>
                  <a:pt x="2274" y="5907"/>
                </a:lnTo>
                <a:lnTo>
                  <a:pt x="2018" y="6053"/>
                </a:lnTo>
                <a:lnTo>
                  <a:pt x="1431" y="6420"/>
                </a:lnTo>
                <a:lnTo>
                  <a:pt x="1137" y="6604"/>
                </a:lnTo>
                <a:lnTo>
                  <a:pt x="880" y="6824"/>
                </a:lnTo>
                <a:lnTo>
                  <a:pt x="770" y="6824"/>
                </a:lnTo>
                <a:lnTo>
                  <a:pt x="697" y="6897"/>
                </a:lnTo>
                <a:lnTo>
                  <a:pt x="660" y="6970"/>
                </a:lnTo>
                <a:lnTo>
                  <a:pt x="697" y="7080"/>
                </a:lnTo>
                <a:lnTo>
                  <a:pt x="1101" y="7814"/>
                </a:lnTo>
                <a:lnTo>
                  <a:pt x="1541" y="8548"/>
                </a:lnTo>
                <a:lnTo>
                  <a:pt x="2458" y="9942"/>
                </a:lnTo>
                <a:lnTo>
                  <a:pt x="3412" y="11335"/>
                </a:lnTo>
                <a:lnTo>
                  <a:pt x="4402" y="12693"/>
                </a:lnTo>
                <a:lnTo>
                  <a:pt x="4989" y="13426"/>
                </a:lnTo>
                <a:lnTo>
                  <a:pt x="4952" y="13426"/>
                </a:lnTo>
                <a:lnTo>
                  <a:pt x="4952" y="13500"/>
                </a:lnTo>
                <a:lnTo>
                  <a:pt x="4989" y="13536"/>
                </a:lnTo>
                <a:lnTo>
                  <a:pt x="5026" y="13573"/>
                </a:lnTo>
                <a:lnTo>
                  <a:pt x="5099" y="13536"/>
                </a:lnTo>
                <a:lnTo>
                  <a:pt x="5429" y="13940"/>
                </a:lnTo>
                <a:lnTo>
                  <a:pt x="5796" y="14307"/>
                </a:lnTo>
                <a:lnTo>
                  <a:pt x="5833" y="14343"/>
                </a:lnTo>
                <a:lnTo>
                  <a:pt x="5906" y="14380"/>
                </a:lnTo>
                <a:lnTo>
                  <a:pt x="6126" y="14563"/>
                </a:lnTo>
                <a:lnTo>
                  <a:pt x="6383" y="14710"/>
                </a:lnTo>
                <a:lnTo>
                  <a:pt x="6640" y="14857"/>
                </a:lnTo>
                <a:lnTo>
                  <a:pt x="6933" y="14967"/>
                </a:lnTo>
                <a:lnTo>
                  <a:pt x="7226" y="15040"/>
                </a:lnTo>
                <a:lnTo>
                  <a:pt x="7850" y="15040"/>
                </a:lnTo>
                <a:lnTo>
                  <a:pt x="8180" y="14967"/>
                </a:lnTo>
                <a:lnTo>
                  <a:pt x="8510" y="14820"/>
                </a:lnTo>
                <a:lnTo>
                  <a:pt x="8877" y="14673"/>
                </a:lnTo>
                <a:lnTo>
                  <a:pt x="9574" y="14343"/>
                </a:lnTo>
                <a:lnTo>
                  <a:pt x="11115" y="13683"/>
                </a:lnTo>
                <a:lnTo>
                  <a:pt x="11592" y="13426"/>
                </a:lnTo>
                <a:lnTo>
                  <a:pt x="11995" y="13170"/>
                </a:lnTo>
                <a:lnTo>
                  <a:pt x="12399" y="12839"/>
                </a:lnTo>
                <a:lnTo>
                  <a:pt x="12729" y="12436"/>
                </a:lnTo>
                <a:lnTo>
                  <a:pt x="12912" y="12142"/>
                </a:lnTo>
                <a:lnTo>
                  <a:pt x="13059" y="11849"/>
                </a:lnTo>
                <a:lnTo>
                  <a:pt x="13169" y="11519"/>
                </a:lnTo>
                <a:lnTo>
                  <a:pt x="13242" y="11189"/>
                </a:lnTo>
                <a:lnTo>
                  <a:pt x="13279" y="10859"/>
                </a:lnTo>
                <a:lnTo>
                  <a:pt x="13316" y="10528"/>
                </a:lnTo>
                <a:lnTo>
                  <a:pt x="13279" y="10198"/>
                </a:lnTo>
                <a:lnTo>
                  <a:pt x="13242" y="9868"/>
                </a:lnTo>
                <a:lnTo>
                  <a:pt x="13169" y="9538"/>
                </a:lnTo>
                <a:lnTo>
                  <a:pt x="13095" y="9208"/>
                </a:lnTo>
                <a:lnTo>
                  <a:pt x="12875" y="8584"/>
                </a:lnTo>
                <a:lnTo>
                  <a:pt x="12582" y="7961"/>
                </a:lnTo>
                <a:lnTo>
                  <a:pt x="12252" y="7374"/>
                </a:lnTo>
                <a:lnTo>
                  <a:pt x="11885" y="6824"/>
                </a:lnTo>
                <a:lnTo>
                  <a:pt x="10271" y="4476"/>
                </a:lnTo>
                <a:lnTo>
                  <a:pt x="8657" y="2165"/>
                </a:lnTo>
                <a:lnTo>
                  <a:pt x="8584" y="2092"/>
                </a:lnTo>
                <a:lnTo>
                  <a:pt x="8474" y="2055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92" name="Google Shape;492;p10"/>
          <p:cNvSpPr/>
          <p:nvPr/>
        </p:nvSpPr>
        <p:spPr>
          <a:xfrm>
            <a:off x="11730117" y="4104977"/>
            <a:ext cx="514731" cy="344087"/>
          </a:xfrm>
          <a:custGeom>
            <a:avLst/>
            <a:gdLst/>
            <a:ahLst/>
            <a:cxnLst/>
            <a:rect l="l" t="t" r="r" b="b"/>
            <a:pathLst>
              <a:path w="13610" h="9098" extrusionOk="0">
                <a:moveTo>
                  <a:pt x="4696" y="0"/>
                </a:moveTo>
                <a:lnTo>
                  <a:pt x="4586" y="74"/>
                </a:lnTo>
                <a:lnTo>
                  <a:pt x="4256" y="440"/>
                </a:lnTo>
                <a:lnTo>
                  <a:pt x="3999" y="844"/>
                </a:lnTo>
                <a:lnTo>
                  <a:pt x="3742" y="1247"/>
                </a:lnTo>
                <a:lnTo>
                  <a:pt x="3522" y="1688"/>
                </a:lnTo>
                <a:lnTo>
                  <a:pt x="3339" y="2128"/>
                </a:lnTo>
                <a:lnTo>
                  <a:pt x="3228" y="2605"/>
                </a:lnTo>
                <a:lnTo>
                  <a:pt x="3118" y="3081"/>
                </a:lnTo>
                <a:lnTo>
                  <a:pt x="3045" y="3595"/>
                </a:lnTo>
                <a:lnTo>
                  <a:pt x="3008" y="3852"/>
                </a:lnTo>
                <a:lnTo>
                  <a:pt x="2935" y="4072"/>
                </a:lnTo>
                <a:lnTo>
                  <a:pt x="2825" y="4329"/>
                </a:lnTo>
                <a:lnTo>
                  <a:pt x="2678" y="4512"/>
                </a:lnTo>
                <a:lnTo>
                  <a:pt x="2605" y="4622"/>
                </a:lnTo>
                <a:lnTo>
                  <a:pt x="2495" y="4659"/>
                </a:lnTo>
                <a:lnTo>
                  <a:pt x="2275" y="4732"/>
                </a:lnTo>
                <a:lnTo>
                  <a:pt x="1835" y="4732"/>
                </a:lnTo>
                <a:lnTo>
                  <a:pt x="1541" y="4659"/>
                </a:lnTo>
                <a:lnTo>
                  <a:pt x="991" y="4659"/>
                </a:lnTo>
                <a:lnTo>
                  <a:pt x="881" y="4732"/>
                </a:lnTo>
                <a:lnTo>
                  <a:pt x="771" y="4769"/>
                </a:lnTo>
                <a:lnTo>
                  <a:pt x="587" y="4732"/>
                </a:lnTo>
                <a:lnTo>
                  <a:pt x="404" y="4732"/>
                </a:lnTo>
                <a:lnTo>
                  <a:pt x="257" y="4805"/>
                </a:lnTo>
                <a:lnTo>
                  <a:pt x="74" y="4879"/>
                </a:lnTo>
                <a:lnTo>
                  <a:pt x="37" y="4952"/>
                </a:lnTo>
                <a:lnTo>
                  <a:pt x="0" y="5026"/>
                </a:lnTo>
                <a:lnTo>
                  <a:pt x="0" y="5172"/>
                </a:lnTo>
                <a:lnTo>
                  <a:pt x="37" y="5209"/>
                </a:lnTo>
                <a:lnTo>
                  <a:pt x="74" y="5246"/>
                </a:lnTo>
                <a:lnTo>
                  <a:pt x="147" y="5282"/>
                </a:lnTo>
                <a:lnTo>
                  <a:pt x="221" y="5246"/>
                </a:lnTo>
                <a:lnTo>
                  <a:pt x="514" y="5172"/>
                </a:lnTo>
                <a:lnTo>
                  <a:pt x="587" y="5282"/>
                </a:lnTo>
                <a:lnTo>
                  <a:pt x="697" y="5356"/>
                </a:lnTo>
                <a:lnTo>
                  <a:pt x="807" y="5356"/>
                </a:lnTo>
                <a:lnTo>
                  <a:pt x="881" y="5319"/>
                </a:lnTo>
                <a:lnTo>
                  <a:pt x="918" y="5282"/>
                </a:lnTo>
                <a:lnTo>
                  <a:pt x="991" y="5209"/>
                </a:lnTo>
                <a:lnTo>
                  <a:pt x="1064" y="5172"/>
                </a:lnTo>
                <a:lnTo>
                  <a:pt x="1248" y="5136"/>
                </a:lnTo>
                <a:lnTo>
                  <a:pt x="1431" y="5172"/>
                </a:lnTo>
                <a:lnTo>
                  <a:pt x="1614" y="5209"/>
                </a:lnTo>
                <a:lnTo>
                  <a:pt x="1981" y="5282"/>
                </a:lnTo>
                <a:lnTo>
                  <a:pt x="2201" y="5282"/>
                </a:lnTo>
                <a:lnTo>
                  <a:pt x="2385" y="5246"/>
                </a:lnTo>
                <a:lnTo>
                  <a:pt x="2605" y="5209"/>
                </a:lnTo>
                <a:lnTo>
                  <a:pt x="2752" y="5136"/>
                </a:lnTo>
                <a:lnTo>
                  <a:pt x="2935" y="5026"/>
                </a:lnTo>
                <a:lnTo>
                  <a:pt x="3082" y="4879"/>
                </a:lnTo>
                <a:lnTo>
                  <a:pt x="3192" y="4732"/>
                </a:lnTo>
                <a:lnTo>
                  <a:pt x="3302" y="4549"/>
                </a:lnTo>
                <a:lnTo>
                  <a:pt x="3449" y="4182"/>
                </a:lnTo>
                <a:lnTo>
                  <a:pt x="3522" y="3925"/>
                </a:lnTo>
                <a:lnTo>
                  <a:pt x="3559" y="3668"/>
                </a:lnTo>
                <a:lnTo>
                  <a:pt x="3632" y="3118"/>
                </a:lnTo>
                <a:lnTo>
                  <a:pt x="3742" y="2641"/>
                </a:lnTo>
                <a:lnTo>
                  <a:pt x="3889" y="2201"/>
                </a:lnTo>
                <a:lnTo>
                  <a:pt x="4035" y="1834"/>
                </a:lnTo>
                <a:lnTo>
                  <a:pt x="4219" y="1467"/>
                </a:lnTo>
                <a:lnTo>
                  <a:pt x="4402" y="1137"/>
                </a:lnTo>
                <a:lnTo>
                  <a:pt x="4659" y="844"/>
                </a:lnTo>
                <a:lnTo>
                  <a:pt x="5173" y="2861"/>
                </a:lnTo>
                <a:lnTo>
                  <a:pt x="5649" y="4842"/>
                </a:lnTo>
                <a:lnTo>
                  <a:pt x="6126" y="6860"/>
                </a:lnTo>
                <a:lnTo>
                  <a:pt x="6567" y="8914"/>
                </a:lnTo>
                <a:lnTo>
                  <a:pt x="6603" y="8987"/>
                </a:lnTo>
                <a:lnTo>
                  <a:pt x="6713" y="9061"/>
                </a:lnTo>
                <a:lnTo>
                  <a:pt x="6787" y="9097"/>
                </a:lnTo>
                <a:lnTo>
                  <a:pt x="6897" y="9097"/>
                </a:lnTo>
                <a:lnTo>
                  <a:pt x="7153" y="8987"/>
                </a:lnTo>
                <a:lnTo>
                  <a:pt x="7374" y="8804"/>
                </a:lnTo>
                <a:lnTo>
                  <a:pt x="7520" y="8620"/>
                </a:lnTo>
                <a:lnTo>
                  <a:pt x="7667" y="8364"/>
                </a:lnTo>
                <a:lnTo>
                  <a:pt x="7814" y="7997"/>
                </a:lnTo>
                <a:lnTo>
                  <a:pt x="7924" y="7593"/>
                </a:lnTo>
                <a:lnTo>
                  <a:pt x="8181" y="6823"/>
                </a:lnTo>
                <a:lnTo>
                  <a:pt x="9061" y="3962"/>
                </a:lnTo>
                <a:lnTo>
                  <a:pt x="9208" y="4439"/>
                </a:lnTo>
                <a:lnTo>
                  <a:pt x="9318" y="4952"/>
                </a:lnTo>
                <a:lnTo>
                  <a:pt x="9318" y="5062"/>
                </a:lnTo>
                <a:lnTo>
                  <a:pt x="9391" y="5136"/>
                </a:lnTo>
                <a:lnTo>
                  <a:pt x="9464" y="5209"/>
                </a:lnTo>
                <a:lnTo>
                  <a:pt x="9574" y="5209"/>
                </a:lnTo>
                <a:lnTo>
                  <a:pt x="12032" y="5062"/>
                </a:lnTo>
                <a:lnTo>
                  <a:pt x="12069" y="5136"/>
                </a:lnTo>
                <a:lnTo>
                  <a:pt x="12105" y="5209"/>
                </a:lnTo>
                <a:lnTo>
                  <a:pt x="12326" y="5356"/>
                </a:lnTo>
                <a:lnTo>
                  <a:pt x="12582" y="5429"/>
                </a:lnTo>
                <a:lnTo>
                  <a:pt x="12619" y="5466"/>
                </a:lnTo>
                <a:lnTo>
                  <a:pt x="12912" y="5466"/>
                </a:lnTo>
                <a:lnTo>
                  <a:pt x="13059" y="5429"/>
                </a:lnTo>
                <a:lnTo>
                  <a:pt x="13206" y="5319"/>
                </a:lnTo>
                <a:lnTo>
                  <a:pt x="13316" y="5209"/>
                </a:lnTo>
                <a:lnTo>
                  <a:pt x="13426" y="5062"/>
                </a:lnTo>
                <a:lnTo>
                  <a:pt x="13536" y="4915"/>
                </a:lnTo>
                <a:lnTo>
                  <a:pt x="13609" y="4732"/>
                </a:lnTo>
                <a:lnTo>
                  <a:pt x="13609" y="4659"/>
                </a:lnTo>
                <a:lnTo>
                  <a:pt x="13609" y="4549"/>
                </a:lnTo>
                <a:lnTo>
                  <a:pt x="13536" y="4439"/>
                </a:lnTo>
                <a:lnTo>
                  <a:pt x="13426" y="4292"/>
                </a:lnTo>
                <a:lnTo>
                  <a:pt x="13279" y="4219"/>
                </a:lnTo>
                <a:lnTo>
                  <a:pt x="13133" y="4145"/>
                </a:lnTo>
                <a:lnTo>
                  <a:pt x="12949" y="4072"/>
                </a:lnTo>
                <a:lnTo>
                  <a:pt x="12802" y="4072"/>
                </a:lnTo>
                <a:lnTo>
                  <a:pt x="12619" y="4108"/>
                </a:lnTo>
                <a:lnTo>
                  <a:pt x="12436" y="4182"/>
                </a:lnTo>
                <a:lnTo>
                  <a:pt x="12326" y="4255"/>
                </a:lnTo>
                <a:lnTo>
                  <a:pt x="12252" y="4329"/>
                </a:lnTo>
                <a:lnTo>
                  <a:pt x="12142" y="4512"/>
                </a:lnTo>
                <a:lnTo>
                  <a:pt x="9794" y="4659"/>
                </a:lnTo>
                <a:lnTo>
                  <a:pt x="9721" y="4255"/>
                </a:lnTo>
                <a:lnTo>
                  <a:pt x="9611" y="3852"/>
                </a:lnTo>
                <a:lnTo>
                  <a:pt x="9464" y="3448"/>
                </a:lnTo>
                <a:lnTo>
                  <a:pt x="9281" y="3045"/>
                </a:lnTo>
                <a:lnTo>
                  <a:pt x="9208" y="2971"/>
                </a:lnTo>
                <a:lnTo>
                  <a:pt x="9134" y="2935"/>
                </a:lnTo>
                <a:lnTo>
                  <a:pt x="8987" y="2935"/>
                </a:lnTo>
                <a:lnTo>
                  <a:pt x="8841" y="2971"/>
                </a:lnTo>
                <a:lnTo>
                  <a:pt x="8804" y="3045"/>
                </a:lnTo>
                <a:lnTo>
                  <a:pt x="8767" y="3118"/>
                </a:lnTo>
                <a:lnTo>
                  <a:pt x="7850" y="6016"/>
                </a:lnTo>
                <a:lnTo>
                  <a:pt x="7374" y="7557"/>
                </a:lnTo>
                <a:lnTo>
                  <a:pt x="7227" y="7997"/>
                </a:lnTo>
                <a:lnTo>
                  <a:pt x="7153" y="8217"/>
                </a:lnTo>
                <a:lnTo>
                  <a:pt x="7007" y="8400"/>
                </a:lnTo>
                <a:lnTo>
                  <a:pt x="6567" y="6346"/>
                </a:lnTo>
                <a:lnTo>
                  <a:pt x="6090" y="4292"/>
                </a:lnTo>
                <a:lnTo>
                  <a:pt x="5576" y="2238"/>
                </a:lnTo>
                <a:lnTo>
                  <a:pt x="5026" y="220"/>
                </a:lnTo>
                <a:lnTo>
                  <a:pt x="4953" y="74"/>
                </a:lnTo>
                <a:lnTo>
                  <a:pt x="4842" y="37"/>
                </a:lnTo>
                <a:lnTo>
                  <a:pt x="4696" y="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93" name="Google Shape;493;p10"/>
          <p:cNvSpPr/>
          <p:nvPr/>
        </p:nvSpPr>
        <p:spPr>
          <a:xfrm>
            <a:off x="10376560" y="6513509"/>
            <a:ext cx="233123" cy="249763"/>
          </a:xfrm>
          <a:custGeom>
            <a:avLst/>
            <a:gdLst/>
            <a:ahLst/>
            <a:cxnLst/>
            <a:rect l="l" t="t" r="r" b="b"/>
            <a:pathLst>
              <a:path w="6164" h="6604" extrusionOk="0">
                <a:moveTo>
                  <a:pt x="3962" y="0"/>
                </a:moveTo>
                <a:lnTo>
                  <a:pt x="3926" y="37"/>
                </a:lnTo>
                <a:lnTo>
                  <a:pt x="3889" y="74"/>
                </a:lnTo>
                <a:lnTo>
                  <a:pt x="3889" y="147"/>
                </a:lnTo>
                <a:lnTo>
                  <a:pt x="3522" y="477"/>
                </a:lnTo>
                <a:lnTo>
                  <a:pt x="3229" y="807"/>
                </a:lnTo>
                <a:lnTo>
                  <a:pt x="2788" y="1284"/>
                </a:lnTo>
                <a:lnTo>
                  <a:pt x="2458" y="1651"/>
                </a:lnTo>
                <a:lnTo>
                  <a:pt x="2201" y="1578"/>
                </a:lnTo>
                <a:lnTo>
                  <a:pt x="1321" y="1321"/>
                </a:lnTo>
                <a:lnTo>
                  <a:pt x="1138" y="1284"/>
                </a:lnTo>
                <a:lnTo>
                  <a:pt x="808" y="1211"/>
                </a:lnTo>
                <a:lnTo>
                  <a:pt x="661" y="1174"/>
                </a:lnTo>
                <a:lnTo>
                  <a:pt x="514" y="1211"/>
                </a:lnTo>
                <a:lnTo>
                  <a:pt x="441" y="1248"/>
                </a:lnTo>
                <a:lnTo>
                  <a:pt x="441" y="1284"/>
                </a:lnTo>
                <a:lnTo>
                  <a:pt x="441" y="1358"/>
                </a:lnTo>
                <a:lnTo>
                  <a:pt x="477" y="1468"/>
                </a:lnTo>
                <a:lnTo>
                  <a:pt x="551" y="1541"/>
                </a:lnTo>
                <a:lnTo>
                  <a:pt x="661" y="1614"/>
                </a:lnTo>
                <a:lnTo>
                  <a:pt x="771" y="1651"/>
                </a:lnTo>
                <a:lnTo>
                  <a:pt x="1064" y="1761"/>
                </a:lnTo>
                <a:lnTo>
                  <a:pt x="1284" y="1798"/>
                </a:lnTo>
                <a:lnTo>
                  <a:pt x="2055" y="2018"/>
                </a:lnTo>
                <a:lnTo>
                  <a:pt x="2055" y="2091"/>
                </a:lnTo>
                <a:lnTo>
                  <a:pt x="2091" y="2165"/>
                </a:lnTo>
                <a:lnTo>
                  <a:pt x="2165" y="2238"/>
                </a:lnTo>
                <a:lnTo>
                  <a:pt x="2201" y="2238"/>
                </a:lnTo>
                <a:lnTo>
                  <a:pt x="2275" y="2275"/>
                </a:lnTo>
                <a:lnTo>
                  <a:pt x="2385" y="2238"/>
                </a:lnTo>
                <a:lnTo>
                  <a:pt x="2532" y="2165"/>
                </a:lnTo>
                <a:lnTo>
                  <a:pt x="2678" y="2128"/>
                </a:lnTo>
                <a:lnTo>
                  <a:pt x="2752" y="2091"/>
                </a:lnTo>
                <a:lnTo>
                  <a:pt x="2788" y="2055"/>
                </a:lnTo>
                <a:lnTo>
                  <a:pt x="2788" y="1981"/>
                </a:lnTo>
                <a:lnTo>
                  <a:pt x="2788" y="1908"/>
                </a:lnTo>
                <a:lnTo>
                  <a:pt x="2935" y="1761"/>
                </a:lnTo>
                <a:lnTo>
                  <a:pt x="3375" y="1284"/>
                </a:lnTo>
                <a:lnTo>
                  <a:pt x="3815" y="771"/>
                </a:lnTo>
                <a:lnTo>
                  <a:pt x="3852" y="1394"/>
                </a:lnTo>
                <a:lnTo>
                  <a:pt x="3852" y="2091"/>
                </a:lnTo>
                <a:lnTo>
                  <a:pt x="3889" y="2421"/>
                </a:lnTo>
                <a:lnTo>
                  <a:pt x="3962" y="2605"/>
                </a:lnTo>
                <a:lnTo>
                  <a:pt x="4036" y="2751"/>
                </a:lnTo>
                <a:lnTo>
                  <a:pt x="4109" y="2825"/>
                </a:lnTo>
                <a:lnTo>
                  <a:pt x="4219" y="2825"/>
                </a:lnTo>
                <a:lnTo>
                  <a:pt x="4476" y="3008"/>
                </a:lnTo>
                <a:lnTo>
                  <a:pt x="4732" y="3155"/>
                </a:lnTo>
                <a:lnTo>
                  <a:pt x="5063" y="3265"/>
                </a:lnTo>
                <a:lnTo>
                  <a:pt x="5356" y="3338"/>
                </a:lnTo>
                <a:lnTo>
                  <a:pt x="5246" y="3412"/>
                </a:lnTo>
                <a:lnTo>
                  <a:pt x="4732" y="3669"/>
                </a:lnTo>
                <a:lnTo>
                  <a:pt x="4512" y="3779"/>
                </a:lnTo>
                <a:lnTo>
                  <a:pt x="4292" y="3925"/>
                </a:lnTo>
                <a:lnTo>
                  <a:pt x="4219" y="3925"/>
                </a:lnTo>
                <a:lnTo>
                  <a:pt x="4182" y="3962"/>
                </a:lnTo>
                <a:lnTo>
                  <a:pt x="4072" y="4072"/>
                </a:lnTo>
                <a:lnTo>
                  <a:pt x="3962" y="4292"/>
                </a:lnTo>
                <a:lnTo>
                  <a:pt x="3889" y="4549"/>
                </a:lnTo>
                <a:lnTo>
                  <a:pt x="3852" y="5283"/>
                </a:lnTo>
                <a:lnTo>
                  <a:pt x="3852" y="5649"/>
                </a:lnTo>
                <a:lnTo>
                  <a:pt x="3852" y="6053"/>
                </a:lnTo>
                <a:lnTo>
                  <a:pt x="3559" y="5723"/>
                </a:lnTo>
                <a:lnTo>
                  <a:pt x="3229" y="5393"/>
                </a:lnTo>
                <a:lnTo>
                  <a:pt x="2642" y="4769"/>
                </a:lnTo>
                <a:lnTo>
                  <a:pt x="2568" y="4659"/>
                </a:lnTo>
                <a:lnTo>
                  <a:pt x="2495" y="4586"/>
                </a:lnTo>
                <a:lnTo>
                  <a:pt x="2385" y="4586"/>
                </a:lnTo>
                <a:lnTo>
                  <a:pt x="2385" y="4622"/>
                </a:lnTo>
                <a:lnTo>
                  <a:pt x="2312" y="4622"/>
                </a:lnTo>
                <a:lnTo>
                  <a:pt x="1908" y="4769"/>
                </a:lnTo>
                <a:lnTo>
                  <a:pt x="1468" y="4842"/>
                </a:lnTo>
                <a:lnTo>
                  <a:pt x="1064" y="4916"/>
                </a:lnTo>
                <a:lnTo>
                  <a:pt x="624" y="4952"/>
                </a:lnTo>
                <a:lnTo>
                  <a:pt x="1138" y="4329"/>
                </a:lnTo>
                <a:lnTo>
                  <a:pt x="1358" y="3999"/>
                </a:lnTo>
                <a:lnTo>
                  <a:pt x="1541" y="3632"/>
                </a:lnTo>
                <a:lnTo>
                  <a:pt x="1688" y="3595"/>
                </a:lnTo>
                <a:lnTo>
                  <a:pt x="1725" y="3558"/>
                </a:lnTo>
                <a:lnTo>
                  <a:pt x="1761" y="3485"/>
                </a:lnTo>
                <a:lnTo>
                  <a:pt x="1798" y="3448"/>
                </a:lnTo>
                <a:lnTo>
                  <a:pt x="1798" y="3375"/>
                </a:lnTo>
                <a:lnTo>
                  <a:pt x="1761" y="3302"/>
                </a:lnTo>
                <a:lnTo>
                  <a:pt x="1725" y="3265"/>
                </a:lnTo>
                <a:lnTo>
                  <a:pt x="1651" y="3228"/>
                </a:lnTo>
                <a:lnTo>
                  <a:pt x="1541" y="3045"/>
                </a:lnTo>
                <a:lnTo>
                  <a:pt x="1211" y="2458"/>
                </a:lnTo>
                <a:lnTo>
                  <a:pt x="844" y="1908"/>
                </a:lnTo>
                <a:lnTo>
                  <a:pt x="624" y="1651"/>
                </a:lnTo>
                <a:lnTo>
                  <a:pt x="367" y="1431"/>
                </a:lnTo>
                <a:lnTo>
                  <a:pt x="257" y="1394"/>
                </a:lnTo>
                <a:lnTo>
                  <a:pt x="184" y="1431"/>
                </a:lnTo>
                <a:lnTo>
                  <a:pt x="111" y="1504"/>
                </a:lnTo>
                <a:lnTo>
                  <a:pt x="111" y="1578"/>
                </a:lnTo>
                <a:lnTo>
                  <a:pt x="111" y="1614"/>
                </a:lnTo>
                <a:lnTo>
                  <a:pt x="331" y="1945"/>
                </a:lnTo>
                <a:lnTo>
                  <a:pt x="551" y="2238"/>
                </a:lnTo>
                <a:lnTo>
                  <a:pt x="771" y="2531"/>
                </a:lnTo>
                <a:lnTo>
                  <a:pt x="954" y="2825"/>
                </a:lnTo>
                <a:lnTo>
                  <a:pt x="1101" y="3155"/>
                </a:lnTo>
                <a:lnTo>
                  <a:pt x="1174" y="3338"/>
                </a:lnTo>
                <a:lnTo>
                  <a:pt x="1284" y="3522"/>
                </a:lnTo>
                <a:lnTo>
                  <a:pt x="1101" y="3669"/>
                </a:lnTo>
                <a:lnTo>
                  <a:pt x="918" y="3815"/>
                </a:lnTo>
                <a:lnTo>
                  <a:pt x="587" y="4219"/>
                </a:lnTo>
                <a:lnTo>
                  <a:pt x="294" y="4622"/>
                </a:lnTo>
                <a:lnTo>
                  <a:pt x="37" y="5062"/>
                </a:lnTo>
                <a:lnTo>
                  <a:pt x="1" y="5172"/>
                </a:lnTo>
                <a:lnTo>
                  <a:pt x="1" y="5283"/>
                </a:lnTo>
                <a:lnTo>
                  <a:pt x="74" y="5356"/>
                </a:lnTo>
                <a:lnTo>
                  <a:pt x="184" y="5393"/>
                </a:lnTo>
                <a:lnTo>
                  <a:pt x="734" y="5393"/>
                </a:lnTo>
                <a:lnTo>
                  <a:pt x="1284" y="5356"/>
                </a:lnTo>
                <a:lnTo>
                  <a:pt x="1835" y="5246"/>
                </a:lnTo>
                <a:lnTo>
                  <a:pt x="2348" y="5062"/>
                </a:lnTo>
                <a:lnTo>
                  <a:pt x="2568" y="5356"/>
                </a:lnTo>
                <a:lnTo>
                  <a:pt x="2788" y="5576"/>
                </a:lnTo>
                <a:lnTo>
                  <a:pt x="3229" y="6163"/>
                </a:lnTo>
                <a:lnTo>
                  <a:pt x="3485" y="6383"/>
                </a:lnTo>
                <a:lnTo>
                  <a:pt x="3632" y="6493"/>
                </a:lnTo>
                <a:lnTo>
                  <a:pt x="3779" y="6566"/>
                </a:lnTo>
                <a:lnTo>
                  <a:pt x="3889" y="6566"/>
                </a:lnTo>
                <a:lnTo>
                  <a:pt x="4036" y="6530"/>
                </a:lnTo>
                <a:lnTo>
                  <a:pt x="4146" y="6603"/>
                </a:lnTo>
                <a:lnTo>
                  <a:pt x="4292" y="6603"/>
                </a:lnTo>
                <a:lnTo>
                  <a:pt x="4366" y="6530"/>
                </a:lnTo>
                <a:lnTo>
                  <a:pt x="4402" y="6456"/>
                </a:lnTo>
                <a:lnTo>
                  <a:pt x="4439" y="6383"/>
                </a:lnTo>
                <a:lnTo>
                  <a:pt x="4402" y="6310"/>
                </a:lnTo>
                <a:lnTo>
                  <a:pt x="4366" y="6273"/>
                </a:lnTo>
                <a:lnTo>
                  <a:pt x="4329" y="6236"/>
                </a:lnTo>
                <a:lnTo>
                  <a:pt x="4292" y="6053"/>
                </a:lnTo>
                <a:lnTo>
                  <a:pt x="4292" y="5833"/>
                </a:lnTo>
                <a:lnTo>
                  <a:pt x="4256" y="5172"/>
                </a:lnTo>
                <a:lnTo>
                  <a:pt x="4256" y="4769"/>
                </a:lnTo>
                <a:lnTo>
                  <a:pt x="4256" y="4402"/>
                </a:lnTo>
                <a:lnTo>
                  <a:pt x="4402" y="4402"/>
                </a:lnTo>
                <a:lnTo>
                  <a:pt x="4476" y="4365"/>
                </a:lnTo>
                <a:lnTo>
                  <a:pt x="4549" y="4292"/>
                </a:lnTo>
                <a:lnTo>
                  <a:pt x="4549" y="4255"/>
                </a:lnTo>
                <a:lnTo>
                  <a:pt x="4622" y="4219"/>
                </a:lnTo>
                <a:lnTo>
                  <a:pt x="5209" y="3889"/>
                </a:lnTo>
                <a:lnTo>
                  <a:pt x="5539" y="3705"/>
                </a:lnTo>
                <a:lnTo>
                  <a:pt x="5686" y="3595"/>
                </a:lnTo>
                <a:lnTo>
                  <a:pt x="5833" y="3485"/>
                </a:lnTo>
                <a:lnTo>
                  <a:pt x="5980" y="3485"/>
                </a:lnTo>
                <a:lnTo>
                  <a:pt x="6090" y="3448"/>
                </a:lnTo>
                <a:lnTo>
                  <a:pt x="6126" y="3375"/>
                </a:lnTo>
                <a:lnTo>
                  <a:pt x="6163" y="3302"/>
                </a:lnTo>
                <a:lnTo>
                  <a:pt x="6163" y="3228"/>
                </a:lnTo>
                <a:lnTo>
                  <a:pt x="6126" y="3118"/>
                </a:lnTo>
                <a:lnTo>
                  <a:pt x="6090" y="3045"/>
                </a:lnTo>
                <a:lnTo>
                  <a:pt x="5980" y="3008"/>
                </a:lnTo>
                <a:lnTo>
                  <a:pt x="5576" y="2935"/>
                </a:lnTo>
                <a:lnTo>
                  <a:pt x="5173" y="2788"/>
                </a:lnTo>
                <a:lnTo>
                  <a:pt x="4769" y="2678"/>
                </a:lnTo>
                <a:lnTo>
                  <a:pt x="4366" y="2568"/>
                </a:lnTo>
                <a:lnTo>
                  <a:pt x="4366" y="2275"/>
                </a:lnTo>
                <a:lnTo>
                  <a:pt x="4329" y="2018"/>
                </a:lnTo>
                <a:lnTo>
                  <a:pt x="4256" y="1468"/>
                </a:lnTo>
                <a:lnTo>
                  <a:pt x="4256" y="881"/>
                </a:lnTo>
                <a:lnTo>
                  <a:pt x="4219" y="551"/>
                </a:lnTo>
                <a:lnTo>
                  <a:pt x="4182" y="257"/>
                </a:lnTo>
                <a:lnTo>
                  <a:pt x="4219" y="184"/>
                </a:lnTo>
                <a:lnTo>
                  <a:pt x="4256" y="110"/>
                </a:lnTo>
                <a:lnTo>
                  <a:pt x="4219" y="37"/>
                </a:lnTo>
                <a:lnTo>
                  <a:pt x="4182" y="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94" name="Google Shape;494;p10"/>
          <p:cNvSpPr/>
          <p:nvPr/>
        </p:nvSpPr>
        <p:spPr>
          <a:xfrm>
            <a:off x="462503" y="811487"/>
            <a:ext cx="280284" cy="611852"/>
          </a:xfrm>
          <a:custGeom>
            <a:avLst/>
            <a:gdLst/>
            <a:ahLst/>
            <a:cxnLst/>
            <a:rect l="l" t="t" r="r" b="b"/>
            <a:pathLst>
              <a:path w="7411" h="16178" extrusionOk="0">
                <a:moveTo>
                  <a:pt x="3339" y="147"/>
                </a:moveTo>
                <a:lnTo>
                  <a:pt x="3229" y="441"/>
                </a:lnTo>
                <a:lnTo>
                  <a:pt x="3155" y="734"/>
                </a:lnTo>
                <a:lnTo>
                  <a:pt x="3119" y="1358"/>
                </a:lnTo>
                <a:lnTo>
                  <a:pt x="3082" y="2972"/>
                </a:lnTo>
                <a:lnTo>
                  <a:pt x="3119" y="4476"/>
                </a:lnTo>
                <a:lnTo>
                  <a:pt x="3119" y="5283"/>
                </a:lnTo>
                <a:lnTo>
                  <a:pt x="3119" y="5576"/>
                </a:lnTo>
                <a:lnTo>
                  <a:pt x="3155" y="5723"/>
                </a:lnTo>
                <a:lnTo>
                  <a:pt x="3229" y="5870"/>
                </a:lnTo>
                <a:lnTo>
                  <a:pt x="3265" y="5906"/>
                </a:lnTo>
                <a:lnTo>
                  <a:pt x="3339" y="5943"/>
                </a:lnTo>
                <a:lnTo>
                  <a:pt x="3375" y="5943"/>
                </a:lnTo>
                <a:lnTo>
                  <a:pt x="3449" y="5870"/>
                </a:lnTo>
                <a:lnTo>
                  <a:pt x="3486" y="5760"/>
                </a:lnTo>
                <a:lnTo>
                  <a:pt x="3522" y="5649"/>
                </a:lnTo>
                <a:lnTo>
                  <a:pt x="3522" y="5393"/>
                </a:lnTo>
                <a:lnTo>
                  <a:pt x="3522" y="4586"/>
                </a:lnTo>
                <a:lnTo>
                  <a:pt x="3486" y="2972"/>
                </a:lnTo>
                <a:lnTo>
                  <a:pt x="3522" y="1504"/>
                </a:lnTo>
                <a:lnTo>
                  <a:pt x="3522" y="808"/>
                </a:lnTo>
                <a:lnTo>
                  <a:pt x="3486" y="477"/>
                </a:lnTo>
                <a:lnTo>
                  <a:pt x="3412" y="294"/>
                </a:lnTo>
                <a:lnTo>
                  <a:pt x="3375" y="147"/>
                </a:lnTo>
                <a:close/>
                <a:moveTo>
                  <a:pt x="1725" y="1"/>
                </a:moveTo>
                <a:lnTo>
                  <a:pt x="1688" y="37"/>
                </a:lnTo>
                <a:lnTo>
                  <a:pt x="1615" y="147"/>
                </a:lnTo>
                <a:lnTo>
                  <a:pt x="1578" y="294"/>
                </a:lnTo>
                <a:lnTo>
                  <a:pt x="1541" y="624"/>
                </a:lnTo>
                <a:lnTo>
                  <a:pt x="1578" y="1284"/>
                </a:lnTo>
                <a:lnTo>
                  <a:pt x="1615" y="2898"/>
                </a:lnTo>
                <a:lnTo>
                  <a:pt x="1725" y="6236"/>
                </a:lnTo>
                <a:lnTo>
                  <a:pt x="1761" y="6346"/>
                </a:lnTo>
                <a:lnTo>
                  <a:pt x="1798" y="6383"/>
                </a:lnTo>
                <a:lnTo>
                  <a:pt x="1872" y="6420"/>
                </a:lnTo>
                <a:lnTo>
                  <a:pt x="1945" y="6456"/>
                </a:lnTo>
                <a:lnTo>
                  <a:pt x="2018" y="6420"/>
                </a:lnTo>
                <a:lnTo>
                  <a:pt x="2092" y="6383"/>
                </a:lnTo>
                <a:lnTo>
                  <a:pt x="2165" y="6346"/>
                </a:lnTo>
                <a:lnTo>
                  <a:pt x="2165" y="6236"/>
                </a:lnTo>
                <a:lnTo>
                  <a:pt x="2165" y="5980"/>
                </a:lnTo>
                <a:lnTo>
                  <a:pt x="2165" y="5943"/>
                </a:lnTo>
                <a:lnTo>
                  <a:pt x="2055" y="3008"/>
                </a:lnTo>
                <a:lnTo>
                  <a:pt x="1982" y="1394"/>
                </a:lnTo>
                <a:lnTo>
                  <a:pt x="1945" y="587"/>
                </a:lnTo>
                <a:lnTo>
                  <a:pt x="1908" y="294"/>
                </a:lnTo>
                <a:lnTo>
                  <a:pt x="1872" y="147"/>
                </a:lnTo>
                <a:lnTo>
                  <a:pt x="1761" y="37"/>
                </a:lnTo>
                <a:lnTo>
                  <a:pt x="1725" y="1"/>
                </a:lnTo>
                <a:close/>
                <a:moveTo>
                  <a:pt x="4953" y="184"/>
                </a:moveTo>
                <a:lnTo>
                  <a:pt x="4879" y="221"/>
                </a:lnTo>
                <a:lnTo>
                  <a:pt x="4843" y="257"/>
                </a:lnTo>
                <a:lnTo>
                  <a:pt x="4843" y="331"/>
                </a:lnTo>
                <a:lnTo>
                  <a:pt x="4769" y="1101"/>
                </a:lnTo>
                <a:lnTo>
                  <a:pt x="4733" y="1908"/>
                </a:lnTo>
                <a:lnTo>
                  <a:pt x="4733" y="3522"/>
                </a:lnTo>
                <a:lnTo>
                  <a:pt x="4733" y="5136"/>
                </a:lnTo>
                <a:lnTo>
                  <a:pt x="4696" y="5870"/>
                </a:lnTo>
                <a:lnTo>
                  <a:pt x="4696" y="6273"/>
                </a:lnTo>
                <a:lnTo>
                  <a:pt x="4769" y="6640"/>
                </a:lnTo>
                <a:lnTo>
                  <a:pt x="4806" y="6713"/>
                </a:lnTo>
                <a:lnTo>
                  <a:pt x="4916" y="6750"/>
                </a:lnTo>
                <a:lnTo>
                  <a:pt x="5026" y="6713"/>
                </a:lnTo>
                <a:lnTo>
                  <a:pt x="5100" y="6640"/>
                </a:lnTo>
                <a:lnTo>
                  <a:pt x="5173" y="6273"/>
                </a:lnTo>
                <a:lnTo>
                  <a:pt x="5173" y="5870"/>
                </a:lnTo>
                <a:lnTo>
                  <a:pt x="5136" y="5136"/>
                </a:lnTo>
                <a:lnTo>
                  <a:pt x="5136" y="3522"/>
                </a:lnTo>
                <a:lnTo>
                  <a:pt x="5173" y="1908"/>
                </a:lnTo>
                <a:lnTo>
                  <a:pt x="5136" y="1138"/>
                </a:lnTo>
                <a:lnTo>
                  <a:pt x="5100" y="331"/>
                </a:lnTo>
                <a:lnTo>
                  <a:pt x="5100" y="257"/>
                </a:lnTo>
                <a:lnTo>
                  <a:pt x="5063" y="221"/>
                </a:lnTo>
                <a:lnTo>
                  <a:pt x="4953" y="184"/>
                </a:lnTo>
                <a:close/>
                <a:moveTo>
                  <a:pt x="6273" y="2678"/>
                </a:moveTo>
                <a:lnTo>
                  <a:pt x="6273" y="2715"/>
                </a:lnTo>
                <a:lnTo>
                  <a:pt x="6200" y="3008"/>
                </a:lnTo>
                <a:lnTo>
                  <a:pt x="6163" y="3302"/>
                </a:lnTo>
                <a:lnTo>
                  <a:pt x="6127" y="3925"/>
                </a:lnTo>
                <a:lnTo>
                  <a:pt x="6127" y="5173"/>
                </a:lnTo>
                <a:lnTo>
                  <a:pt x="6090" y="7667"/>
                </a:lnTo>
                <a:lnTo>
                  <a:pt x="6090" y="7887"/>
                </a:lnTo>
                <a:lnTo>
                  <a:pt x="6127" y="7960"/>
                </a:lnTo>
                <a:lnTo>
                  <a:pt x="6163" y="8034"/>
                </a:lnTo>
                <a:lnTo>
                  <a:pt x="6237" y="8070"/>
                </a:lnTo>
                <a:lnTo>
                  <a:pt x="6383" y="8070"/>
                </a:lnTo>
                <a:lnTo>
                  <a:pt x="6457" y="8034"/>
                </a:lnTo>
                <a:lnTo>
                  <a:pt x="6493" y="7960"/>
                </a:lnTo>
                <a:lnTo>
                  <a:pt x="6530" y="7887"/>
                </a:lnTo>
                <a:lnTo>
                  <a:pt x="6530" y="5283"/>
                </a:lnTo>
                <a:lnTo>
                  <a:pt x="6530" y="3962"/>
                </a:lnTo>
                <a:lnTo>
                  <a:pt x="6493" y="3339"/>
                </a:lnTo>
                <a:lnTo>
                  <a:pt x="6457" y="3008"/>
                </a:lnTo>
                <a:lnTo>
                  <a:pt x="6383" y="2715"/>
                </a:lnTo>
                <a:lnTo>
                  <a:pt x="6347" y="2678"/>
                </a:lnTo>
                <a:close/>
                <a:moveTo>
                  <a:pt x="3265" y="7887"/>
                </a:moveTo>
                <a:lnTo>
                  <a:pt x="3082" y="8107"/>
                </a:lnTo>
                <a:lnTo>
                  <a:pt x="2862" y="8291"/>
                </a:lnTo>
                <a:lnTo>
                  <a:pt x="2679" y="8401"/>
                </a:lnTo>
                <a:lnTo>
                  <a:pt x="2458" y="8474"/>
                </a:lnTo>
                <a:lnTo>
                  <a:pt x="2458" y="8474"/>
                </a:lnTo>
                <a:lnTo>
                  <a:pt x="2605" y="8291"/>
                </a:lnTo>
                <a:lnTo>
                  <a:pt x="2752" y="8144"/>
                </a:lnTo>
                <a:lnTo>
                  <a:pt x="2972" y="7997"/>
                </a:lnTo>
                <a:lnTo>
                  <a:pt x="3192" y="7924"/>
                </a:lnTo>
                <a:lnTo>
                  <a:pt x="3265" y="7887"/>
                </a:lnTo>
                <a:close/>
                <a:moveTo>
                  <a:pt x="4806" y="9501"/>
                </a:moveTo>
                <a:lnTo>
                  <a:pt x="4513" y="9538"/>
                </a:lnTo>
                <a:lnTo>
                  <a:pt x="4329" y="9574"/>
                </a:lnTo>
                <a:lnTo>
                  <a:pt x="4072" y="9574"/>
                </a:lnTo>
                <a:lnTo>
                  <a:pt x="4072" y="9611"/>
                </a:lnTo>
                <a:lnTo>
                  <a:pt x="4072" y="9684"/>
                </a:lnTo>
                <a:lnTo>
                  <a:pt x="4109" y="9758"/>
                </a:lnTo>
                <a:lnTo>
                  <a:pt x="4146" y="9831"/>
                </a:lnTo>
                <a:lnTo>
                  <a:pt x="4219" y="9868"/>
                </a:lnTo>
                <a:lnTo>
                  <a:pt x="4293" y="9905"/>
                </a:lnTo>
                <a:lnTo>
                  <a:pt x="4476" y="9941"/>
                </a:lnTo>
                <a:lnTo>
                  <a:pt x="4659" y="9905"/>
                </a:lnTo>
                <a:lnTo>
                  <a:pt x="4806" y="9941"/>
                </a:lnTo>
                <a:lnTo>
                  <a:pt x="4953" y="9978"/>
                </a:lnTo>
                <a:lnTo>
                  <a:pt x="5100" y="10015"/>
                </a:lnTo>
                <a:lnTo>
                  <a:pt x="5246" y="10125"/>
                </a:lnTo>
                <a:lnTo>
                  <a:pt x="5320" y="10235"/>
                </a:lnTo>
                <a:lnTo>
                  <a:pt x="5430" y="10381"/>
                </a:lnTo>
                <a:lnTo>
                  <a:pt x="5466" y="10528"/>
                </a:lnTo>
                <a:lnTo>
                  <a:pt x="5503" y="10675"/>
                </a:lnTo>
                <a:lnTo>
                  <a:pt x="5540" y="10748"/>
                </a:lnTo>
                <a:lnTo>
                  <a:pt x="5613" y="10822"/>
                </a:lnTo>
                <a:lnTo>
                  <a:pt x="5833" y="10822"/>
                </a:lnTo>
                <a:lnTo>
                  <a:pt x="5907" y="10748"/>
                </a:lnTo>
                <a:lnTo>
                  <a:pt x="5943" y="10711"/>
                </a:lnTo>
                <a:lnTo>
                  <a:pt x="5980" y="10601"/>
                </a:lnTo>
                <a:lnTo>
                  <a:pt x="5907" y="10308"/>
                </a:lnTo>
                <a:lnTo>
                  <a:pt x="5760" y="10051"/>
                </a:lnTo>
                <a:lnTo>
                  <a:pt x="5576" y="9831"/>
                </a:lnTo>
                <a:lnTo>
                  <a:pt x="5356" y="9648"/>
                </a:lnTo>
                <a:lnTo>
                  <a:pt x="5100" y="9538"/>
                </a:lnTo>
                <a:lnTo>
                  <a:pt x="4806" y="9501"/>
                </a:lnTo>
                <a:close/>
                <a:moveTo>
                  <a:pt x="4879" y="8547"/>
                </a:moveTo>
                <a:lnTo>
                  <a:pt x="5136" y="8621"/>
                </a:lnTo>
                <a:lnTo>
                  <a:pt x="5393" y="8731"/>
                </a:lnTo>
                <a:lnTo>
                  <a:pt x="5650" y="8877"/>
                </a:lnTo>
                <a:lnTo>
                  <a:pt x="5907" y="9061"/>
                </a:lnTo>
                <a:lnTo>
                  <a:pt x="6090" y="9244"/>
                </a:lnTo>
                <a:lnTo>
                  <a:pt x="6310" y="9464"/>
                </a:lnTo>
                <a:lnTo>
                  <a:pt x="6457" y="9684"/>
                </a:lnTo>
                <a:lnTo>
                  <a:pt x="6603" y="9941"/>
                </a:lnTo>
                <a:lnTo>
                  <a:pt x="6714" y="10198"/>
                </a:lnTo>
                <a:lnTo>
                  <a:pt x="6787" y="10491"/>
                </a:lnTo>
                <a:lnTo>
                  <a:pt x="6860" y="10748"/>
                </a:lnTo>
                <a:lnTo>
                  <a:pt x="6934" y="11078"/>
                </a:lnTo>
                <a:lnTo>
                  <a:pt x="6934" y="11372"/>
                </a:lnTo>
                <a:lnTo>
                  <a:pt x="6934" y="11665"/>
                </a:lnTo>
                <a:lnTo>
                  <a:pt x="6934" y="11995"/>
                </a:lnTo>
                <a:lnTo>
                  <a:pt x="6824" y="12619"/>
                </a:lnTo>
                <a:lnTo>
                  <a:pt x="6677" y="13206"/>
                </a:lnTo>
                <a:lnTo>
                  <a:pt x="6530" y="13499"/>
                </a:lnTo>
                <a:lnTo>
                  <a:pt x="6383" y="13793"/>
                </a:lnTo>
                <a:lnTo>
                  <a:pt x="6310" y="13939"/>
                </a:lnTo>
                <a:lnTo>
                  <a:pt x="6163" y="14050"/>
                </a:lnTo>
                <a:lnTo>
                  <a:pt x="5907" y="14270"/>
                </a:lnTo>
                <a:lnTo>
                  <a:pt x="5540" y="14526"/>
                </a:lnTo>
                <a:lnTo>
                  <a:pt x="5173" y="14857"/>
                </a:lnTo>
                <a:lnTo>
                  <a:pt x="5026" y="14967"/>
                </a:lnTo>
                <a:lnTo>
                  <a:pt x="4659" y="15187"/>
                </a:lnTo>
                <a:lnTo>
                  <a:pt x="4659" y="15187"/>
                </a:lnTo>
                <a:lnTo>
                  <a:pt x="4806" y="14857"/>
                </a:lnTo>
                <a:lnTo>
                  <a:pt x="4916" y="14636"/>
                </a:lnTo>
                <a:lnTo>
                  <a:pt x="4953" y="14490"/>
                </a:lnTo>
                <a:lnTo>
                  <a:pt x="4989" y="14380"/>
                </a:lnTo>
                <a:lnTo>
                  <a:pt x="4953" y="14270"/>
                </a:lnTo>
                <a:lnTo>
                  <a:pt x="4916" y="14160"/>
                </a:lnTo>
                <a:lnTo>
                  <a:pt x="4843" y="14123"/>
                </a:lnTo>
                <a:lnTo>
                  <a:pt x="4659" y="14123"/>
                </a:lnTo>
                <a:lnTo>
                  <a:pt x="4586" y="14160"/>
                </a:lnTo>
                <a:lnTo>
                  <a:pt x="4549" y="14233"/>
                </a:lnTo>
                <a:lnTo>
                  <a:pt x="4513" y="14343"/>
                </a:lnTo>
                <a:lnTo>
                  <a:pt x="4549" y="14453"/>
                </a:lnTo>
                <a:lnTo>
                  <a:pt x="4513" y="14526"/>
                </a:lnTo>
                <a:lnTo>
                  <a:pt x="4439" y="14783"/>
                </a:lnTo>
                <a:lnTo>
                  <a:pt x="4366" y="15003"/>
                </a:lnTo>
                <a:lnTo>
                  <a:pt x="4329" y="15260"/>
                </a:lnTo>
                <a:lnTo>
                  <a:pt x="4366" y="15333"/>
                </a:lnTo>
                <a:lnTo>
                  <a:pt x="4293" y="15370"/>
                </a:lnTo>
                <a:lnTo>
                  <a:pt x="3999" y="15480"/>
                </a:lnTo>
                <a:lnTo>
                  <a:pt x="3632" y="15590"/>
                </a:lnTo>
                <a:lnTo>
                  <a:pt x="3816" y="15333"/>
                </a:lnTo>
                <a:lnTo>
                  <a:pt x="4109" y="14746"/>
                </a:lnTo>
                <a:lnTo>
                  <a:pt x="4109" y="14673"/>
                </a:lnTo>
                <a:lnTo>
                  <a:pt x="4109" y="14600"/>
                </a:lnTo>
                <a:lnTo>
                  <a:pt x="4072" y="14526"/>
                </a:lnTo>
                <a:lnTo>
                  <a:pt x="4036" y="14490"/>
                </a:lnTo>
                <a:lnTo>
                  <a:pt x="3962" y="14453"/>
                </a:lnTo>
                <a:lnTo>
                  <a:pt x="3889" y="14453"/>
                </a:lnTo>
                <a:lnTo>
                  <a:pt x="3816" y="14490"/>
                </a:lnTo>
                <a:lnTo>
                  <a:pt x="3779" y="14563"/>
                </a:lnTo>
                <a:lnTo>
                  <a:pt x="3486" y="15150"/>
                </a:lnTo>
                <a:lnTo>
                  <a:pt x="3339" y="15407"/>
                </a:lnTo>
                <a:lnTo>
                  <a:pt x="3229" y="15663"/>
                </a:lnTo>
                <a:lnTo>
                  <a:pt x="2899" y="15700"/>
                </a:lnTo>
                <a:lnTo>
                  <a:pt x="2532" y="15627"/>
                </a:lnTo>
                <a:lnTo>
                  <a:pt x="2752" y="15407"/>
                </a:lnTo>
                <a:lnTo>
                  <a:pt x="2935" y="15187"/>
                </a:lnTo>
                <a:lnTo>
                  <a:pt x="3119" y="14893"/>
                </a:lnTo>
                <a:lnTo>
                  <a:pt x="3265" y="14600"/>
                </a:lnTo>
                <a:lnTo>
                  <a:pt x="3339" y="14600"/>
                </a:lnTo>
                <a:lnTo>
                  <a:pt x="3375" y="14526"/>
                </a:lnTo>
                <a:lnTo>
                  <a:pt x="3412" y="14490"/>
                </a:lnTo>
                <a:lnTo>
                  <a:pt x="3449" y="14380"/>
                </a:lnTo>
                <a:lnTo>
                  <a:pt x="3412" y="14343"/>
                </a:lnTo>
                <a:lnTo>
                  <a:pt x="3412" y="14270"/>
                </a:lnTo>
                <a:lnTo>
                  <a:pt x="3339" y="14233"/>
                </a:lnTo>
                <a:lnTo>
                  <a:pt x="3229" y="14196"/>
                </a:lnTo>
                <a:lnTo>
                  <a:pt x="3155" y="14196"/>
                </a:lnTo>
                <a:lnTo>
                  <a:pt x="3045" y="14233"/>
                </a:lnTo>
                <a:lnTo>
                  <a:pt x="2935" y="14380"/>
                </a:lnTo>
                <a:lnTo>
                  <a:pt x="2752" y="14673"/>
                </a:lnTo>
                <a:lnTo>
                  <a:pt x="2495" y="15077"/>
                </a:lnTo>
                <a:lnTo>
                  <a:pt x="2238" y="15443"/>
                </a:lnTo>
                <a:lnTo>
                  <a:pt x="2202" y="15553"/>
                </a:lnTo>
                <a:lnTo>
                  <a:pt x="1908" y="15370"/>
                </a:lnTo>
                <a:lnTo>
                  <a:pt x="1615" y="15187"/>
                </a:lnTo>
                <a:lnTo>
                  <a:pt x="1761" y="15077"/>
                </a:lnTo>
                <a:lnTo>
                  <a:pt x="1872" y="14967"/>
                </a:lnTo>
                <a:lnTo>
                  <a:pt x="2238" y="14563"/>
                </a:lnTo>
                <a:lnTo>
                  <a:pt x="2568" y="14196"/>
                </a:lnTo>
                <a:lnTo>
                  <a:pt x="2715" y="13976"/>
                </a:lnTo>
                <a:lnTo>
                  <a:pt x="2789" y="13756"/>
                </a:lnTo>
                <a:lnTo>
                  <a:pt x="2789" y="13683"/>
                </a:lnTo>
                <a:lnTo>
                  <a:pt x="2752" y="13609"/>
                </a:lnTo>
                <a:lnTo>
                  <a:pt x="2642" y="13609"/>
                </a:lnTo>
                <a:lnTo>
                  <a:pt x="2422" y="13719"/>
                </a:lnTo>
                <a:lnTo>
                  <a:pt x="2238" y="13866"/>
                </a:lnTo>
                <a:lnTo>
                  <a:pt x="1945" y="14233"/>
                </a:lnTo>
                <a:lnTo>
                  <a:pt x="1578" y="14673"/>
                </a:lnTo>
                <a:lnTo>
                  <a:pt x="1505" y="14820"/>
                </a:lnTo>
                <a:lnTo>
                  <a:pt x="1431" y="15003"/>
                </a:lnTo>
                <a:lnTo>
                  <a:pt x="1138" y="14636"/>
                </a:lnTo>
                <a:lnTo>
                  <a:pt x="1468" y="14306"/>
                </a:lnTo>
                <a:lnTo>
                  <a:pt x="1761" y="13939"/>
                </a:lnTo>
                <a:lnTo>
                  <a:pt x="2312" y="13206"/>
                </a:lnTo>
                <a:lnTo>
                  <a:pt x="2312" y="13132"/>
                </a:lnTo>
                <a:lnTo>
                  <a:pt x="2312" y="13059"/>
                </a:lnTo>
                <a:lnTo>
                  <a:pt x="2238" y="12949"/>
                </a:lnTo>
                <a:lnTo>
                  <a:pt x="2202" y="12912"/>
                </a:lnTo>
                <a:lnTo>
                  <a:pt x="2055" y="12912"/>
                </a:lnTo>
                <a:lnTo>
                  <a:pt x="1982" y="12949"/>
                </a:lnTo>
                <a:lnTo>
                  <a:pt x="1431" y="13646"/>
                </a:lnTo>
                <a:lnTo>
                  <a:pt x="1211" y="14013"/>
                </a:lnTo>
                <a:lnTo>
                  <a:pt x="991" y="14380"/>
                </a:lnTo>
                <a:lnTo>
                  <a:pt x="844" y="14050"/>
                </a:lnTo>
                <a:lnTo>
                  <a:pt x="698" y="13719"/>
                </a:lnTo>
                <a:lnTo>
                  <a:pt x="1028" y="13426"/>
                </a:lnTo>
                <a:lnTo>
                  <a:pt x="1358" y="13096"/>
                </a:lnTo>
                <a:lnTo>
                  <a:pt x="1872" y="12436"/>
                </a:lnTo>
                <a:lnTo>
                  <a:pt x="1908" y="12362"/>
                </a:lnTo>
                <a:lnTo>
                  <a:pt x="1908" y="12289"/>
                </a:lnTo>
                <a:lnTo>
                  <a:pt x="1872" y="12215"/>
                </a:lnTo>
                <a:lnTo>
                  <a:pt x="1835" y="12179"/>
                </a:lnTo>
                <a:lnTo>
                  <a:pt x="1761" y="12142"/>
                </a:lnTo>
                <a:lnTo>
                  <a:pt x="1688" y="12105"/>
                </a:lnTo>
                <a:lnTo>
                  <a:pt x="1615" y="12105"/>
                </a:lnTo>
                <a:lnTo>
                  <a:pt x="1541" y="12179"/>
                </a:lnTo>
                <a:lnTo>
                  <a:pt x="1065" y="12729"/>
                </a:lnTo>
                <a:lnTo>
                  <a:pt x="808" y="13022"/>
                </a:lnTo>
                <a:lnTo>
                  <a:pt x="624" y="13353"/>
                </a:lnTo>
                <a:lnTo>
                  <a:pt x="588" y="13206"/>
                </a:lnTo>
                <a:lnTo>
                  <a:pt x="551" y="12876"/>
                </a:lnTo>
                <a:lnTo>
                  <a:pt x="771" y="12656"/>
                </a:lnTo>
                <a:lnTo>
                  <a:pt x="1028" y="12399"/>
                </a:lnTo>
                <a:lnTo>
                  <a:pt x="1321" y="12069"/>
                </a:lnTo>
                <a:lnTo>
                  <a:pt x="1468" y="11885"/>
                </a:lnTo>
                <a:lnTo>
                  <a:pt x="1505" y="11775"/>
                </a:lnTo>
                <a:lnTo>
                  <a:pt x="1505" y="11665"/>
                </a:lnTo>
                <a:lnTo>
                  <a:pt x="1505" y="11592"/>
                </a:lnTo>
                <a:lnTo>
                  <a:pt x="1468" y="11555"/>
                </a:lnTo>
                <a:lnTo>
                  <a:pt x="1395" y="11518"/>
                </a:lnTo>
                <a:lnTo>
                  <a:pt x="1358" y="11555"/>
                </a:lnTo>
                <a:lnTo>
                  <a:pt x="1175" y="11629"/>
                </a:lnTo>
                <a:lnTo>
                  <a:pt x="1028" y="11775"/>
                </a:lnTo>
                <a:lnTo>
                  <a:pt x="771" y="12105"/>
                </a:lnTo>
                <a:lnTo>
                  <a:pt x="514" y="12436"/>
                </a:lnTo>
                <a:lnTo>
                  <a:pt x="514" y="11922"/>
                </a:lnTo>
                <a:lnTo>
                  <a:pt x="624" y="11812"/>
                </a:lnTo>
                <a:lnTo>
                  <a:pt x="734" y="11702"/>
                </a:lnTo>
                <a:lnTo>
                  <a:pt x="808" y="11482"/>
                </a:lnTo>
                <a:lnTo>
                  <a:pt x="991" y="11445"/>
                </a:lnTo>
                <a:lnTo>
                  <a:pt x="1138" y="11408"/>
                </a:lnTo>
                <a:lnTo>
                  <a:pt x="1248" y="11298"/>
                </a:lnTo>
                <a:lnTo>
                  <a:pt x="1358" y="11188"/>
                </a:lnTo>
                <a:lnTo>
                  <a:pt x="1468" y="11078"/>
                </a:lnTo>
                <a:lnTo>
                  <a:pt x="1505" y="10932"/>
                </a:lnTo>
                <a:lnTo>
                  <a:pt x="1505" y="10858"/>
                </a:lnTo>
                <a:lnTo>
                  <a:pt x="1505" y="10785"/>
                </a:lnTo>
                <a:lnTo>
                  <a:pt x="1468" y="10711"/>
                </a:lnTo>
                <a:lnTo>
                  <a:pt x="1395" y="10675"/>
                </a:lnTo>
                <a:lnTo>
                  <a:pt x="1175" y="10675"/>
                </a:lnTo>
                <a:lnTo>
                  <a:pt x="1101" y="10748"/>
                </a:lnTo>
                <a:lnTo>
                  <a:pt x="1065" y="10822"/>
                </a:lnTo>
                <a:lnTo>
                  <a:pt x="1028" y="10932"/>
                </a:lnTo>
                <a:lnTo>
                  <a:pt x="954" y="11005"/>
                </a:lnTo>
                <a:lnTo>
                  <a:pt x="844" y="11042"/>
                </a:lnTo>
                <a:lnTo>
                  <a:pt x="698" y="11078"/>
                </a:lnTo>
                <a:lnTo>
                  <a:pt x="881" y="10785"/>
                </a:lnTo>
                <a:lnTo>
                  <a:pt x="954" y="10675"/>
                </a:lnTo>
                <a:lnTo>
                  <a:pt x="1101" y="10565"/>
                </a:lnTo>
                <a:lnTo>
                  <a:pt x="1211" y="10455"/>
                </a:lnTo>
                <a:lnTo>
                  <a:pt x="1395" y="10418"/>
                </a:lnTo>
                <a:lnTo>
                  <a:pt x="1541" y="10345"/>
                </a:lnTo>
                <a:lnTo>
                  <a:pt x="1725" y="10345"/>
                </a:lnTo>
                <a:lnTo>
                  <a:pt x="2092" y="10308"/>
                </a:lnTo>
                <a:lnTo>
                  <a:pt x="2422" y="10271"/>
                </a:lnTo>
                <a:lnTo>
                  <a:pt x="2715" y="10161"/>
                </a:lnTo>
                <a:lnTo>
                  <a:pt x="3009" y="9978"/>
                </a:lnTo>
                <a:lnTo>
                  <a:pt x="3229" y="9721"/>
                </a:lnTo>
                <a:lnTo>
                  <a:pt x="3412" y="9464"/>
                </a:lnTo>
                <a:lnTo>
                  <a:pt x="3559" y="9171"/>
                </a:lnTo>
                <a:lnTo>
                  <a:pt x="3706" y="8841"/>
                </a:lnTo>
                <a:lnTo>
                  <a:pt x="3706" y="8804"/>
                </a:lnTo>
                <a:lnTo>
                  <a:pt x="3706" y="8767"/>
                </a:lnTo>
                <a:lnTo>
                  <a:pt x="3926" y="8731"/>
                </a:lnTo>
                <a:lnTo>
                  <a:pt x="4146" y="8657"/>
                </a:lnTo>
                <a:lnTo>
                  <a:pt x="4366" y="8584"/>
                </a:lnTo>
                <a:lnTo>
                  <a:pt x="4586" y="8547"/>
                </a:lnTo>
                <a:close/>
                <a:moveTo>
                  <a:pt x="3265" y="7484"/>
                </a:moveTo>
                <a:lnTo>
                  <a:pt x="3009" y="7557"/>
                </a:lnTo>
                <a:lnTo>
                  <a:pt x="2789" y="7704"/>
                </a:lnTo>
                <a:lnTo>
                  <a:pt x="2568" y="7850"/>
                </a:lnTo>
                <a:lnTo>
                  <a:pt x="2422" y="7997"/>
                </a:lnTo>
                <a:lnTo>
                  <a:pt x="2275" y="8180"/>
                </a:lnTo>
                <a:lnTo>
                  <a:pt x="2165" y="8364"/>
                </a:lnTo>
                <a:lnTo>
                  <a:pt x="2092" y="8584"/>
                </a:lnTo>
                <a:lnTo>
                  <a:pt x="2018" y="8254"/>
                </a:lnTo>
                <a:lnTo>
                  <a:pt x="1945" y="7924"/>
                </a:lnTo>
                <a:lnTo>
                  <a:pt x="1872" y="7850"/>
                </a:lnTo>
                <a:lnTo>
                  <a:pt x="1835" y="7850"/>
                </a:lnTo>
                <a:lnTo>
                  <a:pt x="1761" y="7887"/>
                </a:lnTo>
                <a:lnTo>
                  <a:pt x="1688" y="7997"/>
                </a:lnTo>
                <a:lnTo>
                  <a:pt x="1651" y="8107"/>
                </a:lnTo>
                <a:lnTo>
                  <a:pt x="1615" y="8364"/>
                </a:lnTo>
                <a:lnTo>
                  <a:pt x="1651" y="8657"/>
                </a:lnTo>
                <a:lnTo>
                  <a:pt x="1725" y="8914"/>
                </a:lnTo>
                <a:lnTo>
                  <a:pt x="1872" y="9208"/>
                </a:lnTo>
                <a:lnTo>
                  <a:pt x="2055" y="9428"/>
                </a:lnTo>
                <a:lnTo>
                  <a:pt x="2275" y="9611"/>
                </a:lnTo>
                <a:lnTo>
                  <a:pt x="2495" y="9758"/>
                </a:lnTo>
                <a:lnTo>
                  <a:pt x="2312" y="9831"/>
                </a:lnTo>
                <a:lnTo>
                  <a:pt x="2128" y="9868"/>
                </a:lnTo>
                <a:lnTo>
                  <a:pt x="1688" y="9868"/>
                </a:lnTo>
                <a:lnTo>
                  <a:pt x="1468" y="9905"/>
                </a:lnTo>
                <a:lnTo>
                  <a:pt x="1248" y="9941"/>
                </a:lnTo>
                <a:lnTo>
                  <a:pt x="1065" y="10015"/>
                </a:lnTo>
                <a:lnTo>
                  <a:pt x="881" y="10125"/>
                </a:lnTo>
                <a:lnTo>
                  <a:pt x="588" y="10381"/>
                </a:lnTo>
                <a:lnTo>
                  <a:pt x="441" y="10528"/>
                </a:lnTo>
                <a:lnTo>
                  <a:pt x="331" y="10711"/>
                </a:lnTo>
                <a:lnTo>
                  <a:pt x="221" y="10932"/>
                </a:lnTo>
                <a:lnTo>
                  <a:pt x="147" y="11115"/>
                </a:lnTo>
                <a:lnTo>
                  <a:pt x="37" y="11592"/>
                </a:lnTo>
                <a:lnTo>
                  <a:pt x="1" y="12069"/>
                </a:lnTo>
                <a:lnTo>
                  <a:pt x="1" y="12546"/>
                </a:lnTo>
                <a:lnTo>
                  <a:pt x="74" y="13022"/>
                </a:lnTo>
                <a:lnTo>
                  <a:pt x="147" y="13463"/>
                </a:lnTo>
                <a:lnTo>
                  <a:pt x="258" y="13903"/>
                </a:lnTo>
                <a:lnTo>
                  <a:pt x="404" y="14270"/>
                </a:lnTo>
                <a:lnTo>
                  <a:pt x="588" y="14673"/>
                </a:lnTo>
                <a:lnTo>
                  <a:pt x="844" y="15040"/>
                </a:lnTo>
                <a:lnTo>
                  <a:pt x="1101" y="15333"/>
                </a:lnTo>
                <a:lnTo>
                  <a:pt x="1431" y="15627"/>
                </a:lnTo>
                <a:lnTo>
                  <a:pt x="1761" y="15847"/>
                </a:lnTo>
                <a:lnTo>
                  <a:pt x="2165" y="16030"/>
                </a:lnTo>
                <a:lnTo>
                  <a:pt x="2568" y="16140"/>
                </a:lnTo>
                <a:lnTo>
                  <a:pt x="2789" y="16177"/>
                </a:lnTo>
                <a:lnTo>
                  <a:pt x="3009" y="16177"/>
                </a:lnTo>
                <a:lnTo>
                  <a:pt x="3486" y="16140"/>
                </a:lnTo>
                <a:lnTo>
                  <a:pt x="3926" y="16030"/>
                </a:lnTo>
                <a:lnTo>
                  <a:pt x="4329" y="15884"/>
                </a:lnTo>
                <a:lnTo>
                  <a:pt x="4696" y="15700"/>
                </a:lnTo>
                <a:lnTo>
                  <a:pt x="5100" y="15517"/>
                </a:lnTo>
                <a:lnTo>
                  <a:pt x="5430" y="15297"/>
                </a:lnTo>
                <a:lnTo>
                  <a:pt x="5613" y="15150"/>
                </a:lnTo>
                <a:lnTo>
                  <a:pt x="5723" y="15003"/>
                </a:lnTo>
                <a:lnTo>
                  <a:pt x="6310" y="14490"/>
                </a:lnTo>
                <a:lnTo>
                  <a:pt x="6567" y="14270"/>
                </a:lnTo>
                <a:lnTo>
                  <a:pt x="6714" y="14160"/>
                </a:lnTo>
                <a:lnTo>
                  <a:pt x="6787" y="14013"/>
                </a:lnTo>
                <a:lnTo>
                  <a:pt x="6970" y="13683"/>
                </a:lnTo>
                <a:lnTo>
                  <a:pt x="7117" y="13316"/>
                </a:lnTo>
                <a:lnTo>
                  <a:pt x="7227" y="12949"/>
                </a:lnTo>
                <a:lnTo>
                  <a:pt x="7300" y="12619"/>
                </a:lnTo>
                <a:lnTo>
                  <a:pt x="7374" y="12252"/>
                </a:lnTo>
                <a:lnTo>
                  <a:pt x="7410" y="11885"/>
                </a:lnTo>
                <a:lnTo>
                  <a:pt x="7410" y="11518"/>
                </a:lnTo>
                <a:lnTo>
                  <a:pt x="7374" y="11152"/>
                </a:lnTo>
                <a:lnTo>
                  <a:pt x="7337" y="10785"/>
                </a:lnTo>
                <a:lnTo>
                  <a:pt x="7264" y="10418"/>
                </a:lnTo>
                <a:lnTo>
                  <a:pt x="7154" y="10125"/>
                </a:lnTo>
                <a:lnTo>
                  <a:pt x="7007" y="9794"/>
                </a:lnTo>
                <a:lnTo>
                  <a:pt x="6860" y="9538"/>
                </a:lnTo>
                <a:lnTo>
                  <a:pt x="6677" y="9244"/>
                </a:lnTo>
                <a:lnTo>
                  <a:pt x="6457" y="8987"/>
                </a:lnTo>
                <a:lnTo>
                  <a:pt x="6237" y="8767"/>
                </a:lnTo>
                <a:lnTo>
                  <a:pt x="5980" y="8584"/>
                </a:lnTo>
                <a:lnTo>
                  <a:pt x="5686" y="8401"/>
                </a:lnTo>
                <a:lnTo>
                  <a:pt x="5393" y="8291"/>
                </a:lnTo>
                <a:lnTo>
                  <a:pt x="5100" y="8180"/>
                </a:lnTo>
                <a:lnTo>
                  <a:pt x="4769" y="8144"/>
                </a:lnTo>
                <a:lnTo>
                  <a:pt x="4476" y="8144"/>
                </a:lnTo>
                <a:lnTo>
                  <a:pt x="4219" y="8180"/>
                </a:lnTo>
                <a:lnTo>
                  <a:pt x="3926" y="8291"/>
                </a:lnTo>
                <a:lnTo>
                  <a:pt x="3816" y="8364"/>
                </a:lnTo>
                <a:lnTo>
                  <a:pt x="3706" y="8437"/>
                </a:lnTo>
                <a:lnTo>
                  <a:pt x="3632" y="8547"/>
                </a:lnTo>
                <a:lnTo>
                  <a:pt x="3559" y="8657"/>
                </a:lnTo>
                <a:lnTo>
                  <a:pt x="3559" y="8694"/>
                </a:lnTo>
                <a:lnTo>
                  <a:pt x="3522" y="8731"/>
                </a:lnTo>
                <a:lnTo>
                  <a:pt x="3486" y="8767"/>
                </a:lnTo>
                <a:lnTo>
                  <a:pt x="3192" y="9171"/>
                </a:lnTo>
                <a:lnTo>
                  <a:pt x="3009" y="9354"/>
                </a:lnTo>
                <a:lnTo>
                  <a:pt x="2825" y="9538"/>
                </a:lnTo>
                <a:lnTo>
                  <a:pt x="2789" y="9464"/>
                </a:lnTo>
                <a:lnTo>
                  <a:pt x="2458" y="9171"/>
                </a:lnTo>
                <a:lnTo>
                  <a:pt x="2348" y="9024"/>
                </a:lnTo>
                <a:lnTo>
                  <a:pt x="2202" y="8877"/>
                </a:lnTo>
                <a:lnTo>
                  <a:pt x="2275" y="8877"/>
                </a:lnTo>
                <a:lnTo>
                  <a:pt x="2312" y="8841"/>
                </a:lnTo>
                <a:lnTo>
                  <a:pt x="2532" y="8841"/>
                </a:lnTo>
                <a:lnTo>
                  <a:pt x="2715" y="8804"/>
                </a:lnTo>
                <a:lnTo>
                  <a:pt x="2899" y="8731"/>
                </a:lnTo>
                <a:lnTo>
                  <a:pt x="3045" y="8621"/>
                </a:lnTo>
                <a:lnTo>
                  <a:pt x="3265" y="8474"/>
                </a:lnTo>
                <a:lnTo>
                  <a:pt x="3486" y="8254"/>
                </a:lnTo>
                <a:lnTo>
                  <a:pt x="3669" y="8034"/>
                </a:lnTo>
                <a:lnTo>
                  <a:pt x="3816" y="7814"/>
                </a:lnTo>
                <a:lnTo>
                  <a:pt x="3852" y="7740"/>
                </a:lnTo>
                <a:lnTo>
                  <a:pt x="3852" y="7667"/>
                </a:lnTo>
                <a:lnTo>
                  <a:pt x="3779" y="7557"/>
                </a:lnTo>
                <a:lnTo>
                  <a:pt x="3669" y="7484"/>
                </a:lnTo>
                <a:lnTo>
                  <a:pt x="3596" y="7484"/>
                </a:lnTo>
                <a:lnTo>
                  <a:pt x="3522" y="7520"/>
                </a:lnTo>
                <a:lnTo>
                  <a:pt x="3412" y="7484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95" name="Google Shape;495;p10"/>
          <p:cNvSpPr/>
          <p:nvPr/>
        </p:nvSpPr>
        <p:spPr>
          <a:xfrm>
            <a:off x="860014" y="474615"/>
            <a:ext cx="552209" cy="677016"/>
          </a:xfrm>
          <a:custGeom>
            <a:avLst/>
            <a:gdLst/>
            <a:ahLst/>
            <a:cxnLst/>
            <a:rect l="l" t="t" r="r" b="b"/>
            <a:pathLst>
              <a:path w="14601" h="17901" extrusionOk="0">
                <a:moveTo>
                  <a:pt x="10492" y="4329"/>
                </a:moveTo>
                <a:lnTo>
                  <a:pt x="10859" y="4769"/>
                </a:lnTo>
                <a:lnTo>
                  <a:pt x="10712" y="4769"/>
                </a:lnTo>
                <a:lnTo>
                  <a:pt x="10712" y="4696"/>
                </a:lnTo>
                <a:lnTo>
                  <a:pt x="10675" y="4622"/>
                </a:lnTo>
                <a:lnTo>
                  <a:pt x="10639" y="4622"/>
                </a:lnTo>
                <a:lnTo>
                  <a:pt x="10602" y="4549"/>
                </a:lnTo>
                <a:lnTo>
                  <a:pt x="10565" y="4512"/>
                </a:lnTo>
                <a:lnTo>
                  <a:pt x="10455" y="4475"/>
                </a:lnTo>
                <a:lnTo>
                  <a:pt x="10345" y="4512"/>
                </a:lnTo>
                <a:lnTo>
                  <a:pt x="10308" y="4549"/>
                </a:lnTo>
                <a:lnTo>
                  <a:pt x="10272" y="4622"/>
                </a:lnTo>
                <a:lnTo>
                  <a:pt x="10272" y="4696"/>
                </a:lnTo>
                <a:lnTo>
                  <a:pt x="10052" y="4622"/>
                </a:lnTo>
                <a:lnTo>
                  <a:pt x="10492" y="4329"/>
                </a:lnTo>
                <a:close/>
                <a:moveTo>
                  <a:pt x="6897" y="3448"/>
                </a:moveTo>
                <a:lnTo>
                  <a:pt x="7044" y="3485"/>
                </a:lnTo>
                <a:lnTo>
                  <a:pt x="7227" y="3522"/>
                </a:lnTo>
                <a:lnTo>
                  <a:pt x="7374" y="3595"/>
                </a:lnTo>
                <a:lnTo>
                  <a:pt x="7484" y="3705"/>
                </a:lnTo>
                <a:lnTo>
                  <a:pt x="7521" y="3815"/>
                </a:lnTo>
                <a:lnTo>
                  <a:pt x="7521" y="3889"/>
                </a:lnTo>
                <a:lnTo>
                  <a:pt x="7484" y="3999"/>
                </a:lnTo>
                <a:lnTo>
                  <a:pt x="7447" y="4109"/>
                </a:lnTo>
                <a:lnTo>
                  <a:pt x="7264" y="4292"/>
                </a:lnTo>
                <a:lnTo>
                  <a:pt x="7154" y="4439"/>
                </a:lnTo>
                <a:lnTo>
                  <a:pt x="6934" y="4732"/>
                </a:lnTo>
                <a:lnTo>
                  <a:pt x="6714" y="4952"/>
                </a:lnTo>
                <a:lnTo>
                  <a:pt x="6494" y="5099"/>
                </a:lnTo>
                <a:lnTo>
                  <a:pt x="6384" y="5136"/>
                </a:lnTo>
                <a:lnTo>
                  <a:pt x="6310" y="5136"/>
                </a:lnTo>
                <a:lnTo>
                  <a:pt x="6237" y="5062"/>
                </a:lnTo>
                <a:lnTo>
                  <a:pt x="6200" y="4989"/>
                </a:lnTo>
                <a:lnTo>
                  <a:pt x="6163" y="4806"/>
                </a:lnTo>
                <a:lnTo>
                  <a:pt x="6163" y="4659"/>
                </a:lnTo>
                <a:lnTo>
                  <a:pt x="6163" y="4145"/>
                </a:lnTo>
                <a:lnTo>
                  <a:pt x="6127" y="3595"/>
                </a:lnTo>
                <a:lnTo>
                  <a:pt x="6273" y="3522"/>
                </a:lnTo>
                <a:lnTo>
                  <a:pt x="6420" y="3485"/>
                </a:lnTo>
                <a:lnTo>
                  <a:pt x="6567" y="3448"/>
                </a:lnTo>
                <a:close/>
                <a:moveTo>
                  <a:pt x="6457" y="3118"/>
                </a:moveTo>
                <a:lnTo>
                  <a:pt x="6237" y="3192"/>
                </a:lnTo>
                <a:lnTo>
                  <a:pt x="6017" y="3265"/>
                </a:lnTo>
                <a:lnTo>
                  <a:pt x="5833" y="3375"/>
                </a:lnTo>
                <a:lnTo>
                  <a:pt x="5723" y="3558"/>
                </a:lnTo>
                <a:lnTo>
                  <a:pt x="5723" y="3632"/>
                </a:lnTo>
                <a:lnTo>
                  <a:pt x="5760" y="3668"/>
                </a:lnTo>
                <a:lnTo>
                  <a:pt x="5797" y="3705"/>
                </a:lnTo>
                <a:lnTo>
                  <a:pt x="5870" y="3705"/>
                </a:lnTo>
                <a:lnTo>
                  <a:pt x="5980" y="3668"/>
                </a:lnTo>
                <a:lnTo>
                  <a:pt x="5943" y="4219"/>
                </a:lnTo>
                <a:lnTo>
                  <a:pt x="5943" y="4769"/>
                </a:lnTo>
                <a:lnTo>
                  <a:pt x="5943" y="4952"/>
                </a:lnTo>
                <a:lnTo>
                  <a:pt x="5980" y="5099"/>
                </a:lnTo>
                <a:lnTo>
                  <a:pt x="6053" y="5209"/>
                </a:lnTo>
                <a:lnTo>
                  <a:pt x="6163" y="5319"/>
                </a:lnTo>
                <a:lnTo>
                  <a:pt x="6237" y="5393"/>
                </a:lnTo>
                <a:lnTo>
                  <a:pt x="6530" y="5393"/>
                </a:lnTo>
                <a:lnTo>
                  <a:pt x="6714" y="5282"/>
                </a:lnTo>
                <a:lnTo>
                  <a:pt x="6897" y="5136"/>
                </a:lnTo>
                <a:lnTo>
                  <a:pt x="7227" y="4806"/>
                </a:lnTo>
                <a:lnTo>
                  <a:pt x="7447" y="4512"/>
                </a:lnTo>
                <a:lnTo>
                  <a:pt x="7594" y="4329"/>
                </a:lnTo>
                <a:lnTo>
                  <a:pt x="7741" y="4182"/>
                </a:lnTo>
                <a:lnTo>
                  <a:pt x="7814" y="3962"/>
                </a:lnTo>
                <a:lnTo>
                  <a:pt x="7851" y="3852"/>
                </a:lnTo>
                <a:lnTo>
                  <a:pt x="7851" y="3742"/>
                </a:lnTo>
                <a:lnTo>
                  <a:pt x="7777" y="3595"/>
                </a:lnTo>
                <a:lnTo>
                  <a:pt x="7667" y="3448"/>
                </a:lnTo>
                <a:lnTo>
                  <a:pt x="7521" y="3302"/>
                </a:lnTo>
                <a:lnTo>
                  <a:pt x="7374" y="3228"/>
                </a:lnTo>
                <a:lnTo>
                  <a:pt x="7190" y="3155"/>
                </a:lnTo>
                <a:lnTo>
                  <a:pt x="6970" y="3118"/>
                </a:lnTo>
                <a:close/>
                <a:moveTo>
                  <a:pt x="2789" y="3522"/>
                </a:moveTo>
                <a:lnTo>
                  <a:pt x="2935" y="3668"/>
                </a:lnTo>
                <a:lnTo>
                  <a:pt x="3082" y="3779"/>
                </a:lnTo>
                <a:lnTo>
                  <a:pt x="3449" y="3925"/>
                </a:lnTo>
                <a:lnTo>
                  <a:pt x="3632" y="3999"/>
                </a:lnTo>
                <a:lnTo>
                  <a:pt x="3669" y="4072"/>
                </a:lnTo>
                <a:lnTo>
                  <a:pt x="3706" y="4145"/>
                </a:lnTo>
                <a:lnTo>
                  <a:pt x="3706" y="4219"/>
                </a:lnTo>
                <a:lnTo>
                  <a:pt x="3742" y="4255"/>
                </a:lnTo>
                <a:lnTo>
                  <a:pt x="3779" y="4292"/>
                </a:lnTo>
                <a:lnTo>
                  <a:pt x="3852" y="4329"/>
                </a:lnTo>
                <a:lnTo>
                  <a:pt x="4036" y="4402"/>
                </a:lnTo>
                <a:lnTo>
                  <a:pt x="4219" y="4475"/>
                </a:lnTo>
                <a:lnTo>
                  <a:pt x="4403" y="4586"/>
                </a:lnTo>
                <a:lnTo>
                  <a:pt x="4549" y="4696"/>
                </a:lnTo>
                <a:lnTo>
                  <a:pt x="4843" y="5026"/>
                </a:lnTo>
                <a:lnTo>
                  <a:pt x="5100" y="5319"/>
                </a:lnTo>
                <a:lnTo>
                  <a:pt x="4770" y="5356"/>
                </a:lnTo>
                <a:lnTo>
                  <a:pt x="4476" y="5356"/>
                </a:lnTo>
                <a:lnTo>
                  <a:pt x="3816" y="5319"/>
                </a:lnTo>
                <a:lnTo>
                  <a:pt x="3486" y="5319"/>
                </a:lnTo>
                <a:lnTo>
                  <a:pt x="3156" y="5393"/>
                </a:lnTo>
                <a:lnTo>
                  <a:pt x="2972" y="5466"/>
                </a:lnTo>
                <a:lnTo>
                  <a:pt x="2789" y="5576"/>
                </a:lnTo>
                <a:lnTo>
                  <a:pt x="2605" y="5649"/>
                </a:lnTo>
                <a:lnTo>
                  <a:pt x="2495" y="5686"/>
                </a:lnTo>
                <a:lnTo>
                  <a:pt x="2349" y="5686"/>
                </a:lnTo>
                <a:lnTo>
                  <a:pt x="2312" y="5723"/>
                </a:lnTo>
                <a:lnTo>
                  <a:pt x="2275" y="5796"/>
                </a:lnTo>
                <a:lnTo>
                  <a:pt x="2275" y="5833"/>
                </a:lnTo>
                <a:lnTo>
                  <a:pt x="2349" y="6676"/>
                </a:lnTo>
                <a:lnTo>
                  <a:pt x="2128" y="6493"/>
                </a:lnTo>
                <a:lnTo>
                  <a:pt x="1908" y="6383"/>
                </a:lnTo>
                <a:lnTo>
                  <a:pt x="1908" y="6126"/>
                </a:lnTo>
                <a:lnTo>
                  <a:pt x="1835" y="5906"/>
                </a:lnTo>
                <a:lnTo>
                  <a:pt x="1725" y="5796"/>
                </a:lnTo>
                <a:lnTo>
                  <a:pt x="1578" y="5723"/>
                </a:lnTo>
                <a:lnTo>
                  <a:pt x="1285" y="5649"/>
                </a:lnTo>
                <a:lnTo>
                  <a:pt x="1101" y="5649"/>
                </a:lnTo>
                <a:lnTo>
                  <a:pt x="918" y="5686"/>
                </a:lnTo>
                <a:lnTo>
                  <a:pt x="918" y="5686"/>
                </a:lnTo>
                <a:lnTo>
                  <a:pt x="1101" y="5356"/>
                </a:lnTo>
                <a:lnTo>
                  <a:pt x="1285" y="5026"/>
                </a:lnTo>
                <a:lnTo>
                  <a:pt x="1468" y="4732"/>
                </a:lnTo>
                <a:lnTo>
                  <a:pt x="1688" y="4439"/>
                </a:lnTo>
                <a:lnTo>
                  <a:pt x="1945" y="4182"/>
                </a:lnTo>
                <a:lnTo>
                  <a:pt x="2202" y="3962"/>
                </a:lnTo>
                <a:lnTo>
                  <a:pt x="2495" y="3742"/>
                </a:lnTo>
                <a:lnTo>
                  <a:pt x="2789" y="3522"/>
                </a:lnTo>
                <a:close/>
                <a:moveTo>
                  <a:pt x="10639" y="7520"/>
                </a:moveTo>
                <a:lnTo>
                  <a:pt x="11042" y="7703"/>
                </a:lnTo>
                <a:lnTo>
                  <a:pt x="11336" y="7850"/>
                </a:lnTo>
                <a:lnTo>
                  <a:pt x="11482" y="7924"/>
                </a:lnTo>
                <a:lnTo>
                  <a:pt x="11629" y="7960"/>
                </a:lnTo>
                <a:lnTo>
                  <a:pt x="11556" y="8254"/>
                </a:lnTo>
                <a:lnTo>
                  <a:pt x="11225" y="8107"/>
                </a:lnTo>
                <a:lnTo>
                  <a:pt x="10895" y="7960"/>
                </a:lnTo>
                <a:lnTo>
                  <a:pt x="10785" y="7887"/>
                </a:lnTo>
                <a:lnTo>
                  <a:pt x="10639" y="7520"/>
                </a:lnTo>
                <a:close/>
                <a:moveTo>
                  <a:pt x="10272" y="8070"/>
                </a:moveTo>
                <a:lnTo>
                  <a:pt x="10382" y="8144"/>
                </a:lnTo>
                <a:lnTo>
                  <a:pt x="10529" y="8217"/>
                </a:lnTo>
                <a:lnTo>
                  <a:pt x="10565" y="8327"/>
                </a:lnTo>
                <a:lnTo>
                  <a:pt x="10602" y="8400"/>
                </a:lnTo>
                <a:lnTo>
                  <a:pt x="10712" y="8437"/>
                </a:lnTo>
                <a:lnTo>
                  <a:pt x="10932" y="8510"/>
                </a:lnTo>
                <a:lnTo>
                  <a:pt x="11042" y="8547"/>
                </a:lnTo>
                <a:lnTo>
                  <a:pt x="11042" y="8584"/>
                </a:lnTo>
                <a:lnTo>
                  <a:pt x="11042" y="8657"/>
                </a:lnTo>
                <a:lnTo>
                  <a:pt x="11079" y="8731"/>
                </a:lnTo>
                <a:lnTo>
                  <a:pt x="11152" y="8804"/>
                </a:lnTo>
                <a:lnTo>
                  <a:pt x="11336" y="8841"/>
                </a:lnTo>
                <a:lnTo>
                  <a:pt x="11152" y="9244"/>
                </a:lnTo>
                <a:lnTo>
                  <a:pt x="11079" y="9171"/>
                </a:lnTo>
                <a:lnTo>
                  <a:pt x="10602" y="8767"/>
                </a:lnTo>
                <a:lnTo>
                  <a:pt x="10602" y="8547"/>
                </a:lnTo>
                <a:lnTo>
                  <a:pt x="10565" y="8364"/>
                </a:lnTo>
                <a:lnTo>
                  <a:pt x="10492" y="8254"/>
                </a:lnTo>
                <a:lnTo>
                  <a:pt x="10345" y="8180"/>
                </a:lnTo>
                <a:lnTo>
                  <a:pt x="10272" y="8070"/>
                </a:lnTo>
                <a:close/>
                <a:moveTo>
                  <a:pt x="9135" y="4806"/>
                </a:moveTo>
                <a:lnTo>
                  <a:pt x="9501" y="4842"/>
                </a:lnTo>
                <a:lnTo>
                  <a:pt x="9575" y="4879"/>
                </a:lnTo>
                <a:lnTo>
                  <a:pt x="9611" y="4842"/>
                </a:lnTo>
                <a:lnTo>
                  <a:pt x="9905" y="4916"/>
                </a:lnTo>
                <a:lnTo>
                  <a:pt x="10198" y="5026"/>
                </a:lnTo>
                <a:lnTo>
                  <a:pt x="10015" y="5246"/>
                </a:lnTo>
                <a:lnTo>
                  <a:pt x="10015" y="5319"/>
                </a:lnTo>
                <a:lnTo>
                  <a:pt x="10052" y="5393"/>
                </a:lnTo>
                <a:lnTo>
                  <a:pt x="10125" y="5429"/>
                </a:lnTo>
                <a:lnTo>
                  <a:pt x="10198" y="5429"/>
                </a:lnTo>
                <a:lnTo>
                  <a:pt x="10418" y="5319"/>
                </a:lnTo>
                <a:lnTo>
                  <a:pt x="10639" y="5246"/>
                </a:lnTo>
                <a:lnTo>
                  <a:pt x="10859" y="5209"/>
                </a:lnTo>
                <a:lnTo>
                  <a:pt x="11115" y="5172"/>
                </a:lnTo>
                <a:lnTo>
                  <a:pt x="11336" y="5613"/>
                </a:lnTo>
                <a:lnTo>
                  <a:pt x="10859" y="5723"/>
                </a:lnTo>
                <a:lnTo>
                  <a:pt x="10602" y="5796"/>
                </a:lnTo>
                <a:lnTo>
                  <a:pt x="10382" y="5906"/>
                </a:lnTo>
                <a:lnTo>
                  <a:pt x="10345" y="5943"/>
                </a:lnTo>
                <a:lnTo>
                  <a:pt x="10345" y="5979"/>
                </a:lnTo>
                <a:lnTo>
                  <a:pt x="10345" y="6016"/>
                </a:lnTo>
                <a:lnTo>
                  <a:pt x="10382" y="6053"/>
                </a:lnTo>
                <a:lnTo>
                  <a:pt x="10639" y="6126"/>
                </a:lnTo>
                <a:lnTo>
                  <a:pt x="10932" y="6126"/>
                </a:lnTo>
                <a:lnTo>
                  <a:pt x="11225" y="6089"/>
                </a:lnTo>
                <a:lnTo>
                  <a:pt x="11482" y="6016"/>
                </a:lnTo>
                <a:lnTo>
                  <a:pt x="11629" y="6566"/>
                </a:lnTo>
                <a:lnTo>
                  <a:pt x="11666" y="6640"/>
                </a:lnTo>
                <a:lnTo>
                  <a:pt x="11666" y="6640"/>
                </a:lnTo>
                <a:lnTo>
                  <a:pt x="11262" y="6530"/>
                </a:lnTo>
                <a:lnTo>
                  <a:pt x="10932" y="6456"/>
                </a:lnTo>
                <a:lnTo>
                  <a:pt x="10749" y="6420"/>
                </a:lnTo>
                <a:lnTo>
                  <a:pt x="10565" y="6456"/>
                </a:lnTo>
                <a:lnTo>
                  <a:pt x="10529" y="6456"/>
                </a:lnTo>
                <a:lnTo>
                  <a:pt x="10565" y="6530"/>
                </a:lnTo>
                <a:lnTo>
                  <a:pt x="10712" y="6640"/>
                </a:lnTo>
                <a:lnTo>
                  <a:pt x="10895" y="6750"/>
                </a:lnTo>
                <a:lnTo>
                  <a:pt x="11336" y="6933"/>
                </a:lnTo>
                <a:lnTo>
                  <a:pt x="11702" y="7043"/>
                </a:lnTo>
                <a:lnTo>
                  <a:pt x="11666" y="7593"/>
                </a:lnTo>
                <a:lnTo>
                  <a:pt x="11482" y="7520"/>
                </a:lnTo>
                <a:lnTo>
                  <a:pt x="11299" y="7447"/>
                </a:lnTo>
                <a:lnTo>
                  <a:pt x="10785" y="7227"/>
                </a:lnTo>
                <a:lnTo>
                  <a:pt x="10529" y="7153"/>
                </a:lnTo>
                <a:lnTo>
                  <a:pt x="10235" y="7117"/>
                </a:lnTo>
                <a:lnTo>
                  <a:pt x="10198" y="7117"/>
                </a:lnTo>
                <a:lnTo>
                  <a:pt x="10198" y="7153"/>
                </a:lnTo>
                <a:lnTo>
                  <a:pt x="10198" y="7190"/>
                </a:lnTo>
                <a:lnTo>
                  <a:pt x="10198" y="7227"/>
                </a:lnTo>
                <a:lnTo>
                  <a:pt x="10492" y="7410"/>
                </a:lnTo>
                <a:lnTo>
                  <a:pt x="10418" y="7447"/>
                </a:lnTo>
                <a:lnTo>
                  <a:pt x="10015" y="7593"/>
                </a:lnTo>
                <a:lnTo>
                  <a:pt x="9905" y="7483"/>
                </a:lnTo>
                <a:lnTo>
                  <a:pt x="9832" y="7447"/>
                </a:lnTo>
                <a:lnTo>
                  <a:pt x="9795" y="7483"/>
                </a:lnTo>
                <a:lnTo>
                  <a:pt x="9758" y="7520"/>
                </a:lnTo>
                <a:lnTo>
                  <a:pt x="9722" y="7557"/>
                </a:lnTo>
                <a:lnTo>
                  <a:pt x="9722" y="7703"/>
                </a:lnTo>
                <a:lnTo>
                  <a:pt x="9685" y="7740"/>
                </a:lnTo>
                <a:lnTo>
                  <a:pt x="9685" y="7813"/>
                </a:lnTo>
                <a:lnTo>
                  <a:pt x="9722" y="7924"/>
                </a:lnTo>
                <a:lnTo>
                  <a:pt x="9942" y="8180"/>
                </a:lnTo>
                <a:lnTo>
                  <a:pt x="9611" y="7960"/>
                </a:lnTo>
                <a:lnTo>
                  <a:pt x="9281" y="7777"/>
                </a:lnTo>
                <a:lnTo>
                  <a:pt x="9245" y="7777"/>
                </a:lnTo>
                <a:lnTo>
                  <a:pt x="9208" y="7813"/>
                </a:lnTo>
                <a:lnTo>
                  <a:pt x="9171" y="7850"/>
                </a:lnTo>
                <a:lnTo>
                  <a:pt x="9171" y="7924"/>
                </a:lnTo>
                <a:lnTo>
                  <a:pt x="9391" y="8180"/>
                </a:lnTo>
                <a:lnTo>
                  <a:pt x="9648" y="8437"/>
                </a:lnTo>
                <a:lnTo>
                  <a:pt x="10162" y="8877"/>
                </a:lnTo>
                <a:lnTo>
                  <a:pt x="10235" y="8951"/>
                </a:lnTo>
                <a:lnTo>
                  <a:pt x="10162" y="9134"/>
                </a:lnTo>
                <a:lnTo>
                  <a:pt x="10052" y="9317"/>
                </a:lnTo>
                <a:lnTo>
                  <a:pt x="9905" y="9391"/>
                </a:lnTo>
                <a:lnTo>
                  <a:pt x="9832" y="9354"/>
                </a:lnTo>
                <a:lnTo>
                  <a:pt x="9428" y="9097"/>
                </a:lnTo>
                <a:lnTo>
                  <a:pt x="9318" y="8914"/>
                </a:lnTo>
                <a:lnTo>
                  <a:pt x="9171" y="8694"/>
                </a:lnTo>
                <a:lnTo>
                  <a:pt x="8951" y="8547"/>
                </a:lnTo>
                <a:lnTo>
                  <a:pt x="8768" y="8400"/>
                </a:lnTo>
                <a:lnTo>
                  <a:pt x="8658" y="8290"/>
                </a:lnTo>
                <a:lnTo>
                  <a:pt x="8548" y="8107"/>
                </a:lnTo>
                <a:lnTo>
                  <a:pt x="8511" y="7887"/>
                </a:lnTo>
                <a:lnTo>
                  <a:pt x="8474" y="7887"/>
                </a:lnTo>
                <a:lnTo>
                  <a:pt x="8474" y="7777"/>
                </a:lnTo>
                <a:lnTo>
                  <a:pt x="8438" y="7740"/>
                </a:lnTo>
                <a:lnTo>
                  <a:pt x="8364" y="7740"/>
                </a:lnTo>
                <a:lnTo>
                  <a:pt x="7887" y="7667"/>
                </a:lnTo>
                <a:lnTo>
                  <a:pt x="7374" y="7630"/>
                </a:lnTo>
                <a:lnTo>
                  <a:pt x="7117" y="7630"/>
                </a:lnTo>
                <a:lnTo>
                  <a:pt x="6860" y="7667"/>
                </a:lnTo>
                <a:lnTo>
                  <a:pt x="6640" y="7740"/>
                </a:lnTo>
                <a:lnTo>
                  <a:pt x="6457" y="7887"/>
                </a:lnTo>
                <a:lnTo>
                  <a:pt x="6384" y="7777"/>
                </a:lnTo>
                <a:lnTo>
                  <a:pt x="6347" y="7703"/>
                </a:lnTo>
                <a:lnTo>
                  <a:pt x="6384" y="7630"/>
                </a:lnTo>
                <a:lnTo>
                  <a:pt x="6420" y="7557"/>
                </a:lnTo>
                <a:lnTo>
                  <a:pt x="6604" y="7410"/>
                </a:lnTo>
                <a:lnTo>
                  <a:pt x="6787" y="7337"/>
                </a:lnTo>
                <a:lnTo>
                  <a:pt x="7080" y="7300"/>
                </a:lnTo>
                <a:lnTo>
                  <a:pt x="7374" y="7227"/>
                </a:lnTo>
                <a:lnTo>
                  <a:pt x="7521" y="7153"/>
                </a:lnTo>
                <a:lnTo>
                  <a:pt x="7704" y="7006"/>
                </a:lnTo>
                <a:lnTo>
                  <a:pt x="7741" y="6896"/>
                </a:lnTo>
                <a:lnTo>
                  <a:pt x="7777" y="6823"/>
                </a:lnTo>
                <a:lnTo>
                  <a:pt x="7741" y="6750"/>
                </a:lnTo>
                <a:lnTo>
                  <a:pt x="7667" y="6676"/>
                </a:lnTo>
                <a:lnTo>
                  <a:pt x="7594" y="6603"/>
                </a:lnTo>
                <a:lnTo>
                  <a:pt x="7484" y="6603"/>
                </a:lnTo>
                <a:lnTo>
                  <a:pt x="7227" y="6640"/>
                </a:lnTo>
                <a:lnTo>
                  <a:pt x="7007" y="6713"/>
                </a:lnTo>
                <a:lnTo>
                  <a:pt x="6787" y="6786"/>
                </a:lnTo>
                <a:lnTo>
                  <a:pt x="6714" y="6786"/>
                </a:lnTo>
                <a:lnTo>
                  <a:pt x="6640" y="6750"/>
                </a:lnTo>
                <a:lnTo>
                  <a:pt x="6640" y="6676"/>
                </a:lnTo>
                <a:lnTo>
                  <a:pt x="6677" y="6603"/>
                </a:lnTo>
                <a:lnTo>
                  <a:pt x="6750" y="6456"/>
                </a:lnTo>
                <a:lnTo>
                  <a:pt x="6824" y="6346"/>
                </a:lnTo>
                <a:lnTo>
                  <a:pt x="7080" y="6199"/>
                </a:lnTo>
                <a:lnTo>
                  <a:pt x="7337" y="6016"/>
                </a:lnTo>
                <a:lnTo>
                  <a:pt x="7704" y="5759"/>
                </a:lnTo>
                <a:lnTo>
                  <a:pt x="8108" y="5466"/>
                </a:lnTo>
                <a:lnTo>
                  <a:pt x="8181" y="5539"/>
                </a:lnTo>
                <a:lnTo>
                  <a:pt x="8218" y="5539"/>
                </a:lnTo>
                <a:lnTo>
                  <a:pt x="8254" y="5503"/>
                </a:lnTo>
                <a:lnTo>
                  <a:pt x="8511" y="5172"/>
                </a:lnTo>
                <a:lnTo>
                  <a:pt x="8731" y="4806"/>
                </a:lnTo>
                <a:close/>
                <a:moveTo>
                  <a:pt x="10492" y="9171"/>
                </a:moveTo>
                <a:lnTo>
                  <a:pt x="10749" y="9391"/>
                </a:lnTo>
                <a:lnTo>
                  <a:pt x="10969" y="9611"/>
                </a:lnTo>
                <a:lnTo>
                  <a:pt x="10675" y="10124"/>
                </a:lnTo>
                <a:lnTo>
                  <a:pt x="10602" y="10198"/>
                </a:lnTo>
                <a:lnTo>
                  <a:pt x="10565" y="10161"/>
                </a:lnTo>
                <a:lnTo>
                  <a:pt x="10529" y="10088"/>
                </a:lnTo>
                <a:lnTo>
                  <a:pt x="10418" y="9941"/>
                </a:lnTo>
                <a:lnTo>
                  <a:pt x="10308" y="9758"/>
                </a:lnTo>
                <a:lnTo>
                  <a:pt x="10162" y="9611"/>
                </a:lnTo>
                <a:lnTo>
                  <a:pt x="10272" y="9501"/>
                </a:lnTo>
                <a:lnTo>
                  <a:pt x="10345" y="9427"/>
                </a:lnTo>
                <a:lnTo>
                  <a:pt x="10492" y="9171"/>
                </a:lnTo>
                <a:close/>
                <a:moveTo>
                  <a:pt x="551" y="7300"/>
                </a:moveTo>
                <a:lnTo>
                  <a:pt x="808" y="7483"/>
                </a:lnTo>
                <a:lnTo>
                  <a:pt x="991" y="7703"/>
                </a:lnTo>
                <a:lnTo>
                  <a:pt x="1211" y="7924"/>
                </a:lnTo>
                <a:lnTo>
                  <a:pt x="1431" y="8144"/>
                </a:lnTo>
                <a:lnTo>
                  <a:pt x="1982" y="8584"/>
                </a:lnTo>
                <a:lnTo>
                  <a:pt x="2238" y="8841"/>
                </a:lnTo>
                <a:lnTo>
                  <a:pt x="2349" y="8987"/>
                </a:lnTo>
                <a:lnTo>
                  <a:pt x="2422" y="9134"/>
                </a:lnTo>
                <a:lnTo>
                  <a:pt x="2202" y="9281"/>
                </a:lnTo>
                <a:lnTo>
                  <a:pt x="2018" y="9464"/>
                </a:lnTo>
                <a:lnTo>
                  <a:pt x="1872" y="9684"/>
                </a:lnTo>
                <a:lnTo>
                  <a:pt x="1762" y="9978"/>
                </a:lnTo>
                <a:lnTo>
                  <a:pt x="1725" y="10344"/>
                </a:lnTo>
                <a:lnTo>
                  <a:pt x="1762" y="10675"/>
                </a:lnTo>
                <a:lnTo>
                  <a:pt x="1908" y="11408"/>
                </a:lnTo>
                <a:lnTo>
                  <a:pt x="1542" y="10968"/>
                </a:lnTo>
                <a:lnTo>
                  <a:pt x="1248" y="10528"/>
                </a:lnTo>
                <a:lnTo>
                  <a:pt x="991" y="10014"/>
                </a:lnTo>
                <a:lnTo>
                  <a:pt x="808" y="9501"/>
                </a:lnTo>
                <a:lnTo>
                  <a:pt x="661" y="8951"/>
                </a:lnTo>
                <a:lnTo>
                  <a:pt x="551" y="8400"/>
                </a:lnTo>
                <a:lnTo>
                  <a:pt x="514" y="7850"/>
                </a:lnTo>
                <a:lnTo>
                  <a:pt x="551" y="7300"/>
                </a:lnTo>
                <a:close/>
                <a:moveTo>
                  <a:pt x="6897" y="8620"/>
                </a:moveTo>
                <a:lnTo>
                  <a:pt x="6934" y="8694"/>
                </a:lnTo>
                <a:lnTo>
                  <a:pt x="7007" y="8731"/>
                </a:lnTo>
                <a:lnTo>
                  <a:pt x="7264" y="8877"/>
                </a:lnTo>
                <a:lnTo>
                  <a:pt x="7484" y="9024"/>
                </a:lnTo>
                <a:lnTo>
                  <a:pt x="7704" y="9207"/>
                </a:lnTo>
                <a:lnTo>
                  <a:pt x="7887" y="9427"/>
                </a:lnTo>
                <a:lnTo>
                  <a:pt x="8034" y="9648"/>
                </a:lnTo>
                <a:lnTo>
                  <a:pt x="8181" y="9904"/>
                </a:lnTo>
                <a:lnTo>
                  <a:pt x="8254" y="10161"/>
                </a:lnTo>
                <a:lnTo>
                  <a:pt x="8254" y="10418"/>
                </a:lnTo>
                <a:lnTo>
                  <a:pt x="8218" y="10638"/>
                </a:lnTo>
                <a:lnTo>
                  <a:pt x="7704" y="10088"/>
                </a:lnTo>
                <a:lnTo>
                  <a:pt x="7154" y="9611"/>
                </a:lnTo>
                <a:lnTo>
                  <a:pt x="7080" y="9611"/>
                </a:lnTo>
                <a:lnTo>
                  <a:pt x="7044" y="9648"/>
                </a:lnTo>
                <a:lnTo>
                  <a:pt x="7080" y="9684"/>
                </a:lnTo>
                <a:lnTo>
                  <a:pt x="7557" y="10344"/>
                </a:lnTo>
                <a:lnTo>
                  <a:pt x="8071" y="10968"/>
                </a:lnTo>
                <a:lnTo>
                  <a:pt x="7887" y="11188"/>
                </a:lnTo>
                <a:lnTo>
                  <a:pt x="7741" y="11408"/>
                </a:lnTo>
                <a:lnTo>
                  <a:pt x="7521" y="11628"/>
                </a:lnTo>
                <a:lnTo>
                  <a:pt x="7227" y="11372"/>
                </a:lnTo>
                <a:lnTo>
                  <a:pt x="6860" y="11005"/>
                </a:lnTo>
                <a:lnTo>
                  <a:pt x="6787" y="10748"/>
                </a:lnTo>
                <a:lnTo>
                  <a:pt x="6750" y="10491"/>
                </a:lnTo>
                <a:lnTo>
                  <a:pt x="6640" y="10234"/>
                </a:lnTo>
                <a:lnTo>
                  <a:pt x="6530" y="9978"/>
                </a:lnTo>
                <a:lnTo>
                  <a:pt x="6457" y="9868"/>
                </a:lnTo>
                <a:lnTo>
                  <a:pt x="6310" y="9868"/>
                </a:lnTo>
                <a:lnTo>
                  <a:pt x="5870" y="10014"/>
                </a:lnTo>
                <a:lnTo>
                  <a:pt x="5650" y="10088"/>
                </a:lnTo>
                <a:lnTo>
                  <a:pt x="5577" y="10088"/>
                </a:lnTo>
                <a:lnTo>
                  <a:pt x="5466" y="10014"/>
                </a:lnTo>
                <a:lnTo>
                  <a:pt x="5210" y="9904"/>
                </a:lnTo>
                <a:lnTo>
                  <a:pt x="5026" y="9758"/>
                </a:lnTo>
                <a:lnTo>
                  <a:pt x="4953" y="9648"/>
                </a:lnTo>
                <a:lnTo>
                  <a:pt x="4880" y="9538"/>
                </a:lnTo>
                <a:lnTo>
                  <a:pt x="4843" y="9427"/>
                </a:lnTo>
                <a:lnTo>
                  <a:pt x="4843" y="9281"/>
                </a:lnTo>
                <a:lnTo>
                  <a:pt x="4880" y="9134"/>
                </a:lnTo>
                <a:lnTo>
                  <a:pt x="4953" y="8987"/>
                </a:lnTo>
                <a:lnTo>
                  <a:pt x="5063" y="8877"/>
                </a:lnTo>
                <a:lnTo>
                  <a:pt x="5210" y="8804"/>
                </a:lnTo>
                <a:lnTo>
                  <a:pt x="5577" y="8694"/>
                </a:lnTo>
                <a:lnTo>
                  <a:pt x="5870" y="8657"/>
                </a:lnTo>
                <a:lnTo>
                  <a:pt x="6384" y="8657"/>
                </a:lnTo>
                <a:lnTo>
                  <a:pt x="6897" y="8620"/>
                </a:lnTo>
                <a:close/>
                <a:moveTo>
                  <a:pt x="8621" y="10088"/>
                </a:moveTo>
                <a:lnTo>
                  <a:pt x="9355" y="10565"/>
                </a:lnTo>
                <a:lnTo>
                  <a:pt x="9501" y="10711"/>
                </a:lnTo>
                <a:lnTo>
                  <a:pt x="9648" y="10858"/>
                </a:lnTo>
                <a:lnTo>
                  <a:pt x="9758" y="11005"/>
                </a:lnTo>
                <a:lnTo>
                  <a:pt x="9868" y="11151"/>
                </a:lnTo>
                <a:lnTo>
                  <a:pt x="9355" y="11628"/>
                </a:lnTo>
                <a:lnTo>
                  <a:pt x="9318" y="11592"/>
                </a:lnTo>
                <a:lnTo>
                  <a:pt x="9208" y="11482"/>
                </a:lnTo>
                <a:lnTo>
                  <a:pt x="9061" y="11408"/>
                </a:lnTo>
                <a:lnTo>
                  <a:pt x="8878" y="11298"/>
                </a:lnTo>
                <a:lnTo>
                  <a:pt x="8768" y="11188"/>
                </a:lnTo>
                <a:lnTo>
                  <a:pt x="8511" y="10931"/>
                </a:lnTo>
                <a:lnTo>
                  <a:pt x="8548" y="10821"/>
                </a:lnTo>
                <a:lnTo>
                  <a:pt x="8621" y="10638"/>
                </a:lnTo>
                <a:lnTo>
                  <a:pt x="8658" y="10455"/>
                </a:lnTo>
                <a:lnTo>
                  <a:pt x="8658" y="10271"/>
                </a:lnTo>
                <a:lnTo>
                  <a:pt x="8621" y="10088"/>
                </a:lnTo>
                <a:close/>
                <a:moveTo>
                  <a:pt x="6860" y="11555"/>
                </a:moveTo>
                <a:lnTo>
                  <a:pt x="7190" y="11885"/>
                </a:lnTo>
                <a:lnTo>
                  <a:pt x="7007" y="11958"/>
                </a:lnTo>
                <a:lnTo>
                  <a:pt x="6897" y="11958"/>
                </a:lnTo>
                <a:lnTo>
                  <a:pt x="6787" y="11922"/>
                </a:lnTo>
                <a:lnTo>
                  <a:pt x="6860" y="11555"/>
                </a:lnTo>
                <a:close/>
                <a:moveTo>
                  <a:pt x="8328" y="11262"/>
                </a:moveTo>
                <a:lnTo>
                  <a:pt x="8474" y="11445"/>
                </a:lnTo>
                <a:lnTo>
                  <a:pt x="8658" y="11628"/>
                </a:lnTo>
                <a:lnTo>
                  <a:pt x="8878" y="11775"/>
                </a:lnTo>
                <a:lnTo>
                  <a:pt x="8988" y="11812"/>
                </a:lnTo>
                <a:lnTo>
                  <a:pt x="9098" y="11848"/>
                </a:lnTo>
                <a:lnTo>
                  <a:pt x="8731" y="12105"/>
                </a:lnTo>
                <a:lnTo>
                  <a:pt x="8328" y="12325"/>
                </a:lnTo>
                <a:lnTo>
                  <a:pt x="8291" y="12289"/>
                </a:lnTo>
                <a:lnTo>
                  <a:pt x="7814" y="11885"/>
                </a:lnTo>
                <a:lnTo>
                  <a:pt x="8071" y="11592"/>
                </a:lnTo>
                <a:lnTo>
                  <a:pt x="8328" y="11262"/>
                </a:lnTo>
                <a:close/>
                <a:moveTo>
                  <a:pt x="6970" y="2678"/>
                </a:moveTo>
                <a:lnTo>
                  <a:pt x="7374" y="2715"/>
                </a:lnTo>
                <a:lnTo>
                  <a:pt x="7777" y="2788"/>
                </a:lnTo>
                <a:lnTo>
                  <a:pt x="8181" y="2898"/>
                </a:lnTo>
                <a:lnTo>
                  <a:pt x="8548" y="3008"/>
                </a:lnTo>
                <a:lnTo>
                  <a:pt x="8915" y="3192"/>
                </a:lnTo>
                <a:lnTo>
                  <a:pt x="9281" y="3375"/>
                </a:lnTo>
                <a:lnTo>
                  <a:pt x="9611" y="3595"/>
                </a:lnTo>
                <a:lnTo>
                  <a:pt x="9501" y="3632"/>
                </a:lnTo>
                <a:lnTo>
                  <a:pt x="9281" y="3815"/>
                </a:lnTo>
                <a:lnTo>
                  <a:pt x="9171" y="3925"/>
                </a:lnTo>
                <a:lnTo>
                  <a:pt x="9061" y="4035"/>
                </a:lnTo>
                <a:lnTo>
                  <a:pt x="9061" y="4072"/>
                </a:lnTo>
                <a:lnTo>
                  <a:pt x="9061" y="4109"/>
                </a:lnTo>
                <a:lnTo>
                  <a:pt x="9135" y="4109"/>
                </a:lnTo>
                <a:lnTo>
                  <a:pt x="9245" y="4072"/>
                </a:lnTo>
                <a:lnTo>
                  <a:pt x="9355" y="4072"/>
                </a:lnTo>
                <a:lnTo>
                  <a:pt x="9685" y="3925"/>
                </a:lnTo>
                <a:lnTo>
                  <a:pt x="9905" y="3815"/>
                </a:lnTo>
                <a:lnTo>
                  <a:pt x="10198" y="4035"/>
                </a:lnTo>
                <a:lnTo>
                  <a:pt x="9905" y="4255"/>
                </a:lnTo>
                <a:lnTo>
                  <a:pt x="9611" y="4512"/>
                </a:lnTo>
                <a:lnTo>
                  <a:pt x="9281" y="4475"/>
                </a:lnTo>
                <a:lnTo>
                  <a:pt x="8731" y="4475"/>
                </a:lnTo>
                <a:lnTo>
                  <a:pt x="8584" y="4512"/>
                </a:lnTo>
                <a:lnTo>
                  <a:pt x="8548" y="4549"/>
                </a:lnTo>
                <a:lnTo>
                  <a:pt x="8511" y="4622"/>
                </a:lnTo>
                <a:lnTo>
                  <a:pt x="8328" y="4989"/>
                </a:lnTo>
                <a:lnTo>
                  <a:pt x="8108" y="5356"/>
                </a:lnTo>
                <a:lnTo>
                  <a:pt x="7851" y="5466"/>
                </a:lnTo>
                <a:lnTo>
                  <a:pt x="7594" y="5613"/>
                </a:lnTo>
                <a:lnTo>
                  <a:pt x="7117" y="5906"/>
                </a:lnTo>
                <a:lnTo>
                  <a:pt x="6714" y="6163"/>
                </a:lnTo>
                <a:lnTo>
                  <a:pt x="6530" y="6310"/>
                </a:lnTo>
                <a:lnTo>
                  <a:pt x="6457" y="6383"/>
                </a:lnTo>
                <a:lnTo>
                  <a:pt x="6420" y="6493"/>
                </a:lnTo>
                <a:lnTo>
                  <a:pt x="6384" y="6676"/>
                </a:lnTo>
                <a:lnTo>
                  <a:pt x="6420" y="6786"/>
                </a:lnTo>
                <a:lnTo>
                  <a:pt x="6457" y="6896"/>
                </a:lnTo>
                <a:lnTo>
                  <a:pt x="6567" y="6970"/>
                </a:lnTo>
                <a:lnTo>
                  <a:pt x="6677" y="6970"/>
                </a:lnTo>
                <a:lnTo>
                  <a:pt x="6824" y="7006"/>
                </a:lnTo>
                <a:lnTo>
                  <a:pt x="7117" y="6933"/>
                </a:lnTo>
                <a:lnTo>
                  <a:pt x="7301" y="6860"/>
                </a:lnTo>
                <a:lnTo>
                  <a:pt x="7447" y="6823"/>
                </a:lnTo>
                <a:lnTo>
                  <a:pt x="7484" y="6860"/>
                </a:lnTo>
                <a:lnTo>
                  <a:pt x="7411" y="6896"/>
                </a:lnTo>
                <a:lnTo>
                  <a:pt x="7227" y="7006"/>
                </a:lnTo>
                <a:lnTo>
                  <a:pt x="6860" y="7080"/>
                </a:lnTo>
                <a:lnTo>
                  <a:pt x="6530" y="7153"/>
                </a:lnTo>
                <a:lnTo>
                  <a:pt x="6347" y="7227"/>
                </a:lnTo>
                <a:lnTo>
                  <a:pt x="6237" y="7337"/>
                </a:lnTo>
                <a:lnTo>
                  <a:pt x="6163" y="7483"/>
                </a:lnTo>
                <a:lnTo>
                  <a:pt x="6127" y="7630"/>
                </a:lnTo>
                <a:lnTo>
                  <a:pt x="6127" y="7777"/>
                </a:lnTo>
                <a:lnTo>
                  <a:pt x="6163" y="7924"/>
                </a:lnTo>
                <a:lnTo>
                  <a:pt x="6237" y="8070"/>
                </a:lnTo>
                <a:lnTo>
                  <a:pt x="6384" y="8180"/>
                </a:lnTo>
                <a:lnTo>
                  <a:pt x="6494" y="8180"/>
                </a:lnTo>
                <a:lnTo>
                  <a:pt x="6567" y="8144"/>
                </a:lnTo>
                <a:lnTo>
                  <a:pt x="6640" y="8070"/>
                </a:lnTo>
                <a:lnTo>
                  <a:pt x="6714" y="7997"/>
                </a:lnTo>
                <a:lnTo>
                  <a:pt x="6897" y="7924"/>
                </a:lnTo>
                <a:lnTo>
                  <a:pt x="7337" y="7924"/>
                </a:lnTo>
                <a:lnTo>
                  <a:pt x="8328" y="7997"/>
                </a:lnTo>
                <a:lnTo>
                  <a:pt x="8328" y="8144"/>
                </a:lnTo>
                <a:lnTo>
                  <a:pt x="8364" y="8327"/>
                </a:lnTo>
                <a:lnTo>
                  <a:pt x="8438" y="8474"/>
                </a:lnTo>
                <a:lnTo>
                  <a:pt x="8548" y="8584"/>
                </a:lnTo>
                <a:lnTo>
                  <a:pt x="8768" y="8767"/>
                </a:lnTo>
                <a:lnTo>
                  <a:pt x="8548" y="8694"/>
                </a:lnTo>
                <a:lnTo>
                  <a:pt x="8328" y="8657"/>
                </a:lnTo>
                <a:lnTo>
                  <a:pt x="8291" y="8657"/>
                </a:lnTo>
                <a:lnTo>
                  <a:pt x="8291" y="8731"/>
                </a:lnTo>
                <a:lnTo>
                  <a:pt x="8511" y="8951"/>
                </a:lnTo>
                <a:lnTo>
                  <a:pt x="8768" y="9171"/>
                </a:lnTo>
                <a:lnTo>
                  <a:pt x="9355" y="9501"/>
                </a:lnTo>
                <a:lnTo>
                  <a:pt x="9428" y="9574"/>
                </a:lnTo>
                <a:lnTo>
                  <a:pt x="9538" y="9648"/>
                </a:lnTo>
                <a:lnTo>
                  <a:pt x="9648" y="9684"/>
                </a:lnTo>
                <a:lnTo>
                  <a:pt x="9795" y="9794"/>
                </a:lnTo>
                <a:lnTo>
                  <a:pt x="9942" y="9941"/>
                </a:lnTo>
                <a:lnTo>
                  <a:pt x="10125" y="10198"/>
                </a:lnTo>
                <a:lnTo>
                  <a:pt x="10272" y="10344"/>
                </a:lnTo>
                <a:lnTo>
                  <a:pt x="10418" y="10491"/>
                </a:lnTo>
                <a:lnTo>
                  <a:pt x="10125" y="10858"/>
                </a:lnTo>
                <a:lnTo>
                  <a:pt x="9978" y="10638"/>
                </a:lnTo>
                <a:lnTo>
                  <a:pt x="9795" y="10455"/>
                </a:lnTo>
                <a:lnTo>
                  <a:pt x="9428" y="10161"/>
                </a:lnTo>
                <a:lnTo>
                  <a:pt x="8988" y="9904"/>
                </a:lnTo>
                <a:lnTo>
                  <a:pt x="8401" y="9501"/>
                </a:lnTo>
                <a:lnTo>
                  <a:pt x="8144" y="9171"/>
                </a:lnTo>
                <a:lnTo>
                  <a:pt x="7851" y="8877"/>
                </a:lnTo>
                <a:lnTo>
                  <a:pt x="7557" y="8657"/>
                </a:lnTo>
                <a:lnTo>
                  <a:pt x="7227" y="8437"/>
                </a:lnTo>
                <a:lnTo>
                  <a:pt x="7190" y="8437"/>
                </a:lnTo>
                <a:lnTo>
                  <a:pt x="7190" y="8400"/>
                </a:lnTo>
                <a:lnTo>
                  <a:pt x="7154" y="8400"/>
                </a:lnTo>
                <a:lnTo>
                  <a:pt x="7044" y="8364"/>
                </a:lnTo>
                <a:lnTo>
                  <a:pt x="6677" y="8327"/>
                </a:lnTo>
                <a:lnTo>
                  <a:pt x="6273" y="8290"/>
                </a:lnTo>
                <a:lnTo>
                  <a:pt x="5870" y="8327"/>
                </a:lnTo>
                <a:lnTo>
                  <a:pt x="5466" y="8364"/>
                </a:lnTo>
                <a:lnTo>
                  <a:pt x="5173" y="8437"/>
                </a:lnTo>
                <a:lnTo>
                  <a:pt x="4990" y="8510"/>
                </a:lnTo>
                <a:lnTo>
                  <a:pt x="4843" y="8620"/>
                </a:lnTo>
                <a:lnTo>
                  <a:pt x="4733" y="8731"/>
                </a:lnTo>
                <a:lnTo>
                  <a:pt x="4623" y="8841"/>
                </a:lnTo>
                <a:lnTo>
                  <a:pt x="4549" y="8987"/>
                </a:lnTo>
                <a:lnTo>
                  <a:pt x="4476" y="9171"/>
                </a:lnTo>
                <a:lnTo>
                  <a:pt x="4476" y="9317"/>
                </a:lnTo>
                <a:lnTo>
                  <a:pt x="4476" y="9464"/>
                </a:lnTo>
                <a:lnTo>
                  <a:pt x="4513" y="9611"/>
                </a:lnTo>
                <a:lnTo>
                  <a:pt x="4549" y="9721"/>
                </a:lnTo>
                <a:lnTo>
                  <a:pt x="4733" y="9978"/>
                </a:lnTo>
                <a:lnTo>
                  <a:pt x="4953" y="10161"/>
                </a:lnTo>
                <a:lnTo>
                  <a:pt x="5246" y="10344"/>
                </a:lnTo>
                <a:lnTo>
                  <a:pt x="5577" y="10491"/>
                </a:lnTo>
                <a:lnTo>
                  <a:pt x="5687" y="10491"/>
                </a:lnTo>
                <a:lnTo>
                  <a:pt x="5797" y="10418"/>
                </a:lnTo>
                <a:lnTo>
                  <a:pt x="6090" y="10308"/>
                </a:lnTo>
                <a:lnTo>
                  <a:pt x="6090" y="10418"/>
                </a:lnTo>
                <a:lnTo>
                  <a:pt x="6090" y="10528"/>
                </a:lnTo>
                <a:lnTo>
                  <a:pt x="6163" y="10785"/>
                </a:lnTo>
                <a:lnTo>
                  <a:pt x="6310" y="10968"/>
                </a:lnTo>
                <a:lnTo>
                  <a:pt x="6494" y="11188"/>
                </a:lnTo>
                <a:lnTo>
                  <a:pt x="6494" y="11592"/>
                </a:lnTo>
                <a:lnTo>
                  <a:pt x="6420" y="11958"/>
                </a:lnTo>
                <a:lnTo>
                  <a:pt x="6384" y="12105"/>
                </a:lnTo>
                <a:lnTo>
                  <a:pt x="6420" y="12142"/>
                </a:lnTo>
                <a:lnTo>
                  <a:pt x="6457" y="12179"/>
                </a:lnTo>
                <a:lnTo>
                  <a:pt x="6714" y="12289"/>
                </a:lnTo>
                <a:lnTo>
                  <a:pt x="6970" y="12325"/>
                </a:lnTo>
                <a:lnTo>
                  <a:pt x="7227" y="12252"/>
                </a:lnTo>
                <a:lnTo>
                  <a:pt x="7447" y="12142"/>
                </a:lnTo>
                <a:lnTo>
                  <a:pt x="7924" y="12509"/>
                </a:lnTo>
                <a:lnTo>
                  <a:pt x="7484" y="12655"/>
                </a:lnTo>
                <a:lnTo>
                  <a:pt x="7044" y="12802"/>
                </a:lnTo>
                <a:lnTo>
                  <a:pt x="6714" y="12876"/>
                </a:lnTo>
                <a:lnTo>
                  <a:pt x="6604" y="12765"/>
                </a:lnTo>
                <a:lnTo>
                  <a:pt x="6494" y="12582"/>
                </a:lnTo>
                <a:lnTo>
                  <a:pt x="6310" y="12289"/>
                </a:lnTo>
                <a:lnTo>
                  <a:pt x="6090" y="12032"/>
                </a:lnTo>
                <a:lnTo>
                  <a:pt x="5870" y="11812"/>
                </a:lnTo>
                <a:lnTo>
                  <a:pt x="5466" y="11372"/>
                </a:lnTo>
                <a:lnTo>
                  <a:pt x="5100" y="10895"/>
                </a:lnTo>
                <a:lnTo>
                  <a:pt x="5063" y="10858"/>
                </a:lnTo>
                <a:lnTo>
                  <a:pt x="4990" y="10858"/>
                </a:lnTo>
                <a:lnTo>
                  <a:pt x="4953" y="10895"/>
                </a:lnTo>
                <a:lnTo>
                  <a:pt x="4953" y="10931"/>
                </a:lnTo>
                <a:lnTo>
                  <a:pt x="4953" y="11151"/>
                </a:lnTo>
                <a:lnTo>
                  <a:pt x="5026" y="11335"/>
                </a:lnTo>
                <a:lnTo>
                  <a:pt x="5100" y="11518"/>
                </a:lnTo>
                <a:lnTo>
                  <a:pt x="5246" y="11702"/>
                </a:lnTo>
                <a:lnTo>
                  <a:pt x="5540" y="12032"/>
                </a:lnTo>
                <a:lnTo>
                  <a:pt x="5833" y="12325"/>
                </a:lnTo>
                <a:lnTo>
                  <a:pt x="6017" y="12582"/>
                </a:lnTo>
                <a:lnTo>
                  <a:pt x="6200" y="12912"/>
                </a:lnTo>
                <a:lnTo>
                  <a:pt x="5650" y="12949"/>
                </a:lnTo>
                <a:lnTo>
                  <a:pt x="5026" y="12362"/>
                </a:lnTo>
                <a:lnTo>
                  <a:pt x="4659" y="11995"/>
                </a:lnTo>
                <a:lnTo>
                  <a:pt x="4513" y="11812"/>
                </a:lnTo>
                <a:lnTo>
                  <a:pt x="4439" y="11555"/>
                </a:lnTo>
                <a:lnTo>
                  <a:pt x="4403" y="11518"/>
                </a:lnTo>
                <a:lnTo>
                  <a:pt x="4329" y="11482"/>
                </a:lnTo>
                <a:lnTo>
                  <a:pt x="4256" y="11482"/>
                </a:lnTo>
                <a:lnTo>
                  <a:pt x="4219" y="11555"/>
                </a:lnTo>
                <a:lnTo>
                  <a:pt x="4219" y="11665"/>
                </a:lnTo>
                <a:lnTo>
                  <a:pt x="4219" y="11812"/>
                </a:lnTo>
                <a:lnTo>
                  <a:pt x="4293" y="12032"/>
                </a:lnTo>
                <a:lnTo>
                  <a:pt x="4403" y="12252"/>
                </a:lnTo>
                <a:lnTo>
                  <a:pt x="4586" y="12435"/>
                </a:lnTo>
                <a:lnTo>
                  <a:pt x="4953" y="12876"/>
                </a:lnTo>
                <a:lnTo>
                  <a:pt x="4880" y="12876"/>
                </a:lnTo>
                <a:lnTo>
                  <a:pt x="4880" y="12839"/>
                </a:lnTo>
                <a:lnTo>
                  <a:pt x="4880" y="12802"/>
                </a:lnTo>
                <a:lnTo>
                  <a:pt x="4843" y="12765"/>
                </a:lnTo>
                <a:lnTo>
                  <a:pt x="4549" y="12692"/>
                </a:lnTo>
                <a:lnTo>
                  <a:pt x="4439" y="12655"/>
                </a:lnTo>
                <a:lnTo>
                  <a:pt x="4366" y="12545"/>
                </a:lnTo>
                <a:lnTo>
                  <a:pt x="4293" y="12362"/>
                </a:lnTo>
                <a:lnTo>
                  <a:pt x="4073" y="11995"/>
                </a:lnTo>
                <a:lnTo>
                  <a:pt x="3926" y="11848"/>
                </a:lnTo>
                <a:lnTo>
                  <a:pt x="3816" y="11738"/>
                </a:lnTo>
                <a:lnTo>
                  <a:pt x="3816" y="11665"/>
                </a:lnTo>
                <a:lnTo>
                  <a:pt x="3816" y="11592"/>
                </a:lnTo>
                <a:lnTo>
                  <a:pt x="3779" y="11555"/>
                </a:lnTo>
                <a:lnTo>
                  <a:pt x="3742" y="11518"/>
                </a:lnTo>
                <a:lnTo>
                  <a:pt x="3669" y="11555"/>
                </a:lnTo>
                <a:lnTo>
                  <a:pt x="3559" y="11628"/>
                </a:lnTo>
                <a:lnTo>
                  <a:pt x="3522" y="11702"/>
                </a:lnTo>
                <a:lnTo>
                  <a:pt x="3522" y="11848"/>
                </a:lnTo>
                <a:lnTo>
                  <a:pt x="3559" y="11958"/>
                </a:lnTo>
                <a:lnTo>
                  <a:pt x="3669" y="12105"/>
                </a:lnTo>
                <a:lnTo>
                  <a:pt x="3779" y="12252"/>
                </a:lnTo>
                <a:lnTo>
                  <a:pt x="3889" y="12435"/>
                </a:lnTo>
                <a:lnTo>
                  <a:pt x="3963" y="12655"/>
                </a:lnTo>
                <a:lnTo>
                  <a:pt x="3963" y="12655"/>
                </a:lnTo>
                <a:lnTo>
                  <a:pt x="3376" y="12435"/>
                </a:lnTo>
                <a:lnTo>
                  <a:pt x="2825" y="12105"/>
                </a:lnTo>
                <a:lnTo>
                  <a:pt x="2789" y="12069"/>
                </a:lnTo>
                <a:lnTo>
                  <a:pt x="2715" y="11958"/>
                </a:lnTo>
                <a:lnTo>
                  <a:pt x="2605" y="11885"/>
                </a:lnTo>
                <a:lnTo>
                  <a:pt x="2349" y="11812"/>
                </a:lnTo>
                <a:lnTo>
                  <a:pt x="2312" y="11738"/>
                </a:lnTo>
                <a:lnTo>
                  <a:pt x="2165" y="11115"/>
                </a:lnTo>
                <a:lnTo>
                  <a:pt x="2092" y="10748"/>
                </a:lnTo>
                <a:lnTo>
                  <a:pt x="2055" y="10381"/>
                </a:lnTo>
                <a:lnTo>
                  <a:pt x="2055" y="10051"/>
                </a:lnTo>
                <a:lnTo>
                  <a:pt x="2092" y="9868"/>
                </a:lnTo>
                <a:lnTo>
                  <a:pt x="2165" y="9758"/>
                </a:lnTo>
                <a:lnTo>
                  <a:pt x="2238" y="9611"/>
                </a:lnTo>
                <a:lnTo>
                  <a:pt x="2349" y="9538"/>
                </a:lnTo>
                <a:lnTo>
                  <a:pt x="2495" y="9464"/>
                </a:lnTo>
                <a:lnTo>
                  <a:pt x="2679" y="9391"/>
                </a:lnTo>
                <a:lnTo>
                  <a:pt x="2715" y="9391"/>
                </a:lnTo>
                <a:lnTo>
                  <a:pt x="2752" y="9354"/>
                </a:lnTo>
                <a:lnTo>
                  <a:pt x="2789" y="9281"/>
                </a:lnTo>
                <a:lnTo>
                  <a:pt x="2789" y="9207"/>
                </a:lnTo>
                <a:lnTo>
                  <a:pt x="2715" y="9024"/>
                </a:lnTo>
                <a:lnTo>
                  <a:pt x="2605" y="8841"/>
                </a:lnTo>
                <a:lnTo>
                  <a:pt x="2495" y="8694"/>
                </a:lnTo>
                <a:lnTo>
                  <a:pt x="2349" y="8510"/>
                </a:lnTo>
                <a:lnTo>
                  <a:pt x="2055" y="8254"/>
                </a:lnTo>
                <a:lnTo>
                  <a:pt x="1725" y="7960"/>
                </a:lnTo>
                <a:lnTo>
                  <a:pt x="1505" y="7813"/>
                </a:lnTo>
                <a:lnTo>
                  <a:pt x="1285" y="7630"/>
                </a:lnTo>
                <a:lnTo>
                  <a:pt x="1175" y="7447"/>
                </a:lnTo>
                <a:lnTo>
                  <a:pt x="991" y="7300"/>
                </a:lnTo>
                <a:lnTo>
                  <a:pt x="771" y="7153"/>
                </a:lnTo>
                <a:lnTo>
                  <a:pt x="551" y="7117"/>
                </a:lnTo>
                <a:lnTo>
                  <a:pt x="661" y="6566"/>
                </a:lnTo>
                <a:lnTo>
                  <a:pt x="771" y="6089"/>
                </a:lnTo>
                <a:lnTo>
                  <a:pt x="808" y="6016"/>
                </a:lnTo>
                <a:lnTo>
                  <a:pt x="955" y="5943"/>
                </a:lnTo>
                <a:lnTo>
                  <a:pt x="1101" y="5906"/>
                </a:lnTo>
                <a:lnTo>
                  <a:pt x="1248" y="5906"/>
                </a:lnTo>
                <a:lnTo>
                  <a:pt x="1395" y="5943"/>
                </a:lnTo>
                <a:lnTo>
                  <a:pt x="1505" y="6016"/>
                </a:lnTo>
                <a:lnTo>
                  <a:pt x="1615" y="6126"/>
                </a:lnTo>
                <a:lnTo>
                  <a:pt x="1652" y="6236"/>
                </a:lnTo>
                <a:lnTo>
                  <a:pt x="1652" y="6420"/>
                </a:lnTo>
                <a:lnTo>
                  <a:pt x="1652" y="6530"/>
                </a:lnTo>
                <a:lnTo>
                  <a:pt x="1688" y="6566"/>
                </a:lnTo>
                <a:lnTo>
                  <a:pt x="1725" y="6566"/>
                </a:lnTo>
                <a:lnTo>
                  <a:pt x="1945" y="6676"/>
                </a:lnTo>
                <a:lnTo>
                  <a:pt x="2128" y="6786"/>
                </a:lnTo>
                <a:lnTo>
                  <a:pt x="2275" y="6970"/>
                </a:lnTo>
                <a:lnTo>
                  <a:pt x="2385" y="7153"/>
                </a:lnTo>
                <a:lnTo>
                  <a:pt x="2459" y="7227"/>
                </a:lnTo>
                <a:lnTo>
                  <a:pt x="2532" y="7227"/>
                </a:lnTo>
                <a:lnTo>
                  <a:pt x="2605" y="7190"/>
                </a:lnTo>
                <a:lnTo>
                  <a:pt x="2642" y="7080"/>
                </a:lnTo>
                <a:lnTo>
                  <a:pt x="2532" y="5943"/>
                </a:lnTo>
                <a:lnTo>
                  <a:pt x="2752" y="5906"/>
                </a:lnTo>
                <a:lnTo>
                  <a:pt x="3009" y="5796"/>
                </a:lnTo>
                <a:lnTo>
                  <a:pt x="3229" y="5723"/>
                </a:lnTo>
                <a:lnTo>
                  <a:pt x="3449" y="5686"/>
                </a:lnTo>
                <a:lnTo>
                  <a:pt x="3669" y="5649"/>
                </a:lnTo>
                <a:lnTo>
                  <a:pt x="3889" y="5686"/>
                </a:lnTo>
                <a:lnTo>
                  <a:pt x="4293" y="5723"/>
                </a:lnTo>
                <a:lnTo>
                  <a:pt x="5100" y="5723"/>
                </a:lnTo>
                <a:lnTo>
                  <a:pt x="5283" y="5649"/>
                </a:lnTo>
                <a:lnTo>
                  <a:pt x="5503" y="5576"/>
                </a:lnTo>
                <a:lnTo>
                  <a:pt x="5577" y="5539"/>
                </a:lnTo>
                <a:lnTo>
                  <a:pt x="5613" y="5466"/>
                </a:lnTo>
                <a:lnTo>
                  <a:pt x="5613" y="5356"/>
                </a:lnTo>
                <a:lnTo>
                  <a:pt x="5577" y="5282"/>
                </a:lnTo>
                <a:lnTo>
                  <a:pt x="5246" y="4916"/>
                </a:lnTo>
                <a:lnTo>
                  <a:pt x="4880" y="4549"/>
                </a:lnTo>
                <a:lnTo>
                  <a:pt x="4696" y="4365"/>
                </a:lnTo>
                <a:lnTo>
                  <a:pt x="4513" y="4219"/>
                </a:lnTo>
                <a:lnTo>
                  <a:pt x="4293" y="4109"/>
                </a:lnTo>
                <a:lnTo>
                  <a:pt x="4036" y="3999"/>
                </a:lnTo>
                <a:lnTo>
                  <a:pt x="3999" y="3889"/>
                </a:lnTo>
                <a:lnTo>
                  <a:pt x="3963" y="3815"/>
                </a:lnTo>
                <a:lnTo>
                  <a:pt x="3852" y="3742"/>
                </a:lnTo>
                <a:lnTo>
                  <a:pt x="3742" y="3668"/>
                </a:lnTo>
                <a:lnTo>
                  <a:pt x="3376" y="3522"/>
                </a:lnTo>
                <a:lnTo>
                  <a:pt x="3192" y="3448"/>
                </a:lnTo>
                <a:lnTo>
                  <a:pt x="2972" y="3412"/>
                </a:lnTo>
                <a:lnTo>
                  <a:pt x="3412" y="3228"/>
                </a:lnTo>
                <a:lnTo>
                  <a:pt x="3816" y="3045"/>
                </a:lnTo>
                <a:lnTo>
                  <a:pt x="4256" y="2935"/>
                </a:lnTo>
                <a:lnTo>
                  <a:pt x="4696" y="2861"/>
                </a:lnTo>
                <a:lnTo>
                  <a:pt x="5136" y="2788"/>
                </a:lnTo>
                <a:lnTo>
                  <a:pt x="6494" y="2788"/>
                </a:lnTo>
                <a:lnTo>
                  <a:pt x="6567" y="2751"/>
                </a:lnTo>
                <a:lnTo>
                  <a:pt x="6567" y="2678"/>
                </a:lnTo>
                <a:close/>
                <a:moveTo>
                  <a:pt x="5100" y="15590"/>
                </a:moveTo>
                <a:lnTo>
                  <a:pt x="5246" y="15627"/>
                </a:lnTo>
                <a:lnTo>
                  <a:pt x="5503" y="15700"/>
                </a:lnTo>
                <a:lnTo>
                  <a:pt x="5393" y="15737"/>
                </a:lnTo>
                <a:lnTo>
                  <a:pt x="5320" y="15810"/>
                </a:lnTo>
                <a:lnTo>
                  <a:pt x="5246" y="15920"/>
                </a:lnTo>
                <a:lnTo>
                  <a:pt x="5246" y="16030"/>
                </a:lnTo>
                <a:lnTo>
                  <a:pt x="5210" y="16177"/>
                </a:lnTo>
                <a:lnTo>
                  <a:pt x="5246" y="16360"/>
                </a:lnTo>
                <a:lnTo>
                  <a:pt x="5246" y="16434"/>
                </a:lnTo>
                <a:lnTo>
                  <a:pt x="5283" y="16507"/>
                </a:lnTo>
                <a:lnTo>
                  <a:pt x="5356" y="16580"/>
                </a:lnTo>
                <a:lnTo>
                  <a:pt x="5430" y="16617"/>
                </a:lnTo>
                <a:lnTo>
                  <a:pt x="5540" y="16617"/>
                </a:lnTo>
                <a:lnTo>
                  <a:pt x="5870" y="16947"/>
                </a:lnTo>
                <a:lnTo>
                  <a:pt x="6237" y="17167"/>
                </a:lnTo>
                <a:lnTo>
                  <a:pt x="6567" y="17351"/>
                </a:lnTo>
                <a:lnTo>
                  <a:pt x="6750" y="17424"/>
                </a:lnTo>
                <a:lnTo>
                  <a:pt x="3449" y="17387"/>
                </a:lnTo>
                <a:lnTo>
                  <a:pt x="3596" y="17314"/>
                </a:lnTo>
                <a:lnTo>
                  <a:pt x="3926" y="17167"/>
                </a:lnTo>
                <a:lnTo>
                  <a:pt x="4256" y="16984"/>
                </a:lnTo>
                <a:lnTo>
                  <a:pt x="4476" y="16837"/>
                </a:lnTo>
                <a:lnTo>
                  <a:pt x="4696" y="16654"/>
                </a:lnTo>
                <a:lnTo>
                  <a:pt x="4770" y="16690"/>
                </a:lnTo>
                <a:lnTo>
                  <a:pt x="4880" y="16690"/>
                </a:lnTo>
                <a:lnTo>
                  <a:pt x="4953" y="16654"/>
                </a:lnTo>
                <a:lnTo>
                  <a:pt x="5026" y="16580"/>
                </a:lnTo>
                <a:lnTo>
                  <a:pt x="5136" y="16397"/>
                </a:lnTo>
                <a:lnTo>
                  <a:pt x="5210" y="16214"/>
                </a:lnTo>
                <a:lnTo>
                  <a:pt x="5173" y="16103"/>
                </a:lnTo>
                <a:lnTo>
                  <a:pt x="5100" y="16030"/>
                </a:lnTo>
                <a:lnTo>
                  <a:pt x="5063" y="15993"/>
                </a:lnTo>
                <a:lnTo>
                  <a:pt x="5100" y="15773"/>
                </a:lnTo>
                <a:lnTo>
                  <a:pt x="5100" y="15590"/>
                </a:lnTo>
                <a:close/>
                <a:moveTo>
                  <a:pt x="9795" y="0"/>
                </a:moveTo>
                <a:lnTo>
                  <a:pt x="9648" y="74"/>
                </a:lnTo>
                <a:lnTo>
                  <a:pt x="9391" y="110"/>
                </a:lnTo>
                <a:lnTo>
                  <a:pt x="9171" y="220"/>
                </a:lnTo>
                <a:lnTo>
                  <a:pt x="9061" y="294"/>
                </a:lnTo>
                <a:lnTo>
                  <a:pt x="8988" y="404"/>
                </a:lnTo>
                <a:lnTo>
                  <a:pt x="8951" y="514"/>
                </a:lnTo>
                <a:lnTo>
                  <a:pt x="8915" y="661"/>
                </a:lnTo>
                <a:lnTo>
                  <a:pt x="8915" y="771"/>
                </a:lnTo>
                <a:lnTo>
                  <a:pt x="8915" y="881"/>
                </a:lnTo>
                <a:lnTo>
                  <a:pt x="8988" y="1027"/>
                </a:lnTo>
                <a:lnTo>
                  <a:pt x="9025" y="1137"/>
                </a:lnTo>
                <a:lnTo>
                  <a:pt x="8254" y="2348"/>
                </a:lnTo>
                <a:lnTo>
                  <a:pt x="7631" y="2201"/>
                </a:lnTo>
                <a:lnTo>
                  <a:pt x="7007" y="2165"/>
                </a:lnTo>
                <a:lnTo>
                  <a:pt x="6384" y="2165"/>
                </a:lnTo>
                <a:lnTo>
                  <a:pt x="5797" y="2238"/>
                </a:lnTo>
                <a:lnTo>
                  <a:pt x="5650" y="2275"/>
                </a:lnTo>
                <a:lnTo>
                  <a:pt x="5577" y="2385"/>
                </a:lnTo>
                <a:lnTo>
                  <a:pt x="5100" y="2348"/>
                </a:lnTo>
                <a:lnTo>
                  <a:pt x="4623" y="2421"/>
                </a:lnTo>
                <a:lnTo>
                  <a:pt x="4109" y="2495"/>
                </a:lnTo>
                <a:lnTo>
                  <a:pt x="3632" y="2641"/>
                </a:lnTo>
                <a:lnTo>
                  <a:pt x="3192" y="2825"/>
                </a:lnTo>
                <a:lnTo>
                  <a:pt x="2715" y="3045"/>
                </a:lnTo>
                <a:lnTo>
                  <a:pt x="2312" y="3302"/>
                </a:lnTo>
                <a:lnTo>
                  <a:pt x="1945" y="3558"/>
                </a:lnTo>
                <a:lnTo>
                  <a:pt x="1505" y="3925"/>
                </a:lnTo>
                <a:lnTo>
                  <a:pt x="1138" y="4365"/>
                </a:lnTo>
                <a:lnTo>
                  <a:pt x="808" y="4806"/>
                </a:lnTo>
                <a:lnTo>
                  <a:pt x="551" y="5282"/>
                </a:lnTo>
                <a:lnTo>
                  <a:pt x="331" y="5796"/>
                </a:lnTo>
                <a:lnTo>
                  <a:pt x="184" y="6346"/>
                </a:lnTo>
                <a:lnTo>
                  <a:pt x="74" y="6896"/>
                </a:lnTo>
                <a:lnTo>
                  <a:pt x="1" y="7447"/>
                </a:lnTo>
                <a:lnTo>
                  <a:pt x="1" y="7997"/>
                </a:lnTo>
                <a:lnTo>
                  <a:pt x="38" y="8547"/>
                </a:lnTo>
                <a:lnTo>
                  <a:pt x="148" y="9097"/>
                </a:lnTo>
                <a:lnTo>
                  <a:pt x="294" y="9648"/>
                </a:lnTo>
                <a:lnTo>
                  <a:pt x="478" y="10161"/>
                </a:lnTo>
                <a:lnTo>
                  <a:pt x="698" y="10638"/>
                </a:lnTo>
                <a:lnTo>
                  <a:pt x="991" y="11115"/>
                </a:lnTo>
                <a:lnTo>
                  <a:pt x="1358" y="11555"/>
                </a:lnTo>
                <a:lnTo>
                  <a:pt x="1725" y="11958"/>
                </a:lnTo>
                <a:lnTo>
                  <a:pt x="2165" y="12325"/>
                </a:lnTo>
                <a:lnTo>
                  <a:pt x="2679" y="12655"/>
                </a:lnTo>
                <a:lnTo>
                  <a:pt x="3156" y="12912"/>
                </a:lnTo>
                <a:lnTo>
                  <a:pt x="3706" y="13132"/>
                </a:lnTo>
                <a:lnTo>
                  <a:pt x="4256" y="13279"/>
                </a:lnTo>
                <a:lnTo>
                  <a:pt x="4806" y="13389"/>
                </a:lnTo>
                <a:lnTo>
                  <a:pt x="5393" y="13462"/>
                </a:lnTo>
                <a:lnTo>
                  <a:pt x="5943" y="13462"/>
                </a:lnTo>
                <a:lnTo>
                  <a:pt x="6494" y="13426"/>
                </a:lnTo>
                <a:lnTo>
                  <a:pt x="7044" y="13352"/>
                </a:lnTo>
                <a:lnTo>
                  <a:pt x="7594" y="13206"/>
                </a:lnTo>
                <a:lnTo>
                  <a:pt x="8108" y="13022"/>
                </a:lnTo>
                <a:lnTo>
                  <a:pt x="8621" y="12802"/>
                </a:lnTo>
                <a:lnTo>
                  <a:pt x="9098" y="12509"/>
                </a:lnTo>
                <a:lnTo>
                  <a:pt x="9538" y="12215"/>
                </a:lnTo>
                <a:lnTo>
                  <a:pt x="10052" y="11775"/>
                </a:lnTo>
                <a:lnTo>
                  <a:pt x="10492" y="11262"/>
                </a:lnTo>
                <a:lnTo>
                  <a:pt x="10932" y="10711"/>
                </a:lnTo>
                <a:lnTo>
                  <a:pt x="11299" y="10161"/>
                </a:lnTo>
                <a:lnTo>
                  <a:pt x="11629" y="9538"/>
                </a:lnTo>
                <a:lnTo>
                  <a:pt x="11886" y="8914"/>
                </a:lnTo>
                <a:lnTo>
                  <a:pt x="12106" y="8290"/>
                </a:lnTo>
                <a:lnTo>
                  <a:pt x="12179" y="7924"/>
                </a:lnTo>
                <a:lnTo>
                  <a:pt x="12216" y="7593"/>
                </a:lnTo>
                <a:lnTo>
                  <a:pt x="12253" y="7080"/>
                </a:lnTo>
                <a:lnTo>
                  <a:pt x="12216" y="6603"/>
                </a:lnTo>
                <a:lnTo>
                  <a:pt x="12106" y="6126"/>
                </a:lnTo>
                <a:lnTo>
                  <a:pt x="11922" y="5649"/>
                </a:lnTo>
                <a:lnTo>
                  <a:pt x="11739" y="5172"/>
                </a:lnTo>
                <a:lnTo>
                  <a:pt x="11482" y="4732"/>
                </a:lnTo>
                <a:lnTo>
                  <a:pt x="11189" y="4329"/>
                </a:lnTo>
                <a:lnTo>
                  <a:pt x="10859" y="3962"/>
                </a:lnTo>
                <a:lnTo>
                  <a:pt x="10822" y="3852"/>
                </a:lnTo>
                <a:lnTo>
                  <a:pt x="10712" y="3815"/>
                </a:lnTo>
                <a:lnTo>
                  <a:pt x="10272" y="3375"/>
                </a:lnTo>
                <a:lnTo>
                  <a:pt x="10162" y="3302"/>
                </a:lnTo>
                <a:lnTo>
                  <a:pt x="9832" y="3082"/>
                </a:lnTo>
                <a:lnTo>
                  <a:pt x="9501" y="2861"/>
                </a:lnTo>
                <a:lnTo>
                  <a:pt x="9135" y="2678"/>
                </a:lnTo>
                <a:lnTo>
                  <a:pt x="8768" y="2531"/>
                </a:lnTo>
                <a:lnTo>
                  <a:pt x="8804" y="2458"/>
                </a:lnTo>
                <a:lnTo>
                  <a:pt x="8841" y="2421"/>
                </a:lnTo>
                <a:lnTo>
                  <a:pt x="8804" y="2348"/>
                </a:lnTo>
                <a:lnTo>
                  <a:pt x="9171" y="1871"/>
                </a:lnTo>
                <a:lnTo>
                  <a:pt x="9501" y="1394"/>
                </a:lnTo>
                <a:lnTo>
                  <a:pt x="9758" y="1394"/>
                </a:lnTo>
                <a:lnTo>
                  <a:pt x="9868" y="1358"/>
                </a:lnTo>
                <a:lnTo>
                  <a:pt x="9978" y="1284"/>
                </a:lnTo>
                <a:lnTo>
                  <a:pt x="10052" y="1211"/>
                </a:lnTo>
                <a:lnTo>
                  <a:pt x="10602" y="1468"/>
                </a:lnTo>
                <a:lnTo>
                  <a:pt x="11079" y="1798"/>
                </a:lnTo>
                <a:lnTo>
                  <a:pt x="11556" y="2128"/>
                </a:lnTo>
                <a:lnTo>
                  <a:pt x="11996" y="2531"/>
                </a:lnTo>
                <a:lnTo>
                  <a:pt x="12399" y="2972"/>
                </a:lnTo>
                <a:lnTo>
                  <a:pt x="12766" y="3412"/>
                </a:lnTo>
                <a:lnTo>
                  <a:pt x="13060" y="3925"/>
                </a:lnTo>
                <a:lnTo>
                  <a:pt x="13353" y="4439"/>
                </a:lnTo>
                <a:lnTo>
                  <a:pt x="13573" y="4989"/>
                </a:lnTo>
                <a:lnTo>
                  <a:pt x="13757" y="5539"/>
                </a:lnTo>
                <a:lnTo>
                  <a:pt x="13903" y="6126"/>
                </a:lnTo>
                <a:lnTo>
                  <a:pt x="14013" y="6713"/>
                </a:lnTo>
                <a:lnTo>
                  <a:pt x="14087" y="7300"/>
                </a:lnTo>
                <a:lnTo>
                  <a:pt x="14087" y="7887"/>
                </a:lnTo>
                <a:lnTo>
                  <a:pt x="14087" y="8510"/>
                </a:lnTo>
                <a:lnTo>
                  <a:pt x="14013" y="9097"/>
                </a:lnTo>
                <a:lnTo>
                  <a:pt x="13867" y="9758"/>
                </a:lnTo>
                <a:lnTo>
                  <a:pt x="13720" y="10381"/>
                </a:lnTo>
                <a:lnTo>
                  <a:pt x="13463" y="11005"/>
                </a:lnTo>
                <a:lnTo>
                  <a:pt x="13206" y="11592"/>
                </a:lnTo>
                <a:lnTo>
                  <a:pt x="12876" y="12179"/>
                </a:lnTo>
                <a:lnTo>
                  <a:pt x="12473" y="12692"/>
                </a:lnTo>
                <a:lnTo>
                  <a:pt x="12069" y="13206"/>
                </a:lnTo>
                <a:lnTo>
                  <a:pt x="11592" y="13683"/>
                </a:lnTo>
                <a:lnTo>
                  <a:pt x="11079" y="14049"/>
                </a:lnTo>
                <a:lnTo>
                  <a:pt x="10565" y="14416"/>
                </a:lnTo>
                <a:lnTo>
                  <a:pt x="9978" y="14710"/>
                </a:lnTo>
                <a:lnTo>
                  <a:pt x="9391" y="14966"/>
                </a:lnTo>
                <a:lnTo>
                  <a:pt x="8804" y="15150"/>
                </a:lnTo>
                <a:lnTo>
                  <a:pt x="8181" y="15260"/>
                </a:lnTo>
                <a:lnTo>
                  <a:pt x="7557" y="15333"/>
                </a:lnTo>
                <a:lnTo>
                  <a:pt x="6897" y="15370"/>
                </a:lnTo>
                <a:lnTo>
                  <a:pt x="6420" y="15333"/>
                </a:lnTo>
                <a:lnTo>
                  <a:pt x="5943" y="15296"/>
                </a:lnTo>
                <a:lnTo>
                  <a:pt x="5466" y="15186"/>
                </a:lnTo>
                <a:lnTo>
                  <a:pt x="5026" y="15076"/>
                </a:lnTo>
                <a:lnTo>
                  <a:pt x="4549" y="14893"/>
                </a:lnTo>
                <a:lnTo>
                  <a:pt x="4109" y="14673"/>
                </a:lnTo>
                <a:lnTo>
                  <a:pt x="3632" y="14453"/>
                </a:lnTo>
                <a:lnTo>
                  <a:pt x="3669" y="14416"/>
                </a:lnTo>
                <a:lnTo>
                  <a:pt x="3706" y="14343"/>
                </a:lnTo>
                <a:lnTo>
                  <a:pt x="3706" y="14269"/>
                </a:lnTo>
                <a:lnTo>
                  <a:pt x="3706" y="14196"/>
                </a:lnTo>
                <a:lnTo>
                  <a:pt x="3669" y="14123"/>
                </a:lnTo>
                <a:lnTo>
                  <a:pt x="3522" y="14013"/>
                </a:lnTo>
                <a:lnTo>
                  <a:pt x="3376" y="13939"/>
                </a:lnTo>
                <a:lnTo>
                  <a:pt x="3229" y="13903"/>
                </a:lnTo>
                <a:lnTo>
                  <a:pt x="3009" y="13903"/>
                </a:lnTo>
                <a:lnTo>
                  <a:pt x="2899" y="13939"/>
                </a:lnTo>
                <a:lnTo>
                  <a:pt x="2752" y="14013"/>
                </a:lnTo>
                <a:lnTo>
                  <a:pt x="2642" y="14123"/>
                </a:lnTo>
                <a:lnTo>
                  <a:pt x="2605" y="14269"/>
                </a:lnTo>
                <a:lnTo>
                  <a:pt x="2605" y="14416"/>
                </a:lnTo>
                <a:lnTo>
                  <a:pt x="2642" y="14563"/>
                </a:lnTo>
                <a:lnTo>
                  <a:pt x="2715" y="14710"/>
                </a:lnTo>
                <a:lnTo>
                  <a:pt x="2825" y="14820"/>
                </a:lnTo>
                <a:lnTo>
                  <a:pt x="2972" y="14856"/>
                </a:lnTo>
                <a:lnTo>
                  <a:pt x="3119" y="14893"/>
                </a:lnTo>
                <a:lnTo>
                  <a:pt x="3266" y="14856"/>
                </a:lnTo>
                <a:lnTo>
                  <a:pt x="3376" y="14746"/>
                </a:lnTo>
                <a:lnTo>
                  <a:pt x="3522" y="14856"/>
                </a:lnTo>
                <a:lnTo>
                  <a:pt x="4036" y="15150"/>
                </a:lnTo>
                <a:lnTo>
                  <a:pt x="4439" y="15333"/>
                </a:lnTo>
                <a:lnTo>
                  <a:pt x="4806" y="15480"/>
                </a:lnTo>
                <a:lnTo>
                  <a:pt x="4770" y="15553"/>
                </a:lnTo>
                <a:lnTo>
                  <a:pt x="4733" y="15590"/>
                </a:lnTo>
                <a:lnTo>
                  <a:pt x="4659" y="15810"/>
                </a:lnTo>
                <a:lnTo>
                  <a:pt x="4623" y="16030"/>
                </a:lnTo>
                <a:lnTo>
                  <a:pt x="4586" y="16470"/>
                </a:lnTo>
                <a:lnTo>
                  <a:pt x="3963" y="16654"/>
                </a:lnTo>
                <a:lnTo>
                  <a:pt x="3376" y="16910"/>
                </a:lnTo>
                <a:lnTo>
                  <a:pt x="2752" y="17167"/>
                </a:lnTo>
                <a:lnTo>
                  <a:pt x="2128" y="17387"/>
                </a:lnTo>
                <a:lnTo>
                  <a:pt x="2055" y="17424"/>
                </a:lnTo>
                <a:lnTo>
                  <a:pt x="2018" y="17497"/>
                </a:lnTo>
                <a:lnTo>
                  <a:pt x="1982" y="17571"/>
                </a:lnTo>
                <a:lnTo>
                  <a:pt x="1982" y="17644"/>
                </a:lnTo>
                <a:lnTo>
                  <a:pt x="2018" y="17717"/>
                </a:lnTo>
                <a:lnTo>
                  <a:pt x="2055" y="17791"/>
                </a:lnTo>
                <a:lnTo>
                  <a:pt x="2128" y="17828"/>
                </a:lnTo>
                <a:lnTo>
                  <a:pt x="2202" y="17864"/>
                </a:lnTo>
                <a:lnTo>
                  <a:pt x="8401" y="17901"/>
                </a:lnTo>
                <a:lnTo>
                  <a:pt x="8474" y="17901"/>
                </a:lnTo>
                <a:lnTo>
                  <a:pt x="8548" y="17864"/>
                </a:lnTo>
                <a:lnTo>
                  <a:pt x="8621" y="17791"/>
                </a:lnTo>
                <a:lnTo>
                  <a:pt x="8621" y="17717"/>
                </a:lnTo>
                <a:lnTo>
                  <a:pt x="8621" y="17644"/>
                </a:lnTo>
                <a:lnTo>
                  <a:pt x="8621" y="17571"/>
                </a:lnTo>
                <a:lnTo>
                  <a:pt x="8584" y="17497"/>
                </a:lnTo>
                <a:lnTo>
                  <a:pt x="8474" y="17424"/>
                </a:lnTo>
                <a:lnTo>
                  <a:pt x="8108" y="17277"/>
                </a:lnTo>
                <a:lnTo>
                  <a:pt x="7667" y="17167"/>
                </a:lnTo>
                <a:lnTo>
                  <a:pt x="7264" y="17057"/>
                </a:lnTo>
                <a:lnTo>
                  <a:pt x="6860" y="16947"/>
                </a:lnTo>
                <a:lnTo>
                  <a:pt x="6494" y="16764"/>
                </a:lnTo>
                <a:lnTo>
                  <a:pt x="6163" y="16544"/>
                </a:lnTo>
                <a:lnTo>
                  <a:pt x="5907" y="16324"/>
                </a:lnTo>
                <a:lnTo>
                  <a:pt x="5797" y="16214"/>
                </a:lnTo>
                <a:lnTo>
                  <a:pt x="5650" y="16140"/>
                </a:lnTo>
                <a:lnTo>
                  <a:pt x="5650" y="16103"/>
                </a:lnTo>
                <a:lnTo>
                  <a:pt x="5687" y="15920"/>
                </a:lnTo>
                <a:lnTo>
                  <a:pt x="5650" y="15737"/>
                </a:lnTo>
                <a:lnTo>
                  <a:pt x="6127" y="15810"/>
                </a:lnTo>
                <a:lnTo>
                  <a:pt x="6640" y="15847"/>
                </a:lnTo>
                <a:lnTo>
                  <a:pt x="7631" y="15847"/>
                </a:lnTo>
                <a:lnTo>
                  <a:pt x="8218" y="15773"/>
                </a:lnTo>
                <a:lnTo>
                  <a:pt x="8841" y="15627"/>
                </a:lnTo>
                <a:lnTo>
                  <a:pt x="9428" y="15480"/>
                </a:lnTo>
                <a:lnTo>
                  <a:pt x="10015" y="15260"/>
                </a:lnTo>
                <a:lnTo>
                  <a:pt x="10565" y="14966"/>
                </a:lnTo>
                <a:lnTo>
                  <a:pt x="11079" y="14673"/>
                </a:lnTo>
                <a:lnTo>
                  <a:pt x="11592" y="14306"/>
                </a:lnTo>
                <a:lnTo>
                  <a:pt x="12069" y="13903"/>
                </a:lnTo>
                <a:lnTo>
                  <a:pt x="12509" y="13462"/>
                </a:lnTo>
                <a:lnTo>
                  <a:pt x="12913" y="12986"/>
                </a:lnTo>
                <a:lnTo>
                  <a:pt x="13280" y="12472"/>
                </a:lnTo>
                <a:lnTo>
                  <a:pt x="13573" y="11922"/>
                </a:lnTo>
                <a:lnTo>
                  <a:pt x="13867" y="11372"/>
                </a:lnTo>
                <a:lnTo>
                  <a:pt x="14087" y="10785"/>
                </a:lnTo>
                <a:lnTo>
                  <a:pt x="14307" y="10198"/>
                </a:lnTo>
                <a:lnTo>
                  <a:pt x="14417" y="9574"/>
                </a:lnTo>
                <a:lnTo>
                  <a:pt x="14527" y="8951"/>
                </a:lnTo>
                <a:lnTo>
                  <a:pt x="14600" y="8327"/>
                </a:lnTo>
                <a:lnTo>
                  <a:pt x="14600" y="7703"/>
                </a:lnTo>
                <a:lnTo>
                  <a:pt x="14564" y="7080"/>
                </a:lnTo>
                <a:lnTo>
                  <a:pt x="14490" y="6456"/>
                </a:lnTo>
                <a:lnTo>
                  <a:pt x="14380" y="5833"/>
                </a:lnTo>
                <a:lnTo>
                  <a:pt x="14197" y="5209"/>
                </a:lnTo>
                <a:lnTo>
                  <a:pt x="13977" y="4622"/>
                </a:lnTo>
                <a:lnTo>
                  <a:pt x="13720" y="3999"/>
                </a:lnTo>
                <a:lnTo>
                  <a:pt x="13353" y="3412"/>
                </a:lnTo>
                <a:lnTo>
                  <a:pt x="12986" y="2861"/>
                </a:lnTo>
                <a:lnTo>
                  <a:pt x="12509" y="2311"/>
                </a:lnTo>
                <a:lnTo>
                  <a:pt x="12032" y="1834"/>
                </a:lnTo>
                <a:lnTo>
                  <a:pt x="11482" y="1394"/>
                </a:lnTo>
                <a:lnTo>
                  <a:pt x="10895" y="1027"/>
                </a:lnTo>
                <a:lnTo>
                  <a:pt x="10602" y="881"/>
                </a:lnTo>
                <a:lnTo>
                  <a:pt x="10272" y="734"/>
                </a:lnTo>
                <a:lnTo>
                  <a:pt x="10308" y="587"/>
                </a:lnTo>
                <a:lnTo>
                  <a:pt x="10308" y="441"/>
                </a:lnTo>
                <a:lnTo>
                  <a:pt x="10272" y="294"/>
                </a:lnTo>
                <a:lnTo>
                  <a:pt x="10198" y="147"/>
                </a:lnTo>
                <a:lnTo>
                  <a:pt x="10088" y="74"/>
                </a:lnTo>
                <a:lnTo>
                  <a:pt x="9942" y="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96" name="Google Shape;496;p10"/>
          <p:cNvSpPr/>
          <p:nvPr/>
        </p:nvSpPr>
        <p:spPr>
          <a:xfrm>
            <a:off x="11091747" y="-39763"/>
            <a:ext cx="609091" cy="567451"/>
          </a:xfrm>
          <a:custGeom>
            <a:avLst/>
            <a:gdLst/>
            <a:ahLst/>
            <a:cxnLst/>
            <a:rect l="l" t="t" r="r" b="b"/>
            <a:pathLst>
              <a:path w="16105" h="15004" extrusionOk="0">
                <a:moveTo>
                  <a:pt x="13170" y="587"/>
                </a:moveTo>
                <a:lnTo>
                  <a:pt x="13206" y="624"/>
                </a:lnTo>
                <a:lnTo>
                  <a:pt x="13280" y="661"/>
                </a:lnTo>
                <a:lnTo>
                  <a:pt x="13353" y="697"/>
                </a:lnTo>
                <a:lnTo>
                  <a:pt x="13610" y="771"/>
                </a:lnTo>
                <a:lnTo>
                  <a:pt x="13830" y="844"/>
                </a:lnTo>
                <a:lnTo>
                  <a:pt x="14013" y="954"/>
                </a:lnTo>
                <a:lnTo>
                  <a:pt x="14160" y="1174"/>
                </a:lnTo>
                <a:lnTo>
                  <a:pt x="14307" y="1394"/>
                </a:lnTo>
                <a:lnTo>
                  <a:pt x="14343" y="1651"/>
                </a:lnTo>
                <a:lnTo>
                  <a:pt x="14307" y="1908"/>
                </a:lnTo>
                <a:lnTo>
                  <a:pt x="14233" y="2128"/>
                </a:lnTo>
                <a:lnTo>
                  <a:pt x="14087" y="2348"/>
                </a:lnTo>
                <a:lnTo>
                  <a:pt x="13903" y="2531"/>
                </a:lnTo>
                <a:lnTo>
                  <a:pt x="13683" y="2678"/>
                </a:lnTo>
                <a:lnTo>
                  <a:pt x="13463" y="2788"/>
                </a:lnTo>
                <a:lnTo>
                  <a:pt x="13170" y="2825"/>
                </a:lnTo>
                <a:lnTo>
                  <a:pt x="12840" y="2788"/>
                </a:lnTo>
                <a:lnTo>
                  <a:pt x="12656" y="2751"/>
                </a:lnTo>
                <a:lnTo>
                  <a:pt x="12546" y="2715"/>
                </a:lnTo>
                <a:lnTo>
                  <a:pt x="12436" y="2641"/>
                </a:lnTo>
                <a:lnTo>
                  <a:pt x="12363" y="2495"/>
                </a:lnTo>
                <a:lnTo>
                  <a:pt x="12289" y="2495"/>
                </a:lnTo>
                <a:lnTo>
                  <a:pt x="12253" y="2275"/>
                </a:lnTo>
                <a:lnTo>
                  <a:pt x="12253" y="2054"/>
                </a:lnTo>
                <a:lnTo>
                  <a:pt x="12253" y="1871"/>
                </a:lnTo>
                <a:lnTo>
                  <a:pt x="12289" y="1724"/>
                </a:lnTo>
                <a:lnTo>
                  <a:pt x="12399" y="1394"/>
                </a:lnTo>
                <a:lnTo>
                  <a:pt x="12583" y="1064"/>
                </a:lnTo>
                <a:lnTo>
                  <a:pt x="12840" y="807"/>
                </a:lnTo>
                <a:lnTo>
                  <a:pt x="12986" y="697"/>
                </a:lnTo>
                <a:lnTo>
                  <a:pt x="13170" y="587"/>
                </a:lnTo>
                <a:close/>
                <a:moveTo>
                  <a:pt x="9061" y="3338"/>
                </a:moveTo>
                <a:lnTo>
                  <a:pt x="9245" y="3412"/>
                </a:lnTo>
                <a:lnTo>
                  <a:pt x="9245" y="3448"/>
                </a:lnTo>
                <a:lnTo>
                  <a:pt x="9171" y="3632"/>
                </a:lnTo>
                <a:lnTo>
                  <a:pt x="9171" y="3668"/>
                </a:lnTo>
                <a:lnTo>
                  <a:pt x="9135" y="3632"/>
                </a:lnTo>
                <a:lnTo>
                  <a:pt x="9061" y="3522"/>
                </a:lnTo>
                <a:lnTo>
                  <a:pt x="8988" y="3448"/>
                </a:lnTo>
                <a:lnTo>
                  <a:pt x="8988" y="3412"/>
                </a:lnTo>
                <a:lnTo>
                  <a:pt x="8988" y="3375"/>
                </a:lnTo>
                <a:lnTo>
                  <a:pt x="9061" y="3338"/>
                </a:lnTo>
                <a:close/>
                <a:moveTo>
                  <a:pt x="14123" y="440"/>
                </a:moveTo>
                <a:lnTo>
                  <a:pt x="14233" y="477"/>
                </a:lnTo>
                <a:lnTo>
                  <a:pt x="14307" y="587"/>
                </a:lnTo>
                <a:lnTo>
                  <a:pt x="14417" y="661"/>
                </a:lnTo>
                <a:lnTo>
                  <a:pt x="14454" y="807"/>
                </a:lnTo>
                <a:lnTo>
                  <a:pt x="14527" y="807"/>
                </a:lnTo>
                <a:lnTo>
                  <a:pt x="14490" y="624"/>
                </a:lnTo>
                <a:lnTo>
                  <a:pt x="14454" y="477"/>
                </a:lnTo>
                <a:lnTo>
                  <a:pt x="14600" y="551"/>
                </a:lnTo>
                <a:lnTo>
                  <a:pt x="14784" y="624"/>
                </a:lnTo>
                <a:lnTo>
                  <a:pt x="14967" y="771"/>
                </a:lnTo>
                <a:lnTo>
                  <a:pt x="15114" y="881"/>
                </a:lnTo>
                <a:lnTo>
                  <a:pt x="15224" y="1064"/>
                </a:lnTo>
                <a:lnTo>
                  <a:pt x="15334" y="1211"/>
                </a:lnTo>
                <a:lnTo>
                  <a:pt x="15444" y="1578"/>
                </a:lnTo>
                <a:lnTo>
                  <a:pt x="15554" y="1944"/>
                </a:lnTo>
                <a:lnTo>
                  <a:pt x="15627" y="2385"/>
                </a:lnTo>
                <a:lnTo>
                  <a:pt x="15664" y="2568"/>
                </a:lnTo>
                <a:lnTo>
                  <a:pt x="15627" y="2788"/>
                </a:lnTo>
                <a:lnTo>
                  <a:pt x="15591" y="2972"/>
                </a:lnTo>
                <a:lnTo>
                  <a:pt x="15481" y="3118"/>
                </a:lnTo>
                <a:lnTo>
                  <a:pt x="15187" y="3412"/>
                </a:lnTo>
                <a:lnTo>
                  <a:pt x="14930" y="3595"/>
                </a:lnTo>
                <a:lnTo>
                  <a:pt x="14600" y="3705"/>
                </a:lnTo>
                <a:lnTo>
                  <a:pt x="14270" y="3779"/>
                </a:lnTo>
                <a:lnTo>
                  <a:pt x="13940" y="3815"/>
                </a:lnTo>
                <a:lnTo>
                  <a:pt x="13720" y="3779"/>
                </a:lnTo>
                <a:lnTo>
                  <a:pt x="13500" y="3742"/>
                </a:lnTo>
                <a:lnTo>
                  <a:pt x="13316" y="3668"/>
                </a:lnTo>
                <a:lnTo>
                  <a:pt x="13133" y="3595"/>
                </a:lnTo>
                <a:lnTo>
                  <a:pt x="12950" y="3485"/>
                </a:lnTo>
                <a:lnTo>
                  <a:pt x="12803" y="3338"/>
                </a:lnTo>
                <a:lnTo>
                  <a:pt x="12656" y="3192"/>
                </a:lnTo>
                <a:lnTo>
                  <a:pt x="12546" y="3045"/>
                </a:lnTo>
                <a:lnTo>
                  <a:pt x="12840" y="3118"/>
                </a:lnTo>
                <a:lnTo>
                  <a:pt x="13133" y="3155"/>
                </a:lnTo>
                <a:lnTo>
                  <a:pt x="13426" y="3118"/>
                </a:lnTo>
                <a:lnTo>
                  <a:pt x="13720" y="3045"/>
                </a:lnTo>
                <a:lnTo>
                  <a:pt x="13977" y="2935"/>
                </a:lnTo>
                <a:lnTo>
                  <a:pt x="14233" y="2751"/>
                </a:lnTo>
                <a:lnTo>
                  <a:pt x="14417" y="2495"/>
                </a:lnTo>
                <a:lnTo>
                  <a:pt x="14600" y="2238"/>
                </a:lnTo>
                <a:lnTo>
                  <a:pt x="14674" y="1981"/>
                </a:lnTo>
                <a:lnTo>
                  <a:pt x="14710" y="1724"/>
                </a:lnTo>
                <a:lnTo>
                  <a:pt x="14674" y="1468"/>
                </a:lnTo>
                <a:lnTo>
                  <a:pt x="14600" y="1211"/>
                </a:lnTo>
                <a:lnTo>
                  <a:pt x="14490" y="991"/>
                </a:lnTo>
                <a:lnTo>
                  <a:pt x="14343" y="771"/>
                </a:lnTo>
                <a:lnTo>
                  <a:pt x="14160" y="587"/>
                </a:lnTo>
                <a:lnTo>
                  <a:pt x="13940" y="440"/>
                </a:lnTo>
                <a:close/>
                <a:moveTo>
                  <a:pt x="13757" y="0"/>
                </a:moveTo>
                <a:lnTo>
                  <a:pt x="13610" y="74"/>
                </a:lnTo>
                <a:lnTo>
                  <a:pt x="13353" y="110"/>
                </a:lnTo>
                <a:lnTo>
                  <a:pt x="13133" y="147"/>
                </a:lnTo>
                <a:lnTo>
                  <a:pt x="12913" y="257"/>
                </a:lnTo>
                <a:lnTo>
                  <a:pt x="12729" y="404"/>
                </a:lnTo>
                <a:lnTo>
                  <a:pt x="12509" y="551"/>
                </a:lnTo>
                <a:lnTo>
                  <a:pt x="12363" y="734"/>
                </a:lnTo>
                <a:lnTo>
                  <a:pt x="12216" y="917"/>
                </a:lnTo>
                <a:lnTo>
                  <a:pt x="12069" y="1137"/>
                </a:lnTo>
                <a:lnTo>
                  <a:pt x="11996" y="1321"/>
                </a:lnTo>
                <a:lnTo>
                  <a:pt x="11922" y="1578"/>
                </a:lnTo>
                <a:lnTo>
                  <a:pt x="11849" y="1798"/>
                </a:lnTo>
                <a:lnTo>
                  <a:pt x="11849" y="2054"/>
                </a:lnTo>
                <a:lnTo>
                  <a:pt x="11849" y="2275"/>
                </a:lnTo>
                <a:lnTo>
                  <a:pt x="11886" y="2531"/>
                </a:lnTo>
                <a:lnTo>
                  <a:pt x="11959" y="2751"/>
                </a:lnTo>
                <a:lnTo>
                  <a:pt x="12033" y="2972"/>
                </a:lnTo>
                <a:lnTo>
                  <a:pt x="12143" y="3192"/>
                </a:lnTo>
                <a:lnTo>
                  <a:pt x="12253" y="3375"/>
                </a:lnTo>
                <a:lnTo>
                  <a:pt x="12399" y="3558"/>
                </a:lnTo>
                <a:lnTo>
                  <a:pt x="12583" y="3705"/>
                </a:lnTo>
                <a:lnTo>
                  <a:pt x="12766" y="3852"/>
                </a:lnTo>
                <a:lnTo>
                  <a:pt x="12986" y="3999"/>
                </a:lnTo>
                <a:lnTo>
                  <a:pt x="13206" y="4072"/>
                </a:lnTo>
                <a:lnTo>
                  <a:pt x="13426" y="4145"/>
                </a:lnTo>
                <a:lnTo>
                  <a:pt x="13683" y="4219"/>
                </a:lnTo>
                <a:lnTo>
                  <a:pt x="14123" y="4219"/>
                </a:lnTo>
                <a:lnTo>
                  <a:pt x="14564" y="4145"/>
                </a:lnTo>
                <a:lnTo>
                  <a:pt x="15004" y="3999"/>
                </a:lnTo>
                <a:lnTo>
                  <a:pt x="15371" y="3779"/>
                </a:lnTo>
                <a:lnTo>
                  <a:pt x="15591" y="3632"/>
                </a:lnTo>
                <a:lnTo>
                  <a:pt x="15737" y="3448"/>
                </a:lnTo>
                <a:lnTo>
                  <a:pt x="15884" y="3265"/>
                </a:lnTo>
                <a:lnTo>
                  <a:pt x="15994" y="3045"/>
                </a:lnTo>
                <a:lnTo>
                  <a:pt x="16067" y="2788"/>
                </a:lnTo>
                <a:lnTo>
                  <a:pt x="16104" y="2495"/>
                </a:lnTo>
                <a:lnTo>
                  <a:pt x="16067" y="2238"/>
                </a:lnTo>
                <a:lnTo>
                  <a:pt x="15994" y="1981"/>
                </a:lnTo>
                <a:lnTo>
                  <a:pt x="15884" y="1431"/>
                </a:lnTo>
                <a:lnTo>
                  <a:pt x="15774" y="1174"/>
                </a:lnTo>
                <a:lnTo>
                  <a:pt x="15664" y="954"/>
                </a:lnTo>
                <a:lnTo>
                  <a:pt x="15517" y="734"/>
                </a:lnTo>
                <a:lnTo>
                  <a:pt x="15371" y="551"/>
                </a:lnTo>
                <a:lnTo>
                  <a:pt x="15150" y="367"/>
                </a:lnTo>
                <a:lnTo>
                  <a:pt x="14930" y="220"/>
                </a:lnTo>
                <a:lnTo>
                  <a:pt x="14637" y="74"/>
                </a:lnTo>
                <a:lnTo>
                  <a:pt x="14270" y="0"/>
                </a:lnTo>
                <a:close/>
                <a:moveTo>
                  <a:pt x="11115" y="4549"/>
                </a:moveTo>
                <a:lnTo>
                  <a:pt x="11446" y="4842"/>
                </a:lnTo>
                <a:lnTo>
                  <a:pt x="11299" y="4952"/>
                </a:lnTo>
                <a:lnTo>
                  <a:pt x="11115" y="4916"/>
                </a:lnTo>
                <a:lnTo>
                  <a:pt x="10932" y="4916"/>
                </a:lnTo>
                <a:lnTo>
                  <a:pt x="10639" y="4952"/>
                </a:lnTo>
                <a:lnTo>
                  <a:pt x="10859" y="4732"/>
                </a:lnTo>
                <a:lnTo>
                  <a:pt x="11115" y="4549"/>
                </a:lnTo>
                <a:close/>
                <a:moveTo>
                  <a:pt x="6860" y="3632"/>
                </a:moveTo>
                <a:lnTo>
                  <a:pt x="7007" y="3668"/>
                </a:lnTo>
                <a:lnTo>
                  <a:pt x="7044" y="3705"/>
                </a:lnTo>
                <a:lnTo>
                  <a:pt x="7044" y="3742"/>
                </a:lnTo>
                <a:lnTo>
                  <a:pt x="7044" y="3779"/>
                </a:lnTo>
                <a:lnTo>
                  <a:pt x="7080" y="3852"/>
                </a:lnTo>
                <a:lnTo>
                  <a:pt x="7191" y="3889"/>
                </a:lnTo>
                <a:lnTo>
                  <a:pt x="7374" y="3889"/>
                </a:lnTo>
                <a:lnTo>
                  <a:pt x="7411" y="3925"/>
                </a:lnTo>
                <a:lnTo>
                  <a:pt x="7447" y="4035"/>
                </a:lnTo>
                <a:lnTo>
                  <a:pt x="7484" y="4145"/>
                </a:lnTo>
                <a:lnTo>
                  <a:pt x="7484" y="4255"/>
                </a:lnTo>
                <a:lnTo>
                  <a:pt x="7447" y="4512"/>
                </a:lnTo>
                <a:lnTo>
                  <a:pt x="7374" y="4769"/>
                </a:lnTo>
                <a:lnTo>
                  <a:pt x="7227" y="5026"/>
                </a:lnTo>
                <a:lnTo>
                  <a:pt x="7154" y="5136"/>
                </a:lnTo>
                <a:lnTo>
                  <a:pt x="7044" y="5209"/>
                </a:lnTo>
                <a:lnTo>
                  <a:pt x="6934" y="5246"/>
                </a:lnTo>
                <a:lnTo>
                  <a:pt x="6787" y="5246"/>
                </a:lnTo>
                <a:lnTo>
                  <a:pt x="6787" y="4989"/>
                </a:lnTo>
                <a:lnTo>
                  <a:pt x="6750" y="4769"/>
                </a:lnTo>
                <a:lnTo>
                  <a:pt x="6640" y="4549"/>
                </a:lnTo>
                <a:lnTo>
                  <a:pt x="6494" y="4329"/>
                </a:lnTo>
                <a:lnTo>
                  <a:pt x="6310" y="4145"/>
                </a:lnTo>
                <a:lnTo>
                  <a:pt x="6090" y="4035"/>
                </a:lnTo>
                <a:lnTo>
                  <a:pt x="6090" y="3925"/>
                </a:lnTo>
                <a:lnTo>
                  <a:pt x="6163" y="3852"/>
                </a:lnTo>
                <a:lnTo>
                  <a:pt x="6237" y="3779"/>
                </a:lnTo>
                <a:lnTo>
                  <a:pt x="6347" y="3742"/>
                </a:lnTo>
                <a:lnTo>
                  <a:pt x="6567" y="3705"/>
                </a:lnTo>
                <a:lnTo>
                  <a:pt x="6860" y="3632"/>
                </a:lnTo>
                <a:close/>
                <a:moveTo>
                  <a:pt x="6530" y="3192"/>
                </a:moveTo>
                <a:lnTo>
                  <a:pt x="6494" y="3228"/>
                </a:lnTo>
                <a:lnTo>
                  <a:pt x="6457" y="3302"/>
                </a:lnTo>
                <a:lnTo>
                  <a:pt x="6457" y="3338"/>
                </a:lnTo>
                <a:lnTo>
                  <a:pt x="6457" y="3412"/>
                </a:lnTo>
                <a:lnTo>
                  <a:pt x="6200" y="3485"/>
                </a:lnTo>
                <a:lnTo>
                  <a:pt x="5980" y="3558"/>
                </a:lnTo>
                <a:lnTo>
                  <a:pt x="5797" y="3742"/>
                </a:lnTo>
                <a:lnTo>
                  <a:pt x="5760" y="3815"/>
                </a:lnTo>
                <a:lnTo>
                  <a:pt x="5687" y="3925"/>
                </a:lnTo>
                <a:lnTo>
                  <a:pt x="5687" y="4035"/>
                </a:lnTo>
                <a:lnTo>
                  <a:pt x="5687" y="4072"/>
                </a:lnTo>
                <a:lnTo>
                  <a:pt x="5797" y="4219"/>
                </a:lnTo>
                <a:lnTo>
                  <a:pt x="5907" y="4292"/>
                </a:lnTo>
                <a:lnTo>
                  <a:pt x="6053" y="4365"/>
                </a:lnTo>
                <a:lnTo>
                  <a:pt x="6163" y="4439"/>
                </a:lnTo>
                <a:lnTo>
                  <a:pt x="6274" y="4512"/>
                </a:lnTo>
                <a:lnTo>
                  <a:pt x="6347" y="4622"/>
                </a:lnTo>
                <a:lnTo>
                  <a:pt x="6420" y="4769"/>
                </a:lnTo>
                <a:lnTo>
                  <a:pt x="6494" y="5026"/>
                </a:lnTo>
                <a:lnTo>
                  <a:pt x="6457" y="5282"/>
                </a:lnTo>
                <a:lnTo>
                  <a:pt x="6494" y="5392"/>
                </a:lnTo>
                <a:lnTo>
                  <a:pt x="6530" y="5466"/>
                </a:lnTo>
                <a:lnTo>
                  <a:pt x="6750" y="5539"/>
                </a:lnTo>
                <a:lnTo>
                  <a:pt x="6934" y="5539"/>
                </a:lnTo>
                <a:lnTo>
                  <a:pt x="7117" y="5503"/>
                </a:lnTo>
                <a:lnTo>
                  <a:pt x="7264" y="5429"/>
                </a:lnTo>
                <a:lnTo>
                  <a:pt x="7411" y="5282"/>
                </a:lnTo>
                <a:lnTo>
                  <a:pt x="7521" y="5136"/>
                </a:lnTo>
                <a:lnTo>
                  <a:pt x="7631" y="4952"/>
                </a:lnTo>
                <a:lnTo>
                  <a:pt x="7704" y="4769"/>
                </a:lnTo>
                <a:lnTo>
                  <a:pt x="7741" y="4585"/>
                </a:lnTo>
                <a:lnTo>
                  <a:pt x="7777" y="4365"/>
                </a:lnTo>
                <a:lnTo>
                  <a:pt x="7777" y="4145"/>
                </a:lnTo>
                <a:lnTo>
                  <a:pt x="7777" y="3925"/>
                </a:lnTo>
                <a:lnTo>
                  <a:pt x="7704" y="3779"/>
                </a:lnTo>
                <a:lnTo>
                  <a:pt x="7631" y="3668"/>
                </a:lnTo>
                <a:lnTo>
                  <a:pt x="7484" y="3595"/>
                </a:lnTo>
                <a:lnTo>
                  <a:pt x="7337" y="3595"/>
                </a:lnTo>
                <a:lnTo>
                  <a:pt x="7301" y="3485"/>
                </a:lnTo>
                <a:lnTo>
                  <a:pt x="7227" y="3448"/>
                </a:lnTo>
                <a:lnTo>
                  <a:pt x="7044" y="3375"/>
                </a:lnTo>
                <a:lnTo>
                  <a:pt x="6824" y="3302"/>
                </a:lnTo>
                <a:lnTo>
                  <a:pt x="6677" y="3228"/>
                </a:lnTo>
                <a:lnTo>
                  <a:pt x="6567" y="3192"/>
                </a:lnTo>
                <a:close/>
                <a:moveTo>
                  <a:pt x="11739" y="5136"/>
                </a:moveTo>
                <a:lnTo>
                  <a:pt x="12179" y="5686"/>
                </a:lnTo>
                <a:lnTo>
                  <a:pt x="11776" y="5796"/>
                </a:lnTo>
                <a:lnTo>
                  <a:pt x="11409" y="6016"/>
                </a:lnTo>
                <a:lnTo>
                  <a:pt x="11042" y="6236"/>
                </a:lnTo>
                <a:lnTo>
                  <a:pt x="10895" y="6383"/>
                </a:lnTo>
                <a:lnTo>
                  <a:pt x="10785" y="6566"/>
                </a:lnTo>
                <a:lnTo>
                  <a:pt x="10749" y="6640"/>
                </a:lnTo>
                <a:lnTo>
                  <a:pt x="10785" y="6676"/>
                </a:lnTo>
                <a:lnTo>
                  <a:pt x="10859" y="6713"/>
                </a:lnTo>
                <a:lnTo>
                  <a:pt x="10932" y="6713"/>
                </a:lnTo>
                <a:lnTo>
                  <a:pt x="11262" y="6493"/>
                </a:lnTo>
                <a:lnTo>
                  <a:pt x="11556" y="6310"/>
                </a:lnTo>
                <a:lnTo>
                  <a:pt x="11849" y="6199"/>
                </a:lnTo>
                <a:lnTo>
                  <a:pt x="12143" y="6089"/>
                </a:lnTo>
                <a:lnTo>
                  <a:pt x="12253" y="6053"/>
                </a:lnTo>
                <a:lnTo>
                  <a:pt x="12363" y="6016"/>
                </a:lnTo>
                <a:lnTo>
                  <a:pt x="12399" y="5979"/>
                </a:lnTo>
                <a:lnTo>
                  <a:pt x="12619" y="6456"/>
                </a:lnTo>
                <a:lnTo>
                  <a:pt x="12840" y="6896"/>
                </a:lnTo>
                <a:lnTo>
                  <a:pt x="12803" y="6933"/>
                </a:lnTo>
                <a:lnTo>
                  <a:pt x="12326" y="7043"/>
                </a:lnTo>
                <a:lnTo>
                  <a:pt x="11812" y="7117"/>
                </a:lnTo>
                <a:lnTo>
                  <a:pt x="11299" y="7117"/>
                </a:lnTo>
                <a:lnTo>
                  <a:pt x="10749" y="7080"/>
                </a:lnTo>
                <a:lnTo>
                  <a:pt x="10675" y="7117"/>
                </a:lnTo>
                <a:lnTo>
                  <a:pt x="10639" y="7153"/>
                </a:lnTo>
                <a:lnTo>
                  <a:pt x="10639" y="7227"/>
                </a:lnTo>
                <a:lnTo>
                  <a:pt x="10712" y="7300"/>
                </a:lnTo>
                <a:lnTo>
                  <a:pt x="10932" y="7373"/>
                </a:lnTo>
                <a:lnTo>
                  <a:pt x="11189" y="7447"/>
                </a:lnTo>
                <a:lnTo>
                  <a:pt x="11702" y="7483"/>
                </a:lnTo>
                <a:lnTo>
                  <a:pt x="11959" y="7483"/>
                </a:lnTo>
                <a:lnTo>
                  <a:pt x="12216" y="7447"/>
                </a:lnTo>
                <a:lnTo>
                  <a:pt x="12583" y="7373"/>
                </a:lnTo>
                <a:lnTo>
                  <a:pt x="12693" y="7373"/>
                </a:lnTo>
                <a:lnTo>
                  <a:pt x="12766" y="7337"/>
                </a:lnTo>
                <a:lnTo>
                  <a:pt x="12803" y="7410"/>
                </a:lnTo>
                <a:lnTo>
                  <a:pt x="12840" y="7447"/>
                </a:lnTo>
                <a:lnTo>
                  <a:pt x="12876" y="7483"/>
                </a:lnTo>
                <a:lnTo>
                  <a:pt x="12986" y="7520"/>
                </a:lnTo>
                <a:lnTo>
                  <a:pt x="13023" y="7777"/>
                </a:lnTo>
                <a:lnTo>
                  <a:pt x="13060" y="8070"/>
                </a:lnTo>
                <a:lnTo>
                  <a:pt x="12986" y="8107"/>
                </a:lnTo>
                <a:lnTo>
                  <a:pt x="12693" y="7997"/>
                </a:lnTo>
                <a:lnTo>
                  <a:pt x="12473" y="7887"/>
                </a:lnTo>
                <a:lnTo>
                  <a:pt x="12253" y="7777"/>
                </a:lnTo>
                <a:lnTo>
                  <a:pt x="11886" y="7777"/>
                </a:lnTo>
                <a:lnTo>
                  <a:pt x="11776" y="7813"/>
                </a:lnTo>
                <a:lnTo>
                  <a:pt x="11226" y="7777"/>
                </a:lnTo>
                <a:lnTo>
                  <a:pt x="10895" y="7740"/>
                </a:lnTo>
                <a:lnTo>
                  <a:pt x="10749" y="7740"/>
                </a:lnTo>
                <a:lnTo>
                  <a:pt x="10675" y="7703"/>
                </a:lnTo>
                <a:lnTo>
                  <a:pt x="10565" y="7483"/>
                </a:lnTo>
                <a:lnTo>
                  <a:pt x="10529" y="7483"/>
                </a:lnTo>
                <a:lnTo>
                  <a:pt x="10529" y="7520"/>
                </a:lnTo>
                <a:lnTo>
                  <a:pt x="10529" y="7887"/>
                </a:lnTo>
                <a:lnTo>
                  <a:pt x="10529" y="7960"/>
                </a:lnTo>
                <a:lnTo>
                  <a:pt x="10602" y="7997"/>
                </a:lnTo>
                <a:lnTo>
                  <a:pt x="11042" y="8107"/>
                </a:lnTo>
                <a:lnTo>
                  <a:pt x="11482" y="8144"/>
                </a:lnTo>
                <a:lnTo>
                  <a:pt x="11482" y="8327"/>
                </a:lnTo>
                <a:lnTo>
                  <a:pt x="11519" y="8474"/>
                </a:lnTo>
                <a:lnTo>
                  <a:pt x="11592" y="8547"/>
                </a:lnTo>
                <a:lnTo>
                  <a:pt x="11629" y="8584"/>
                </a:lnTo>
                <a:lnTo>
                  <a:pt x="11776" y="8657"/>
                </a:lnTo>
                <a:lnTo>
                  <a:pt x="11959" y="8767"/>
                </a:lnTo>
                <a:lnTo>
                  <a:pt x="11409" y="8657"/>
                </a:lnTo>
                <a:lnTo>
                  <a:pt x="10969" y="8474"/>
                </a:lnTo>
                <a:lnTo>
                  <a:pt x="10712" y="8437"/>
                </a:lnTo>
                <a:lnTo>
                  <a:pt x="10455" y="8400"/>
                </a:lnTo>
                <a:lnTo>
                  <a:pt x="10198" y="8217"/>
                </a:lnTo>
                <a:lnTo>
                  <a:pt x="10052" y="8180"/>
                </a:lnTo>
                <a:lnTo>
                  <a:pt x="9942" y="8144"/>
                </a:lnTo>
                <a:lnTo>
                  <a:pt x="9722" y="8180"/>
                </a:lnTo>
                <a:lnTo>
                  <a:pt x="9575" y="8254"/>
                </a:lnTo>
                <a:lnTo>
                  <a:pt x="9465" y="8364"/>
                </a:lnTo>
                <a:lnTo>
                  <a:pt x="9355" y="8510"/>
                </a:lnTo>
                <a:lnTo>
                  <a:pt x="9245" y="8584"/>
                </a:lnTo>
                <a:lnTo>
                  <a:pt x="9098" y="8620"/>
                </a:lnTo>
                <a:lnTo>
                  <a:pt x="8841" y="8584"/>
                </a:lnTo>
                <a:lnTo>
                  <a:pt x="8621" y="8620"/>
                </a:lnTo>
                <a:lnTo>
                  <a:pt x="8401" y="8694"/>
                </a:lnTo>
                <a:lnTo>
                  <a:pt x="8181" y="8804"/>
                </a:lnTo>
                <a:lnTo>
                  <a:pt x="7924" y="8804"/>
                </a:lnTo>
                <a:lnTo>
                  <a:pt x="7851" y="8767"/>
                </a:lnTo>
                <a:lnTo>
                  <a:pt x="7814" y="8730"/>
                </a:lnTo>
                <a:lnTo>
                  <a:pt x="7814" y="8694"/>
                </a:lnTo>
                <a:lnTo>
                  <a:pt x="7887" y="8620"/>
                </a:lnTo>
                <a:lnTo>
                  <a:pt x="7998" y="8510"/>
                </a:lnTo>
                <a:lnTo>
                  <a:pt x="8144" y="8437"/>
                </a:lnTo>
                <a:lnTo>
                  <a:pt x="8401" y="8327"/>
                </a:lnTo>
                <a:lnTo>
                  <a:pt x="8731" y="8180"/>
                </a:lnTo>
                <a:lnTo>
                  <a:pt x="8915" y="8070"/>
                </a:lnTo>
                <a:lnTo>
                  <a:pt x="9025" y="7924"/>
                </a:lnTo>
                <a:lnTo>
                  <a:pt x="9135" y="7777"/>
                </a:lnTo>
                <a:lnTo>
                  <a:pt x="9208" y="7630"/>
                </a:lnTo>
                <a:lnTo>
                  <a:pt x="9208" y="7447"/>
                </a:lnTo>
                <a:lnTo>
                  <a:pt x="9171" y="7227"/>
                </a:lnTo>
                <a:lnTo>
                  <a:pt x="9098" y="7117"/>
                </a:lnTo>
                <a:lnTo>
                  <a:pt x="8988" y="7006"/>
                </a:lnTo>
                <a:lnTo>
                  <a:pt x="8841" y="6896"/>
                </a:lnTo>
                <a:lnTo>
                  <a:pt x="8694" y="6860"/>
                </a:lnTo>
                <a:lnTo>
                  <a:pt x="8548" y="6823"/>
                </a:lnTo>
                <a:lnTo>
                  <a:pt x="8401" y="6823"/>
                </a:lnTo>
                <a:lnTo>
                  <a:pt x="8254" y="6860"/>
                </a:lnTo>
                <a:lnTo>
                  <a:pt x="8108" y="6933"/>
                </a:lnTo>
                <a:lnTo>
                  <a:pt x="7924" y="7117"/>
                </a:lnTo>
                <a:lnTo>
                  <a:pt x="7924" y="7117"/>
                </a:lnTo>
                <a:lnTo>
                  <a:pt x="7998" y="6970"/>
                </a:lnTo>
                <a:lnTo>
                  <a:pt x="8108" y="6860"/>
                </a:lnTo>
                <a:lnTo>
                  <a:pt x="8291" y="6603"/>
                </a:lnTo>
                <a:lnTo>
                  <a:pt x="8511" y="6383"/>
                </a:lnTo>
                <a:lnTo>
                  <a:pt x="8768" y="6126"/>
                </a:lnTo>
                <a:lnTo>
                  <a:pt x="8951" y="5943"/>
                </a:lnTo>
                <a:lnTo>
                  <a:pt x="9135" y="5796"/>
                </a:lnTo>
                <a:lnTo>
                  <a:pt x="9171" y="5796"/>
                </a:lnTo>
                <a:lnTo>
                  <a:pt x="9391" y="5759"/>
                </a:lnTo>
                <a:lnTo>
                  <a:pt x="9612" y="5686"/>
                </a:lnTo>
                <a:lnTo>
                  <a:pt x="10052" y="5539"/>
                </a:lnTo>
                <a:lnTo>
                  <a:pt x="10455" y="5356"/>
                </a:lnTo>
                <a:lnTo>
                  <a:pt x="10639" y="5282"/>
                </a:lnTo>
                <a:lnTo>
                  <a:pt x="10895" y="5246"/>
                </a:lnTo>
                <a:lnTo>
                  <a:pt x="10895" y="5246"/>
                </a:lnTo>
                <a:lnTo>
                  <a:pt x="10602" y="5503"/>
                </a:lnTo>
                <a:lnTo>
                  <a:pt x="10492" y="5649"/>
                </a:lnTo>
                <a:lnTo>
                  <a:pt x="10419" y="5833"/>
                </a:lnTo>
                <a:lnTo>
                  <a:pt x="10455" y="5869"/>
                </a:lnTo>
                <a:lnTo>
                  <a:pt x="10639" y="5796"/>
                </a:lnTo>
                <a:lnTo>
                  <a:pt x="10822" y="5723"/>
                </a:lnTo>
                <a:lnTo>
                  <a:pt x="11152" y="5503"/>
                </a:lnTo>
                <a:lnTo>
                  <a:pt x="11739" y="5136"/>
                </a:lnTo>
                <a:close/>
                <a:moveTo>
                  <a:pt x="11996" y="8254"/>
                </a:moveTo>
                <a:lnTo>
                  <a:pt x="12546" y="8400"/>
                </a:lnTo>
                <a:lnTo>
                  <a:pt x="12729" y="8584"/>
                </a:lnTo>
                <a:lnTo>
                  <a:pt x="12803" y="8620"/>
                </a:lnTo>
                <a:lnTo>
                  <a:pt x="12876" y="8657"/>
                </a:lnTo>
                <a:lnTo>
                  <a:pt x="12950" y="8620"/>
                </a:lnTo>
                <a:lnTo>
                  <a:pt x="13023" y="8584"/>
                </a:lnTo>
                <a:lnTo>
                  <a:pt x="12950" y="9024"/>
                </a:lnTo>
                <a:lnTo>
                  <a:pt x="12509" y="8914"/>
                </a:lnTo>
                <a:lnTo>
                  <a:pt x="12399" y="8657"/>
                </a:lnTo>
                <a:lnTo>
                  <a:pt x="12216" y="8474"/>
                </a:lnTo>
                <a:lnTo>
                  <a:pt x="12033" y="8327"/>
                </a:lnTo>
                <a:lnTo>
                  <a:pt x="11959" y="8290"/>
                </a:lnTo>
                <a:lnTo>
                  <a:pt x="11996" y="8254"/>
                </a:lnTo>
                <a:close/>
                <a:moveTo>
                  <a:pt x="10932" y="8841"/>
                </a:moveTo>
                <a:lnTo>
                  <a:pt x="11519" y="9097"/>
                </a:lnTo>
                <a:lnTo>
                  <a:pt x="12106" y="9244"/>
                </a:lnTo>
                <a:lnTo>
                  <a:pt x="12033" y="9391"/>
                </a:lnTo>
                <a:lnTo>
                  <a:pt x="11922" y="9537"/>
                </a:lnTo>
                <a:lnTo>
                  <a:pt x="11776" y="9611"/>
                </a:lnTo>
                <a:lnTo>
                  <a:pt x="11702" y="9611"/>
                </a:lnTo>
                <a:lnTo>
                  <a:pt x="11629" y="9574"/>
                </a:lnTo>
                <a:lnTo>
                  <a:pt x="11519" y="9537"/>
                </a:lnTo>
                <a:lnTo>
                  <a:pt x="11409" y="9427"/>
                </a:lnTo>
                <a:lnTo>
                  <a:pt x="11226" y="9244"/>
                </a:lnTo>
                <a:lnTo>
                  <a:pt x="10932" y="8841"/>
                </a:lnTo>
                <a:close/>
                <a:moveTo>
                  <a:pt x="12509" y="9354"/>
                </a:moveTo>
                <a:lnTo>
                  <a:pt x="12876" y="9391"/>
                </a:lnTo>
                <a:lnTo>
                  <a:pt x="12656" y="10161"/>
                </a:lnTo>
                <a:lnTo>
                  <a:pt x="12583" y="10088"/>
                </a:lnTo>
                <a:lnTo>
                  <a:pt x="12363" y="10088"/>
                </a:lnTo>
                <a:lnTo>
                  <a:pt x="12216" y="10051"/>
                </a:lnTo>
                <a:lnTo>
                  <a:pt x="11886" y="9978"/>
                </a:lnTo>
                <a:lnTo>
                  <a:pt x="12106" y="9868"/>
                </a:lnTo>
                <a:lnTo>
                  <a:pt x="12289" y="9758"/>
                </a:lnTo>
                <a:lnTo>
                  <a:pt x="12399" y="9574"/>
                </a:lnTo>
                <a:lnTo>
                  <a:pt x="12509" y="9354"/>
                </a:lnTo>
                <a:close/>
                <a:moveTo>
                  <a:pt x="10382" y="9721"/>
                </a:moveTo>
                <a:lnTo>
                  <a:pt x="11409" y="10161"/>
                </a:lnTo>
                <a:lnTo>
                  <a:pt x="11922" y="10381"/>
                </a:lnTo>
                <a:lnTo>
                  <a:pt x="12253" y="10491"/>
                </a:lnTo>
                <a:lnTo>
                  <a:pt x="12399" y="10491"/>
                </a:lnTo>
                <a:lnTo>
                  <a:pt x="12509" y="10455"/>
                </a:lnTo>
                <a:lnTo>
                  <a:pt x="12326" y="10968"/>
                </a:lnTo>
                <a:lnTo>
                  <a:pt x="12033" y="10858"/>
                </a:lnTo>
                <a:lnTo>
                  <a:pt x="11886" y="10785"/>
                </a:lnTo>
                <a:lnTo>
                  <a:pt x="11776" y="10711"/>
                </a:lnTo>
                <a:lnTo>
                  <a:pt x="11519" y="10528"/>
                </a:lnTo>
                <a:lnTo>
                  <a:pt x="11409" y="10418"/>
                </a:lnTo>
                <a:lnTo>
                  <a:pt x="11262" y="10344"/>
                </a:lnTo>
                <a:lnTo>
                  <a:pt x="11079" y="10308"/>
                </a:lnTo>
                <a:lnTo>
                  <a:pt x="10895" y="10271"/>
                </a:lnTo>
                <a:lnTo>
                  <a:pt x="10492" y="10234"/>
                </a:lnTo>
                <a:lnTo>
                  <a:pt x="10455" y="9978"/>
                </a:lnTo>
                <a:lnTo>
                  <a:pt x="10382" y="9721"/>
                </a:lnTo>
                <a:close/>
                <a:moveTo>
                  <a:pt x="10455" y="10528"/>
                </a:moveTo>
                <a:lnTo>
                  <a:pt x="10785" y="10601"/>
                </a:lnTo>
                <a:lnTo>
                  <a:pt x="10969" y="10638"/>
                </a:lnTo>
                <a:lnTo>
                  <a:pt x="11115" y="10711"/>
                </a:lnTo>
                <a:lnTo>
                  <a:pt x="11336" y="10821"/>
                </a:lnTo>
                <a:lnTo>
                  <a:pt x="11519" y="10968"/>
                </a:lnTo>
                <a:lnTo>
                  <a:pt x="11702" y="11115"/>
                </a:lnTo>
                <a:lnTo>
                  <a:pt x="11886" y="11262"/>
                </a:lnTo>
                <a:lnTo>
                  <a:pt x="12106" y="11335"/>
                </a:lnTo>
                <a:lnTo>
                  <a:pt x="11739" y="11922"/>
                </a:lnTo>
                <a:lnTo>
                  <a:pt x="11629" y="11922"/>
                </a:lnTo>
                <a:lnTo>
                  <a:pt x="11482" y="11885"/>
                </a:lnTo>
                <a:lnTo>
                  <a:pt x="11226" y="11738"/>
                </a:lnTo>
                <a:lnTo>
                  <a:pt x="10565" y="11482"/>
                </a:lnTo>
                <a:lnTo>
                  <a:pt x="10272" y="11335"/>
                </a:lnTo>
                <a:lnTo>
                  <a:pt x="10382" y="10968"/>
                </a:lnTo>
                <a:lnTo>
                  <a:pt x="10455" y="10601"/>
                </a:lnTo>
                <a:lnTo>
                  <a:pt x="10455" y="10528"/>
                </a:lnTo>
                <a:close/>
                <a:moveTo>
                  <a:pt x="10125" y="11665"/>
                </a:moveTo>
                <a:lnTo>
                  <a:pt x="10785" y="11958"/>
                </a:lnTo>
                <a:lnTo>
                  <a:pt x="11115" y="12142"/>
                </a:lnTo>
                <a:lnTo>
                  <a:pt x="11299" y="12215"/>
                </a:lnTo>
                <a:lnTo>
                  <a:pt x="11482" y="12289"/>
                </a:lnTo>
                <a:lnTo>
                  <a:pt x="11226" y="12655"/>
                </a:lnTo>
                <a:lnTo>
                  <a:pt x="10895" y="12545"/>
                </a:lnTo>
                <a:lnTo>
                  <a:pt x="10455" y="12399"/>
                </a:lnTo>
                <a:lnTo>
                  <a:pt x="10052" y="12252"/>
                </a:lnTo>
                <a:lnTo>
                  <a:pt x="9868" y="12142"/>
                </a:lnTo>
                <a:lnTo>
                  <a:pt x="10125" y="11665"/>
                </a:lnTo>
                <a:close/>
                <a:moveTo>
                  <a:pt x="9355" y="9574"/>
                </a:moveTo>
                <a:lnTo>
                  <a:pt x="9575" y="9611"/>
                </a:lnTo>
                <a:lnTo>
                  <a:pt x="9795" y="9648"/>
                </a:lnTo>
                <a:lnTo>
                  <a:pt x="9978" y="9758"/>
                </a:lnTo>
                <a:lnTo>
                  <a:pt x="10052" y="9868"/>
                </a:lnTo>
                <a:lnTo>
                  <a:pt x="10088" y="9941"/>
                </a:lnTo>
                <a:lnTo>
                  <a:pt x="10125" y="10088"/>
                </a:lnTo>
                <a:lnTo>
                  <a:pt x="10125" y="10198"/>
                </a:lnTo>
                <a:lnTo>
                  <a:pt x="9832" y="10161"/>
                </a:lnTo>
                <a:lnTo>
                  <a:pt x="9795" y="10198"/>
                </a:lnTo>
                <a:lnTo>
                  <a:pt x="9795" y="10234"/>
                </a:lnTo>
                <a:lnTo>
                  <a:pt x="9942" y="10344"/>
                </a:lnTo>
                <a:lnTo>
                  <a:pt x="10088" y="10455"/>
                </a:lnTo>
                <a:lnTo>
                  <a:pt x="10015" y="10785"/>
                </a:lnTo>
                <a:lnTo>
                  <a:pt x="9942" y="11078"/>
                </a:lnTo>
                <a:lnTo>
                  <a:pt x="9905" y="11188"/>
                </a:lnTo>
                <a:lnTo>
                  <a:pt x="9648" y="11115"/>
                </a:lnTo>
                <a:lnTo>
                  <a:pt x="9391" y="11078"/>
                </a:lnTo>
                <a:lnTo>
                  <a:pt x="9355" y="11078"/>
                </a:lnTo>
                <a:lnTo>
                  <a:pt x="9318" y="11115"/>
                </a:lnTo>
                <a:lnTo>
                  <a:pt x="9318" y="11151"/>
                </a:lnTo>
                <a:lnTo>
                  <a:pt x="9355" y="11188"/>
                </a:lnTo>
                <a:lnTo>
                  <a:pt x="9538" y="11372"/>
                </a:lnTo>
                <a:lnTo>
                  <a:pt x="9795" y="11518"/>
                </a:lnTo>
                <a:lnTo>
                  <a:pt x="9501" y="11995"/>
                </a:lnTo>
                <a:lnTo>
                  <a:pt x="9061" y="11812"/>
                </a:lnTo>
                <a:lnTo>
                  <a:pt x="8584" y="11628"/>
                </a:lnTo>
                <a:lnTo>
                  <a:pt x="8548" y="11628"/>
                </a:lnTo>
                <a:lnTo>
                  <a:pt x="8548" y="11702"/>
                </a:lnTo>
                <a:lnTo>
                  <a:pt x="8731" y="11848"/>
                </a:lnTo>
                <a:lnTo>
                  <a:pt x="8915" y="12032"/>
                </a:lnTo>
                <a:lnTo>
                  <a:pt x="9318" y="12289"/>
                </a:lnTo>
                <a:lnTo>
                  <a:pt x="9061" y="12582"/>
                </a:lnTo>
                <a:lnTo>
                  <a:pt x="8805" y="12802"/>
                </a:lnTo>
                <a:lnTo>
                  <a:pt x="8548" y="12692"/>
                </a:lnTo>
                <a:lnTo>
                  <a:pt x="8401" y="12069"/>
                </a:lnTo>
                <a:lnTo>
                  <a:pt x="8291" y="11445"/>
                </a:lnTo>
                <a:lnTo>
                  <a:pt x="8218" y="11298"/>
                </a:lnTo>
                <a:lnTo>
                  <a:pt x="8144" y="11188"/>
                </a:lnTo>
                <a:lnTo>
                  <a:pt x="8034" y="11115"/>
                </a:lnTo>
                <a:lnTo>
                  <a:pt x="7374" y="11115"/>
                </a:lnTo>
                <a:lnTo>
                  <a:pt x="7264" y="11078"/>
                </a:lnTo>
                <a:lnTo>
                  <a:pt x="7154" y="11041"/>
                </a:lnTo>
                <a:lnTo>
                  <a:pt x="7007" y="10895"/>
                </a:lnTo>
                <a:lnTo>
                  <a:pt x="6897" y="10675"/>
                </a:lnTo>
                <a:lnTo>
                  <a:pt x="6860" y="10455"/>
                </a:lnTo>
                <a:lnTo>
                  <a:pt x="6860" y="10344"/>
                </a:lnTo>
                <a:lnTo>
                  <a:pt x="6897" y="10234"/>
                </a:lnTo>
                <a:lnTo>
                  <a:pt x="6934" y="10124"/>
                </a:lnTo>
                <a:lnTo>
                  <a:pt x="7007" y="10051"/>
                </a:lnTo>
                <a:lnTo>
                  <a:pt x="7227" y="9978"/>
                </a:lnTo>
                <a:lnTo>
                  <a:pt x="7447" y="9904"/>
                </a:lnTo>
                <a:lnTo>
                  <a:pt x="8328" y="9721"/>
                </a:lnTo>
                <a:lnTo>
                  <a:pt x="8401" y="9758"/>
                </a:lnTo>
                <a:lnTo>
                  <a:pt x="8548" y="9758"/>
                </a:lnTo>
                <a:lnTo>
                  <a:pt x="8841" y="9648"/>
                </a:lnTo>
                <a:lnTo>
                  <a:pt x="9135" y="9574"/>
                </a:lnTo>
                <a:close/>
                <a:moveTo>
                  <a:pt x="1028" y="7373"/>
                </a:moveTo>
                <a:lnTo>
                  <a:pt x="1028" y="7887"/>
                </a:lnTo>
                <a:lnTo>
                  <a:pt x="1101" y="8437"/>
                </a:lnTo>
                <a:lnTo>
                  <a:pt x="1138" y="8474"/>
                </a:lnTo>
                <a:lnTo>
                  <a:pt x="1211" y="8510"/>
                </a:lnTo>
                <a:lnTo>
                  <a:pt x="1285" y="8510"/>
                </a:lnTo>
                <a:lnTo>
                  <a:pt x="1358" y="8474"/>
                </a:lnTo>
                <a:lnTo>
                  <a:pt x="1872" y="8070"/>
                </a:lnTo>
                <a:lnTo>
                  <a:pt x="1945" y="8951"/>
                </a:lnTo>
                <a:lnTo>
                  <a:pt x="1982" y="9611"/>
                </a:lnTo>
                <a:lnTo>
                  <a:pt x="1982" y="9758"/>
                </a:lnTo>
                <a:lnTo>
                  <a:pt x="1982" y="9904"/>
                </a:lnTo>
                <a:lnTo>
                  <a:pt x="1872" y="10014"/>
                </a:lnTo>
                <a:lnTo>
                  <a:pt x="1762" y="10088"/>
                </a:lnTo>
                <a:lnTo>
                  <a:pt x="1615" y="10271"/>
                </a:lnTo>
                <a:lnTo>
                  <a:pt x="1505" y="10455"/>
                </a:lnTo>
                <a:lnTo>
                  <a:pt x="1468" y="10638"/>
                </a:lnTo>
                <a:lnTo>
                  <a:pt x="1468" y="10858"/>
                </a:lnTo>
                <a:lnTo>
                  <a:pt x="1505" y="11078"/>
                </a:lnTo>
                <a:lnTo>
                  <a:pt x="1578" y="11298"/>
                </a:lnTo>
                <a:lnTo>
                  <a:pt x="1688" y="11702"/>
                </a:lnTo>
                <a:lnTo>
                  <a:pt x="2165" y="12876"/>
                </a:lnTo>
                <a:lnTo>
                  <a:pt x="1835" y="12509"/>
                </a:lnTo>
                <a:lnTo>
                  <a:pt x="1505" y="12142"/>
                </a:lnTo>
                <a:lnTo>
                  <a:pt x="1211" y="11665"/>
                </a:lnTo>
                <a:lnTo>
                  <a:pt x="918" y="11188"/>
                </a:lnTo>
                <a:lnTo>
                  <a:pt x="735" y="10675"/>
                </a:lnTo>
                <a:lnTo>
                  <a:pt x="588" y="10161"/>
                </a:lnTo>
                <a:lnTo>
                  <a:pt x="551" y="9831"/>
                </a:lnTo>
                <a:lnTo>
                  <a:pt x="514" y="9501"/>
                </a:lnTo>
                <a:lnTo>
                  <a:pt x="551" y="9171"/>
                </a:lnTo>
                <a:lnTo>
                  <a:pt x="588" y="8841"/>
                </a:lnTo>
                <a:lnTo>
                  <a:pt x="771" y="8180"/>
                </a:lnTo>
                <a:lnTo>
                  <a:pt x="955" y="7557"/>
                </a:lnTo>
                <a:lnTo>
                  <a:pt x="1028" y="7373"/>
                </a:lnTo>
                <a:close/>
                <a:moveTo>
                  <a:pt x="9612" y="12472"/>
                </a:moveTo>
                <a:lnTo>
                  <a:pt x="9942" y="12619"/>
                </a:lnTo>
                <a:lnTo>
                  <a:pt x="10675" y="12912"/>
                </a:lnTo>
                <a:lnTo>
                  <a:pt x="10895" y="12986"/>
                </a:lnTo>
                <a:lnTo>
                  <a:pt x="10529" y="13316"/>
                </a:lnTo>
                <a:lnTo>
                  <a:pt x="10162" y="13609"/>
                </a:lnTo>
                <a:lnTo>
                  <a:pt x="9685" y="13279"/>
                </a:lnTo>
                <a:lnTo>
                  <a:pt x="9171" y="12986"/>
                </a:lnTo>
                <a:lnTo>
                  <a:pt x="9391" y="12729"/>
                </a:lnTo>
                <a:lnTo>
                  <a:pt x="9612" y="12472"/>
                </a:lnTo>
                <a:close/>
                <a:moveTo>
                  <a:pt x="2569" y="5209"/>
                </a:moveTo>
                <a:lnTo>
                  <a:pt x="2899" y="5319"/>
                </a:lnTo>
                <a:lnTo>
                  <a:pt x="3266" y="5356"/>
                </a:lnTo>
                <a:lnTo>
                  <a:pt x="3999" y="5356"/>
                </a:lnTo>
                <a:lnTo>
                  <a:pt x="4733" y="5429"/>
                </a:lnTo>
                <a:lnTo>
                  <a:pt x="5467" y="5539"/>
                </a:lnTo>
                <a:lnTo>
                  <a:pt x="5320" y="5649"/>
                </a:lnTo>
                <a:lnTo>
                  <a:pt x="5173" y="5723"/>
                </a:lnTo>
                <a:lnTo>
                  <a:pt x="4880" y="5833"/>
                </a:lnTo>
                <a:lnTo>
                  <a:pt x="4696" y="5943"/>
                </a:lnTo>
                <a:lnTo>
                  <a:pt x="4513" y="6053"/>
                </a:lnTo>
                <a:lnTo>
                  <a:pt x="4366" y="6236"/>
                </a:lnTo>
                <a:lnTo>
                  <a:pt x="4293" y="6420"/>
                </a:lnTo>
                <a:lnTo>
                  <a:pt x="4256" y="6493"/>
                </a:lnTo>
                <a:lnTo>
                  <a:pt x="4293" y="6603"/>
                </a:lnTo>
                <a:lnTo>
                  <a:pt x="4329" y="6676"/>
                </a:lnTo>
                <a:lnTo>
                  <a:pt x="4366" y="6750"/>
                </a:lnTo>
                <a:lnTo>
                  <a:pt x="4439" y="6823"/>
                </a:lnTo>
                <a:lnTo>
                  <a:pt x="4549" y="6823"/>
                </a:lnTo>
                <a:lnTo>
                  <a:pt x="4660" y="6860"/>
                </a:lnTo>
                <a:lnTo>
                  <a:pt x="4696" y="6933"/>
                </a:lnTo>
                <a:lnTo>
                  <a:pt x="4733" y="7117"/>
                </a:lnTo>
                <a:lnTo>
                  <a:pt x="4770" y="7300"/>
                </a:lnTo>
                <a:lnTo>
                  <a:pt x="4770" y="7667"/>
                </a:lnTo>
                <a:lnTo>
                  <a:pt x="4806" y="7813"/>
                </a:lnTo>
                <a:lnTo>
                  <a:pt x="4586" y="7520"/>
                </a:lnTo>
                <a:lnTo>
                  <a:pt x="4366" y="7263"/>
                </a:lnTo>
                <a:lnTo>
                  <a:pt x="4256" y="7190"/>
                </a:lnTo>
                <a:lnTo>
                  <a:pt x="4146" y="7153"/>
                </a:lnTo>
                <a:lnTo>
                  <a:pt x="3999" y="7117"/>
                </a:lnTo>
                <a:lnTo>
                  <a:pt x="3889" y="7153"/>
                </a:lnTo>
                <a:lnTo>
                  <a:pt x="3632" y="7227"/>
                </a:lnTo>
                <a:lnTo>
                  <a:pt x="3412" y="7373"/>
                </a:lnTo>
                <a:lnTo>
                  <a:pt x="3192" y="7593"/>
                </a:lnTo>
                <a:lnTo>
                  <a:pt x="2972" y="7813"/>
                </a:lnTo>
                <a:lnTo>
                  <a:pt x="2825" y="8070"/>
                </a:lnTo>
                <a:lnTo>
                  <a:pt x="2715" y="8364"/>
                </a:lnTo>
                <a:lnTo>
                  <a:pt x="2642" y="8657"/>
                </a:lnTo>
                <a:lnTo>
                  <a:pt x="2605" y="8951"/>
                </a:lnTo>
                <a:lnTo>
                  <a:pt x="2605" y="9244"/>
                </a:lnTo>
                <a:lnTo>
                  <a:pt x="2679" y="9537"/>
                </a:lnTo>
                <a:lnTo>
                  <a:pt x="2679" y="9611"/>
                </a:lnTo>
                <a:lnTo>
                  <a:pt x="2752" y="9648"/>
                </a:lnTo>
                <a:lnTo>
                  <a:pt x="2789" y="9684"/>
                </a:lnTo>
                <a:lnTo>
                  <a:pt x="3156" y="9684"/>
                </a:lnTo>
                <a:lnTo>
                  <a:pt x="3449" y="9758"/>
                </a:lnTo>
                <a:lnTo>
                  <a:pt x="3706" y="9868"/>
                </a:lnTo>
                <a:lnTo>
                  <a:pt x="3963" y="10014"/>
                </a:lnTo>
                <a:lnTo>
                  <a:pt x="4183" y="10198"/>
                </a:lnTo>
                <a:lnTo>
                  <a:pt x="4403" y="10418"/>
                </a:lnTo>
                <a:lnTo>
                  <a:pt x="4770" y="10858"/>
                </a:lnTo>
                <a:lnTo>
                  <a:pt x="4403" y="11151"/>
                </a:lnTo>
                <a:lnTo>
                  <a:pt x="4109" y="11445"/>
                </a:lnTo>
                <a:lnTo>
                  <a:pt x="3816" y="11775"/>
                </a:lnTo>
                <a:lnTo>
                  <a:pt x="3596" y="12142"/>
                </a:lnTo>
                <a:lnTo>
                  <a:pt x="3412" y="12545"/>
                </a:lnTo>
                <a:lnTo>
                  <a:pt x="3266" y="12986"/>
                </a:lnTo>
                <a:lnTo>
                  <a:pt x="3192" y="13426"/>
                </a:lnTo>
                <a:lnTo>
                  <a:pt x="3156" y="13866"/>
                </a:lnTo>
                <a:lnTo>
                  <a:pt x="3082" y="13829"/>
                </a:lnTo>
                <a:lnTo>
                  <a:pt x="2972" y="13719"/>
                </a:lnTo>
                <a:lnTo>
                  <a:pt x="2899" y="13572"/>
                </a:lnTo>
                <a:lnTo>
                  <a:pt x="2459" y="12582"/>
                </a:lnTo>
                <a:lnTo>
                  <a:pt x="2092" y="11702"/>
                </a:lnTo>
                <a:lnTo>
                  <a:pt x="1945" y="11262"/>
                </a:lnTo>
                <a:lnTo>
                  <a:pt x="1872" y="10821"/>
                </a:lnTo>
                <a:lnTo>
                  <a:pt x="1872" y="10638"/>
                </a:lnTo>
                <a:lnTo>
                  <a:pt x="1945" y="10491"/>
                </a:lnTo>
                <a:lnTo>
                  <a:pt x="2055" y="10381"/>
                </a:lnTo>
                <a:lnTo>
                  <a:pt x="2202" y="10271"/>
                </a:lnTo>
                <a:lnTo>
                  <a:pt x="2312" y="10161"/>
                </a:lnTo>
                <a:lnTo>
                  <a:pt x="2385" y="10051"/>
                </a:lnTo>
                <a:lnTo>
                  <a:pt x="2385" y="9904"/>
                </a:lnTo>
                <a:lnTo>
                  <a:pt x="2385" y="9721"/>
                </a:lnTo>
                <a:lnTo>
                  <a:pt x="2312" y="8730"/>
                </a:lnTo>
                <a:lnTo>
                  <a:pt x="2165" y="7740"/>
                </a:lnTo>
                <a:lnTo>
                  <a:pt x="2165" y="7667"/>
                </a:lnTo>
                <a:lnTo>
                  <a:pt x="2092" y="7593"/>
                </a:lnTo>
                <a:lnTo>
                  <a:pt x="1945" y="7593"/>
                </a:lnTo>
                <a:lnTo>
                  <a:pt x="1358" y="8070"/>
                </a:lnTo>
                <a:lnTo>
                  <a:pt x="1321" y="7667"/>
                </a:lnTo>
                <a:lnTo>
                  <a:pt x="1358" y="7263"/>
                </a:lnTo>
                <a:lnTo>
                  <a:pt x="1395" y="6860"/>
                </a:lnTo>
                <a:lnTo>
                  <a:pt x="1505" y="6456"/>
                </a:lnTo>
                <a:lnTo>
                  <a:pt x="1505" y="6383"/>
                </a:lnTo>
                <a:lnTo>
                  <a:pt x="1468" y="6310"/>
                </a:lnTo>
                <a:lnTo>
                  <a:pt x="1725" y="5796"/>
                </a:lnTo>
                <a:lnTo>
                  <a:pt x="1982" y="5319"/>
                </a:lnTo>
                <a:lnTo>
                  <a:pt x="2239" y="5356"/>
                </a:lnTo>
                <a:lnTo>
                  <a:pt x="2495" y="5392"/>
                </a:lnTo>
                <a:lnTo>
                  <a:pt x="2569" y="5356"/>
                </a:lnTo>
                <a:lnTo>
                  <a:pt x="2605" y="5319"/>
                </a:lnTo>
                <a:lnTo>
                  <a:pt x="2605" y="5282"/>
                </a:lnTo>
                <a:lnTo>
                  <a:pt x="2569" y="5209"/>
                </a:lnTo>
                <a:close/>
                <a:moveTo>
                  <a:pt x="8805" y="13939"/>
                </a:moveTo>
                <a:lnTo>
                  <a:pt x="9098" y="13976"/>
                </a:lnTo>
                <a:lnTo>
                  <a:pt x="9391" y="14049"/>
                </a:lnTo>
                <a:lnTo>
                  <a:pt x="9208" y="14086"/>
                </a:lnTo>
                <a:lnTo>
                  <a:pt x="9171" y="14049"/>
                </a:lnTo>
                <a:lnTo>
                  <a:pt x="9061" y="14049"/>
                </a:lnTo>
                <a:lnTo>
                  <a:pt x="8988" y="13976"/>
                </a:lnTo>
                <a:lnTo>
                  <a:pt x="8805" y="13939"/>
                </a:lnTo>
                <a:close/>
                <a:moveTo>
                  <a:pt x="5815" y="14178"/>
                </a:moveTo>
                <a:lnTo>
                  <a:pt x="5797" y="14196"/>
                </a:lnTo>
                <a:lnTo>
                  <a:pt x="5760" y="14196"/>
                </a:lnTo>
                <a:lnTo>
                  <a:pt x="5815" y="14178"/>
                </a:lnTo>
                <a:close/>
                <a:moveTo>
                  <a:pt x="7154" y="2935"/>
                </a:moveTo>
                <a:lnTo>
                  <a:pt x="7594" y="3008"/>
                </a:lnTo>
                <a:lnTo>
                  <a:pt x="8034" y="3082"/>
                </a:lnTo>
                <a:lnTo>
                  <a:pt x="8438" y="3155"/>
                </a:lnTo>
                <a:lnTo>
                  <a:pt x="8401" y="3192"/>
                </a:lnTo>
                <a:lnTo>
                  <a:pt x="8401" y="3228"/>
                </a:lnTo>
                <a:lnTo>
                  <a:pt x="8401" y="3265"/>
                </a:lnTo>
                <a:lnTo>
                  <a:pt x="8438" y="3265"/>
                </a:lnTo>
                <a:lnTo>
                  <a:pt x="8621" y="3228"/>
                </a:lnTo>
                <a:lnTo>
                  <a:pt x="8768" y="3265"/>
                </a:lnTo>
                <a:lnTo>
                  <a:pt x="8805" y="3265"/>
                </a:lnTo>
                <a:lnTo>
                  <a:pt x="8768" y="3338"/>
                </a:lnTo>
                <a:lnTo>
                  <a:pt x="8768" y="3412"/>
                </a:lnTo>
                <a:lnTo>
                  <a:pt x="8768" y="3448"/>
                </a:lnTo>
                <a:lnTo>
                  <a:pt x="8805" y="3485"/>
                </a:lnTo>
                <a:lnTo>
                  <a:pt x="8841" y="3485"/>
                </a:lnTo>
                <a:lnTo>
                  <a:pt x="8915" y="3522"/>
                </a:lnTo>
                <a:lnTo>
                  <a:pt x="8988" y="3558"/>
                </a:lnTo>
                <a:lnTo>
                  <a:pt x="9098" y="3668"/>
                </a:lnTo>
                <a:lnTo>
                  <a:pt x="9208" y="3815"/>
                </a:lnTo>
                <a:lnTo>
                  <a:pt x="9245" y="3852"/>
                </a:lnTo>
                <a:lnTo>
                  <a:pt x="9281" y="3889"/>
                </a:lnTo>
                <a:lnTo>
                  <a:pt x="9318" y="3852"/>
                </a:lnTo>
                <a:lnTo>
                  <a:pt x="9391" y="3742"/>
                </a:lnTo>
                <a:lnTo>
                  <a:pt x="9465" y="3632"/>
                </a:lnTo>
                <a:lnTo>
                  <a:pt x="9538" y="3558"/>
                </a:lnTo>
                <a:lnTo>
                  <a:pt x="9758" y="3632"/>
                </a:lnTo>
                <a:lnTo>
                  <a:pt x="9612" y="3815"/>
                </a:lnTo>
                <a:lnTo>
                  <a:pt x="9501" y="3999"/>
                </a:lnTo>
                <a:lnTo>
                  <a:pt x="9465" y="4072"/>
                </a:lnTo>
                <a:lnTo>
                  <a:pt x="9465" y="4182"/>
                </a:lnTo>
                <a:lnTo>
                  <a:pt x="9575" y="4182"/>
                </a:lnTo>
                <a:lnTo>
                  <a:pt x="9648" y="4145"/>
                </a:lnTo>
                <a:lnTo>
                  <a:pt x="9795" y="4035"/>
                </a:lnTo>
                <a:lnTo>
                  <a:pt x="10052" y="3815"/>
                </a:lnTo>
                <a:lnTo>
                  <a:pt x="10308" y="3962"/>
                </a:lnTo>
                <a:lnTo>
                  <a:pt x="10235" y="4035"/>
                </a:lnTo>
                <a:lnTo>
                  <a:pt x="9978" y="4365"/>
                </a:lnTo>
                <a:lnTo>
                  <a:pt x="9868" y="4512"/>
                </a:lnTo>
                <a:lnTo>
                  <a:pt x="9795" y="4696"/>
                </a:lnTo>
                <a:lnTo>
                  <a:pt x="9795" y="4732"/>
                </a:lnTo>
                <a:lnTo>
                  <a:pt x="9832" y="4732"/>
                </a:lnTo>
                <a:lnTo>
                  <a:pt x="10015" y="4659"/>
                </a:lnTo>
                <a:lnTo>
                  <a:pt x="10198" y="4549"/>
                </a:lnTo>
                <a:lnTo>
                  <a:pt x="10492" y="4329"/>
                </a:lnTo>
                <a:lnTo>
                  <a:pt x="10639" y="4182"/>
                </a:lnTo>
                <a:lnTo>
                  <a:pt x="10822" y="4292"/>
                </a:lnTo>
                <a:lnTo>
                  <a:pt x="10565" y="4549"/>
                </a:lnTo>
                <a:lnTo>
                  <a:pt x="10272" y="4879"/>
                </a:lnTo>
                <a:lnTo>
                  <a:pt x="10052" y="5209"/>
                </a:lnTo>
                <a:lnTo>
                  <a:pt x="9942" y="5246"/>
                </a:lnTo>
                <a:lnTo>
                  <a:pt x="9648" y="5392"/>
                </a:lnTo>
                <a:lnTo>
                  <a:pt x="9391" y="5539"/>
                </a:lnTo>
                <a:lnTo>
                  <a:pt x="9281" y="5539"/>
                </a:lnTo>
                <a:lnTo>
                  <a:pt x="9135" y="5576"/>
                </a:lnTo>
                <a:lnTo>
                  <a:pt x="8805" y="5759"/>
                </a:lnTo>
                <a:lnTo>
                  <a:pt x="8548" y="5979"/>
                </a:lnTo>
                <a:lnTo>
                  <a:pt x="8364" y="6089"/>
                </a:lnTo>
                <a:lnTo>
                  <a:pt x="8071" y="6346"/>
                </a:lnTo>
                <a:lnTo>
                  <a:pt x="7924" y="6566"/>
                </a:lnTo>
                <a:lnTo>
                  <a:pt x="7741" y="6750"/>
                </a:lnTo>
                <a:lnTo>
                  <a:pt x="7631" y="6970"/>
                </a:lnTo>
                <a:lnTo>
                  <a:pt x="7594" y="7153"/>
                </a:lnTo>
                <a:lnTo>
                  <a:pt x="7631" y="7227"/>
                </a:lnTo>
                <a:lnTo>
                  <a:pt x="7667" y="7300"/>
                </a:lnTo>
                <a:lnTo>
                  <a:pt x="7741" y="7373"/>
                </a:lnTo>
                <a:lnTo>
                  <a:pt x="7851" y="7410"/>
                </a:lnTo>
                <a:lnTo>
                  <a:pt x="7998" y="7410"/>
                </a:lnTo>
                <a:lnTo>
                  <a:pt x="8144" y="7337"/>
                </a:lnTo>
                <a:lnTo>
                  <a:pt x="8401" y="7190"/>
                </a:lnTo>
                <a:lnTo>
                  <a:pt x="8548" y="7153"/>
                </a:lnTo>
                <a:lnTo>
                  <a:pt x="8731" y="7227"/>
                </a:lnTo>
                <a:lnTo>
                  <a:pt x="8805" y="7263"/>
                </a:lnTo>
                <a:lnTo>
                  <a:pt x="8878" y="7337"/>
                </a:lnTo>
                <a:lnTo>
                  <a:pt x="8915" y="7410"/>
                </a:lnTo>
                <a:lnTo>
                  <a:pt x="8915" y="7483"/>
                </a:lnTo>
                <a:lnTo>
                  <a:pt x="8841" y="7593"/>
                </a:lnTo>
                <a:lnTo>
                  <a:pt x="8731" y="7740"/>
                </a:lnTo>
                <a:lnTo>
                  <a:pt x="8584" y="7850"/>
                </a:lnTo>
                <a:lnTo>
                  <a:pt x="8401" y="7960"/>
                </a:lnTo>
                <a:lnTo>
                  <a:pt x="8144" y="8070"/>
                </a:lnTo>
                <a:lnTo>
                  <a:pt x="7961" y="8144"/>
                </a:lnTo>
                <a:lnTo>
                  <a:pt x="7741" y="8254"/>
                </a:lnTo>
                <a:lnTo>
                  <a:pt x="7557" y="8400"/>
                </a:lnTo>
                <a:lnTo>
                  <a:pt x="7521" y="8474"/>
                </a:lnTo>
                <a:lnTo>
                  <a:pt x="7484" y="8584"/>
                </a:lnTo>
                <a:lnTo>
                  <a:pt x="7447" y="8767"/>
                </a:lnTo>
                <a:lnTo>
                  <a:pt x="7521" y="8914"/>
                </a:lnTo>
                <a:lnTo>
                  <a:pt x="7631" y="9061"/>
                </a:lnTo>
                <a:lnTo>
                  <a:pt x="7777" y="9134"/>
                </a:lnTo>
                <a:lnTo>
                  <a:pt x="7887" y="9171"/>
                </a:lnTo>
                <a:lnTo>
                  <a:pt x="8034" y="9207"/>
                </a:lnTo>
                <a:lnTo>
                  <a:pt x="8254" y="9134"/>
                </a:lnTo>
                <a:lnTo>
                  <a:pt x="8694" y="8951"/>
                </a:lnTo>
                <a:lnTo>
                  <a:pt x="9208" y="8951"/>
                </a:lnTo>
                <a:lnTo>
                  <a:pt x="9391" y="8877"/>
                </a:lnTo>
                <a:lnTo>
                  <a:pt x="9575" y="8767"/>
                </a:lnTo>
                <a:lnTo>
                  <a:pt x="9685" y="8657"/>
                </a:lnTo>
                <a:lnTo>
                  <a:pt x="9795" y="8547"/>
                </a:lnTo>
                <a:lnTo>
                  <a:pt x="9905" y="8547"/>
                </a:lnTo>
                <a:lnTo>
                  <a:pt x="10052" y="8584"/>
                </a:lnTo>
                <a:lnTo>
                  <a:pt x="10088" y="8620"/>
                </a:lnTo>
                <a:lnTo>
                  <a:pt x="10125" y="8620"/>
                </a:lnTo>
                <a:lnTo>
                  <a:pt x="10198" y="8657"/>
                </a:lnTo>
                <a:lnTo>
                  <a:pt x="10382" y="8804"/>
                </a:lnTo>
                <a:lnTo>
                  <a:pt x="10565" y="8987"/>
                </a:lnTo>
                <a:lnTo>
                  <a:pt x="11115" y="9648"/>
                </a:lnTo>
                <a:lnTo>
                  <a:pt x="10382" y="9391"/>
                </a:lnTo>
                <a:lnTo>
                  <a:pt x="10015" y="9281"/>
                </a:lnTo>
                <a:lnTo>
                  <a:pt x="9648" y="9171"/>
                </a:lnTo>
                <a:lnTo>
                  <a:pt x="9612" y="9207"/>
                </a:lnTo>
                <a:lnTo>
                  <a:pt x="9281" y="9171"/>
                </a:lnTo>
                <a:lnTo>
                  <a:pt x="8951" y="9207"/>
                </a:lnTo>
                <a:lnTo>
                  <a:pt x="8621" y="9281"/>
                </a:lnTo>
                <a:lnTo>
                  <a:pt x="8328" y="9391"/>
                </a:lnTo>
                <a:lnTo>
                  <a:pt x="8291" y="9427"/>
                </a:lnTo>
                <a:lnTo>
                  <a:pt x="8144" y="9427"/>
                </a:lnTo>
                <a:lnTo>
                  <a:pt x="7631" y="9537"/>
                </a:lnTo>
                <a:lnTo>
                  <a:pt x="7117" y="9648"/>
                </a:lnTo>
                <a:lnTo>
                  <a:pt x="6934" y="9684"/>
                </a:lnTo>
                <a:lnTo>
                  <a:pt x="6787" y="9794"/>
                </a:lnTo>
                <a:lnTo>
                  <a:pt x="6677" y="9904"/>
                </a:lnTo>
                <a:lnTo>
                  <a:pt x="6567" y="10088"/>
                </a:lnTo>
                <a:lnTo>
                  <a:pt x="6494" y="10271"/>
                </a:lnTo>
                <a:lnTo>
                  <a:pt x="6494" y="10455"/>
                </a:lnTo>
                <a:lnTo>
                  <a:pt x="6494" y="10601"/>
                </a:lnTo>
                <a:lnTo>
                  <a:pt x="6530" y="10785"/>
                </a:lnTo>
                <a:lnTo>
                  <a:pt x="6604" y="10968"/>
                </a:lnTo>
                <a:lnTo>
                  <a:pt x="6714" y="11115"/>
                </a:lnTo>
                <a:lnTo>
                  <a:pt x="6824" y="11225"/>
                </a:lnTo>
                <a:lnTo>
                  <a:pt x="6970" y="11335"/>
                </a:lnTo>
                <a:lnTo>
                  <a:pt x="7117" y="11408"/>
                </a:lnTo>
                <a:lnTo>
                  <a:pt x="7301" y="11445"/>
                </a:lnTo>
                <a:lnTo>
                  <a:pt x="7484" y="11482"/>
                </a:lnTo>
                <a:lnTo>
                  <a:pt x="7777" y="11482"/>
                </a:lnTo>
                <a:lnTo>
                  <a:pt x="7851" y="11555"/>
                </a:lnTo>
                <a:lnTo>
                  <a:pt x="7924" y="11665"/>
                </a:lnTo>
                <a:lnTo>
                  <a:pt x="7961" y="11812"/>
                </a:lnTo>
                <a:lnTo>
                  <a:pt x="8034" y="12105"/>
                </a:lnTo>
                <a:lnTo>
                  <a:pt x="8071" y="12362"/>
                </a:lnTo>
                <a:lnTo>
                  <a:pt x="8108" y="12509"/>
                </a:lnTo>
                <a:lnTo>
                  <a:pt x="7851" y="12435"/>
                </a:lnTo>
                <a:lnTo>
                  <a:pt x="7631" y="12399"/>
                </a:lnTo>
                <a:lnTo>
                  <a:pt x="7557" y="12362"/>
                </a:lnTo>
                <a:lnTo>
                  <a:pt x="7521" y="12215"/>
                </a:lnTo>
                <a:lnTo>
                  <a:pt x="7521" y="12179"/>
                </a:lnTo>
                <a:lnTo>
                  <a:pt x="7447" y="12179"/>
                </a:lnTo>
                <a:lnTo>
                  <a:pt x="7447" y="12215"/>
                </a:lnTo>
                <a:lnTo>
                  <a:pt x="7411" y="12472"/>
                </a:lnTo>
                <a:lnTo>
                  <a:pt x="7411" y="12509"/>
                </a:lnTo>
                <a:lnTo>
                  <a:pt x="7447" y="12545"/>
                </a:lnTo>
                <a:lnTo>
                  <a:pt x="7851" y="12729"/>
                </a:lnTo>
                <a:lnTo>
                  <a:pt x="8254" y="12949"/>
                </a:lnTo>
                <a:lnTo>
                  <a:pt x="8438" y="13316"/>
                </a:lnTo>
                <a:lnTo>
                  <a:pt x="8474" y="13389"/>
                </a:lnTo>
                <a:lnTo>
                  <a:pt x="8548" y="13426"/>
                </a:lnTo>
                <a:lnTo>
                  <a:pt x="8621" y="13426"/>
                </a:lnTo>
                <a:lnTo>
                  <a:pt x="8694" y="13389"/>
                </a:lnTo>
                <a:lnTo>
                  <a:pt x="8841" y="13279"/>
                </a:lnTo>
                <a:lnTo>
                  <a:pt x="9428" y="13609"/>
                </a:lnTo>
                <a:lnTo>
                  <a:pt x="9281" y="13609"/>
                </a:lnTo>
                <a:lnTo>
                  <a:pt x="8548" y="13536"/>
                </a:lnTo>
                <a:lnTo>
                  <a:pt x="7851" y="13536"/>
                </a:lnTo>
                <a:lnTo>
                  <a:pt x="7374" y="13206"/>
                </a:lnTo>
                <a:lnTo>
                  <a:pt x="6860" y="12912"/>
                </a:lnTo>
                <a:lnTo>
                  <a:pt x="6824" y="12876"/>
                </a:lnTo>
                <a:lnTo>
                  <a:pt x="6750" y="12912"/>
                </a:lnTo>
                <a:lnTo>
                  <a:pt x="6750" y="12949"/>
                </a:lnTo>
                <a:lnTo>
                  <a:pt x="6750" y="13022"/>
                </a:lnTo>
                <a:lnTo>
                  <a:pt x="6970" y="13316"/>
                </a:lnTo>
                <a:lnTo>
                  <a:pt x="7227" y="13572"/>
                </a:lnTo>
                <a:lnTo>
                  <a:pt x="6897" y="13609"/>
                </a:lnTo>
                <a:lnTo>
                  <a:pt x="6567" y="13646"/>
                </a:lnTo>
                <a:lnTo>
                  <a:pt x="6310" y="13426"/>
                </a:lnTo>
                <a:lnTo>
                  <a:pt x="6090" y="13169"/>
                </a:lnTo>
                <a:lnTo>
                  <a:pt x="6017" y="13169"/>
                </a:lnTo>
                <a:lnTo>
                  <a:pt x="5943" y="13242"/>
                </a:lnTo>
                <a:lnTo>
                  <a:pt x="5907" y="13389"/>
                </a:lnTo>
                <a:lnTo>
                  <a:pt x="5943" y="13499"/>
                </a:lnTo>
                <a:lnTo>
                  <a:pt x="5980" y="13646"/>
                </a:lnTo>
                <a:lnTo>
                  <a:pt x="6090" y="13756"/>
                </a:lnTo>
                <a:lnTo>
                  <a:pt x="5760" y="13829"/>
                </a:lnTo>
                <a:lnTo>
                  <a:pt x="5430" y="13939"/>
                </a:lnTo>
                <a:lnTo>
                  <a:pt x="5393" y="13903"/>
                </a:lnTo>
                <a:lnTo>
                  <a:pt x="5173" y="13682"/>
                </a:lnTo>
                <a:lnTo>
                  <a:pt x="5026" y="13609"/>
                </a:lnTo>
                <a:lnTo>
                  <a:pt x="4916" y="13572"/>
                </a:lnTo>
                <a:lnTo>
                  <a:pt x="4880" y="13572"/>
                </a:lnTo>
                <a:lnTo>
                  <a:pt x="4880" y="13609"/>
                </a:lnTo>
                <a:lnTo>
                  <a:pt x="4880" y="13682"/>
                </a:lnTo>
                <a:lnTo>
                  <a:pt x="4916" y="13793"/>
                </a:lnTo>
                <a:lnTo>
                  <a:pt x="4990" y="13939"/>
                </a:lnTo>
                <a:lnTo>
                  <a:pt x="5100" y="14086"/>
                </a:lnTo>
                <a:lnTo>
                  <a:pt x="5136" y="14086"/>
                </a:lnTo>
                <a:lnTo>
                  <a:pt x="4843" y="14306"/>
                </a:lnTo>
                <a:lnTo>
                  <a:pt x="4623" y="14269"/>
                </a:lnTo>
                <a:lnTo>
                  <a:pt x="4109" y="14196"/>
                </a:lnTo>
                <a:lnTo>
                  <a:pt x="3853" y="14159"/>
                </a:lnTo>
                <a:lnTo>
                  <a:pt x="3596" y="14086"/>
                </a:lnTo>
                <a:lnTo>
                  <a:pt x="3669" y="14013"/>
                </a:lnTo>
                <a:lnTo>
                  <a:pt x="3706" y="13903"/>
                </a:lnTo>
                <a:lnTo>
                  <a:pt x="3706" y="13829"/>
                </a:lnTo>
                <a:lnTo>
                  <a:pt x="3669" y="13719"/>
                </a:lnTo>
                <a:lnTo>
                  <a:pt x="3632" y="13646"/>
                </a:lnTo>
                <a:lnTo>
                  <a:pt x="3559" y="13609"/>
                </a:lnTo>
                <a:lnTo>
                  <a:pt x="3632" y="13242"/>
                </a:lnTo>
                <a:lnTo>
                  <a:pt x="3742" y="12876"/>
                </a:lnTo>
                <a:lnTo>
                  <a:pt x="3889" y="12509"/>
                </a:lnTo>
                <a:lnTo>
                  <a:pt x="4073" y="12179"/>
                </a:lnTo>
                <a:lnTo>
                  <a:pt x="4293" y="11848"/>
                </a:lnTo>
                <a:lnTo>
                  <a:pt x="4549" y="11555"/>
                </a:lnTo>
                <a:lnTo>
                  <a:pt x="4843" y="11298"/>
                </a:lnTo>
                <a:lnTo>
                  <a:pt x="5173" y="11115"/>
                </a:lnTo>
                <a:lnTo>
                  <a:pt x="5246" y="11041"/>
                </a:lnTo>
                <a:lnTo>
                  <a:pt x="5283" y="10931"/>
                </a:lnTo>
                <a:lnTo>
                  <a:pt x="5283" y="10858"/>
                </a:lnTo>
                <a:lnTo>
                  <a:pt x="5210" y="10785"/>
                </a:lnTo>
                <a:lnTo>
                  <a:pt x="4770" y="10234"/>
                </a:lnTo>
                <a:lnTo>
                  <a:pt x="4549" y="9978"/>
                </a:lnTo>
                <a:lnTo>
                  <a:pt x="4293" y="9758"/>
                </a:lnTo>
                <a:lnTo>
                  <a:pt x="3999" y="9574"/>
                </a:lnTo>
                <a:lnTo>
                  <a:pt x="3706" y="9427"/>
                </a:lnTo>
                <a:lnTo>
                  <a:pt x="3376" y="9317"/>
                </a:lnTo>
                <a:lnTo>
                  <a:pt x="3046" y="9281"/>
                </a:lnTo>
                <a:lnTo>
                  <a:pt x="3046" y="8877"/>
                </a:lnTo>
                <a:lnTo>
                  <a:pt x="3119" y="8510"/>
                </a:lnTo>
                <a:lnTo>
                  <a:pt x="3266" y="8180"/>
                </a:lnTo>
                <a:lnTo>
                  <a:pt x="3486" y="7887"/>
                </a:lnTo>
                <a:lnTo>
                  <a:pt x="3632" y="7740"/>
                </a:lnTo>
                <a:lnTo>
                  <a:pt x="3816" y="7593"/>
                </a:lnTo>
                <a:lnTo>
                  <a:pt x="3889" y="7557"/>
                </a:lnTo>
                <a:lnTo>
                  <a:pt x="3963" y="7557"/>
                </a:lnTo>
                <a:lnTo>
                  <a:pt x="4036" y="7593"/>
                </a:lnTo>
                <a:lnTo>
                  <a:pt x="4109" y="7630"/>
                </a:lnTo>
                <a:lnTo>
                  <a:pt x="4219" y="7740"/>
                </a:lnTo>
                <a:lnTo>
                  <a:pt x="4329" y="7887"/>
                </a:lnTo>
                <a:lnTo>
                  <a:pt x="4916" y="8657"/>
                </a:lnTo>
                <a:lnTo>
                  <a:pt x="5026" y="8730"/>
                </a:lnTo>
                <a:lnTo>
                  <a:pt x="5136" y="8767"/>
                </a:lnTo>
                <a:lnTo>
                  <a:pt x="5210" y="8730"/>
                </a:lnTo>
                <a:lnTo>
                  <a:pt x="5246" y="8694"/>
                </a:lnTo>
                <a:lnTo>
                  <a:pt x="5283" y="8620"/>
                </a:lnTo>
                <a:lnTo>
                  <a:pt x="5283" y="8547"/>
                </a:lnTo>
                <a:lnTo>
                  <a:pt x="5136" y="7006"/>
                </a:lnTo>
                <a:lnTo>
                  <a:pt x="5100" y="6823"/>
                </a:lnTo>
                <a:lnTo>
                  <a:pt x="4990" y="6640"/>
                </a:lnTo>
                <a:lnTo>
                  <a:pt x="4880" y="6493"/>
                </a:lnTo>
                <a:lnTo>
                  <a:pt x="4660" y="6456"/>
                </a:lnTo>
                <a:lnTo>
                  <a:pt x="4733" y="6420"/>
                </a:lnTo>
                <a:lnTo>
                  <a:pt x="4843" y="6346"/>
                </a:lnTo>
                <a:lnTo>
                  <a:pt x="5026" y="6199"/>
                </a:lnTo>
                <a:lnTo>
                  <a:pt x="5430" y="6016"/>
                </a:lnTo>
                <a:lnTo>
                  <a:pt x="5613" y="5943"/>
                </a:lnTo>
                <a:lnTo>
                  <a:pt x="5760" y="5796"/>
                </a:lnTo>
                <a:lnTo>
                  <a:pt x="5870" y="5649"/>
                </a:lnTo>
                <a:lnTo>
                  <a:pt x="5980" y="5466"/>
                </a:lnTo>
                <a:lnTo>
                  <a:pt x="5980" y="5392"/>
                </a:lnTo>
                <a:lnTo>
                  <a:pt x="5943" y="5319"/>
                </a:lnTo>
                <a:lnTo>
                  <a:pt x="5907" y="5246"/>
                </a:lnTo>
                <a:lnTo>
                  <a:pt x="5833" y="5209"/>
                </a:lnTo>
                <a:lnTo>
                  <a:pt x="4990" y="5099"/>
                </a:lnTo>
                <a:lnTo>
                  <a:pt x="4109" y="4989"/>
                </a:lnTo>
                <a:lnTo>
                  <a:pt x="3742" y="4989"/>
                </a:lnTo>
                <a:lnTo>
                  <a:pt x="3302" y="4952"/>
                </a:lnTo>
                <a:lnTo>
                  <a:pt x="2899" y="4989"/>
                </a:lnTo>
                <a:lnTo>
                  <a:pt x="2715" y="5026"/>
                </a:lnTo>
                <a:lnTo>
                  <a:pt x="2532" y="5099"/>
                </a:lnTo>
                <a:lnTo>
                  <a:pt x="2495" y="5136"/>
                </a:lnTo>
                <a:lnTo>
                  <a:pt x="2532" y="5209"/>
                </a:lnTo>
                <a:lnTo>
                  <a:pt x="2165" y="5062"/>
                </a:lnTo>
                <a:lnTo>
                  <a:pt x="2459" y="4732"/>
                </a:lnTo>
                <a:lnTo>
                  <a:pt x="2752" y="4402"/>
                </a:lnTo>
                <a:lnTo>
                  <a:pt x="3082" y="4145"/>
                </a:lnTo>
                <a:lnTo>
                  <a:pt x="3449" y="3889"/>
                </a:lnTo>
                <a:lnTo>
                  <a:pt x="3816" y="3668"/>
                </a:lnTo>
                <a:lnTo>
                  <a:pt x="4219" y="3448"/>
                </a:lnTo>
                <a:lnTo>
                  <a:pt x="4623" y="3302"/>
                </a:lnTo>
                <a:lnTo>
                  <a:pt x="5026" y="3155"/>
                </a:lnTo>
                <a:lnTo>
                  <a:pt x="5467" y="3045"/>
                </a:lnTo>
                <a:lnTo>
                  <a:pt x="5907" y="2972"/>
                </a:lnTo>
                <a:lnTo>
                  <a:pt x="6310" y="2935"/>
                </a:lnTo>
                <a:close/>
                <a:moveTo>
                  <a:pt x="5393" y="14343"/>
                </a:moveTo>
                <a:lnTo>
                  <a:pt x="5430" y="14379"/>
                </a:lnTo>
                <a:lnTo>
                  <a:pt x="5356" y="14379"/>
                </a:lnTo>
                <a:lnTo>
                  <a:pt x="5393" y="14343"/>
                </a:lnTo>
                <a:close/>
                <a:moveTo>
                  <a:pt x="7704" y="13903"/>
                </a:moveTo>
                <a:lnTo>
                  <a:pt x="7961" y="14049"/>
                </a:lnTo>
                <a:lnTo>
                  <a:pt x="8291" y="14196"/>
                </a:lnTo>
                <a:lnTo>
                  <a:pt x="8584" y="14306"/>
                </a:lnTo>
                <a:lnTo>
                  <a:pt x="8181" y="14379"/>
                </a:lnTo>
                <a:lnTo>
                  <a:pt x="7741" y="14416"/>
                </a:lnTo>
                <a:lnTo>
                  <a:pt x="7704" y="14306"/>
                </a:lnTo>
                <a:lnTo>
                  <a:pt x="7631" y="14233"/>
                </a:lnTo>
                <a:lnTo>
                  <a:pt x="7264" y="14123"/>
                </a:lnTo>
                <a:lnTo>
                  <a:pt x="6970" y="13939"/>
                </a:lnTo>
                <a:lnTo>
                  <a:pt x="7521" y="13903"/>
                </a:lnTo>
                <a:close/>
                <a:moveTo>
                  <a:pt x="6420" y="14013"/>
                </a:moveTo>
                <a:lnTo>
                  <a:pt x="6567" y="14123"/>
                </a:lnTo>
                <a:lnTo>
                  <a:pt x="6787" y="14306"/>
                </a:lnTo>
                <a:lnTo>
                  <a:pt x="7007" y="14453"/>
                </a:lnTo>
                <a:lnTo>
                  <a:pt x="6053" y="14416"/>
                </a:lnTo>
                <a:lnTo>
                  <a:pt x="6053" y="14343"/>
                </a:lnTo>
                <a:lnTo>
                  <a:pt x="6053" y="14269"/>
                </a:lnTo>
                <a:lnTo>
                  <a:pt x="5980" y="14196"/>
                </a:lnTo>
                <a:lnTo>
                  <a:pt x="5907" y="14159"/>
                </a:lnTo>
                <a:lnTo>
                  <a:pt x="5870" y="14159"/>
                </a:lnTo>
                <a:lnTo>
                  <a:pt x="5980" y="14123"/>
                </a:lnTo>
                <a:lnTo>
                  <a:pt x="6420" y="14013"/>
                </a:lnTo>
                <a:close/>
                <a:moveTo>
                  <a:pt x="6824" y="2385"/>
                </a:moveTo>
                <a:lnTo>
                  <a:pt x="6750" y="2421"/>
                </a:lnTo>
                <a:lnTo>
                  <a:pt x="6677" y="2495"/>
                </a:lnTo>
                <a:lnTo>
                  <a:pt x="6127" y="2531"/>
                </a:lnTo>
                <a:lnTo>
                  <a:pt x="5540" y="2605"/>
                </a:lnTo>
                <a:lnTo>
                  <a:pt x="5026" y="2715"/>
                </a:lnTo>
                <a:lnTo>
                  <a:pt x="4476" y="2861"/>
                </a:lnTo>
                <a:lnTo>
                  <a:pt x="3926" y="3082"/>
                </a:lnTo>
                <a:lnTo>
                  <a:pt x="3376" y="3375"/>
                </a:lnTo>
                <a:lnTo>
                  <a:pt x="2899" y="3705"/>
                </a:lnTo>
                <a:lnTo>
                  <a:pt x="2459" y="4109"/>
                </a:lnTo>
                <a:lnTo>
                  <a:pt x="2018" y="4512"/>
                </a:lnTo>
                <a:lnTo>
                  <a:pt x="1652" y="4989"/>
                </a:lnTo>
                <a:lnTo>
                  <a:pt x="1321" y="5466"/>
                </a:lnTo>
                <a:lnTo>
                  <a:pt x="1065" y="6016"/>
                </a:lnTo>
                <a:lnTo>
                  <a:pt x="735" y="6713"/>
                </a:lnTo>
                <a:lnTo>
                  <a:pt x="478" y="7447"/>
                </a:lnTo>
                <a:lnTo>
                  <a:pt x="221" y="8180"/>
                </a:lnTo>
                <a:lnTo>
                  <a:pt x="74" y="8914"/>
                </a:lnTo>
                <a:lnTo>
                  <a:pt x="38" y="9244"/>
                </a:lnTo>
                <a:lnTo>
                  <a:pt x="1" y="9611"/>
                </a:lnTo>
                <a:lnTo>
                  <a:pt x="38" y="9941"/>
                </a:lnTo>
                <a:lnTo>
                  <a:pt x="74" y="10271"/>
                </a:lnTo>
                <a:lnTo>
                  <a:pt x="148" y="10601"/>
                </a:lnTo>
                <a:lnTo>
                  <a:pt x="258" y="10931"/>
                </a:lnTo>
                <a:lnTo>
                  <a:pt x="368" y="11262"/>
                </a:lnTo>
                <a:lnTo>
                  <a:pt x="514" y="11555"/>
                </a:lnTo>
                <a:lnTo>
                  <a:pt x="881" y="12142"/>
                </a:lnTo>
                <a:lnTo>
                  <a:pt x="1285" y="12692"/>
                </a:lnTo>
                <a:lnTo>
                  <a:pt x="1725" y="13206"/>
                </a:lnTo>
                <a:lnTo>
                  <a:pt x="2202" y="13719"/>
                </a:lnTo>
                <a:lnTo>
                  <a:pt x="2459" y="13976"/>
                </a:lnTo>
                <a:lnTo>
                  <a:pt x="2752" y="14233"/>
                </a:lnTo>
                <a:lnTo>
                  <a:pt x="2825" y="14343"/>
                </a:lnTo>
                <a:lnTo>
                  <a:pt x="2899" y="14416"/>
                </a:lnTo>
                <a:lnTo>
                  <a:pt x="3009" y="14453"/>
                </a:lnTo>
                <a:lnTo>
                  <a:pt x="3119" y="14453"/>
                </a:lnTo>
                <a:lnTo>
                  <a:pt x="3192" y="14526"/>
                </a:lnTo>
                <a:lnTo>
                  <a:pt x="3559" y="14636"/>
                </a:lnTo>
                <a:lnTo>
                  <a:pt x="3889" y="14746"/>
                </a:lnTo>
                <a:lnTo>
                  <a:pt x="4623" y="14820"/>
                </a:lnTo>
                <a:lnTo>
                  <a:pt x="6017" y="14966"/>
                </a:lnTo>
                <a:lnTo>
                  <a:pt x="6714" y="15003"/>
                </a:lnTo>
                <a:lnTo>
                  <a:pt x="7411" y="15003"/>
                </a:lnTo>
                <a:lnTo>
                  <a:pt x="8108" y="14930"/>
                </a:lnTo>
                <a:lnTo>
                  <a:pt x="8768" y="14783"/>
                </a:lnTo>
                <a:lnTo>
                  <a:pt x="9465" y="14600"/>
                </a:lnTo>
                <a:lnTo>
                  <a:pt x="9758" y="14453"/>
                </a:lnTo>
                <a:lnTo>
                  <a:pt x="10088" y="14306"/>
                </a:lnTo>
                <a:lnTo>
                  <a:pt x="10382" y="14159"/>
                </a:lnTo>
                <a:lnTo>
                  <a:pt x="10675" y="13976"/>
                </a:lnTo>
                <a:lnTo>
                  <a:pt x="11152" y="13536"/>
                </a:lnTo>
                <a:lnTo>
                  <a:pt x="11629" y="13059"/>
                </a:lnTo>
                <a:lnTo>
                  <a:pt x="12033" y="12509"/>
                </a:lnTo>
                <a:lnTo>
                  <a:pt x="12399" y="11958"/>
                </a:lnTo>
                <a:lnTo>
                  <a:pt x="12729" y="11372"/>
                </a:lnTo>
                <a:lnTo>
                  <a:pt x="12986" y="10748"/>
                </a:lnTo>
                <a:lnTo>
                  <a:pt x="13243" y="10161"/>
                </a:lnTo>
                <a:lnTo>
                  <a:pt x="13426" y="9464"/>
                </a:lnTo>
                <a:lnTo>
                  <a:pt x="13500" y="9097"/>
                </a:lnTo>
                <a:lnTo>
                  <a:pt x="13573" y="8730"/>
                </a:lnTo>
                <a:lnTo>
                  <a:pt x="13573" y="8400"/>
                </a:lnTo>
                <a:lnTo>
                  <a:pt x="13573" y="8034"/>
                </a:lnTo>
                <a:lnTo>
                  <a:pt x="13573" y="7667"/>
                </a:lnTo>
                <a:lnTo>
                  <a:pt x="13500" y="7300"/>
                </a:lnTo>
                <a:lnTo>
                  <a:pt x="13426" y="6970"/>
                </a:lnTo>
                <a:lnTo>
                  <a:pt x="13353" y="6640"/>
                </a:lnTo>
                <a:lnTo>
                  <a:pt x="13206" y="6346"/>
                </a:lnTo>
                <a:lnTo>
                  <a:pt x="13060" y="6053"/>
                </a:lnTo>
                <a:lnTo>
                  <a:pt x="12693" y="5466"/>
                </a:lnTo>
                <a:lnTo>
                  <a:pt x="12289" y="4916"/>
                </a:lnTo>
                <a:lnTo>
                  <a:pt x="11849" y="4475"/>
                </a:lnTo>
                <a:lnTo>
                  <a:pt x="11372" y="4035"/>
                </a:lnTo>
                <a:lnTo>
                  <a:pt x="10895" y="3668"/>
                </a:lnTo>
                <a:lnTo>
                  <a:pt x="10345" y="3338"/>
                </a:lnTo>
                <a:lnTo>
                  <a:pt x="9795" y="3045"/>
                </a:lnTo>
                <a:lnTo>
                  <a:pt x="9208" y="2788"/>
                </a:lnTo>
                <a:lnTo>
                  <a:pt x="8584" y="2605"/>
                </a:lnTo>
                <a:lnTo>
                  <a:pt x="7998" y="2458"/>
                </a:lnTo>
                <a:lnTo>
                  <a:pt x="7447" y="2385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97" name="Google Shape;497;p10"/>
          <p:cNvSpPr/>
          <p:nvPr/>
        </p:nvSpPr>
        <p:spPr>
          <a:xfrm>
            <a:off x="-11" y="1351155"/>
            <a:ext cx="496691" cy="513331"/>
          </a:xfrm>
          <a:custGeom>
            <a:avLst/>
            <a:gdLst/>
            <a:ahLst/>
            <a:cxnLst/>
            <a:rect l="l" t="t" r="r" b="b"/>
            <a:pathLst>
              <a:path w="13133" h="13573" extrusionOk="0">
                <a:moveTo>
                  <a:pt x="2714" y="1798"/>
                </a:moveTo>
                <a:lnTo>
                  <a:pt x="2971" y="1908"/>
                </a:lnTo>
                <a:lnTo>
                  <a:pt x="3118" y="2018"/>
                </a:lnTo>
                <a:lnTo>
                  <a:pt x="3265" y="2128"/>
                </a:lnTo>
                <a:lnTo>
                  <a:pt x="3411" y="2311"/>
                </a:lnTo>
                <a:lnTo>
                  <a:pt x="3485" y="2458"/>
                </a:lnTo>
                <a:lnTo>
                  <a:pt x="3375" y="2458"/>
                </a:lnTo>
                <a:lnTo>
                  <a:pt x="3301" y="2495"/>
                </a:lnTo>
                <a:lnTo>
                  <a:pt x="3265" y="2568"/>
                </a:lnTo>
                <a:lnTo>
                  <a:pt x="3228" y="2605"/>
                </a:lnTo>
                <a:lnTo>
                  <a:pt x="3155" y="2568"/>
                </a:lnTo>
                <a:lnTo>
                  <a:pt x="3008" y="2348"/>
                </a:lnTo>
                <a:lnTo>
                  <a:pt x="2825" y="1981"/>
                </a:lnTo>
                <a:lnTo>
                  <a:pt x="2714" y="1798"/>
                </a:lnTo>
                <a:close/>
                <a:moveTo>
                  <a:pt x="1908" y="2825"/>
                </a:moveTo>
                <a:lnTo>
                  <a:pt x="1797" y="2861"/>
                </a:lnTo>
                <a:lnTo>
                  <a:pt x="1761" y="2898"/>
                </a:lnTo>
                <a:lnTo>
                  <a:pt x="1687" y="2971"/>
                </a:lnTo>
                <a:lnTo>
                  <a:pt x="1687" y="3045"/>
                </a:lnTo>
                <a:lnTo>
                  <a:pt x="1687" y="3118"/>
                </a:lnTo>
                <a:lnTo>
                  <a:pt x="1724" y="3191"/>
                </a:lnTo>
                <a:lnTo>
                  <a:pt x="1797" y="3228"/>
                </a:lnTo>
                <a:lnTo>
                  <a:pt x="1944" y="3301"/>
                </a:lnTo>
                <a:lnTo>
                  <a:pt x="2054" y="3412"/>
                </a:lnTo>
                <a:lnTo>
                  <a:pt x="2164" y="3522"/>
                </a:lnTo>
                <a:lnTo>
                  <a:pt x="2201" y="3595"/>
                </a:lnTo>
                <a:lnTo>
                  <a:pt x="2274" y="3632"/>
                </a:lnTo>
                <a:lnTo>
                  <a:pt x="2384" y="3632"/>
                </a:lnTo>
                <a:lnTo>
                  <a:pt x="2458" y="3558"/>
                </a:lnTo>
                <a:lnTo>
                  <a:pt x="2494" y="3448"/>
                </a:lnTo>
                <a:lnTo>
                  <a:pt x="2494" y="3338"/>
                </a:lnTo>
                <a:lnTo>
                  <a:pt x="2421" y="3228"/>
                </a:lnTo>
                <a:lnTo>
                  <a:pt x="2348" y="3155"/>
                </a:lnTo>
                <a:lnTo>
                  <a:pt x="2164" y="2971"/>
                </a:lnTo>
                <a:lnTo>
                  <a:pt x="1981" y="2861"/>
                </a:lnTo>
                <a:lnTo>
                  <a:pt x="1908" y="2825"/>
                </a:lnTo>
                <a:close/>
                <a:moveTo>
                  <a:pt x="1137" y="2311"/>
                </a:moveTo>
                <a:lnTo>
                  <a:pt x="1614" y="2458"/>
                </a:lnTo>
                <a:lnTo>
                  <a:pt x="2054" y="2678"/>
                </a:lnTo>
                <a:lnTo>
                  <a:pt x="2201" y="2751"/>
                </a:lnTo>
                <a:lnTo>
                  <a:pt x="2348" y="2898"/>
                </a:lnTo>
                <a:lnTo>
                  <a:pt x="2458" y="3008"/>
                </a:lnTo>
                <a:lnTo>
                  <a:pt x="2531" y="3191"/>
                </a:lnTo>
                <a:lnTo>
                  <a:pt x="2568" y="3265"/>
                </a:lnTo>
                <a:lnTo>
                  <a:pt x="2568" y="3338"/>
                </a:lnTo>
                <a:lnTo>
                  <a:pt x="2531" y="3485"/>
                </a:lnTo>
                <a:lnTo>
                  <a:pt x="2384" y="3742"/>
                </a:lnTo>
                <a:lnTo>
                  <a:pt x="2274" y="3852"/>
                </a:lnTo>
                <a:lnTo>
                  <a:pt x="2164" y="3962"/>
                </a:lnTo>
                <a:lnTo>
                  <a:pt x="1834" y="3632"/>
                </a:lnTo>
                <a:lnTo>
                  <a:pt x="1541" y="3228"/>
                </a:lnTo>
                <a:lnTo>
                  <a:pt x="1321" y="2788"/>
                </a:lnTo>
                <a:lnTo>
                  <a:pt x="1137" y="2311"/>
                </a:lnTo>
                <a:close/>
                <a:moveTo>
                  <a:pt x="8804" y="514"/>
                </a:moveTo>
                <a:lnTo>
                  <a:pt x="8694" y="2531"/>
                </a:lnTo>
                <a:lnTo>
                  <a:pt x="8657" y="3632"/>
                </a:lnTo>
                <a:lnTo>
                  <a:pt x="8657" y="4549"/>
                </a:lnTo>
                <a:lnTo>
                  <a:pt x="7556" y="3778"/>
                </a:lnTo>
                <a:lnTo>
                  <a:pt x="7043" y="3375"/>
                </a:lnTo>
                <a:lnTo>
                  <a:pt x="6529" y="2971"/>
                </a:lnTo>
                <a:lnTo>
                  <a:pt x="6639" y="2788"/>
                </a:lnTo>
                <a:lnTo>
                  <a:pt x="6713" y="2678"/>
                </a:lnTo>
                <a:lnTo>
                  <a:pt x="7556" y="1798"/>
                </a:lnTo>
                <a:lnTo>
                  <a:pt x="8290" y="991"/>
                </a:lnTo>
                <a:lnTo>
                  <a:pt x="8510" y="734"/>
                </a:lnTo>
                <a:lnTo>
                  <a:pt x="8657" y="624"/>
                </a:lnTo>
                <a:lnTo>
                  <a:pt x="8804" y="514"/>
                </a:lnTo>
                <a:close/>
                <a:moveTo>
                  <a:pt x="660" y="4145"/>
                </a:moveTo>
                <a:lnTo>
                  <a:pt x="880" y="4219"/>
                </a:lnTo>
                <a:lnTo>
                  <a:pt x="1064" y="4255"/>
                </a:lnTo>
                <a:lnTo>
                  <a:pt x="1247" y="4329"/>
                </a:lnTo>
                <a:lnTo>
                  <a:pt x="1357" y="4439"/>
                </a:lnTo>
                <a:lnTo>
                  <a:pt x="1431" y="4585"/>
                </a:lnTo>
                <a:lnTo>
                  <a:pt x="1467" y="4659"/>
                </a:lnTo>
                <a:lnTo>
                  <a:pt x="1467" y="4732"/>
                </a:lnTo>
                <a:lnTo>
                  <a:pt x="1467" y="4805"/>
                </a:lnTo>
                <a:lnTo>
                  <a:pt x="1394" y="4842"/>
                </a:lnTo>
                <a:lnTo>
                  <a:pt x="1284" y="4805"/>
                </a:lnTo>
                <a:lnTo>
                  <a:pt x="1211" y="4769"/>
                </a:lnTo>
                <a:lnTo>
                  <a:pt x="990" y="4585"/>
                </a:lnTo>
                <a:lnTo>
                  <a:pt x="844" y="4402"/>
                </a:lnTo>
                <a:lnTo>
                  <a:pt x="660" y="4145"/>
                </a:lnTo>
                <a:close/>
                <a:moveTo>
                  <a:pt x="3962" y="2935"/>
                </a:moveTo>
                <a:lnTo>
                  <a:pt x="4218" y="3155"/>
                </a:lnTo>
                <a:lnTo>
                  <a:pt x="4035" y="3338"/>
                </a:lnTo>
                <a:lnTo>
                  <a:pt x="2641" y="4659"/>
                </a:lnTo>
                <a:lnTo>
                  <a:pt x="2311" y="5026"/>
                </a:lnTo>
                <a:lnTo>
                  <a:pt x="2054" y="5392"/>
                </a:lnTo>
                <a:lnTo>
                  <a:pt x="1797" y="5172"/>
                </a:lnTo>
                <a:lnTo>
                  <a:pt x="2971" y="4072"/>
                </a:lnTo>
                <a:lnTo>
                  <a:pt x="3485" y="3522"/>
                </a:lnTo>
                <a:lnTo>
                  <a:pt x="3742" y="3265"/>
                </a:lnTo>
                <a:lnTo>
                  <a:pt x="3962" y="2935"/>
                </a:lnTo>
                <a:close/>
                <a:moveTo>
                  <a:pt x="4989" y="5209"/>
                </a:moveTo>
                <a:lnTo>
                  <a:pt x="5356" y="5686"/>
                </a:lnTo>
                <a:lnTo>
                  <a:pt x="5686" y="6199"/>
                </a:lnTo>
                <a:lnTo>
                  <a:pt x="6199" y="7080"/>
                </a:lnTo>
                <a:lnTo>
                  <a:pt x="6199" y="7080"/>
                </a:lnTo>
                <a:lnTo>
                  <a:pt x="5282" y="6640"/>
                </a:lnTo>
                <a:lnTo>
                  <a:pt x="4365" y="6199"/>
                </a:lnTo>
                <a:lnTo>
                  <a:pt x="4512" y="5943"/>
                </a:lnTo>
                <a:lnTo>
                  <a:pt x="4989" y="5209"/>
                </a:lnTo>
                <a:close/>
                <a:moveTo>
                  <a:pt x="4879" y="4695"/>
                </a:moveTo>
                <a:lnTo>
                  <a:pt x="4805" y="4805"/>
                </a:lnTo>
                <a:lnTo>
                  <a:pt x="4218" y="5649"/>
                </a:lnTo>
                <a:lnTo>
                  <a:pt x="3962" y="6053"/>
                </a:lnTo>
                <a:lnTo>
                  <a:pt x="3852" y="6053"/>
                </a:lnTo>
                <a:lnTo>
                  <a:pt x="3778" y="6126"/>
                </a:lnTo>
                <a:lnTo>
                  <a:pt x="3742" y="6199"/>
                </a:lnTo>
                <a:lnTo>
                  <a:pt x="3705" y="6273"/>
                </a:lnTo>
                <a:lnTo>
                  <a:pt x="3742" y="6346"/>
                </a:lnTo>
                <a:lnTo>
                  <a:pt x="3778" y="6493"/>
                </a:lnTo>
                <a:lnTo>
                  <a:pt x="3852" y="6529"/>
                </a:lnTo>
                <a:lnTo>
                  <a:pt x="3925" y="6566"/>
                </a:lnTo>
                <a:lnTo>
                  <a:pt x="3998" y="6566"/>
                </a:lnTo>
                <a:lnTo>
                  <a:pt x="5172" y="7080"/>
                </a:lnTo>
                <a:lnTo>
                  <a:pt x="5722" y="7336"/>
                </a:lnTo>
                <a:lnTo>
                  <a:pt x="6053" y="7447"/>
                </a:lnTo>
                <a:lnTo>
                  <a:pt x="6346" y="7483"/>
                </a:lnTo>
                <a:lnTo>
                  <a:pt x="6419" y="7483"/>
                </a:lnTo>
                <a:lnTo>
                  <a:pt x="6493" y="7447"/>
                </a:lnTo>
                <a:lnTo>
                  <a:pt x="6529" y="7483"/>
                </a:lnTo>
                <a:lnTo>
                  <a:pt x="6603" y="7483"/>
                </a:lnTo>
                <a:lnTo>
                  <a:pt x="6639" y="7447"/>
                </a:lnTo>
                <a:lnTo>
                  <a:pt x="6639" y="7410"/>
                </a:lnTo>
                <a:lnTo>
                  <a:pt x="6566" y="7080"/>
                </a:lnTo>
                <a:lnTo>
                  <a:pt x="6456" y="6750"/>
                </a:lnTo>
                <a:lnTo>
                  <a:pt x="6273" y="6419"/>
                </a:lnTo>
                <a:lnTo>
                  <a:pt x="6089" y="6089"/>
                </a:lnTo>
                <a:lnTo>
                  <a:pt x="5649" y="5429"/>
                </a:lnTo>
                <a:lnTo>
                  <a:pt x="5135" y="4769"/>
                </a:lnTo>
                <a:lnTo>
                  <a:pt x="5062" y="4695"/>
                </a:lnTo>
                <a:close/>
                <a:moveTo>
                  <a:pt x="9757" y="9537"/>
                </a:moveTo>
                <a:lnTo>
                  <a:pt x="9794" y="9647"/>
                </a:lnTo>
                <a:lnTo>
                  <a:pt x="9831" y="9757"/>
                </a:lnTo>
                <a:lnTo>
                  <a:pt x="9867" y="9867"/>
                </a:lnTo>
                <a:lnTo>
                  <a:pt x="9867" y="9978"/>
                </a:lnTo>
                <a:lnTo>
                  <a:pt x="9831" y="10088"/>
                </a:lnTo>
                <a:lnTo>
                  <a:pt x="9794" y="9757"/>
                </a:lnTo>
                <a:lnTo>
                  <a:pt x="9757" y="9537"/>
                </a:lnTo>
                <a:close/>
                <a:moveTo>
                  <a:pt x="8950" y="8877"/>
                </a:moveTo>
                <a:lnTo>
                  <a:pt x="9207" y="9024"/>
                </a:lnTo>
                <a:lnTo>
                  <a:pt x="9207" y="9207"/>
                </a:lnTo>
                <a:lnTo>
                  <a:pt x="9281" y="9391"/>
                </a:lnTo>
                <a:lnTo>
                  <a:pt x="9391" y="9757"/>
                </a:lnTo>
                <a:lnTo>
                  <a:pt x="9574" y="10418"/>
                </a:lnTo>
                <a:lnTo>
                  <a:pt x="9464" y="10491"/>
                </a:lnTo>
                <a:lnTo>
                  <a:pt x="9391" y="10271"/>
                </a:lnTo>
                <a:lnTo>
                  <a:pt x="9281" y="10088"/>
                </a:lnTo>
                <a:lnTo>
                  <a:pt x="8914" y="9281"/>
                </a:lnTo>
                <a:lnTo>
                  <a:pt x="8840" y="9134"/>
                </a:lnTo>
                <a:lnTo>
                  <a:pt x="8767" y="9024"/>
                </a:lnTo>
                <a:lnTo>
                  <a:pt x="8950" y="8877"/>
                </a:lnTo>
                <a:close/>
                <a:moveTo>
                  <a:pt x="8547" y="9244"/>
                </a:moveTo>
                <a:lnTo>
                  <a:pt x="8547" y="9281"/>
                </a:lnTo>
                <a:lnTo>
                  <a:pt x="8657" y="9281"/>
                </a:lnTo>
                <a:lnTo>
                  <a:pt x="8694" y="9244"/>
                </a:lnTo>
                <a:lnTo>
                  <a:pt x="8657" y="9354"/>
                </a:lnTo>
                <a:lnTo>
                  <a:pt x="8657" y="9464"/>
                </a:lnTo>
                <a:lnTo>
                  <a:pt x="8767" y="9721"/>
                </a:lnTo>
                <a:lnTo>
                  <a:pt x="9024" y="10198"/>
                </a:lnTo>
                <a:lnTo>
                  <a:pt x="9170" y="10528"/>
                </a:lnTo>
                <a:lnTo>
                  <a:pt x="8804" y="10234"/>
                </a:lnTo>
                <a:lnTo>
                  <a:pt x="8804" y="10198"/>
                </a:lnTo>
                <a:lnTo>
                  <a:pt x="8767" y="9904"/>
                </a:lnTo>
                <a:lnTo>
                  <a:pt x="8657" y="9611"/>
                </a:lnTo>
                <a:lnTo>
                  <a:pt x="8584" y="9464"/>
                </a:lnTo>
                <a:lnTo>
                  <a:pt x="8474" y="9317"/>
                </a:lnTo>
                <a:lnTo>
                  <a:pt x="8547" y="9244"/>
                </a:lnTo>
                <a:close/>
                <a:moveTo>
                  <a:pt x="9464" y="10601"/>
                </a:moveTo>
                <a:lnTo>
                  <a:pt x="9574" y="10638"/>
                </a:lnTo>
                <a:lnTo>
                  <a:pt x="9464" y="10638"/>
                </a:lnTo>
                <a:lnTo>
                  <a:pt x="9464" y="10601"/>
                </a:lnTo>
                <a:close/>
                <a:moveTo>
                  <a:pt x="8877" y="8510"/>
                </a:moveTo>
                <a:lnTo>
                  <a:pt x="8584" y="8730"/>
                </a:lnTo>
                <a:lnTo>
                  <a:pt x="8327" y="8914"/>
                </a:lnTo>
                <a:lnTo>
                  <a:pt x="8143" y="9171"/>
                </a:lnTo>
                <a:lnTo>
                  <a:pt x="8070" y="9354"/>
                </a:lnTo>
                <a:lnTo>
                  <a:pt x="7997" y="9501"/>
                </a:lnTo>
                <a:lnTo>
                  <a:pt x="7997" y="9647"/>
                </a:lnTo>
                <a:lnTo>
                  <a:pt x="8033" y="9831"/>
                </a:lnTo>
                <a:lnTo>
                  <a:pt x="8070" y="9978"/>
                </a:lnTo>
                <a:lnTo>
                  <a:pt x="8143" y="10088"/>
                </a:lnTo>
                <a:lnTo>
                  <a:pt x="8363" y="10344"/>
                </a:lnTo>
                <a:lnTo>
                  <a:pt x="8584" y="10564"/>
                </a:lnTo>
                <a:lnTo>
                  <a:pt x="8914" y="10785"/>
                </a:lnTo>
                <a:lnTo>
                  <a:pt x="9244" y="10968"/>
                </a:lnTo>
                <a:lnTo>
                  <a:pt x="9391" y="11041"/>
                </a:lnTo>
                <a:lnTo>
                  <a:pt x="9537" y="11078"/>
                </a:lnTo>
                <a:lnTo>
                  <a:pt x="9684" y="11041"/>
                </a:lnTo>
                <a:lnTo>
                  <a:pt x="9867" y="10968"/>
                </a:lnTo>
                <a:lnTo>
                  <a:pt x="10051" y="10821"/>
                </a:lnTo>
                <a:lnTo>
                  <a:pt x="10234" y="10601"/>
                </a:lnTo>
                <a:lnTo>
                  <a:pt x="10271" y="10491"/>
                </a:lnTo>
                <a:lnTo>
                  <a:pt x="10271" y="10381"/>
                </a:lnTo>
                <a:lnTo>
                  <a:pt x="10271" y="10271"/>
                </a:lnTo>
                <a:lnTo>
                  <a:pt x="10198" y="10161"/>
                </a:lnTo>
                <a:lnTo>
                  <a:pt x="10198" y="9904"/>
                </a:lnTo>
                <a:lnTo>
                  <a:pt x="10161" y="9684"/>
                </a:lnTo>
                <a:lnTo>
                  <a:pt x="10088" y="9464"/>
                </a:lnTo>
                <a:lnTo>
                  <a:pt x="9977" y="9244"/>
                </a:lnTo>
                <a:lnTo>
                  <a:pt x="9831" y="9060"/>
                </a:lnTo>
                <a:lnTo>
                  <a:pt x="9647" y="8914"/>
                </a:lnTo>
                <a:lnTo>
                  <a:pt x="9464" y="8767"/>
                </a:lnTo>
                <a:lnTo>
                  <a:pt x="9060" y="8510"/>
                </a:lnTo>
                <a:close/>
                <a:moveTo>
                  <a:pt x="2604" y="8510"/>
                </a:moveTo>
                <a:lnTo>
                  <a:pt x="3815" y="9757"/>
                </a:lnTo>
                <a:lnTo>
                  <a:pt x="4292" y="10271"/>
                </a:lnTo>
                <a:lnTo>
                  <a:pt x="3852" y="10344"/>
                </a:lnTo>
                <a:lnTo>
                  <a:pt x="2678" y="10674"/>
                </a:lnTo>
                <a:lnTo>
                  <a:pt x="1577" y="10968"/>
                </a:lnTo>
                <a:lnTo>
                  <a:pt x="1064" y="11115"/>
                </a:lnTo>
                <a:lnTo>
                  <a:pt x="697" y="11188"/>
                </a:lnTo>
                <a:lnTo>
                  <a:pt x="587" y="11188"/>
                </a:lnTo>
                <a:lnTo>
                  <a:pt x="477" y="11151"/>
                </a:lnTo>
                <a:lnTo>
                  <a:pt x="1577" y="9721"/>
                </a:lnTo>
                <a:lnTo>
                  <a:pt x="1908" y="9317"/>
                </a:lnTo>
                <a:lnTo>
                  <a:pt x="2201" y="8914"/>
                </a:lnTo>
                <a:lnTo>
                  <a:pt x="2421" y="8730"/>
                </a:lnTo>
                <a:lnTo>
                  <a:pt x="2604" y="8510"/>
                </a:lnTo>
                <a:close/>
                <a:moveTo>
                  <a:pt x="8914" y="8180"/>
                </a:moveTo>
                <a:lnTo>
                  <a:pt x="9097" y="8217"/>
                </a:lnTo>
                <a:lnTo>
                  <a:pt x="9244" y="8253"/>
                </a:lnTo>
                <a:lnTo>
                  <a:pt x="9574" y="8400"/>
                </a:lnTo>
                <a:lnTo>
                  <a:pt x="9867" y="8584"/>
                </a:lnTo>
                <a:lnTo>
                  <a:pt x="10124" y="8840"/>
                </a:lnTo>
                <a:lnTo>
                  <a:pt x="10308" y="9171"/>
                </a:lnTo>
                <a:lnTo>
                  <a:pt x="10454" y="9464"/>
                </a:lnTo>
                <a:lnTo>
                  <a:pt x="10564" y="9794"/>
                </a:lnTo>
                <a:lnTo>
                  <a:pt x="10601" y="10161"/>
                </a:lnTo>
                <a:lnTo>
                  <a:pt x="10601" y="10528"/>
                </a:lnTo>
                <a:lnTo>
                  <a:pt x="10491" y="10858"/>
                </a:lnTo>
                <a:lnTo>
                  <a:pt x="10491" y="10895"/>
                </a:lnTo>
                <a:lnTo>
                  <a:pt x="10454" y="10858"/>
                </a:lnTo>
                <a:lnTo>
                  <a:pt x="10344" y="10785"/>
                </a:lnTo>
                <a:lnTo>
                  <a:pt x="10271" y="10785"/>
                </a:lnTo>
                <a:lnTo>
                  <a:pt x="10161" y="10821"/>
                </a:lnTo>
                <a:lnTo>
                  <a:pt x="10124" y="10931"/>
                </a:lnTo>
                <a:lnTo>
                  <a:pt x="10088" y="11078"/>
                </a:lnTo>
                <a:lnTo>
                  <a:pt x="10051" y="11188"/>
                </a:lnTo>
                <a:lnTo>
                  <a:pt x="9867" y="11298"/>
                </a:lnTo>
                <a:lnTo>
                  <a:pt x="9794" y="11371"/>
                </a:lnTo>
                <a:lnTo>
                  <a:pt x="9757" y="11445"/>
                </a:lnTo>
                <a:lnTo>
                  <a:pt x="9611" y="11481"/>
                </a:lnTo>
                <a:lnTo>
                  <a:pt x="9464" y="11481"/>
                </a:lnTo>
                <a:lnTo>
                  <a:pt x="9354" y="11445"/>
                </a:lnTo>
                <a:lnTo>
                  <a:pt x="9207" y="11408"/>
                </a:lnTo>
                <a:lnTo>
                  <a:pt x="8620" y="11078"/>
                </a:lnTo>
                <a:lnTo>
                  <a:pt x="8327" y="10895"/>
                </a:lnTo>
                <a:lnTo>
                  <a:pt x="8070" y="10674"/>
                </a:lnTo>
                <a:lnTo>
                  <a:pt x="7850" y="10418"/>
                </a:lnTo>
                <a:lnTo>
                  <a:pt x="7703" y="10124"/>
                </a:lnTo>
                <a:lnTo>
                  <a:pt x="7593" y="9794"/>
                </a:lnTo>
                <a:lnTo>
                  <a:pt x="7593" y="9501"/>
                </a:lnTo>
                <a:lnTo>
                  <a:pt x="7630" y="9171"/>
                </a:lnTo>
                <a:lnTo>
                  <a:pt x="7777" y="8877"/>
                </a:lnTo>
                <a:lnTo>
                  <a:pt x="7960" y="8620"/>
                </a:lnTo>
                <a:lnTo>
                  <a:pt x="8217" y="8400"/>
                </a:lnTo>
                <a:lnTo>
                  <a:pt x="8400" y="8290"/>
                </a:lnTo>
                <a:lnTo>
                  <a:pt x="8584" y="8217"/>
                </a:lnTo>
                <a:lnTo>
                  <a:pt x="8730" y="8180"/>
                </a:lnTo>
                <a:close/>
                <a:moveTo>
                  <a:pt x="8767" y="7777"/>
                </a:moveTo>
                <a:lnTo>
                  <a:pt x="8547" y="7813"/>
                </a:lnTo>
                <a:lnTo>
                  <a:pt x="8363" y="7850"/>
                </a:lnTo>
                <a:lnTo>
                  <a:pt x="8143" y="7960"/>
                </a:lnTo>
                <a:lnTo>
                  <a:pt x="7960" y="8033"/>
                </a:lnTo>
                <a:lnTo>
                  <a:pt x="7777" y="8180"/>
                </a:lnTo>
                <a:lnTo>
                  <a:pt x="7593" y="8364"/>
                </a:lnTo>
                <a:lnTo>
                  <a:pt x="7446" y="8510"/>
                </a:lnTo>
                <a:lnTo>
                  <a:pt x="7336" y="8657"/>
                </a:lnTo>
                <a:lnTo>
                  <a:pt x="7190" y="9024"/>
                </a:lnTo>
                <a:lnTo>
                  <a:pt x="7116" y="9427"/>
                </a:lnTo>
                <a:lnTo>
                  <a:pt x="7116" y="9831"/>
                </a:lnTo>
                <a:lnTo>
                  <a:pt x="7153" y="10051"/>
                </a:lnTo>
                <a:lnTo>
                  <a:pt x="7226" y="10271"/>
                </a:lnTo>
                <a:lnTo>
                  <a:pt x="7336" y="10454"/>
                </a:lnTo>
                <a:lnTo>
                  <a:pt x="7446" y="10638"/>
                </a:lnTo>
                <a:lnTo>
                  <a:pt x="7740" y="11005"/>
                </a:lnTo>
                <a:lnTo>
                  <a:pt x="8107" y="11298"/>
                </a:lnTo>
                <a:lnTo>
                  <a:pt x="8510" y="11555"/>
                </a:lnTo>
                <a:lnTo>
                  <a:pt x="8914" y="11775"/>
                </a:lnTo>
                <a:lnTo>
                  <a:pt x="9134" y="11885"/>
                </a:lnTo>
                <a:lnTo>
                  <a:pt x="9354" y="11958"/>
                </a:lnTo>
                <a:lnTo>
                  <a:pt x="9574" y="11958"/>
                </a:lnTo>
                <a:lnTo>
                  <a:pt x="9757" y="11922"/>
                </a:lnTo>
                <a:lnTo>
                  <a:pt x="9977" y="11848"/>
                </a:lnTo>
                <a:lnTo>
                  <a:pt x="10198" y="11702"/>
                </a:lnTo>
                <a:lnTo>
                  <a:pt x="10381" y="11555"/>
                </a:lnTo>
                <a:lnTo>
                  <a:pt x="10491" y="11371"/>
                </a:lnTo>
                <a:lnTo>
                  <a:pt x="10674" y="11298"/>
                </a:lnTo>
                <a:lnTo>
                  <a:pt x="10784" y="11151"/>
                </a:lnTo>
                <a:lnTo>
                  <a:pt x="10895" y="10968"/>
                </a:lnTo>
                <a:lnTo>
                  <a:pt x="10968" y="10785"/>
                </a:lnTo>
                <a:lnTo>
                  <a:pt x="11005" y="10601"/>
                </a:lnTo>
                <a:lnTo>
                  <a:pt x="11005" y="10381"/>
                </a:lnTo>
                <a:lnTo>
                  <a:pt x="11005" y="10124"/>
                </a:lnTo>
                <a:lnTo>
                  <a:pt x="10968" y="9684"/>
                </a:lnTo>
                <a:lnTo>
                  <a:pt x="10821" y="9207"/>
                </a:lnTo>
                <a:lnTo>
                  <a:pt x="10638" y="8804"/>
                </a:lnTo>
                <a:lnTo>
                  <a:pt x="10491" y="8620"/>
                </a:lnTo>
                <a:lnTo>
                  <a:pt x="10344" y="8437"/>
                </a:lnTo>
                <a:lnTo>
                  <a:pt x="10198" y="8290"/>
                </a:lnTo>
                <a:lnTo>
                  <a:pt x="10014" y="8143"/>
                </a:lnTo>
                <a:lnTo>
                  <a:pt x="9831" y="8033"/>
                </a:lnTo>
                <a:lnTo>
                  <a:pt x="9611" y="7923"/>
                </a:lnTo>
                <a:lnTo>
                  <a:pt x="9427" y="7850"/>
                </a:lnTo>
                <a:lnTo>
                  <a:pt x="9207" y="7813"/>
                </a:lnTo>
                <a:lnTo>
                  <a:pt x="8987" y="7777"/>
                </a:lnTo>
                <a:close/>
                <a:moveTo>
                  <a:pt x="9024" y="0"/>
                </a:moveTo>
                <a:lnTo>
                  <a:pt x="8767" y="37"/>
                </a:lnTo>
                <a:lnTo>
                  <a:pt x="8547" y="110"/>
                </a:lnTo>
                <a:lnTo>
                  <a:pt x="8363" y="257"/>
                </a:lnTo>
                <a:lnTo>
                  <a:pt x="8180" y="440"/>
                </a:lnTo>
                <a:lnTo>
                  <a:pt x="7593" y="1027"/>
                </a:lnTo>
                <a:lnTo>
                  <a:pt x="7006" y="1651"/>
                </a:lnTo>
                <a:lnTo>
                  <a:pt x="6639" y="2054"/>
                </a:lnTo>
                <a:lnTo>
                  <a:pt x="6383" y="2311"/>
                </a:lnTo>
                <a:lnTo>
                  <a:pt x="6199" y="2605"/>
                </a:lnTo>
                <a:lnTo>
                  <a:pt x="5796" y="2201"/>
                </a:lnTo>
                <a:lnTo>
                  <a:pt x="5722" y="2128"/>
                </a:lnTo>
                <a:lnTo>
                  <a:pt x="5502" y="2128"/>
                </a:lnTo>
                <a:lnTo>
                  <a:pt x="5392" y="2201"/>
                </a:lnTo>
                <a:lnTo>
                  <a:pt x="5356" y="2238"/>
                </a:lnTo>
                <a:lnTo>
                  <a:pt x="4915" y="2531"/>
                </a:lnTo>
                <a:lnTo>
                  <a:pt x="4512" y="2898"/>
                </a:lnTo>
                <a:lnTo>
                  <a:pt x="4292" y="2715"/>
                </a:lnTo>
                <a:lnTo>
                  <a:pt x="4072" y="2495"/>
                </a:lnTo>
                <a:lnTo>
                  <a:pt x="3998" y="2458"/>
                </a:lnTo>
                <a:lnTo>
                  <a:pt x="3888" y="2458"/>
                </a:lnTo>
                <a:lnTo>
                  <a:pt x="3815" y="2495"/>
                </a:lnTo>
                <a:lnTo>
                  <a:pt x="3778" y="2568"/>
                </a:lnTo>
                <a:lnTo>
                  <a:pt x="3778" y="2421"/>
                </a:lnTo>
                <a:lnTo>
                  <a:pt x="3778" y="2311"/>
                </a:lnTo>
                <a:lnTo>
                  <a:pt x="3668" y="2128"/>
                </a:lnTo>
                <a:lnTo>
                  <a:pt x="3521" y="1908"/>
                </a:lnTo>
                <a:lnTo>
                  <a:pt x="3338" y="1761"/>
                </a:lnTo>
                <a:lnTo>
                  <a:pt x="3118" y="1614"/>
                </a:lnTo>
                <a:lnTo>
                  <a:pt x="2861" y="1504"/>
                </a:lnTo>
                <a:lnTo>
                  <a:pt x="2458" y="1321"/>
                </a:lnTo>
                <a:lnTo>
                  <a:pt x="2348" y="1321"/>
                </a:lnTo>
                <a:lnTo>
                  <a:pt x="2238" y="1357"/>
                </a:lnTo>
                <a:lnTo>
                  <a:pt x="2201" y="1431"/>
                </a:lnTo>
                <a:lnTo>
                  <a:pt x="2201" y="1504"/>
                </a:lnTo>
                <a:lnTo>
                  <a:pt x="2531" y="2238"/>
                </a:lnTo>
                <a:lnTo>
                  <a:pt x="2678" y="2531"/>
                </a:lnTo>
                <a:lnTo>
                  <a:pt x="2751" y="2678"/>
                </a:lnTo>
                <a:lnTo>
                  <a:pt x="2861" y="2825"/>
                </a:lnTo>
                <a:lnTo>
                  <a:pt x="3008" y="2898"/>
                </a:lnTo>
                <a:lnTo>
                  <a:pt x="3191" y="2935"/>
                </a:lnTo>
                <a:lnTo>
                  <a:pt x="3338" y="2935"/>
                </a:lnTo>
                <a:lnTo>
                  <a:pt x="3485" y="2861"/>
                </a:lnTo>
                <a:lnTo>
                  <a:pt x="3632" y="2788"/>
                </a:lnTo>
                <a:lnTo>
                  <a:pt x="3301" y="3155"/>
                </a:lnTo>
                <a:lnTo>
                  <a:pt x="2971" y="3485"/>
                </a:lnTo>
                <a:lnTo>
                  <a:pt x="2935" y="3412"/>
                </a:lnTo>
                <a:lnTo>
                  <a:pt x="2935" y="3265"/>
                </a:lnTo>
                <a:lnTo>
                  <a:pt x="2898" y="3081"/>
                </a:lnTo>
                <a:lnTo>
                  <a:pt x="2825" y="2825"/>
                </a:lnTo>
                <a:lnTo>
                  <a:pt x="2678" y="2605"/>
                </a:lnTo>
                <a:lnTo>
                  <a:pt x="2458" y="2384"/>
                </a:lnTo>
                <a:lnTo>
                  <a:pt x="2238" y="2238"/>
                </a:lnTo>
                <a:lnTo>
                  <a:pt x="1981" y="2091"/>
                </a:lnTo>
                <a:lnTo>
                  <a:pt x="1687" y="1981"/>
                </a:lnTo>
                <a:lnTo>
                  <a:pt x="1431" y="1908"/>
                </a:lnTo>
                <a:lnTo>
                  <a:pt x="880" y="1834"/>
                </a:lnTo>
                <a:lnTo>
                  <a:pt x="770" y="1834"/>
                </a:lnTo>
                <a:lnTo>
                  <a:pt x="697" y="1871"/>
                </a:lnTo>
                <a:lnTo>
                  <a:pt x="624" y="1944"/>
                </a:lnTo>
                <a:lnTo>
                  <a:pt x="624" y="2054"/>
                </a:lnTo>
                <a:lnTo>
                  <a:pt x="697" y="2384"/>
                </a:lnTo>
                <a:lnTo>
                  <a:pt x="807" y="2751"/>
                </a:lnTo>
                <a:lnTo>
                  <a:pt x="917" y="3045"/>
                </a:lnTo>
                <a:lnTo>
                  <a:pt x="1101" y="3375"/>
                </a:lnTo>
                <a:lnTo>
                  <a:pt x="1284" y="3668"/>
                </a:lnTo>
                <a:lnTo>
                  <a:pt x="1504" y="3925"/>
                </a:lnTo>
                <a:lnTo>
                  <a:pt x="1724" y="4182"/>
                </a:lnTo>
                <a:lnTo>
                  <a:pt x="1981" y="4439"/>
                </a:lnTo>
                <a:lnTo>
                  <a:pt x="2018" y="4439"/>
                </a:lnTo>
                <a:lnTo>
                  <a:pt x="1761" y="4695"/>
                </a:lnTo>
                <a:lnTo>
                  <a:pt x="1761" y="4549"/>
                </a:lnTo>
                <a:lnTo>
                  <a:pt x="1724" y="4402"/>
                </a:lnTo>
                <a:lnTo>
                  <a:pt x="1614" y="4255"/>
                </a:lnTo>
                <a:lnTo>
                  <a:pt x="1467" y="4108"/>
                </a:lnTo>
                <a:lnTo>
                  <a:pt x="1321" y="3998"/>
                </a:lnTo>
                <a:lnTo>
                  <a:pt x="1101" y="3925"/>
                </a:lnTo>
                <a:lnTo>
                  <a:pt x="697" y="3815"/>
                </a:lnTo>
                <a:lnTo>
                  <a:pt x="330" y="3742"/>
                </a:lnTo>
                <a:lnTo>
                  <a:pt x="220" y="3742"/>
                </a:lnTo>
                <a:lnTo>
                  <a:pt x="147" y="3815"/>
                </a:lnTo>
                <a:lnTo>
                  <a:pt x="110" y="3925"/>
                </a:lnTo>
                <a:lnTo>
                  <a:pt x="147" y="3998"/>
                </a:lnTo>
                <a:lnTo>
                  <a:pt x="367" y="4329"/>
                </a:lnTo>
                <a:lnTo>
                  <a:pt x="624" y="4732"/>
                </a:lnTo>
                <a:lnTo>
                  <a:pt x="807" y="4915"/>
                </a:lnTo>
                <a:lnTo>
                  <a:pt x="954" y="5062"/>
                </a:lnTo>
                <a:lnTo>
                  <a:pt x="1137" y="5172"/>
                </a:lnTo>
                <a:lnTo>
                  <a:pt x="1321" y="5246"/>
                </a:lnTo>
                <a:lnTo>
                  <a:pt x="1321" y="5282"/>
                </a:lnTo>
                <a:lnTo>
                  <a:pt x="1394" y="5356"/>
                </a:lnTo>
                <a:lnTo>
                  <a:pt x="1834" y="5759"/>
                </a:lnTo>
                <a:lnTo>
                  <a:pt x="1651" y="6126"/>
                </a:lnTo>
                <a:lnTo>
                  <a:pt x="1504" y="6493"/>
                </a:lnTo>
                <a:lnTo>
                  <a:pt x="1394" y="6896"/>
                </a:lnTo>
                <a:lnTo>
                  <a:pt x="1321" y="6933"/>
                </a:lnTo>
                <a:lnTo>
                  <a:pt x="1321" y="7043"/>
                </a:lnTo>
                <a:lnTo>
                  <a:pt x="1321" y="7153"/>
                </a:lnTo>
                <a:lnTo>
                  <a:pt x="1357" y="7263"/>
                </a:lnTo>
                <a:lnTo>
                  <a:pt x="1431" y="7373"/>
                </a:lnTo>
                <a:lnTo>
                  <a:pt x="1467" y="7410"/>
                </a:lnTo>
                <a:lnTo>
                  <a:pt x="1541" y="7447"/>
                </a:lnTo>
                <a:lnTo>
                  <a:pt x="1651" y="7593"/>
                </a:lnTo>
                <a:lnTo>
                  <a:pt x="2311" y="8217"/>
                </a:lnTo>
                <a:lnTo>
                  <a:pt x="2164" y="8327"/>
                </a:lnTo>
                <a:lnTo>
                  <a:pt x="2018" y="8437"/>
                </a:lnTo>
                <a:lnTo>
                  <a:pt x="1761" y="8694"/>
                </a:lnTo>
                <a:lnTo>
                  <a:pt x="1394" y="9207"/>
                </a:lnTo>
                <a:lnTo>
                  <a:pt x="990" y="9721"/>
                </a:lnTo>
                <a:lnTo>
                  <a:pt x="220" y="10748"/>
                </a:lnTo>
                <a:lnTo>
                  <a:pt x="73" y="10968"/>
                </a:lnTo>
                <a:lnTo>
                  <a:pt x="0" y="11151"/>
                </a:lnTo>
                <a:lnTo>
                  <a:pt x="0" y="11225"/>
                </a:lnTo>
                <a:lnTo>
                  <a:pt x="37" y="11335"/>
                </a:lnTo>
                <a:lnTo>
                  <a:pt x="183" y="11518"/>
                </a:lnTo>
                <a:lnTo>
                  <a:pt x="257" y="11592"/>
                </a:lnTo>
                <a:lnTo>
                  <a:pt x="367" y="11628"/>
                </a:lnTo>
                <a:lnTo>
                  <a:pt x="550" y="11665"/>
                </a:lnTo>
                <a:lnTo>
                  <a:pt x="770" y="11628"/>
                </a:lnTo>
                <a:lnTo>
                  <a:pt x="990" y="11592"/>
                </a:lnTo>
                <a:lnTo>
                  <a:pt x="2348" y="11188"/>
                </a:lnTo>
                <a:lnTo>
                  <a:pt x="3595" y="10821"/>
                </a:lnTo>
                <a:lnTo>
                  <a:pt x="4072" y="10711"/>
                </a:lnTo>
                <a:lnTo>
                  <a:pt x="4292" y="10638"/>
                </a:lnTo>
                <a:lnTo>
                  <a:pt x="4512" y="10491"/>
                </a:lnTo>
                <a:lnTo>
                  <a:pt x="5025" y="11005"/>
                </a:lnTo>
                <a:lnTo>
                  <a:pt x="5539" y="11518"/>
                </a:lnTo>
                <a:lnTo>
                  <a:pt x="6089" y="11995"/>
                </a:lnTo>
                <a:lnTo>
                  <a:pt x="6676" y="12398"/>
                </a:lnTo>
                <a:lnTo>
                  <a:pt x="7006" y="12619"/>
                </a:lnTo>
                <a:lnTo>
                  <a:pt x="7373" y="12802"/>
                </a:lnTo>
                <a:lnTo>
                  <a:pt x="7740" y="12985"/>
                </a:lnTo>
                <a:lnTo>
                  <a:pt x="8070" y="13132"/>
                </a:lnTo>
                <a:lnTo>
                  <a:pt x="8474" y="13242"/>
                </a:lnTo>
                <a:lnTo>
                  <a:pt x="8840" y="13352"/>
                </a:lnTo>
                <a:lnTo>
                  <a:pt x="9207" y="13426"/>
                </a:lnTo>
                <a:lnTo>
                  <a:pt x="9611" y="13499"/>
                </a:lnTo>
                <a:lnTo>
                  <a:pt x="9977" y="13536"/>
                </a:lnTo>
                <a:lnTo>
                  <a:pt x="10381" y="13572"/>
                </a:lnTo>
                <a:lnTo>
                  <a:pt x="11115" y="13536"/>
                </a:lnTo>
                <a:lnTo>
                  <a:pt x="11812" y="13426"/>
                </a:lnTo>
                <a:lnTo>
                  <a:pt x="12215" y="13316"/>
                </a:lnTo>
                <a:lnTo>
                  <a:pt x="12362" y="13279"/>
                </a:lnTo>
                <a:lnTo>
                  <a:pt x="12435" y="13279"/>
                </a:lnTo>
                <a:lnTo>
                  <a:pt x="12435" y="13316"/>
                </a:lnTo>
                <a:lnTo>
                  <a:pt x="12509" y="13352"/>
                </a:lnTo>
                <a:lnTo>
                  <a:pt x="12545" y="13352"/>
                </a:lnTo>
                <a:lnTo>
                  <a:pt x="12582" y="13316"/>
                </a:lnTo>
                <a:lnTo>
                  <a:pt x="12619" y="13279"/>
                </a:lnTo>
                <a:lnTo>
                  <a:pt x="12655" y="13169"/>
                </a:lnTo>
                <a:lnTo>
                  <a:pt x="12655" y="13022"/>
                </a:lnTo>
                <a:lnTo>
                  <a:pt x="12545" y="12949"/>
                </a:lnTo>
                <a:lnTo>
                  <a:pt x="12435" y="12912"/>
                </a:lnTo>
                <a:lnTo>
                  <a:pt x="12178" y="12912"/>
                </a:lnTo>
                <a:lnTo>
                  <a:pt x="11702" y="13022"/>
                </a:lnTo>
                <a:lnTo>
                  <a:pt x="11188" y="13095"/>
                </a:lnTo>
                <a:lnTo>
                  <a:pt x="10748" y="13132"/>
                </a:lnTo>
                <a:lnTo>
                  <a:pt x="10308" y="13095"/>
                </a:lnTo>
                <a:lnTo>
                  <a:pt x="9867" y="13095"/>
                </a:lnTo>
                <a:lnTo>
                  <a:pt x="9464" y="13022"/>
                </a:lnTo>
                <a:lnTo>
                  <a:pt x="9024" y="12949"/>
                </a:lnTo>
                <a:lnTo>
                  <a:pt x="8584" y="12802"/>
                </a:lnTo>
                <a:lnTo>
                  <a:pt x="8180" y="12655"/>
                </a:lnTo>
                <a:lnTo>
                  <a:pt x="7777" y="12509"/>
                </a:lnTo>
                <a:lnTo>
                  <a:pt x="7300" y="12252"/>
                </a:lnTo>
                <a:lnTo>
                  <a:pt x="6860" y="11958"/>
                </a:lnTo>
                <a:lnTo>
                  <a:pt x="6419" y="11628"/>
                </a:lnTo>
                <a:lnTo>
                  <a:pt x="6016" y="11298"/>
                </a:lnTo>
                <a:lnTo>
                  <a:pt x="5246" y="10564"/>
                </a:lnTo>
                <a:lnTo>
                  <a:pt x="4512" y="9794"/>
                </a:lnTo>
                <a:lnTo>
                  <a:pt x="3008" y="8290"/>
                </a:lnTo>
                <a:lnTo>
                  <a:pt x="2274" y="7520"/>
                </a:lnTo>
                <a:lnTo>
                  <a:pt x="2091" y="7300"/>
                </a:lnTo>
                <a:lnTo>
                  <a:pt x="1871" y="7080"/>
                </a:lnTo>
                <a:lnTo>
                  <a:pt x="1944" y="6713"/>
                </a:lnTo>
                <a:lnTo>
                  <a:pt x="2054" y="6383"/>
                </a:lnTo>
                <a:lnTo>
                  <a:pt x="2238" y="6053"/>
                </a:lnTo>
                <a:lnTo>
                  <a:pt x="2421" y="5722"/>
                </a:lnTo>
                <a:lnTo>
                  <a:pt x="2641" y="5429"/>
                </a:lnTo>
                <a:lnTo>
                  <a:pt x="2898" y="5172"/>
                </a:lnTo>
                <a:lnTo>
                  <a:pt x="3411" y="4622"/>
                </a:lnTo>
                <a:lnTo>
                  <a:pt x="4475" y="3558"/>
                </a:lnTo>
                <a:lnTo>
                  <a:pt x="5025" y="3045"/>
                </a:lnTo>
                <a:lnTo>
                  <a:pt x="5246" y="2825"/>
                </a:lnTo>
                <a:lnTo>
                  <a:pt x="5392" y="2678"/>
                </a:lnTo>
                <a:lnTo>
                  <a:pt x="5502" y="2605"/>
                </a:lnTo>
                <a:lnTo>
                  <a:pt x="5612" y="2715"/>
                </a:lnTo>
                <a:lnTo>
                  <a:pt x="5392" y="2825"/>
                </a:lnTo>
                <a:lnTo>
                  <a:pt x="5246" y="2971"/>
                </a:lnTo>
                <a:lnTo>
                  <a:pt x="4952" y="3301"/>
                </a:lnTo>
                <a:lnTo>
                  <a:pt x="4805" y="3485"/>
                </a:lnTo>
                <a:lnTo>
                  <a:pt x="4695" y="3668"/>
                </a:lnTo>
                <a:lnTo>
                  <a:pt x="4585" y="3888"/>
                </a:lnTo>
                <a:lnTo>
                  <a:pt x="4585" y="3962"/>
                </a:lnTo>
                <a:lnTo>
                  <a:pt x="4622" y="4072"/>
                </a:lnTo>
                <a:lnTo>
                  <a:pt x="4659" y="4145"/>
                </a:lnTo>
                <a:lnTo>
                  <a:pt x="4732" y="4145"/>
                </a:lnTo>
                <a:lnTo>
                  <a:pt x="4915" y="4035"/>
                </a:lnTo>
                <a:lnTo>
                  <a:pt x="5025" y="3888"/>
                </a:lnTo>
                <a:lnTo>
                  <a:pt x="5209" y="3558"/>
                </a:lnTo>
                <a:lnTo>
                  <a:pt x="5502" y="3228"/>
                </a:lnTo>
                <a:lnTo>
                  <a:pt x="5759" y="2898"/>
                </a:lnTo>
                <a:lnTo>
                  <a:pt x="6016" y="3118"/>
                </a:lnTo>
                <a:lnTo>
                  <a:pt x="5832" y="3301"/>
                </a:lnTo>
                <a:lnTo>
                  <a:pt x="5612" y="3522"/>
                </a:lnTo>
                <a:lnTo>
                  <a:pt x="5466" y="3742"/>
                </a:lnTo>
                <a:lnTo>
                  <a:pt x="5356" y="3962"/>
                </a:lnTo>
                <a:lnTo>
                  <a:pt x="5319" y="4072"/>
                </a:lnTo>
                <a:lnTo>
                  <a:pt x="5392" y="4182"/>
                </a:lnTo>
                <a:lnTo>
                  <a:pt x="5502" y="4219"/>
                </a:lnTo>
                <a:lnTo>
                  <a:pt x="5539" y="4219"/>
                </a:lnTo>
                <a:lnTo>
                  <a:pt x="5612" y="4182"/>
                </a:lnTo>
                <a:lnTo>
                  <a:pt x="5796" y="3998"/>
                </a:lnTo>
                <a:lnTo>
                  <a:pt x="5942" y="3778"/>
                </a:lnTo>
                <a:lnTo>
                  <a:pt x="6089" y="3558"/>
                </a:lnTo>
                <a:lnTo>
                  <a:pt x="6199" y="3301"/>
                </a:lnTo>
                <a:lnTo>
                  <a:pt x="6309" y="3375"/>
                </a:lnTo>
                <a:lnTo>
                  <a:pt x="6456" y="3485"/>
                </a:lnTo>
                <a:lnTo>
                  <a:pt x="6346" y="3595"/>
                </a:lnTo>
                <a:lnTo>
                  <a:pt x="6236" y="3705"/>
                </a:lnTo>
                <a:lnTo>
                  <a:pt x="6089" y="3962"/>
                </a:lnTo>
                <a:lnTo>
                  <a:pt x="5869" y="4255"/>
                </a:lnTo>
                <a:lnTo>
                  <a:pt x="5796" y="4402"/>
                </a:lnTo>
                <a:lnTo>
                  <a:pt x="5722" y="4585"/>
                </a:lnTo>
                <a:lnTo>
                  <a:pt x="5722" y="4622"/>
                </a:lnTo>
                <a:lnTo>
                  <a:pt x="5722" y="4695"/>
                </a:lnTo>
                <a:lnTo>
                  <a:pt x="5796" y="4732"/>
                </a:lnTo>
                <a:lnTo>
                  <a:pt x="5906" y="4769"/>
                </a:lnTo>
                <a:lnTo>
                  <a:pt x="6016" y="4695"/>
                </a:lnTo>
                <a:lnTo>
                  <a:pt x="6126" y="4585"/>
                </a:lnTo>
                <a:lnTo>
                  <a:pt x="6199" y="4439"/>
                </a:lnTo>
                <a:lnTo>
                  <a:pt x="6383" y="4145"/>
                </a:lnTo>
                <a:lnTo>
                  <a:pt x="6456" y="3962"/>
                </a:lnTo>
                <a:lnTo>
                  <a:pt x="6603" y="3632"/>
                </a:lnTo>
                <a:lnTo>
                  <a:pt x="7300" y="4145"/>
                </a:lnTo>
                <a:lnTo>
                  <a:pt x="7116" y="4292"/>
                </a:lnTo>
                <a:lnTo>
                  <a:pt x="6933" y="4439"/>
                </a:lnTo>
                <a:lnTo>
                  <a:pt x="6713" y="4695"/>
                </a:lnTo>
                <a:lnTo>
                  <a:pt x="6529" y="5026"/>
                </a:lnTo>
                <a:lnTo>
                  <a:pt x="6529" y="5099"/>
                </a:lnTo>
                <a:lnTo>
                  <a:pt x="6529" y="5172"/>
                </a:lnTo>
                <a:lnTo>
                  <a:pt x="6566" y="5209"/>
                </a:lnTo>
                <a:lnTo>
                  <a:pt x="6639" y="5246"/>
                </a:lnTo>
                <a:lnTo>
                  <a:pt x="6676" y="5282"/>
                </a:lnTo>
                <a:lnTo>
                  <a:pt x="6749" y="5282"/>
                </a:lnTo>
                <a:lnTo>
                  <a:pt x="6823" y="5246"/>
                </a:lnTo>
                <a:lnTo>
                  <a:pt x="6860" y="5172"/>
                </a:lnTo>
                <a:lnTo>
                  <a:pt x="7153" y="4695"/>
                </a:lnTo>
                <a:lnTo>
                  <a:pt x="7410" y="4255"/>
                </a:lnTo>
                <a:lnTo>
                  <a:pt x="7740" y="4475"/>
                </a:lnTo>
                <a:lnTo>
                  <a:pt x="7483" y="4732"/>
                </a:lnTo>
                <a:lnTo>
                  <a:pt x="7116" y="5136"/>
                </a:lnTo>
                <a:lnTo>
                  <a:pt x="7080" y="5209"/>
                </a:lnTo>
                <a:lnTo>
                  <a:pt x="7043" y="5246"/>
                </a:lnTo>
                <a:lnTo>
                  <a:pt x="7080" y="5319"/>
                </a:lnTo>
                <a:lnTo>
                  <a:pt x="7116" y="5356"/>
                </a:lnTo>
                <a:lnTo>
                  <a:pt x="7190" y="5392"/>
                </a:lnTo>
                <a:lnTo>
                  <a:pt x="7263" y="5429"/>
                </a:lnTo>
                <a:lnTo>
                  <a:pt x="7336" y="5429"/>
                </a:lnTo>
                <a:lnTo>
                  <a:pt x="7373" y="5356"/>
                </a:lnTo>
                <a:lnTo>
                  <a:pt x="7556" y="5172"/>
                </a:lnTo>
                <a:lnTo>
                  <a:pt x="7740" y="4989"/>
                </a:lnTo>
                <a:lnTo>
                  <a:pt x="7813" y="4805"/>
                </a:lnTo>
                <a:lnTo>
                  <a:pt x="7850" y="4695"/>
                </a:lnTo>
                <a:lnTo>
                  <a:pt x="7887" y="4585"/>
                </a:lnTo>
                <a:lnTo>
                  <a:pt x="8474" y="4989"/>
                </a:lnTo>
                <a:lnTo>
                  <a:pt x="8107" y="5319"/>
                </a:lnTo>
                <a:lnTo>
                  <a:pt x="7813" y="5722"/>
                </a:lnTo>
                <a:lnTo>
                  <a:pt x="7777" y="5796"/>
                </a:lnTo>
                <a:lnTo>
                  <a:pt x="7777" y="5833"/>
                </a:lnTo>
                <a:lnTo>
                  <a:pt x="7813" y="5943"/>
                </a:lnTo>
                <a:lnTo>
                  <a:pt x="7887" y="5979"/>
                </a:lnTo>
                <a:lnTo>
                  <a:pt x="7997" y="5979"/>
                </a:lnTo>
                <a:lnTo>
                  <a:pt x="8033" y="5943"/>
                </a:lnTo>
                <a:lnTo>
                  <a:pt x="8327" y="5502"/>
                </a:lnTo>
                <a:lnTo>
                  <a:pt x="8584" y="5062"/>
                </a:lnTo>
                <a:lnTo>
                  <a:pt x="9024" y="5356"/>
                </a:lnTo>
                <a:lnTo>
                  <a:pt x="8767" y="5612"/>
                </a:lnTo>
                <a:lnTo>
                  <a:pt x="8584" y="5796"/>
                </a:lnTo>
                <a:lnTo>
                  <a:pt x="8510" y="5906"/>
                </a:lnTo>
                <a:lnTo>
                  <a:pt x="8474" y="6053"/>
                </a:lnTo>
                <a:lnTo>
                  <a:pt x="8253" y="6383"/>
                </a:lnTo>
                <a:lnTo>
                  <a:pt x="8217" y="6456"/>
                </a:lnTo>
                <a:lnTo>
                  <a:pt x="8253" y="6566"/>
                </a:lnTo>
                <a:lnTo>
                  <a:pt x="8290" y="6603"/>
                </a:lnTo>
                <a:lnTo>
                  <a:pt x="8363" y="6640"/>
                </a:lnTo>
                <a:lnTo>
                  <a:pt x="8474" y="6640"/>
                </a:lnTo>
                <a:lnTo>
                  <a:pt x="8547" y="6566"/>
                </a:lnTo>
                <a:lnTo>
                  <a:pt x="8804" y="6199"/>
                </a:lnTo>
                <a:lnTo>
                  <a:pt x="8877" y="6126"/>
                </a:lnTo>
                <a:lnTo>
                  <a:pt x="8950" y="6016"/>
                </a:lnTo>
                <a:lnTo>
                  <a:pt x="9097" y="5796"/>
                </a:lnTo>
                <a:lnTo>
                  <a:pt x="9244" y="5539"/>
                </a:lnTo>
                <a:lnTo>
                  <a:pt x="9537" y="5722"/>
                </a:lnTo>
                <a:lnTo>
                  <a:pt x="9354" y="5906"/>
                </a:lnTo>
                <a:lnTo>
                  <a:pt x="9207" y="6126"/>
                </a:lnTo>
                <a:lnTo>
                  <a:pt x="8950" y="6419"/>
                </a:lnTo>
                <a:lnTo>
                  <a:pt x="8877" y="6566"/>
                </a:lnTo>
                <a:lnTo>
                  <a:pt x="8840" y="6750"/>
                </a:lnTo>
                <a:lnTo>
                  <a:pt x="8914" y="6823"/>
                </a:lnTo>
                <a:lnTo>
                  <a:pt x="8950" y="6860"/>
                </a:lnTo>
                <a:lnTo>
                  <a:pt x="8987" y="6860"/>
                </a:lnTo>
                <a:lnTo>
                  <a:pt x="9134" y="6786"/>
                </a:lnTo>
                <a:lnTo>
                  <a:pt x="9244" y="6640"/>
                </a:lnTo>
                <a:lnTo>
                  <a:pt x="9391" y="6383"/>
                </a:lnTo>
                <a:lnTo>
                  <a:pt x="9537" y="6126"/>
                </a:lnTo>
                <a:lnTo>
                  <a:pt x="9721" y="5869"/>
                </a:lnTo>
                <a:lnTo>
                  <a:pt x="10198" y="6236"/>
                </a:lnTo>
                <a:lnTo>
                  <a:pt x="10051" y="6419"/>
                </a:lnTo>
                <a:lnTo>
                  <a:pt x="9867" y="6640"/>
                </a:lnTo>
                <a:lnTo>
                  <a:pt x="9684" y="6860"/>
                </a:lnTo>
                <a:lnTo>
                  <a:pt x="9611" y="7006"/>
                </a:lnTo>
                <a:lnTo>
                  <a:pt x="9574" y="7116"/>
                </a:lnTo>
                <a:lnTo>
                  <a:pt x="9574" y="7190"/>
                </a:lnTo>
                <a:lnTo>
                  <a:pt x="9611" y="7263"/>
                </a:lnTo>
                <a:lnTo>
                  <a:pt x="9757" y="7263"/>
                </a:lnTo>
                <a:lnTo>
                  <a:pt x="9867" y="7190"/>
                </a:lnTo>
                <a:lnTo>
                  <a:pt x="9941" y="7080"/>
                </a:lnTo>
                <a:lnTo>
                  <a:pt x="10124" y="6823"/>
                </a:lnTo>
                <a:lnTo>
                  <a:pt x="10271" y="6603"/>
                </a:lnTo>
                <a:lnTo>
                  <a:pt x="10381" y="6383"/>
                </a:lnTo>
                <a:lnTo>
                  <a:pt x="10895" y="6823"/>
                </a:lnTo>
                <a:lnTo>
                  <a:pt x="10931" y="6860"/>
                </a:lnTo>
                <a:lnTo>
                  <a:pt x="10638" y="7226"/>
                </a:lnTo>
                <a:lnTo>
                  <a:pt x="10381" y="7593"/>
                </a:lnTo>
                <a:lnTo>
                  <a:pt x="10271" y="7703"/>
                </a:lnTo>
                <a:lnTo>
                  <a:pt x="10271" y="7777"/>
                </a:lnTo>
                <a:lnTo>
                  <a:pt x="10271" y="7813"/>
                </a:lnTo>
                <a:lnTo>
                  <a:pt x="10344" y="7923"/>
                </a:lnTo>
                <a:lnTo>
                  <a:pt x="10418" y="7960"/>
                </a:lnTo>
                <a:lnTo>
                  <a:pt x="10491" y="7923"/>
                </a:lnTo>
                <a:lnTo>
                  <a:pt x="10528" y="7887"/>
                </a:lnTo>
                <a:lnTo>
                  <a:pt x="10821" y="7483"/>
                </a:lnTo>
                <a:lnTo>
                  <a:pt x="11115" y="7043"/>
                </a:lnTo>
                <a:lnTo>
                  <a:pt x="11445" y="7447"/>
                </a:lnTo>
                <a:lnTo>
                  <a:pt x="11298" y="7703"/>
                </a:lnTo>
                <a:lnTo>
                  <a:pt x="11151" y="7960"/>
                </a:lnTo>
                <a:lnTo>
                  <a:pt x="10968" y="8253"/>
                </a:lnTo>
                <a:lnTo>
                  <a:pt x="10931" y="8437"/>
                </a:lnTo>
                <a:lnTo>
                  <a:pt x="10931" y="8510"/>
                </a:lnTo>
                <a:lnTo>
                  <a:pt x="10931" y="8584"/>
                </a:lnTo>
                <a:lnTo>
                  <a:pt x="10968" y="8657"/>
                </a:lnTo>
                <a:lnTo>
                  <a:pt x="11041" y="8657"/>
                </a:lnTo>
                <a:lnTo>
                  <a:pt x="11188" y="8584"/>
                </a:lnTo>
                <a:lnTo>
                  <a:pt x="11261" y="8474"/>
                </a:lnTo>
                <a:lnTo>
                  <a:pt x="11408" y="8180"/>
                </a:lnTo>
                <a:lnTo>
                  <a:pt x="11628" y="7703"/>
                </a:lnTo>
                <a:lnTo>
                  <a:pt x="11812" y="7997"/>
                </a:lnTo>
                <a:lnTo>
                  <a:pt x="11995" y="8290"/>
                </a:lnTo>
                <a:lnTo>
                  <a:pt x="11812" y="8694"/>
                </a:lnTo>
                <a:lnTo>
                  <a:pt x="11628" y="9097"/>
                </a:lnTo>
                <a:lnTo>
                  <a:pt x="11518" y="9097"/>
                </a:lnTo>
                <a:lnTo>
                  <a:pt x="11408" y="9317"/>
                </a:lnTo>
                <a:lnTo>
                  <a:pt x="11335" y="9501"/>
                </a:lnTo>
                <a:lnTo>
                  <a:pt x="11335" y="9574"/>
                </a:lnTo>
                <a:lnTo>
                  <a:pt x="11335" y="9647"/>
                </a:lnTo>
                <a:lnTo>
                  <a:pt x="11408" y="9721"/>
                </a:lnTo>
                <a:lnTo>
                  <a:pt x="11591" y="9721"/>
                </a:lnTo>
                <a:lnTo>
                  <a:pt x="11628" y="9684"/>
                </a:lnTo>
                <a:lnTo>
                  <a:pt x="11812" y="9427"/>
                </a:lnTo>
                <a:lnTo>
                  <a:pt x="11958" y="9171"/>
                </a:lnTo>
                <a:lnTo>
                  <a:pt x="12105" y="8914"/>
                </a:lnTo>
                <a:lnTo>
                  <a:pt x="12178" y="8657"/>
                </a:lnTo>
                <a:lnTo>
                  <a:pt x="12325" y="9024"/>
                </a:lnTo>
                <a:lnTo>
                  <a:pt x="12472" y="9427"/>
                </a:lnTo>
                <a:lnTo>
                  <a:pt x="12068" y="10088"/>
                </a:lnTo>
                <a:lnTo>
                  <a:pt x="11995" y="10088"/>
                </a:lnTo>
                <a:lnTo>
                  <a:pt x="11922" y="10271"/>
                </a:lnTo>
                <a:lnTo>
                  <a:pt x="11848" y="10418"/>
                </a:lnTo>
                <a:lnTo>
                  <a:pt x="11848" y="10491"/>
                </a:lnTo>
                <a:lnTo>
                  <a:pt x="11848" y="10528"/>
                </a:lnTo>
                <a:lnTo>
                  <a:pt x="11922" y="10601"/>
                </a:lnTo>
                <a:lnTo>
                  <a:pt x="12068" y="10601"/>
                </a:lnTo>
                <a:lnTo>
                  <a:pt x="12142" y="10564"/>
                </a:lnTo>
                <a:lnTo>
                  <a:pt x="12362" y="10198"/>
                </a:lnTo>
                <a:lnTo>
                  <a:pt x="12582" y="9831"/>
                </a:lnTo>
                <a:lnTo>
                  <a:pt x="12692" y="10454"/>
                </a:lnTo>
                <a:lnTo>
                  <a:pt x="12509" y="10638"/>
                </a:lnTo>
                <a:lnTo>
                  <a:pt x="12362" y="10858"/>
                </a:lnTo>
                <a:lnTo>
                  <a:pt x="12215" y="11078"/>
                </a:lnTo>
                <a:lnTo>
                  <a:pt x="12178" y="11225"/>
                </a:lnTo>
                <a:lnTo>
                  <a:pt x="12178" y="11371"/>
                </a:lnTo>
                <a:lnTo>
                  <a:pt x="12215" y="11408"/>
                </a:lnTo>
                <a:lnTo>
                  <a:pt x="12252" y="11408"/>
                </a:lnTo>
                <a:lnTo>
                  <a:pt x="12362" y="11371"/>
                </a:lnTo>
                <a:lnTo>
                  <a:pt x="12472" y="11298"/>
                </a:lnTo>
                <a:lnTo>
                  <a:pt x="12582" y="11078"/>
                </a:lnTo>
                <a:lnTo>
                  <a:pt x="12692" y="10858"/>
                </a:lnTo>
                <a:lnTo>
                  <a:pt x="12729" y="11188"/>
                </a:lnTo>
                <a:lnTo>
                  <a:pt x="12655" y="11775"/>
                </a:lnTo>
                <a:lnTo>
                  <a:pt x="12509" y="11922"/>
                </a:lnTo>
                <a:lnTo>
                  <a:pt x="12362" y="12068"/>
                </a:lnTo>
                <a:lnTo>
                  <a:pt x="12325" y="12215"/>
                </a:lnTo>
                <a:lnTo>
                  <a:pt x="12325" y="12288"/>
                </a:lnTo>
                <a:lnTo>
                  <a:pt x="12362" y="12362"/>
                </a:lnTo>
                <a:lnTo>
                  <a:pt x="12435" y="12398"/>
                </a:lnTo>
                <a:lnTo>
                  <a:pt x="12472" y="12398"/>
                </a:lnTo>
                <a:lnTo>
                  <a:pt x="12619" y="12288"/>
                </a:lnTo>
                <a:lnTo>
                  <a:pt x="12655" y="12655"/>
                </a:lnTo>
                <a:lnTo>
                  <a:pt x="12692" y="12692"/>
                </a:lnTo>
                <a:lnTo>
                  <a:pt x="12729" y="12655"/>
                </a:lnTo>
                <a:lnTo>
                  <a:pt x="12802" y="12545"/>
                </a:lnTo>
                <a:lnTo>
                  <a:pt x="12912" y="12398"/>
                </a:lnTo>
                <a:lnTo>
                  <a:pt x="13022" y="12068"/>
                </a:lnTo>
                <a:lnTo>
                  <a:pt x="13095" y="11738"/>
                </a:lnTo>
                <a:lnTo>
                  <a:pt x="13132" y="11408"/>
                </a:lnTo>
                <a:lnTo>
                  <a:pt x="13132" y="11005"/>
                </a:lnTo>
                <a:lnTo>
                  <a:pt x="13132" y="10638"/>
                </a:lnTo>
                <a:lnTo>
                  <a:pt x="13095" y="10234"/>
                </a:lnTo>
                <a:lnTo>
                  <a:pt x="13022" y="9867"/>
                </a:lnTo>
                <a:lnTo>
                  <a:pt x="12949" y="9464"/>
                </a:lnTo>
                <a:lnTo>
                  <a:pt x="12839" y="9060"/>
                </a:lnTo>
                <a:lnTo>
                  <a:pt x="12692" y="8694"/>
                </a:lnTo>
                <a:lnTo>
                  <a:pt x="12545" y="8327"/>
                </a:lnTo>
                <a:lnTo>
                  <a:pt x="12325" y="7960"/>
                </a:lnTo>
                <a:lnTo>
                  <a:pt x="12142" y="7630"/>
                </a:lnTo>
                <a:lnTo>
                  <a:pt x="11885" y="7300"/>
                </a:lnTo>
                <a:lnTo>
                  <a:pt x="11628" y="6970"/>
                </a:lnTo>
                <a:lnTo>
                  <a:pt x="11335" y="6640"/>
                </a:lnTo>
                <a:lnTo>
                  <a:pt x="11041" y="6346"/>
                </a:lnTo>
                <a:lnTo>
                  <a:pt x="10344" y="5759"/>
                </a:lnTo>
                <a:lnTo>
                  <a:pt x="9647" y="5246"/>
                </a:lnTo>
                <a:lnTo>
                  <a:pt x="8914" y="4732"/>
                </a:lnTo>
                <a:lnTo>
                  <a:pt x="8987" y="4439"/>
                </a:lnTo>
                <a:lnTo>
                  <a:pt x="9024" y="4182"/>
                </a:lnTo>
                <a:lnTo>
                  <a:pt x="9060" y="3558"/>
                </a:lnTo>
                <a:lnTo>
                  <a:pt x="9097" y="2898"/>
                </a:lnTo>
                <a:lnTo>
                  <a:pt x="9281" y="220"/>
                </a:lnTo>
                <a:lnTo>
                  <a:pt x="9244" y="110"/>
                </a:lnTo>
                <a:lnTo>
                  <a:pt x="9207" y="37"/>
                </a:lnTo>
                <a:lnTo>
                  <a:pt x="9097" y="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98" name="Google Shape;498;p10"/>
          <p:cNvSpPr/>
          <p:nvPr/>
        </p:nvSpPr>
        <p:spPr>
          <a:xfrm>
            <a:off x="11599141" y="238816"/>
            <a:ext cx="695056" cy="718656"/>
          </a:xfrm>
          <a:custGeom>
            <a:avLst/>
            <a:gdLst/>
            <a:ahLst/>
            <a:cxnLst/>
            <a:rect l="l" t="t" r="r" b="b"/>
            <a:pathLst>
              <a:path w="18378" h="19002" extrusionOk="0">
                <a:moveTo>
                  <a:pt x="13793" y="5429"/>
                </a:moveTo>
                <a:lnTo>
                  <a:pt x="13682" y="5466"/>
                </a:lnTo>
                <a:lnTo>
                  <a:pt x="13572" y="5502"/>
                </a:lnTo>
                <a:lnTo>
                  <a:pt x="13499" y="5576"/>
                </a:lnTo>
                <a:lnTo>
                  <a:pt x="13352" y="5759"/>
                </a:lnTo>
                <a:lnTo>
                  <a:pt x="13352" y="5869"/>
                </a:lnTo>
                <a:lnTo>
                  <a:pt x="13352" y="5979"/>
                </a:lnTo>
                <a:lnTo>
                  <a:pt x="13389" y="6016"/>
                </a:lnTo>
                <a:lnTo>
                  <a:pt x="13426" y="6053"/>
                </a:lnTo>
                <a:lnTo>
                  <a:pt x="13499" y="6053"/>
                </a:lnTo>
                <a:lnTo>
                  <a:pt x="13572" y="5979"/>
                </a:lnTo>
                <a:lnTo>
                  <a:pt x="13646" y="5943"/>
                </a:lnTo>
                <a:lnTo>
                  <a:pt x="13719" y="5796"/>
                </a:lnTo>
                <a:lnTo>
                  <a:pt x="13829" y="5649"/>
                </a:lnTo>
                <a:lnTo>
                  <a:pt x="13903" y="5502"/>
                </a:lnTo>
                <a:lnTo>
                  <a:pt x="13903" y="5466"/>
                </a:lnTo>
                <a:lnTo>
                  <a:pt x="13903" y="5429"/>
                </a:lnTo>
                <a:close/>
                <a:moveTo>
                  <a:pt x="13242" y="6089"/>
                </a:moveTo>
                <a:lnTo>
                  <a:pt x="13169" y="6126"/>
                </a:lnTo>
                <a:lnTo>
                  <a:pt x="13022" y="6309"/>
                </a:lnTo>
                <a:lnTo>
                  <a:pt x="12912" y="6493"/>
                </a:lnTo>
                <a:lnTo>
                  <a:pt x="12875" y="6529"/>
                </a:lnTo>
                <a:lnTo>
                  <a:pt x="12875" y="6603"/>
                </a:lnTo>
                <a:lnTo>
                  <a:pt x="12949" y="6676"/>
                </a:lnTo>
                <a:lnTo>
                  <a:pt x="13022" y="6713"/>
                </a:lnTo>
                <a:lnTo>
                  <a:pt x="13096" y="6676"/>
                </a:lnTo>
                <a:lnTo>
                  <a:pt x="13132" y="6639"/>
                </a:lnTo>
                <a:lnTo>
                  <a:pt x="13242" y="6456"/>
                </a:lnTo>
                <a:lnTo>
                  <a:pt x="13352" y="6273"/>
                </a:lnTo>
                <a:lnTo>
                  <a:pt x="13389" y="6199"/>
                </a:lnTo>
                <a:lnTo>
                  <a:pt x="13316" y="6126"/>
                </a:lnTo>
                <a:lnTo>
                  <a:pt x="13242" y="6089"/>
                </a:lnTo>
                <a:close/>
                <a:moveTo>
                  <a:pt x="17241" y="6419"/>
                </a:moveTo>
                <a:lnTo>
                  <a:pt x="17534" y="6713"/>
                </a:lnTo>
                <a:lnTo>
                  <a:pt x="17497" y="6713"/>
                </a:lnTo>
                <a:lnTo>
                  <a:pt x="17387" y="6823"/>
                </a:lnTo>
                <a:lnTo>
                  <a:pt x="17351" y="6676"/>
                </a:lnTo>
                <a:lnTo>
                  <a:pt x="17241" y="6419"/>
                </a:lnTo>
                <a:close/>
                <a:moveTo>
                  <a:pt x="12692" y="6786"/>
                </a:moveTo>
                <a:lnTo>
                  <a:pt x="12582" y="6860"/>
                </a:lnTo>
                <a:lnTo>
                  <a:pt x="12435" y="6970"/>
                </a:lnTo>
                <a:lnTo>
                  <a:pt x="12399" y="7116"/>
                </a:lnTo>
                <a:lnTo>
                  <a:pt x="12362" y="7190"/>
                </a:lnTo>
                <a:lnTo>
                  <a:pt x="12399" y="7226"/>
                </a:lnTo>
                <a:lnTo>
                  <a:pt x="12472" y="7300"/>
                </a:lnTo>
                <a:lnTo>
                  <a:pt x="12582" y="7300"/>
                </a:lnTo>
                <a:lnTo>
                  <a:pt x="12619" y="7263"/>
                </a:lnTo>
                <a:lnTo>
                  <a:pt x="12655" y="7190"/>
                </a:lnTo>
                <a:lnTo>
                  <a:pt x="12729" y="7043"/>
                </a:lnTo>
                <a:lnTo>
                  <a:pt x="12802" y="7006"/>
                </a:lnTo>
                <a:lnTo>
                  <a:pt x="12839" y="6933"/>
                </a:lnTo>
                <a:lnTo>
                  <a:pt x="12875" y="6860"/>
                </a:lnTo>
                <a:lnTo>
                  <a:pt x="12875" y="6823"/>
                </a:lnTo>
                <a:lnTo>
                  <a:pt x="12839" y="6823"/>
                </a:lnTo>
                <a:lnTo>
                  <a:pt x="12765" y="6786"/>
                </a:lnTo>
                <a:close/>
                <a:moveTo>
                  <a:pt x="17571" y="6750"/>
                </a:moveTo>
                <a:lnTo>
                  <a:pt x="17828" y="7043"/>
                </a:lnTo>
                <a:lnTo>
                  <a:pt x="18048" y="7373"/>
                </a:lnTo>
                <a:lnTo>
                  <a:pt x="17828" y="7593"/>
                </a:lnTo>
                <a:lnTo>
                  <a:pt x="17828" y="7520"/>
                </a:lnTo>
                <a:lnTo>
                  <a:pt x="17864" y="7336"/>
                </a:lnTo>
                <a:lnTo>
                  <a:pt x="17828" y="7116"/>
                </a:lnTo>
                <a:lnTo>
                  <a:pt x="17828" y="7080"/>
                </a:lnTo>
                <a:lnTo>
                  <a:pt x="17754" y="7006"/>
                </a:lnTo>
                <a:lnTo>
                  <a:pt x="17681" y="7006"/>
                </a:lnTo>
                <a:lnTo>
                  <a:pt x="17644" y="7043"/>
                </a:lnTo>
                <a:lnTo>
                  <a:pt x="17681" y="7080"/>
                </a:lnTo>
                <a:lnTo>
                  <a:pt x="17644" y="7226"/>
                </a:lnTo>
                <a:lnTo>
                  <a:pt x="17607" y="7446"/>
                </a:lnTo>
                <a:lnTo>
                  <a:pt x="17534" y="7667"/>
                </a:lnTo>
                <a:lnTo>
                  <a:pt x="17534" y="7887"/>
                </a:lnTo>
                <a:lnTo>
                  <a:pt x="17534" y="7960"/>
                </a:lnTo>
                <a:lnTo>
                  <a:pt x="17131" y="8584"/>
                </a:lnTo>
                <a:lnTo>
                  <a:pt x="17167" y="8217"/>
                </a:lnTo>
                <a:lnTo>
                  <a:pt x="17241" y="7850"/>
                </a:lnTo>
                <a:lnTo>
                  <a:pt x="17387" y="7630"/>
                </a:lnTo>
                <a:lnTo>
                  <a:pt x="17387" y="7593"/>
                </a:lnTo>
                <a:lnTo>
                  <a:pt x="17387" y="7520"/>
                </a:lnTo>
                <a:lnTo>
                  <a:pt x="17461" y="7483"/>
                </a:lnTo>
                <a:lnTo>
                  <a:pt x="17497" y="7446"/>
                </a:lnTo>
                <a:lnTo>
                  <a:pt x="17534" y="7373"/>
                </a:lnTo>
                <a:lnTo>
                  <a:pt x="17534" y="7263"/>
                </a:lnTo>
                <a:lnTo>
                  <a:pt x="17497" y="7080"/>
                </a:lnTo>
                <a:lnTo>
                  <a:pt x="17571" y="6750"/>
                </a:lnTo>
                <a:close/>
                <a:moveTo>
                  <a:pt x="16874" y="8840"/>
                </a:moveTo>
                <a:lnTo>
                  <a:pt x="16947" y="8877"/>
                </a:lnTo>
                <a:lnTo>
                  <a:pt x="16874" y="8950"/>
                </a:lnTo>
                <a:lnTo>
                  <a:pt x="16874" y="8877"/>
                </a:lnTo>
                <a:lnTo>
                  <a:pt x="16874" y="8840"/>
                </a:lnTo>
                <a:close/>
                <a:moveTo>
                  <a:pt x="11445" y="8584"/>
                </a:moveTo>
                <a:lnTo>
                  <a:pt x="11408" y="8620"/>
                </a:lnTo>
                <a:lnTo>
                  <a:pt x="11298" y="8657"/>
                </a:lnTo>
                <a:lnTo>
                  <a:pt x="11188" y="8804"/>
                </a:lnTo>
                <a:lnTo>
                  <a:pt x="11188" y="8840"/>
                </a:lnTo>
                <a:lnTo>
                  <a:pt x="11188" y="8914"/>
                </a:lnTo>
                <a:lnTo>
                  <a:pt x="11188" y="8987"/>
                </a:lnTo>
                <a:lnTo>
                  <a:pt x="11225" y="9024"/>
                </a:lnTo>
                <a:lnTo>
                  <a:pt x="11408" y="9024"/>
                </a:lnTo>
                <a:lnTo>
                  <a:pt x="11445" y="8987"/>
                </a:lnTo>
                <a:lnTo>
                  <a:pt x="11555" y="8804"/>
                </a:lnTo>
                <a:lnTo>
                  <a:pt x="11555" y="8730"/>
                </a:lnTo>
                <a:lnTo>
                  <a:pt x="11555" y="8657"/>
                </a:lnTo>
                <a:lnTo>
                  <a:pt x="11518" y="8620"/>
                </a:lnTo>
                <a:lnTo>
                  <a:pt x="11445" y="8584"/>
                </a:lnTo>
                <a:close/>
                <a:moveTo>
                  <a:pt x="16580" y="8804"/>
                </a:moveTo>
                <a:lnTo>
                  <a:pt x="16580" y="8877"/>
                </a:lnTo>
                <a:lnTo>
                  <a:pt x="16580" y="9060"/>
                </a:lnTo>
                <a:lnTo>
                  <a:pt x="16617" y="9170"/>
                </a:lnTo>
                <a:lnTo>
                  <a:pt x="16654" y="9244"/>
                </a:lnTo>
                <a:lnTo>
                  <a:pt x="16397" y="9611"/>
                </a:lnTo>
                <a:lnTo>
                  <a:pt x="16360" y="9391"/>
                </a:lnTo>
                <a:lnTo>
                  <a:pt x="16324" y="9170"/>
                </a:lnTo>
                <a:lnTo>
                  <a:pt x="16324" y="9097"/>
                </a:lnTo>
                <a:lnTo>
                  <a:pt x="16580" y="8804"/>
                </a:lnTo>
                <a:close/>
                <a:moveTo>
                  <a:pt x="16067" y="9391"/>
                </a:moveTo>
                <a:lnTo>
                  <a:pt x="16067" y="9684"/>
                </a:lnTo>
                <a:lnTo>
                  <a:pt x="16103" y="9794"/>
                </a:lnTo>
                <a:lnTo>
                  <a:pt x="16177" y="9941"/>
                </a:lnTo>
                <a:lnTo>
                  <a:pt x="15993" y="10161"/>
                </a:lnTo>
                <a:lnTo>
                  <a:pt x="15920" y="10308"/>
                </a:lnTo>
                <a:lnTo>
                  <a:pt x="15957" y="9867"/>
                </a:lnTo>
                <a:lnTo>
                  <a:pt x="15920" y="9794"/>
                </a:lnTo>
                <a:lnTo>
                  <a:pt x="15847" y="9757"/>
                </a:lnTo>
                <a:lnTo>
                  <a:pt x="15810" y="9721"/>
                </a:lnTo>
                <a:lnTo>
                  <a:pt x="16067" y="9391"/>
                </a:lnTo>
                <a:close/>
                <a:moveTo>
                  <a:pt x="9611" y="2348"/>
                </a:moveTo>
                <a:lnTo>
                  <a:pt x="9574" y="2421"/>
                </a:lnTo>
                <a:lnTo>
                  <a:pt x="9134" y="2861"/>
                </a:lnTo>
                <a:lnTo>
                  <a:pt x="8767" y="3375"/>
                </a:lnTo>
                <a:lnTo>
                  <a:pt x="7997" y="4365"/>
                </a:lnTo>
                <a:lnTo>
                  <a:pt x="7630" y="4879"/>
                </a:lnTo>
                <a:lnTo>
                  <a:pt x="7227" y="5356"/>
                </a:lnTo>
                <a:lnTo>
                  <a:pt x="6823" y="5832"/>
                </a:lnTo>
                <a:lnTo>
                  <a:pt x="6346" y="6273"/>
                </a:lnTo>
                <a:lnTo>
                  <a:pt x="6273" y="6346"/>
                </a:lnTo>
                <a:lnTo>
                  <a:pt x="6273" y="6456"/>
                </a:lnTo>
                <a:lnTo>
                  <a:pt x="6236" y="6456"/>
                </a:lnTo>
                <a:lnTo>
                  <a:pt x="6163" y="6493"/>
                </a:lnTo>
                <a:lnTo>
                  <a:pt x="6163" y="6566"/>
                </a:lnTo>
                <a:lnTo>
                  <a:pt x="6199" y="6603"/>
                </a:lnTo>
                <a:lnTo>
                  <a:pt x="6309" y="6786"/>
                </a:lnTo>
                <a:lnTo>
                  <a:pt x="6493" y="6970"/>
                </a:lnTo>
                <a:lnTo>
                  <a:pt x="6823" y="7263"/>
                </a:lnTo>
                <a:lnTo>
                  <a:pt x="7593" y="7813"/>
                </a:lnTo>
                <a:lnTo>
                  <a:pt x="8437" y="8363"/>
                </a:lnTo>
                <a:lnTo>
                  <a:pt x="8620" y="8510"/>
                </a:lnTo>
                <a:lnTo>
                  <a:pt x="8767" y="8694"/>
                </a:lnTo>
                <a:lnTo>
                  <a:pt x="9061" y="9060"/>
                </a:lnTo>
                <a:lnTo>
                  <a:pt x="9207" y="9207"/>
                </a:lnTo>
                <a:lnTo>
                  <a:pt x="9391" y="9354"/>
                </a:lnTo>
                <a:lnTo>
                  <a:pt x="9758" y="9574"/>
                </a:lnTo>
                <a:lnTo>
                  <a:pt x="10638" y="10161"/>
                </a:lnTo>
                <a:lnTo>
                  <a:pt x="11482" y="10784"/>
                </a:lnTo>
                <a:lnTo>
                  <a:pt x="12289" y="11408"/>
                </a:lnTo>
                <a:lnTo>
                  <a:pt x="12362" y="11445"/>
                </a:lnTo>
                <a:lnTo>
                  <a:pt x="12472" y="11445"/>
                </a:lnTo>
                <a:lnTo>
                  <a:pt x="12545" y="11408"/>
                </a:lnTo>
                <a:lnTo>
                  <a:pt x="12582" y="11371"/>
                </a:lnTo>
                <a:lnTo>
                  <a:pt x="12619" y="11298"/>
                </a:lnTo>
                <a:lnTo>
                  <a:pt x="12655" y="11188"/>
                </a:lnTo>
                <a:lnTo>
                  <a:pt x="12619" y="11115"/>
                </a:lnTo>
                <a:lnTo>
                  <a:pt x="12545" y="11041"/>
                </a:lnTo>
                <a:lnTo>
                  <a:pt x="11775" y="10418"/>
                </a:lnTo>
                <a:lnTo>
                  <a:pt x="11812" y="10381"/>
                </a:lnTo>
                <a:lnTo>
                  <a:pt x="11922" y="10198"/>
                </a:lnTo>
                <a:lnTo>
                  <a:pt x="11995" y="10014"/>
                </a:lnTo>
                <a:lnTo>
                  <a:pt x="11995" y="9941"/>
                </a:lnTo>
                <a:lnTo>
                  <a:pt x="11958" y="9904"/>
                </a:lnTo>
                <a:lnTo>
                  <a:pt x="11885" y="9904"/>
                </a:lnTo>
                <a:lnTo>
                  <a:pt x="11738" y="10051"/>
                </a:lnTo>
                <a:lnTo>
                  <a:pt x="11592" y="10234"/>
                </a:lnTo>
                <a:lnTo>
                  <a:pt x="11555" y="10271"/>
                </a:lnTo>
                <a:lnTo>
                  <a:pt x="11005" y="9867"/>
                </a:lnTo>
                <a:lnTo>
                  <a:pt x="10821" y="9757"/>
                </a:lnTo>
                <a:lnTo>
                  <a:pt x="10858" y="9684"/>
                </a:lnTo>
                <a:lnTo>
                  <a:pt x="10895" y="9611"/>
                </a:lnTo>
                <a:lnTo>
                  <a:pt x="11041" y="9464"/>
                </a:lnTo>
                <a:lnTo>
                  <a:pt x="11078" y="9427"/>
                </a:lnTo>
                <a:lnTo>
                  <a:pt x="11078" y="9354"/>
                </a:lnTo>
                <a:lnTo>
                  <a:pt x="11078" y="9317"/>
                </a:lnTo>
                <a:lnTo>
                  <a:pt x="11005" y="9281"/>
                </a:lnTo>
                <a:lnTo>
                  <a:pt x="10968" y="9317"/>
                </a:lnTo>
                <a:lnTo>
                  <a:pt x="10895" y="9281"/>
                </a:lnTo>
                <a:lnTo>
                  <a:pt x="10821" y="9317"/>
                </a:lnTo>
                <a:lnTo>
                  <a:pt x="10711" y="9427"/>
                </a:lnTo>
                <a:lnTo>
                  <a:pt x="10601" y="9574"/>
                </a:lnTo>
                <a:lnTo>
                  <a:pt x="10124" y="9281"/>
                </a:lnTo>
                <a:lnTo>
                  <a:pt x="10051" y="9207"/>
                </a:lnTo>
                <a:lnTo>
                  <a:pt x="10234" y="8914"/>
                </a:lnTo>
                <a:lnTo>
                  <a:pt x="10234" y="8840"/>
                </a:lnTo>
                <a:lnTo>
                  <a:pt x="10234" y="8804"/>
                </a:lnTo>
                <a:lnTo>
                  <a:pt x="10198" y="8730"/>
                </a:lnTo>
                <a:lnTo>
                  <a:pt x="10088" y="8694"/>
                </a:lnTo>
                <a:lnTo>
                  <a:pt x="10051" y="8730"/>
                </a:lnTo>
                <a:lnTo>
                  <a:pt x="10014" y="8767"/>
                </a:lnTo>
                <a:lnTo>
                  <a:pt x="9758" y="9060"/>
                </a:lnTo>
                <a:lnTo>
                  <a:pt x="9537" y="8877"/>
                </a:lnTo>
                <a:lnTo>
                  <a:pt x="9354" y="8694"/>
                </a:lnTo>
                <a:lnTo>
                  <a:pt x="9134" y="8437"/>
                </a:lnTo>
                <a:lnTo>
                  <a:pt x="9207" y="8327"/>
                </a:lnTo>
                <a:lnTo>
                  <a:pt x="9281" y="8217"/>
                </a:lnTo>
                <a:lnTo>
                  <a:pt x="9354" y="7960"/>
                </a:lnTo>
                <a:lnTo>
                  <a:pt x="9354" y="7887"/>
                </a:lnTo>
                <a:lnTo>
                  <a:pt x="9317" y="7850"/>
                </a:lnTo>
                <a:lnTo>
                  <a:pt x="9244" y="7850"/>
                </a:lnTo>
                <a:lnTo>
                  <a:pt x="9171" y="7887"/>
                </a:lnTo>
                <a:lnTo>
                  <a:pt x="8987" y="8107"/>
                </a:lnTo>
                <a:lnTo>
                  <a:pt x="8951" y="8180"/>
                </a:lnTo>
                <a:lnTo>
                  <a:pt x="8767" y="8033"/>
                </a:lnTo>
                <a:lnTo>
                  <a:pt x="8327" y="7740"/>
                </a:lnTo>
                <a:lnTo>
                  <a:pt x="8364" y="7446"/>
                </a:lnTo>
                <a:lnTo>
                  <a:pt x="8364" y="7410"/>
                </a:lnTo>
                <a:lnTo>
                  <a:pt x="8327" y="7336"/>
                </a:lnTo>
                <a:lnTo>
                  <a:pt x="8290" y="7300"/>
                </a:lnTo>
                <a:lnTo>
                  <a:pt x="8180" y="7300"/>
                </a:lnTo>
                <a:lnTo>
                  <a:pt x="8107" y="7336"/>
                </a:lnTo>
                <a:lnTo>
                  <a:pt x="8070" y="7446"/>
                </a:lnTo>
                <a:lnTo>
                  <a:pt x="8034" y="7556"/>
                </a:lnTo>
                <a:lnTo>
                  <a:pt x="7960" y="7520"/>
                </a:lnTo>
                <a:lnTo>
                  <a:pt x="7410" y="7116"/>
                </a:lnTo>
                <a:lnTo>
                  <a:pt x="7447" y="7080"/>
                </a:lnTo>
                <a:lnTo>
                  <a:pt x="7520" y="6970"/>
                </a:lnTo>
                <a:lnTo>
                  <a:pt x="7520" y="6896"/>
                </a:lnTo>
                <a:lnTo>
                  <a:pt x="7520" y="6860"/>
                </a:lnTo>
                <a:lnTo>
                  <a:pt x="7557" y="6750"/>
                </a:lnTo>
                <a:lnTo>
                  <a:pt x="7520" y="6713"/>
                </a:lnTo>
                <a:lnTo>
                  <a:pt x="7483" y="6713"/>
                </a:lnTo>
                <a:lnTo>
                  <a:pt x="7410" y="6750"/>
                </a:lnTo>
                <a:lnTo>
                  <a:pt x="7337" y="6750"/>
                </a:lnTo>
                <a:lnTo>
                  <a:pt x="7227" y="6823"/>
                </a:lnTo>
                <a:lnTo>
                  <a:pt x="7116" y="6896"/>
                </a:lnTo>
                <a:lnTo>
                  <a:pt x="6640" y="6639"/>
                </a:lnTo>
                <a:lnTo>
                  <a:pt x="6640" y="6603"/>
                </a:lnTo>
                <a:lnTo>
                  <a:pt x="7116" y="6163"/>
                </a:lnTo>
                <a:lnTo>
                  <a:pt x="7557" y="5649"/>
                </a:lnTo>
                <a:lnTo>
                  <a:pt x="7593" y="5722"/>
                </a:lnTo>
                <a:lnTo>
                  <a:pt x="7630" y="5759"/>
                </a:lnTo>
                <a:lnTo>
                  <a:pt x="7740" y="5759"/>
                </a:lnTo>
                <a:lnTo>
                  <a:pt x="8034" y="5576"/>
                </a:lnTo>
                <a:lnTo>
                  <a:pt x="8327" y="5392"/>
                </a:lnTo>
                <a:lnTo>
                  <a:pt x="8620" y="5209"/>
                </a:lnTo>
                <a:lnTo>
                  <a:pt x="8914" y="5025"/>
                </a:lnTo>
                <a:lnTo>
                  <a:pt x="9244" y="4879"/>
                </a:lnTo>
                <a:lnTo>
                  <a:pt x="9574" y="4732"/>
                </a:lnTo>
                <a:lnTo>
                  <a:pt x="9941" y="4659"/>
                </a:lnTo>
                <a:lnTo>
                  <a:pt x="10308" y="4622"/>
                </a:lnTo>
                <a:lnTo>
                  <a:pt x="10491" y="4622"/>
                </a:lnTo>
                <a:lnTo>
                  <a:pt x="10675" y="4659"/>
                </a:lnTo>
                <a:lnTo>
                  <a:pt x="10821" y="4732"/>
                </a:lnTo>
                <a:lnTo>
                  <a:pt x="10931" y="4842"/>
                </a:lnTo>
                <a:lnTo>
                  <a:pt x="11041" y="4989"/>
                </a:lnTo>
                <a:lnTo>
                  <a:pt x="11078" y="5136"/>
                </a:lnTo>
                <a:lnTo>
                  <a:pt x="11151" y="5502"/>
                </a:lnTo>
                <a:lnTo>
                  <a:pt x="11151" y="5906"/>
                </a:lnTo>
                <a:lnTo>
                  <a:pt x="11151" y="6309"/>
                </a:lnTo>
                <a:lnTo>
                  <a:pt x="11151" y="6676"/>
                </a:lnTo>
                <a:lnTo>
                  <a:pt x="11188" y="7006"/>
                </a:lnTo>
                <a:lnTo>
                  <a:pt x="11261" y="7373"/>
                </a:lnTo>
                <a:lnTo>
                  <a:pt x="11445" y="7703"/>
                </a:lnTo>
                <a:lnTo>
                  <a:pt x="11408" y="7813"/>
                </a:lnTo>
                <a:lnTo>
                  <a:pt x="11372" y="7923"/>
                </a:lnTo>
                <a:lnTo>
                  <a:pt x="11372" y="8033"/>
                </a:lnTo>
                <a:lnTo>
                  <a:pt x="11372" y="8143"/>
                </a:lnTo>
                <a:lnTo>
                  <a:pt x="11445" y="8253"/>
                </a:lnTo>
                <a:lnTo>
                  <a:pt x="11482" y="8327"/>
                </a:lnTo>
                <a:lnTo>
                  <a:pt x="11592" y="8400"/>
                </a:lnTo>
                <a:lnTo>
                  <a:pt x="11665" y="8474"/>
                </a:lnTo>
                <a:lnTo>
                  <a:pt x="11775" y="8510"/>
                </a:lnTo>
                <a:lnTo>
                  <a:pt x="12105" y="8510"/>
                </a:lnTo>
                <a:lnTo>
                  <a:pt x="12435" y="8694"/>
                </a:lnTo>
                <a:lnTo>
                  <a:pt x="12765" y="8840"/>
                </a:lnTo>
                <a:lnTo>
                  <a:pt x="13022" y="8877"/>
                </a:lnTo>
                <a:lnTo>
                  <a:pt x="13316" y="8877"/>
                </a:lnTo>
                <a:lnTo>
                  <a:pt x="13646" y="8804"/>
                </a:lnTo>
                <a:lnTo>
                  <a:pt x="13939" y="8694"/>
                </a:lnTo>
                <a:lnTo>
                  <a:pt x="14233" y="8584"/>
                </a:lnTo>
                <a:lnTo>
                  <a:pt x="14489" y="8400"/>
                </a:lnTo>
                <a:lnTo>
                  <a:pt x="14746" y="8217"/>
                </a:lnTo>
                <a:lnTo>
                  <a:pt x="14930" y="8033"/>
                </a:lnTo>
                <a:lnTo>
                  <a:pt x="14966" y="7997"/>
                </a:lnTo>
                <a:lnTo>
                  <a:pt x="14966" y="7923"/>
                </a:lnTo>
                <a:lnTo>
                  <a:pt x="14930" y="7813"/>
                </a:lnTo>
                <a:lnTo>
                  <a:pt x="14820" y="7777"/>
                </a:lnTo>
                <a:lnTo>
                  <a:pt x="14710" y="7777"/>
                </a:lnTo>
                <a:lnTo>
                  <a:pt x="14123" y="8143"/>
                </a:lnTo>
                <a:lnTo>
                  <a:pt x="13829" y="8290"/>
                </a:lnTo>
                <a:lnTo>
                  <a:pt x="13462" y="8400"/>
                </a:lnTo>
                <a:lnTo>
                  <a:pt x="13206" y="8474"/>
                </a:lnTo>
                <a:lnTo>
                  <a:pt x="12912" y="8437"/>
                </a:lnTo>
                <a:lnTo>
                  <a:pt x="12692" y="8363"/>
                </a:lnTo>
                <a:lnTo>
                  <a:pt x="12472" y="8217"/>
                </a:lnTo>
                <a:lnTo>
                  <a:pt x="12545" y="8107"/>
                </a:lnTo>
                <a:lnTo>
                  <a:pt x="12582" y="7960"/>
                </a:lnTo>
                <a:lnTo>
                  <a:pt x="12582" y="7850"/>
                </a:lnTo>
                <a:lnTo>
                  <a:pt x="12545" y="7777"/>
                </a:lnTo>
                <a:lnTo>
                  <a:pt x="12509" y="7740"/>
                </a:lnTo>
                <a:lnTo>
                  <a:pt x="12325" y="7630"/>
                </a:lnTo>
                <a:lnTo>
                  <a:pt x="12142" y="7520"/>
                </a:lnTo>
                <a:lnTo>
                  <a:pt x="11812" y="7520"/>
                </a:lnTo>
                <a:lnTo>
                  <a:pt x="11628" y="7116"/>
                </a:lnTo>
                <a:lnTo>
                  <a:pt x="11518" y="6713"/>
                </a:lnTo>
                <a:lnTo>
                  <a:pt x="11518" y="6346"/>
                </a:lnTo>
                <a:lnTo>
                  <a:pt x="11518" y="6016"/>
                </a:lnTo>
                <a:lnTo>
                  <a:pt x="11555" y="5649"/>
                </a:lnTo>
                <a:lnTo>
                  <a:pt x="11518" y="5282"/>
                </a:lnTo>
                <a:lnTo>
                  <a:pt x="11445" y="4989"/>
                </a:lnTo>
                <a:lnTo>
                  <a:pt x="11335" y="4732"/>
                </a:lnTo>
                <a:lnTo>
                  <a:pt x="11188" y="4549"/>
                </a:lnTo>
                <a:lnTo>
                  <a:pt x="11005" y="4402"/>
                </a:lnTo>
                <a:lnTo>
                  <a:pt x="10785" y="4329"/>
                </a:lnTo>
                <a:lnTo>
                  <a:pt x="10565" y="4255"/>
                </a:lnTo>
                <a:lnTo>
                  <a:pt x="10051" y="4255"/>
                </a:lnTo>
                <a:lnTo>
                  <a:pt x="9758" y="4292"/>
                </a:lnTo>
                <a:lnTo>
                  <a:pt x="9464" y="4365"/>
                </a:lnTo>
                <a:lnTo>
                  <a:pt x="8914" y="4585"/>
                </a:lnTo>
                <a:lnTo>
                  <a:pt x="8400" y="4879"/>
                </a:lnTo>
                <a:lnTo>
                  <a:pt x="7960" y="5209"/>
                </a:lnTo>
                <a:lnTo>
                  <a:pt x="8290" y="4769"/>
                </a:lnTo>
                <a:lnTo>
                  <a:pt x="9061" y="3742"/>
                </a:lnTo>
                <a:lnTo>
                  <a:pt x="9464" y="3191"/>
                </a:lnTo>
                <a:lnTo>
                  <a:pt x="9831" y="2641"/>
                </a:lnTo>
                <a:lnTo>
                  <a:pt x="9868" y="2568"/>
                </a:lnTo>
                <a:lnTo>
                  <a:pt x="9868" y="2531"/>
                </a:lnTo>
                <a:lnTo>
                  <a:pt x="9794" y="2421"/>
                </a:lnTo>
                <a:lnTo>
                  <a:pt x="9721" y="2384"/>
                </a:lnTo>
                <a:lnTo>
                  <a:pt x="9684" y="2348"/>
                </a:lnTo>
                <a:close/>
                <a:moveTo>
                  <a:pt x="15663" y="9867"/>
                </a:moveTo>
                <a:lnTo>
                  <a:pt x="15700" y="9904"/>
                </a:lnTo>
                <a:lnTo>
                  <a:pt x="15627" y="10381"/>
                </a:lnTo>
                <a:lnTo>
                  <a:pt x="15663" y="10418"/>
                </a:lnTo>
                <a:lnTo>
                  <a:pt x="15663" y="10454"/>
                </a:lnTo>
                <a:lnTo>
                  <a:pt x="15773" y="10491"/>
                </a:lnTo>
                <a:lnTo>
                  <a:pt x="15443" y="10895"/>
                </a:lnTo>
                <a:lnTo>
                  <a:pt x="15443" y="10821"/>
                </a:lnTo>
                <a:lnTo>
                  <a:pt x="15333" y="10491"/>
                </a:lnTo>
                <a:lnTo>
                  <a:pt x="15296" y="10454"/>
                </a:lnTo>
                <a:lnTo>
                  <a:pt x="15260" y="10454"/>
                </a:lnTo>
                <a:lnTo>
                  <a:pt x="15223" y="10491"/>
                </a:lnTo>
                <a:lnTo>
                  <a:pt x="15223" y="10528"/>
                </a:lnTo>
                <a:lnTo>
                  <a:pt x="15186" y="10821"/>
                </a:lnTo>
                <a:lnTo>
                  <a:pt x="15186" y="11188"/>
                </a:lnTo>
                <a:lnTo>
                  <a:pt x="15223" y="11225"/>
                </a:lnTo>
                <a:lnTo>
                  <a:pt x="14746" y="11848"/>
                </a:lnTo>
                <a:lnTo>
                  <a:pt x="14746" y="11591"/>
                </a:lnTo>
                <a:lnTo>
                  <a:pt x="14746" y="11371"/>
                </a:lnTo>
                <a:lnTo>
                  <a:pt x="14746" y="11115"/>
                </a:lnTo>
                <a:lnTo>
                  <a:pt x="14710" y="11078"/>
                </a:lnTo>
                <a:lnTo>
                  <a:pt x="15333" y="10308"/>
                </a:lnTo>
                <a:lnTo>
                  <a:pt x="15663" y="9867"/>
                </a:lnTo>
                <a:close/>
                <a:moveTo>
                  <a:pt x="14526" y="11298"/>
                </a:moveTo>
                <a:lnTo>
                  <a:pt x="14453" y="11555"/>
                </a:lnTo>
                <a:lnTo>
                  <a:pt x="14416" y="11775"/>
                </a:lnTo>
                <a:lnTo>
                  <a:pt x="14453" y="11885"/>
                </a:lnTo>
                <a:lnTo>
                  <a:pt x="14489" y="11958"/>
                </a:lnTo>
                <a:lnTo>
                  <a:pt x="14563" y="11995"/>
                </a:lnTo>
                <a:lnTo>
                  <a:pt x="14600" y="11995"/>
                </a:lnTo>
                <a:lnTo>
                  <a:pt x="14123" y="12619"/>
                </a:lnTo>
                <a:lnTo>
                  <a:pt x="14049" y="12655"/>
                </a:lnTo>
                <a:lnTo>
                  <a:pt x="14049" y="12362"/>
                </a:lnTo>
                <a:lnTo>
                  <a:pt x="14049" y="12142"/>
                </a:lnTo>
                <a:lnTo>
                  <a:pt x="14049" y="12032"/>
                </a:lnTo>
                <a:lnTo>
                  <a:pt x="14013" y="11922"/>
                </a:lnTo>
                <a:lnTo>
                  <a:pt x="14526" y="11298"/>
                </a:lnTo>
                <a:close/>
                <a:moveTo>
                  <a:pt x="4806" y="7997"/>
                </a:moveTo>
                <a:lnTo>
                  <a:pt x="4769" y="8033"/>
                </a:lnTo>
                <a:lnTo>
                  <a:pt x="4769" y="8070"/>
                </a:lnTo>
                <a:lnTo>
                  <a:pt x="4952" y="8217"/>
                </a:lnTo>
                <a:lnTo>
                  <a:pt x="5099" y="8327"/>
                </a:lnTo>
                <a:lnTo>
                  <a:pt x="5576" y="8584"/>
                </a:lnTo>
                <a:lnTo>
                  <a:pt x="6126" y="8840"/>
                </a:lnTo>
                <a:lnTo>
                  <a:pt x="6640" y="9134"/>
                </a:lnTo>
                <a:lnTo>
                  <a:pt x="7116" y="9501"/>
                </a:lnTo>
                <a:lnTo>
                  <a:pt x="7557" y="9831"/>
                </a:lnTo>
                <a:lnTo>
                  <a:pt x="8437" y="10638"/>
                </a:lnTo>
                <a:lnTo>
                  <a:pt x="9244" y="11371"/>
                </a:lnTo>
                <a:lnTo>
                  <a:pt x="10088" y="12105"/>
                </a:lnTo>
                <a:lnTo>
                  <a:pt x="10344" y="12325"/>
                </a:lnTo>
                <a:lnTo>
                  <a:pt x="10748" y="12655"/>
                </a:lnTo>
                <a:lnTo>
                  <a:pt x="10931" y="12765"/>
                </a:lnTo>
                <a:lnTo>
                  <a:pt x="11115" y="12839"/>
                </a:lnTo>
                <a:lnTo>
                  <a:pt x="11225" y="12839"/>
                </a:lnTo>
                <a:lnTo>
                  <a:pt x="11298" y="12802"/>
                </a:lnTo>
                <a:lnTo>
                  <a:pt x="11335" y="12765"/>
                </a:lnTo>
                <a:lnTo>
                  <a:pt x="11372" y="12692"/>
                </a:lnTo>
                <a:lnTo>
                  <a:pt x="11372" y="12582"/>
                </a:lnTo>
                <a:lnTo>
                  <a:pt x="11335" y="12472"/>
                </a:lnTo>
                <a:lnTo>
                  <a:pt x="11151" y="12325"/>
                </a:lnTo>
                <a:lnTo>
                  <a:pt x="10711" y="11995"/>
                </a:lnTo>
                <a:lnTo>
                  <a:pt x="10271" y="11628"/>
                </a:lnTo>
                <a:lnTo>
                  <a:pt x="9391" y="10858"/>
                </a:lnTo>
                <a:lnTo>
                  <a:pt x="8547" y="10051"/>
                </a:lnTo>
                <a:lnTo>
                  <a:pt x="8107" y="9684"/>
                </a:lnTo>
                <a:lnTo>
                  <a:pt x="7703" y="9354"/>
                </a:lnTo>
                <a:lnTo>
                  <a:pt x="7227" y="9024"/>
                </a:lnTo>
                <a:lnTo>
                  <a:pt x="6786" y="8694"/>
                </a:lnTo>
                <a:lnTo>
                  <a:pt x="6309" y="8437"/>
                </a:lnTo>
                <a:lnTo>
                  <a:pt x="5833" y="8217"/>
                </a:lnTo>
                <a:lnTo>
                  <a:pt x="5356" y="8033"/>
                </a:lnTo>
                <a:lnTo>
                  <a:pt x="5209" y="7997"/>
                </a:lnTo>
                <a:close/>
                <a:moveTo>
                  <a:pt x="954" y="12582"/>
                </a:moveTo>
                <a:lnTo>
                  <a:pt x="1101" y="12692"/>
                </a:lnTo>
                <a:lnTo>
                  <a:pt x="1064" y="12765"/>
                </a:lnTo>
                <a:lnTo>
                  <a:pt x="1064" y="12839"/>
                </a:lnTo>
                <a:lnTo>
                  <a:pt x="1064" y="12875"/>
                </a:lnTo>
                <a:lnTo>
                  <a:pt x="1101" y="12839"/>
                </a:lnTo>
                <a:lnTo>
                  <a:pt x="1211" y="12912"/>
                </a:lnTo>
                <a:lnTo>
                  <a:pt x="1247" y="12985"/>
                </a:lnTo>
                <a:lnTo>
                  <a:pt x="1247" y="13059"/>
                </a:lnTo>
                <a:lnTo>
                  <a:pt x="1284" y="13242"/>
                </a:lnTo>
                <a:lnTo>
                  <a:pt x="991" y="13095"/>
                </a:lnTo>
                <a:lnTo>
                  <a:pt x="844" y="13059"/>
                </a:lnTo>
                <a:lnTo>
                  <a:pt x="697" y="13022"/>
                </a:lnTo>
                <a:lnTo>
                  <a:pt x="844" y="12765"/>
                </a:lnTo>
                <a:lnTo>
                  <a:pt x="954" y="12582"/>
                </a:lnTo>
                <a:close/>
                <a:moveTo>
                  <a:pt x="2715" y="10858"/>
                </a:moveTo>
                <a:lnTo>
                  <a:pt x="2641" y="10931"/>
                </a:lnTo>
                <a:lnTo>
                  <a:pt x="2641" y="10968"/>
                </a:lnTo>
                <a:lnTo>
                  <a:pt x="2788" y="11151"/>
                </a:lnTo>
                <a:lnTo>
                  <a:pt x="2935" y="11261"/>
                </a:lnTo>
                <a:lnTo>
                  <a:pt x="3302" y="11445"/>
                </a:lnTo>
                <a:lnTo>
                  <a:pt x="3778" y="11775"/>
                </a:lnTo>
                <a:lnTo>
                  <a:pt x="4255" y="12105"/>
                </a:lnTo>
                <a:lnTo>
                  <a:pt x="5099" y="12765"/>
                </a:lnTo>
                <a:lnTo>
                  <a:pt x="5539" y="13095"/>
                </a:lnTo>
                <a:lnTo>
                  <a:pt x="5759" y="13242"/>
                </a:lnTo>
                <a:lnTo>
                  <a:pt x="5869" y="13279"/>
                </a:lnTo>
                <a:lnTo>
                  <a:pt x="6053" y="13279"/>
                </a:lnTo>
                <a:lnTo>
                  <a:pt x="6126" y="13242"/>
                </a:lnTo>
                <a:lnTo>
                  <a:pt x="6163" y="13169"/>
                </a:lnTo>
                <a:lnTo>
                  <a:pt x="6126" y="13059"/>
                </a:lnTo>
                <a:lnTo>
                  <a:pt x="6089" y="12985"/>
                </a:lnTo>
                <a:lnTo>
                  <a:pt x="6016" y="12875"/>
                </a:lnTo>
                <a:lnTo>
                  <a:pt x="5869" y="12729"/>
                </a:lnTo>
                <a:lnTo>
                  <a:pt x="5502" y="12472"/>
                </a:lnTo>
                <a:lnTo>
                  <a:pt x="4512" y="11738"/>
                </a:lnTo>
                <a:lnTo>
                  <a:pt x="4035" y="11408"/>
                </a:lnTo>
                <a:lnTo>
                  <a:pt x="3522" y="11078"/>
                </a:lnTo>
                <a:lnTo>
                  <a:pt x="3338" y="11005"/>
                </a:lnTo>
                <a:lnTo>
                  <a:pt x="3118" y="10895"/>
                </a:lnTo>
                <a:lnTo>
                  <a:pt x="2935" y="10858"/>
                </a:lnTo>
                <a:close/>
                <a:moveTo>
                  <a:pt x="13756" y="12252"/>
                </a:moveTo>
                <a:lnTo>
                  <a:pt x="13719" y="12362"/>
                </a:lnTo>
                <a:lnTo>
                  <a:pt x="13719" y="12619"/>
                </a:lnTo>
                <a:lnTo>
                  <a:pt x="13719" y="12912"/>
                </a:lnTo>
                <a:lnTo>
                  <a:pt x="13756" y="12985"/>
                </a:lnTo>
                <a:lnTo>
                  <a:pt x="13793" y="13022"/>
                </a:lnTo>
                <a:lnTo>
                  <a:pt x="13719" y="13095"/>
                </a:lnTo>
                <a:lnTo>
                  <a:pt x="13389" y="13536"/>
                </a:lnTo>
                <a:lnTo>
                  <a:pt x="13426" y="13132"/>
                </a:lnTo>
                <a:lnTo>
                  <a:pt x="13462" y="12912"/>
                </a:lnTo>
                <a:lnTo>
                  <a:pt x="13462" y="12765"/>
                </a:lnTo>
                <a:lnTo>
                  <a:pt x="13426" y="12655"/>
                </a:lnTo>
                <a:lnTo>
                  <a:pt x="13756" y="12252"/>
                </a:lnTo>
                <a:close/>
                <a:moveTo>
                  <a:pt x="4402" y="8694"/>
                </a:moveTo>
                <a:lnTo>
                  <a:pt x="4329" y="8730"/>
                </a:lnTo>
                <a:lnTo>
                  <a:pt x="4255" y="8804"/>
                </a:lnTo>
                <a:lnTo>
                  <a:pt x="4255" y="8877"/>
                </a:lnTo>
                <a:lnTo>
                  <a:pt x="4255" y="8987"/>
                </a:lnTo>
                <a:lnTo>
                  <a:pt x="4292" y="9060"/>
                </a:lnTo>
                <a:lnTo>
                  <a:pt x="4365" y="9134"/>
                </a:lnTo>
                <a:lnTo>
                  <a:pt x="4512" y="9207"/>
                </a:lnTo>
                <a:lnTo>
                  <a:pt x="4842" y="9354"/>
                </a:lnTo>
                <a:lnTo>
                  <a:pt x="5136" y="9501"/>
                </a:lnTo>
                <a:lnTo>
                  <a:pt x="5392" y="9647"/>
                </a:lnTo>
                <a:lnTo>
                  <a:pt x="5869" y="10014"/>
                </a:lnTo>
                <a:lnTo>
                  <a:pt x="6346" y="10418"/>
                </a:lnTo>
                <a:lnTo>
                  <a:pt x="6786" y="10858"/>
                </a:lnTo>
                <a:lnTo>
                  <a:pt x="8584" y="12398"/>
                </a:lnTo>
                <a:lnTo>
                  <a:pt x="9501" y="13169"/>
                </a:lnTo>
                <a:lnTo>
                  <a:pt x="9721" y="13315"/>
                </a:lnTo>
                <a:lnTo>
                  <a:pt x="9941" y="13462"/>
                </a:lnTo>
                <a:lnTo>
                  <a:pt x="10161" y="13572"/>
                </a:lnTo>
                <a:lnTo>
                  <a:pt x="10271" y="13609"/>
                </a:lnTo>
                <a:lnTo>
                  <a:pt x="10381" y="13609"/>
                </a:lnTo>
                <a:lnTo>
                  <a:pt x="10454" y="13572"/>
                </a:lnTo>
                <a:lnTo>
                  <a:pt x="10491" y="13536"/>
                </a:lnTo>
                <a:lnTo>
                  <a:pt x="10528" y="13462"/>
                </a:lnTo>
                <a:lnTo>
                  <a:pt x="10491" y="13389"/>
                </a:lnTo>
                <a:lnTo>
                  <a:pt x="10418" y="13242"/>
                </a:lnTo>
                <a:lnTo>
                  <a:pt x="10271" y="13132"/>
                </a:lnTo>
                <a:lnTo>
                  <a:pt x="9978" y="12949"/>
                </a:lnTo>
                <a:lnTo>
                  <a:pt x="9537" y="12619"/>
                </a:lnTo>
                <a:lnTo>
                  <a:pt x="9134" y="12288"/>
                </a:lnTo>
                <a:lnTo>
                  <a:pt x="7557" y="10931"/>
                </a:lnTo>
                <a:lnTo>
                  <a:pt x="6823" y="10271"/>
                </a:lnTo>
                <a:lnTo>
                  <a:pt x="6089" y="9647"/>
                </a:lnTo>
                <a:lnTo>
                  <a:pt x="5686" y="9354"/>
                </a:lnTo>
                <a:lnTo>
                  <a:pt x="5246" y="9097"/>
                </a:lnTo>
                <a:lnTo>
                  <a:pt x="4769" y="8950"/>
                </a:lnTo>
                <a:lnTo>
                  <a:pt x="4549" y="8840"/>
                </a:lnTo>
                <a:lnTo>
                  <a:pt x="4475" y="8767"/>
                </a:lnTo>
                <a:lnTo>
                  <a:pt x="4439" y="8694"/>
                </a:lnTo>
                <a:close/>
                <a:moveTo>
                  <a:pt x="1541" y="13022"/>
                </a:moveTo>
                <a:lnTo>
                  <a:pt x="2091" y="13389"/>
                </a:lnTo>
                <a:lnTo>
                  <a:pt x="2091" y="13572"/>
                </a:lnTo>
                <a:lnTo>
                  <a:pt x="2126" y="13749"/>
                </a:lnTo>
                <a:lnTo>
                  <a:pt x="1504" y="13389"/>
                </a:lnTo>
                <a:lnTo>
                  <a:pt x="1578" y="13352"/>
                </a:lnTo>
                <a:lnTo>
                  <a:pt x="1614" y="13315"/>
                </a:lnTo>
                <a:lnTo>
                  <a:pt x="1614" y="13279"/>
                </a:lnTo>
                <a:lnTo>
                  <a:pt x="1614" y="13205"/>
                </a:lnTo>
                <a:lnTo>
                  <a:pt x="1541" y="13095"/>
                </a:lnTo>
                <a:lnTo>
                  <a:pt x="1541" y="13022"/>
                </a:lnTo>
                <a:close/>
                <a:moveTo>
                  <a:pt x="13206" y="12949"/>
                </a:moveTo>
                <a:lnTo>
                  <a:pt x="13169" y="13022"/>
                </a:lnTo>
                <a:lnTo>
                  <a:pt x="13059" y="13756"/>
                </a:lnTo>
                <a:lnTo>
                  <a:pt x="13059" y="13829"/>
                </a:lnTo>
                <a:lnTo>
                  <a:pt x="13096" y="13866"/>
                </a:lnTo>
                <a:lnTo>
                  <a:pt x="12912" y="14086"/>
                </a:lnTo>
                <a:lnTo>
                  <a:pt x="12912" y="13719"/>
                </a:lnTo>
                <a:lnTo>
                  <a:pt x="12875" y="13352"/>
                </a:lnTo>
                <a:lnTo>
                  <a:pt x="13206" y="12949"/>
                </a:lnTo>
                <a:close/>
                <a:moveTo>
                  <a:pt x="2458" y="13646"/>
                </a:moveTo>
                <a:lnTo>
                  <a:pt x="2641" y="13792"/>
                </a:lnTo>
                <a:lnTo>
                  <a:pt x="2788" y="13902"/>
                </a:lnTo>
                <a:lnTo>
                  <a:pt x="2788" y="14086"/>
                </a:lnTo>
                <a:lnTo>
                  <a:pt x="2825" y="14233"/>
                </a:lnTo>
                <a:lnTo>
                  <a:pt x="2605" y="14086"/>
                </a:lnTo>
                <a:lnTo>
                  <a:pt x="2385" y="13939"/>
                </a:lnTo>
                <a:lnTo>
                  <a:pt x="2495" y="13939"/>
                </a:lnTo>
                <a:lnTo>
                  <a:pt x="2568" y="13866"/>
                </a:lnTo>
                <a:lnTo>
                  <a:pt x="2568" y="13829"/>
                </a:lnTo>
                <a:lnTo>
                  <a:pt x="2568" y="13756"/>
                </a:lnTo>
                <a:lnTo>
                  <a:pt x="2458" y="13646"/>
                </a:lnTo>
                <a:close/>
                <a:moveTo>
                  <a:pt x="3595" y="9794"/>
                </a:moveTo>
                <a:lnTo>
                  <a:pt x="3558" y="9831"/>
                </a:lnTo>
                <a:lnTo>
                  <a:pt x="3522" y="9867"/>
                </a:lnTo>
                <a:lnTo>
                  <a:pt x="3558" y="9977"/>
                </a:lnTo>
                <a:lnTo>
                  <a:pt x="3595" y="10088"/>
                </a:lnTo>
                <a:lnTo>
                  <a:pt x="3815" y="10234"/>
                </a:lnTo>
                <a:lnTo>
                  <a:pt x="4659" y="10821"/>
                </a:lnTo>
                <a:lnTo>
                  <a:pt x="5466" y="11518"/>
                </a:lnTo>
                <a:lnTo>
                  <a:pt x="6236" y="12178"/>
                </a:lnTo>
                <a:lnTo>
                  <a:pt x="7080" y="12839"/>
                </a:lnTo>
                <a:lnTo>
                  <a:pt x="7923" y="13462"/>
                </a:lnTo>
                <a:lnTo>
                  <a:pt x="8730" y="14049"/>
                </a:lnTo>
                <a:lnTo>
                  <a:pt x="9134" y="14343"/>
                </a:lnTo>
                <a:lnTo>
                  <a:pt x="9574" y="14563"/>
                </a:lnTo>
                <a:lnTo>
                  <a:pt x="9684" y="14563"/>
                </a:lnTo>
                <a:lnTo>
                  <a:pt x="9794" y="14526"/>
                </a:lnTo>
                <a:lnTo>
                  <a:pt x="9868" y="14453"/>
                </a:lnTo>
                <a:lnTo>
                  <a:pt x="9904" y="14416"/>
                </a:lnTo>
                <a:lnTo>
                  <a:pt x="9904" y="14379"/>
                </a:lnTo>
                <a:lnTo>
                  <a:pt x="9904" y="14306"/>
                </a:lnTo>
                <a:lnTo>
                  <a:pt x="9868" y="14269"/>
                </a:lnTo>
                <a:lnTo>
                  <a:pt x="9794" y="14196"/>
                </a:lnTo>
                <a:lnTo>
                  <a:pt x="9721" y="14159"/>
                </a:lnTo>
                <a:lnTo>
                  <a:pt x="9501" y="14012"/>
                </a:lnTo>
                <a:lnTo>
                  <a:pt x="9281" y="13866"/>
                </a:lnTo>
                <a:lnTo>
                  <a:pt x="8290" y="13205"/>
                </a:lnTo>
                <a:lnTo>
                  <a:pt x="7373" y="12508"/>
                </a:lnTo>
                <a:lnTo>
                  <a:pt x="6493" y="11812"/>
                </a:lnTo>
                <a:lnTo>
                  <a:pt x="5649" y="11115"/>
                </a:lnTo>
                <a:lnTo>
                  <a:pt x="4769" y="10418"/>
                </a:lnTo>
                <a:lnTo>
                  <a:pt x="4549" y="10234"/>
                </a:lnTo>
                <a:lnTo>
                  <a:pt x="4145" y="9977"/>
                </a:lnTo>
                <a:lnTo>
                  <a:pt x="3925" y="9867"/>
                </a:lnTo>
                <a:lnTo>
                  <a:pt x="3742" y="9794"/>
                </a:lnTo>
                <a:close/>
                <a:moveTo>
                  <a:pt x="3155" y="14122"/>
                </a:moveTo>
                <a:lnTo>
                  <a:pt x="3778" y="14563"/>
                </a:lnTo>
                <a:lnTo>
                  <a:pt x="3742" y="14746"/>
                </a:lnTo>
                <a:lnTo>
                  <a:pt x="3742" y="14856"/>
                </a:lnTo>
                <a:lnTo>
                  <a:pt x="3338" y="14563"/>
                </a:lnTo>
                <a:lnTo>
                  <a:pt x="3338" y="14489"/>
                </a:lnTo>
                <a:lnTo>
                  <a:pt x="3302" y="14416"/>
                </a:lnTo>
                <a:lnTo>
                  <a:pt x="3192" y="14269"/>
                </a:lnTo>
                <a:lnTo>
                  <a:pt x="3155" y="14122"/>
                </a:lnTo>
                <a:close/>
                <a:moveTo>
                  <a:pt x="12692" y="13536"/>
                </a:moveTo>
                <a:lnTo>
                  <a:pt x="12619" y="13976"/>
                </a:lnTo>
                <a:lnTo>
                  <a:pt x="12582" y="14416"/>
                </a:lnTo>
                <a:lnTo>
                  <a:pt x="12582" y="14489"/>
                </a:lnTo>
                <a:lnTo>
                  <a:pt x="12142" y="15040"/>
                </a:lnTo>
                <a:lnTo>
                  <a:pt x="12142" y="14893"/>
                </a:lnTo>
                <a:lnTo>
                  <a:pt x="12142" y="14563"/>
                </a:lnTo>
                <a:lnTo>
                  <a:pt x="12105" y="14269"/>
                </a:lnTo>
                <a:lnTo>
                  <a:pt x="12692" y="13536"/>
                </a:lnTo>
                <a:close/>
                <a:moveTo>
                  <a:pt x="4035" y="14746"/>
                </a:moveTo>
                <a:lnTo>
                  <a:pt x="4402" y="15003"/>
                </a:lnTo>
                <a:lnTo>
                  <a:pt x="4402" y="15040"/>
                </a:lnTo>
                <a:lnTo>
                  <a:pt x="4402" y="15150"/>
                </a:lnTo>
                <a:lnTo>
                  <a:pt x="4439" y="15223"/>
                </a:lnTo>
                <a:lnTo>
                  <a:pt x="4549" y="15370"/>
                </a:lnTo>
                <a:lnTo>
                  <a:pt x="4659" y="15553"/>
                </a:lnTo>
                <a:lnTo>
                  <a:pt x="4255" y="15223"/>
                </a:lnTo>
                <a:lnTo>
                  <a:pt x="4255" y="15150"/>
                </a:lnTo>
                <a:lnTo>
                  <a:pt x="4219" y="15076"/>
                </a:lnTo>
                <a:lnTo>
                  <a:pt x="4109" y="14966"/>
                </a:lnTo>
                <a:lnTo>
                  <a:pt x="4035" y="14856"/>
                </a:lnTo>
                <a:lnTo>
                  <a:pt x="4035" y="14746"/>
                </a:lnTo>
                <a:close/>
                <a:moveTo>
                  <a:pt x="11922" y="14489"/>
                </a:moveTo>
                <a:lnTo>
                  <a:pt x="11885" y="14856"/>
                </a:lnTo>
                <a:lnTo>
                  <a:pt x="11848" y="15113"/>
                </a:lnTo>
                <a:lnTo>
                  <a:pt x="11848" y="15260"/>
                </a:lnTo>
                <a:lnTo>
                  <a:pt x="11848" y="15370"/>
                </a:lnTo>
                <a:lnTo>
                  <a:pt x="11555" y="15700"/>
                </a:lnTo>
                <a:lnTo>
                  <a:pt x="11592" y="15480"/>
                </a:lnTo>
                <a:lnTo>
                  <a:pt x="11555" y="15223"/>
                </a:lnTo>
                <a:lnTo>
                  <a:pt x="11555" y="15150"/>
                </a:lnTo>
                <a:lnTo>
                  <a:pt x="11482" y="15113"/>
                </a:lnTo>
                <a:lnTo>
                  <a:pt x="11445" y="15113"/>
                </a:lnTo>
                <a:lnTo>
                  <a:pt x="11922" y="14489"/>
                </a:lnTo>
                <a:close/>
                <a:moveTo>
                  <a:pt x="4769" y="15223"/>
                </a:moveTo>
                <a:lnTo>
                  <a:pt x="5026" y="15406"/>
                </a:lnTo>
                <a:lnTo>
                  <a:pt x="5576" y="15810"/>
                </a:lnTo>
                <a:lnTo>
                  <a:pt x="5576" y="15883"/>
                </a:lnTo>
                <a:lnTo>
                  <a:pt x="5576" y="16177"/>
                </a:lnTo>
                <a:lnTo>
                  <a:pt x="5576" y="16287"/>
                </a:lnTo>
                <a:lnTo>
                  <a:pt x="4916" y="15773"/>
                </a:lnTo>
                <a:lnTo>
                  <a:pt x="4952" y="15663"/>
                </a:lnTo>
                <a:lnTo>
                  <a:pt x="4952" y="15553"/>
                </a:lnTo>
                <a:lnTo>
                  <a:pt x="4916" y="15480"/>
                </a:lnTo>
                <a:lnTo>
                  <a:pt x="4879" y="15370"/>
                </a:lnTo>
                <a:lnTo>
                  <a:pt x="4769" y="15223"/>
                </a:lnTo>
                <a:close/>
                <a:moveTo>
                  <a:pt x="5833" y="15993"/>
                </a:moveTo>
                <a:lnTo>
                  <a:pt x="6456" y="16507"/>
                </a:lnTo>
                <a:lnTo>
                  <a:pt x="6420" y="16580"/>
                </a:lnTo>
                <a:lnTo>
                  <a:pt x="6383" y="16690"/>
                </a:lnTo>
                <a:lnTo>
                  <a:pt x="6346" y="16874"/>
                </a:lnTo>
                <a:lnTo>
                  <a:pt x="5869" y="16507"/>
                </a:lnTo>
                <a:lnTo>
                  <a:pt x="5869" y="16323"/>
                </a:lnTo>
                <a:lnTo>
                  <a:pt x="5869" y="16140"/>
                </a:lnTo>
                <a:lnTo>
                  <a:pt x="5833" y="15993"/>
                </a:lnTo>
                <a:close/>
                <a:moveTo>
                  <a:pt x="11298" y="15260"/>
                </a:moveTo>
                <a:lnTo>
                  <a:pt x="11298" y="15443"/>
                </a:lnTo>
                <a:lnTo>
                  <a:pt x="11225" y="15957"/>
                </a:lnTo>
                <a:lnTo>
                  <a:pt x="11225" y="16030"/>
                </a:lnTo>
                <a:lnTo>
                  <a:pt x="11261" y="16067"/>
                </a:lnTo>
                <a:lnTo>
                  <a:pt x="10088" y="17387"/>
                </a:lnTo>
                <a:lnTo>
                  <a:pt x="10088" y="17130"/>
                </a:lnTo>
                <a:lnTo>
                  <a:pt x="10088" y="16984"/>
                </a:lnTo>
                <a:lnTo>
                  <a:pt x="10308" y="16653"/>
                </a:lnTo>
                <a:lnTo>
                  <a:pt x="10821" y="15920"/>
                </a:lnTo>
                <a:lnTo>
                  <a:pt x="10785" y="16067"/>
                </a:lnTo>
                <a:lnTo>
                  <a:pt x="10711" y="16287"/>
                </a:lnTo>
                <a:lnTo>
                  <a:pt x="10711" y="16397"/>
                </a:lnTo>
                <a:lnTo>
                  <a:pt x="10711" y="16507"/>
                </a:lnTo>
                <a:lnTo>
                  <a:pt x="10748" y="16543"/>
                </a:lnTo>
                <a:lnTo>
                  <a:pt x="10785" y="16543"/>
                </a:lnTo>
                <a:lnTo>
                  <a:pt x="10895" y="16470"/>
                </a:lnTo>
                <a:lnTo>
                  <a:pt x="10968" y="16360"/>
                </a:lnTo>
                <a:lnTo>
                  <a:pt x="11005" y="16103"/>
                </a:lnTo>
                <a:lnTo>
                  <a:pt x="11005" y="15663"/>
                </a:lnTo>
                <a:lnTo>
                  <a:pt x="11225" y="15370"/>
                </a:lnTo>
                <a:lnTo>
                  <a:pt x="11298" y="15260"/>
                </a:lnTo>
                <a:close/>
                <a:moveTo>
                  <a:pt x="6566" y="16580"/>
                </a:moveTo>
                <a:lnTo>
                  <a:pt x="7006" y="17020"/>
                </a:lnTo>
                <a:lnTo>
                  <a:pt x="7006" y="17240"/>
                </a:lnTo>
                <a:lnTo>
                  <a:pt x="7006" y="17460"/>
                </a:lnTo>
                <a:lnTo>
                  <a:pt x="6896" y="17350"/>
                </a:lnTo>
                <a:lnTo>
                  <a:pt x="6640" y="17130"/>
                </a:lnTo>
                <a:lnTo>
                  <a:pt x="6640" y="17020"/>
                </a:lnTo>
                <a:lnTo>
                  <a:pt x="6603" y="16800"/>
                </a:lnTo>
                <a:lnTo>
                  <a:pt x="6566" y="16580"/>
                </a:lnTo>
                <a:close/>
                <a:moveTo>
                  <a:pt x="9464" y="404"/>
                </a:moveTo>
                <a:lnTo>
                  <a:pt x="9684" y="440"/>
                </a:lnTo>
                <a:lnTo>
                  <a:pt x="9868" y="477"/>
                </a:lnTo>
                <a:lnTo>
                  <a:pt x="10051" y="587"/>
                </a:lnTo>
                <a:lnTo>
                  <a:pt x="10418" y="844"/>
                </a:lnTo>
                <a:lnTo>
                  <a:pt x="10711" y="1064"/>
                </a:lnTo>
                <a:lnTo>
                  <a:pt x="12582" y="2421"/>
                </a:lnTo>
                <a:lnTo>
                  <a:pt x="14489" y="3815"/>
                </a:lnTo>
                <a:lnTo>
                  <a:pt x="15443" y="4512"/>
                </a:lnTo>
                <a:lnTo>
                  <a:pt x="15700" y="4732"/>
                </a:lnTo>
                <a:lnTo>
                  <a:pt x="15847" y="4805"/>
                </a:lnTo>
                <a:lnTo>
                  <a:pt x="15993" y="4879"/>
                </a:lnTo>
                <a:lnTo>
                  <a:pt x="15590" y="5356"/>
                </a:lnTo>
                <a:lnTo>
                  <a:pt x="15223" y="5869"/>
                </a:lnTo>
                <a:lnTo>
                  <a:pt x="15040" y="6089"/>
                </a:lnTo>
                <a:lnTo>
                  <a:pt x="14856" y="6383"/>
                </a:lnTo>
                <a:lnTo>
                  <a:pt x="14783" y="6529"/>
                </a:lnTo>
                <a:lnTo>
                  <a:pt x="14746" y="6639"/>
                </a:lnTo>
                <a:lnTo>
                  <a:pt x="14746" y="6786"/>
                </a:lnTo>
                <a:lnTo>
                  <a:pt x="14856" y="6896"/>
                </a:lnTo>
                <a:lnTo>
                  <a:pt x="14966" y="7006"/>
                </a:lnTo>
                <a:lnTo>
                  <a:pt x="15076" y="7080"/>
                </a:lnTo>
                <a:lnTo>
                  <a:pt x="15370" y="7190"/>
                </a:lnTo>
                <a:lnTo>
                  <a:pt x="15957" y="7300"/>
                </a:lnTo>
                <a:lnTo>
                  <a:pt x="16727" y="7446"/>
                </a:lnTo>
                <a:lnTo>
                  <a:pt x="17021" y="7520"/>
                </a:lnTo>
                <a:lnTo>
                  <a:pt x="16984" y="7593"/>
                </a:lnTo>
                <a:lnTo>
                  <a:pt x="16470" y="8143"/>
                </a:lnTo>
                <a:lnTo>
                  <a:pt x="15993" y="8730"/>
                </a:lnTo>
                <a:lnTo>
                  <a:pt x="15040" y="9904"/>
                </a:lnTo>
                <a:lnTo>
                  <a:pt x="12912" y="12508"/>
                </a:lnTo>
                <a:lnTo>
                  <a:pt x="11848" y="13792"/>
                </a:lnTo>
                <a:lnTo>
                  <a:pt x="10821" y="15113"/>
                </a:lnTo>
                <a:lnTo>
                  <a:pt x="10344" y="15736"/>
                </a:lnTo>
                <a:lnTo>
                  <a:pt x="9904" y="16397"/>
                </a:lnTo>
                <a:lnTo>
                  <a:pt x="9464" y="17057"/>
                </a:lnTo>
                <a:lnTo>
                  <a:pt x="9317" y="17277"/>
                </a:lnTo>
                <a:lnTo>
                  <a:pt x="9207" y="17497"/>
                </a:lnTo>
                <a:lnTo>
                  <a:pt x="8987" y="17387"/>
                </a:lnTo>
                <a:lnTo>
                  <a:pt x="8767" y="17350"/>
                </a:lnTo>
                <a:lnTo>
                  <a:pt x="8290" y="17204"/>
                </a:lnTo>
                <a:lnTo>
                  <a:pt x="7997" y="17094"/>
                </a:lnTo>
                <a:lnTo>
                  <a:pt x="7740" y="16910"/>
                </a:lnTo>
                <a:lnTo>
                  <a:pt x="7483" y="16727"/>
                </a:lnTo>
                <a:lnTo>
                  <a:pt x="7227" y="16507"/>
                </a:lnTo>
                <a:lnTo>
                  <a:pt x="6750" y="16067"/>
                </a:lnTo>
                <a:lnTo>
                  <a:pt x="6273" y="15663"/>
                </a:lnTo>
                <a:lnTo>
                  <a:pt x="5723" y="15296"/>
                </a:lnTo>
                <a:lnTo>
                  <a:pt x="5209" y="14929"/>
                </a:lnTo>
                <a:lnTo>
                  <a:pt x="3045" y="13462"/>
                </a:lnTo>
                <a:lnTo>
                  <a:pt x="1908" y="12619"/>
                </a:lnTo>
                <a:lnTo>
                  <a:pt x="1321" y="12215"/>
                </a:lnTo>
                <a:lnTo>
                  <a:pt x="697" y="11848"/>
                </a:lnTo>
                <a:lnTo>
                  <a:pt x="624" y="11812"/>
                </a:lnTo>
                <a:lnTo>
                  <a:pt x="1614" y="10381"/>
                </a:lnTo>
                <a:lnTo>
                  <a:pt x="2641" y="8950"/>
                </a:lnTo>
                <a:lnTo>
                  <a:pt x="3668" y="7556"/>
                </a:lnTo>
                <a:lnTo>
                  <a:pt x="4732" y="6163"/>
                </a:lnTo>
                <a:lnTo>
                  <a:pt x="6970" y="3338"/>
                </a:lnTo>
                <a:lnTo>
                  <a:pt x="8144" y="1944"/>
                </a:lnTo>
                <a:lnTo>
                  <a:pt x="8730" y="1284"/>
                </a:lnTo>
                <a:lnTo>
                  <a:pt x="9244" y="550"/>
                </a:lnTo>
                <a:lnTo>
                  <a:pt x="9281" y="477"/>
                </a:lnTo>
                <a:lnTo>
                  <a:pt x="9281" y="404"/>
                </a:lnTo>
                <a:close/>
                <a:moveTo>
                  <a:pt x="7227" y="17204"/>
                </a:moveTo>
                <a:lnTo>
                  <a:pt x="7667" y="17460"/>
                </a:lnTo>
                <a:lnTo>
                  <a:pt x="8107" y="17681"/>
                </a:lnTo>
                <a:lnTo>
                  <a:pt x="8070" y="17937"/>
                </a:lnTo>
                <a:lnTo>
                  <a:pt x="8107" y="18194"/>
                </a:lnTo>
                <a:lnTo>
                  <a:pt x="7850" y="18084"/>
                </a:lnTo>
                <a:lnTo>
                  <a:pt x="7447" y="17791"/>
                </a:lnTo>
                <a:lnTo>
                  <a:pt x="7410" y="17644"/>
                </a:lnTo>
                <a:lnTo>
                  <a:pt x="7337" y="17497"/>
                </a:lnTo>
                <a:lnTo>
                  <a:pt x="7227" y="17204"/>
                </a:lnTo>
                <a:close/>
                <a:moveTo>
                  <a:pt x="9831" y="17460"/>
                </a:moveTo>
                <a:lnTo>
                  <a:pt x="9868" y="17534"/>
                </a:lnTo>
                <a:lnTo>
                  <a:pt x="9904" y="17571"/>
                </a:lnTo>
                <a:lnTo>
                  <a:pt x="9464" y="18084"/>
                </a:lnTo>
                <a:lnTo>
                  <a:pt x="9207" y="18341"/>
                </a:lnTo>
                <a:lnTo>
                  <a:pt x="9171" y="18231"/>
                </a:lnTo>
                <a:lnTo>
                  <a:pt x="9134" y="18121"/>
                </a:lnTo>
                <a:lnTo>
                  <a:pt x="9134" y="17974"/>
                </a:lnTo>
                <a:lnTo>
                  <a:pt x="9317" y="17974"/>
                </a:lnTo>
                <a:lnTo>
                  <a:pt x="9317" y="17937"/>
                </a:lnTo>
                <a:lnTo>
                  <a:pt x="9391" y="17937"/>
                </a:lnTo>
                <a:lnTo>
                  <a:pt x="9464" y="17901"/>
                </a:lnTo>
                <a:lnTo>
                  <a:pt x="9574" y="17827"/>
                </a:lnTo>
                <a:lnTo>
                  <a:pt x="9647" y="17681"/>
                </a:lnTo>
                <a:lnTo>
                  <a:pt x="9794" y="17460"/>
                </a:lnTo>
                <a:close/>
                <a:moveTo>
                  <a:pt x="9464" y="0"/>
                </a:moveTo>
                <a:lnTo>
                  <a:pt x="9281" y="37"/>
                </a:lnTo>
                <a:lnTo>
                  <a:pt x="9134" y="110"/>
                </a:lnTo>
                <a:lnTo>
                  <a:pt x="9024" y="147"/>
                </a:lnTo>
                <a:lnTo>
                  <a:pt x="8951" y="257"/>
                </a:lnTo>
                <a:lnTo>
                  <a:pt x="8914" y="294"/>
                </a:lnTo>
                <a:lnTo>
                  <a:pt x="8914" y="330"/>
                </a:lnTo>
                <a:lnTo>
                  <a:pt x="8327" y="954"/>
                </a:lnTo>
                <a:lnTo>
                  <a:pt x="7740" y="1614"/>
                </a:lnTo>
                <a:lnTo>
                  <a:pt x="6640" y="2971"/>
                </a:lnTo>
                <a:lnTo>
                  <a:pt x="5502" y="4365"/>
                </a:lnTo>
                <a:lnTo>
                  <a:pt x="4402" y="5759"/>
                </a:lnTo>
                <a:lnTo>
                  <a:pt x="2421" y="8400"/>
                </a:lnTo>
                <a:lnTo>
                  <a:pt x="477" y="11041"/>
                </a:lnTo>
                <a:lnTo>
                  <a:pt x="330" y="11261"/>
                </a:lnTo>
                <a:lnTo>
                  <a:pt x="37" y="11701"/>
                </a:lnTo>
                <a:lnTo>
                  <a:pt x="0" y="11775"/>
                </a:lnTo>
                <a:lnTo>
                  <a:pt x="0" y="11885"/>
                </a:lnTo>
                <a:lnTo>
                  <a:pt x="37" y="11958"/>
                </a:lnTo>
                <a:lnTo>
                  <a:pt x="74" y="12032"/>
                </a:lnTo>
                <a:lnTo>
                  <a:pt x="147" y="12068"/>
                </a:lnTo>
                <a:lnTo>
                  <a:pt x="220" y="12105"/>
                </a:lnTo>
                <a:lnTo>
                  <a:pt x="294" y="12105"/>
                </a:lnTo>
                <a:lnTo>
                  <a:pt x="404" y="12068"/>
                </a:lnTo>
                <a:lnTo>
                  <a:pt x="440" y="12142"/>
                </a:lnTo>
                <a:lnTo>
                  <a:pt x="697" y="12398"/>
                </a:lnTo>
                <a:lnTo>
                  <a:pt x="587" y="12508"/>
                </a:lnTo>
                <a:lnTo>
                  <a:pt x="514" y="12655"/>
                </a:lnTo>
                <a:lnTo>
                  <a:pt x="440" y="12802"/>
                </a:lnTo>
                <a:lnTo>
                  <a:pt x="404" y="12949"/>
                </a:lnTo>
                <a:lnTo>
                  <a:pt x="404" y="13022"/>
                </a:lnTo>
                <a:lnTo>
                  <a:pt x="440" y="13059"/>
                </a:lnTo>
                <a:lnTo>
                  <a:pt x="514" y="13095"/>
                </a:lnTo>
                <a:lnTo>
                  <a:pt x="550" y="13095"/>
                </a:lnTo>
                <a:lnTo>
                  <a:pt x="624" y="13205"/>
                </a:lnTo>
                <a:lnTo>
                  <a:pt x="697" y="13315"/>
                </a:lnTo>
                <a:lnTo>
                  <a:pt x="881" y="13462"/>
                </a:lnTo>
                <a:lnTo>
                  <a:pt x="1284" y="13719"/>
                </a:lnTo>
                <a:lnTo>
                  <a:pt x="2385" y="14416"/>
                </a:lnTo>
                <a:lnTo>
                  <a:pt x="3558" y="15223"/>
                </a:lnTo>
                <a:lnTo>
                  <a:pt x="4659" y="16103"/>
                </a:lnTo>
                <a:lnTo>
                  <a:pt x="6420" y="17534"/>
                </a:lnTo>
                <a:lnTo>
                  <a:pt x="6420" y="17571"/>
                </a:lnTo>
                <a:lnTo>
                  <a:pt x="6493" y="17644"/>
                </a:lnTo>
                <a:lnTo>
                  <a:pt x="6566" y="17644"/>
                </a:lnTo>
                <a:lnTo>
                  <a:pt x="6823" y="17864"/>
                </a:lnTo>
                <a:lnTo>
                  <a:pt x="7300" y="18231"/>
                </a:lnTo>
                <a:lnTo>
                  <a:pt x="7777" y="18561"/>
                </a:lnTo>
                <a:lnTo>
                  <a:pt x="8034" y="18671"/>
                </a:lnTo>
                <a:lnTo>
                  <a:pt x="8254" y="18781"/>
                </a:lnTo>
                <a:lnTo>
                  <a:pt x="8510" y="18854"/>
                </a:lnTo>
                <a:lnTo>
                  <a:pt x="8620" y="18854"/>
                </a:lnTo>
                <a:lnTo>
                  <a:pt x="8767" y="18818"/>
                </a:lnTo>
                <a:lnTo>
                  <a:pt x="8804" y="18744"/>
                </a:lnTo>
                <a:lnTo>
                  <a:pt x="8840" y="18708"/>
                </a:lnTo>
                <a:lnTo>
                  <a:pt x="8840" y="18634"/>
                </a:lnTo>
                <a:lnTo>
                  <a:pt x="8804" y="18561"/>
                </a:lnTo>
                <a:lnTo>
                  <a:pt x="8730" y="18488"/>
                </a:lnTo>
                <a:lnTo>
                  <a:pt x="8620" y="18414"/>
                </a:lnTo>
                <a:lnTo>
                  <a:pt x="8437" y="18341"/>
                </a:lnTo>
                <a:lnTo>
                  <a:pt x="8400" y="18341"/>
                </a:lnTo>
                <a:lnTo>
                  <a:pt x="8400" y="18157"/>
                </a:lnTo>
                <a:lnTo>
                  <a:pt x="8400" y="17974"/>
                </a:lnTo>
                <a:lnTo>
                  <a:pt x="8364" y="17791"/>
                </a:lnTo>
                <a:lnTo>
                  <a:pt x="8620" y="17864"/>
                </a:lnTo>
                <a:lnTo>
                  <a:pt x="8951" y="17937"/>
                </a:lnTo>
                <a:lnTo>
                  <a:pt x="8877" y="18121"/>
                </a:lnTo>
                <a:lnTo>
                  <a:pt x="8877" y="18267"/>
                </a:lnTo>
                <a:lnTo>
                  <a:pt x="8914" y="18451"/>
                </a:lnTo>
                <a:lnTo>
                  <a:pt x="8987" y="18598"/>
                </a:lnTo>
                <a:lnTo>
                  <a:pt x="8877" y="18781"/>
                </a:lnTo>
                <a:lnTo>
                  <a:pt x="8877" y="18854"/>
                </a:lnTo>
                <a:lnTo>
                  <a:pt x="8914" y="18964"/>
                </a:lnTo>
                <a:lnTo>
                  <a:pt x="9024" y="19001"/>
                </a:lnTo>
                <a:lnTo>
                  <a:pt x="9097" y="18964"/>
                </a:lnTo>
                <a:lnTo>
                  <a:pt x="9281" y="18854"/>
                </a:lnTo>
                <a:lnTo>
                  <a:pt x="9427" y="18708"/>
                </a:lnTo>
                <a:lnTo>
                  <a:pt x="9721" y="18414"/>
                </a:lnTo>
                <a:lnTo>
                  <a:pt x="10344" y="17717"/>
                </a:lnTo>
                <a:lnTo>
                  <a:pt x="11555" y="16397"/>
                </a:lnTo>
                <a:lnTo>
                  <a:pt x="12802" y="14929"/>
                </a:lnTo>
                <a:lnTo>
                  <a:pt x="14013" y="13462"/>
                </a:lnTo>
                <a:lnTo>
                  <a:pt x="15150" y="11958"/>
                </a:lnTo>
                <a:lnTo>
                  <a:pt x="16214" y="10454"/>
                </a:lnTo>
                <a:lnTo>
                  <a:pt x="17314" y="8950"/>
                </a:lnTo>
                <a:lnTo>
                  <a:pt x="17791" y="8253"/>
                </a:lnTo>
                <a:lnTo>
                  <a:pt x="18011" y="7887"/>
                </a:lnTo>
                <a:lnTo>
                  <a:pt x="18231" y="7483"/>
                </a:lnTo>
                <a:lnTo>
                  <a:pt x="18304" y="7483"/>
                </a:lnTo>
                <a:lnTo>
                  <a:pt x="18341" y="7446"/>
                </a:lnTo>
                <a:lnTo>
                  <a:pt x="18378" y="7373"/>
                </a:lnTo>
                <a:lnTo>
                  <a:pt x="18378" y="7300"/>
                </a:lnTo>
                <a:lnTo>
                  <a:pt x="18268" y="7080"/>
                </a:lnTo>
                <a:lnTo>
                  <a:pt x="18158" y="6860"/>
                </a:lnTo>
                <a:lnTo>
                  <a:pt x="17828" y="6493"/>
                </a:lnTo>
                <a:lnTo>
                  <a:pt x="17644" y="6346"/>
                </a:lnTo>
                <a:lnTo>
                  <a:pt x="17424" y="6199"/>
                </a:lnTo>
                <a:lnTo>
                  <a:pt x="17277" y="6126"/>
                </a:lnTo>
                <a:lnTo>
                  <a:pt x="17131" y="6089"/>
                </a:lnTo>
                <a:lnTo>
                  <a:pt x="16910" y="5576"/>
                </a:lnTo>
                <a:lnTo>
                  <a:pt x="16837" y="5319"/>
                </a:lnTo>
                <a:lnTo>
                  <a:pt x="16800" y="5062"/>
                </a:lnTo>
                <a:lnTo>
                  <a:pt x="16800" y="4915"/>
                </a:lnTo>
                <a:lnTo>
                  <a:pt x="16727" y="4769"/>
                </a:lnTo>
                <a:lnTo>
                  <a:pt x="16654" y="4695"/>
                </a:lnTo>
                <a:lnTo>
                  <a:pt x="16470" y="4695"/>
                </a:lnTo>
                <a:lnTo>
                  <a:pt x="16397" y="4732"/>
                </a:lnTo>
                <a:lnTo>
                  <a:pt x="16360" y="4769"/>
                </a:lnTo>
                <a:lnTo>
                  <a:pt x="16397" y="4842"/>
                </a:lnTo>
                <a:lnTo>
                  <a:pt x="16434" y="4879"/>
                </a:lnTo>
                <a:lnTo>
                  <a:pt x="16434" y="4915"/>
                </a:lnTo>
                <a:lnTo>
                  <a:pt x="16434" y="5099"/>
                </a:lnTo>
                <a:lnTo>
                  <a:pt x="16434" y="5356"/>
                </a:lnTo>
                <a:lnTo>
                  <a:pt x="16470" y="5539"/>
                </a:lnTo>
                <a:lnTo>
                  <a:pt x="16544" y="5759"/>
                </a:lnTo>
                <a:lnTo>
                  <a:pt x="16690" y="6126"/>
                </a:lnTo>
                <a:lnTo>
                  <a:pt x="16984" y="7006"/>
                </a:lnTo>
                <a:lnTo>
                  <a:pt x="17021" y="7080"/>
                </a:lnTo>
                <a:lnTo>
                  <a:pt x="16544" y="6970"/>
                </a:lnTo>
                <a:lnTo>
                  <a:pt x="15920" y="6860"/>
                </a:lnTo>
                <a:lnTo>
                  <a:pt x="15296" y="6713"/>
                </a:lnTo>
                <a:lnTo>
                  <a:pt x="15186" y="6639"/>
                </a:lnTo>
                <a:lnTo>
                  <a:pt x="15223" y="6603"/>
                </a:lnTo>
                <a:lnTo>
                  <a:pt x="15333" y="6419"/>
                </a:lnTo>
                <a:lnTo>
                  <a:pt x="15700" y="5906"/>
                </a:lnTo>
                <a:lnTo>
                  <a:pt x="16030" y="5392"/>
                </a:lnTo>
                <a:lnTo>
                  <a:pt x="16287" y="4915"/>
                </a:lnTo>
                <a:lnTo>
                  <a:pt x="16360" y="4842"/>
                </a:lnTo>
                <a:lnTo>
                  <a:pt x="16360" y="4732"/>
                </a:lnTo>
                <a:lnTo>
                  <a:pt x="16324" y="4622"/>
                </a:lnTo>
                <a:lnTo>
                  <a:pt x="16250" y="4512"/>
                </a:lnTo>
                <a:lnTo>
                  <a:pt x="16067" y="4329"/>
                </a:lnTo>
                <a:lnTo>
                  <a:pt x="15590" y="4035"/>
                </a:lnTo>
                <a:lnTo>
                  <a:pt x="14526" y="3265"/>
                </a:lnTo>
                <a:lnTo>
                  <a:pt x="12435" y="1724"/>
                </a:lnTo>
                <a:lnTo>
                  <a:pt x="11445" y="1027"/>
                </a:lnTo>
                <a:lnTo>
                  <a:pt x="10454" y="330"/>
                </a:lnTo>
                <a:lnTo>
                  <a:pt x="10124" y="147"/>
                </a:lnTo>
                <a:lnTo>
                  <a:pt x="9794" y="37"/>
                </a:lnTo>
                <a:lnTo>
                  <a:pt x="9611" y="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99" name="Google Shape;499;p10"/>
          <p:cNvSpPr/>
          <p:nvPr/>
        </p:nvSpPr>
        <p:spPr>
          <a:xfrm>
            <a:off x="933939" y="6076801"/>
            <a:ext cx="672893" cy="534169"/>
          </a:xfrm>
          <a:custGeom>
            <a:avLst/>
            <a:gdLst/>
            <a:ahLst/>
            <a:cxnLst/>
            <a:rect l="l" t="t" r="r" b="b"/>
            <a:pathLst>
              <a:path w="17792" h="14124" extrusionOk="0">
                <a:moveTo>
                  <a:pt x="10565" y="2275"/>
                </a:moveTo>
                <a:lnTo>
                  <a:pt x="10785" y="2312"/>
                </a:lnTo>
                <a:lnTo>
                  <a:pt x="11189" y="2422"/>
                </a:lnTo>
                <a:lnTo>
                  <a:pt x="11555" y="2605"/>
                </a:lnTo>
                <a:lnTo>
                  <a:pt x="11445" y="2605"/>
                </a:lnTo>
                <a:lnTo>
                  <a:pt x="10638" y="2899"/>
                </a:lnTo>
                <a:lnTo>
                  <a:pt x="9868" y="3192"/>
                </a:lnTo>
                <a:lnTo>
                  <a:pt x="9245" y="3449"/>
                </a:lnTo>
                <a:lnTo>
                  <a:pt x="8584" y="3706"/>
                </a:lnTo>
                <a:lnTo>
                  <a:pt x="7961" y="4036"/>
                </a:lnTo>
                <a:lnTo>
                  <a:pt x="7667" y="4219"/>
                </a:lnTo>
                <a:lnTo>
                  <a:pt x="7410" y="4439"/>
                </a:lnTo>
                <a:lnTo>
                  <a:pt x="7631" y="4073"/>
                </a:lnTo>
                <a:lnTo>
                  <a:pt x="7887" y="3743"/>
                </a:lnTo>
                <a:lnTo>
                  <a:pt x="8144" y="3412"/>
                </a:lnTo>
                <a:lnTo>
                  <a:pt x="8438" y="3156"/>
                </a:lnTo>
                <a:lnTo>
                  <a:pt x="8768" y="2899"/>
                </a:lnTo>
                <a:lnTo>
                  <a:pt x="9098" y="2679"/>
                </a:lnTo>
                <a:lnTo>
                  <a:pt x="9501" y="2495"/>
                </a:lnTo>
                <a:lnTo>
                  <a:pt x="9905" y="2349"/>
                </a:lnTo>
                <a:lnTo>
                  <a:pt x="10125" y="2312"/>
                </a:lnTo>
                <a:lnTo>
                  <a:pt x="10345" y="2275"/>
                </a:lnTo>
                <a:close/>
                <a:moveTo>
                  <a:pt x="1285" y="2129"/>
                </a:moveTo>
                <a:lnTo>
                  <a:pt x="1248" y="2165"/>
                </a:lnTo>
                <a:lnTo>
                  <a:pt x="1101" y="2275"/>
                </a:lnTo>
                <a:lnTo>
                  <a:pt x="991" y="2422"/>
                </a:lnTo>
                <a:lnTo>
                  <a:pt x="808" y="2715"/>
                </a:lnTo>
                <a:lnTo>
                  <a:pt x="588" y="2605"/>
                </a:lnTo>
                <a:lnTo>
                  <a:pt x="441" y="2422"/>
                </a:lnTo>
                <a:lnTo>
                  <a:pt x="258" y="2239"/>
                </a:lnTo>
                <a:lnTo>
                  <a:pt x="184" y="2202"/>
                </a:lnTo>
                <a:lnTo>
                  <a:pt x="111" y="2202"/>
                </a:lnTo>
                <a:lnTo>
                  <a:pt x="37" y="2239"/>
                </a:lnTo>
                <a:lnTo>
                  <a:pt x="1" y="2312"/>
                </a:lnTo>
                <a:lnTo>
                  <a:pt x="1" y="2495"/>
                </a:lnTo>
                <a:lnTo>
                  <a:pt x="74" y="2642"/>
                </a:lnTo>
                <a:lnTo>
                  <a:pt x="147" y="2789"/>
                </a:lnTo>
                <a:lnTo>
                  <a:pt x="258" y="2936"/>
                </a:lnTo>
                <a:lnTo>
                  <a:pt x="404" y="3046"/>
                </a:lnTo>
                <a:lnTo>
                  <a:pt x="588" y="3119"/>
                </a:lnTo>
                <a:lnTo>
                  <a:pt x="294" y="3706"/>
                </a:lnTo>
                <a:lnTo>
                  <a:pt x="74" y="4293"/>
                </a:lnTo>
                <a:lnTo>
                  <a:pt x="74" y="4403"/>
                </a:lnTo>
                <a:lnTo>
                  <a:pt x="74" y="4476"/>
                </a:lnTo>
                <a:lnTo>
                  <a:pt x="147" y="4549"/>
                </a:lnTo>
                <a:lnTo>
                  <a:pt x="221" y="4586"/>
                </a:lnTo>
                <a:lnTo>
                  <a:pt x="294" y="4623"/>
                </a:lnTo>
                <a:lnTo>
                  <a:pt x="368" y="4586"/>
                </a:lnTo>
                <a:lnTo>
                  <a:pt x="441" y="4549"/>
                </a:lnTo>
                <a:lnTo>
                  <a:pt x="514" y="4476"/>
                </a:lnTo>
                <a:lnTo>
                  <a:pt x="991" y="3339"/>
                </a:lnTo>
                <a:lnTo>
                  <a:pt x="1248" y="2789"/>
                </a:lnTo>
                <a:lnTo>
                  <a:pt x="1321" y="2495"/>
                </a:lnTo>
                <a:lnTo>
                  <a:pt x="1395" y="2202"/>
                </a:lnTo>
                <a:lnTo>
                  <a:pt x="1358" y="2165"/>
                </a:lnTo>
                <a:lnTo>
                  <a:pt x="1321" y="2129"/>
                </a:lnTo>
                <a:close/>
                <a:moveTo>
                  <a:pt x="11702" y="2715"/>
                </a:moveTo>
                <a:lnTo>
                  <a:pt x="11959" y="2936"/>
                </a:lnTo>
                <a:lnTo>
                  <a:pt x="12142" y="3156"/>
                </a:lnTo>
                <a:lnTo>
                  <a:pt x="12216" y="3266"/>
                </a:lnTo>
                <a:lnTo>
                  <a:pt x="11812" y="3412"/>
                </a:lnTo>
                <a:lnTo>
                  <a:pt x="11445" y="3559"/>
                </a:lnTo>
                <a:lnTo>
                  <a:pt x="9758" y="4183"/>
                </a:lnTo>
                <a:lnTo>
                  <a:pt x="8254" y="4770"/>
                </a:lnTo>
                <a:lnTo>
                  <a:pt x="7484" y="5100"/>
                </a:lnTo>
                <a:lnTo>
                  <a:pt x="7117" y="5283"/>
                </a:lnTo>
                <a:lnTo>
                  <a:pt x="6787" y="5503"/>
                </a:lnTo>
                <a:lnTo>
                  <a:pt x="7337" y="4549"/>
                </a:lnTo>
                <a:lnTo>
                  <a:pt x="7374" y="4549"/>
                </a:lnTo>
                <a:lnTo>
                  <a:pt x="8364" y="4073"/>
                </a:lnTo>
                <a:lnTo>
                  <a:pt x="9355" y="3632"/>
                </a:lnTo>
                <a:lnTo>
                  <a:pt x="11409" y="2862"/>
                </a:lnTo>
                <a:lnTo>
                  <a:pt x="11445" y="2936"/>
                </a:lnTo>
                <a:lnTo>
                  <a:pt x="11519" y="2972"/>
                </a:lnTo>
                <a:lnTo>
                  <a:pt x="11592" y="3009"/>
                </a:lnTo>
                <a:lnTo>
                  <a:pt x="11666" y="2972"/>
                </a:lnTo>
                <a:lnTo>
                  <a:pt x="11739" y="2899"/>
                </a:lnTo>
                <a:lnTo>
                  <a:pt x="11739" y="2789"/>
                </a:lnTo>
                <a:lnTo>
                  <a:pt x="11702" y="2715"/>
                </a:lnTo>
                <a:close/>
                <a:moveTo>
                  <a:pt x="12326" y="3522"/>
                </a:moveTo>
                <a:lnTo>
                  <a:pt x="12399" y="3596"/>
                </a:lnTo>
                <a:lnTo>
                  <a:pt x="12436" y="3596"/>
                </a:lnTo>
                <a:lnTo>
                  <a:pt x="12583" y="3926"/>
                </a:lnTo>
                <a:lnTo>
                  <a:pt x="12546" y="3926"/>
                </a:lnTo>
                <a:lnTo>
                  <a:pt x="12473" y="3963"/>
                </a:lnTo>
                <a:lnTo>
                  <a:pt x="12289" y="4109"/>
                </a:lnTo>
                <a:lnTo>
                  <a:pt x="12106" y="4219"/>
                </a:lnTo>
                <a:lnTo>
                  <a:pt x="11702" y="4403"/>
                </a:lnTo>
                <a:lnTo>
                  <a:pt x="11262" y="4586"/>
                </a:lnTo>
                <a:lnTo>
                  <a:pt x="10822" y="4733"/>
                </a:lnTo>
                <a:lnTo>
                  <a:pt x="9941" y="5026"/>
                </a:lnTo>
                <a:lnTo>
                  <a:pt x="9061" y="5393"/>
                </a:lnTo>
                <a:lnTo>
                  <a:pt x="8217" y="5723"/>
                </a:lnTo>
                <a:lnTo>
                  <a:pt x="7374" y="6127"/>
                </a:lnTo>
                <a:lnTo>
                  <a:pt x="6750" y="6384"/>
                </a:lnTo>
                <a:lnTo>
                  <a:pt x="6420" y="6567"/>
                </a:lnTo>
                <a:lnTo>
                  <a:pt x="6090" y="6750"/>
                </a:lnTo>
                <a:lnTo>
                  <a:pt x="6310" y="6384"/>
                </a:lnTo>
                <a:lnTo>
                  <a:pt x="6677" y="5650"/>
                </a:lnTo>
                <a:lnTo>
                  <a:pt x="7410" y="5467"/>
                </a:lnTo>
                <a:lnTo>
                  <a:pt x="8107" y="5173"/>
                </a:lnTo>
                <a:lnTo>
                  <a:pt x="9465" y="4623"/>
                </a:lnTo>
                <a:lnTo>
                  <a:pt x="10932" y="4073"/>
                </a:lnTo>
                <a:lnTo>
                  <a:pt x="11629" y="3816"/>
                </a:lnTo>
                <a:lnTo>
                  <a:pt x="12326" y="3522"/>
                </a:lnTo>
                <a:close/>
                <a:moveTo>
                  <a:pt x="5100" y="8401"/>
                </a:moveTo>
                <a:lnTo>
                  <a:pt x="4989" y="8438"/>
                </a:lnTo>
                <a:lnTo>
                  <a:pt x="4953" y="8474"/>
                </a:lnTo>
                <a:lnTo>
                  <a:pt x="4953" y="8511"/>
                </a:lnTo>
                <a:lnTo>
                  <a:pt x="4916" y="8768"/>
                </a:lnTo>
                <a:lnTo>
                  <a:pt x="4879" y="8988"/>
                </a:lnTo>
                <a:lnTo>
                  <a:pt x="4879" y="9245"/>
                </a:lnTo>
                <a:lnTo>
                  <a:pt x="4916" y="9355"/>
                </a:lnTo>
                <a:lnTo>
                  <a:pt x="4989" y="9465"/>
                </a:lnTo>
                <a:lnTo>
                  <a:pt x="5026" y="9501"/>
                </a:lnTo>
                <a:lnTo>
                  <a:pt x="5173" y="9501"/>
                </a:lnTo>
                <a:lnTo>
                  <a:pt x="5210" y="9465"/>
                </a:lnTo>
                <a:lnTo>
                  <a:pt x="5283" y="9391"/>
                </a:lnTo>
                <a:lnTo>
                  <a:pt x="5320" y="9281"/>
                </a:lnTo>
                <a:lnTo>
                  <a:pt x="5320" y="9061"/>
                </a:lnTo>
                <a:lnTo>
                  <a:pt x="5320" y="8768"/>
                </a:lnTo>
                <a:lnTo>
                  <a:pt x="5283" y="8511"/>
                </a:lnTo>
                <a:lnTo>
                  <a:pt x="5246" y="8474"/>
                </a:lnTo>
                <a:lnTo>
                  <a:pt x="5210" y="8438"/>
                </a:lnTo>
                <a:lnTo>
                  <a:pt x="5100" y="8401"/>
                </a:lnTo>
                <a:close/>
                <a:moveTo>
                  <a:pt x="5210" y="9685"/>
                </a:moveTo>
                <a:lnTo>
                  <a:pt x="5136" y="9722"/>
                </a:lnTo>
                <a:lnTo>
                  <a:pt x="5063" y="9758"/>
                </a:lnTo>
                <a:lnTo>
                  <a:pt x="5026" y="9795"/>
                </a:lnTo>
                <a:lnTo>
                  <a:pt x="4989" y="9905"/>
                </a:lnTo>
                <a:lnTo>
                  <a:pt x="4989" y="9978"/>
                </a:lnTo>
                <a:lnTo>
                  <a:pt x="4916" y="10308"/>
                </a:lnTo>
                <a:lnTo>
                  <a:pt x="4916" y="10639"/>
                </a:lnTo>
                <a:lnTo>
                  <a:pt x="4953" y="10749"/>
                </a:lnTo>
                <a:lnTo>
                  <a:pt x="4989" y="10785"/>
                </a:lnTo>
                <a:lnTo>
                  <a:pt x="5063" y="10822"/>
                </a:lnTo>
                <a:lnTo>
                  <a:pt x="5173" y="10822"/>
                </a:lnTo>
                <a:lnTo>
                  <a:pt x="5246" y="10785"/>
                </a:lnTo>
                <a:lnTo>
                  <a:pt x="5283" y="10749"/>
                </a:lnTo>
                <a:lnTo>
                  <a:pt x="5283" y="10639"/>
                </a:lnTo>
                <a:lnTo>
                  <a:pt x="5283" y="10272"/>
                </a:lnTo>
                <a:lnTo>
                  <a:pt x="5356" y="9905"/>
                </a:lnTo>
                <a:lnTo>
                  <a:pt x="5356" y="9832"/>
                </a:lnTo>
                <a:lnTo>
                  <a:pt x="5320" y="9758"/>
                </a:lnTo>
                <a:lnTo>
                  <a:pt x="5283" y="9722"/>
                </a:lnTo>
                <a:lnTo>
                  <a:pt x="5210" y="9685"/>
                </a:lnTo>
                <a:close/>
                <a:moveTo>
                  <a:pt x="14600" y="9501"/>
                </a:moveTo>
                <a:lnTo>
                  <a:pt x="14563" y="9575"/>
                </a:lnTo>
                <a:lnTo>
                  <a:pt x="14490" y="9868"/>
                </a:lnTo>
                <a:lnTo>
                  <a:pt x="14417" y="10125"/>
                </a:lnTo>
                <a:lnTo>
                  <a:pt x="14380" y="10712"/>
                </a:lnTo>
                <a:lnTo>
                  <a:pt x="14417" y="10785"/>
                </a:lnTo>
                <a:lnTo>
                  <a:pt x="14453" y="10859"/>
                </a:lnTo>
                <a:lnTo>
                  <a:pt x="14527" y="10895"/>
                </a:lnTo>
                <a:lnTo>
                  <a:pt x="14600" y="10932"/>
                </a:lnTo>
                <a:lnTo>
                  <a:pt x="14673" y="10932"/>
                </a:lnTo>
                <a:lnTo>
                  <a:pt x="14747" y="10895"/>
                </a:lnTo>
                <a:lnTo>
                  <a:pt x="14783" y="10859"/>
                </a:lnTo>
                <a:lnTo>
                  <a:pt x="14820" y="10785"/>
                </a:lnTo>
                <a:lnTo>
                  <a:pt x="14820" y="10639"/>
                </a:lnTo>
                <a:lnTo>
                  <a:pt x="14820" y="10088"/>
                </a:lnTo>
                <a:lnTo>
                  <a:pt x="14820" y="9832"/>
                </a:lnTo>
                <a:lnTo>
                  <a:pt x="14747" y="9575"/>
                </a:lnTo>
                <a:lnTo>
                  <a:pt x="14710" y="9501"/>
                </a:lnTo>
                <a:close/>
                <a:moveTo>
                  <a:pt x="12729" y="4183"/>
                </a:moveTo>
                <a:lnTo>
                  <a:pt x="12986" y="4880"/>
                </a:lnTo>
                <a:lnTo>
                  <a:pt x="12766" y="4990"/>
                </a:lnTo>
                <a:lnTo>
                  <a:pt x="12509" y="5100"/>
                </a:lnTo>
                <a:lnTo>
                  <a:pt x="12032" y="5320"/>
                </a:lnTo>
                <a:lnTo>
                  <a:pt x="10969" y="5833"/>
                </a:lnTo>
                <a:lnTo>
                  <a:pt x="9978" y="6310"/>
                </a:lnTo>
                <a:lnTo>
                  <a:pt x="8988" y="6714"/>
                </a:lnTo>
                <a:lnTo>
                  <a:pt x="8071" y="7007"/>
                </a:lnTo>
                <a:lnTo>
                  <a:pt x="7117" y="7301"/>
                </a:lnTo>
                <a:lnTo>
                  <a:pt x="6677" y="7484"/>
                </a:lnTo>
                <a:lnTo>
                  <a:pt x="6237" y="7704"/>
                </a:lnTo>
                <a:lnTo>
                  <a:pt x="5796" y="7924"/>
                </a:lnTo>
                <a:lnTo>
                  <a:pt x="5430" y="8218"/>
                </a:lnTo>
                <a:lnTo>
                  <a:pt x="5393" y="8254"/>
                </a:lnTo>
                <a:lnTo>
                  <a:pt x="5393" y="8291"/>
                </a:lnTo>
                <a:lnTo>
                  <a:pt x="5430" y="8328"/>
                </a:lnTo>
                <a:lnTo>
                  <a:pt x="5466" y="8328"/>
                </a:lnTo>
                <a:lnTo>
                  <a:pt x="6420" y="7961"/>
                </a:lnTo>
                <a:lnTo>
                  <a:pt x="7337" y="7594"/>
                </a:lnTo>
                <a:lnTo>
                  <a:pt x="8364" y="7264"/>
                </a:lnTo>
                <a:lnTo>
                  <a:pt x="9391" y="6897"/>
                </a:lnTo>
                <a:lnTo>
                  <a:pt x="10345" y="6530"/>
                </a:lnTo>
                <a:lnTo>
                  <a:pt x="11262" y="6090"/>
                </a:lnTo>
                <a:lnTo>
                  <a:pt x="12326" y="5577"/>
                </a:lnTo>
                <a:lnTo>
                  <a:pt x="12729" y="5393"/>
                </a:lnTo>
                <a:lnTo>
                  <a:pt x="12913" y="5283"/>
                </a:lnTo>
                <a:lnTo>
                  <a:pt x="13133" y="5210"/>
                </a:lnTo>
                <a:lnTo>
                  <a:pt x="13169" y="5356"/>
                </a:lnTo>
                <a:lnTo>
                  <a:pt x="13426" y="5870"/>
                </a:lnTo>
                <a:lnTo>
                  <a:pt x="13390" y="5870"/>
                </a:lnTo>
                <a:lnTo>
                  <a:pt x="13353" y="5797"/>
                </a:lnTo>
                <a:lnTo>
                  <a:pt x="13280" y="5760"/>
                </a:lnTo>
                <a:lnTo>
                  <a:pt x="13206" y="5723"/>
                </a:lnTo>
                <a:lnTo>
                  <a:pt x="13133" y="5760"/>
                </a:lnTo>
                <a:lnTo>
                  <a:pt x="12216" y="6237"/>
                </a:lnTo>
                <a:lnTo>
                  <a:pt x="11299" y="6677"/>
                </a:lnTo>
                <a:lnTo>
                  <a:pt x="10345" y="7081"/>
                </a:lnTo>
                <a:lnTo>
                  <a:pt x="9428" y="7484"/>
                </a:lnTo>
                <a:lnTo>
                  <a:pt x="8474" y="7851"/>
                </a:lnTo>
                <a:lnTo>
                  <a:pt x="7520" y="8181"/>
                </a:lnTo>
                <a:lnTo>
                  <a:pt x="6640" y="8474"/>
                </a:lnTo>
                <a:lnTo>
                  <a:pt x="6163" y="8658"/>
                </a:lnTo>
                <a:lnTo>
                  <a:pt x="5980" y="8768"/>
                </a:lnTo>
                <a:lnTo>
                  <a:pt x="5760" y="8878"/>
                </a:lnTo>
                <a:lnTo>
                  <a:pt x="5760" y="8915"/>
                </a:lnTo>
                <a:lnTo>
                  <a:pt x="5760" y="8951"/>
                </a:lnTo>
                <a:lnTo>
                  <a:pt x="6273" y="8951"/>
                </a:lnTo>
                <a:lnTo>
                  <a:pt x="6713" y="8805"/>
                </a:lnTo>
                <a:lnTo>
                  <a:pt x="7631" y="8511"/>
                </a:lnTo>
                <a:lnTo>
                  <a:pt x="8621" y="8144"/>
                </a:lnTo>
                <a:lnTo>
                  <a:pt x="9611" y="7777"/>
                </a:lnTo>
                <a:lnTo>
                  <a:pt x="10528" y="7411"/>
                </a:lnTo>
                <a:lnTo>
                  <a:pt x="11409" y="7007"/>
                </a:lnTo>
                <a:lnTo>
                  <a:pt x="12289" y="6604"/>
                </a:lnTo>
                <a:lnTo>
                  <a:pt x="13133" y="6163"/>
                </a:lnTo>
                <a:lnTo>
                  <a:pt x="13206" y="6200"/>
                </a:lnTo>
                <a:lnTo>
                  <a:pt x="13316" y="6200"/>
                </a:lnTo>
                <a:lnTo>
                  <a:pt x="13390" y="6163"/>
                </a:lnTo>
                <a:lnTo>
                  <a:pt x="13463" y="6090"/>
                </a:lnTo>
                <a:lnTo>
                  <a:pt x="13500" y="6053"/>
                </a:lnTo>
                <a:lnTo>
                  <a:pt x="13866" y="6714"/>
                </a:lnTo>
                <a:lnTo>
                  <a:pt x="13646" y="6787"/>
                </a:lnTo>
                <a:lnTo>
                  <a:pt x="13463" y="6860"/>
                </a:lnTo>
                <a:lnTo>
                  <a:pt x="12913" y="7081"/>
                </a:lnTo>
                <a:lnTo>
                  <a:pt x="12399" y="7337"/>
                </a:lnTo>
                <a:lnTo>
                  <a:pt x="11225" y="7961"/>
                </a:lnTo>
                <a:lnTo>
                  <a:pt x="10675" y="8254"/>
                </a:lnTo>
                <a:lnTo>
                  <a:pt x="10052" y="8548"/>
                </a:lnTo>
                <a:lnTo>
                  <a:pt x="9428" y="8768"/>
                </a:lnTo>
                <a:lnTo>
                  <a:pt x="8804" y="8951"/>
                </a:lnTo>
                <a:lnTo>
                  <a:pt x="7520" y="9318"/>
                </a:lnTo>
                <a:lnTo>
                  <a:pt x="6200" y="9722"/>
                </a:lnTo>
                <a:lnTo>
                  <a:pt x="5796" y="9868"/>
                </a:lnTo>
                <a:lnTo>
                  <a:pt x="5650" y="10015"/>
                </a:lnTo>
                <a:lnTo>
                  <a:pt x="5576" y="10052"/>
                </a:lnTo>
                <a:lnTo>
                  <a:pt x="5576" y="10015"/>
                </a:lnTo>
                <a:lnTo>
                  <a:pt x="5540" y="9978"/>
                </a:lnTo>
                <a:lnTo>
                  <a:pt x="5540" y="10015"/>
                </a:lnTo>
                <a:lnTo>
                  <a:pt x="5503" y="10088"/>
                </a:lnTo>
                <a:lnTo>
                  <a:pt x="5503" y="10198"/>
                </a:lnTo>
                <a:lnTo>
                  <a:pt x="5540" y="10235"/>
                </a:lnTo>
                <a:lnTo>
                  <a:pt x="5576" y="10235"/>
                </a:lnTo>
                <a:lnTo>
                  <a:pt x="5796" y="10125"/>
                </a:lnTo>
                <a:lnTo>
                  <a:pt x="6017" y="10052"/>
                </a:lnTo>
                <a:lnTo>
                  <a:pt x="6530" y="9942"/>
                </a:lnTo>
                <a:lnTo>
                  <a:pt x="7704" y="9575"/>
                </a:lnTo>
                <a:lnTo>
                  <a:pt x="8878" y="9281"/>
                </a:lnTo>
                <a:lnTo>
                  <a:pt x="9465" y="9098"/>
                </a:lnTo>
                <a:lnTo>
                  <a:pt x="10015" y="8878"/>
                </a:lnTo>
                <a:lnTo>
                  <a:pt x="10528" y="8695"/>
                </a:lnTo>
                <a:lnTo>
                  <a:pt x="11005" y="8438"/>
                </a:lnTo>
                <a:lnTo>
                  <a:pt x="11959" y="7924"/>
                </a:lnTo>
                <a:lnTo>
                  <a:pt x="12473" y="7667"/>
                </a:lnTo>
                <a:lnTo>
                  <a:pt x="12986" y="7411"/>
                </a:lnTo>
                <a:lnTo>
                  <a:pt x="13573" y="7191"/>
                </a:lnTo>
                <a:lnTo>
                  <a:pt x="13756" y="7117"/>
                </a:lnTo>
                <a:lnTo>
                  <a:pt x="14013" y="7044"/>
                </a:lnTo>
                <a:lnTo>
                  <a:pt x="14050" y="7081"/>
                </a:lnTo>
                <a:lnTo>
                  <a:pt x="14160" y="7081"/>
                </a:lnTo>
                <a:lnTo>
                  <a:pt x="14197" y="7191"/>
                </a:lnTo>
                <a:lnTo>
                  <a:pt x="13830" y="7374"/>
                </a:lnTo>
                <a:lnTo>
                  <a:pt x="13500" y="7594"/>
                </a:lnTo>
                <a:lnTo>
                  <a:pt x="12436" y="8218"/>
                </a:lnTo>
                <a:lnTo>
                  <a:pt x="11335" y="8768"/>
                </a:lnTo>
                <a:lnTo>
                  <a:pt x="10198" y="9245"/>
                </a:lnTo>
                <a:lnTo>
                  <a:pt x="9061" y="9685"/>
                </a:lnTo>
                <a:lnTo>
                  <a:pt x="7887" y="10088"/>
                </a:lnTo>
                <a:lnTo>
                  <a:pt x="6750" y="10455"/>
                </a:lnTo>
                <a:lnTo>
                  <a:pt x="6200" y="10639"/>
                </a:lnTo>
                <a:lnTo>
                  <a:pt x="5906" y="10749"/>
                </a:lnTo>
                <a:lnTo>
                  <a:pt x="5650" y="10895"/>
                </a:lnTo>
                <a:lnTo>
                  <a:pt x="5613" y="10932"/>
                </a:lnTo>
                <a:lnTo>
                  <a:pt x="5613" y="10969"/>
                </a:lnTo>
                <a:lnTo>
                  <a:pt x="5613" y="11005"/>
                </a:lnTo>
                <a:lnTo>
                  <a:pt x="5686" y="11042"/>
                </a:lnTo>
                <a:lnTo>
                  <a:pt x="5943" y="11005"/>
                </a:lnTo>
                <a:lnTo>
                  <a:pt x="6200" y="10969"/>
                </a:lnTo>
                <a:lnTo>
                  <a:pt x="6713" y="10822"/>
                </a:lnTo>
                <a:lnTo>
                  <a:pt x="7337" y="10602"/>
                </a:lnTo>
                <a:lnTo>
                  <a:pt x="7961" y="10419"/>
                </a:lnTo>
                <a:lnTo>
                  <a:pt x="9208" y="10015"/>
                </a:lnTo>
                <a:lnTo>
                  <a:pt x="10418" y="9538"/>
                </a:lnTo>
                <a:lnTo>
                  <a:pt x="11445" y="9061"/>
                </a:lnTo>
                <a:lnTo>
                  <a:pt x="12473" y="8584"/>
                </a:lnTo>
                <a:lnTo>
                  <a:pt x="13573" y="7961"/>
                </a:lnTo>
                <a:lnTo>
                  <a:pt x="14013" y="7741"/>
                </a:lnTo>
                <a:lnTo>
                  <a:pt x="14233" y="7594"/>
                </a:lnTo>
                <a:lnTo>
                  <a:pt x="14417" y="7447"/>
                </a:lnTo>
                <a:lnTo>
                  <a:pt x="14527" y="7594"/>
                </a:lnTo>
                <a:lnTo>
                  <a:pt x="14527" y="7631"/>
                </a:lnTo>
                <a:lnTo>
                  <a:pt x="14417" y="7961"/>
                </a:lnTo>
                <a:lnTo>
                  <a:pt x="14417" y="8328"/>
                </a:lnTo>
                <a:lnTo>
                  <a:pt x="14343" y="8254"/>
                </a:lnTo>
                <a:lnTo>
                  <a:pt x="14233" y="8254"/>
                </a:lnTo>
                <a:lnTo>
                  <a:pt x="13830" y="8438"/>
                </a:lnTo>
                <a:lnTo>
                  <a:pt x="13426" y="8658"/>
                </a:lnTo>
                <a:lnTo>
                  <a:pt x="12693" y="9135"/>
                </a:lnTo>
                <a:lnTo>
                  <a:pt x="12252" y="9428"/>
                </a:lnTo>
                <a:lnTo>
                  <a:pt x="11776" y="9685"/>
                </a:lnTo>
                <a:lnTo>
                  <a:pt x="11299" y="9942"/>
                </a:lnTo>
                <a:lnTo>
                  <a:pt x="10822" y="10125"/>
                </a:lnTo>
                <a:lnTo>
                  <a:pt x="8658" y="10822"/>
                </a:lnTo>
                <a:lnTo>
                  <a:pt x="7741" y="11115"/>
                </a:lnTo>
                <a:lnTo>
                  <a:pt x="7300" y="11262"/>
                </a:lnTo>
                <a:lnTo>
                  <a:pt x="6860" y="11446"/>
                </a:lnTo>
                <a:lnTo>
                  <a:pt x="5283" y="11409"/>
                </a:lnTo>
                <a:lnTo>
                  <a:pt x="5246" y="11189"/>
                </a:lnTo>
                <a:lnTo>
                  <a:pt x="5173" y="11115"/>
                </a:lnTo>
                <a:lnTo>
                  <a:pt x="5026" y="11115"/>
                </a:lnTo>
                <a:lnTo>
                  <a:pt x="4989" y="11189"/>
                </a:lnTo>
                <a:lnTo>
                  <a:pt x="4953" y="11409"/>
                </a:lnTo>
                <a:lnTo>
                  <a:pt x="4182" y="11336"/>
                </a:lnTo>
                <a:lnTo>
                  <a:pt x="3816" y="11336"/>
                </a:lnTo>
                <a:lnTo>
                  <a:pt x="3412" y="11372"/>
                </a:lnTo>
                <a:lnTo>
                  <a:pt x="3119" y="11409"/>
                </a:lnTo>
                <a:lnTo>
                  <a:pt x="2862" y="11556"/>
                </a:lnTo>
                <a:lnTo>
                  <a:pt x="2825" y="11005"/>
                </a:lnTo>
                <a:lnTo>
                  <a:pt x="2715" y="9428"/>
                </a:lnTo>
                <a:lnTo>
                  <a:pt x="2715" y="9171"/>
                </a:lnTo>
                <a:lnTo>
                  <a:pt x="2972" y="9171"/>
                </a:lnTo>
                <a:lnTo>
                  <a:pt x="3265" y="9135"/>
                </a:lnTo>
                <a:lnTo>
                  <a:pt x="3522" y="9061"/>
                </a:lnTo>
                <a:lnTo>
                  <a:pt x="3779" y="8988"/>
                </a:lnTo>
                <a:lnTo>
                  <a:pt x="4036" y="8841"/>
                </a:lnTo>
                <a:lnTo>
                  <a:pt x="4293" y="8695"/>
                </a:lnTo>
                <a:lnTo>
                  <a:pt x="4733" y="8401"/>
                </a:lnTo>
                <a:lnTo>
                  <a:pt x="5063" y="8108"/>
                </a:lnTo>
                <a:lnTo>
                  <a:pt x="5356" y="7777"/>
                </a:lnTo>
                <a:lnTo>
                  <a:pt x="5613" y="7447"/>
                </a:lnTo>
                <a:lnTo>
                  <a:pt x="5870" y="7117"/>
                </a:lnTo>
                <a:lnTo>
                  <a:pt x="6273" y="7007"/>
                </a:lnTo>
                <a:lnTo>
                  <a:pt x="6640" y="6824"/>
                </a:lnTo>
                <a:lnTo>
                  <a:pt x="7410" y="6420"/>
                </a:lnTo>
                <a:lnTo>
                  <a:pt x="8401" y="5980"/>
                </a:lnTo>
                <a:lnTo>
                  <a:pt x="9355" y="5577"/>
                </a:lnTo>
                <a:lnTo>
                  <a:pt x="10308" y="5246"/>
                </a:lnTo>
                <a:lnTo>
                  <a:pt x="11262" y="4880"/>
                </a:lnTo>
                <a:lnTo>
                  <a:pt x="12032" y="4623"/>
                </a:lnTo>
                <a:lnTo>
                  <a:pt x="12436" y="4403"/>
                </a:lnTo>
                <a:lnTo>
                  <a:pt x="12619" y="4219"/>
                </a:lnTo>
                <a:lnTo>
                  <a:pt x="12729" y="4183"/>
                </a:lnTo>
                <a:close/>
                <a:moveTo>
                  <a:pt x="2385" y="1"/>
                </a:moveTo>
                <a:lnTo>
                  <a:pt x="2238" y="38"/>
                </a:lnTo>
                <a:lnTo>
                  <a:pt x="2202" y="74"/>
                </a:lnTo>
                <a:lnTo>
                  <a:pt x="2165" y="111"/>
                </a:lnTo>
                <a:lnTo>
                  <a:pt x="2055" y="368"/>
                </a:lnTo>
                <a:lnTo>
                  <a:pt x="1982" y="515"/>
                </a:lnTo>
                <a:lnTo>
                  <a:pt x="1578" y="1432"/>
                </a:lnTo>
                <a:lnTo>
                  <a:pt x="1541" y="1542"/>
                </a:lnTo>
                <a:lnTo>
                  <a:pt x="1578" y="1615"/>
                </a:lnTo>
                <a:lnTo>
                  <a:pt x="1615" y="1688"/>
                </a:lnTo>
                <a:lnTo>
                  <a:pt x="1688" y="1762"/>
                </a:lnTo>
                <a:lnTo>
                  <a:pt x="1761" y="1798"/>
                </a:lnTo>
                <a:lnTo>
                  <a:pt x="1835" y="1798"/>
                </a:lnTo>
                <a:lnTo>
                  <a:pt x="1908" y="1762"/>
                </a:lnTo>
                <a:lnTo>
                  <a:pt x="1982" y="1652"/>
                </a:lnTo>
                <a:lnTo>
                  <a:pt x="2128" y="1358"/>
                </a:lnTo>
                <a:lnTo>
                  <a:pt x="2092" y="2165"/>
                </a:lnTo>
                <a:lnTo>
                  <a:pt x="2092" y="2972"/>
                </a:lnTo>
                <a:lnTo>
                  <a:pt x="2055" y="4073"/>
                </a:lnTo>
                <a:lnTo>
                  <a:pt x="1982" y="4109"/>
                </a:lnTo>
                <a:lnTo>
                  <a:pt x="1835" y="4073"/>
                </a:lnTo>
                <a:lnTo>
                  <a:pt x="1725" y="3999"/>
                </a:lnTo>
                <a:lnTo>
                  <a:pt x="1615" y="3999"/>
                </a:lnTo>
                <a:lnTo>
                  <a:pt x="1541" y="4036"/>
                </a:lnTo>
                <a:lnTo>
                  <a:pt x="1505" y="4109"/>
                </a:lnTo>
                <a:lnTo>
                  <a:pt x="1541" y="4219"/>
                </a:lnTo>
                <a:lnTo>
                  <a:pt x="1651" y="4293"/>
                </a:lnTo>
                <a:lnTo>
                  <a:pt x="1761" y="4366"/>
                </a:lnTo>
                <a:lnTo>
                  <a:pt x="1908" y="4403"/>
                </a:lnTo>
                <a:lnTo>
                  <a:pt x="2055" y="4439"/>
                </a:lnTo>
                <a:lnTo>
                  <a:pt x="2055" y="5540"/>
                </a:lnTo>
                <a:lnTo>
                  <a:pt x="1908" y="5577"/>
                </a:lnTo>
                <a:lnTo>
                  <a:pt x="1651" y="5613"/>
                </a:lnTo>
                <a:lnTo>
                  <a:pt x="1615" y="5687"/>
                </a:lnTo>
                <a:lnTo>
                  <a:pt x="1541" y="5723"/>
                </a:lnTo>
                <a:lnTo>
                  <a:pt x="1541" y="5760"/>
                </a:lnTo>
                <a:lnTo>
                  <a:pt x="1505" y="5797"/>
                </a:lnTo>
                <a:lnTo>
                  <a:pt x="1541" y="5833"/>
                </a:lnTo>
                <a:lnTo>
                  <a:pt x="1578" y="5833"/>
                </a:lnTo>
                <a:lnTo>
                  <a:pt x="1651" y="5907"/>
                </a:lnTo>
                <a:lnTo>
                  <a:pt x="2055" y="5907"/>
                </a:lnTo>
                <a:lnTo>
                  <a:pt x="2092" y="6200"/>
                </a:lnTo>
                <a:lnTo>
                  <a:pt x="2092" y="7154"/>
                </a:lnTo>
                <a:lnTo>
                  <a:pt x="1835" y="7227"/>
                </a:lnTo>
                <a:lnTo>
                  <a:pt x="1541" y="7374"/>
                </a:lnTo>
                <a:lnTo>
                  <a:pt x="1505" y="7411"/>
                </a:lnTo>
                <a:lnTo>
                  <a:pt x="1505" y="7447"/>
                </a:lnTo>
                <a:lnTo>
                  <a:pt x="1541" y="7484"/>
                </a:lnTo>
                <a:lnTo>
                  <a:pt x="1578" y="7521"/>
                </a:lnTo>
                <a:lnTo>
                  <a:pt x="2092" y="7521"/>
                </a:lnTo>
                <a:lnTo>
                  <a:pt x="2165" y="8951"/>
                </a:lnTo>
                <a:lnTo>
                  <a:pt x="2165" y="8988"/>
                </a:lnTo>
                <a:lnTo>
                  <a:pt x="1982" y="8951"/>
                </a:lnTo>
                <a:lnTo>
                  <a:pt x="1578" y="8951"/>
                </a:lnTo>
                <a:lnTo>
                  <a:pt x="1505" y="8988"/>
                </a:lnTo>
                <a:lnTo>
                  <a:pt x="1468" y="9061"/>
                </a:lnTo>
                <a:lnTo>
                  <a:pt x="1468" y="9135"/>
                </a:lnTo>
                <a:lnTo>
                  <a:pt x="1541" y="9208"/>
                </a:lnTo>
                <a:lnTo>
                  <a:pt x="1688" y="9245"/>
                </a:lnTo>
                <a:lnTo>
                  <a:pt x="1835" y="9318"/>
                </a:lnTo>
                <a:lnTo>
                  <a:pt x="2202" y="9391"/>
                </a:lnTo>
                <a:lnTo>
                  <a:pt x="2238" y="10419"/>
                </a:lnTo>
                <a:lnTo>
                  <a:pt x="2018" y="10419"/>
                </a:lnTo>
                <a:lnTo>
                  <a:pt x="1798" y="10455"/>
                </a:lnTo>
                <a:lnTo>
                  <a:pt x="1725" y="10529"/>
                </a:lnTo>
                <a:lnTo>
                  <a:pt x="1651" y="10602"/>
                </a:lnTo>
                <a:lnTo>
                  <a:pt x="1578" y="10675"/>
                </a:lnTo>
                <a:lnTo>
                  <a:pt x="1615" y="10749"/>
                </a:lnTo>
                <a:lnTo>
                  <a:pt x="1688" y="10822"/>
                </a:lnTo>
                <a:lnTo>
                  <a:pt x="2128" y="10822"/>
                </a:lnTo>
                <a:lnTo>
                  <a:pt x="2275" y="10859"/>
                </a:lnTo>
                <a:lnTo>
                  <a:pt x="2275" y="10895"/>
                </a:lnTo>
                <a:lnTo>
                  <a:pt x="2312" y="11702"/>
                </a:lnTo>
                <a:lnTo>
                  <a:pt x="2348" y="11959"/>
                </a:lnTo>
                <a:lnTo>
                  <a:pt x="2385" y="12106"/>
                </a:lnTo>
                <a:lnTo>
                  <a:pt x="2495" y="12216"/>
                </a:lnTo>
                <a:lnTo>
                  <a:pt x="2568" y="12253"/>
                </a:lnTo>
                <a:lnTo>
                  <a:pt x="2679" y="12253"/>
                </a:lnTo>
                <a:lnTo>
                  <a:pt x="2752" y="12216"/>
                </a:lnTo>
                <a:lnTo>
                  <a:pt x="2789" y="12143"/>
                </a:lnTo>
                <a:lnTo>
                  <a:pt x="2825" y="12106"/>
                </a:lnTo>
                <a:lnTo>
                  <a:pt x="3009" y="11959"/>
                </a:lnTo>
                <a:lnTo>
                  <a:pt x="3265" y="11886"/>
                </a:lnTo>
                <a:lnTo>
                  <a:pt x="3486" y="11849"/>
                </a:lnTo>
                <a:lnTo>
                  <a:pt x="3742" y="11849"/>
                </a:lnTo>
                <a:lnTo>
                  <a:pt x="3742" y="12033"/>
                </a:lnTo>
                <a:lnTo>
                  <a:pt x="3742" y="12216"/>
                </a:lnTo>
                <a:lnTo>
                  <a:pt x="3816" y="12363"/>
                </a:lnTo>
                <a:lnTo>
                  <a:pt x="3889" y="12509"/>
                </a:lnTo>
                <a:lnTo>
                  <a:pt x="3962" y="12583"/>
                </a:lnTo>
                <a:lnTo>
                  <a:pt x="4036" y="12546"/>
                </a:lnTo>
                <a:lnTo>
                  <a:pt x="4109" y="12509"/>
                </a:lnTo>
                <a:lnTo>
                  <a:pt x="4146" y="12436"/>
                </a:lnTo>
                <a:lnTo>
                  <a:pt x="4072" y="12216"/>
                </a:lnTo>
                <a:lnTo>
                  <a:pt x="4036" y="12069"/>
                </a:lnTo>
                <a:lnTo>
                  <a:pt x="4036" y="11886"/>
                </a:lnTo>
                <a:lnTo>
                  <a:pt x="5063" y="11922"/>
                </a:lnTo>
                <a:lnTo>
                  <a:pt x="5063" y="12143"/>
                </a:lnTo>
                <a:lnTo>
                  <a:pt x="5100" y="12619"/>
                </a:lnTo>
                <a:lnTo>
                  <a:pt x="5136" y="12693"/>
                </a:lnTo>
                <a:lnTo>
                  <a:pt x="5173" y="12766"/>
                </a:lnTo>
                <a:lnTo>
                  <a:pt x="5320" y="12766"/>
                </a:lnTo>
                <a:lnTo>
                  <a:pt x="5466" y="12729"/>
                </a:lnTo>
                <a:lnTo>
                  <a:pt x="5503" y="12619"/>
                </a:lnTo>
                <a:lnTo>
                  <a:pt x="5540" y="12473"/>
                </a:lnTo>
                <a:lnTo>
                  <a:pt x="5466" y="12363"/>
                </a:lnTo>
                <a:lnTo>
                  <a:pt x="5393" y="12326"/>
                </a:lnTo>
                <a:lnTo>
                  <a:pt x="5356" y="12106"/>
                </a:lnTo>
                <a:lnTo>
                  <a:pt x="5283" y="11922"/>
                </a:lnTo>
                <a:lnTo>
                  <a:pt x="5906" y="11959"/>
                </a:lnTo>
                <a:lnTo>
                  <a:pt x="6493" y="11959"/>
                </a:lnTo>
                <a:lnTo>
                  <a:pt x="6493" y="11996"/>
                </a:lnTo>
                <a:lnTo>
                  <a:pt x="6457" y="12179"/>
                </a:lnTo>
                <a:lnTo>
                  <a:pt x="6420" y="12399"/>
                </a:lnTo>
                <a:lnTo>
                  <a:pt x="6457" y="12583"/>
                </a:lnTo>
                <a:lnTo>
                  <a:pt x="6567" y="12766"/>
                </a:lnTo>
                <a:lnTo>
                  <a:pt x="6603" y="12840"/>
                </a:lnTo>
                <a:lnTo>
                  <a:pt x="6677" y="12876"/>
                </a:lnTo>
                <a:lnTo>
                  <a:pt x="6750" y="12876"/>
                </a:lnTo>
                <a:lnTo>
                  <a:pt x="6824" y="12840"/>
                </a:lnTo>
                <a:lnTo>
                  <a:pt x="6897" y="12766"/>
                </a:lnTo>
                <a:lnTo>
                  <a:pt x="6897" y="12729"/>
                </a:lnTo>
                <a:lnTo>
                  <a:pt x="6897" y="12656"/>
                </a:lnTo>
                <a:lnTo>
                  <a:pt x="6824" y="12619"/>
                </a:lnTo>
                <a:lnTo>
                  <a:pt x="6787" y="12583"/>
                </a:lnTo>
                <a:lnTo>
                  <a:pt x="6713" y="12399"/>
                </a:lnTo>
                <a:lnTo>
                  <a:pt x="6677" y="12216"/>
                </a:lnTo>
                <a:lnTo>
                  <a:pt x="6640" y="11996"/>
                </a:lnTo>
                <a:lnTo>
                  <a:pt x="6640" y="11959"/>
                </a:lnTo>
                <a:lnTo>
                  <a:pt x="7924" y="11996"/>
                </a:lnTo>
                <a:lnTo>
                  <a:pt x="7851" y="12033"/>
                </a:lnTo>
                <a:lnTo>
                  <a:pt x="7814" y="12106"/>
                </a:lnTo>
                <a:lnTo>
                  <a:pt x="7777" y="12253"/>
                </a:lnTo>
                <a:lnTo>
                  <a:pt x="7777" y="12399"/>
                </a:lnTo>
                <a:lnTo>
                  <a:pt x="7777" y="12509"/>
                </a:lnTo>
                <a:lnTo>
                  <a:pt x="7814" y="12619"/>
                </a:lnTo>
                <a:lnTo>
                  <a:pt x="7887" y="12729"/>
                </a:lnTo>
                <a:lnTo>
                  <a:pt x="7961" y="12766"/>
                </a:lnTo>
                <a:lnTo>
                  <a:pt x="8034" y="12729"/>
                </a:lnTo>
                <a:lnTo>
                  <a:pt x="8107" y="12693"/>
                </a:lnTo>
                <a:lnTo>
                  <a:pt x="8144" y="12619"/>
                </a:lnTo>
                <a:lnTo>
                  <a:pt x="8107" y="12473"/>
                </a:lnTo>
                <a:lnTo>
                  <a:pt x="8071" y="12289"/>
                </a:lnTo>
                <a:lnTo>
                  <a:pt x="8071" y="12179"/>
                </a:lnTo>
                <a:lnTo>
                  <a:pt x="8034" y="12106"/>
                </a:lnTo>
                <a:lnTo>
                  <a:pt x="8034" y="12033"/>
                </a:lnTo>
                <a:lnTo>
                  <a:pt x="8034" y="11996"/>
                </a:lnTo>
                <a:lnTo>
                  <a:pt x="9391" y="11996"/>
                </a:lnTo>
                <a:lnTo>
                  <a:pt x="9318" y="12216"/>
                </a:lnTo>
                <a:lnTo>
                  <a:pt x="9318" y="12473"/>
                </a:lnTo>
                <a:lnTo>
                  <a:pt x="9355" y="12546"/>
                </a:lnTo>
                <a:lnTo>
                  <a:pt x="9428" y="12583"/>
                </a:lnTo>
                <a:lnTo>
                  <a:pt x="9611" y="12583"/>
                </a:lnTo>
                <a:lnTo>
                  <a:pt x="9685" y="12546"/>
                </a:lnTo>
                <a:lnTo>
                  <a:pt x="9721" y="12473"/>
                </a:lnTo>
                <a:lnTo>
                  <a:pt x="9721" y="12436"/>
                </a:lnTo>
                <a:lnTo>
                  <a:pt x="9721" y="12363"/>
                </a:lnTo>
                <a:lnTo>
                  <a:pt x="9611" y="12326"/>
                </a:lnTo>
                <a:lnTo>
                  <a:pt x="9611" y="11996"/>
                </a:lnTo>
                <a:lnTo>
                  <a:pt x="10638" y="11996"/>
                </a:lnTo>
                <a:lnTo>
                  <a:pt x="10675" y="12253"/>
                </a:lnTo>
                <a:lnTo>
                  <a:pt x="10748" y="12509"/>
                </a:lnTo>
                <a:lnTo>
                  <a:pt x="10822" y="12583"/>
                </a:lnTo>
                <a:lnTo>
                  <a:pt x="10969" y="12583"/>
                </a:lnTo>
                <a:lnTo>
                  <a:pt x="11005" y="12509"/>
                </a:lnTo>
                <a:lnTo>
                  <a:pt x="11042" y="12399"/>
                </a:lnTo>
                <a:lnTo>
                  <a:pt x="10969" y="12179"/>
                </a:lnTo>
                <a:lnTo>
                  <a:pt x="10895" y="11996"/>
                </a:lnTo>
                <a:lnTo>
                  <a:pt x="12106" y="11996"/>
                </a:lnTo>
                <a:lnTo>
                  <a:pt x="12069" y="12069"/>
                </a:lnTo>
                <a:lnTo>
                  <a:pt x="12032" y="12143"/>
                </a:lnTo>
                <a:lnTo>
                  <a:pt x="11996" y="12363"/>
                </a:lnTo>
                <a:lnTo>
                  <a:pt x="12032" y="12473"/>
                </a:lnTo>
                <a:lnTo>
                  <a:pt x="12069" y="12619"/>
                </a:lnTo>
                <a:lnTo>
                  <a:pt x="12142" y="12729"/>
                </a:lnTo>
                <a:lnTo>
                  <a:pt x="12216" y="12803"/>
                </a:lnTo>
                <a:lnTo>
                  <a:pt x="12289" y="12840"/>
                </a:lnTo>
                <a:lnTo>
                  <a:pt x="12362" y="12803"/>
                </a:lnTo>
                <a:lnTo>
                  <a:pt x="12399" y="12766"/>
                </a:lnTo>
                <a:lnTo>
                  <a:pt x="12399" y="12693"/>
                </a:lnTo>
                <a:lnTo>
                  <a:pt x="12362" y="12546"/>
                </a:lnTo>
                <a:lnTo>
                  <a:pt x="12289" y="12363"/>
                </a:lnTo>
                <a:lnTo>
                  <a:pt x="12252" y="12179"/>
                </a:lnTo>
                <a:lnTo>
                  <a:pt x="12252" y="11959"/>
                </a:lnTo>
                <a:lnTo>
                  <a:pt x="13353" y="11959"/>
                </a:lnTo>
                <a:lnTo>
                  <a:pt x="13280" y="12106"/>
                </a:lnTo>
                <a:lnTo>
                  <a:pt x="13243" y="12253"/>
                </a:lnTo>
                <a:lnTo>
                  <a:pt x="13243" y="12436"/>
                </a:lnTo>
                <a:lnTo>
                  <a:pt x="13316" y="12583"/>
                </a:lnTo>
                <a:lnTo>
                  <a:pt x="13353" y="12619"/>
                </a:lnTo>
                <a:lnTo>
                  <a:pt x="13426" y="12656"/>
                </a:lnTo>
                <a:lnTo>
                  <a:pt x="13500" y="12656"/>
                </a:lnTo>
                <a:lnTo>
                  <a:pt x="13573" y="12583"/>
                </a:lnTo>
                <a:lnTo>
                  <a:pt x="13610" y="12436"/>
                </a:lnTo>
                <a:lnTo>
                  <a:pt x="13536" y="12216"/>
                </a:lnTo>
                <a:lnTo>
                  <a:pt x="13536" y="12069"/>
                </a:lnTo>
                <a:lnTo>
                  <a:pt x="13573" y="11922"/>
                </a:lnTo>
                <a:lnTo>
                  <a:pt x="14563" y="11886"/>
                </a:lnTo>
                <a:lnTo>
                  <a:pt x="14563" y="11886"/>
                </a:lnTo>
                <a:lnTo>
                  <a:pt x="14527" y="12363"/>
                </a:lnTo>
                <a:lnTo>
                  <a:pt x="14563" y="12436"/>
                </a:lnTo>
                <a:lnTo>
                  <a:pt x="14637" y="12509"/>
                </a:lnTo>
                <a:lnTo>
                  <a:pt x="14747" y="12509"/>
                </a:lnTo>
                <a:lnTo>
                  <a:pt x="14820" y="12473"/>
                </a:lnTo>
                <a:lnTo>
                  <a:pt x="14893" y="12399"/>
                </a:lnTo>
                <a:lnTo>
                  <a:pt x="14967" y="12289"/>
                </a:lnTo>
                <a:lnTo>
                  <a:pt x="14967" y="12179"/>
                </a:lnTo>
                <a:lnTo>
                  <a:pt x="14967" y="12069"/>
                </a:lnTo>
                <a:lnTo>
                  <a:pt x="14930" y="11996"/>
                </a:lnTo>
                <a:lnTo>
                  <a:pt x="14857" y="11959"/>
                </a:lnTo>
                <a:lnTo>
                  <a:pt x="14857" y="11886"/>
                </a:lnTo>
                <a:lnTo>
                  <a:pt x="16618" y="11776"/>
                </a:lnTo>
                <a:lnTo>
                  <a:pt x="16654" y="11812"/>
                </a:lnTo>
                <a:lnTo>
                  <a:pt x="16544" y="11996"/>
                </a:lnTo>
                <a:lnTo>
                  <a:pt x="16361" y="12179"/>
                </a:lnTo>
                <a:lnTo>
                  <a:pt x="16287" y="12289"/>
                </a:lnTo>
                <a:lnTo>
                  <a:pt x="16251" y="12363"/>
                </a:lnTo>
                <a:lnTo>
                  <a:pt x="16287" y="12436"/>
                </a:lnTo>
                <a:lnTo>
                  <a:pt x="16324" y="12509"/>
                </a:lnTo>
                <a:lnTo>
                  <a:pt x="16397" y="12546"/>
                </a:lnTo>
                <a:lnTo>
                  <a:pt x="16471" y="12583"/>
                </a:lnTo>
                <a:lnTo>
                  <a:pt x="16544" y="12583"/>
                </a:lnTo>
                <a:lnTo>
                  <a:pt x="16581" y="12546"/>
                </a:lnTo>
                <a:lnTo>
                  <a:pt x="16728" y="12473"/>
                </a:lnTo>
                <a:lnTo>
                  <a:pt x="16801" y="12363"/>
                </a:lnTo>
                <a:lnTo>
                  <a:pt x="16984" y="12106"/>
                </a:lnTo>
                <a:lnTo>
                  <a:pt x="17461" y="11482"/>
                </a:lnTo>
                <a:lnTo>
                  <a:pt x="17461" y="11409"/>
                </a:lnTo>
                <a:lnTo>
                  <a:pt x="17461" y="11336"/>
                </a:lnTo>
                <a:lnTo>
                  <a:pt x="17461" y="11262"/>
                </a:lnTo>
                <a:lnTo>
                  <a:pt x="17425" y="11189"/>
                </a:lnTo>
                <a:lnTo>
                  <a:pt x="17058" y="10895"/>
                </a:lnTo>
                <a:lnTo>
                  <a:pt x="16728" y="10639"/>
                </a:lnTo>
                <a:lnTo>
                  <a:pt x="16654" y="10602"/>
                </a:lnTo>
                <a:lnTo>
                  <a:pt x="16581" y="10602"/>
                </a:lnTo>
                <a:lnTo>
                  <a:pt x="16544" y="10639"/>
                </a:lnTo>
                <a:lnTo>
                  <a:pt x="16471" y="10675"/>
                </a:lnTo>
                <a:lnTo>
                  <a:pt x="16434" y="10785"/>
                </a:lnTo>
                <a:lnTo>
                  <a:pt x="16434" y="10859"/>
                </a:lnTo>
                <a:lnTo>
                  <a:pt x="16471" y="10932"/>
                </a:lnTo>
                <a:lnTo>
                  <a:pt x="16801" y="11226"/>
                </a:lnTo>
                <a:lnTo>
                  <a:pt x="13940" y="11372"/>
                </a:lnTo>
                <a:lnTo>
                  <a:pt x="14050" y="11336"/>
                </a:lnTo>
                <a:lnTo>
                  <a:pt x="14270" y="11189"/>
                </a:lnTo>
                <a:lnTo>
                  <a:pt x="14343" y="11115"/>
                </a:lnTo>
                <a:lnTo>
                  <a:pt x="14417" y="11005"/>
                </a:lnTo>
                <a:lnTo>
                  <a:pt x="14417" y="10932"/>
                </a:lnTo>
                <a:lnTo>
                  <a:pt x="14380" y="10895"/>
                </a:lnTo>
                <a:lnTo>
                  <a:pt x="14233" y="10895"/>
                </a:lnTo>
                <a:lnTo>
                  <a:pt x="14123" y="10932"/>
                </a:lnTo>
                <a:lnTo>
                  <a:pt x="13903" y="11079"/>
                </a:lnTo>
                <a:lnTo>
                  <a:pt x="13720" y="11226"/>
                </a:lnTo>
                <a:lnTo>
                  <a:pt x="13573" y="11409"/>
                </a:lnTo>
                <a:lnTo>
                  <a:pt x="12289" y="11446"/>
                </a:lnTo>
                <a:lnTo>
                  <a:pt x="12546" y="11336"/>
                </a:lnTo>
                <a:lnTo>
                  <a:pt x="12839" y="11226"/>
                </a:lnTo>
                <a:lnTo>
                  <a:pt x="13169" y="11079"/>
                </a:lnTo>
                <a:lnTo>
                  <a:pt x="13500" y="10895"/>
                </a:lnTo>
                <a:lnTo>
                  <a:pt x="13793" y="10675"/>
                </a:lnTo>
                <a:lnTo>
                  <a:pt x="14050" y="10419"/>
                </a:lnTo>
                <a:lnTo>
                  <a:pt x="14087" y="10308"/>
                </a:lnTo>
                <a:lnTo>
                  <a:pt x="14050" y="10235"/>
                </a:lnTo>
                <a:lnTo>
                  <a:pt x="13976" y="10198"/>
                </a:lnTo>
                <a:lnTo>
                  <a:pt x="13903" y="10235"/>
                </a:lnTo>
                <a:lnTo>
                  <a:pt x="13646" y="10382"/>
                </a:lnTo>
                <a:lnTo>
                  <a:pt x="13390" y="10565"/>
                </a:lnTo>
                <a:lnTo>
                  <a:pt x="13133" y="10749"/>
                </a:lnTo>
                <a:lnTo>
                  <a:pt x="12876" y="10895"/>
                </a:lnTo>
                <a:lnTo>
                  <a:pt x="12583" y="11042"/>
                </a:lnTo>
                <a:lnTo>
                  <a:pt x="12289" y="11152"/>
                </a:lnTo>
                <a:lnTo>
                  <a:pt x="11996" y="11299"/>
                </a:lnTo>
                <a:lnTo>
                  <a:pt x="11702" y="11446"/>
                </a:lnTo>
                <a:lnTo>
                  <a:pt x="10162" y="11482"/>
                </a:lnTo>
                <a:lnTo>
                  <a:pt x="10602" y="11299"/>
                </a:lnTo>
                <a:lnTo>
                  <a:pt x="12216" y="10639"/>
                </a:lnTo>
                <a:lnTo>
                  <a:pt x="12766" y="10455"/>
                </a:lnTo>
                <a:lnTo>
                  <a:pt x="13316" y="10162"/>
                </a:lnTo>
                <a:lnTo>
                  <a:pt x="13573" y="10015"/>
                </a:lnTo>
                <a:lnTo>
                  <a:pt x="13793" y="9832"/>
                </a:lnTo>
                <a:lnTo>
                  <a:pt x="13976" y="9612"/>
                </a:lnTo>
                <a:lnTo>
                  <a:pt x="14087" y="9355"/>
                </a:lnTo>
                <a:lnTo>
                  <a:pt x="14087" y="9245"/>
                </a:lnTo>
                <a:lnTo>
                  <a:pt x="14050" y="9208"/>
                </a:lnTo>
                <a:lnTo>
                  <a:pt x="13940" y="9171"/>
                </a:lnTo>
                <a:lnTo>
                  <a:pt x="13866" y="9208"/>
                </a:lnTo>
                <a:lnTo>
                  <a:pt x="13463" y="9612"/>
                </a:lnTo>
                <a:lnTo>
                  <a:pt x="13243" y="9795"/>
                </a:lnTo>
                <a:lnTo>
                  <a:pt x="12986" y="9978"/>
                </a:lnTo>
                <a:lnTo>
                  <a:pt x="12693" y="10125"/>
                </a:lnTo>
                <a:lnTo>
                  <a:pt x="12399" y="10235"/>
                </a:lnTo>
                <a:lnTo>
                  <a:pt x="11776" y="10492"/>
                </a:lnTo>
                <a:lnTo>
                  <a:pt x="10418" y="11042"/>
                </a:lnTo>
                <a:lnTo>
                  <a:pt x="9905" y="11262"/>
                </a:lnTo>
                <a:lnTo>
                  <a:pt x="9428" y="11482"/>
                </a:lnTo>
                <a:lnTo>
                  <a:pt x="7667" y="11482"/>
                </a:lnTo>
                <a:lnTo>
                  <a:pt x="8621" y="11152"/>
                </a:lnTo>
                <a:lnTo>
                  <a:pt x="10895" y="10419"/>
                </a:lnTo>
                <a:lnTo>
                  <a:pt x="11335" y="10235"/>
                </a:lnTo>
                <a:lnTo>
                  <a:pt x="11776" y="10052"/>
                </a:lnTo>
                <a:lnTo>
                  <a:pt x="12179" y="9832"/>
                </a:lnTo>
                <a:lnTo>
                  <a:pt x="12583" y="9575"/>
                </a:lnTo>
                <a:lnTo>
                  <a:pt x="13426" y="9025"/>
                </a:lnTo>
                <a:lnTo>
                  <a:pt x="13866" y="8768"/>
                </a:lnTo>
                <a:lnTo>
                  <a:pt x="14307" y="8548"/>
                </a:lnTo>
                <a:lnTo>
                  <a:pt x="14380" y="8511"/>
                </a:lnTo>
                <a:lnTo>
                  <a:pt x="14417" y="8474"/>
                </a:lnTo>
                <a:lnTo>
                  <a:pt x="14417" y="8841"/>
                </a:lnTo>
                <a:lnTo>
                  <a:pt x="14453" y="8915"/>
                </a:lnTo>
                <a:lnTo>
                  <a:pt x="14490" y="8951"/>
                </a:lnTo>
                <a:lnTo>
                  <a:pt x="14527" y="8988"/>
                </a:lnTo>
                <a:lnTo>
                  <a:pt x="14600" y="9025"/>
                </a:lnTo>
                <a:lnTo>
                  <a:pt x="14673" y="8988"/>
                </a:lnTo>
                <a:lnTo>
                  <a:pt x="14747" y="8951"/>
                </a:lnTo>
                <a:lnTo>
                  <a:pt x="14783" y="8915"/>
                </a:lnTo>
                <a:lnTo>
                  <a:pt x="14783" y="8841"/>
                </a:lnTo>
                <a:lnTo>
                  <a:pt x="14783" y="8291"/>
                </a:lnTo>
                <a:lnTo>
                  <a:pt x="14747" y="8034"/>
                </a:lnTo>
                <a:lnTo>
                  <a:pt x="14673" y="7777"/>
                </a:lnTo>
                <a:lnTo>
                  <a:pt x="15077" y="8181"/>
                </a:lnTo>
                <a:lnTo>
                  <a:pt x="15517" y="8584"/>
                </a:lnTo>
                <a:lnTo>
                  <a:pt x="15737" y="8768"/>
                </a:lnTo>
                <a:lnTo>
                  <a:pt x="15847" y="8841"/>
                </a:lnTo>
                <a:lnTo>
                  <a:pt x="15994" y="8878"/>
                </a:lnTo>
                <a:lnTo>
                  <a:pt x="16361" y="8915"/>
                </a:lnTo>
                <a:lnTo>
                  <a:pt x="16764" y="8915"/>
                </a:lnTo>
                <a:lnTo>
                  <a:pt x="17204" y="8878"/>
                </a:lnTo>
                <a:lnTo>
                  <a:pt x="17608" y="8731"/>
                </a:lnTo>
                <a:lnTo>
                  <a:pt x="17681" y="8695"/>
                </a:lnTo>
                <a:lnTo>
                  <a:pt x="17755" y="8584"/>
                </a:lnTo>
                <a:lnTo>
                  <a:pt x="17791" y="8511"/>
                </a:lnTo>
                <a:lnTo>
                  <a:pt x="17755" y="8438"/>
                </a:lnTo>
                <a:lnTo>
                  <a:pt x="17718" y="8328"/>
                </a:lnTo>
                <a:lnTo>
                  <a:pt x="17681" y="8291"/>
                </a:lnTo>
                <a:lnTo>
                  <a:pt x="17571" y="8254"/>
                </a:lnTo>
                <a:lnTo>
                  <a:pt x="17461" y="8254"/>
                </a:lnTo>
                <a:lnTo>
                  <a:pt x="17131" y="8364"/>
                </a:lnTo>
                <a:lnTo>
                  <a:pt x="16764" y="8401"/>
                </a:lnTo>
                <a:lnTo>
                  <a:pt x="16397" y="8438"/>
                </a:lnTo>
                <a:lnTo>
                  <a:pt x="16177" y="8401"/>
                </a:lnTo>
                <a:lnTo>
                  <a:pt x="16031" y="8364"/>
                </a:lnTo>
                <a:lnTo>
                  <a:pt x="15480" y="7888"/>
                </a:lnTo>
                <a:lnTo>
                  <a:pt x="15004" y="7374"/>
                </a:lnTo>
                <a:lnTo>
                  <a:pt x="14563" y="6824"/>
                </a:lnTo>
                <a:lnTo>
                  <a:pt x="14160" y="6237"/>
                </a:lnTo>
                <a:lnTo>
                  <a:pt x="13830" y="5613"/>
                </a:lnTo>
                <a:lnTo>
                  <a:pt x="13536" y="4990"/>
                </a:lnTo>
                <a:lnTo>
                  <a:pt x="13096" y="3926"/>
                </a:lnTo>
                <a:lnTo>
                  <a:pt x="12803" y="3412"/>
                </a:lnTo>
                <a:lnTo>
                  <a:pt x="12509" y="2936"/>
                </a:lnTo>
                <a:lnTo>
                  <a:pt x="12326" y="2752"/>
                </a:lnTo>
                <a:lnTo>
                  <a:pt x="12142" y="2532"/>
                </a:lnTo>
                <a:lnTo>
                  <a:pt x="11959" y="2349"/>
                </a:lnTo>
                <a:lnTo>
                  <a:pt x="11739" y="2202"/>
                </a:lnTo>
                <a:lnTo>
                  <a:pt x="11482" y="2092"/>
                </a:lnTo>
                <a:lnTo>
                  <a:pt x="11225" y="1982"/>
                </a:lnTo>
                <a:lnTo>
                  <a:pt x="10932" y="1908"/>
                </a:lnTo>
                <a:lnTo>
                  <a:pt x="10602" y="1872"/>
                </a:lnTo>
                <a:lnTo>
                  <a:pt x="10308" y="1872"/>
                </a:lnTo>
                <a:lnTo>
                  <a:pt x="9978" y="1908"/>
                </a:lnTo>
                <a:lnTo>
                  <a:pt x="9685" y="1982"/>
                </a:lnTo>
                <a:lnTo>
                  <a:pt x="9391" y="2055"/>
                </a:lnTo>
                <a:lnTo>
                  <a:pt x="9098" y="2202"/>
                </a:lnTo>
                <a:lnTo>
                  <a:pt x="8841" y="2349"/>
                </a:lnTo>
                <a:lnTo>
                  <a:pt x="8584" y="2495"/>
                </a:lnTo>
                <a:lnTo>
                  <a:pt x="8327" y="2715"/>
                </a:lnTo>
                <a:lnTo>
                  <a:pt x="7887" y="3119"/>
                </a:lnTo>
                <a:lnTo>
                  <a:pt x="7484" y="3632"/>
                </a:lnTo>
                <a:lnTo>
                  <a:pt x="7117" y="4146"/>
                </a:lnTo>
                <a:lnTo>
                  <a:pt x="6787" y="4660"/>
                </a:lnTo>
                <a:lnTo>
                  <a:pt x="6127" y="5833"/>
                </a:lnTo>
                <a:lnTo>
                  <a:pt x="5796" y="6457"/>
                </a:lnTo>
                <a:lnTo>
                  <a:pt x="5430" y="7044"/>
                </a:lnTo>
                <a:lnTo>
                  <a:pt x="4989" y="7594"/>
                </a:lnTo>
                <a:lnTo>
                  <a:pt x="4769" y="7851"/>
                </a:lnTo>
                <a:lnTo>
                  <a:pt x="4513" y="8071"/>
                </a:lnTo>
                <a:lnTo>
                  <a:pt x="4256" y="8291"/>
                </a:lnTo>
                <a:lnTo>
                  <a:pt x="3962" y="8474"/>
                </a:lnTo>
                <a:lnTo>
                  <a:pt x="3669" y="8621"/>
                </a:lnTo>
                <a:lnTo>
                  <a:pt x="3339" y="8731"/>
                </a:lnTo>
                <a:lnTo>
                  <a:pt x="3009" y="8841"/>
                </a:lnTo>
                <a:lnTo>
                  <a:pt x="2715" y="8915"/>
                </a:lnTo>
                <a:lnTo>
                  <a:pt x="2605" y="6200"/>
                </a:lnTo>
                <a:lnTo>
                  <a:pt x="2568" y="3119"/>
                </a:lnTo>
                <a:lnTo>
                  <a:pt x="2605" y="1505"/>
                </a:lnTo>
                <a:lnTo>
                  <a:pt x="2568" y="1138"/>
                </a:lnTo>
                <a:lnTo>
                  <a:pt x="2715" y="1395"/>
                </a:lnTo>
                <a:lnTo>
                  <a:pt x="2862" y="1652"/>
                </a:lnTo>
                <a:lnTo>
                  <a:pt x="2899" y="1725"/>
                </a:lnTo>
                <a:lnTo>
                  <a:pt x="2972" y="1762"/>
                </a:lnTo>
                <a:lnTo>
                  <a:pt x="3119" y="1762"/>
                </a:lnTo>
                <a:lnTo>
                  <a:pt x="3192" y="1688"/>
                </a:lnTo>
                <a:lnTo>
                  <a:pt x="3229" y="1652"/>
                </a:lnTo>
                <a:lnTo>
                  <a:pt x="3265" y="1578"/>
                </a:lnTo>
                <a:lnTo>
                  <a:pt x="3265" y="1505"/>
                </a:lnTo>
                <a:lnTo>
                  <a:pt x="3155" y="1138"/>
                </a:lnTo>
                <a:lnTo>
                  <a:pt x="2972" y="771"/>
                </a:lnTo>
                <a:lnTo>
                  <a:pt x="2568" y="111"/>
                </a:lnTo>
                <a:lnTo>
                  <a:pt x="2495" y="38"/>
                </a:lnTo>
                <a:lnTo>
                  <a:pt x="2385" y="1"/>
                </a:lnTo>
                <a:close/>
                <a:moveTo>
                  <a:pt x="15554" y="12546"/>
                </a:moveTo>
                <a:lnTo>
                  <a:pt x="15480" y="12583"/>
                </a:lnTo>
                <a:lnTo>
                  <a:pt x="15370" y="12619"/>
                </a:lnTo>
                <a:lnTo>
                  <a:pt x="15224" y="12766"/>
                </a:lnTo>
                <a:lnTo>
                  <a:pt x="15077" y="12913"/>
                </a:lnTo>
                <a:lnTo>
                  <a:pt x="15077" y="12950"/>
                </a:lnTo>
                <a:lnTo>
                  <a:pt x="14820" y="12803"/>
                </a:lnTo>
                <a:lnTo>
                  <a:pt x="14527" y="12693"/>
                </a:lnTo>
                <a:lnTo>
                  <a:pt x="14453" y="12693"/>
                </a:lnTo>
                <a:lnTo>
                  <a:pt x="14417" y="12729"/>
                </a:lnTo>
                <a:lnTo>
                  <a:pt x="14380" y="12803"/>
                </a:lnTo>
                <a:lnTo>
                  <a:pt x="14380" y="12876"/>
                </a:lnTo>
                <a:lnTo>
                  <a:pt x="14563" y="13096"/>
                </a:lnTo>
                <a:lnTo>
                  <a:pt x="14783" y="13316"/>
                </a:lnTo>
                <a:lnTo>
                  <a:pt x="14673" y="13463"/>
                </a:lnTo>
                <a:lnTo>
                  <a:pt x="14490" y="13720"/>
                </a:lnTo>
                <a:lnTo>
                  <a:pt x="14417" y="13867"/>
                </a:lnTo>
                <a:lnTo>
                  <a:pt x="14417" y="14013"/>
                </a:lnTo>
                <a:lnTo>
                  <a:pt x="14453" y="14087"/>
                </a:lnTo>
                <a:lnTo>
                  <a:pt x="14490" y="14123"/>
                </a:lnTo>
                <a:lnTo>
                  <a:pt x="14600" y="14123"/>
                </a:lnTo>
                <a:lnTo>
                  <a:pt x="14673" y="14087"/>
                </a:lnTo>
                <a:lnTo>
                  <a:pt x="14783" y="14050"/>
                </a:lnTo>
                <a:lnTo>
                  <a:pt x="14893" y="13903"/>
                </a:lnTo>
                <a:lnTo>
                  <a:pt x="15150" y="13573"/>
                </a:lnTo>
                <a:lnTo>
                  <a:pt x="15590" y="13903"/>
                </a:lnTo>
                <a:lnTo>
                  <a:pt x="15700" y="13940"/>
                </a:lnTo>
                <a:lnTo>
                  <a:pt x="15774" y="13940"/>
                </a:lnTo>
                <a:lnTo>
                  <a:pt x="15847" y="13903"/>
                </a:lnTo>
                <a:lnTo>
                  <a:pt x="15884" y="13830"/>
                </a:lnTo>
                <a:lnTo>
                  <a:pt x="15921" y="13757"/>
                </a:lnTo>
                <a:lnTo>
                  <a:pt x="15921" y="13647"/>
                </a:lnTo>
                <a:lnTo>
                  <a:pt x="15921" y="13573"/>
                </a:lnTo>
                <a:lnTo>
                  <a:pt x="15847" y="13500"/>
                </a:lnTo>
                <a:lnTo>
                  <a:pt x="15407" y="13170"/>
                </a:lnTo>
                <a:lnTo>
                  <a:pt x="15480" y="13096"/>
                </a:lnTo>
                <a:lnTo>
                  <a:pt x="15590" y="12876"/>
                </a:lnTo>
                <a:lnTo>
                  <a:pt x="15664" y="12803"/>
                </a:lnTo>
                <a:lnTo>
                  <a:pt x="15737" y="12766"/>
                </a:lnTo>
                <a:lnTo>
                  <a:pt x="15774" y="12729"/>
                </a:lnTo>
                <a:lnTo>
                  <a:pt x="15811" y="12693"/>
                </a:lnTo>
                <a:lnTo>
                  <a:pt x="15811" y="12656"/>
                </a:lnTo>
                <a:lnTo>
                  <a:pt x="15774" y="12656"/>
                </a:lnTo>
                <a:lnTo>
                  <a:pt x="15664" y="12583"/>
                </a:lnTo>
                <a:lnTo>
                  <a:pt x="15554" y="12546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500" name="Google Shape;500;p10"/>
          <p:cNvSpPr/>
          <p:nvPr/>
        </p:nvSpPr>
        <p:spPr>
          <a:xfrm>
            <a:off x="345290" y="-115001"/>
            <a:ext cx="627093" cy="589613"/>
          </a:xfrm>
          <a:custGeom>
            <a:avLst/>
            <a:gdLst/>
            <a:ahLst/>
            <a:cxnLst/>
            <a:rect l="l" t="t" r="r" b="b"/>
            <a:pathLst>
              <a:path w="16581" h="15590" extrusionOk="0">
                <a:moveTo>
                  <a:pt x="13793" y="2568"/>
                </a:moveTo>
                <a:lnTo>
                  <a:pt x="14123" y="2641"/>
                </a:lnTo>
                <a:lnTo>
                  <a:pt x="14123" y="2678"/>
                </a:lnTo>
                <a:lnTo>
                  <a:pt x="14086" y="2825"/>
                </a:lnTo>
                <a:lnTo>
                  <a:pt x="14013" y="2935"/>
                </a:lnTo>
                <a:lnTo>
                  <a:pt x="13866" y="3045"/>
                </a:lnTo>
                <a:lnTo>
                  <a:pt x="13756" y="3081"/>
                </a:lnTo>
                <a:lnTo>
                  <a:pt x="13573" y="2971"/>
                </a:lnTo>
                <a:lnTo>
                  <a:pt x="13609" y="2788"/>
                </a:lnTo>
                <a:lnTo>
                  <a:pt x="13683" y="2678"/>
                </a:lnTo>
                <a:lnTo>
                  <a:pt x="13720" y="2605"/>
                </a:lnTo>
                <a:lnTo>
                  <a:pt x="13793" y="2568"/>
                </a:lnTo>
                <a:close/>
                <a:moveTo>
                  <a:pt x="9428" y="3705"/>
                </a:moveTo>
                <a:lnTo>
                  <a:pt x="9831" y="4475"/>
                </a:lnTo>
                <a:lnTo>
                  <a:pt x="10161" y="5246"/>
                </a:lnTo>
                <a:lnTo>
                  <a:pt x="8327" y="4402"/>
                </a:lnTo>
                <a:lnTo>
                  <a:pt x="8878" y="4035"/>
                </a:lnTo>
                <a:lnTo>
                  <a:pt x="9428" y="3705"/>
                </a:lnTo>
                <a:close/>
                <a:moveTo>
                  <a:pt x="5283" y="3668"/>
                </a:moveTo>
                <a:lnTo>
                  <a:pt x="6383" y="4072"/>
                </a:lnTo>
                <a:lnTo>
                  <a:pt x="7410" y="4512"/>
                </a:lnTo>
                <a:lnTo>
                  <a:pt x="6383" y="5319"/>
                </a:lnTo>
                <a:lnTo>
                  <a:pt x="5393" y="6163"/>
                </a:lnTo>
                <a:lnTo>
                  <a:pt x="5319" y="5282"/>
                </a:lnTo>
                <a:lnTo>
                  <a:pt x="5283" y="4365"/>
                </a:lnTo>
                <a:lnTo>
                  <a:pt x="5283" y="3668"/>
                </a:lnTo>
                <a:close/>
                <a:moveTo>
                  <a:pt x="13096" y="2494"/>
                </a:moveTo>
                <a:lnTo>
                  <a:pt x="13023" y="2641"/>
                </a:lnTo>
                <a:lnTo>
                  <a:pt x="12986" y="2825"/>
                </a:lnTo>
                <a:lnTo>
                  <a:pt x="12949" y="3008"/>
                </a:lnTo>
                <a:lnTo>
                  <a:pt x="12986" y="3191"/>
                </a:lnTo>
                <a:lnTo>
                  <a:pt x="13096" y="3412"/>
                </a:lnTo>
                <a:lnTo>
                  <a:pt x="13243" y="3595"/>
                </a:lnTo>
                <a:lnTo>
                  <a:pt x="13426" y="3705"/>
                </a:lnTo>
                <a:lnTo>
                  <a:pt x="13646" y="3778"/>
                </a:lnTo>
                <a:lnTo>
                  <a:pt x="13793" y="3815"/>
                </a:lnTo>
                <a:lnTo>
                  <a:pt x="13536" y="4512"/>
                </a:lnTo>
                <a:lnTo>
                  <a:pt x="13243" y="5209"/>
                </a:lnTo>
                <a:lnTo>
                  <a:pt x="12913" y="5869"/>
                </a:lnTo>
                <a:lnTo>
                  <a:pt x="12546" y="6529"/>
                </a:lnTo>
                <a:lnTo>
                  <a:pt x="11665" y="6016"/>
                </a:lnTo>
                <a:lnTo>
                  <a:pt x="10785" y="5576"/>
                </a:lnTo>
                <a:lnTo>
                  <a:pt x="10602" y="5026"/>
                </a:lnTo>
                <a:lnTo>
                  <a:pt x="10345" y="4475"/>
                </a:lnTo>
                <a:lnTo>
                  <a:pt x="10125" y="3962"/>
                </a:lnTo>
                <a:lnTo>
                  <a:pt x="9831" y="3448"/>
                </a:lnTo>
                <a:lnTo>
                  <a:pt x="10602" y="3045"/>
                </a:lnTo>
                <a:lnTo>
                  <a:pt x="11005" y="2898"/>
                </a:lnTo>
                <a:lnTo>
                  <a:pt x="11409" y="2751"/>
                </a:lnTo>
                <a:lnTo>
                  <a:pt x="11849" y="2641"/>
                </a:lnTo>
                <a:lnTo>
                  <a:pt x="12252" y="2568"/>
                </a:lnTo>
                <a:lnTo>
                  <a:pt x="12692" y="2494"/>
                </a:lnTo>
                <a:close/>
                <a:moveTo>
                  <a:pt x="2605" y="6713"/>
                </a:moveTo>
                <a:lnTo>
                  <a:pt x="2678" y="6750"/>
                </a:lnTo>
                <a:lnTo>
                  <a:pt x="2752" y="6823"/>
                </a:lnTo>
                <a:lnTo>
                  <a:pt x="2788" y="6970"/>
                </a:lnTo>
                <a:lnTo>
                  <a:pt x="2752" y="7116"/>
                </a:lnTo>
                <a:lnTo>
                  <a:pt x="2715" y="7153"/>
                </a:lnTo>
                <a:lnTo>
                  <a:pt x="2605" y="7226"/>
                </a:lnTo>
                <a:lnTo>
                  <a:pt x="2458" y="7336"/>
                </a:lnTo>
                <a:lnTo>
                  <a:pt x="2165" y="7116"/>
                </a:lnTo>
                <a:lnTo>
                  <a:pt x="2275" y="6970"/>
                </a:lnTo>
                <a:lnTo>
                  <a:pt x="2275" y="6896"/>
                </a:lnTo>
                <a:lnTo>
                  <a:pt x="2458" y="6860"/>
                </a:lnTo>
                <a:lnTo>
                  <a:pt x="2715" y="6860"/>
                </a:lnTo>
                <a:lnTo>
                  <a:pt x="2715" y="6823"/>
                </a:lnTo>
                <a:lnTo>
                  <a:pt x="2678" y="6786"/>
                </a:lnTo>
                <a:lnTo>
                  <a:pt x="2605" y="6713"/>
                </a:lnTo>
                <a:close/>
                <a:moveTo>
                  <a:pt x="8364" y="6529"/>
                </a:moveTo>
                <a:lnTo>
                  <a:pt x="8547" y="6566"/>
                </a:lnTo>
                <a:lnTo>
                  <a:pt x="8657" y="6603"/>
                </a:lnTo>
                <a:lnTo>
                  <a:pt x="8657" y="6713"/>
                </a:lnTo>
                <a:lnTo>
                  <a:pt x="8694" y="6860"/>
                </a:lnTo>
                <a:lnTo>
                  <a:pt x="8694" y="6970"/>
                </a:lnTo>
                <a:lnTo>
                  <a:pt x="8694" y="7116"/>
                </a:lnTo>
                <a:lnTo>
                  <a:pt x="8657" y="7226"/>
                </a:lnTo>
                <a:lnTo>
                  <a:pt x="8621" y="7336"/>
                </a:lnTo>
                <a:lnTo>
                  <a:pt x="8547" y="7446"/>
                </a:lnTo>
                <a:lnTo>
                  <a:pt x="8364" y="7446"/>
                </a:lnTo>
                <a:lnTo>
                  <a:pt x="8107" y="7520"/>
                </a:lnTo>
                <a:lnTo>
                  <a:pt x="7850" y="7593"/>
                </a:lnTo>
                <a:lnTo>
                  <a:pt x="7704" y="7483"/>
                </a:lnTo>
                <a:lnTo>
                  <a:pt x="7630" y="7336"/>
                </a:lnTo>
                <a:lnTo>
                  <a:pt x="7557" y="7190"/>
                </a:lnTo>
                <a:lnTo>
                  <a:pt x="7594" y="7006"/>
                </a:lnTo>
                <a:lnTo>
                  <a:pt x="7667" y="6750"/>
                </a:lnTo>
                <a:lnTo>
                  <a:pt x="7777" y="6750"/>
                </a:lnTo>
                <a:lnTo>
                  <a:pt x="7850" y="6786"/>
                </a:lnTo>
                <a:lnTo>
                  <a:pt x="7924" y="6750"/>
                </a:lnTo>
                <a:lnTo>
                  <a:pt x="7960" y="6713"/>
                </a:lnTo>
                <a:lnTo>
                  <a:pt x="8071" y="6566"/>
                </a:lnTo>
                <a:lnTo>
                  <a:pt x="8364" y="6529"/>
                </a:lnTo>
                <a:close/>
                <a:moveTo>
                  <a:pt x="3155" y="3191"/>
                </a:moveTo>
                <a:lnTo>
                  <a:pt x="3595" y="3228"/>
                </a:lnTo>
                <a:lnTo>
                  <a:pt x="4036" y="3301"/>
                </a:lnTo>
                <a:lnTo>
                  <a:pt x="4439" y="3412"/>
                </a:lnTo>
                <a:lnTo>
                  <a:pt x="4879" y="3522"/>
                </a:lnTo>
                <a:lnTo>
                  <a:pt x="4843" y="4072"/>
                </a:lnTo>
                <a:lnTo>
                  <a:pt x="4843" y="4659"/>
                </a:lnTo>
                <a:lnTo>
                  <a:pt x="4879" y="5282"/>
                </a:lnTo>
                <a:lnTo>
                  <a:pt x="4989" y="6529"/>
                </a:lnTo>
                <a:lnTo>
                  <a:pt x="4182" y="7263"/>
                </a:lnTo>
                <a:lnTo>
                  <a:pt x="3779" y="7630"/>
                </a:lnTo>
                <a:lnTo>
                  <a:pt x="3375" y="8033"/>
                </a:lnTo>
                <a:lnTo>
                  <a:pt x="3265" y="7960"/>
                </a:lnTo>
                <a:lnTo>
                  <a:pt x="2898" y="7667"/>
                </a:lnTo>
                <a:lnTo>
                  <a:pt x="3008" y="7520"/>
                </a:lnTo>
                <a:lnTo>
                  <a:pt x="3119" y="7410"/>
                </a:lnTo>
                <a:lnTo>
                  <a:pt x="3155" y="7336"/>
                </a:lnTo>
                <a:lnTo>
                  <a:pt x="3192" y="7300"/>
                </a:lnTo>
                <a:lnTo>
                  <a:pt x="3192" y="7153"/>
                </a:lnTo>
                <a:lnTo>
                  <a:pt x="3229" y="6933"/>
                </a:lnTo>
                <a:lnTo>
                  <a:pt x="3192" y="6823"/>
                </a:lnTo>
                <a:lnTo>
                  <a:pt x="3155" y="6676"/>
                </a:lnTo>
                <a:lnTo>
                  <a:pt x="3119" y="6566"/>
                </a:lnTo>
                <a:lnTo>
                  <a:pt x="3045" y="6456"/>
                </a:lnTo>
                <a:lnTo>
                  <a:pt x="2972" y="6383"/>
                </a:lnTo>
                <a:lnTo>
                  <a:pt x="2862" y="6309"/>
                </a:lnTo>
                <a:lnTo>
                  <a:pt x="2752" y="6273"/>
                </a:lnTo>
                <a:lnTo>
                  <a:pt x="2605" y="6236"/>
                </a:lnTo>
                <a:lnTo>
                  <a:pt x="2495" y="6236"/>
                </a:lnTo>
                <a:lnTo>
                  <a:pt x="2348" y="6273"/>
                </a:lnTo>
                <a:lnTo>
                  <a:pt x="2128" y="6383"/>
                </a:lnTo>
                <a:lnTo>
                  <a:pt x="1908" y="6529"/>
                </a:lnTo>
                <a:lnTo>
                  <a:pt x="1761" y="6713"/>
                </a:lnTo>
                <a:lnTo>
                  <a:pt x="1321" y="6309"/>
                </a:lnTo>
                <a:lnTo>
                  <a:pt x="954" y="5833"/>
                </a:lnTo>
                <a:lnTo>
                  <a:pt x="734" y="5502"/>
                </a:lnTo>
                <a:lnTo>
                  <a:pt x="624" y="5172"/>
                </a:lnTo>
                <a:lnTo>
                  <a:pt x="551" y="4805"/>
                </a:lnTo>
                <a:lnTo>
                  <a:pt x="514" y="4439"/>
                </a:lnTo>
                <a:lnTo>
                  <a:pt x="551" y="4255"/>
                </a:lnTo>
                <a:lnTo>
                  <a:pt x="624" y="4072"/>
                </a:lnTo>
                <a:lnTo>
                  <a:pt x="734" y="3925"/>
                </a:lnTo>
                <a:lnTo>
                  <a:pt x="844" y="3778"/>
                </a:lnTo>
                <a:lnTo>
                  <a:pt x="991" y="3668"/>
                </a:lnTo>
                <a:lnTo>
                  <a:pt x="1174" y="3558"/>
                </a:lnTo>
                <a:lnTo>
                  <a:pt x="1541" y="3412"/>
                </a:lnTo>
                <a:lnTo>
                  <a:pt x="1908" y="3265"/>
                </a:lnTo>
                <a:lnTo>
                  <a:pt x="2312" y="3191"/>
                </a:lnTo>
                <a:close/>
                <a:moveTo>
                  <a:pt x="11005" y="6199"/>
                </a:moveTo>
                <a:lnTo>
                  <a:pt x="12289" y="6896"/>
                </a:lnTo>
                <a:lnTo>
                  <a:pt x="11885" y="7483"/>
                </a:lnTo>
                <a:lnTo>
                  <a:pt x="11482" y="8033"/>
                </a:lnTo>
                <a:lnTo>
                  <a:pt x="11335" y="7410"/>
                </a:lnTo>
                <a:lnTo>
                  <a:pt x="11188" y="6750"/>
                </a:lnTo>
                <a:lnTo>
                  <a:pt x="11005" y="6199"/>
                </a:lnTo>
                <a:close/>
                <a:moveTo>
                  <a:pt x="7264" y="8180"/>
                </a:moveTo>
                <a:lnTo>
                  <a:pt x="7410" y="8253"/>
                </a:lnTo>
                <a:lnTo>
                  <a:pt x="7594" y="8290"/>
                </a:lnTo>
                <a:lnTo>
                  <a:pt x="7960" y="8290"/>
                </a:lnTo>
                <a:lnTo>
                  <a:pt x="7704" y="8327"/>
                </a:lnTo>
                <a:lnTo>
                  <a:pt x="7557" y="8327"/>
                </a:lnTo>
                <a:lnTo>
                  <a:pt x="7447" y="8290"/>
                </a:lnTo>
                <a:lnTo>
                  <a:pt x="7337" y="8253"/>
                </a:lnTo>
                <a:lnTo>
                  <a:pt x="7264" y="8180"/>
                </a:lnTo>
                <a:close/>
                <a:moveTo>
                  <a:pt x="8181" y="5979"/>
                </a:moveTo>
                <a:lnTo>
                  <a:pt x="7997" y="6016"/>
                </a:lnTo>
                <a:lnTo>
                  <a:pt x="7814" y="6089"/>
                </a:lnTo>
                <a:lnTo>
                  <a:pt x="7667" y="6236"/>
                </a:lnTo>
                <a:lnTo>
                  <a:pt x="7410" y="6346"/>
                </a:lnTo>
                <a:lnTo>
                  <a:pt x="7190" y="6529"/>
                </a:lnTo>
                <a:lnTo>
                  <a:pt x="6970" y="6713"/>
                </a:lnTo>
                <a:lnTo>
                  <a:pt x="6787" y="6933"/>
                </a:lnTo>
                <a:lnTo>
                  <a:pt x="6677" y="7080"/>
                </a:lnTo>
                <a:lnTo>
                  <a:pt x="6640" y="7263"/>
                </a:lnTo>
                <a:lnTo>
                  <a:pt x="6567" y="7410"/>
                </a:lnTo>
                <a:lnTo>
                  <a:pt x="6567" y="7593"/>
                </a:lnTo>
                <a:lnTo>
                  <a:pt x="6567" y="7923"/>
                </a:lnTo>
                <a:lnTo>
                  <a:pt x="6677" y="8253"/>
                </a:lnTo>
                <a:lnTo>
                  <a:pt x="6787" y="8437"/>
                </a:lnTo>
                <a:lnTo>
                  <a:pt x="6897" y="8584"/>
                </a:lnTo>
                <a:lnTo>
                  <a:pt x="7043" y="8694"/>
                </a:lnTo>
                <a:lnTo>
                  <a:pt x="7190" y="8767"/>
                </a:lnTo>
                <a:lnTo>
                  <a:pt x="7374" y="8804"/>
                </a:lnTo>
                <a:lnTo>
                  <a:pt x="7557" y="8840"/>
                </a:lnTo>
                <a:lnTo>
                  <a:pt x="7924" y="8840"/>
                </a:lnTo>
                <a:lnTo>
                  <a:pt x="8254" y="8767"/>
                </a:lnTo>
                <a:lnTo>
                  <a:pt x="8584" y="8620"/>
                </a:lnTo>
                <a:lnTo>
                  <a:pt x="8914" y="8364"/>
                </a:lnTo>
                <a:lnTo>
                  <a:pt x="9208" y="8070"/>
                </a:lnTo>
                <a:lnTo>
                  <a:pt x="9464" y="7740"/>
                </a:lnTo>
                <a:lnTo>
                  <a:pt x="9538" y="7593"/>
                </a:lnTo>
                <a:lnTo>
                  <a:pt x="9611" y="7410"/>
                </a:lnTo>
                <a:lnTo>
                  <a:pt x="9648" y="7226"/>
                </a:lnTo>
                <a:lnTo>
                  <a:pt x="9648" y="7043"/>
                </a:lnTo>
                <a:lnTo>
                  <a:pt x="9648" y="6860"/>
                </a:lnTo>
                <a:lnTo>
                  <a:pt x="9574" y="6713"/>
                </a:lnTo>
                <a:lnTo>
                  <a:pt x="9464" y="6529"/>
                </a:lnTo>
                <a:lnTo>
                  <a:pt x="9354" y="6419"/>
                </a:lnTo>
                <a:lnTo>
                  <a:pt x="9208" y="6273"/>
                </a:lnTo>
                <a:lnTo>
                  <a:pt x="9061" y="6199"/>
                </a:lnTo>
                <a:lnTo>
                  <a:pt x="8731" y="6053"/>
                </a:lnTo>
                <a:lnTo>
                  <a:pt x="8364" y="5979"/>
                </a:lnTo>
                <a:close/>
                <a:moveTo>
                  <a:pt x="5063" y="7080"/>
                </a:moveTo>
                <a:lnTo>
                  <a:pt x="5246" y="8180"/>
                </a:lnTo>
                <a:lnTo>
                  <a:pt x="5466" y="9281"/>
                </a:lnTo>
                <a:lnTo>
                  <a:pt x="4622" y="8804"/>
                </a:lnTo>
                <a:lnTo>
                  <a:pt x="3779" y="8290"/>
                </a:lnTo>
                <a:lnTo>
                  <a:pt x="4439" y="7667"/>
                </a:lnTo>
                <a:lnTo>
                  <a:pt x="5063" y="7080"/>
                </a:lnTo>
                <a:close/>
                <a:moveTo>
                  <a:pt x="7887" y="4732"/>
                </a:moveTo>
                <a:lnTo>
                  <a:pt x="9171" y="5282"/>
                </a:lnTo>
                <a:lnTo>
                  <a:pt x="10381" y="5869"/>
                </a:lnTo>
                <a:lnTo>
                  <a:pt x="10602" y="6529"/>
                </a:lnTo>
                <a:lnTo>
                  <a:pt x="10785" y="7190"/>
                </a:lnTo>
                <a:lnTo>
                  <a:pt x="10932" y="7850"/>
                </a:lnTo>
                <a:lnTo>
                  <a:pt x="11078" y="8547"/>
                </a:lnTo>
                <a:lnTo>
                  <a:pt x="10565" y="9097"/>
                </a:lnTo>
                <a:lnTo>
                  <a:pt x="10015" y="9647"/>
                </a:lnTo>
                <a:lnTo>
                  <a:pt x="9428" y="10161"/>
                </a:lnTo>
                <a:lnTo>
                  <a:pt x="8841" y="10674"/>
                </a:lnTo>
                <a:lnTo>
                  <a:pt x="8107" y="10418"/>
                </a:lnTo>
                <a:lnTo>
                  <a:pt x="7374" y="10161"/>
                </a:lnTo>
                <a:lnTo>
                  <a:pt x="6677" y="9867"/>
                </a:lnTo>
                <a:lnTo>
                  <a:pt x="5980" y="9537"/>
                </a:lnTo>
                <a:lnTo>
                  <a:pt x="5723" y="8143"/>
                </a:lnTo>
                <a:lnTo>
                  <a:pt x="5466" y="6713"/>
                </a:lnTo>
                <a:lnTo>
                  <a:pt x="6677" y="5722"/>
                </a:lnTo>
                <a:lnTo>
                  <a:pt x="7887" y="4732"/>
                </a:lnTo>
                <a:close/>
                <a:moveTo>
                  <a:pt x="11152" y="9171"/>
                </a:moveTo>
                <a:lnTo>
                  <a:pt x="11225" y="10161"/>
                </a:lnTo>
                <a:lnTo>
                  <a:pt x="11225" y="11188"/>
                </a:lnTo>
                <a:lnTo>
                  <a:pt x="11225" y="11225"/>
                </a:lnTo>
                <a:lnTo>
                  <a:pt x="10308" y="11041"/>
                </a:lnTo>
                <a:lnTo>
                  <a:pt x="9391" y="10821"/>
                </a:lnTo>
                <a:lnTo>
                  <a:pt x="10015" y="10308"/>
                </a:lnTo>
                <a:lnTo>
                  <a:pt x="10565" y="9794"/>
                </a:lnTo>
                <a:lnTo>
                  <a:pt x="11152" y="9171"/>
                </a:lnTo>
                <a:close/>
                <a:moveTo>
                  <a:pt x="12729" y="7153"/>
                </a:moveTo>
                <a:lnTo>
                  <a:pt x="13243" y="7483"/>
                </a:lnTo>
                <a:lnTo>
                  <a:pt x="13756" y="7813"/>
                </a:lnTo>
                <a:lnTo>
                  <a:pt x="14233" y="8180"/>
                </a:lnTo>
                <a:lnTo>
                  <a:pt x="14673" y="8584"/>
                </a:lnTo>
                <a:lnTo>
                  <a:pt x="15113" y="9024"/>
                </a:lnTo>
                <a:lnTo>
                  <a:pt x="15480" y="9464"/>
                </a:lnTo>
                <a:lnTo>
                  <a:pt x="15810" y="9941"/>
                </a:lnTo>
                <a:lnTo>
                  <a:pt x="16067" y="10454"/>
                </a:lnTo>
                <a:lnTo>
                  <a:pt x="16251" y="11005"/>
                </a:lnTo>
                <a:lnTo>
                  <a:pt x="16177" y="11041"/>
                </a:lnTo>
                <a:lnTo>
                  <a:pt x="15957" y="11188"/>
                </a:lnTo>
                <a:lnTo>
                  <a:pt x="15700" y="11298"/>
                </a:lnTo>
                <a:lnTo>
                  <a:pt x="15444" y="11371"/>
                </a:lnTo>
                <a:lnTo>
                  <a:pt x="15187" y="11445"/>
                </a:lnTo>
                <a:lnTo>
                  <a:pt x="15113" y="11371"/>
                </a:lnTo>
                <a:lnTo>
                  <a:pt x="15077" y="11408"/>
                </a:lnTo>
                <a:lnTo>
                  <a:pt x="14233" y="11445"/>
                </a:lnTo>
                <a:lnTo>
                  <a:pt x="13389" y="11408"/>
                </a:lnTo>
                <a:lnTo>
                  <a:pt x="12582" y="11371"/>
                </a:lnTo>
                <a:lnTo>
                  <a:pt x="11739" y="11298"/>
                </a:lnTo>
                <a:lnTo>
                  <a:pt x="11702" y="10198"/>
                </a:lnTo>
                <a:lnTo>
                  <a:pt x="11665" y="9464"/>
                </a:lnTo>
                <a:lnTo>
                  <a:pt x="11592" y="8694"/>
                </a:lnTo>
                <a:lnTo>
                  <a:pt x="12179" y="7923"/>
                </a:lnTo>
                <a:lnTo>
                  <a:pt x="12729" y="7153"/>
                </a:lnTo>
                <a:close/>
                <a:moveTo>
                  <a:pt x="6126" y="10161"/>
                </a:moveTo>
                <a:lnTo>
                  <a:pt x="6787" y="10454"/>
                </a:lnTo>
                <a:lnTo>
                  <a:pt x="7447" y="10711"/>
                </a:lnTo>
                <a:lnTo>
                  <a:pt x="8327" y="11005"/>
                </a:lnTo>
                <a:lnTo>
                  <a:pt x="7557" y="11555"/>
                </a:lnTo>
                <a:lnTo>
                  <a:pt x="6713" y="11995"/>
                </a:lnTo>
                <a:lnTo>
                  <a:pt x="6603" y="12068"/>
                </a:lnTo>
                <a:lnTo>
                  <a:pt x="6346" y="11078"/>
                </a:lnTo>
                <a:lnTo>
                  <a:pt x="6126" y="10161"/>
                </a:lnTo>
                <a:close/>
                <a:moveTo>
                  <a:pt x="3449" y="8657"/>
                </a:moveTo>
                <a:lnTo>
                  <a:pt x="3889" y="8950"/>
                </a:lnTo>
                <a:lnTo>
                  <a:pt x="4733" y="9427"/>
                </a:lnTo>
                <a:lnTo>
                  <a:pt x="5613" y="9904"/>
                </a:lnTo>
                <a:lnTo>
                  <a:pt x="5870" y="11078"/>
                </a:lnTo>
                <a:lnTo>
                  <a:pt x="6016" y="11665"/>
                </a:lnTo>
                <a:lnTo>
                  <a:pt x="6200" y="12288"/>
                </a:lnTo>
                <a:lnTo>
                  <a:pt x="5686" y="12509"/>
                </a:lnTo>
                <a:lnTo>
                  <a:pt x="5136" y="12729"/>
                </a:lnTo>
                <a:lnTo>
                  <a:pt x="4622" y="12875"/>
                </a:lnTo>
                <a:lnTo>
                  <a:pt x="4072" y="12985"/>
                </a:lnTo>
                <a:lnTo>
                  <a:pt x="3705" y="12985"/>
                </a:lnTo>
                <a:lnTo>
                  <a:pt x="3375" y="12949"/>
                </a:lnTo>
                <a:lnTo>
                  <a:pt x="3045" y="12875"/>
                </a:lnTo>
                <a:lnTo>
                  <a:pt x="2715" y="12692"/>
                </a:lnTo>
                <a:lnTo>
                  <a:pt x="2568" y="12582"/>
                </a:lnTo>
                <a:lnTo>
                  <a:pt x="2458" y="12435"/>
                </a:lnTo>
                <a:lnTo>
                  <a:pt x="2348" y="12288"/>
                </a:lnTo>
                <a:lnTo>
                  <a:pt x="2275" y="12105"/>
                </a:lnTo>
                <a:lnTo>
                  <a:pt x="2165" y="11775"/>
                </a:lnTo>
                <a:lnTo>
                  <a:pt x="2165" y="11371"/>
                </a:lnTo>
                <a:lnTo>
                  <a:pt x="2201" y="11005"/>
                </a:lnTo>
                <a:lnTo>
                  <a:pt x="2275" y="10638"/>
                </a:lnTo>
                <a:lnTo>
                  <a:pt x="2385" y="10271"/>
                </a:lnTo>
                <a:lnTo>
                  <a:pt x="2532" y="9941"/>
                </a:lnTo>
                <a:lnTo>
                  <a:pt x="2715" y="9574"/>
                </a:lnTo>
                <a:lnTo>
                  <a:pt x="2935" y="9281"/>
                </a:lnTo>
                <a:lnTo>
                  <a:pt x="3192" y="8950"/>
                </a:lnTo>
                <a:lnTo>
                  <a:pt x="3449" y="8657"/>
                </a:lnTo>
                <a:close/>
                <a:moveTo>
                  <a:pt x="8291" y="14049"/>
                </a:moveTo>
                <a:lnTo>
                  <a:pt x="8401" y="14086"/>
                </a:lnTo>
                <a:lnTo>
                  <a:pt x="8401" y="14196"/>
                </a:lnTo>
                <a:lnTo>
                  <a:pt x="8401" y="14343"/>
                </a:lnTo>
                <a:lnTo>
                  <a:pt x="8364" y="14489"/>
                </a:lnTo>
                <a:lnTo>
                  <a:pt x="8291" y="14599"/>
                </a:lnTo>
                <a:lnTo>
                  <a:pt x="8181" y="14673"/>
                </a:lnTo>
                <a:lnTo>
                  <a:pt x="7960" y="14489"/>
                </a:lnTo>
                <a:lnTo>
                  <a:pt x="7777" y="14306"/>
                </a:lnTo>
                <a:lnTo>
                  <a:pt x="7850" y="14159"/>
                </a:lnTo>
                <a:lnTo>
                  <a:pt x="7997" y="14086"/>
                </a:lnTo>
                <a:lnTo>
                  <a:pt x="8144" y="14049"/>
                </a:lnTo>
                <a:close/>
                <a:moveTo>
                  <a:pt x="8914" y="11188"/>
                </a:moveTo>
                <a:lnTo>
                  <a:pt x="10051" y="11481"/>
                </a:lnTo>
                <a:lnTo>
                  <a:pt x="11225" y="11702"/>
                </a:lnTo>
                <a:lnTo>
                  <a:pt x="11188" y="12288"/>
                </a:lnTo>
                <a:lnTo>
                  <a:pt x="11115" y="12839"/>
                </a:lnTo>
                <a:lnTo>
                  <a:pt x="10968" y="13426"/>
                </a:lnTo>
                <a:lnTo>
                  <a:pt x="10822" y="13976"/>
                </a:lnTo>
                <a:lnTo>
                  <a:pt x="10638" y="14269"/>
                </a:lnTo>
                <a:lnTo>
                  <a:pt x="10455" y="14563"/>
                </a:lnTo>
                <a:lnTo>
                  <a:pt x="10198" y="14819"/>
                </a:lnTo>
                <a:lnTo>
                  <a:pt x="9905" y="15003"/>
                </a:lnTo>
                <a:lnTo>
                  <a:pt x="9648" y="15113"/>
                </a:lnTo>
                <a:lnTo>
                  <a:pt x="9391" y="15150"/>
                </a:lnTo>
                <a:lnTo>
                  <a:pt x="9098" y="15113"/>
                </a:lnTo>
                <a:lnTo>
                  <a:pt x="8841" y="15040"/>
                </a:lnTo>
                <a:lnTo>
                  <a:pt x="8951" y="14856"/>
                </a:lnTo>
                <a:lnTo>
                  <a:pt x="8988" y="14673"/>
                </a:lnTo>
                <a:lnTo>
                  <a:pt x="9061" y="14453"/>
                </a:lnTo>
                <a:lnTo>
                  <a:pt x="9061" y="14269"/>
                </a:lnTo>
                <a:lnTo>
                  <a:pt x="9024" y="14086"/>
                </a:lnTo>
                <a:lnTo>
                  <a:pt x="8951" y="13976"/>
                </a:lnTo>
                <a:lnTo>
                  <a:pt x="8841" y="13829"/>
                </a:lnTo>
                <a:lnTo>
                  <a:pt x="8731" y="13756"/>
                </a:lnTo>
                <a:lnTo>
                  <a:pt x="8547" y="13646"/>
                </a:lnTo>
                <a:lnTo>
                  <a:pt x="8401" y="13609"/>
                </a:lnTo>
                <a:lnTo>
                  <a:pt x="8254" y="13572"/>
                </a:lnTo>
                <a:lnTo>
                  <a:pt x="8071" y="13572"/>
                </a:lnTo>
                <a:lnTo>
                  <a:pt x="7887" y="13609"/>
                </a:lnTo>
                <a:lnTo>
                  <a:pt x="7740" y="13682"/>
                </a:lnTo>
                <a:lnTo>
                  <a:pt x="7594" y="13792"/>
                </a:lnTo>
                <a:lnTo>
                  <a:pt x="7447" y="13902"/>
                </a:lnTo>
                <a:lnTo>
                  <a:pt x="7264" y="13609"/>
                </a:lnTo>
                <a:lnTo>
                  <a:pt x="7080" y="13242"/>
                </a:lnTo>
                <a:lnTo>
                  <a:pt x="6897" y="12912"/>
                </a:lnTo>
                <a:lnTo>
                  <a:pt x="6750" y="12545"/>
                </a:lnTo>
                <a:lnTo>
                  <a:pt x="7814" y="11958"/>
                </a:lnTo>
                <a:lnTo>
                  <a:pt x="8364" y="11591"/>
                </a:lnTo>
                <a:lnTo>
                  <a:pt x="8914" y="11188"/>
                </a:lnTo>
                <a:close/>
                <a:moveTo>
                  <a:pt x="6493" y="0"/>
                </a:moveTo>
                <a:lnTo>
                  <a:pt x="6163" y="294"/>
                </a:lnTo>
                <a:lnTo>
                  <a:pt x="5870" y="624"/>
                </a:lnTo>
                <a:lnTo>
                  <a:pt x="5613" y="991"/>
                </a:lnTo>
                <a:lnTo>
                  <a:pt x="5429" y="1394"/>
                </a:lnTo>
                <a:lnTo>
                  <a:pt x="5246" y="1798"/>
                </a:lnTo>
                <a:lnTo>
                  <a:pt x="5099" y="2201"/>
                </a:lnTo>
                <a:lnTo>
                  <a:pt x="5026" y="2641"/>
                </a:lnTo>
                <a:lnTo>
                  <a:pt x="4953" y="3081"/>
                </a:lnTo>
                <a:lnTo>
                  <a:pt x="4219" y="2898"/>
                </a:lnTo>
                <a:lnTo>
                  <a:pt x="3485" y="2788"/>
                </a:lnTo>
                <a:lnTo>
                  <a:pt x="2752" y="2715"/>
                </a:lnTo>
                <a:lnTo>
                  <a:pt x="2385" y="2751"/>
                </a:lnTo>
                <a:lnTo>
                  <a:pt x="2055" y="2788"/>
                </a:lnTo>
                <a:lnTo>
                  <a:pt x="1725" y="2825"/>
                </a:lnTo>
                <a:lnTo>
                  <a:pt x="1394" y="2898"/>
                </a:lnTo>
                <a:lnTo>
                  <a:pt x="1101" y="3045"/>
                </a:lnTo>
                <a:lnTo>
                  <a:pt x="808" y="3191"/>
                </a:lnTo>
                <a:lnTo>
                  <a:pt x="551" y="3338"/>
                </a:lnTo>
                <a:lnTo>
                  <a:pt x="367" y="3558"/>
                </a:lnTo>
                <a:lnTo>
                  <a:pt x="184" y="3815"/>
                </a:lnTo>
                <a:lnTo>
                  <a:pt x="74" y="4108"/>
                </a:lnTo>
                <a:lnTo>
                  <a:pt x="1" y="4402"/>
                </a:lnTo>
                <a:lnTo>
                  <a:pt x="1" y="4732"/>
                </a:lnTo>
                <a:lnTo>
                  <a:pt x="37" y="5026"/>
                </a:lnTo>
                <a:lnTo>
                  <a:pt x="147" y="5356"/>
                </a:lnTo>
                <a:lnTo>
                  <a:pt x="257" y="5649"/>
                </a:lnTo>
                <a:lnTo>
                  <a:pt x="441" y="5943"/>
                </a:lnTo>
                <a:lnTo>
                  <a:pt x="624" y="6236"/>
                </a:lnTo>
                <a:lnTo>
                  <a:pt x="844" y="6493"/>
                </a:lnTo>
                <a:lnTo>
                  <a:pt x="1211" y="6860"/>
                </a:lnTo>
                <a:lnTo>
                  <a:pt x="1615" y="7263"/>
                </a:lnTo>
                <a:lnTo>
                  <a:pt x="1615" y="7300"/>
                </a:lnTo>
                <a:lnTo>
                  <a:pt x="1615" y="7520"/>
                </a:lnTo>
                <a:lnTo>
                  <a:pt x="1688" y="7777"/>
                </a:lnTo>
                <a:lnTo>
                  <a:pt x="1725" y="7887"/>
                </a:lnTo>
                <a:lnTo>
                  <a:pt x="1835" y="7960"/>
                </a:lnTo>
                <a:lnTo>
                  <a:pt x="1908" y="8033"/>
                </a:lnTo>
                <a:lnTo>
                  <a:pt x="2055" y="8070"/>
                </a:lnTo>
                <a:lnTo>
                  <a:pt x="2165" y="8107"/>
                </a:lnTo>
                <a:lnTo>
                  <a:pt x="2275" y="8070"/>
                </a:lnTo>
                <a:lnTo>
                  <a:pt x="2532" y="7997"/>
                </a:lnTo>
                <a:lnTo>
                  <a:pt x="3045" y="8400"/>
                </a:lnTo>
                <a:lnTo>
                  <a:pt x="2642" y="8914"/>
                </a:lnTo>
                <a:lnTo>
                  <a:pt x="2312" y="9464"/>
                </a:lnTo>
                <a:lnTo>
                  <a:pt x="2018" y="10051"/>
                </a:lnTo>
                <a:lnTo>
                  <a:pt x="1871" y="10344"/>
                </a:lnTo>
                <a:lnTo>
                  <a:pt x="1798" y="10674"/>
                </a:lnTo>
                <a:lnTo>
                  <a:pt x="1725" y="10968"/>
                </a:lnTo>
                <a:lnTo>
                  <a:pt x="1688" y="11261"/>
                </a:lnTo>
                <a:lnTo>
                  <a:pt x="1688" y="11555"/>
                </a:lnTo>
                <a:lnTo>
                  <a:pt x="1725" y="11885"/>
                </a:lnTo>
                <a:lnTo>
                  <a:pt x="1798" y="12142"/>
                </a:lnTo>
                <a:lnTo>
                  <a:pt x="1908" y="12435"/>
                </a:lnTo>
                <a:lnTo>
                  <a:pt x="2055" y="12692"/>
                </a:lnTo>
                <a:lnTo>
                  <a:pt x="2238" y="12912"/>
                </a:lnTo>
                <a:lnTo>
                  <a:pt x="2495" y="13132"/>
                </a:lnTo>
                <a:lnTo>
                  <a:pt x="2788" y="13279"/>
                </a:lnTo>
                <a:lnTo>
                  <a:pt x="3045" y="13389"/>
                </a:lnTo>
                <a:lnTo>
                  <a:pt x="3375" y="13426"/>
                </a:lnTo>
                <a:lnTo>
                  <a:pt x="3669" y="13462"/>
                </a:lnTo>
                <a:lnTo>
                  <a:pt x="3999" y="13462"/>
                </a:lnTo>
                <a:lnTo>
                  <a:pt x="4292" y="13426"/>
                </a:lnTo>
                <a:lnTo>
                  <a:pt x="4586" y="13389"/>
                </a:lnTo>
                <a:lnTo>
                  <a:pt x="5026" y="13242"/>
                </a:lnTo>
                <a:lnTo>
                  <a:pt x="5503" y="13095"/>
                </a:lnTo>
                <a:lnTo>
                  <a:pt x="5906" y="12949"/>
                </a:lnTo>
                <a:lnTo>
                  <a:pt x="6346" y="12729"/>
                </a:lnTo>
                <a:lnTo>
                  <a:pt x="6530" y="13169"/>
                </a:lnTo>
                <a:lnTo>
                  <a:pt x="6713" y="13572"/>
                </a:lnTo>
                <a:lnTo>
                  <a:pt x="6970" y="13976"/>
                </a:lnTo>
                <a:lnTo>
                  <a:pt x="7227" y="14343"/>
                </a:lnTo>
                <a:lnTo>
                  <a:pt x="7153" y="14526"/>
                </a:lnTo>
                <a:lnTo>
                  <a:pt x="7117" y="14709"/>
                </a:lnTo>
                <a:lnTo>
                  <a:pt x="7153" y="14893"/>
                </a:lnTo>
                <a:lnTo>
                  <a:pt x="7227" y="15076"/>
                </a:lnTo>
                <a:lnTo>
                  <a:pt x="7337" y="15223"/>
                </a:lnTo>
                <a:lnTo>
                  <a:pt x="7484" y="15333"/>
                </a:lnTo>
                <a:lnTo>
                  <a:pt x="7630" y="15406"/>
                </a:lnTo>
                <a:lnTo>
                  <a:pt x="7777" y="15480"/>
                </a:lnTo>
                <a:lnTo>
                  <a:pt x="7924" y="15516"/>
                </a:lnTo>
                <a:lnTo>
                  <a:pt x="8107" y="15516"/>
                </a:lnTo>
                <a:lnTo>
                  <a:pt x="8254" y="15480"/>
                </a:lnTo>
                <a:lnTo>
                  <a:pt x="8437" y="15406"/>
                </a:lnTo>
                <a:lnTo>
                  <a:pt x="8474" y="15406"/>
                </a:lnTo>
                <a:lnTo>
                  <a:pt x="8804" y="15516"/>
                </a:lnTo>
                <a:lnTo>
                  <a:pt x="9171" y="15590"/>
                </a:lnTo>
                <a:lnTo>
                  <a:pt x="9501" y="15590"/>
                </a:lnTo>
                <a:lnTo>
                  <a:pt x="9868" y="15516"/>
                </a:lnTo>
                <a:lnTo>
                  <a:pt x="10161" y="15406"/>
                </a:lnTo>
                <a:lnTo>
                  <a:pt x="10418" y="15260"/>
                </a:lnTo>
                <a:lnTo>
                  <a:pt x="10675" y="15040"/>
                </a:lnTo>
                <a:lnTo>
                  <a:pt x="10858" y="14819"/>
                </a:lnTo>
                <a:lnTo>
                  <a:pt x="11042" y="14563"/>
                </a:lnTo>
                <a:lnTo>
                  <a:pt x="11188" y="14269"/>
                </a:lnTo>
                <a:lnTo>
                  <a:pt x="11299" y="13976"/>
                </a:lnTo>
                <a:lnTo>
                  <a:pt x="11409" y="13682"/>
                </a:lnTo>
                <a:lnTo>
                  <a:pt x="11519" y="13242"/>
                </a:lnTo>
                <a:lnTo>
                  <a:pt x="11629" y="12765"/>
                </a:lnTo>
                <a:lnTo>
                  <a:pt x="11665" y="12252"/>
                </a:lnTo>
                <a:lnTo>
                  <a:pt x="11702" y="11775"/>
                </a:lnTo>
                <a:lnTo>
                  <a:pt x="12619" y="11848"/>
                </a:lnTo>
                <a:lnTo>
                  <a:pt x="13499" y="11922"/>
                </a:lnTo>
                <a:lnTo>
                  <a:pt x="14416" y="11922"/>
                </a:lnTo>
                <a:lnTo>
                  <a:pt x="15297" y="11885"/>
                </a:lnTo>
                <a:lnTo>
                  <a:pt x="15333" y="11848"/>
                </a:lnTo>
                <a:lnTo>
                  <a:pt x="15333" y="11775"/>
                </a:lnTo>
                <a:lnTo>
                  <a:pt x="15590" y="11702"/>
                </a:lnTo>
                <a:lnTo>
                  <a:pt x="15884" y="11628"/>
                </a:lnTo>
                <a:lnTo>
                  <a:pt x="16140" y="11481"/>
                </a:lnTo>
                <a:lnTo>
                  <a:pt x="16397" y="11335"/>
                </a:lnTo>
                <a:lnTo>
                  <a:pt x="16507" y="11335"/>
                </a:lnTo>
                <a:lnTo>
                  <a:pt x="16544" y="11298"/>
                </a:lnTo>
                <a:lnTo>
                  <a:pt x="16581" y="11225"/>
                </a:lnTo>
                <a:lnTo>
                  <a:pt x="16544" y="10931"/>
                </a:lnTo>
                <a:lnTo>
                  <a:pt x="16471" y="10638"/>
                </a:lnTo>
                <a:lnTo>
                  <a:pt x="16397" y="10344"/>
                </a:lnTo>
                <a:lnTo>
                  <a:pt x="16287" y="10088"/>
                </a:lnTo>
                <a:lnTo>
                  <a:pt x="15994" y="9537"/>
                </a:lnTo>
                <a:lnTo>
                  <a:pt x="15627" y="9060"/>
                </a:lnTo>
                <a:lnTo>
                  <a:pt x="15223" y="8584"/>
                </a:lnTo>
                <a:lnTo>
                  <a:pt x="14783" y="8143"/>
                </a:lnTo>
                <a:lnTo>
                  <a:pt x="14306" y="7740"/>
                </a:lnTo>
                <a:lnTo>
                  <a:pt x="13793" y="7336"/>
                </a:lnTo>
                <a:lnTo>
                  <a:pt x="12949" y="6786"/>
                </a:lnTo>
                <a:lnTo>
                  <a:pt x="13353" y="6053"/>
                </a:lnTo>
                <a:lnTo>
                  <a:pt x="13720" y="5319"/>
                </a:lnTo>
                <a:lnTo>
                  <a:pt x="14050" y="4549"/>
                </a:lnTo>
                <a:lnTo>
                  <a:pt x="14306" y="3778"/>
                </a:lnTo>
                <a:lnTo>
                  <a:pt x="14306" y="3632"/>
                </a:lnTo>
                <a:lnTo>
                  <a:pt x="14453" y="3522"/>
                </a:lnTo>
                <a:lnTo>
                  <a:pt x="14600" y="3375"/>
                </a:lnTo>
                <a:lnTo>
                  <a:pt x="14747" y="3155"/>
                </a:lnTo>
                <a:lnTo>
                  <a:pt x="14820" y="2935"/>
                </a:lnTo>
                <a:lnTo>
                  <a:pt x="14820" y="2678"/>
                </a:lnTo>
                <a:lnTo>
                  <a:pt x="14747" y="2421"/>
                </a:lnTo>
                <a:lnTo>
                  <a:pt x="14637" y="2238"/>
                </a:lnTo>
                <a:lnTo>
                  <a:pt x="14490" y="2054"/>
                </a:lnTo>
                <a:lnTo>
                  <a:pt x="14270" y="1944"/>
                </a:lnTo>
                <a:lnTo>
                  <a:pt x="14160" y="1908"/>
                </a:lnTo>
                <a:lnTo>
                  <a:pt x="14013" y="1908"/>
                </a:lnTo>
                <a:lnTo>
                  <a:pt x="13830" y="1944"/>
                </a:lnTo>
                <a:lnTo>
                  <a:pt x="13683" y="2018"/>
                </a:lnTo>
                <a:lnTo>
                  <a:pt x="13536" y="2091"/>
                </a:lnTo>
                <a:lnTo>
                  <a:pt x="13389" y="2201"/>
                </a:lnTo>
                <a:lnTo>
                  <a:pt x="12949" y="2128"/>
                </a:lnTo>
                <a:lnTo>
                  <a:pt x="12472" y="2164"/>
                </a:lnTo>
                <a:lnTo>
                  <a:pt x="12032" y="2201"/>
                </a:lnTo>
                <a:lnTo>
                  <a:pt x="11592" y="2274"/>
                </a:lnTo>
                <a:lnTo>
                  <a:pt x="11115" y="2421"/>
                </a:lnTo>
                <a:lnTo>
                  <a:pt x="10675" y="2568"/>
                </a:lnTo>
                <a:lnTo>
                  <a:pt x="10271" y="2751"/>
                </a:lnTo>
                <a:lnTo>
                  <a:pt x="9831" y="2971"/>
                </a:lnTo>
                <a:lnTo>
                  <a:pt x="9611" y="3081"/>
                </a:lnTo>
                <a:lnTo>
                  <a:pt x="9208" y="2421"/>
                </a:lnTo>
                <a:lnTo>
                  <a:pt x="8767" y="1761"/>
                </a:lnTo>
                <a:lnTo>
                  <a:pt x="8254" y="1137"/>
                </a:lnTo>
                <a:lnTo>
                  <a:pt x="7740" y="550"/>
                </a:lnTo>
                <a:lnTo>
                  <a:pt x="7630" y="477"/>
                </a:lnTo>
                <a:lnTo>
                  <a:pt x="7520" y="477"/>
                </a:lnTo>
                <a:lnTo>
                  <a:pt x="7117" y="624"/>
                </a:lnTo>
                <a:lnTo>
                  <a:pt x="6713" y="807"/>
                </a:lnTo>
                <a:lnTo>
                  <a:pt x="6640" y="844"/>
                </a:lnTo>
                <a:lnTo>
                  <a:pt x="6603" y="881"/>
                </a:lnTo>
                <a:lnTo>
                  <a:pt x="6640" y="991"/>
                </a:lnTo>
                <a:lnTo>
                  <a:pt x="6677" y="1064"/>
                </a:lnTo>
                <a:lnTo>
                  <a:pt x="6787" y="1064"/>
                </a:lnTo>
                <a:lnTo>
                  <a:pt x="7153" y="1027"/>
                </a:lnTo>
                <a:lnTo>
                  <a:pt x="7484" y="991"/>
                </a:lnTo>
                <a:lnTo>
                  <a:pt x="7960" y="1541"/>
                </a:lnTo>
                <a:lnTo>
                  <a:pt x="8401" y="2091"/>
                </a:lnTo>
                <a:lnTo>
                  <a:pt x="8841" y="2715"/>
                </a:lnTo>
                <a:lnTo>
                  <a:pt x="9208" y="3301"/>
                </a:lnTo>
                <a:lnTo>
                  <a:pt x="8511" y="3742"/>
                </a:lnTo>
                <a:lnTo>
                  <a:pt x="7850" y="4219"/>
                </a:lnTo>
                <a:lnTo>
                  <a:pt x="6603" y="3668"/>
                </a:lnTo>
                <a:lnTo>
                  <a:pt x="5980" y="3412"/>
                </a:lnTo>
                <a:lnTo>
                  <a:pt x="5319" y="3191"/>
                </a:lnTo>
                <a:lnTo>
                  <a:pt x="5393" y="2788"/>
                </a:lnTo>
                <a:lnTo>
                  <a:pt x="5466" y="2384"/>
                </a:lnTo>
                <a:lnTo>
                  <a:pt x="5576" y="1981"/>
                </a:lnTo>
                <a:lnTo>
                  <a:pt x="5723" y="1577"/>
                </a:lnTo>
                <a:lnTo>
                  <a:pt x="5906" y="1211"/>
                </a:lnTo>
                <a:lnTo>
                  <a:pt x="6126" y="844"/>
                </a:lnTo>
                <a:lnTo>
                  <a:pt x="6383" y="514"/>
                </a:lnTo>
                <a:lnTo>
                  <a:pt x="6640" y="184"/>
                </a:lnTo>
                <a:lnTo>
                  <a:pt x="6677" y="110"/>
                </a:lnTo>
                <a:lnTo>
                  <a:pt x="6677" y="37"/>
                </a:lnTo>
                <a:lnTo>
                  <a:pt x="6603" y="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501" name="Google Shape;501;p10"/>
          <p:cNvSpPr/>
          <p:nvPr/>
        </p:nvSpPr>
        <p:spPr>
          <a:xfrm>
            <a:off x="-46688" y="5434125"/>
            <a:ext cx="452803" cy="534156"/>
          </a:xfrm>
          <a:custGeom>
            <a:avLst/>
            <a:gdLst/>
            <a:ahLst/>
            <a:cxnLst/>
            <a:rect l="l" t="t" r="r" b="b"/>
            <a:pathLst>
              <a:path w="9391" h="11079" extrusionOk="0">
                <a:moveTo>
                  <a:pt x="4916" y="441"/>
                </a:moveTo>
                <a:lnTo>
                  <a:pt x="5026" y="477"/>
                </a:lnTo>
                <a:lnTo>
                  <a:pt x="5099" y="551"/>
                </a:lnTo>
                <a:lnTo>
                  <a:pt x="5099" y="771"/>
                </a:lnTo>
                <a:lnTo>
                  <a:pt x="5026" y="954"/>
                </a:lnTo>
                <a:lnTo>
                  <a:pt x="4953" y="1064"/>
                </a:lnTo>
                <a:lnTo>
                  <a:pt x="4842" y="1138"/>
                </a:lnTo>
                <a:lnTo>
                  <a:pt x="4732" y="1174"/>
                </a:lnTo>
                <a:lnTo>
                  <a:pt x="4622" y="1138"/>
                </a:lnTo>
                <a:lnTo>
                  <a:pt x="4366" y="1028"/>
                </a:lnTo>
                <a:lnTo>
                  <a:pt x="4439" y="917"/>
                </a:lnTo>
                <a:lnTo>
                  <a:pt x="4439" y="771"/>
                </a:lnTo>
                <a:lnTo>
                  <a:pt x="4402" y="697"/>
                </a:lnTo>
                <a:lnTo>
                  <a:pt x="4366" y="661"/>
                </a:lnTo>
                <a:lnTo>
                  <a:pt x="4476" y="551"/>
                </a:lnTo>
                <a:lnTo>
                  <a:pt x="4622" y="477"/>
                </a:lnTo>
                <a:lnTo>
                  <a:pt x="4769" y="441"/>
                </a:lnTo>
                <a:close/>
                <a:moveTo>
                  <a:pt x="3375" y="6493"/>
                </a:moveTo>
                <a:lnTo>
                  <a:pt x="3375" y="6530"/>
                </a:lnTo>
                <a:lnTo>
                  <a:pt x="3339" y="6530"/>
                </a:lnTo>
                <a:lnTo>
                  <a:pt x="3375" y="6493"/>
                </a:lnTo>
                <a:close/>
                <a:moveTo>
                  <a:pt x="4292" y="6933"/>
                </a:moveTo>
                <a:lnTo>
                  <a:pt x="4256" y="7007"/>
                </a:lnTo>
                <a:lnTo>
                  <a:pt x="4219" y="6970"/>
                </a:lnTo>
                <a:lnTo>
                  <a:pt x="4292" y="6933"/>
                </a:lnTo>
                <a:close/>
                <a:moveTo>
                  <a:pt x="5209" y="4219"/>
                </a:moveTo>
                <a:lnTo>
                  <a:pt x="5429" y="4329"/>
                </a:lnTo>
                <a:lnTo>
                  <a:pt x="5649" y="4439"/>
                </a:lnTo>
                <a:lnTo>
                  <a:pt x="5686" y="4549"/>
                </a:lnTo>
                <a:lnTo>
                  <a:pt x="5723" y="4586"/>
                </a:lnTo>
                <a:lnTo>
                  <a:pt x="5796" y="4586"/>
                </a:lnTo>
                <a:lnTo>
                  <a:pt x="6016" y="4879"/>
                </a:lnTo>
                <a:lnTo>
                  <a:pt x="6163" y="5173"/>
                </a:lnTo>
                <a:lnTo>
                  <a:pt x="6200" y="5503"/>
                </a:lnTo>
                <a:lnTo>
                  <a:pt x="6200" y="5833"/>
                </a:lnTo>
                <a:lnTo>
                  <a:pt x="6090" y="6126"/>
                </a:lnTo>
                <a:lnTo>
                  <a:pt x="5943" y="6420"/>
                </a:lnTo>
                <a:lnTo>
                  <a:pt x="5796" y="6603"/>
                </a:lnTo>
                <a:lnTo>
                  <a:pt x="5649" y="6750"/>
                </a:lnTo>
                <a:lnTo>
                  <a:pt x="5649" y="6713"/>
                </a:lnTo>
                <a:lnTo>
                  <a:pt x="5649" y="6566"/>
                </a:lnTo>
                <a:lnTo>
                  <a:pt x="5649" y="6383"/>
                </a:lnTo>
                <a:lnTo>
                  <a:pt x="5613" y="6346"/>
                </a:lnTo>
                <a:lnTo>
                  <a:pt x="5576" y="6310"/>
                </a:lnTo>
                <a:lnTo>
                  <a:pt x="5539" y="6310"/>
                </a:lnTo>
                <a:lnTo>
                  <a:pt x="5503" y="6346"/>
                </a:lnTo>
                <a:lnTo>
                  <a:pt x="5393" y="6493"/>
                </a:lnTo>
                <a:lnTo>
                  <a:pt x="5356" y="6676"/>
                </a:lnTo>
                <a:lnTo>
                  <a:pt x="5319" y="6933"/>
                </a:lnTo>
                <a:lnTo>
                  <a:pt x="5099" y="7007"/>
                </a:lnTo>
                <a:lnTo>
                  <a:pt x="5099" y="6860"/>
                </a:lnTo>
                <a:lnTo>
                  <a:pt x="5099" y="6713"/>
                </a:lnTo>
                <a:lnTo>
                  <a:pt x="5136" y="6566"/>
                </a:lnTo>
                <a:lnTo>
                  <a:pt x="5209" y="6456"/>
                </a:lnTo>
                <a:lnTo>
                  <a:pt x="5246" y="6420"/>
                </a:lnTo>
                <a:lnTo>
                  <a:pt x="5209" y="6383"/>
                </a:lnTo>
                <a:lnTo>
                  <a:pt x="5173" y="6346"/>
                </a:lnTo>
                <a:lnTo>
                  <a:pt x="5136" y="6346"/>
                </a:lnTo>
                <a:lnTo>
                  <a:pt x="4953" y="6456"/>
                </a:lnTo>
                <a:lnTo>
                  <a:pt x="4842" y="6640"/>
                </a:lnTo>
                <a:lnTo>
                  <a:pt x="4769" y="6823"/>
                </a:lnTo>
                <a:lnTo>
                  <a:pt x="4769" y="7043"/>
                </a:lnTo>
                <a:lnTo>
                  <a:pt x="4696" y="7043"/>
                </a:lnTo>
                <a:lnTo>
                  <a:pt x="4659" y="7007"/>
                </a:lnTo>
                <a:lnTo>
                  <a:pt x="4622" y="6970"/>
                </a:lnTo>
                <a:lnTo>
                  <a:pt x="4586" y="6970"/>
                </a:lnTo>
                <a:lnTo>
                  <a:pt x="5026" y="6016"/>
                </a:lnTo>
                <a:lnTo>
                  <a:pt x="5026" y="5943"/>
                </a:lnTo>
                <a:lnTo>
                  <a:pt x="4989" y="5906"/>
                </a:lnTo>
                <a:lnTo>
                  <a:pt x="4953" y="5906"/>
                </a:lnTo>
                <a:lnTo>
                  <a:pt x="4916" y="5943"/>
                </a:lnTo>
                <a:lnTo>
                  <a:pt x="4402" y="6750"/>
                </a:lnTo>
                <a:lnTo>
                  <a:pt x="4366" y="6676"/>
                </a:lnTo>
                <a:lnTo>
                  <a:pt x="4329" y="6640"/>
                </a:lnTo>
                <a:lnTo>
                  <a:pt x="4256" y="6640"/>
                </a:lnTo>
                <a:lnTo>
                  <a:pt x="4439" y="6236"/>
                </a:lnTo>
                <a:lnTo>
                  <a:pt x="4659" y="5796"/>
                </a:lnTo>
                <a:lnTo>
                  <a:pt x="4696" y="5759"/>
                </a:lnTo>
                <a:lnTo>
                  <a:pt x="4659" y="5723"/>
                </a:lnTo>
                <a:lnTo>
                  <a:pt x="4586" y="5723"/>
                </a:lnTo>
                <a:lnTo>
                  <a:pt x="4182" y="6273"/>
                </a:lnTo>
                <a:lnTo>
                  <a:pt x="3999" y="6566"/>
                </a:lnTo>
                <a:lnTo>
                  <a:pt x="3852" y="6860"/>
                </a:lnTo>
                <a:lnTo>
                  <a:pt x="3669" y="6786"/>
                </a:lnTo>
                <a:lnTo>
                  <a:pt x="3779" y="6750"/>
                </a:lnTo>
                <a:lnTo>
                  <a:pt x="3852" y="6640"/>
                </a:lnTo>
                <a:lnTo>
                  <a:pt x="3889" y="6566"/>
                </a:lnTo>
                <a:lnTo>
                  <a:pt x="3889" y="6420"/>
                </a:lnTo>
                <a:lnTo>
                  <a:pt x="3889" y="6383"/>
                </a:lnTo>
                <a:lnTo>
                  <a:pt x="3815" y="6383"/>
                </a:lnTo>
                <a:lnTo>
                  <a:pt x="3999" y="6163"/>
                </a:lnTo>
                <a:lnTo>
                  <a:pt x="4512" y="5539"/>
                </a:lnTo>
                <a:lnTo>
                  <a:pt x="4512" y="5466"/>
                </a:lnTo>
                <a:lnTo>
                  <a:pt x="4476" y="5429"/>
                </a:lnTo>
                <a:lnTo>
                  <a:pt x="4402" y="5429"/>
                </a:lnTo>
                <a:lnTo>
                  <a:pt x="3779" y="6016"/>
                </a:lnTo>
                <a:lnTo>
                  <a:pt x="3632" y="6126"/>
                </a:lnTo>
                <a:lnTo>
                  <a:pt x="3595" y="6090"/>
                </a:lnTo>
                <a:lnTo>
                  <a:pt x="3559" y="6090"/>
                </a:lnTo>
                <a:lnTo>
                  <a:pt x="3485" y="6126"/>
                </a:lnTo>
                <a:lnTo>
                  <a:pt x="3669" y="5869"/>
                </a:lnTo>
                <a:lnTo>
                  <a:pt x="3889" y="5649"/>
                </a:lnTo>
                <a:lnTo>
                  <a:pt x="4146" y="5466"/>
                </a:lnTo>
                <a:lnTo>
                  <a:pt x="4402" y="5283"/>
                </a:lnTo>
                <a:lnTo>
                  <a:pt x="4439" y="5246"/>
                </a:lnTo>
                <a:lnTo>
                  <a:pt x="4402" y="5209"/>
                </a:lnTo>
                <a:lnTo>
                  <a:pt x="4402" y="5173"/>
                </a:lnTo>
                <a:lnTo>
                  <a:pt x="4329" y="5136"/>
                </a:lnTo>
                <a:lnTo>
                  <a:pt x="3962" y="5319"/>
                </a:lnTo>
                <a:lnTo>
                  <a:pt x="3632" y="5539"/>
                </a:lnTo>
                <a:lnTo>
                  <a:pt x="3339" y="5796"/>
                </a:lnTo>
                <a:lnTo>
                  <a:pt x="3082" y="6126"/>
                </a:lnTo>
                <a:lnTo>
                  <a:pt x="3045" y="6016"/>
                </a:lnTo>
                <a:lnTo>
                  <a:pt x="3082" y="5980"/>
                </a:lnTo>
                <a:lnTo>
                  <a:pt x="3339" y="5613"/>
                </a:lnTo>
                <a:lnTo>
                  <a:pt x="3632" y="5283"/>
                </a:lnTo>
                <a:lnTo>
                  <a:pt x="3962" y="4952"/>
                </a:lnTo>
                <a:lnTo>
                  <a:pt x="4292" y="4659"/>
                </a:lnTo>
                <a:lnTo>
                  <a:pt x="4292" y="4622"/>
                </a:lnTo>
                <a:lnTo>
                  <a:pt x="4256" y="4586"/>
                </a:lnTo>
                <a:lnTo>
                  <a:pt x="4219" y="4586"/>
                </a:lnTo>
                <a:lnTo>
                  <a:pt x="3925" y="4732"/>
                </a:lnTo>
                <a:lnTo>
                  <a:pt x="3632" y="4879"/>
                </a:lnTo>
                <a:lnTo>
                  <a:pt x="3375" y="5099"/>
                </a:lnTo>
                <a:lnTo>
                  <a:pt x="3155" y="5356"/>
                </a:lnTo>
                <a:lnTo>
                  <a:pt x="3228" y="5209"/>
                </a:lnTo>
                <a:lnTo>
                  <a:pt x="3339" y="5062"/>
                </a:lnTo>
                <a:lnTo>
                  <a:pt x="3559" y="4842"/>
                </a:lnTo>
                <a:lnTo>
                  <a:pt x="3852" y="4622"/>
                </a:lnTo>
                <a:lnTo>
                  <a:pt x="4146" y="4476"/>
                </a:lnTo>
                <a:lnTo>
                  <a:pt x="4402" y="4366"/>
                </a:lnTo>
                <a:lnTo>
                  <a:pt x="4659" y="4292"/>
                </a:lnTo>
                <a:lnTo>
                  <a:pt x="4953" y="4219"/>
                </a:lnTo>
                <a:close/>
                <a:moveTo>
                  <a:pt x="807" y="8767"/>
                </a:moveTo>
                <a:lnTo>
                  <a:pt x="807" y="8841"/>
                </a:lnTo>
                <a:lnTo>
                  <a:pt x="844" y="8914"/>
                </a:lnTo>
                <a:lnTo>
                  <a:pt x="918" y="8951"/>
                </a:lnTo>
                <a:lnTo>
                  <a:pt x="1138" y="8951"/>
                </a:lnTo>
                <a:lnTo>
                  <a:pt x="1211" y="8987"/>
                </a:lnTo>
                <a:lnTo>
                  <a:pt x="1321" y="8987"/>
                </a:lnTo>
                <a:lnTo>
                  <a:pt x="1321" y="9061"/>
                </a:lnTo>
                <a:lnTo>
                  <a:pt x="1321" y="9097"/>
                </a:lnTo>
                <a:lnTo>
                  <a:pt x="1248" y="9171"/>
                </a:lnTo>
                <a:lnTo>
                  <a:pt x="1174" y="9207"/>
                </a:lnTo>
                <a:lnTo>
                  <a:pt x="954" y="9244"/>
                </a:lnTo>
                <a:lnTo>
                  <a:pt x="844" y="9207"/>
                </a:lnTo>
                <a:lnTo>
                  <a:pt x="697" y="9134"/>
                </a:lnTo>
                <a:lnTo>
                  <a:pt x="587" y="9061"/>
                </a:lnTo>
                <a:lnTo>
                  <a:pt x="551" y="8951"/>
                </a:lnTo>
                <a:lnTo>
                  <a:pt x="661" y="8841"/>
                </a:lnTo>
                <a:lnTo>
                  <a:pt x="807" y="8767"/>
                </a:lnTo>
                <a:close/>
                <a:moveTo>
                  <a:pt x="8511" y="8657"/>
                </a:moveTo>
                <a:lnTo>
                  <a:pt x="8621" y="8694"/>
                </a:lnTo>
                <a:lnTo>
                  <a:pt x="8731" y="8731"/>
                </a:lnTo>
                <a:lnTo>
                  <a:pt x="8841" y="8804"/>
                </a:lnTo>
                <a:lnTo>
                  <a:pt x="8951" y="8877"/>
                </a:lnTo>
                <a:lnTo>
                  <a:pt x="8987" y="8987"/>
                </a:lnTo>
                <a:lnTo>
                  <a:pt x="9024" y="9097"/>
                </a:lnTo>
                <a:lnTo>
                  <a:pt x="9024" y="9134"/>
                </a:lnTo>
                <a:lnTo>
                  <a:pt x="8987" y="9134"/>
                </a:lnTo>
                <a:lnTo>
                  <a:pt x="8877" y="9097"/>
                </a:lnTo>
                <a:lnTo>
                  <a:pt x="8804" y="9134"/>
                </a:lnTo>
                <a:lnTo>
                  <a:pt x="8731" y="9171"/>
                </a:lnTo>
                <a:lnTo>
                  <a:pt x="8621" y="9281"/>
                </a:lnTo>
                <a:lnTo>
                  <a:pt x="8474" y="9354"/>
                </a:lnTo>
                <a:lnTo>
                  <a:pt x="8327" y="9318"/>
                </a:lnTo>
                <a:lnTo>
                  <a:pt x="8254" y="9244"/>
                </a:lnTo>
                <a:lnTo>
                  <a:pt x="8217" y="9171"/>
                </a:lnTo>
                <a:lnTo>
                  <a:pt x="8217" y="9024"/>
                </a:lnTo>
                <a:lnTo>
                  <a:pt x="8254" y="8841"/>
                </a:lnTo>
                <a:lnTo>
                  <a:pt x="8254" y="8694"/>
                </a:lnTo>
                <a:lnTo>
                  <a:pt x="8511" y="8657"/>
                </a:lnTo>
                <a:close/>
                <a:moveTo>
                  <a:pt x="5026" y="9501"/>
                </a:moveTo>
                <a:lnTo>
                  <a:pt x="5063" y="9574"/>
                </a:lnTo>
                <a:lnTo>
                  <a:pt x="4989" y="9538"/>
                </a:lnTo>
                <a:lnTo>
                  <a:pt x="5026" y="9501"/>
                </a:lnTo>
                <a:close/>
                <a:moveTo>
                  <a:pt x="4696" y="9868"/>
                </a:moveTo>
                <a:lnTo>
                  <a:pt x="4953" y="9941"/>
                </a:lnTo>
                <a:lnTo>
                  <a:pt x="4916" y="10014"/>
                </a:lnTo>
                <a:lnTo>
                  <a:pt x="4879" y="10271"/>
                </a:lnTo>
                <a:lnTo>
                  <a:pt x="4842" y="10308"/>
                </a:lnTo>
                <a:lnTo>
                  <a:pt x="4549" y="10308"/>
                </a:lnTo>
                <a:lnTo>
                  <a:pt x="4439" y="10235"/>
                </a:lnTo>
                <a:lnTo>
                  <a:pt x="4329" y="10125"/>
                </a:lnTo>
                <a:lnTo>
                  <a:pt x="4292" y="10051"/>
                </a:lnTo>
                <a:lnTo>
                  <a:pt x="4256" y="9941"/>
                </a:lnTo>
                <a:lnTo>
                  <a:pt x="4329" y="9904"/>
                </a:lnTo>
                <a:lnTo>
                  <a:pt x="4439" y="9868"/>
                </a:lnTo>
                <a:close/>
                <a:moveTo>
                  <a:pt x="4806" y="0"/>
                </a:moveTo>
                <a:lnTo>
                  <a:pt x="4622" y="37"/>
                </a:lnTo>
                <a:lnTo>
                  <a:pt x="4476" y="110"/>
                </a:lnTo>
                <a:lnTo>
                  <a:pt x="4292" y="147"/>
                </a:lnTo>
                <a:lnTo>
                  <a:pt x="4146" y="257"/>
                </a:lnTo>
                <a:lnTo>
                  <a:pt x="3999" y="367"/>
                </a:lnTo>
                <a:lnTo>
                  <a:pt x="3889" y="477"/>
                </a:lnTo>
                <a:lnTo>
                  <a:pt x="3779" y="624"/>
                </a:lnTo>
                <a:lnTo>
                  <a:pt x="3705" y="807"/>
                </a:lnTo>
                <a:lnTo>
                  <a:pt x="3669" y="954"/>
                </a:lnTo>
                <a:lnTo>
                  <a:pt x="3669" y="1138"/>
                </a:lnTo>
                <a:lnTo>
                  <a:pt x="3705" y="1321"/>
                </a:lnTo>
                <a:lnTo>
                  <a:pt x="3815" y="1578"/>
                </a:lnTo>
                <a:lnTo>
                  <a:pt x="3999" y="1761"/>
                </a:lnTo>
                <a:lnTo>
                  <a:pt x="4182" y="1871"/>
                </a:lnTo>
                <a:lnTo>
                  <a:pt x="4402" y="1945"/>
                </a:lnTo>
                <a:lnTo>
                  <a:pt x="4366" y="2055"/>
                </a:lnTo>
                <a:lnTo>
                  <a:pt x="4329" y="2165"/>
                </a:lnTo>
                <a:lnTo>
                  <a:pt x="4329" y="2531"/>
                </a:lnTo>
                <a:lnTo>
                  <a:pt x="4329" y="2898"/>
                </a:lnTo>
                <a:lnTo>
                  <a:pt x="4329" y="3522"/>
                </a:lnTo>
                <a:lnTo>
                  <a:pt x="4329" y="3669"/>
                </a:lnTo>
                <a:lnTo>
                  <a:pt x="4366" y="3779"/>
                </a:lnTo>
                <a:lnTo>
                  <a:pt x="4072" y="3925"/>
                </a:lnTo>
                <a:lnTo>
                  <a:pt x="3815" y="4109"/>
                </a:lnTo>
                <a:lnTo>
                  <a:pt x="3742" y="4182"/>
                </a:lnTo>
                <a:lnTo>
                  <a:pt x="3742" y="4255"/>
                </a:lnTo>
                <a:lnTo>
                  <a:pt x="3522" y="4402"/>
                </a:lnTo>
                <a:lnTo>
                  <a:pt x="3339" y="4549"/>
                </a:lnTo>
                <a:lnTo>
                  <a:pt x="3155" y="4696"/>
                </a:lnTo>
                <a:lnTo>
                  <a:pt x="3008" y="4879"/>
                </a:lnTo>
                <a:lnTo>
                  <a:pt x="2862" y="5062"/>
                </a:lnTo>
                <a:lnTo>
                  <a:pt x="2752" y="5283"/>
                </a:lnTo>
                <a:lnTo>
                  <a:pt x="2678" y="5503"/>
                </a:lnTo>
                <a:lnTo>
                  <a:pt x="2642" y="5686"/>
                </a:lnTo>
                <a:lnTo>
                  <a:pt x="2642" y="5906"/>
                </a:lnTo>
                <a:lnTo>
                  <a:pt x="2678" y="6126"/>
                </a:lnTo>
                <a:lnTo>
                  <a:pt x="2752" y="6346"/>
                </a:lnTo>
                <a:lnTo>
                  <a:pt x="2825" y="6566"/>
                </a:lnTo>
                <a:lnTo>
                  <a:pt x="2898" y="6676"/>
                </a:lnTo>
                <a:lnTo>
                  <a:pt x="2421" y="7080"/>
                </a:lnTo>
                <a:lnTo>
                  <a:pt x="1908" y="7447"/>
                </a:lnTo>
                <a:lnTo>
                  <a:pt x="1431" y="7850"/>
                </a:lnTo>
                <a:lnTo>
                  <a:pt x="1211" y="8070"/>
                </a:lnTo>
                <a:lnTo>
                  <a:pt x="991" y="8327"/>
                </a:lnTo>
                <a:lnTo>
                  <a:pt x="771" y="8364"/>
                </a:lnTo>
                <a:lnTo>
                  <a:pt x="624" y="8327"/>
                </a:lnTo>
                <a:lnTo>
                  <a:pt x="477" y="8327"/>
                </a:lnTo>
                <a:lnTo>
                  <a:pt x="367" y="8364"/>
                </a:lnTo>
                <a:lnTo>
                  <a:pt x="257" y="8437"/>
                </a:lnTo>
                <a:lnTo>
                  <a:pt x="184" y="8511"/>
                </a:lnTo>
                <a:lnTo>
                  <a:pt x="111" y="8584"/>
                </a:lnTo>
                <a:lnTo>
                  <a:pt x="37" y="8804"/>
                </a:lnTo>
                <a:lnTo>
                  <a:pt x="0" y="9061"/>
                </a:lnTo>
                <a:lnTo>
                  <a:pt x="0" y="9318"/>
                </a:lnTo>
                <a:lnTo>
                  <a:pt x="74" y="9538"/>
                </a:lnTo>
                <a:lnTo>
                  <a:pt x="257" y="9684"/>
                </a:lnTo>
                <a:lnTo>
                  <a:pt x="477" y="9831"/>
                </a:lnTo>
                <a:lnTo>
                  <a:pt x="697" y="9904"/>
                </a:lnTo>
                <a:lnTo>
                  <a:pt x="954" y="9941"/>
                </a:lnTo>
                <a:lnTo>
                  <a:pt x="1174" y="9904"/>
                </a:lnTo>
                <a:lnTo>
                  <a:pt x="1431" y="9868"/>
                </a:lnTo>
                <a:lnTo>
                  <a:pt x="1651" y="9794"/>
                </a:lnTo>
                <a:lnTo>
                  <a:pt x="1798" y="9648"/>
                </a:lnTo>
                <a:lnTo>
                  <a:pt x="1908" y="9574"/>
                </a:lnTo>
                <a:lnTo>
                  <a:pt x="1945" y="9464"/>
                </a:lnTo>
                <a:lnTo>
                  <a:pt x="1981" y="9354"/>
                </a:lnTo>
                <a:lnTo>
                  <a:pt x="1981" y="9207"/>
                </a:lnTo>
                <a:lnTo>
                  <a:pt x="1908" y="8987"/>
                </a:lnTo>
                <a:lnTo>
                  <a:pt x="1798" y="8767"/>
                </a:lnTo>
                <a:lnTo>
                  <a:pt x="1651" y="8584"/>
                </a:lnTo>
                <a:lnTo>
                  <a:pt x="1431" y="8437"/>
                </a:lnTo>
                <a:lnTo>
                  <a:pt x="1394" y="8437"/>
                </a:lnTo>
                <a:lnTo>
                  <a:pt x="1578" y="8254"/>
                </a:lnTo>
                <a:lnTo>
                  <a:pt x="1761" y="8070"/>
                </a:lnTo>
                <a:lnTo>
                  <a:pt x="2165" y="7777"/>
                </a:lnTo>
                <a:lnTo>
                  <a:pt x="2421" y="7557"/>
                </a:lnTo>
                <a:lnTo>
                  <a:pt x="2642" y="7337"/>
                </a:lnTo>
                <a:lnTo>
                  <a:pt x="2862" y="7080"/>
                </a:lnTo>
                <a:lnTo>
                  <a:pt x="3008" y="6786"/>
                </a:lnTo>
                <a:lnTo>
                  <a:pt x="3118" y="6897"/>
                </a:lnTo>
                <a:lnTo>
                  <a:pt x="3302" y="7043"/>
                </a:lnTo>
                <a:lnTo>
                  <a:pt x="3632" y="7227"/>
                </a:lnTo>
                <a:lnTo>
                  <a:pt x="3999" y="7337"/>
                </a:lnTo>
                <a:lnTo>
                  <a:pt x="4366" y="7410"/>
                </a:lnTo>
                <a:lnTo>
                  <a:pt x="4439" y="7410"/>
                </a:lnTo>
                <a:lnTo>
                  <a:pt x="4402" y="7887"/>
                </a:lnTo>
                <a:lnTo>
                  <a:pt x="4402" y="8364"/>
                </a:lnTo>
                <a:lnTo>
                  <a:pt x="4439" y="9318"/>
                </a:lnTo>
                <a:lnTo>
                  <a:pt x="4256" y="9391"/>
                </a:lnTo>
                <a:lnTo>
                  <a:pt x="4109" y="9464"/>
                </a:lnTo>
                <a:lnTo>
                  <a:pt x="3999" y="9574"/>
                </a:lnTo>
                <a:lnTo>
                  <a:pt x="3925" y="9684"/>
                </a:lnTo>
                <a:lnTo>
                  <a:pt x="3889" y="9794"/>
                </a:lnTo>
                <a:lnTo>
                  <a:pt x="3852" y="9941"/>
                </a:lnTo>
                <a:lnTo>
                  <a:pt x="3815" y="10125"/>
                </a:lnTo>
                <a:lnTo>
                  <a:pt x="3852" y="10271"/>
                </a:lnTo>
                <a:lnTo>
                  <a:pt x="3925" y="10565"/>
                </a:lnTo>
                <a:lnTo>
                  <a:pt x="4072" y="10821"/>
                </a:lnTo>
                <a:lnTo>
                  <a:pt x="4182" y="10895"/>
                </a:lnTo>
                <a:lnTo>
                  <a:pt x="4329" y="10968"/>
                </a:lnTo>
                <a:lnTo>
                  <a:pt x="4439" y="11042"/>
                </a:lnTo>
                <a:lnTo>
                  <a:pt x="4586" y="11078"/>
                </a:lnTo>
                <a:lnTo>
                  <a:pt x="4879" y="11078"/>
                </a:lnTo>
                <a:lnTo>
                  <a:pt x="5173" y="11005"/>
                </a:lnTo>
                <a:lnTo>
                  <a:pt x="5283" y="10932"/>
                </a:lnTo>
                <a:lnTo>
                  <a:pt x="5393" y="10821"/>
                </a:lnTo>
                <a:lnTo>
                  <a:pt x="5466" y="10711"/>
                </a:lnTo>
                <a:lnTo>
                  <a:pt x="5503" y="10601"/>
                </a:lnTo>
                <a:lnTo>
                  <a:pt x="5576" y="10308"/>
                </a:lnTo>
                <a:lnTo>
                  <a:pt x="5539" y="10051"/>
                </a:lnTo>
                <a:lnTo>
                  <a:pt x="5503" y="9904"/>
                </a:lnTo>
                <a:lnTo>
                  <a:pt x="5393" y="9794"/>
                </a:lnTo>
                <a:lnTo>
                  <a:pt x="5319" y="9684"/>
                </a:lnTo>
                <a:lnTo>
                  <a:pt x="5173" y="9611"/>
                </a:lnTo>
                <a:lnTo>
                  <a:pt x="5136" y="9428"/>
                </a:lnTo>
                <a:lnTo>
                  <a:pt x="5099" y="9354"/>
                </a:lnTo>
                <a:lnTo>
                  <a:pt x="4842" y="9354"/>
                </a:lnTo>
                <a:lnTo>
                  <a:pt x="4806" y="8474"/>
                </a:lnTo>
                <a:lnTo>
                  <a:pt x="4806" y="7960"/>
                </a:lnTo>
                <a:lnTo>
                  <a:pt x="4769" y="7447"/>
                </a:lnTo>
                <a:lnTo>
                  <a:pt x="5136" y="7410"/>
                </a:lnTo>
                <a:lnTo>
                  <a:pt x="5503" y="7300"/>
                </a:lnTo>
                <a:lnTo>
                  <a:pt x="5833" y="7117"/>
                </a:lnTo>
                <a:lnTo>
                  <a:pt x="6126" y="6860"/>
                </a:lnTo>
                <a:lnTo>
                  <a:pt x="6200" y="6786"/>
                </a:lnTo>
                <a:lnTo>
                  <a:pt x="6310" y="6933"/>
                </a:lnTo>
                <a:lnTo>
                  <a:pt x="6493" y="7080"/>
                </a:lnTo>
                <a:lnTo>
                  <a:pt x="6677" y="7190"/>
                </a:lnTo>
                <a:lnTo>
                  <a:pt x="6860" y="7300"/>
                </a:lnTo>
                <a:lnTo>
                  <a:pt x="7043" y="7630"/>
                </a:lnTo>
                <a:lnTo>
                  <a:pt x="7263" y="7997"/>
                </a:lnTo>
                <a:lnTo>
                  <a:pt x="7557" y="8437"/>
                </a:lnTo>
                <a:lnTo>
                  <a:pt x="7667" y="8584"/>
                </a:lnTo>
                <a:lnTo>
                  <a:pt x="7557" y="8767"/>
                </a:lnTo>
                <a:lnTo>
                  <a:pt x="7484" y="8951"/>
                </a:lnTo>
                <a:lnTo>
                  <a:pt x="7447" y="9097"/>
                </a:lnTo>
                <a:lnTo>
                  <a:pt x="7447" y="9281"/>
                </a:lnTo>
                <a:lnTo>
                  <a:pt x="7484" y="9428"/>
                </a:lnTo>
                <a:lnTo>
                  <a:pt x="7520" y="9611"/>
                </a:lnTo>
                <a:lnTo>
                  <a:pt x="7594" y="9758"/>
                </a:lnTo>
                <a:lnTo>
                  <a:pt x="7704" y="9904"/>
                </a:lnTo>
                <a:lnTo>
                  <a:pt x="7850" y="10014"/>
                </a:lnTo>
                <a:lnTo>
                  <a:pt x="7960" y="10125"/>
                </a:lnTo>
                <a:lnTo>
                  <a:pt x="8107" y="10161"/>
                </a:lnTo>
                <a:lnTo>
                  <a:pt x="8254" y="10198"/>
                </a:lnTo>
                <a:lnTo>
                  <a:pt x="8547" y="10198"/>
                </a:lnTo>
                <a:lnTo>
                  <a:pt x="8694" y="10125"/>
                </a:lnTo>
                <a:lnTo>
                  <a:pt x="8877" y="10051"/>
                </a:lnTo>
                <a:lnTo>
                  <a:pt x="9098" y="9831"/>
                </a:lnTo>
                <a:lnTo>
                  <a:pt x="9281" y="9538"/>
                </a:lnTo>
                <a:lnTo>
                  <a:pt x="9354" y="9391"/>
                </a:lnTo>
                <a:lnTo>
                  <a:pt x="9391" y="9244"/>
                </a:lnTo>
                <a:lnTo>
                  <a:pt x="9391" y="9061"/>
                </a:lnTo>
                <a:lnTo>
                  <a:pt x="9391" y="8914"/>
                </a:lnTo>
                <a:lnTo>
                  <a:pt x="9318" y="8767"/>
                </a:lnTo>
                <a:lnTo>
                  <a:pt x="9244" y="8621"/>
                </a:lnTo>
                <a:lnTo>
                  <a:pt x="9134" y="8511"/>
                </a:lnTo>
                <a:lnTo>
                  <a:pt x="8987" y="8437"/>
                </a:lnTo>
                <a:lnTo>
                  <a:pt x="8841" y="8364"/>
                </a:lnTo>
                <a:lnTo>
                  <a:pt x="8694" y="8327"/>
                </a:lnTo>
                <a:lnTo>
                  <a:pt x="8364" y="8290"/>
                </a:lnTo>
                <a:lnTo>
                  <a:pt x="8180" y="8290"/>
                </a:lnTo>
                <a:lnTo>
                  <a:pt x="7997" y="8364"/>
                </a:lnTo>
                <a:lnTo>
                  <a:pt x="7924" y="8217"/>
                </a:lnTo>
                <a:lnTo>
                  <a:pt x="7814" y="8070"/>
                </a:lnTo>
                <a:lnTo>
                  <a:pt x="7557" y="7667"/>
                </a:lnTo>
                <a:lnTo>
                  <a:pt x="7300" y="7300"/>
                </a:lnTo>
                <a:lnTo>
                  <a:pt x="7227" y="7153"/>
                </a:lnTo>
                <a:lnTo>
                  <a:pt x="7153" y="7007"/>
                </a:lnTo>
                <a:lnTo>
                  <a:pt x="7043" y="6933"/>
                </a:lnTo>
                <a:lnTo>
                  <a:pt x="6897" y="6897"/>
                </a:lnTo>
                <a:lnTo>
                  <a:pt x="6640" y="6750"/>
                </a:lnTo>
                <a:lnTo>
                  <a:pt x="6346" y="6530"/>
                </a:lnTo>
                <a:lnTo>
                  <a:pt x="6530" y="6236"/>
                </a:lnTo>
                <a:lnTo>
                  <a:pt x="6603" y="5869"/>
                </a:lnTo>
                <a:lnTo>
                  <a:pt x="6603" y="5503"/>
                </a:lnTo>
                <a:lnTo>
                  <a:pt x="6567" y="5173"/>
                </a:lnTo>
                <a:lnTo>
                  <a:pt x="6456" y="4842"/>
                </a:lnTo>
                <a:lnTo>
                  <a:pt x="6310" y="4586"/>
                </a:lnTo>
                <a:lnTo>
                  <a:pt x="6126" y="4329"/>
                </a:lnTo>
                <a:lnTo>
                  <a:pt x="5870" y="4109"/>
                </a:lnTo>
                <a:lnTo>
                  <a:pt x="5613" y="3962"/>
                </a:lnTo>
                <a:lnTo>
                  <a:pt x="5356" y="3815"/>
                </a:lnTo>
                <a:lnTo>
                  <a:pt x="5026" y="3742"/>
                </a:lnTo>
                <a:lnTo>
                  <a:pt x="4732" y="3742"/>
                </a:lnTo>
                <a:lnTo>
                  <a:pt x="4732" y="3522"/>
                </a:lnTo>
                <a:lnTo>
                  <a:pt x="4696" y="2678"/>
                </a:lnTo>
                <a:lnTo>
                  <a:pt x="4732" y="2385"/>
                </a:lnTo>
                <a:lnTo>
                  <a:pt x="4696" y="2165"/>
                </a:lnTo>
                <a:lnTo>
                  <a:pt x="4659" y="1981"/>
                </a:lnTo>
                <a:lnTo>
                  <a:pt x="4842" y="1945"/>
                </a:lnTo>
                <a:lnTo>
                  <a:pt x="5063" y="1871"/>
                </a:lnTo>
                <a:lnTo>
                  <a:pt x="5246" y="1761"/>
                </a:lnTo>
                <a:lnTo>
                  <a:pt x="5393" y="1651"/>
                </a:lnTo>
                <a:lnTo>
                  <a:pt x="5539" y="1468"/>
                </a:lnTo>
                <a:lnTo>
                  <a:pt x="5613" y="1284"/>
                </a:lnTo>
                <a:lnTo>
                  <a:pt x="5686" y="1101"/>
                </a:lnTo>
                <a:lnTo>
                  <a:pt x="5686" y="844"/>
                </a:lnTo>
                <a:lnTo>
                  <a:pt x="5613" y="624"/>
                </a:lnTo>
                <a:lnTo>
                  <a:pt x="5503" y="404"/>
                </a:lnTo>
                <a:lnTo>
                  <a:pt x="5466" y="257"/>
                </a:lnTo>
                <a:lnTo>
                  <a:pt x="5429" y="184"/>
                </a:lnTo>
                <a:lnTo>
                  <a:pt x="5356" y="147"/>
                </a:lnTo>
                <a:lnTo>
                  <a:pt x="5209" y="147"/>
                </a:lnTo>
                <a:lnTo>
                  <a:pt x="5063" y="110"/>
                </a:lnTo>
                <a:lnTo>
                  <a:pt x="4989" y="37"/>
                </a:lnTo>
                <a:lnTo>
                  <a:pt x="4806" y="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502" name="Google Shape;502;p10"/>
          <p:cNvSpPr/>
          <p:nvPr/>
        </p:nvSpPr>
        <p:spPr>
          <a:xfrm>
            <a:off x="961678" y="6664025"/>
            <a:ext cx="617412" cy="237283"/>
          </a:xfrm>
          <a:custGeom>
            <a:avLst/>
            <a:gdLst/>
            <a:ahLst/>
            <a:cxnLst/>
            <a:rect l="l" t="t" r="r" b="b"/>
            <a:pathLst>
              <a:path w="16325" h="6274" extrusionOk="0">
                <a:moveTo>
                  <a:pt x="14710" y="1"/>
                </a:moveTo>
                <a:lnTo>
                  <a:pt x="14527" y="74"/>
                </a:lnTo>
                <a:lnTo>
                  <a:pt x="14380" y="147"/>
                </a:lnTo>
                <a:lnTo>
                  <a:pt x="14270" y="221"/>
                </a:lnTo>
                <a:lnTo>
                  <a:pt x="14270" y="257"/>
                </a:lnTo>
                <a:lnTo>
                  <a:pt x="14197" y="221"/>
                </a:lnTo>
                <a:lnTo>
                  <a:pt x="14087" y="221"/>
                </a:lnTo>
                <a:lnTo>
                  <a:pt x="14013" y="294"/>
                </a:lnTo>
                <a:lnTo>
                  <a:pt x="13977" y="331"/>
                </a:lnTo>
                <a:lnTo>
                  <a:pt x="13977" y="441"/>
                </a:lnTo>
                <a:lnTo>
                  <a:pt x="14013" y="551"/>
                </a:lnTo>
                <a:lnTo>
                  <a:pt x="14050" y="587"/>
                </a:lnTo>
                <a:lnTo>
                  <a:pt x="14123" y="624"/>
                </a:lnTo>
                <a:lnTo>
                  <a:pt x="14343" y="624"/>
                </a:lnTo>
                <a:lnTo>
                  <a:pt x="14527" y="551"/>
                </a:lnTo>
                <a:lnTo>
                  <a:pt x="14710" y="477"/>
                </a:lnTo>
                <a:lnTo>
                  <a:pt x="14894" y="441"/>
                </a:lnTo>
                <a:lnTo>
                  <a:pt x="14967" y="477"/>
                </a:lnTo>
                <a:lnTo>
                  <a:pt x="15004" y="514"/>
                </a:lnTo>
                <a:lnTo>
                  <a:pt x="14967" y="587"/>
                </a:lnTo>
                <a:lnTo>
                  <a:pt x="14930" y="661"/>
                </a:lnTo>
                <a:lnTo>
                  <a:pt x="14747" y="881"/>
                </a:lnTo>
                <a:lnTo>
                  <a:pt x="14123" y="1725"/>
                </a:lnTo>
                <a:lnTo>
                  <a:pt x="14123" y="1798"/>
                </a:lnTo>
                <a:lnTo>
                  <a:pt x="14087" y="1871"/>
                </a:lnTo>
                <a:lnTo>
                  <a:pt x="14123" y="1981"/>
                </a:lnTo>
                <a:lnTo>
                  <a:pt x="14233" y="2055"/>
                </a:lnTo>
                <a:lnTo>
                  <a:pt x="14343" y="2091"/>
                </a:lnTo>
                <a:lnTo>
                  <a:pt x="14820" y="2091"/>
                </a:lnTo>
                <a:lnTo>
                  <a:pt x="15260" y="2055"/>
                </a:lnTo>
                <a:lnTo>
                  <a:pt x="15774" y="1945"/>
                </a:lnTo>
                <a:lnTo>
                  <a:pt x="16031" y="1871"/>
                </a:lnTo>
                <a:lnTo>
                  <a:pt x="16251" y="1761"/>
                </a:lnTo>
                <a:lnTo>
                  <a:pt x="16324" y="1651"/>
                </a:lnTo>
                <a:lnTo>
                  <a:pt x="16324" y="1541"/>
                </a:lnTo>
                <a:lnTo>
                  <a:pt x="16288" y="1468"/>
                </a:lnTo>
                <a:lnTo>
                  <a:pt x="16214" y="1431"/>
                </a:lnTo>
                <a:lnTo>
                  <a:pt x="16141" y="1394"/>
                </a:lnTo>
                <a:lnTo>
                  <a:pt x="15957" y="1431"/>
                </a:lnTo>
                <a:lnTo>
                  <a:pt x="15774" y="1468"/>
                </a:lnTo>
                <a:lnTo>
                  <a:pt x="15370" y="1541"/>
                </a:lnTo>
                <a:lnTo>
                  <a:pt x="14820" y="1615"/>
                </a:lnTo>
                <a:lnTo>
                  <a:pt x="14820" y="1615"/>
                </a:lnTo>
                <a:lnTo>
                  <a:pt x="15260" y="1028"/>
                </a:lnTo>
                <a:lnTo>
                  <a:pt x="15370" y="844"/>
                </a:lnTo>
                <a:lnTo>
                  <a:pt x="15481" y="698"/>
                </a:lnTo>
                <a:lnTo>
                  <a:pt x="15517" y="477"/>
                </a:lnTo>
                <a:lnTo>
                  <a:pt x="15517" y="404"/>
                </a:lnTo>
                <a:lnTo>
                  <a:pt x="15481" y="294"/>
                </a:lnTo>
                <a:lnTo>
                  <a:pt x="15370" y="184"/>
                </a:lnTo>
                <a:lnTo>
                  <a:pt x="15224" y="74"/>
                </a:lnTo>
                <a:lnTo>
                  <a:pt x="15077" y="37"/>
                </a:lnTo>
                <a:lnTo>
                  <a:pt x="14894" y="1"/>
                </a:lnTo>
                <a:close/>
                <a:moveTo>
                  <a:pt x="6604" y="2788"/>
                </a:moveTo>
                <a:lnTo>
                  <a:pt x="6163" y="2898"/>
                </a:lnTo>
                <a:lnTo>
                  <a:pt x="5576" y="2972"/>
                </a:lnTo>
                <a:lnTo>
                  <a:pt x="5283" y="3045"/>
                </a:lnTo>
                <a:lnTo>
                  <a:pt x="4990" y="3118"/>
                </a:lnTo>
                <a:lnTo>
                  <a:pt x="4953" y="3155"/>
                </a:lnTo>
                <a:lnTo>
                  <a:pt x="4880" y="3229"/>
                </a:lnTo>
                <a:lnTo>
                  <a:pt x="4880" y="3302"/>
                </a:lnTo>
                <a:lnTo>
                  <a:pt x="4880" y="3339"/>
                </a:lnTo>
                <a:lnTo>
                  <a:pt x="4880" y="3412"/>
                </a:lnTo>
                <a:lnTo>
                  <a:pt x="4916" y="3485"/>
                </a:lnTo>
                <a:lnTo>
                  <a:pt x="4990" y="3522"/>
                </a:lnTo>
                <a:lnTo>
                  <a:pt x="5063" y="3522"/>
                </a:lnTo>
                <a:lnTo>
                  <a:pt x="5613" y="3485"/>
                </a:lnTo>
                <a:lnTo>
                  <a:pt x="6163" y="3412"/>
                </a:lnTo>
                <a:lnTo>
                  <a:pt x="6640" y="3339"/>
                </a:lnTo>
                <a:lnTo>
                  <a:pt x="6860" y="3265"/>
                </a:lnTo>
                <a:lnTo>
                  <a:pt x="6970" y="3192"/>
                </a:lnTo>
                <a:lnTo>
                  <a:pt x="7044" y="3118"/>
                </a:lnTo>
                <a:lnTo>
                  <a:pt x="7044" y="3008"/>
                </a:lnTo>
                <a:lnTo>
                  <a:pt x="7044" y="2972"/>
                </a:lnTo>
                <a:lnTo>
                  <a:pt x="7007" y="2898"/>
                </a:lnTo>
                <a:lnTo>
                  <a:pt x="6897" y="2862"/>
                </a:lnTo>
                <a:lnTo>
                  <a:pt x="6824" y="2825"/>
                </a:lnTo>
                <a:lnTo>
                  <a:pt x="6604" y="2788"/>
                </a:lnTo>
                <a:close/>
                <a:moveTo>
                  <a:pt x="13500" y="1945"/>
                </a:moveTo>
                <a:lnTo>
                  <a:pt x="13280" y="1981"/>
                </a:lnTo>
                <a:lnTo>
                  <a:pt x="13060" y="2018"/>
                </a:lnTo>
                <a:lnTo>
                  <a:pt x="12876" y="2055"/>
                </a:lnTo>
                <a:lnTo>
                  <a:pt x="12693" y="2201"/>
                </a:lnTo>
                <a:lnTo>
                  <a:pt x="12546" y="2275"/>
                </a:lnTo>
                <a:lnTo>
                  <a:pt x="12436" y="2422"/>
                </a:lnTo>
                <a:lnTo>
                  <a:pt x="12289" y="2678"/>
                </a:lnTo>
                <a:lnTo>
                  <a:pt x="12179" y="3008"/>
                </a:lnTo>
                <a:lnTo>
                  <a:pt x="12179" y="3339"/>
                </a:lnTo>
                <a:lnTo>
                  <a:pt x="12179" y="3522"/>
                </a:lnTo>
                <a:lnTo>
                  <a:pt x="12216" y="3669"/>
                </a:lnTo>
                <a:lnTo>
                  <a:pt x="12289" y="3815"/>
                </a:lnTo>
                <a:lnTo>
                  <a:pt x="12363" y="3962"/>
                </a:lnTo>
                <a:lnTo>
                  <a:pt x="12473" y="4109"/>
                </a:lnTo>
                <a:lnTo>
                  <a:pt x="12583" y="4219"/>
                </a:lnTo>
                <a:lnTo>
                  <a:pt x="12729" y="4292"/>
                </a:lnTo>
                <a:lnTo>
                  <a:pt x="12876" y="4366"/>
                </a:lnTo>
                <a:lnTo>
                  <a:pt x="12986" y="4402"/>
                </a:lnTo>
                <a:lnTo>
                  <a:pt x="13096" y="4402"/>
                </a:lnTo>
                <a:lnTo>
                  <a:pt x="13353" y="4329"/>
                </a:lnTo>
                <a:lnTo>
                  <a:pt x="13757" y="4146"/>
                </a:lnTo>
                <a:lnTo>
                  <a:pt x="14197" y="3999"/>
                </a:lnTo>
                <a:lnTo>
                  <a:pt x="14417" y="3852"/>
                </a:lnTo>
                <a:lnTo>
                  <a:pt x="14564" y="3705"/>
                </a:lnTo>
                <a:lnTo>
                  <a:pt x="14600" y="3632"/>
                </a:lnTo>
                <a:lnTo>
                  <a:pt x="14564" y="3559"/>
                </a:lnTo>
                <a:lnTo>
                  <a:pt x="14527" y="3485"/>
                </a:lnTo>
                <a:lnTo>
                  <a:pt x="14453" y="3449"/>
                </a:lnTo>
                <a:lnTo>
                  <a:pt x="14343" y="3412"/>
                </a:lnTo>
                <a:lnTo>
                  <a:pt x="14197" y="3449"/>
                </a:lnTo>
                <a:lnTo>
                  <a:pt x="13940" y="3522"/>
                </a:lnTo>
                <a:lnTo>
                  <a:pt x="13426" y="3742"/>
                </a:lnTo>
                <a:lnTo>
                  <a:pt x="13280" y="3815"/>
                </a:lnTo>
                <a:lnTo>
                  <a:pt x="13133" y="3852"/>
                </a:lnTo>
                <a:lnTo>
                  <a:pt x="12986" y="3852"/>
                </a:lnTo>
                <a:lnTo>
                  <a:pt x="12839" y="3779"/>
                </a:lnTo>
                <a:lnTo>
                  <a:pt x="12766" y="3669"/>
                </a:lnTo>
                <a:lnTo>
                  <a:pt x="12729" y="3559"/>
                </a:lnTo>
                <a:lnTo>
                  <a:pt x="12656" y="3339"/>
                </a:lnTo>
                <a:lnTo>
                  <a:pt x="12656" y="3118"/>
                </a:lnTo>
                <a:lnTo>
                  <a:pt x="12729" y="2898"/>
                </a:lnTo>
                <a:lnTo>
                  <a:pt x="12839" y="2715"/>
                </a:lnTo>
                <a:lnTo>
                  <a:pt x="12986" y="2532"/>
                </a:lnTo>
                <a:lnTo>
                  <a:pt x="13133" y="2458"/>
                </a:lnTo>
                <a:lnTo>
                  <a:pt x="13280" y="2422"/>
                </a:lnTo>
                <a:lnTo>
                  <a:pt x="13610" y="2385"/>
                </a:lnTo>
                <a:lnTo>
                  <a:pt x="13940" y="2348"/>
                </a:lnTo>
                <a:lnTo>
                  <a:pt x="14307" y="2348"/>
                </a:lnTo>
                <a:lnTo>
                  <a:pt x="14307" y="2311"/>
                </a:lnTo>
                <a:lnTo>
                  <a:pt x="14307" y="2275"/>
                </a:lnTo>
                <a:lnTo>
                  <a:pt x="14307" y="2238"/>
                </a:lnTo>
                <a:lnTo>
                  <a:pt x="14123" y="2128"/>
                </a:lnTo>
                <a:lnTo>
                  <a:pt x="13903" y="2055"/>
                </a:lnTo>
                <a:lnTo>
                  <a:pt x="13720" y="1981"/>
                </a:lnTo>
                <a:lnTo>
                  <a:pt x="13500" y="1945"/>
                </a:lnTo>
                <a:close/>
                <a:moveTo>
                  <a:pt x="6787" y="4182"/>
                </a:moveTo>
                <a:lnTo>
                  <a:pt x="6347" y="4292"/>
                </a:lnTo>
                <a:lnTo>
                  <a:pt x="5907" y="4366"/>
                </a:lnTo>
                <a:lnTo>
                  <a:pt x="5466" y="4439"/>
                </a:lnTo>
                <a:lnTo>
                  <a:pt x="5063" y="4549"/>
                </a:lnTo>
                <a:lnTo>
                  <a:pt x="4990" y="4622"/>
                </a:lnTo>
                <a:lnTo>
                  <a:pt x="4953" y="4696"/>
                </a:lnTo>
                <a:lnTo>
                  <a:pt x="4953" y="4806"/>
                </a:lnTo>
                <a:lnTo>
                  <a:pt x="5063" y="4843"/>
                </a:lnTo>
                <a:lnTo>
                  <a:pt x="5283" y="4879"/>
                </a:lnTo>
                <a:lnTo>
                  <a:pt x="5980" y="4879"/>
                </a:lnTo>
                <a:lnTo>
                  <a:pt x="6457" y="4769"/>
                </a:lnTo>
                <a:lnTo>
                  <a:pt x="6897" y="4659"/>
                </a:lnTo>
                <a:lnTo>
                  <a:pt x="6970" y="4622"/>
                </a:lnTo>
                <a:lnTo>
                  <a:pt x="7044" y="4586"/>
                </a:lnTo>
                <a:lnTo>
                  <a:pt x="7080" y="4512"/>
                </a:lnTo>
                <a:lnTo>
                  <a:pt x="7117" y="4439"/>
                </a:lnTo>
                <a:lnTo>
                  <a:pt x="7080" y="4292"/>
                </a:lnTo>
                <a:lnTo>
                  <a:pt x="7007" y="4219"/>
                </a:lnTo>
                <a:lnTo>
                  <a:pt x="6934" y="4182"/>
                </a:lnTo>
                <a:close/>
                <a:moveTo>
                  <a:pt x="11079" y="2055"/>
                </a:moveTo>
                <a:lnTo>
                  <a:pt x="10785" y="2091"/>
                </a:lnTo>
                <a:lnTo>
                  <a:pt x="10565" y="2165"/>
                </a:lnTo>
                <a:lnTo>
                  <a:pt x="10382" y="2311"/>
                </a:lnTo>
                <a:lnTo>
                  <a:pt x="10235" y="2495"/>
                </a:lnTo>
                <a:lnTo>
                  <a:pt x="10198" y="2385"/>
                </a:lnTo>
                <a:lnTo>
                  <a:pt x="10088" y="2348"/>
                </a:lnTo>
                <a:lnTo>
                  <a:pt x="9942" y="2311"/>
                </a:lnTo>
                <a:lnTo>
                  <a:pt x="9611" y="2311"/>
                </a:lnTo>
                <a:lnTo>
                  <a:pt x="9501" y="2348"/>
                </a:lnTo>
                <a:lnTo>
                  <a:pt x="9208" y="2495"/>
                </a:lnTo>
                <a:lnTo>
                  <a:pt x="8988" y="2678"/>
                </a:lnTo>
                <a:lnTo>
                  <a:pt x="8951" y="2568"/>
                </a:lnTo>
                <a:lnTo>
                  <a:pt x="8915" y="2532"/>
                </a:lnTo>
                <a:lnTo>
                  <a:pt x="8878" y="2532"/>
                </a:lnTo>
                <a:lnTo>
                  <a:pt x="8804" y="2568"/>
                </a:lnTo>
                <a:lnTo>
                  <a:pt x="8731" y="2752"/>
                </a:lnTo>
                <a:lnTo>
                  <a:pt x="8658" y="2935"/>
                </a:lnTo>
                <a:lnTo>
                  <a:pt x="8621" y="3339"/>
                </a:lnTo>
                <a:lnTo>
                  <a:pt x="8584" y="3705"/>
                </a:lnTo>
                <a:lnTo>
                  <a:pt x="8621" y="4072"/>
                </a:lnTo>
                <a:lnTo>
                  <a:pt x="8694" y="4439"/>
                </a:lnTo>
                <a:lnTo>
                  <a:pt x="8768" y="4806"/>
                </a:lnTo>
                <a:lnTo>
                  <a:pt x="8804" y="4879"/>
                </a:lnTo>
                <a:lnTo>
                  <a:pt x="8878" y="4953"/>
                </a:lnTo>
                <a:lnTo>
                  <a:pt x="8951" y="4989"/>
                </a:lnTo>
                <a:lnTo>
                  <a:pt x="9061" y="4953"/>
                </a:lnTo>
                <a:lnTo>
                  <a:pt x="9135" y="4916"/>
                </a:lnTo>
                <a:lnTo>
                  <a:pt x="9208" y="4879"/>
                </a:lnTo>
                <a:lnTo>
                  <a:pt x="9245" y="4769"/>
                </a:lnTo>
                <a:lnTo>
                  <a:pt x="9208" y="4659"/>
                </a:lnTo>
                <a:lnTo>
                  <a:pt x="9135" y="4182"/>
                </a:lnTo>
                <a:lnTo>
                  <a:pt x="9098" y="3669"/>
                </a:lnTo>
                <a:lnTo>
                  <a:pt x="9135" y="3339"/>
                </a:lnTo>
                <a:lnTo>
                  <a:pt x="9208" y="3118"/>
                </a:lnTo>
                <a:lnTo>
                  <a:pt x="9391" y="2972"/>
                </a:lnTo>
                <a:lnTo>
                  <a:pt x="9575" y="2825"/>
                </a:lnTo>
                <a:lnTo>
                  <a:pt x="9795" y="2788"/>
                </a:lnTo>
                <a:lnTo>
                  <a:pt x="9868" y="4072"/>
                </a:lnTo>
                <a:lnTo>
                  <a:pt x="9905" y="4146"/>
                </a:lnTo>
                <a:lnTo>
                  <a:pt x="9942" y="4219"/>
                </a:lnTo>
                <a:lnTo>
                  <a:pt x="10015" y="4292"/>
                </a:lnTo>
                <a:lnTo>
                  <a:pt x="10125" y="4292"/>
                </a:lnTo>
                <a:lnTo>
                  <a:pt x="10198" y="4329"/>
                </a:lnTo>
                <a:lnTo>
                  <a:pt x="10272" y="4292"/>
                </a:lnTo>
                <a:lnTo>
                  <a:pt x="10308" y="4219"/>
                </a:lnTo>
                <a:lnTo>
                  <a:pt x="10345" y="4146"/>
                </a:lnTo>
                <a:lnTo>
                  <a:pt x="10455" y="3559"/>
                </a:lnTo>
                <a:lnTo>
                  <a:pt x="10565" y="3008"/>
                </a:lnTo>
                <a:lnTo>
                  <a:pt x="10602" y="2862"/>
                </a:lnTo>
                <a:lnTo>
                  <a:pt x="10675" y="2752"/>
                </a:lnTo>
                <a:lnTo>
                  <a:pt x="10785" y="2642"/>
                </a:lnTo>
                <a:lnTo>
                  <a:pt x="10895" y="2568"/>
                </a:lnTo>
                <a:lnTo>
                  <a:pt x="11079" y="2568"/>
                </a:lnTo>
                <a:lnTo>
                  <a:pt x="11115" y="2642"/>
                </a:lnTo>
                <a:lnTo>
                  <a:pt x="11115" y="2752"/>
                </a:lnTo>
                <a:lnTo>
                  <a:pt x="11115" y="2862"/>
                </a:lnTo>
                <a:lnTo>
                  <a:pt x="11189" y="3449"/>
                </a:lnTo>
                <a:lnTo>
                  <a:pt x="11299" y="4036"/>
                </a:lnTo>
                <a:lnTo>
                  <a:pt x="11372" y="4256"/>
                </a:lnTo>
                <a:lnTo>
                  <a:pt x="11446" y="4512"/>
                </a:lnTo>
                <a:lnTo>
                  <a:pt x="11556" y="4732"/>
                </a:lnTo>
                <a:lnTo>
                  <a:pt x="11629" y="4806"/>
                </a:lnTo>
                <a:lnTo>
                  <a:pt x="11739" y="4843"/>
                </a:lnTo>
                <a:lnTo>
                  <a:pt x="11849" y="4843"/>
                </a:lnTo>
                <a:lnTo>
                  <a:pt x="11922" y="4806"/>
                </a:lnTo>
                <a:lnTo>
                  <a:pt x="11996" y="4769"/>
                </a:lnTo>
                <a:lnTo>
                  <a:pt x="12032" y="4696"/>
                </a:lnTo>
                <a:lnTo>
                  <a:pt x="12069" y="4586"/>
                </a:lnTo>
                <a:lnTo>
                  <a:pt x="11996" y="4476"/>
                </a:lnTo>
                <a:lnTo>
                  <a:pt x="11922" y="4402"/>
                </a:lnTo>
                <a:lnTo>
                  <a:pt x="11886" y="4256"/>
                </a:lnTo>
                <a:lnTo>
                  <a:pt x="11812" y="4072"/>
                </a:lnTo>
                <a:lnTo>
                  <a:pt x="11776" y="3779"/>
                </a:lnTo>
                <a:lnTo>
                  <a:pt x="11666" y="3339"/>
                </a:lnTo>
                <a:lnTo>
                  <a:pt x="11629" y="2862"/>
                </a:lnTo>
                <a:lnTo>
                  <a:pt x="11629" y="2532"/>
                </a:lnTo>
                <a:lnTo>
                  <a:pt x="11592" y="2385"/>
                </a:lnTo>
                <a:lnTo>
                  <a:pt x="11482" y="2275"/>
                </a:lnTo>
                <a:lnTo>
                  <a:pt x="11299" y="2128"/>
                </a:lnTo>
                <a:lnTo>
                  <a:pt x="11189" y="2091"/>
                </a:lnTo>
                <a:lnTo>
                  <a:pt x="11079" y="2055"/>
                </a:lnTo>
                <a:close/>
                <a:moveTo>
                  <a:pt x="2715" y="1138"/>
                </a:moveTo>
                <a:lnTo>
                  <a:pt x="2569" y="1174"/>
                </a:lnTo>
                <a:lnTo>
                  <a:pt x="2422" y="1284"/>
                </a:lnTo>
                <a:lnTo>
                  <a:pt x="2385" y="1358"/>
                </a:lnTo>
                <a:lnTo>
                  <a:pt x="2165" y="1284"/>
                </a:lnTo>
                <a:lnTo>
                  <a:pt x="1762" y="1284"/>
                </a:lnTo>
                <a:lnTo>
                  <a:pt x="1542" y="1358"/>
                </a:lnTo>
                <a:lnTo>
                  <a:pt x="771" y="1504"/>
                </a:lnTo>
                <a:lnTo>
                  <a:pt x="368" y="1651"/>
                </a:lnTo>
                <a:lnTo>
                  <a:pt x="184" y="1725"/>
                </a:lnTo>
                <a:lnTo>
                  <a:pt x="38" y="1835"/>
                </a:lnTo>
                <a:lnTo>
                  <a:pt x="1" y="1908"/>
                </a:lnTo>
                <a:lnTo>
                  <a:pt x="1" y="1981"/>
                </a:lnTo>
                <a:lnTo>
                  <a:pt x="38" y="2018"/>
                </a:lnTo>
                <a:lnTo>
                  <a:pt x="111" y="2055"/>
                </a:lnTo>
                <a:lnTo>
                  <a:pt x="74" y="2348"/>
                </a:lnTo>
                <a:lnTo>
                  <a:pt x="74" y="2642"/>
                </a:lnTo>
                <a:lnTo>
                  <a:pt x="74" y="3705"/>
                </a:lnTo>
                <a:lnTo>
                  <a:pt x="111" y="4843"/>
                </a:lnTo>
                <a:lnTo>
                  <a:pt x="148" y="5980"/>
                </a:lnTo>
                <a:lnTo>
                  <a:pt x="184" y="6090"/>
                </a:lnTo>
                <a:lnTo>
                  <a:pt x="294" y="6200"/>
                </a:lnTo>
                <a:lnTo>
                  <a:pt x="404" y="6236"/>
                </a:lnTo>
                <a:lnTo>
                  <a:pt x="514" y="6200"/>
                </a:lnTo>
                <a:lnTo>
                  <a:pt x="624" y="6236"/>
                </a:lnTo>
                <a:lnTo>
                  <a:pt x="845" y="6273"/>
                </a:lnTo>
                <a:lnTo>
                  <a:pt x="1028" y="6236"/>
                </a:lnTo>
                <a:lnTo>
                  <a:pt x="1395" y="6163"/>
                </a:lnTo>
                <a:lnTo>
                  <a:pt x="2385" y="5980"/>
                </a:lnTo>
                <a:lnTo>
                  <a:pt x="2605" y="5943"/>
                </a:lnTo>
                <a:lnTo>
                  <a:pt x="2752" y="5906"/>
                </a:lnTo>
                <a:lnTo>
                  <a:pt x="2899" y="5833"/>
                </a:lnTo>
                <a:lnTo>
                  <a:pt x="2972" y="5686"/>
                </a:lnTo>
                <a:lnTo>
                  <a:pt x="2972" y="5576"/>
                </a:lnTo>
                <a:lnTo>
                  <a:pt x="2935" y="5503"/>
                </a:lnTo>
                <a:lnTo>
                  <a:pt x="2825" y="5429"/>
                </a:lnTo>
                <a:lnTo>
                  <a:pt x="2679" y="5393"/>
                </a:lnTo>
                <a:lnTo>
                  <a:pt x="2532" y="5393"/>
                </a:lnTo>
                <a:lnTo>
                  <a:pt x="2385" y="5429"/>
                </a:lnTo>
                <a:lnTo>
                  <a:pt x="2055" y="5503"/>
                </a:lnTo>
                <a:lnTo>
                  <a:pt x="1762" y="5576"/>
                </a:lnTo>
                <a:lnTo>
                  <a:pt x="1028" y="5723"/>
                </a:lnTo>
                <a:lnTo>
                  <a:pt x="698" y="5796"/>
                </a:lnTo>
                <a:lnTo>
                  <a:pt x="661" y="4953"/>
                </a:lnTo>
                <a:lnTo>
                  <a:pt x="624" y="4109"/>
                </a:lnTo>
                <a:lnTo>
                  <a:pt x="845" y="4109"/>
                </a:lnTo>
                <a:lnTo>
                  <a:pt x="1028" y="4072"/>
                </a:lnTo>
                <a:lnTo>
                  <a:pt x="1431" y="3962"/>
                </a:lnTo>
                <a:lnTo>
                  <a:pt x="2459" y="3742"/>
                </a:lnTo>
                <a:lnTo>
                  <a:pt x="2495" y="3779"/>
                </a:lnTo>
                <a:lnTo>
                  <a:pt x="2605" y="3779"/>
                </a:lnTo>
                <a:lnTo>
                  <a:pt x="2679" y="3742"/>
                </a:lnTo>
                <a:lnTo>
                  <a:pt x="2752" y="3705"/>
                </a:lnTo>
                <a:lnTo>
                  <a:pt x="2789" y="3669"/>
                </a:lnTo>
                <a:lnTo>
                  <a:pt x="2862" y="3559"/>
                </a:lnTo>
                <a:lnTo>
                  <a:pt x="2899" y="3485"/>
                </a:lnTo>
                <a:lnTo>
                  <a:pt x="2899" y="3412"/>
                </a:lnTo>
                <a:lnTo>
                  <a:pt x="2862" y="3339"/>
                </a:lnTo>
                <a:lnTo>
                  <a:pt x="2825" y="3265"/>
                </a:lnTo>
                <a:lnTo>
                  <a:pt x="2715" y="3155"/>
                </a:lnTo>
                <a:lnTo>
                  <a:pt x="2532" y="3155"/>
                </a:lnTo>
                <a:lnTo>
                  <a:pt x="1431" y="3449"/>
                </a:lnTo>
                <a:lnTo>
                  <a:pt x="1028" y="3522"/>
                </a:lnTo>
                <a:lnTo>
                  <a:pt x="808" y="3595"/>
                </a:lnTo>
                <a:lnTo>
                  <a:pt x="624" y="3632"/>
                </a:lnTo>
                <a:lnTo>
                  <a:pt x="588" y="2788"/>
                </a:lnTo>
                <a:lnTo>
                  <a:pt x="588" y="2458"/>
                </a:lnTo>
                <a:lnTo>
                  <a:pt x="551" y="2091"/>
                </a:lnTo>
                <a:lnTo>
                  <a:pt x="1065" y="1981"/>
                </a:lnTo>
                <a:lnTo>
                  <a:pt x="1615" y="1835"/>
                </a:lnTo>
                <a:lnTo>
                  <a:pt x="1798" y="1798"/>
                </a:lnTo>
                <a:lnTo>
                  <a:pt x="2055" y="1798"/>
                </a:lnTo>
                <a:lnTo>
                  <a:pt x="2165" y="1871"/>
                </a:lnTo>
                <a:lnTo>
                  <a:pt x="2238" y="1908"/>
                </a:lnTo>
                <a:lnTo>
                  <a:pt x="2312" y="1945"/>
                </a:lnTo>
                <a:lnTo>
                  <a:pt x="2422" y="1945"/>
                </a:lnTo>
                <a:lnTo>
                  <a:pt x="2495" y="1908"/>
                </a:lnTo>
                <a:lnTo>
                  <a:pt x="3009" y="1651"/>
                </a:lnTo>
                <a:lnTo>
                  <a:pt x="3082" y="1615"/>
                </a:lnTo>
                <a:lnTo>
                  <a:pt x="3119" y="1578"/>
                </a:lnTo>
                <a:lnTo>
                  <a:pt x="3156" y="1431"/>
                </a:lnTo>
                <a:lnTo>
                  <a:pt x="3119" y="1284"/>
                </a:lnTo>
                <a:lnTo>
                  <a:pt x="3082" y="1248"/>
                </a:lnTo>
                <a:lnTo>
                  <a:pt x="3009" y="1174"/>
                </a:lnTo>
                <a:lnTo>
                  <a:pt x="2862" y="1138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503" name="Google Shape;503;p10"/>
          <p:cNvSpPr/>
          <p:nvPr/>
        </p:nvSpPr>
        <p:spPr>
          <a:xfrm>
            <a:off x="-324171" y="72281"/>
            <a:ext cx="786656" cy="552172"/>
          </a:xfrm>
          <a:custGeom>
            <a:avLst/>
            <a:gdLst/>
            <a:ahLst/>
            <a:cxnLst/>
            <a:rect l="l" t="t" r="r" b="b"/>
            <a:pathLst>
              <a:path w="20800" h="14600" extrusionOk="0">
                <a:moveTo>
                  <a:pt x="5466" y="441"/>
                </a:moveTo>
                <a:lnTo>
                  <a:pt x="5650" y="478"/>
                </a:lnTo>
                <a:lnTo>
                  <a:pt x="5577" y="478"/>
                </a:lnTo>
                <a:lnTo>
                  <a:pt x="5466" y="441"/>
                </a:lnTo>
                <a:close/>
                <a:moveTo>
                  <a:pt x="4843" y="478"/>
                </a:moveTo>
                <a:lnTo>
                  <a:pt x="4806" y="514"/>
                </a:lnTo>
                <a:lnTo>
                  <a:pt x="4586" y="551"/>
                </a:lnTo>
                <a:lnTo>
                  <a:pt x="4843" y="478"/>
                </a:lnTo>
                <a:close/>
                <a:moveTo>
                  <a:pt x="5173" y="808"/>
                </a:moveTo>
                <a:lnTo>
                  <a:pt x="5210" y="844"/>
                </a:lnTo>
                <a:lnTo>
                  <a:pt x="5246" y="918"/>
                </a:lnTo>
                <a:lnTo>
                  <a:pt x="5356" y="991"/>
                </a:lnTo>
                <a:lnTo>
                  <a:pt x="5503" y="1028"/>
                </a:lnTo>
                <a:lnTo>
                  <a:pt x="5760" y="1028"/>
                </a:lnTo>
                <a:lnTo>
                  <a:pt x="5870" y="991"/>
                </a:lnTo>
                <a:lnTo>
                  <a:pt x="5980" y="991"/>
                </a:lnTo>
                <a:lnTo>
                  <a:pt x="6017" y="1028"/>
                </a:lnTo>
                <a:lnTo>
                  <a:pt x="6053" y="1101"/>
                </a:lnTo>
                <a:lnTo>
                  <a:pt x="6163" y="1431"/>
                </a:lnTo>
                <a:lnTo>
                  <a:pt x="6163" y="1725"/>
                </a:lnTo>
                <a:lnTo>
                  <a:pt x="6127" y="2055"/>
                </a:lnTo>
                <a:lnTo>
                  <a:pt x="6053" y="2348"/>
                </a:lnTo>
                <a:lnTo>
                  <a:pt x="5980" y="2532"/>
                </a:lnTo>
                <a:lnTo>
                  <a:pt x="5907" y="2715"/>
                </a:lnTo>
                <a:lnTo>
                  <a:pt x="5650" y="3009"/>
                </a:lnTo>
                <a:lnTo>
                  <a:pt x="5393" y="3229"/>
                </a:lnTo>
                <a:lnTo>
                  <a:pt x="5063" y="3412"/>
                </a:lnTo>
                <a:lnTo>
                  <a:pt x="5063" y="3375"/>
                </a:lnTo>
                <a:lnTo>
                  <a:pt x="5063" y="3302"/>
                </a:lnTo>
                <a:lnTo>
                  <a:pt x="5026" y="3265"/>
                </a:lnTo>
                <a:lnTo>
                  <a:pt x="4953" y="3229"/>
                </a:lnTo>
                <a:lnTo>
                  <a:pt x="4880" y="3229"/>
                </a:lnTo>
                <a:lnTo>
                  <a:pt x="5063" y="2789"/>
                </a:lnTo>
                <a:lnTo>
                  <a:pt x="5063" y="2715"/>
                </a:lnTo>
                <a:lnTo>
                  <a:pt x="4990" y="2679"/>
                </a:lnTo>
                <a:lnTo>
                  <a:pt x="4953" y="2679"/>
                </a:lnTo>
                <a:lnTo>
                  <a:pt x="4880" y="2715"/>
                </a:lnTo>
                <a:lnTo>
                  <a:pt x="4549" y="3229"/>
                </a:lnTo>
                <a:lnTo>
                  <a:pt x="4329" y="3559"/>
                </a:lnTo>
                <a:lnTo>
                  <a:pt x="4109" y="3522"/>
                </a:lnTo>
                <a:lnTo>
                  <a:pt x="3853" y="3486"/>
                </a:lnTo>
                <a:lnTo>
                  <a:pt x="3706" y="3449"/>
                </a:lnTo>
                <a:lnTo>
                  <a:pt x="3999" y="3192"/>
                </a:lnTo>
                <a:lnTo>
                  <a:pt x="4586" y="2642"/>
                </a:lnTo>
                <a:lnTo>
                  <a:pt x="4586" y="2568"/>
                </a:lnTo>
                <a:lnTo>
                  <a:pt x="4586" y="2495"/>
                </a:lnTo>
                <a:lnTo>
                  <a:pt x="4513" y="2458"/>
                </a:lnTo>
                <a:lnTo>
                  <a:pt x="4439" y="2458"/>
                </a:lnTo>
                <a:lnTo>
                  <a:pt x="3486" y="3119"/>
                </a:lnTo>
                <a:lnTo>
                  <a:pt x="3302" y="3265"/>
                </a:lnTo>
                <a:lnTo>
                  <a:pt x="3229" y="3192"/>
                </a:lnTo>
                <a:lnTo>
                  <a:pt x="3266" y="3082"/>
                </a:lnTo>
                <a:lnTo>
                  <a:pt x="3302" y="3009"/>
                </a:lnTo>
                <a:lnTo>
                  <a:pt x="3266" y="2935"/>
                </a:lnTo>
                <a:lnTo>
                  <a:pt x="3229" y="2899"/>
                </a:lnTo>
                <a:lnTo>
                  <a:pt x="3339" y="2935"/>
                </a:lnTo>
                <a:lnTo>
                  <a:pt x="3669" y="2752"/>
                </a:lnTo>
                <a:lnTo>
                  <a:pt x="4733" y="2055"/>
                </a:lnTo>
                <a:lnTo>
                  <a:pt x="4770" y="1982"/>
                </a:lnTo>
                <a:lnTo>
                  <a:pt x="4770" y="1945"/>
                </a:lnTo>
                <a:lnTo>
                  <a:pt x="4733" y="1872"/>
                </a:lnTo>
                <a:lnTo>
                  <a:pt x="4660" y="1872"/>
                </a:lnTo>
                <a:lnTo>
                  <a:pt x="4329" y="1982"/>
                </a:lnTo>
                <a:lnTo>
                  <a:pt x="3816" y="2202"/>
                </a:lnTo>
                <a:lnTo>
                  <a:pt x="3302" y="2458"/>
                </a:lnTo>
                <a:lnTo>
                  <a:pt x="3082" y="2642"/>
                </a:lnTo>
                <a:lnTo>
                  <a:pt x="2935" y="2789"/>
                </a:lnTo>
                <a:lnTo>
                  <a:pt x="2899" y="2605"/>
                </a:lnTo>
                <a:lnTo>
                  <a:pt x="2899" y="2458"/>
                </a:lnTo>
                <a:lnTo>
                  <a:pt x="3082" y="2385"/>
                </a:lnTo>
                <a:lnTo>
                  <a:pt x="3266" y="2238"/>
                </a:lnTo>
                <a:lnTo>
                  <a:pt x="3632" y="2018"/>
                </a:lnTo>
                <a:lnTo>
                  <a:pt x="4109" y="1725"/>
                </a:lnTo>
                <a:lnTo>
                  <a:pt x="4586" y="1505"/>
                </a:lnTo>
                <a:lnTo>
                  <a:pt x="4660" y="1431"/>
                </a:lnTo>
                <a:lnTo>
                  <a:pt x="4660" y="1358"/>
                </a:lnTo>
                <a:lnTo>
                  <a:pt x="4586" y="1321"/>
                </a:lnTo>
                <a:lnTo>
                  <a:pt x="4513" y="1285"/>
                </a:lnTo>
                <a:lnTo>
                  <a:pt x="4256" y="1358"/>
                </a:lnTo>
                <a:lnTo>
                  <a:pt x="3963" y="1431"/>
                </a:lnTo>
                <a:lnTo>
                  <a:pt x="3706" y="1505"/>
                </a:lnTo>
                <a:lnTo>
                  <a:pt x="3449" y="1651"/>
                </a:lnTo>
                <a:lnTo>
                  <a:pt x="3156" y="1798"/>
                </a:lnTo>
                <a:lnTo>
                  <a:pt x="3302" y="1578"/>
                </a:lnTo>
                <a:lnTo>
                  <a:pt x="3486" y="1358"/>
                </a:lnTo>
                <a:lnTo>
                  <a:pt x="3779" y="1211"/>
                </a:lnTo>
                <a:lnTo>
                  <a:pt x="4109" y="1065"/>
                </a:lnTo>
                <a:lnTo>
                  <a:pt x="4733" y="844"/>
                </a:lnTo>
                <a:lnTo>
                  <a:pt x="4770" y="918"/>
                </a:lnTo>
                <a:lnTo>
                  <a:pt x="4843" y="991"/>
                </a:lnTo>
                <a:lnTo>
                  <a:pt x="4916" y="991"/>
                </a:lnTo>
                <a:lnTo>
                  <a:pt x="4990" y="1028"/>
                </a:lnTo>
                <a:lnTo>
                  <a:pt x="5063" y="991"/>
                </a:lnTo>
                <a:lnTo>
                  <a:pt x="5100" y="955"/>
                </a:lnTo>
                <a:lnTo>
                  <a:pt x="5173" y="881"/>
                </a:lnTo>
                <a:lnTo>
                  <a:pt x="5173" y="808"/>
                </a:lnTo>
                <a:close/>
                <a:moveTo>
                  <a:pt x="9648" y="3302"/>
                </a:moveTo>
                <a:lnTo>
                  <a:pt x="9905" y="3375"/>
                </a:lnTo>
                <a:lnTo>
                  <a:pt x="9905" y="3412"/>
                </a:lnTo>
                <a:lnTo>
                  <a:pt x="10125" y="3632"/>
                </a:lnTo>
                <a:lnTo>
                  <a:pt x="10308" y="3889"/>
                </a:lnTo>
                <a:lnTo>
                  <a:pt x="10162" y="4036"/>
                </a:lnTo>
                <a:lnTo>
                  <a:pt x="9978" y="4182"/>
                </a:lnTo>
                <a:lnTo>
                  <a:pt x="9795" y="4293"/>
                </a:lnTo>
                <a:lnTo>
                  <a:pt x="9612" y="4329"/>
                </a:lnTo>
                <a:lnTo>
                  <a:pt x="9501" y="4293"/>
                </a:lnTo>
                <a:lnTo>
                  <a:pt x="9428" y="4256"/>
                </a:lnTo>
                <a:lnTo>
                  <a:pt x="9501" y="4146"/>
                </a:lnTo>
                <a:lnTo>
                  <a:pt x="9501" y="4072"/>
                </a:lnTo>
                <a:lnTo>
                  <a:pt x="9465" y="3999"/>
                </a:lnTo>
                <a:lnTo>
                  <a:pt x="9391" y="3926"/>
                </a:lnTo>
                <a:lnTo>
                  <a:pt x="9245" y="3926"/>
                </a:lnTo>
                <a:lnTo>
                  <a:pt x="9465" y="3816"/>
                </a:lnTo>
                <a:lnTo>
                  <a:pt x="9501" y="3779"/>
                </a:lnTo>
                <a:lnTo>
                  <a:pt x="9538" y="3742"/>
                </a:lnTo>
                <a:lnTo>
                  <a:pt x="9538" y="3632"/>
                </a:lnTo>
                <a:lnTo>
                  <a:pt x="9465" y="3559"/>
                </a:lnTo>
                <a:lnTo>
                  <a:pt x="9391" y="3522"/>
                </a:lnTo>
                <a:lnTo>
                  <a:pt x="9355" y="3522"/>
                </a:lnTo>
                <a:lnTo>
                  <a:pt x="9061" y="3632"/>
                </a:lnTo>
                <a:lnTo>
                  <a:pt x="9208" y="3375"/>
                </a:lnTo>
                <a:lnTo>
                  <a:pt x="9281" y="3412"/>
                </a:lnTo>
                <a:lnTo>
                  <a:pt x="9355" y="3412"/>
                </a:lnTo>
                <a:lnTo>
                  <a:pt x="9501" y="3375"/>
                </a:lnTo>
                <a:lnTo>
                  <a:pt x="9648" y="3302"/>
                </a:lnTo>
                <a:close/>
                <a:moveTo>
                  <a:pt x="1505" y="4329"/>
                </a:moveTo>
                <a:lnTo>
                  <a:pt x="1615" y="4366"/>
                </a:lnTo>
                <a:lnTo>
                  <a:pt x="1725" y="4439"/>
                </a:lnTo>
                <a:lnTo>
                  <a:pt x="1872" y="4586"/>
                </a:lnTo>
                <a:lnTo>
                  <a:pt x="1908" y="4769"/>
                </a:lnTo>
                <a:lnTo>
                  <a:pt x="1945" y="4916"/>
                </a:lnTo>
                <a:lnTo>
                  <a:pt x="1908" y="5100"/>
                </a:lnTo>
                <a:lnTo>
                  <a:pt x="1872" y="5246"/>
                </a:lnTo>
                <a:lnTo>
                  <a:pt x="1762" y="5393"/>
                </a:lnTo>
                <a:lnTo>
                  <a:pt x="1615" y="5503"/>
                </a:lnTo>
                <a:lnTo>
                  <a:pt x="1468" y="5576"/>
                </a:lnTo>
                <a:lnTo>
                  <a:pt x="1432" y="5430"/>
                </a:lnTo>
                <a:lnTo>
                  <a:pt x="1432" y="5283"/>
                </a:lnTo>
                <a:lnTo>
                  <a:pt x="1432" y="5210"/>
                </a:lnTo>
                <a:lnTo>
                  <a:pt x="1395" y="5136"/>
                </a:lnTo>
                <a:lnTo>
                  <a:pt x="1395" y="5063"/>
                </a:lnTo>
                <a:lnTo>
                  <a:pt x="1321" y="4989"/>
                </a:lnTo>
                <a:lnTo>
                  <a:pt x="1285" y="4953"/>
                </a:lnTo>
                <a:lnTo>
                  <a:pt x="1175" y="4989"/>
                </a:lnTo>
                <a:lnTo>
                  <a:pt x="1028" y="5063"/>
                </a:lnTo>
                <a:lnTo>
                  <a:pt x="1138" y="4989"/>
                </a:lnTo>
                <a:lnTo>
                  <a:pt x="1321" y="4879"/>
                </a:lnTo>
                <a:lnTo>
                  <a:pt x="1468" y="4769"/>
                </a:lnTo>
                <a:lnTo>
                  <a:pt x="1542" y="4696"/>
                </a:lnTo>
                <a:lnTo>
                  <a:pt x="1505" y="4623"/>
                </a:lnTo>
                <a:lnTo>
                  <a:pt x="1468" y="4549"/>
                </a:lnTo>
                <a:lnTo>
                  <a:pt x="1395" y="4513"/>
                </a:lnTo>
                <a:lnTo>
                  <a:pt x="1432" y="4476"/>
                </a:lnTo>
                <a:lnTo>
                  <a:pt x="1468" y="4439"/>
                </a:lnTo>
                <a:lnTo>
                  <a:pt x="1468" y="4403"/>
                </a:lnTo>
                <a:lnTo>
                  <a:pt x="1432" y="4329"/>
                </a:lnTo>
                <a:close/>
                <a:moveTo>
                  <a:pt x="1138" y="5576"/>
                </a:moveTo>
                <a:lnTo>
                  <a:pt x="1138" y="5650"/>
                </a:lnTo>
                <a:lnTo>
                  <a:pt x="1028" y="5613"/>
                </a:lnTo>
                <a:lnTo>
                  <a:pt x="1138" y="5576"/>
                </a:lnTo>
                <a:close/>
                <a:moveTo>
                  <a:pt x="7887" y="5907"/>
                </a:moveTo>
                <a:lnTo>
                  <a:pt x="8218" y="5980"/>
                </a:lnTo>
                <a:lnTo>
                  <a:pt x="8291" y="6090"/>
                </a:lnTo>
                <a:lnTo>
                  <a:pt x="8401" y="6163"/>
                </a:lnTo>
                <a:lnTo>
                  <a:pt x="8511" y="6273"/>
                </a:lnTo>
                <a:lnTo>
                  <a:pt x="8621" y="6383"/>
                </a:lnTo>
                <a:lnTo>
                  <a:pt x="8694" y="6530"/>
                </a:lnTo>
                <a:lnTo>
                  <a:pt x="8768" y="6677"/>
                </a:lnTo>
                <a:lnTo>
                  <a:pt x="8805" y="6934"/>
                </a:lnTo>
                <a:lnTo>
                  <a:pt x="8768" y="7154"/>
                </a:lnTo>
                <a:lnTo>
                  <a:pt x="8658" y="7374"/>
                </a:lnTo>
                <a:lnTo>
                  <a:pt x="8548" y="7557"/>
                </a:lnTo>
                <a:lnTo>
                  <a:pt x="8438" y="7704"/>
                </a:lnTo>
                <a:lnTo>
                  <a:pt x="8291" y="7814"/>
                </a:lnTo>
                <a:lnTo>
                  <a:pt x="8144" y="7887"/>
                </a:lnTo>
                <a:lnTo>
                  <a:pt x="7998" y="7961"/>
                </a:lnTo>
                <a:lnTo>
                  <a:pt x="8071" y="7594"/>
                </a:lnTo>
                <a:lnTo>
                  <a:pt x="8071" y="7520"/>
                </a:lnTo>
                <a:lnTo>
                  <a:pt x="8034" y="7484"/>
                </a:lnTo>
                <a:lnTo>
                  <a:pt x="7961" y="7484"/>
                </a:lnTo>
                <a:lnTo>
                  <a:pt x="7924" y="7520"/>
                </a:lnTo>
                <a:lnTo>
                  <a:pt x="7741" y="7741"/>
                </a:lnTo>
                <a:lnTo>
                  <a:pt x="7557" y="7997"/>
                </a:lnTo>
                <a:lnTo>
                  <a:pt x="7264" y="7924"/>
                </a:lnTo>
                <a:lnTo>
                  <a:pt x="7484" y="7594"/>
                </a:lnTo>
                <a:lnTo>
                  <a:pt x="7741" y="7337"/>
                </a:lnTo>
                <a:lnTo>
                  <a:pt x="7741" y="7264"/>
                </a:lnTo>
                <a:lnTo>
                  <a:pt x="7741" y="7227"/>
                </a:lnTo>
                <a:lnTo>
                  <a:pt x="7631" y="7227"/>
                </a:lnTo>
                <a:lnTo>
                  <a:pt x="7447" y="7337"/>
                </a:lnTo>
                <a:lnTo>
                  <a:pt x="7264" y="7447"/>
                </a:lnTo>
                <a:lnTo>
                  <a:pt x="7080" y="7594"/>
                </a:lnTo>
                <a:lnTo>
                  <a:pt x="6934" y="7777"/>
                </a:lnTo>
                <a:lnTo>
                  <a:pt x="6860" y="7704"/>
                </a:lnTo>
                <a:lnTo>
                  <a:pt x="6714" y="7557"/>
                </a:lnTo>
                <a:lnTo>
                  <a:pt x="7227" y="7264"/>
                </a:lnTo>
                <a:lnTo>
                  <a:pt x="7741" y="6934"/>
                </a:lnTo>
                <a:lnTo>
                  <a:pt x="7741" y="6897"/>
                </a:lnTo>
                <a:lnTo>
                  <a:pt x="7704" y="6860"/>
                </a:lnTo>
                <a:lnTo>
                  <a:pt x="7411" y="6860"/>
                </a:lnTo>
                <a:lnTo>
                  <a:pt x="7080" y="6934"/>
                </a:lnTo>
                <a:lnTo>
                  <a:pt x="6787" y="7044"/>
                </a:lnTo>
                <a:lnTo>
                  <a:pt x="6530" y="7227"/>
                </a:lnTo>
                <a:lnTo>
                  <a:pt x="6494" y="7007"/>
                </a:lnTo>
                <a:lnTo>
                  <a:pt x="6494" y="6750"/>
                </a:lnTo>
                <a:lnTo>
                  <a:pt x="6604" y="6713"/>
                </a:lnTo>
                <a:lnTo>
                  <a:pt x="6970" y="6603"/>
                </a:lnTo>
                <a:lnTo>
                  <a:pt x="7117" y="6530"/>
                </a:lnTo>
                <a:lnTo>
                  <a:pt x="7301" y="6420"/>
                </a:lnTo>
                <a:lnTo>
                  <a:pt x="7337" y="6347"/>
                </a:lnTo>
                <a:lnTo>
                  <a:pt x="7337" y="6310"/>
                </a:lnTo>
                <a:lnTo>
                  <a:pt x="7301" y="6310"/>
                </a:lnTo>
                <a:lnTo>
                  <a:pt x="7007" y="6273"/>
                </a:lnTo>
                <a:lnTo>
                  <a:pt x="6750" y="6310"/>
                </a:lnTo>
                <a:lnTo>
                  <a:pt x="6750" y="6310"/>
                </a:lnTo>
                <a:lnTo>
                  <a:pt x="6860" y="6200"/>
                </a:lnTo>
                <a:lnTo>
                  <a:pt x="6970" y="6090"/>
                </a:lnTo>
                <a:lnTo>
                  <a:pt x="7117" y="6017"/>
                </a:lnTo>
                <a:lnTo>
                  <a:pt x="7264" y="5943"/>
                </a:lnTo>
                <a:lnTo>
                  <a:pt x="7557" y="5907"/>
                </a:lnTo>
                <a:close/>
                <a:moveTo>
                  <a:pt x="4953" y="1"/>
                </a:moveTo>
                <a:lnTo>
                  <a:pt x="4733" y="37"/>
                </a:lnTo>
                <a:lnTo>
                  <a:pt x="4476" y="111"/>
                </a:lnTo>
                <a:lnTo>
                  <a:pt x="4256" y="184"/>
                </a:lnTo>
                <a:lnTo>
                  <a:pt x="4036" y="294"/>
                </a:lnTo>
                <a:lnTo>
                  <a:pt x="3632" y="551"/>
                </a:lnTo>
                <a:lnTo>
                  <a:pt x="3302" y="881"/>
                </a:lnTo>
                <a:lnTo>
                  <a:pt x="2972" y="1248"/>
                </a:lnTo>
                <a:lnTo>
                  <a:pt x="2679" y="1651"/>
                </a:lnTo>
                <a:lnTo>
                  <a:pt x="2569" y="1872"/>
                </a:lnTo>
                <a:lnTo>
                  <a:pt x="2495" y="2092"/>
                </a:lnTo>
                <a:lnTo>
                  <a:pt x="2422" y="2348"/>
                </a:lnTo>
                <a:lnTo>
                  <a:pt x="2385" y="2568"/>
                </a:lnTo>
                <a:lnTo>
                  <a:pt x="2422" y="2789"/>
                </a:lnTo>
                <a:lnTo>
                  <a:pt x="2459" y="2935"/>
                </a:lnTo>
                <a:lnTo>
                  <a:pt x="2532" y="3119"/>
                </a:lnTo>
                <a:lnTo>
                  <a:pt x="2605" y="3265"/>
                </a:lnTo>
                <a:lnTo>
                  <a:pt x="2495" y="3339"/>
                </a:lnTo>
                <a:lnTo>
                  <a:pt x="2018" y="3559"/>
                </a:lnTo>
                <a:lnTo>
                  <a:pt x="1798" y="3706"/>
                </a:lnTo>
                <a:lnTo>
                  <a:pt x="1688" y="3779"/>
                </a:lnTo>
                <a:lnTo>
                  <a:pt x="1578" y="3852"/>
                </a:lnTo>
                <a:lnTo>
                  <a:pt x="1065" y="3852"/>
                </a:lnTo>
                <a:lnTo>
                  <a:pt x="881" y="3926"/>
                </a:lnTo>
                <a:lnTo>
                  <a:pt x="735" y="3999"/>
                </a:lnTo>
                <a:lnTo>
                  <a:pt x="588" y="4109"/>
                </a:lnTo>
                <a:lnTo>
                  <a:pt x="478" y="4256"/>
                </a:lnTo>
                <a:lnTo>
                  <a:pt x="368" y="4403"/>
                </a:lnTo>
                <a:lnTo>
                  <a:pt x="184" y="4623"/>
                </a:lnTo>
                <a:lnTo>
                  <a:pt x="74" y="4879"/>
                </a:lnTo>
                <a:lnTo>
                  <a:pt x="38" y="4989"/>
                </a:lnTo>
                <a:lnTo>
                  <a:pt x="1" y="5136"/>
                </a:lnTo>
                <a:lnTo>
                  <a:pt x="38" y="5283"/>
                </a:lnTo>
                <a:lnTo>
                  <a:pt x="74" y="5430"/>
                </a:lnTo>
                <a:lnTo>
                  <a:pt x="184" y="5576"/>
                </a:lnTo>
                <a:lnTo>
                  <a:pt x="258" y="5723"/>
                </a:lnTo>
                <a:lnTo>
                  <a:pt x="404" y="5833"/>
                </a:lnTo>
                <a:lnTo>
                  <a:pt x="514" y="5943"/>
                </a:lnTo>
                <a:lnTo>
                  <a:pt x="661" y="6017"/>
                </a:lnTo>
                <a:lnTo>
                  <a:pt x="845" y="6053"/>
                </a:lnTo>
                <a:lnTo>
                  <a:pt x="1175" y="6127"/>
                </a:lnTo>
                <a:lnTo>
                  <a:pt x="1358" y="6127"/>
                </a:lnTo>
                <a:lnTo>
                  <a:pt x="1505" y="6090"/>
                </a:lnTo>
                <a:lnTo>
                  <a:pt x="1688" y="6053"/>
                </a:lnTo>
                <a:lnTo>
                  <a:pt x="1835" y="5980"/>
                </a:lnTo>
                <a:lnTo>
                  <a:pt x="2055" y="5760"/>
                </a:lnTo>
                <a:lnTo>
                  <a:pt x="2275" y="5503"/>
                </a:lnTo>
                <a:lnTo>
                  <a:pt x="2385" y="5210"/>
                </a:lnTo>
                <a:lnTo>
                  <a:pt x="2422" y="5063"/>
                </a:lnTo>
                <a:lnTo>
                  <a:pt x="2422" y="4879"/>
                </a:lnTo>
                <a:lnTo>
                  <a:pt x="2385" y="4733"/>
                </a:lnTo>
                <a:lnTo>
                  <a:pt x="2349" y="4586"/>
                </a:lnTo>
                <a:lnTo>
                  <a:pt x="2275" y="4403"/>
                </a:lnTo>
                <a:lnTo>
                  <a:pt x="2202" y="4256"/>
                </a:lnTo>
                <a:lnTo>
                  <a:pt x="2092" y="4146"/>
                </a:lnTo>
                <a:lnTo>
                  <a:pt x="2055" y="4109"/>
                </a:lnTo>
                <a:lnTo>
                  <a:pt x="2165" y="4036"/>
                </a:lnTo>
                <a:lnTo>
                  <a:pt x="2495" y="3816"/>
                </a:lnTo>
                <a:lnTo>
                  <a:pt x="2679" y="3669"/>
                </a:lnTo>
                <a:lnTo>
                  <a:pt x="2862" y="3522"/>
                </a:lnTo>
                <a:lnTo>
                  <a:pt x="3119" y="3706"/>
                </a:lnTo>
                <a:lnTo>
                  <a:pt x="3156" y="3779"/>
                </a:lnTo>
                <a:lnTo>
                  <a:pt x="3229" y="3816"/>
                </a:lnTo>
                <a:lnTo>
                  <a:pt x="3339" y="3816"/>
                </a:lnTo>
                <a:lnTo>
                  <a:pt x="3706" y="3962"/>
                </a:lnTo>
                <a:lnTo>
                  <a:pt x="4109" y="4036"/>
                </a:lnTo>
                <a:lnTo>
                  <a:pt x="4513" y="4072"/>
                </a:lnTo>
                <a:lnTo>
                  <a:pt x="4880" y="3999"/>
                </a:lnTo>
                <a:lnTo>
                  <a:pt x="5246" y="3889"/>
                </a:lnTo>
                <a:lnTo>
                  <a:pt x="5283" y="3962"/>
                </a:lnTo>
                <a:lnTo>
                  <a:pt x="5320" y="4036"/>
                </a:lnTo>
                <a:lnTo>
                  <a:pt x="5540" y="4219"/>
                </a:lnTo>
                <a:lnTo>
                  <a:pt x="5723" y="4439"/>
                </a:lnTo>
                <a:lnTo>
                  <a:pt x="5980" y="4916"/>
                </a:lnTo>
                <a:lnTo>
                  <a:pt x="6200" y="5430"/>
                </a:lnTo>
                <a:lnTo>
                  <a:pt x="6347" y="5650"/>
                </a:lnTo>
                <a:lnTo>
                  <a:pt x="6530" y="5870"/>
                </a:lnTo>
                <a:lnTo>
                  <a:pt x="6347" y="6017"/>
                </a:lnTo>
                <a:lnTo>
                  <a:pt x="6237" y="6200"/>
                </a:lnTo>
                <a:lnTo>
                  <a:pt x="6127" y="6383"/>
                </a:lnTo>
                <a:lnTo>
                  <a:pt x="6053" y="6567"/>
                </a:lnTo>
                <a:lnTo>
                  <a:pt x="5797" y="6713"/>
                </a:lnTo>
                <a:lnTo>
                  <a:pt x="5723" y="6824"/>
                </a:lnTo>
                <a:lnTo>
                  <a:pt x="5723" y="6934"/>
                </a:lnTo>
                <a:lnTo>
                  <a:pt x="5760" y="7044"/>
                </a:lnTo>
                <a:lnTo>
                  <a:pt x="5833" y="7080"/>
                </a:lnTo>
                <a:lnTo>
                  <a:pt x="6017" y="7080"/>
                </a:lnTo>
                <a:lnTo>
                  <a:pt x="6053" y="7300"/>
                </a:lnTo>
                <a:lnTo>
                  <a:pt x="6127" y="7520"/>
                </a:lnTo>
                <a:lnTo>
                  <a:pt x="6127" y="7631"/>
                </a:lnTo>
                <a:lnTo>
                  <a:pt x="6127" y="7741"/>
                </a:lnTo>
                <a:lnTo>
                  <a:pt x="6200" y="7814"/>
                </a:lnTo>
                <a:lnTo>
                  <a:pt x="6310" y="7851"/>
                </a:lnTo>
                <a:lnTo>
                  <a:pt x="6347" y="7851"/>
                </a:lnTo>
                <a:lnTo>
                  <a:pt x="6494" y="8034"/>
                </a:lnTo>
                <a:lnTo>
                  <a:pt x="6640" y="8144"/>
                </a:lnTo>
                <a:lnTo>
                  <a:pt x="6787" y="8254"/>
                </a:lnTo>
                <a:lnTo>
                  <a:pt x="6860" y="8291"/>
                </a:lnTo>
                <a:lnTo>
                  <a:pt x="6934" y="8327"/>
                </a:lnTo>
                <a:lnTo>
                  <a:pt x="7191" y="8438"/>
                </a:lnTo>
                <a:lnTo>
                  <a:pt x="7447" y="8474"/>
                </a:lnTo>
                <a:lnTo>
                  <a:pt x="7741" y="8474"/>
                </a:lnTo>
                <a:lnTo>
                  <a:pt x="7998" y="8438"/>
                </a:lnTo>
                <a:lnTo>
                  <a:pt x="8254" y="8364"/>
                </a:lnTo>
                <a:lnTo>
                  <a:pt x="8511" y="8254"/>
                </a:lnTo>
                <a:lnTo>
                  <a:pt x="8731" y="8071"/>
                </a:lnTo>
                <a:lnTo>
                  <a:pt x="8915" y="7887"/>
                </a:lnTo>
                <a:lnTo>
                  <a:pt x="9098" y="7631"/>
                </a:lnTo>
                <a:lnTo>
                  <a:pt x="9245" y="7300"/>
                </a:lnTo>
                <a:lnTo>
                  <a:pt x="9281" y="7007"/>
                </a:lnTo>
                <a:lnTo>
                  <a:pt x="9318" y="6824"/>
                </a:lnTo>
                <a:lnTo>
                  <a:pt x="9281" y="6677"/>
                </a:lnTo>
                <a:lnTo>
                  <a:pt x="9208" y="6457"/>
                </a:lnTo>
                <a:lnTo>
                  <a:pt x="9135" y="6200"/>
                </a:lnTo>
                <a:lnTo>
                  <a:pt x="8951" y="5980"/>
                </a:lnTo>
                <a:lnTo>
                  <a:pt x="8878" y="5907"/>
                </a:lnTo>
                <a:lnTo>
                  <a:pt x="8768" y="5833"/>
                </a:lnTo>
                <a:lnTo>
                  <a:pt x="8805" y="5686"/>
                </a:lnTo>
                <a:lnTo>
                  <a:pt x="9025" y="5246"/>
                </a:lnTo>
                <a:lnTo>
                  <a:pt x="9208" y="4769"/>
                </a:lnTo>
                <a:lnTo>
                  <a:pt x="9428" y="4806"/>
                </a:lnTo>
                <a:lnTo>
                  <a:pt x="9648" y="4806"/>
                </a:lnTo>
                <a:lnTo>
                  <a:pt x="9832" y="4733"/>
                </a:lnTo>
                <a:lnTo>
                  <a:pt x="10052" y="4659"/>
                </a:lnTo>
                <a:lnTo>
                  <a:pt x="10235" y="4549"/>
                </a:lnTo>
                <a:lnTo>
                  <a:pt x="10419" y="4403"/>
                </a:lnTo>
                <a:lnTo>
                  <a:pt x="10712" y="4109"/>
                </a:lnTo>
                <a:lnTo>
                  <a:pt x="10785" y="3962"/>
                </a:lnTo>
                <a:lnTo>
                  <a:pt x="10785" y="3816"/>
                </a:lnTo>
                <a:lnTo>
                  <a:pt x="10639" y="3559"/>
                </a:lnTo>
                <a:lnTo>
                  <a:pt x="10492" y="3339"/>
                </a:lnTo>
                <a:lnTo>
                  <a:pt x="10345" y="3155"/>
                </a:lnTo>
                <a:lnTo>
                  <a:pt x="10125" y="2972"/>
                </a:lnTo>
                <a:lnTo>
                  <a:pt x="9905" y="2825"/>
                </a:lnTo>
                <a:lnTo>
                  <a:pt x="9795" y="2789"/>
                </a:lnTo>
                <a:lnTo>
                  <a:pt x="9685" y="2752"/>
                </a:lnTo>
                <a:lnTo>
                  <a:pt x="9501" y="2862"/>
                </a:lnTo>
                <a:lnTo>
                  <a:pt x="9391" y="2825"/>
                </a:lnTo>
                <a:lnTo>
                  <a:pt x="9318" y="2862"/>
                </a:lnTo>
                <a:lnTo>
                  <a:pt x="9025" y="3009"/>
                </a:lnTo>
                <a:lnTo>
                  <a:pt x="8768" y="3192"/>
                </a:lnTo>
                <a:lnTo>
                  <a:pt x="8658" y="3302"/>
                </a:lnTo>
                <a:lnTo>
                  <a:pt x="8548" y="3449"/>
                </a:lnTo>
                <a:lnTo>
                  <a:pt x="8474" y="3559"/>
                </a:lnTo>
                <a:lnTo>
                  <a:pt x="8438" y="3742"/>
                </a:lnTo>
                <a:lnTo>
                  <a:pt x="8438" y="3852"/>
                </a:lnTo>
                <a:lnTo>
                  <a:pt x="8438" y="3962"/>
                </a:lnTo>
                <a:lnTo>
                  <a:pt x="8474" y="4182"/>
                </a:lnTo>
                <a:lnTo>
                  <a:pt x="8621" y="4403"/>
                </a:lnTo>
                <a:lnTo>
                  <a:pt x="8768" y="4549"/>
                </a:lnTo>
                <a:lnTo>
                  <a:pt x="8878" y="4623"/>
                </a:lnTo>
                <a:lnTo>
                  <a:pt x="8694" y="4879"/>
                </a:lnTo>
                <a:lnTo>
                  <a:pt x="8548" y="5136"/>
                </a:lnTo>
                <a:lnTo>
                  <a:pt x="8291" y="5613"/>
                </a:lnTo>
                <a:lnTo>
                  <a:pt x="8144" y="5540"/>
                </a:lnTo>
                <a:lnTo>
                  <a:pt x="7961" y="5503"/>
                </a:lnTo>
                <a:lnTo>
                  <a:pt x="7777" y="5466"/>
                </a:lnTo>
                <a:lnTo>
                  <a:pt x="7411" y="5466"/>
                </a:lnTo>
                <a:lnTo>
                  <a:pt x="7227" y="5503"/>
                </a:lnTo>
                <a:lnTo>
                  <a:pt x="7044" y="5540"/>
                </a:lnTo>
                <a:lnTo>
                  <a:pt x="6860" y="5650"/>
                </a:lnTo>
                <a:lnTo>
                  <a:pt x="6750" y="5320"/>
                </a:lnTo>
                <a:lnTo>
                  <a:pt x="6604" y="5026"/>
                </a:lnTo>
                <a:lnTo>
                  <a:pt x="6273" y="4476"/>
                </a:lnTo>
                <a:lnTo>
                  <a:pt x="6163" y="4256"/>
                </a:lnTo>
                <a:lnTo>
                  <a:pt x="6053" y="4072"/>
                </a:lnTo>
                <a:lnTo>
                  <a:pt x="5870" y="3889"/>
                </a:lnTo>
                <a:lnTo>
                  <a:pt x="5687" y="3779"/>
                </a:lnTo>
                <a:lnTo>
                  <a:pt x="5723" y="3706"/>
                </a:lnTo>
                <a:lnTo>
                  <a:pt x="5723" y="3632"/>
                </a:lnTo>
                <a:lnTo>
                  <a:pt x="5907" y="3486"/>
                </a:lnTo>
                <a:lnTo>
                  <a:pt x="6053" y="3339"/>
                </a:lnTo>
                <a:lnTo>
                  <a:pt x="6200" y="3155"/>
                </a:lnTo>
                <a:lnTo>
                  <a:pt x="6347" y="2972"/>
                </a:lnTo>
                <a:lnTo>
                  <a:pt x="6457" y="2752"/>
                </a:lnTo>
                <a:lnTo>
                  <a:pt x="6530" y="2532"/>
                </a:lnTo>
                <a:lnTo>
                  <a:pt x="6604" y="2312"/>
                </a:lnTo>
                <a:lnTo>
                  <a:pt x="6677" y="2055"/>
                </a:lnTo>
                <a:lnTo>
                  <a:pt x="6677" y="1615"/>
                </a:lnTo>
                <a:lnTo>
                  <a:pt x="6677" y="1358"/>
                </a:lnTo>
                <a:lnTo>
                  <a:pt x="6640" y="1138"/>
                </a:lnTo>
                <a:lnTo>
                  <a:pt x="6567" y="881"/>
                </a:lnTo>
                <a:lnTo>
                  <a:pt x="6457" y="698"/>
                </a:lnTo>
                <a:lnTo>
                  <a:pt x="6273" y="551"/>
                </a:lnTo>
                <a:lnTo>
                  <a:pt x="6200" y="478"/>
                </a:lnTo>
                <a:lnTo>
                  <a:pt x="6090" y="478"/>
                </a:lnTo>
                <a:lnTo>
                  <a:pt x="6017" y="331"/>
                </a:lnTo>
                <a:lnTo>
                  <a:pt x="5907" y="221"/>
                </a:lnTo>
                <a:lnTo>
                  <a:pt x="5760" y="148"/>
                </a:lnTo>
                <a:lnTo>
                  <a:pt x="5613" y="74"/>
                </a:lnTo>
                <a:lnTo>
                  <a:pt x="5283" y="1"/>
                </a:lnTo>
                <a:close/>
                <a:moveTo>
                  <a:pt x="15114" y="6750"/>
                </a:moveTo>
                <a:lnTo>
                  <a:pt x="15187" y="6787"/>
                </a:lnTo>
                <a:lnTo>
                  <a:pt x="15481" y="6897"/>
                </a:lnTo>
                <a:lnTo>
                  <a:pt x="15591" y="6970"/>
                </a:lnTo>
                <a:lnTo>
                  <a:pt x="15737" y="7044"/>
                </a:lnTo>
                <a:lnTo>
                  <a:pt x="15847" y="7190"/>
                </a:lnTo>
                <a:lnTo>
                  <a:pt x="15921" y="7337"/>
                </a:lnTo>
                <a:lnTo>
                  <a:pt x="16068" y="7667"/>
                </a:lnTo>
                <a:lnTo>
                  <a:pt x="16141" y="8034"/>
                </a:lnTo>
                <a:lnTo>
                  <a:pt x="16178" y="8438"/>
                </a:lnTo>
                <a:lnTo>
                  <a:pt x="16178" y="8621"/>
                </a:lnTo>
                <a:lnTo>
                  <a:pt x="16141" y="8804"/>
                </a:lnTo>
                <a:lnTo>
                  <a:pt x="16068" y="8988"/>
                </a:lnTo>
                <a:lnTo>
                  <a:pt x="15957" y="9134"/>
                </a:lnTo>
                <a:lnTo>
                  <a:pt x="15701" y="9355"/>
                </a:lnTo>
                <a:lnTo>
                  <a:pt x="15407" y="9575"/>
                </a:lnTo>
                <a:lnTo>
                  <a:pt x="15077" y="9758"/>
                </a:lnTo>
                <a:lnTo>
                  <a:pt x="14710" y="9905"/>
                </a:lnTo>
                <a:lnTo>
                  <a:pt x="14710" y="9905"/>
                </a:lnTo>
                <a:lnTo>
                  <a:pt x="15187" y="9208"/>
                </a:lnTo>
                <a:lnTo>
                  <a:pt x="15187" y="9134"/>
                </a:lnTo>
                <a:lnTo>
                  <a:pt x="15150" y="9098"/>
                </a:lnTo>
                <a:lnTo>
                  <a:pt x="15114" y="9061"/>
                </a:lnTo>
                <a:lnTo>
                  <a:pt x="15040" y="9098"/>
                </a:lnTo>
                <a:lnTo>
                  <a:pt x="14564" y="9538"/>
                </a:lnTo>
                <a:lnTo>
                  <a:pt x="14123" y="9978"/>
                </a:lnTo>
                <a:lnTo>
                  <a:pt x="13940" y="9978"/>
                </a:lnTo>
                <a:lnTo>
                  <a:pt x="13757" y="9905"/>
                </a:lnTo>
                <a:lnTo>
                  <a:pt x="13940" y="9648"/>
                </a:lnTo>
                <a:lnTo>
                  <a:pt x="14160" y="9391"/>
                </a:lnTo>
                <a:lnTo>
                  <a:pt x="14380" y="9134"/>
                </a:lnTo>
                <a:lnTo>
                  <a:pt x="14637" y="8914"/>
                </a:lnTo>
                <a:lnTo>
                  <a:pt x="14674" y="8841"/>
                </a:lnTo>
                <a:lnTo>
                  <a:pt x="14674" y="8804"/>
                </a:lnTo>
                <a:lnTo>
                  <a:pt x="14637" y="8731"/>
                </a:lnTo>
                <a:lnTo>
                  <a:pt x="14564" y="8731"/>
                </a:lnTo>
                <a:lnTo>
                  <a:pt x="14784" y="8584"/>
                </a:lnTo>
                <a:lnTo>
                  <a:pt x="14820" y="8511"/>
                </a:lnTo>
                <a:lnTo>
                  <a:pt x="14784" y="8438"/>
                </a:lnTo>
                <a:lnTo>
                  <a:pt x="14710" y="8401"/>
                </a:lnTo>
                <a:lnTo>
                  <a:pt x="14637" y="8401"/>
                </a:lnTo>
                <a:lnTo>
                  <a:pt x="14233" y="8621"/>
                </a:lnTo>
                <a:lnTo>
                  <a:pt x="13867" y="8841"/>
                </a:lnTo>
                <a:lnTo>
                  <a:pt x="13500" y="9061"/>
                </a:lnTo>
                <a:lnTo>
                  <a:pt x="13170" y="9318"/>
                </a:lnTo>
                <a:lnTo>
                  <a:pt x="13060" y="9098"/>
                </a:lnTo>
                <a:lnTo>
                  <a:pt x="13720" y="8658"/>
                </a:lnTo>
                <a:lnTo>
                  <a:pt x="14417" y="8291"/>
                </a:lnTo>
                <a:lnTo>
                  <a:pt x="14454" y="8217"/>
                </a:lnTo>
                <a:lnTo>
                  <a:pt x="14454" y="8144"/>
                </a:lnTo>
                <a:lnTo>
                  <a:pt x="14417" y="8107"/>
                </a:lnTo>
                <a:lnTo>
                  <a:pt x="14343" y="8107"/>
                </a:lnTo>
                <a:lnTo>
                  <a:pt x="13647" y="8364"/>
                </a:lnTo>
                <a:lnTo>
                  <a:pt x="12986" y="8658"/>
                </a:lnTo>
                <a:lnTo>
                  <a:pt x="12986" y="8474"/>
                </a:lnTo>
                <a:lnTo>
                  <a:pt x="13133" y="8401"/>
                </a:lnTo>
                <a:lnTo>
                  <a:pt x="13243" y="8327"/>
                </a:lnTo>
                <a:lnTo>
                  <a:pt x="13500" y="8144"/>
                </a:lnTo>
                <a:lnTo>
                  <a:pt x="14013" y="7924"/>
                </a:lnTo>
                <a:lnTo>
                  <a:pt x="14307" y="7814"/>
                </a:lnTo>
                <a:lnTo>
                  <a:pt x="14564" y="7777"/>
                </a:lnTo>
                <a:lnTo>
                  <a:pt x="14600" y="7741"/>
                </a:lnTo>
                <a:lnTo>
                  <a:pt x="14600" y="7704"/>
                </a:lnTo>
                <a:lnTo>
                  <a:pt x="14564" y="7667"/>
                </a:lnTo>
                <a:lnTo>
                  <a:pt x="14233" y="7667"/>
                </a:lnTo>
                <a:lnTo>
                  <a:pt x="13903" y="7704"/>
                </a:lnTo>
                <a:lnTo>
                  <a:pt x="13573" y="7777"/>
                </a:lnTo>
                <a:lnTo>
                  <a:pt x="13280" y="7851"/>
                </a:lnTo>
                <a:lnTo>
                  <a:pt x="13500" y="7594"/>
                </a:lnTo>
                <a:lnTo>
                  <a:pt x="14087" y="7484"/>
                </a:lnTo>
                <a:lnTo>
                  <a:pt x="14380" y="7410"/>
                </a:lnTo>
                <a:lnTo>
                  <a:pt x="14674" y="7264"/>
                </a:lnTo>
                <a:lnTo>
                  <a:pt x="14710" y="7227"/>
                </a:lnTo>
                <a:lnTo>
                  <a:pt x="14710" y="7190"/>
                </a:lnTo>
                <a:lnTo>
                  <a:pt x="14710" y="7154"/>
                </a:lnTo>
                <a:lnTo>
                  <a:pt x="14637" y="7117"/>
                </a:lnTo>
                <a:lnTo>
                  <a:pt x="14343" y="7080"/>
                </a:lnTo>
                <a:lnTo>
                  <a:pt x="14013" y="7080"/>
                </a:lnTo>
                <a:lnTo>
                  <a:pt x="14270" y="6934"/>
                </a:lnTo>
                <a:lnTo>
                  <a:pt x="14527" y="6824"/>
                </a:lnTo>
                <a:lnTo>
                  <a:pt x="14820" y="6750"/>
                </a:lnTo>
                <a:close/>
                <a:moveTo>
                  <a:pt x="5246" y="9098"/>
                </a:moveTo>
                <a:lnTo>
                  <a:pt x="5320" y="9208"/>
                </a:lnTo>
                <a:lnTo>
                  <a:pt x="5393" y="9245"/>
                </a:lnTo>
                <a:lnTo>
                  <a:pt x="5577" y="9245"/>
                </a:lnTo>
                <a:lnTo>
                  <a:pt x="5650" y="9281"/>
                </a:lnTo>
                <a:lnTo>
                  <a:pt x="5760" y="9318"/>
                </a:lnTo>
                <a:lnTo>
                  <a:pt x="5833" y="9391"/>
                </a:lnTo>
                <a:lnTo>
                  <a:pt x="5870" y="9465"/>
                </a:lnTo>
                <a:lnTo>
                  <a:pt x="5907" y="9538"/>
                </a:lnTo>
                <a:lnTo>
                  <a:pt x="5907" y="9648"/>
                </a:lnTo>
                <a:lnTo>
                  <a:pt x="5870" y="9758"/>
                </a:lnTo>
                <a:lnTo>
                  <a:pt x="5797" y="9831"/>
                </a:lnTo>
                <a:lnTo>
                  <a:pt x="5723" y="9905"/>
                </a:lnTo>
                <a:lnTo>
                  <a:pt x="5650" y="9978"/>
                </a:lnTo>
                <a:lnTo>
                  <a:pt x="5540" y="10015"/>
                </a:lnTo>
                <a:lnTo>
                  <a:pt x="5466" y="9868"/>
                </a:lnTo>
                <a:lnTo>
                  <a:pt x="5356" y="9758"/>
                </a:lnTo>
                <a:lnTo>
                  <a:pt x="5210" y="9685"/>
                </a:lnTo>
                <a:lnTo>
                  <a:pt x="5026" y="9648"/>
                </a:lnTo>
                <a:lnTo>
                  <a:pt x="5063" y="9648"/>
                </a:lnTo>
                <a:lnTo>
                  <a:pt x="5210" y="9575"/>
                </a:lnTo>
                <a:lnTo>
                  <a:pt x="5283" y="9538"/>
                </a:lnTo>
                <a:lnTo>
                  <a:pt x="5283" y="9501"/>
                </a:lnTo>
                <a:lnTo>
                  <a:pt x="5283" y="9355"/>
                </a:lnTo>
                <a:lnTo>
                  <a:pt x="5210" y="9245"/>
                </a:lnTo>
                <a:lnTo>
                  <a:pt x="5100" y="9245"/>
                </a:lnTo>
                <a:lnTo>
                  <a:pt x="4953" y="9281"/>
                </a:lnTo>
                <a:lnTo>
                  <a:pt x="4806" y="9355"/>
                </a:lnTo>
                <a:lnTo>
                  <a:pt x="4806" y="9355"/>
                </a:lnTo>
                <a:lnTo>
                  <a:pt x="4843" y="9281"/>
                </a:lnTo>
                <a:lnTo>
                  <a:pt x="4880" y="9208"/>
                </a:lnTo>
                <a:lnTo>
                  <a:pt x="4843" y="9171"/>
                </a:lnTo>
                <a:lnTo>
                  <a:pt x="5026" y="9134"/>
                </a:lnTo>
                <a:lnTo>
                  <a:pt x="5246" y="9098"/>
                </a:lnTo>
                <a:close/>
                <a:moveTo>
                  <a:pt x="6347" y="8034"/>
                </a:moveTo>
                <a:lnTo>
                  <a:pt x="6347" y="8071"/>
                </a:lnTo>
                <a:lnTo>
                  <a:pt x="6310" y="8181"/>
                </a:lnTo>
                <a:lnTo>
                  <a:pt x="6127" y="8254"/>
                </a:lnTo>
                <a:lnTo>
                  <a:pt x="5980" y="8364"/>
                </a:lnTo>
                <a:lnTo>
                  <a:pt x="5687" y="8621"/>
                </a:lnTo>
                <a:lnTo>
                  <a:pt x="5577" y="8621"/>
                </a:lnTo>
                <a:lnTo>
                  <a:pt x="5466" y="8694"/>
                </a:lnTo>
                <a:lnTo>
                  <a:pt x="5393" y="8768"/>
                </a:lnTo>
                <a:lnTo>
                  <a:pt x="5246" y="8731"/>
                </a:lnTo>
                <a:lnTo>
                  <a:pt x="4806" y="8731"/>
                </a:lnTo>
                <a:lnTo>
                  <a:pt x="4549" y="8841"/>
                </a:lnTo>
                <a:lnTo>
                  <a:pt x="4293" y="9024"/>
                </a:lnTo>
                <a:lnTo>
                  <a:pt x="4183" y="9171"/>
                </a:lnTo>
                <a:lnTo>
                  <a:pt x="4073" y="9355"/>
                </a:lnTo>
                <a:lnTo>
                  <a:pt x="4073" y="9501"/>
                </a:lnTo>
                <a:lnTo>
                  <a:pt x="4073" y="9648"/>
                </a:lnTo>
                <a:lnTo>
                  <a:pt x="4073" y="9721"/>
                </a:lnTo>
                <a:lnTo>
                  <a:pt x="4146" y="9831"/>
                </a:lnTo>
                <a:lnTo>
                  <a:pt x="4256" y="9978"/>
                </a:lnTo>
                <a:lnTo>
                  <a:pt x="4439" y="10162"/>
                </a:lnTo>
                <a:lnTo>
                  <a:pt x="4623" y="10308"/>
                </a:lnTo>
                <a:lnTo>
                  <a:pt x="4843" y="10382"/>
                </a:lnTo>
                <a:lnTo>
                  <a:pt x="5026" y="10455"/>
                </a:lnTo>
                <a:lnTo>
                  <a:pt x="5246" y="10492"/>
                </a:lnTo>
                <a:lnTo>
                  <a:pt x="5466" y="10492"/>
                </a:lnTo>
                <a:lnTo>
                  <a:pt x="5723" y="10455"/>
                </a:lnTo>
                <a:lnTo>
                  <a:pt x="5907" y="10345"/>
                </a:lnTo>
                <a:lnTo>
                  <a:pt x="6090" y="10235"/>
                </a:lnTo>
                <a:lnTo>
                  <a:pt x="6237" y="10052"/>
                </a:lnTo>
                <a:lnTo>
                  <a:pt x="6347" y="9868"/>
                </a:lnTo>
                <a:lnTo>
                  <a:pt x="6384" y="9575"/>
                </a:lnTo>
                <a:lnTo>
                  <a:pt x="6310" y="9355"/>
                </a:lnTo>
                <a:lnTo>
                  <a:pt x="6200" y="9134"/>
                </a:lnTo>
                <a:lnTo>
                  <a:pt x="6017" y="8951"/>
                </a:lnTo>
                <a:lnTo>
                  <a:pt x="6310" y="8658"/>
                </a:lnTo>
                <a:lnTo>
                  <a:pt x="6420" y="8548"/>
                </a:lnTo>
                <a:lnTo>
                  <a:pt x="6567" y="8401"/>
                </a:lnTo>
                <a:lnTo>
                  <a:pt x="6567" y="8327"/>
                </a:lnTo>
                <a:lnTo>
                  <a:pt x="6567" y="8254"/>
                </a:lnTo>
                <a:lnTo>
                  <a:pt x="6530" y="8217"/>
                </a:lnTo>
                <a:lnTo>
                  <a:pt x="6494" y="8181"/>
                </a:lnTo>
                <a:lnTo>
                  <a:pt x="6384" y="8071"/>
                </a:lnTo>
                <a:lnTo>
                  <a:pt x="6347" y="8034"/>
                </a:lnTo>
                <a:close/>
                <a:moveTo>
                  <a:pt x="19992" y="10418"/>
                </a:moveTo>
                <a:lnTo>
                  <a:pt x="20139" y="10492"/>
                </a:lnTo>
                <a:lnTo>
                  <a:pt x="20139" y="10602"/>
                </a:lnTo>
                <a:lnTo>
                  <a:pt x="20176" y="10638"/>
                </a:lnTo>
                <a:lnTo>
                  <a:pt x="20213" y="10638"/>
                </a:lnTo>
                <a:lnTo>
                  <a:pt x="20249" y="10602"/>
                </a:lnTo>
                <a:lnTo>
                  <a:pt x="20286" y="10785"/>
                </a:lnTo>
                <a:lnTo>
                  <a:pt x="20286" y="11042"/>
                </a:lnTo>
                <a:lnTo>
                  <a:pt x="20286" y="11189"/>
                </a:lnTo>
                <a:lnTo>
                  <a:pt x="20213" y="11372"/>
                </a:lnTo>
                <a:lnTo>
                  <a:pt x="20139" y="11519"/>
                </a:lnTo>
                <a:lnTo>
                  <a:pt x="20066" y="11665"/>
                </a:lnTo>
                <a:lnTo>
                  <a:pt x="19956" y="11812"/>
                </a:lnTo>
                <a:lnTo>
                  <a:pt x="19809" y="11886"/>
                </a:lnTo>
                <a:lnTo>
                  <a:pt x="19662" y="11959"/>
                </a:lnTo>
                <a:lnTo>
                  <a:pt x="19479" y="11959"/>
                </a:lnTo>
                <a:lnTo>
                  <a:pt x="19442" y="11886"/>
                </a:lnTo>
                <a:lnTo>
                  <a:pt x="19222" y="11776"/>
                </a:lnTo>
                <a:lnTo>
                  <a:pt x="19626" y="11702"/>
                </a:lnTo>
                <a:lnTo>
                  <a:pt x="19662" y="11665"/>
                </a:lnTo>
                <a:lnTo>
                  <a:pt x="19736" y="11629"/>
                </a:lnTo>
                <a:lnTo>
                  <a:pt x="19736" y="11482"/>
                </a:lnTo>
                <a:lnTo>
                  <a:pt x="19699" y="11372"/>
                </a:lnTo>
                <a:lnTo>
                  <a:pt x="19626" y="11335"/>
                </a:lnTo>
                <a:lnTo>
                  <a:pt x="19406" y="11335"/>
                </a:lnTo>
                <a:lnTo>
                  <a:pt x="19662" y="11152"/>
                </a:lnTo>
                <a:lnTo>
                  <a:pt x="19736" y="11115"/>
                </a:lnTo>
                <a:lnTo>
                  <a:pt x="19736" y="11042"/>
                </a:lnTo>
                <a:lnTo>
                  <a:pt x="19736" y="10969"/>
                </a:lnTo>
                <a:lnTo>
                  <a:pt x="19736" y="10932"/>
                </a:lnTo>
                <a:lnTo>
                  <a:pt x="19699" y="10858"/>
                </a:lnTo>
                <a:lnTo>
                  <a:pt x="19626" y="10822"/>
                </a:lnTo>
                <a:lnTo>
                  <a:pt x="19552" y="10822"/>
                </a:lnTo>
                <a:lnTo>
                  <a:pt x="19479" y="10858"/>
                </a:lnTo>
                <a:lnTo>
                  <a:pt x="19332" y="10895"/>
                </a:lnTo>
                <a:lnTo>
                  <a:pt x="19185" y="10932"/>
                </a:lnTo>
                <a:lnTo>
                  <a:pt x="19185" y="10932"/>
                </a:lnTo>
                <a:lnTo>
                  <a:pt x="19626" y="10748"/>
                </a:lnTo>
                <a:lnTo>
                  <a:pt x="19662" y="10712"/>
                </a:lnTo>
                <a:lnTo>
                  <a:pt x="19662" y="10675"/>
                </a:lnTo>
                <a:lnTo>
                  <a:pt x="19626" y="10638"/>
                </a:lnTo>
                <a:lnTo>
                  <a:pt x="19479" y="10602"/>
                </a:lnTo>
                <a:lnTo>
                  <a:pt x="19295" y="10602"/>
                </a:lnTo>
                <a:lnTo>
                  <a:pt x="19369" y="10565"/>
                </a:lnTo>
                <a:lnTo>
                  <a:pt x="19589" y="10455"/>
                </a:lnTo>
                <a:lnTo>
                  <a:pt x="19772" y="10418"/>
                </a:lnTo>
                <a:close/>
                <a:moveTo>
                  <a:pt x="16691" y="13390"/>
                </a:moveTo>
                <a:lnTo>
                  <a:pt x="16801" y="13463"/>
                </a:lnTo>
                <a:lnTo>
                  <a:pt x="16874" y="13536"/>
                </a:lnTo>
                <a:lnTo>
                  <a:pt x="16728" y="13646"/>
                </a:lnTo>
                <a:lnTo>
                  <a:pt x="16581" y="13756"/>
                </a:lnTo>
                <a:lnTo>
                  <a:pt x="16434" y="13903"/>
                </a:lnTo>
                <a:lnTo>
                  <a:pt x="16361" y="14050"/>
                </a:lnTo>
                <a:lnTo>
                  <a:pt x="16104" y="14013"/>
                </a:lnTo>
                <a:lnTo>
                  <a:pt x="16068" y="13976"/>
                </a:lnTo>
                <a:lnTo>
                  <a:pt x="16691" y="13390"/>
                </a:lnTo>
                <a:close/>
                <a:moveTo>
                  <a:pt x="16654" y="11959"/>
                </a:moveTo>
                <a:lnTo>
                  <a:pt x="17058" y="12326"/>
                </a:lnTo>
                <a:lnTo>
                  <a:pt x="17278" y="12546"/>
                </a:lnTo>
                <a:lnTo>
                  <a:pt x="17498" y="12803"/>
                </a:lnTo>
                <a:lnTo>
                  <a:pt x="17681" y="13059"/>
                </a:lnTo>
                <a:lnTo>
                  <a:pt x="17755" y="13169"/>
                </a:lnTo>
                <a:lnTo>
                  <a:pt x="17792" y="13279"/>
                </a:lnTo>
                <a:lnTo>
                  <a:pt x="17792" y="13426"/>
                </a:lnTo>
                <a:lnTo>
                  <a:pt x="17755" y="13536"/>
                </a:lnTo>
                <a:lnTo>
                  <a:pt x="17718" y="13646"/>
                </a:lnTo>
                <a:lnTo>
                  <a:pt x="17608" y="13756"/>
                </a:lnTo>
                <a:lnTo>
                  <a:pt x="17498" y="13866"/>
                </a:lnTo>
                <a:lnTo>
                  <a:pt x="17351" y="13940"/>
                </a:lnTo>
                <a:lnTo>
                  <a:pt x="17278" y="13866"/>
                </a:lnTo>
                <a:lnTo>
                  <a:pt x="17168" y="13866"/>
                </a:lnTo>
                <a:lnTo>
                  <a:pt x="17095" y="13903"/>
                </a:lnTo>
                <a:lnTo>
                  <a:pt x="17058" y="13940"/>
                </a:lnTo>
                <a:lnTo>
                  <a:pt x="17021" y="13940"/>
                </a:lnTo>
                <a:lnTo>
                  <a:pt x="16948" y="13976"/>
                </a:lnTo>
                <a:lnTo>
                  <a:pt x="16911" y="14050"/>
                </a:lnTo>
                <a:lnTo>
                  <a:pt x="16874" y="14050"/>
                </a:lnTo>
                <a:lnTo>
                  <a:pt x="16948" y="13940"/>
                </a:lnTo>
                <a:lnTo>
                  <a:pt x="17095" y="13793"/>
                </a:lnTo>
                <a:lnTo>
                  <a:pt x="17168" y="13683"/>
                </a:lnTo>
                <a:lnTo>
                  <a:pt x="17205" y="13573"/>
                </a:lnTo>
                <a:lnTo>
                  <a:pt x="17168" y="13500"/>
                </a:lnTo>
                <a:lnTo>
                  <a:pt x="17131" y="13426"/>
                </a:lnTo>
                <a:lnTo>
                  <a:pt x="17021" y="13316"/>
                </a:lnTo>
                <a:lnTo>
                  <a:pt x="16874" y="13206"/>
                </a:lnTo>
                <a:lnTo>
                  <a:pt x="16691" y="13169"/>
                </a:lnTo>
                <a:lnTo>
                  <a:pt x="16618" y="13169"/>
                </a:lnTo>
                <a:lnTo>
                  <a:pt x="16581" y="13206"/>
                </a:lnTo>
                <a:lnTo>
                  <a:pt x="15627" y="13793"/>
                </a:lnTo>
                <a:lnTo>
                  <a:pt x="15517" y="13756"/>
                </a:lnTo>
                <a:lnTo>
                  <a:pt x="15407" y="13646"/>
                </a:lnTo>
                <a:lnTo>
                  <a:pt x="15884" y="13353"/>
                </a:lnTo>
                <a:lnTo>
                  <a:pt x="16361" y="13096"/>
                </a:lnTo>
                <a:lnTo>
                  <a:pt x="16398" y="13023"/>
                </a:lnTo>
                <a:lnTo>
                  <a:pt x="16398" y="12986"/>
                </a:lnTo>
                <a:lnTo>
                  <a:pt x="16361" y="12913"/>
                </a:lnTo>
                <a:lnTo>
                  <a:pt x="16288" y="12913"/>
                </a:lnTo>
                <a:lnTo>
                  <a:pt x="15994" y="12949"/>
                </a:lnTo>
                <a:lnTo>
                  <a:pt x="15701" y="13059"/>
                </a:lnTo>
                <a:lnTo>
                  <a:pt x="15407" y="13169"/>
                </a:lnTo>
                <a:lnTo>
                  <a:pt x="15150" y="13279"/>
                </a:lnTo>
                <a:lnTo>
                  <a:pt x="15040" y="13023"/>
                </a:lnTo>
                <a:lnTo>
                  <a:pt x="15077" y="12986"/>
                </a:lnTo>
                <a:lnTo>
                  <a:pt x="16068" y="12399"/>
                </a:lnTo>
                <a:lnTo>
                  <a:pt x="16104" y="12362"/>
                </a:lnTo>
                <a:lnTo>
                  <a:pt x="16104" y="12326"/>
                </a:lnTo>
                <a:lnTo>
                  <a:pt x="16068" y="12289"/>
                </a:lnTo>
                <a:lnTo>
                  <a:pt x="15994" y="12252"/>
                </a:lnTo>
                <a:lnTo>
                  <a:pt x="15554" y="12362"/>
                </a:lnTo>
                <a:lnTo>
                  <a:pt x="15150" y="12472"/>
                </a:lnTo>
                <a:lnTo>
                  <a:pt x="15150" y="12472"/>
                </a:lnTo>
                <a:lnTo>
                  <a:pt x="15297" y="12326"/>
                </a:lnTo>
                <a:lnTo>
                  <a:pt x="15517" y="12179"/>
                </a:lnTo>
                <a:lnTo>
                  <a:pt x="15737" y="12069"/>
                </a:lnTo>
                <a:lnTo>
                  <a:pt x="15994" y="11996"/>
                </a:lnTo>
                <a:lnTo>
                  <a:pt x="16324" y="11959"/>
                </a:lnTo>
                <a:close/>
                <a:moveTo>
                  <a:pt x="14857" y="6310"/>
                </a:moveTo>
                <a:lnTo>
                  <a:pt x="14600" y="6347"/>
                </a:lnTo>
                <a:lnTo>
                  <a:pt x="14380" y="6383"/>
                </a:lnTo>
                <a:lnTo>
                  <a:pt x="14197" y="6457"/>
                </a:lnTo>
                <a:lnTo>
                  <a:pt x="13793" y="6677"/>
                </a:lnTo>
                <a:lnTo>
                  <a:pt x="13426" y="6970"/>
                </a:lnTo>
                <a:lnTo>
                  <a:pt x="13243" y="7154"/>
                </a:lnTo>
                <a:lnTo>
                  <a:pt x="12950" y="7190"/>
                </a:lnTo>
                <a:lnTo>
                  <a:pt x="12840" y="7227"/>
                </a:lnTo>
                <a:lnTo>
                  <a:pt x="12803" y="7300"/>
                </a:lnTo>
                <a:lnTo>
                  <a:pt x="12766" y="7374"/>
                </a:lnTo>
                <a:lnTo>
                  <a:pt x="12766" y="7447"/>
                </a:lnTo>
                <a:lnTo>
                  <a:pt x="11042" y="7631"/>
                </a:lnTo>
                <a:lnTo>
                  <a:pt x="10052" y="7667"/>
                </a:lnTo>
                <a:lnTo>
                  <a:pt x="9575" y="7704"/>
                </a:lnTo>
                <a:lnTo>
                  <a:pt x="9098" y="7741"/>
                </a:lnTo>
                <a:lnTo>
                  <a:pt x="9025" y="7777"/>
                </a:lnTo>
                <a:lnTo>
                  <a:pt x="8988" y="7814"/>
                </a:lnTo>
                <a:lnTo>
                  <a:pt x="8951" y="7924"/>
                </a:lnTo>
                <a:lnTo>
                  <a:pt x="9025" y="8034"/>
                </a:lnTo>
                <a:lnTo>
                  <a:pt x="9061" y="8071"/>
                </a:lnTo>
                <a:lnTo>
                  <a:pt x="9135" y="8107"/>
                </a:lnTo>
                <a:lnTo>
                  <a:pt x="9612" y="8144"/>
                </a:lnTo>
                <a:lnTo>
                  <a:pt x="10125" y="8144"/>
                </a:lnTo>
                <a:lnTo>
                  <a:pt x="11152" y="8071"/>
                </a:lnTo>
                <a:lnTo>
                  <a:pt x="11922" y="8034"/>
                </a:lnTo>
                <a:lnTo>
                  <a:pt x="12693" y="7961"/>
                </a:lnTo>
                <a:lnTo>
                  <a:pt x="12546" y="8254"/>
                </a:lnTo>
                <a:lnTo>
                  <a:pt x="12473" y="8438"/>
                </a:lnTo>
                <a:lnTo>
                  <a:pt x="12473" y="8584"/>
                </a:lnTo>
                <a:lnTo>
                  <a:pt x="12509" y="8914"/>
                </a:lnTo>
                <a:lnTo>
                  <a:pt x="12363" y="9024"/>
                </a:lnTo>
                <a:lnTo>
                  <a:pt x="12253" y="9134"/>
                </a:lnTo>
                <a:lnTo>
                  <a:pt x="12253" y="9245"/>
                </a:lnTo>
                <a:lnTo>
                  <a:pt x="12289" y="9355"/>
                </a:lnTo>
                <a:lnTo>
                  <a:pt x="12399" y="9428"/>
                </a:lnTo>
                <a:lnTo>
                  <a:pt x="12546" y="9465"/>
                </a:lnTo>
                <a:lnTo>
                  <a:pt x="12693" y="9465"/>
                </a:lnTo>
                <a:lnTo>
                  <a:pt x="12803" y="9685"/>
                </a:lnTo>
                <a:lnTo>
                  <a:pt x="12950" y="9868"/>
                </a:lnTo>
                <a:lnTo>
                  <a:pt x="13096" y="10052"/>
                </a:lnTo>
                <a:lnTo>
                  <a:pt x="13243" y="10198"/>
                </a:lnTo>
                <a:lnTo>
                  <a:pt x="13426" y="10308"/>
                </a:lnTo>
                <a:lnTo>
                  <a:pt x="13647" y="10418"/>
                </a:lnTo>
                <a:lnTo>
                  <a:pt x="13867" y="10455"/>
                </a:lnTo>
                <a:lnTo>
                  <a:pt x="14087" y="10492"/>
                </a:lnTo>
                <a:lnTo>
                  <a:pt x="14233" y="10492"/>
                </a:lnTo>
                <a:lnTo>
                  <a:pt x="14600" y="10418"/>
                </a:lnTo>
                <a:lnTo>
                  <a:pt x="14967" y="10345"/>
                </a:lnTo>
                <a:lnTo>
                  <a:pt x="14930" y="10455"/>
                </a:lnTo>
                <a:lnTo>
                  <a:pt x="14930" y="10602"/>
                </a:lnTo>
                <a:lnTo>
                  <a:pt x="15004" y="10895"/>
                </a:lnTo>
                <a:lnTo>
                  <a:pt x="15077" y="11079"/>
                </a:lnTo>
                <a:lnTo>
                  <a:pt x="15150" y="11299"/>
                </a:lnTo>
                <a:lnTo>
                  <a:pt x="15297" y="11482"/>
                </a:lnTo>
                <a:lnTo>
                  <a:pt x="15481" y="11629"/>
                </a:lnTo>
                <a:lnTo>
                  <a:pt x="15481" y="11665"/>
                </a:lnTo>
                <a:lnTo>
                  <a:pt x="15261" y="11739"/>
                </a:lnTo>
                <a:lnTo>
                  <a:pt x="15077" y="11886"/>
                </a:lnTo>
                <a:lnTo>
                  <a:pt x="14894" y="11996"/>
                </a:lnTo>
                <a:lnTo>
                  <a:pt x="14784" y="12142"/>
                </a:lnTo>
                <a:lnTo>
                  <a:pt x="14674" y="12326"/>
                </a:lnTo>
                <a:lnTo>
                  <a:pt x="14600" y="12509"/>
                </a:lnTo>
                <a:lnTo>
                  <a:pt x="14564" y="12693"/>
                </a:lnTo>
                <a:lnTo>
                  <a:pt x="14527" y="12876"/>
                </a:lnTo>
                <a:lnTo>
                  <a:pt x="14527" y="12986"/>
                </a:lnTo>
                <a:lnTo>
                  <a:pt x="14527" y="13059"/>
                </a:lnTo>
                <a:lnTo>
                  <a:pt x="14600" y="13353"/>
                </a:lnTo>
                <a:lnTo>
                  <a:pt x="14747" y="13610"/>
                </a:lnTo>
                <a:lnTo>
                  <a:pt x="14747" y="13720"/>
                </a:lnTo>
                <a:lnTo>
                  <a:pt x="14784" y="13830"/>
                </a:lnTo>
                <a:lnTo>
                  <a:pt x="14930" y="13903"/>
                </a:lnTo>
                <a:lnTo>
                  <a:pt x="15004" y="13976"/>
                </a:lnTo>
                <a:lnTo>
                  <a:pt x="15297" y="14197"/>
                </a:lnTo>
                <a:lnTo>
                  <a:pt x="15627" y="14380"/>
                </a:lnTo>
                <a:lnTo>
                  <a:pt x="15994" y="14527"/>
                </a:lnTo>
                <a:lnTo>
                  <a:pt x="16398" y="14600"/>
                </a:lnTo>
                <a:lnTo>
                  <a:pt x="16801" y="14600"/>
                </a:lnTo>
                <a:lnTo>
                  <a:pt x="17205" y="14527"/>
                </a:lnTo>
                <a:lnTo>
                  <a:pt x="17571" y="14417"/>
                </a:lnTo>
                <a:lnTo>
                  <a:pt x="17902" y="14233"/>
                </a:lnTo>
                <a:lnTo>
                  <a:pt x="18122" y="14013"/>
                </a:lnTo>
                <a:lnTo>
                  <a:pt x="18268" y="13793"/>
                </a:lnTo>
                <a:lnTo>
                  <a:pt x="18305" y="13536"/>
                </a:lnTo>
                <a:lnTo>
                  <a:pt x="18305" y="13316"/>
                </a:lnTo>
                <a:lnTo>
                  <a:pt x="18232" y="13059"/>
                </a:lnTo>
                <a:lnTo>
                  <a:pt x="18122" y="12803"/>
                </a:lnTo>
                <a:lnTo>
                  <a:pt x="17975" y="12546"/>
                </a:lnTo>
                <a:lnTo>
                  <a:pt x="17792" y="12326"/>
                </a:lnTo>
                <a:lnTo>
                  <a:pt x="17902" y="12289"/>
                </a:lnTo>
                <a:lnTo>
                  <a:pt x="18232" y="12106"/>
                </a:lnTo>
                <a:lnTo>
                  <a:pt x="18599" y="11849"/>
                </a:lnTo>
                <a:lnTo>
                  <a:pt x="18709" y="12032"/>
                </a:lnTo>
                <a:lnTo>
                  <a:pt x="18855" y="12179"/>
                </a:lnTo>
                <a:lnTo>
                  <a:pt x="19002" y="12289"/>
                </a:lnTo>
                <a:lnTo>
                  <a:pt x="19149" y="12362"/>
                </a:lnTo>
                <a:lnTo>
                  <a:pt x="19406" y="12436"/>
                </a:lnTo>
                <a:lnTo>
                  <a:pt x="19662" y="12399"/>
                </a:lnTo>
                <a:lnTo>
                  <a:pt x="19919" y="12326"/>
                </a:lnTo>
                <a:lnTo>
                  <a:pt x="20139" y="12179"/>
                </a:lnTo>
                <a:lnTo>
                  <a:pt x="20359" y="11996"/>
                </a:lnTo>
                <a:lnTo>
                  <a:pt x="20543" y="11776"/>
                </a:lnTo>
                <a:lnTo>
                  <a:pt x="20653" y="11519"/>
                </a:lnTo>
                <a:lnTo>
                  <a:pt x="20726" y="11225"/>
                </a:lnTo>
                <a:lnTo>
                  <a:pt x="20799" y="10858"/>
                </a:lnTo>
                <a:lnTo>
                  <a:pt x="20763" y="10675"/>
                </a:lnTo>
                <a:lnTo>
                  <a:pt x="20726" y="10528"/>
                </a:lnTo>
                <a:lnTo>
                  <a:pt x="20689" y="10382"/>
                </a:lnTo>
                <a:lnTo>
                  <a:pt x="20579" y="10272"/>
                </a:lnTo>
                <a:lnTo>
                  <a:pt x="20359" y="10088"/>
                </a:lnTo>
                <a:lnTo>
                  <a:pt x="20066" y="9978"/>
                </a:lnTo>
                <a:lnTo>
                  <a:pt x="19919" y="9941"/>
                </a:lnTo>
                <a:lnTo>
                  <a:pt x="19626" y="9941"/>
                </a:lnTo>
                <a:lnTo>
                  <a:pt x="19516" y="10015"/>
                </a:lnTo>
                <a:lnTo>
                  <a:pt x="19479" y="10088"/>
                </a:lnTo>
                <a:lnTo>
                  <a:pt x="19185" y="10198"/>
                </a:lnTo>
                <a:lnTo>
                  <a:pt x="18929" y="10308"/>
                </a:lnTo>
                <a:lnTo>
                  <a:pt x="18819" y="10418"/>
                </a:lnTo>
                <a:lnTo>
                  <a:pt x="18672" y="10528"/>
                </a:lnTo>
                <a:lnTo>
                  <a:pt x="18599" y="10675"/>
                </a:lnTo>
                <a:lnTo>
                  <a:pt x="18525" y="10822"/>
                </a:lnTo>
                <a:lnTo>
                  <a:pt x="18452" y="11115"/>
                </a:lnTo>
                <a:lnTo>
                  <a:pt x="18452" y="11409"/>
                </a:lnTo>
                <a:lnTo>
                  <a:pt x="18048" y="11702"/>
                </a:lnTo>
                <a:lnTo>
                  <a:pt x="17645" y="11996"/>
                </a:lnTo>
                <a:lnTo>
                  <a:pt x="17608" y="12032"/>
                </a:lnTo>
                <a:lnTo>
                  <a:pt x="17608" y="12106"/>
                </a:lnTo>
                <a:lnTo>
                  <a:pt x="17241" y="11776"/>
                </a:lnTo>
                <a:lnTo>
                  <a:pt x="16911" y="11519"/>
                </a:lnTo>
                <a:lnTo>
                  <a:pt x="16838" y="11482"/>
                </a:lnTo>
                <a:lnTo>
                  <a:pt x="16691" y="11482"/>
                </a:lnTo>
                <a:lnTo>
                  <a:pt x="16654" y="11555"/>
                </a:lnTo>
                <a:lnTo>
                  <a:pt x="16434" y="11519"/>
                </a:lnTo>
                <a:lnTo>
                  <a:pt x="16214" y="11519"/>
                </a:lnTo>
                <a:lnTo>
                  <a:pt x="15774" y="11555"/>
                </a:lnTo>
                <a:lnTo>
                  <a:pt x="15811" y="11445"/>
                </a:lnTo>
                <a:lnTo>
                  <a:pt x="15774" y="11335"/>
                </a:lnTo>
                <a:lnTo>
                  <a:pt x="15664" y="11152"/>
                </a:lnTo>
                <a:lnTo>
                  <a:pt x="15554" y="11005"/>
                </a:lnTo>
                <a:lnTo>
                  <a:pt x="15444" y="10822"/>
                </a:lnTo>
                <a:lnTo>
                  <a:pt x="15371" y="10602"/>
                </a:lnTo>
                <a:lnTo>
                  <a:pt x="15334" y="10418"/>
                </a:lnTo>
                <a:lnTo>
                  <a:pt x="15297" y="10308"/>
                </a:lnTo>
                <a:lnTo>
                  <a:pt x="15224" y="10235"/>
                </a:lnTo>
                <a:lnTo>
                  <a:pt x="15627" y="10015"/>
                </a:lnTo>
                <a:lnTo>
                  <a:pt x="16031" y="9758"/>
                </a:lnTo>
                <a:lnTo>
                  <a:pt x="16361" y="9428"/>
                </a:lnTo>
                <a:lnTo>
                  <a:pt x="16471" y="9281"/>
                </a:lnTo>
                <a:lnTo>
                  <a:pt x="16581" y="9098"/>
                </a:lnTo>
                <a:lnTo>
                  <a:pt x="16654" y="8878"/>
                </a:lnTo>
                <a:lnTo>
                  <a:pt x="16691" y="8621"/>
                </a:lnTo>
                <a:lnTo>
                  <a:pt x="16691" y="8364"/>
                </a:lnTo>
                <a:lnTo>
                  <a:pt x="16691" y="8107"/>
                </a:lnTo>
                <a:lnTo>
                  <a:pt x="16581" y="7631"/>
                </a:lnTo>
                <a:lnTo>
                  <a:pt x="16398" y="7190"/>
                </a:lnTo>
                <a:lnTo>
                  <a:pt x="16251" y="6897"/>
                </a:lnTo>
                <a:lnTo>
                  <a:pt x="16031" y="6640"/>
                </a:lnTo>
                <a:lnTo>
                  <a:pt x="15884" y="6530"/>
                </a:lnTo>
                <a:lnTo>
                  <a:pt x="15737" y="6457"/>
                </a:lnTo>
                <a:lnTo>
                  <a:pt x="15591" y="6420"/>
                </a:lnTo>
                <a:lnTo>
                  <a:pt x="15407" y="6383"/>
                </a:lnTo>
                <a:lnTo>
                  <a:pt x="15077" y="631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504" name="Google Shape;504;p10"/>
          <p:cNvSpPr/>
          <p:nvPr/>
        </p:nvSpPr>
        <p:spPr>
          <a:xfrm>
            <a:off x="10456069" y="-134498"/>
            <a:ext cx="517491" cy="545251"/>
          </a:xfrm>
          <a:custGeom>
            <a:avLst/>
            <a:gdLst/>
            <a:ahLst/>
            <a:cxnLst/>
            <a:rect l="l" t="t" r="r" b="b"/>
            <a:pathLst>
              <a:path w="13683" h="14417" extrusionOk="0">
                <a:moveTo>
                  <a:pt x="9281" y="2311"/>
                </a:moveTo>
                <a:lnTo>
                  <a:pt x="9170" y="2385"/>
                </a:lnTo>
                <a:lnTo>
                  <a:pt x="9134" y="2495"/>
                </a:lnTo>
                <a:lnTo>
                  <a:pt x="9097" y="2568"/>
                </a:lnTo>
                <a:lnTo>
                  <a:pt x="9097" y="2678"/>
                </a:lnTo>
                <a:lnTo>
                  <a:pt x="9134" y="2862"/>
                </a:lnTo>
                <a:lnTo>
                  <a:pt x="9207" y="3082"/>
                </a:lnTo>
                <a:lnTo>
                  <a:pt x="9464" y="3742"/>
                </a:lnTo>
                <a:lnTo>
                  <a:pt x="9721" y="4402"/>
                </a:lnTo>
                <a:lnTo>
                  <a:pt x="9647" y="4439"/>
                </a:lnTo>
                <a:lnTo>
                  <a:pt x="9060" y="5283"/>
                </a:lnTo>
                <a:lnTo>
                  <a:pt x="8804" y="5649"/>
                </a:lnTo>
                <a:lnTo>
                  <a:pt x="8694" y="5833"/>
                </a:lnTo>
                <a:lnTo>
                  <a:pt x="8657" y="5943"/>
                </a:lnTo>
                <a:lnTo>
                  <a:pt x="8694" y="6053"/>
                </a:lnTo>
                <a:lnTo>
                  <a:pt x="8804" y="6016"/>
                </a:lnTo>
                <a:lnTo>
                  <a:pt x="8877" y="5980"/>
                </a:lnTo>
                <a:lnTo>
                  <a:pt x="9024" y="5833"/>
                </a:lnTo>
                <a:lnTo>
                  <a:pt x="9281" y="5503"/>
                </a:lnTo>
                <a:lnTo>
                  <a:pt x="9941" y="4659"/>
                </a:lnTo>
                <a:lnTo>
                  <a:pt x="10014" y="4659"/>
                </a:lnTo>
                <a:lnTo>
                  <a:pt x="10124" y="4622"/>
                </a:lnTo>
                <a:lnTo>
                  <a:pt x="10161" y="4549"/>
                </a:lnTo>
                <a:lnTo>
                  <a:pt x="10161" y="4439"/>
                </a:lnTo>
                <a:lnTo>
                  <a:pt x="9684" y="3229"/>
                </a:lnTo>
                <a:lnTo>
                  <a:pt x="9427" y="2715"/>
                </a:lnTo>
                <a:lnTo>
                  <a:pt x="9354" y="2532"/>
                </a:lnTo>
                <a:lnTo>
                  <a:pt x="9317" y="2422"/>
                </a:lnTo>
                <a:lnTo>
                  <a:pt x="9317" y="2348"/>
                </a:lnTo>
                <a:lnTo>
                  <a:pt x="9317" y="2311"/>
                </a:lnTo>
                <a:close/>
                <a:moveTo>
                  <a:pt x="8694" y="1615"/>
                </a:moveTo>
                <a:lnTo>
                  <a:pt x="8767" y="1798"/>
                </a:lnTo>
                <a:lnTo>
                  <a:pt x="8804" y="1908"/>
                </a:lnTo>
                <a:lnTo>
                  <a:pt x="8914" y="1981"/>
                </a:lnTo>
                <a:lnTo>
                  <a:pt x="9024" y="2055"/>
                </a:lnTo>
                <a:lnTo>
                  <a:pt x="9170" y="2018"/>
                </a:lnTo>
                <a:lnTo>
                  <a:pt x="9391" y="1908"/>
                </a:lnTo>
                <a:lnTo>
                  <a:pt x="9611" y="1725"/>
                </a:lnTo>
                <a:lnTo>
                  <a:pt x="9867" y="2275"/>
                </a:lnTo>
                <a:lnTo>
                  <a:pt x="10161" y="2752"/>
                </a:lnTo>
                <a:lnTo>
                  <a:pt x="10454" y="3265"/>
                </a:lnTo>
                <a:lnTo>
                  <a:pt x="10674" y="3779"/>
                </a:lnTo>
                <a:lnTo>
                  <a:pt x="10528" y="3925"/>
                </a:lnTo>
                <a:lnTo>
                  <a:pt x="10381" y="4072"/>
                </a:lnTo>
                <a:lnTo>
                  <a:pt x="10271" y="4256"/>
                </a:lnTo>
                <a:lnTo>
                  <a:pt x="10234" y="4476"/>
                </a:lnTo>
                <a:lnTo>
                  <a:pt x="10271" y="4586"/>
                </a:lnTo>
                <a:lnTo>
                  <a:pt x="10344" y="4659"/>
                </a:lnTo>
                <a:lnTo>
                  <a:pt x="10344" y="4806"/>
                </a:lnTo>
                <a:lnTo>
                  <a:pt x="10381" y="4879"/>
                </a:lnTo>
                <a:lnTo>
                  <a:pt x="10491" y="4916"/>
                </a:lnTo>
                <a:lnTo>
                  <a:pt x="10491" y="4953"/>
                </a:lnTo>
                <a:lnTo>
                  <a:pt x="10344" y="5173"/>
                </a:lnTo>
                <a:lnTo>
                  <a:pt x="9977" y="5649"/>
                </a:lnTo>
                <a:lnTo>
                  <a:pt x="9647" y="6163"/>
                </a:lnTo>
                <a:lnTo>
                  <a:pt x="9501" y="6090"/>
                </a:lnTo>
                <a:lnTo>
                  <a:pt x="9317" y="6053"/>
                </a:lnTo>
                <a:lnTo>
                  <a:pt x="9134" y="6126"/>
                </a:lnTo>
                <a:lnTo>
                  <a:pt x="8950" y="6200"/>
                </a:lnTo>
                <a:lnTo>
                  <a:pt x="8840" y="6346"/>
                </a:lnTo>
                <a:lnTo>
                  <a:pt x="8730" y="6493"/>
                </a:lnTo>
                <a:lnTo>
                  <a:pt x="8327" y="6493"/>
                </a:lnTo>
                <a:lnTo>
                  <a:pt x="7556" y="6530"/>
                </a:lnTo>
                <a:lnTo>
                  <a:pt x="7520" y="6456"/>
                </a:lnTo>
                <a:lnTo>
                  <a:pt x="7410" y="6383"/>
                </a:lnTo>
                <a:lnTo>
                  <a:pt x="7080" y="6273"/>
                </a:lnTo>
                <a:lnTo>
                  <a:pt x="7043" y="6273"/>
                </a:lnTo>
                <a:lnTo>
                  <a:pt x="6970" y="6236"/>
                </a:lnTo>
                <a:lnTo>
                  <a:pt x="6786" y="6236"/>
                </a:lnTo>
                <a:lnTo>
                  <a:pt x="6639" y="6200"/>
                </a:lnTo>
                <a:lnTo>
                  <a:pt x="5832" y="5429"/>
                </a:lnTo>
                <a:lnTo>
                  <a:pt x="5246" y="4879"/>
                </a:lnTo>
                <a:lnTo>
                  <a:pt x="5319" y="4696"/>
                </a:lnTo>
                <a:lnTo>
                  <a:pt x="5319" y="4512"/>
                </a:lnTo>
                <a:lnTo>
                  <a:pt x="5282" y="4439"/>
                </a:lnTo>
                <a:lnTo>
                  <a:pt x="5246" y="4366"/>
                </a:lnTo>
                <a:lnTo>
                  <a:pt x="5099" y="4256"/>
                </a:lnTo>
                <a:lnTo>
                  <a:pt x="5282" y="3815"/>
                </a:lnTo>
                <a:lnTo>
                  <a:pt x="5796" y="2715"/>
                </a:lnTo>
                <a:lnTo>
                  <a:pt x="6126" y="2018"/>
                </a:lnTo>
                <a:lnTo>
                  <a:pt x="6273" y="2018"/>
                </a:lnTo>
                <a:lnTo>
                  <a:pt x="6419" y="1981"/>
                </a:lnTo>
                <a:lnTo>
                  <a:pt x="6566" y="1908"/>
                </a:lnTo>
                <a:lnTo>
                  <a:pt x="6713" y="1798"/>
                </a:lnTo>
                <a:lnTo>
                  <a:pt x="6823" y="1688"/>
                </a:lnTo>
                <a:lnTo>
                  <a:pt x="7483" y="1651"/>
                </a:lnTo>
                <a:lnTo>
                  <a:pt x="8694" y="1615"/>
                </a:lnTo>
                <a:close/>
                <a:moveTo>
                  <a:pt x="6823" y="6823"/>
                </a:moveTo>
                <a:lnTo>
                  <a:pt x="6933" y="6897"/>
                </a:lnTo>
                <a:lnTo>
                  <a:pt x="6749" y="6897"/>
                </a:lnTo>
                <a:lnTo>
                  <a:pt x="6713" y="6860"/>
                </a:lnTo>
                <a:lnTo>
                  <a:pt x="6823" y="6823"/>
                </a:lnTo>
                <a:close/>
                <a:moveTo>
                  <a:pt x="2714" y="5393"/>
                </a:moveTo>
                <a:lnTo>
                  <a:pt x="2641" y="5429"/>
                </a:lnTo>
                <a:lnTo>
                  <a:pt x="2531" y="5503"/>
                </a:lnTo>
                <a:lnTo>
                  <a:pt x="2458" y="5576"/>
                </a:lnTo>
                <a:lnTo>
                  <a:pt x="2274" y="5796"/>
                </a:lnTo>
                <a:lnTo>
                  <a:pt x="1981" y="6310"/>
                </a:lnTo>
                <a:lnTo>
                  <a:pt x="1651" y="6860"/>
                </a:lnTo>
                <a:lnTo>
                  <a:pt x="1504" y="7080"/>
                </a:lnTo>
                <a:lnTo>
                  <a:pt x="1431" y="7190"/>
                </a:lnTo>
                <a:lnTo>
                  <a:pt x="1394" y="7263"/>
                </a:lnTo>
                <a:lnTo>
                  <a:pt x="1394" y="7337"/>
                </a:lnTo>
                <a:lnTo>
                  <a:pt x="1321" y="7374"/>
                </a:lnTo>
                <a:lnTo>
                  <a:pt x="1321" y="7410"/>
                </a:lnTo>
                <a:lnTo>
                  <a:pt x="1321" y="7520"/>
                </a:lnTo>
                <a:lnTo>
                  <a:pt x="1394" y="7557"/>
                </a:lnTo>
                <a:lnTo>
                  <a:pt x="1504" y="7594"/>
                </a:lnTo>
                <a:lnTo>
                  <a:pt x="1614" y="7520"/>
                </a:lnTo>
                <a:lnTo>
                  <a:pt x="1724" y="7447"/>
                </a:lnTo>
                <a:lnTo>
                  <a:pt x="1834" y="7337"/>
                </a:lnTo>
                <a:lnTo>
                  <a:pt x="2018" y="7043"/>
                </a:lnTo>
                <a:lnTo>
                  <a:pt x="2128" y="6823"/>
                </a:lnTo>
                <a:lnTo>
                  <a:pt x="2568" y="6200"/>
                </a:lnTo>
                <a:lnTo>
                  <a:pt x="2751" y="5870"/>
                </a:lnTo>
                <a:lnTo>
                  <a:pt x="2861" y="5723"/>
                </a:lnTo>
                <a:lnTo>
                  <a:pt x="2861" y="5539"/>
                </a:lnTo>
                <a:lnTo>
                  <a:pt x="2861" y="5466"/>
                </a:lnTo>
                <a:lnTo>
                  <a:pt x="2788" y="5429"/>
                </a:lnTo>
                <a:lnTo>
                  <a:pt x="2714" y="5393"/>
                </a:lnTo>
                <a:close/>
                <a:moveTo>
                  <a:pt x="4072" y="4843"/>
                </a:moveTo>
                <a:lnTo>
                  <a:pt x="4182" y="5026"/>
                </a:lnTo>
                <a:lnTo>
                  <a:pt x="4328" y="5173"/>
                </a:lnTo>
                <a:lnTo>
                  <a:pt x="4475" y="5209"/>
                </a:lnTo>
                <a:lnTo>
                  <a:pt x="4622" y="5246"/>
                </a:lnTo>
                <a:lnTo>
                  <a:pt x="4769" y="5246"/>
                </a:lnTo>
                <a:lnTo>
                  <a:pt x="4915" y="5209"/>
                </a:lnTo>
                <a:lnTo>
                  <a:pt x="5319" y="5576"/>
                </a:lnTo>
                <a:lnTo>
                  <a:pt x="6163" y="6456"/>
                </a:lnTo>
                <a:lnTo>
                  <a:pt x="6126" y="6530"/>
                </a:lnTo>
                <a:lnTo>
                  <a:pt x="6089" y="6640"/>
                </a:lnTo>
                <a:lnTo>
                  <a:pt x="6126" y="6787"/>
                </a:lnTo>
                <a:lnTo>
                  <a:pt x="6163" y="6897"/>
                </a:lnTo>
                <a:lnTo>
                  <a:pt x="6236" y="7007"/>
                </a:lnTo>
                <a:lnTo>
                  <a:pt x="6236" y="7080"/>
                </a:lnTo>
                <a:lnTo>
                  <a:pt x="5942" y="7410"/>
                </a:lnTo>
                <a:lnTo>
                  <a:pt x="5686" y="7777"/>
                </a:lnTo>
                <a:lnTo>
                  <a:pt x="5172" y="8511"/>
                </a:lnTo>
                <a:lnTo>
                  <a:pt x="4695" y="9134"/>
                </a:lnTo>
                <a:lnTo>
                  <a:pt x="4585" y="9061"/>
                </a:lnTo>
                <a:lnTo>
                  <a:pt x="4439" y="9061"/>
                </a:lnTo>
                <a:lnTo>
                  <a:pt x="4255" y="9098"/>
                </a:lnTo>
                <a:lnTo>
                  <a:pt x="4108" y="9208"/>
                </a:lnTo>
                <a:lnTo>
                  <a:pt x="3998" y="9354"/>
                </a:lnTo>
                <a:lnTo>
                  <a:pt x="3925" y="9538"/>
                </a:lnTo>
                <a:lnTo>
                  <a:pt x="3595" y="9501"/>
                </a:lnTo>
                <a:lnTo>
                  <a:pt x="2825" y="9538"/>
                </a:lnTo>
                <a:lnTo>
                  <a:pt x="2788" y="9354"/>
                </a:lnTo>
                <a:lnTo>
                  <a:pt x="2678" y="9208"/>
                </a:lnTo>
                <a:lnTo>
                  <a:pt x="2531" y="9098"/>
                </a:lnTo>
                <a:lnTo>
                  <a:pt x="2384" y="9061"/>
                </a:lnTo>
                <a:lnTo>
                  <a:pt x="2238" y="9061"/>
                </a:lnTo>
                <a:lnTo>
                  <a:pt x="2054" y="9098"/>
                </a:lnTo>
                <a:lnTo>
                  <a:pt x="1577" y="8437"/>
                </a:lnTo>
                <a:lnTo>
                  <a:pt x="1394" y="8107"/>
                </a:lnTo>
                <a:lnTo>
                  <a:pt x="1137" y="7777"/>
                </a:lnTo>
                <a:lnTo>
                  <a:pt x="1211" y="7594"/>
                </a:lnTo>
                <a:lnTo>
                  <a:pt x="1247" y="7447"/>
                </a:lnTo>
                <a:lnTo>
                  <a:pt x="1211" y="7263"/>
                </a:lnTo>
                <a:lnTo>
                  <a:pt x="1174" y="7117"/>
                </a:lnTo>
                <a:lnTo>
                  <a:pt x="1064" y="7007"/>
                </a:lnTo>
                <a:lnTo>
                  <a:pt x="1101" y="6933"/>
                </a:lnTo>
                <a:lnTo>
                  <a:pt x="1174" y="6823"/>
                </a:lnTo>
                <a:lnTo>
                  <a:pt x="1247" y="6640"/>
                </a:lnTo>
                <a:lnTo>
                  <a:pt x="1614" y="5980"/>
                </a:lnTo>
                <a:lnTo>
                  <a:pt x="1944" y="5356"/>
                </a:lnTo>
                <a:lnTo>
                  <a:pt x="2164" y="5356"/>
                </a:lnTo>
                <a:lnTo>
                  <a:pt x="2384" y="5283"/>
                </a:lnTo>
                <a:lnTo>
                  <a:pt x="2531" y="5136"/>
                </a:lnTo>
                <a:lnTo>
                  <a:pt x="2604" y="5063"/>
                </a:lnTo>
                <a:lnTo>
                  <a:pt x="2641" y="4953"/>
                </a:lnTo>
                <a:lnTo>
                  <a:pt x="2678" y="4916"/>
                </a:lnTo>
                <a:lnTo>
                  <a:pt x="3118" y="4953"/>
                </a:lnTo>
                <a:lnTo>
                  <a:pt x="3705" y="4916"/>
                </a:lnTo>
                <a:lnTo>
                  <a:pt x="4072" y="4843"/>
                </a:lnTo>
                <a:close/>
                <a:moveTo>
                  <a:pt x="8877" y="7740"/>
                </a:moveTo>
                <a:lnTo>
                  <a:pt x="8877" y="7777"/>
                </a:lnTo>
                <a:lnTo>
                  <a:pt x="8877" y="7814"/>
                </a:lnTo>
                <a:lnTo>
                  <a:pt x="8914" y="7997"/>
                </a:lnTo>
                <a:lnTo>
                  <a:pt x="8914" y="8070"/>
                </a:lnTo>
                <a:lnTo>
                  <a:pt x="8950" y="8181"/>
                </a:lnTo>
                <a:lnTo>
                  <a:pt x="9391" y="8731"/>
                </a:lnTo>
                <a:lnTo>
                  <a:pt x="9794" y="9281"/>
                </a:lnTo>
                <a:lnTo>
                  <a:pt x="9941" y="9464"/>
                </a:lnTo>
                <a:lnTo>
                  <a:pt x="10014" y="9538"/>
                </a:lnTo>
                <a:lnTo>
                  <a:pt x="10124" y="9574"/>
                </a:lnTo>
                <a:lnTo>
                  <a:pt x="10234" y="9574"/>
                </a:lnTo>
                <a:lnTo>
                  <a:pt x="10308" y="9538"/>
                </a:lnTo>
                <a:lnTo>
                  <a:pt x="10381" y="9501"/>
                </a:lnTo>
                <a:lnTo>
                  <a:pt x="10418" y="9391"/>
                </a:lnTo>
                <a:lnTo>
                  <a:pt x="10418" y="9354"/>
                </a:lnTo>
                <a:lnTo>
                  <a:pt x="10418" y="9244"/>
                </a:lnTo>
                <a:lnTo>
                  <a:pt x="10381" y="9171"/>
                </a:lnTo>
                <a:lnTo>
                  <a:pt x="10308" y="9134"/>
                </a:lnTo>
                <a:lnTo>
                  <a:pt x="10198" y="9098"/>
                </a:lnTo>
                <a:lnTo>
                  <a:pt x="10088" y="8951"/>
                </a:lnTo>
                <a:lnTo>
                  <a:pt x="10014" y="8841"/>
                </a:lnTo>
                <a:lnTo>
                  <a:pt x="9647" y="8401"/>
                </a:lnTo>
                <a:lnTo>
                  <a:pt x="9281" y="7924"/>
                </a:lnTo>
                <a:lnTo>
                  <a:pt x="9207" y="7850"/>
                </a:lnTo>
                <a:lnTo>
                  <a:pt x="9134" y="7814"/>
                </a:lnTo>
                <a:lnTo>
                  <a:pt x="8950" y="7740"/>
                </a:lnTo>
                <a:close/>
                <a:moveTo>
                  <a:pt x="2128" y="9721"/>
                </a:moveTo>
                <a:lnTo>
                  <a:pt x="2054" y="9758"/>
                </a:lnTo>
                <a:lnTo>
                  <a:pt x="2054" y="9721"/>
                </a:lnTo>
                <a:close/>
                <a:moveTo>
                  <a:pt x="5612" y="9281"/>
                </a:moveTo>
                <a:lnTo>
                  <a:pt x="5576" y="9318"/>
                </a:lnTo>
                <a:lnTo>
                  <a:pt x="5576" y="9354"/>
                </a:lnTo>
                <a:lnTo>
                  <a:pt x="5576" y="9538"/>
                </a:lnTo>
                <a:lnTo>
                  <a:pt x="5649" y="9684"/>
                </a:lnTo>
                <a:lnTo>
                  <a:pt x="5796" y="9941"/>
                </a:lnTo>
                <a:lnTo>
                  <a:pt x="6163" y="10455"/>
                </a:lnTo>
                <a:lnTo>
                  <a:pt x="6456" y="10895"/>
                </a:lnTo>
                <a:lnTo>
                  <a:pt x="6603" y="11115"/>
                </a:lnTo>
                <a:lnTo>
                  <a:pt x="6823" y="11298"/>
                </a:lnTo>
                <a:lnTo>
                  <a:pt x="6860" y="11372"/>
                </a:lnTo>
                <a:lnTo>
                  <a:pt x="6970" y="11482"/>
                </a:lnTo>
                <a:lnTo>
                  <a:pt x="7043" y="11519"/>
                </a:lnTo>
                <a:lnTo>
                  <a:pt x="7116" y="11519"/>
                </a:lnTo>
                <a:lnTo>
                  <a:pt x="7190" y="11482"/>
                </a:lnTo>
                <a:lnTo>
                  <a:pt x="7226" y="11408"/>
                </a:lnTo>
                <a:lnTo>
                  <a:pt x="7263" y="11188"/>
                </a:lnTo>
                <a:lnTo>
                  <a:pt x="7226" y="11078"/>
                </a:lnTo>
                <a:lnTo>
                  <a:pt x="7153" y="10968"/>
                </a:lnTo>
                <a:lnTo>
                  <a:pt x="7080" y="10932"/>
                </a:lnTo>
                <a:lnTo>
                  <a:pt x="7006" y="10895"/>
                </a:lnTo>
                <a:lnTo>
                  <a:pt x="6933" y="10785"/>
                </a:lnTo>
                <a:lnTo>
                  <a:pt x="6860" y="10675"/>
                </a:lnTo>
                <a:lnTo>
                  <a:pt x="6713" y="10455"/>
                </a:lnTo>
                <a:lnTo>
                  <a:pt x="6273" y="9831"/>
                </a:lnTo>
                <a:lnTo>
                  <a:pt x="6016" y="9501"/>
                </a:lnTo>
                <a:lnTo>
                  <a:pt x="5869" y="9391"/>
                </a:lnTo>
                <a:lnTo>
                  <a:pt x="5722" y="9281"/>
                </a:lnTo>
                <a:close/>
                <a:moveTo>
                  <a:pt x="8730" y="6970"/>
                </a:moveTo>
                <a:lnTo>
                  <a:pt x="8804" y="7080"/>
                </a:lnTo>
                <a:lnTo>
                  <a:pt x="8914" y="7153"/>
                </a:lnTo>
                <a:lnTo>
                  <a:pt x="8987" y="7227"/>
                </a:lnTo>
                <a:lnTo>
                  <a:pt x="9097" y="7263"/>
                </a:lnTo>
                <a:lnTo>
                  <a:pt x="9391" y="7227"/>
                </a:lnTo>
                <a:lnTo>
                  <a:pt x="9501" y="7263"/>
                </a:lnTo>
                <a:lnTo>
                  <a:pt x="9574" y="7300"/>
                </a:lnTo>
                <a:lnTo>
                  <a:pt x="9721" y="7557"/>
                </a:lnTo>
                <a:lnTo>
                  <a:pt x="9867" y="7814"/>
                </a:lnTo>
                <a:lnTo>
                  <a:pt x="10234" y="8364"/>
                </a:lnTo>
                <a:lnTo>
                  <a:pt x="10711" y="9098"/>
                </a:lnTo>
                <a:lnTo>
                  <a:pt x="10638" y="9281"/>
                </a:lnTo>
                <a:lnTo>
                  <a:pt x="10601" y="9428"/>
                </a:lnTo>
                <a:lnTo>
                  <a:pt x="10564" y="9758"/>
                </a:lnTo>
                <a:lnTo>
                  <a:pt x="10528" y="9941"/>
                </a:lnTo>
                <a:lnTo>
                  <a:pt x="10528" y="10125"/>
                </a:lnTo>
                <a:lnTo>
                  <a:pt x="10528" y="10235"/>
                </a:lnTo>
                <a:lnTo>
                  <a:pt x="10564" y="10271"/>
                </a:lnTo>
                <a:lnTo>
                  <a:pt x="10344" y="10638"/>
                </a:lnTo>
                <a:lnTo>
                  <a:pt x="9794" y="11555"/>
                </a:lnTo>
                <a:lnTo>
                  <a:pt x="9684" y="11519"/>
                </a:lnTo>
                <a:lnTo>
                  <a:pt x="9537" y="11519"/>
                </a:lnTo>
                <a:lnTo>
                  <a:pt x="9391" y="11555"/>
                </a:lnTo>
                <a:lnTo>
                  <a:pt x="9281" y="11629"/>
                </a:lnTo>
                <a:lnTo>
                  <a:pt x="9170" y="11702"/>
                </a:lnTo>
                <a:lnTo>
                  <a:pt x="9097" y="11812"/>
                </a:lnTo>
                <a:lnTo>
                  <a:pt x="9024" y="11922"/>
                </a:lnTo>
                <a:lnTo>
                  <a:pt x="8987" y="12032"/>
                </a:lnTo>
                <a:lnTo>
                  <a:pt x="8400" y="12069"/>
                </a:lnTo>
                <a:lnTo>
                  <a:pt x="7483" y="12142"/>
                </a:lnTo>
                <a:lnTo>
                  <a:pt x="7006" y="12142"/>
                </a:lnTo>
                <a:lnTo>
                  <a:pt x="6970" y="11959"/>
                </a:lnTo>
                <a:lnTo>
                  <a:pt x="6823" y="11775"/>
                </a:lnTo>
                <a:lnTo>
                  <a:pt x="6749" y="11739"/>
                </a:lnTo>
                <a:lnTo>
                  <a:pt x="6676" y="11702"/>
                </a:lnTo>
                <a:lnTo>
                  <a:pt x="6493" y="11665"/>
                </a:lnTo>
                <a:lnTo>
                  <a:pt x="6419" y="11629"/>
                </a:lnTo>
                <a:lnTo>
                  <a:pt x="6346" y="11665"/>
                </a:lnTo>
                <a:lnTo>
                  <a:pt x="6273" y="11739"/>
                </a:lnTo>
                <a:lnTo>
                  <a:pt x="6199" y="11739"/>
                </a:lnTo>
                <a:lnTo>
                  <a:pt x="5979" y="11225"/>
                </a:lnTo>
                <a:lnTo>
                  <a:pt x="5722" y="10712"/>
                </a:lnTo>
                <a:lnTo>
                  <a:pt x="5466" y="10308"/>
                </a:lnTo>
                <a:lnTo>
                  <a:pt x="5172" y="9868"/>
                </a:lnTo>
                <a:lnTo>
                  <a:pt x="5209" y="9758"/>
                </a:lnTo>
                <a:lnTo>
                  <a:pt x="5246" y="9648"/>
                </a:lnTo>
                <a:lnTo>
                  <a:pt x="5246" y="9501"/>
                </a:lnTo>
                <a:lnTo>
                  <a:pt x="5209" y="9391"/>
                </a:lnTo>
                <a:lnTo>
                  <a:pt x="5135" y="9318"/>
                </a:lnTo>
                <a:lnTo>
                  <a:pt x="5099" y="9318"/>
                </a:lnTo>
                <a:lnTo>
                  <a:pt x="5209" y="9171"/>
                </a:lnTo>
                <a:lnTo>
                  <a:pt x="5759" y="8401"/>
                </a:lnTo>
                <a:lnTo>
                  <a:pt x="6163" y="7850"/>
                </a:lnTo>
                <a:lnTo>
                  <a:pt x="6383" y="7594"/>
                </a:lnTo>
                <a:lnTo>
                  <a:pt x="6529" y="7300"/>
                </a:lnTo>
                <a:lnTo>
                  <a:pt x="6676" y="7337"/>
                </a:lnTo>
                <a:lnTo>
                  <a:pt x="6933" y="7337"/>
                </a:lnTo>
                <a:lnTo>
                  <a:pt x="7080" y="7300"/>
                </a:lnTo>
                <a:lnTo>
                  <a:pt x="7190" y="7263"/>
                </a:lnTo>
                <a:lnTo>
                  <a:pt x="7300" y="7153"/>
                </a:lnTo>
                <a:lnTo>
                  <a:pt x="7410" y="7080"/>
                </a:lnTo>
                <a:lnTo>
                  <a:pt x="7483" y="6970"/>
                </a:lnTo>
                <a:close/>
                <a:moveTo>
                  <a:pt x="4769" y="1"/>
                </a:moveTo>
                <a:lnTo>
                  <a:pt x="4769" y="37"/>
                </a:lnTo>
                <a:lnTo>
                  <a:pt x="4805" y="184"/>
                </a:lnTo>
                <a:lnTo>
                  <a:pt x="4879" y="294"/>
                </a:lnTo>
                <a:lnTo>
                  <a:pt x="4989" y="367"/>
                </a:lnTo>
                <a:lnTo>
                  <a:pt x="5099" y="404"/>
                </a:lnTo>
                <a:lnTo>
                  <a:pt x="5172" y="551"/>
                </a:lnTo>
                <a:lnTo>
                  <a:pt x="5282" y="697"/>
                </a:lnTo>
                <a:lnTo>
                  <a:pt x="5466" y="991"/>
                </a:lnTo>
                <a:lnTo>
                  <a:pt x="5539" y="1101"/>
                </a:lnTo>
                <a:lnTo>
                  <a:pt x="5466" y="1284"/>
                </a:lnTo>
                <a:lnTo>
                  <a:pt x="5466" y="1468"/>
                </a:lnTo>
                <a:lnTo>
                  <a:pt x="5539" y="1688"/>
                </a:lnTo>
                <a:lnTo>
                  <a:pt x="5649" y="1835"/>
                </a:lnTo>
                <a:lnTo>
                  <a:pt x="5722" y="1908"/>
                </a:lnTo>
                <a:lnTo>
                  <a:pt x="5356" y="2605"/>
                </a:lnTo>
                <a:lnTo>
                  <a:pt x="4879" y="3595"/>
                </a:lnTo>
                <a:lnTo>
                  <a:pt x="4769" y="3852"/>
                </a:lnTo>
                <a:lnTo>
                  <a:pt x="4622" y="4072"/>
                </a:lnTo>
                <a:lnTo>
                  <a:pt x="4402" y="4072"/>
                </a:lnTo>
                <a:lnTo>
                  <a:pt x="4292" y="4109"/>
                </a:lnTo>
                <a:lnTo>
                  <a:pt x="4182" y="4182"/>
                </a:lnTo>
                <a:lnTo>
                  <a:pt x="4108" y="4292"/>
                </a:lnTo>
                <a:lnTo>
                  <a:pt x="4072" y="4402"/>
                </a:lnTo>
                <a:lnTo>
                  <a:pt x="3485" y="4476"/>
                </a:lnTo>
                <a:lnTo>
                  <a:pt x="3045" y="4512"/>
                </a:lnTo>
                <a:lnTo>
                  <a:pt x="2678" y="4549"/>
                </a:lnTo>
                <a:lnTo>
                  <a:pt x="2568" y="4366"/>
                </a:lnTo>
                <a:lnTo>
                  <a:pt x="2458" y="4219"/>
                </a:lnTo>
                <a:lnTo>
                  <a:pt x="2274" y="4146"/>
                </a:lnTo>
                <a:lnTo>
                  <a:pt x="2091" y="4109"/>
                </a:lnTo>
                <a:lnTo>
                  <a:pt x="1907" y="4109"/>
                </a:lnTo>
                <a:lnTo>
                  <a:pt x="1797" y="4182"/>
                </a:lnTo>
                <a:lnTo>
                  <a:pt x="1651" y="4292"/>
                </a:lnTo>
                <a:lnTo>
                  <a:pt x="1577" y="4402"/>
                </a:lnTo>
                <a:lnTo>
                  <a:pt x="1504" y="4512"/>
                </a:lnTo>
                <a:lnTo>
                  <a:pt x="1504" y="4622"/>
                </a:lnTo>
                <a:lnTo>
                  <a:pt x="1431" y="4769"/>
                </a:lnTo>
                <a:lnTo>
                  <a:pt x="1431" y="4953"/>
                </a:lnTo>
                <a:lnTo>
                  <a:pt x="1467" y="5099"/>
                </a:lnTo>
                <a:lnTo>
                  <a:pt x="1504" y="5173"/>
                </a:lnTo>
                <a:lnTo>
                  <a:pt x="1504" y="5209"/>
                </a:lnTo>
                <a:lnTo>
                  <a:pt x="1247" y="5760"/>
                </a:lnTo>
                <a:lnTo>
                  <a:pt x="880" y="6420"/>
                </a:lnTo>
                <a:lnTo>
                  <a:pt x="770" y="6640"/>
                </a:lnTo>
                <a:lnTo>
                  <a:pt x="770" y="6713"/>
                </a:lnTo>
                <a:lnTo>
                  <a:pt x="734" y="6823"/>
                </a:lnTo>
                <a:lnTo>
                  <a:pt x="734" y="6787"/>
                </a:lnTo>
                <a:lnTo>
                  <a:pt x="624" y="6787"/>
                </a:lnTo>
                <a:lnTo>
                  <a:pt x="550" y="6823"/>
                </a:lnTo>
                <a:lnTo>
                  <a:pt x="404" y="6933"/>
                </a:lnTo>
                <a:lnTo>
                  <a:pt x="330" y="6970"/>
                </a:lnTo>
                <a:lnTo>
                  <a:pt x="257" y="7007"/>
                </a:lnTo>
                <a:lnTo>
                  <a:pt x="183" y="7117"/>
                </a:lnTo>
                <a:lnTo>
                  <a:pt x="110" y="7227"/>
                </a:lnTo>
                <a:lnTo>
                  <a:pt x="110" y="7447"/>
                </a:lnTo>
                <a:lnTo>
                  <a:pt x="0" y="7777"/>
                </a:lnTo>
                <a:lnTo>
                  <a:pt x="37" y="7850"/>
                </a:lnTo>
                <a:lnTo>
                  <a:pt x="73" y="7887"/>
                </a:lnTo>
                <a:lnTo>
                  <a:pt x="110" y="7960"/>
                </a:lnTo>
                <a:lnTo>
                  <a:pt x="183" y="7960"/>
                </a:lnTo>
                <a:lnTo>
                  <a:pt x="367" y="8034"/>
                </a:lnTo>
                <a:lnTo>
                  <a:pt x="660" y="8034"/>
                </a:lnTo>
                <a:lnTo>
                  <a:pt x="660" y="7997"/>
                </a:lnTo>
                <a:lnTo>
                  <a:pt x="770" y="7997"/>
                </a:lnTo>
                <a:lnTo>
                  <a:pt x="880" y="8181"/>
                </a:lnTo>
                <a:lnTo>
                  <a:pt x="990" y="8364"/>
                </a:lnTo>
                <a:lnTo>
                  <a:pt x="1211" y="8657"/>
                </a:lnTo>
                <a:lnTo>
                  <a:pt x="1651" y="9281"/>
                </a:lnTo>
                <a:lnTo>
                  <a:pt x="1687" y="9354"/>
                </a:lnTo>
                <a:lnTo>
                  <a:pt x="1651" y="9501"/>
                </a:lnTo>
                <a:lnTo>
                  <a:pt x="1614" y="9648"/>
                </a:lnTo>
                <a:lnTo>
                  <a:pt x="1577" y="9831"/>
                </a:lnTo>
                <a:lnTo>
                  <a:pt x="1577" y="9941"/>
                </a:lnTo>
                <a:lnTo>
                  <a:pt x="1614" y="10051"/>
                </a:lnTo>
                <a:lnTo>
                  <a:pt x="1541" y="10235"/>
                </a:lnTo>
                <a:lnTo>
                  <a:pt x="1431" y="10418"/>
                </a:lnTo>
                <a:lnTo>
                  <a:pt x="1357" y="10601"/>
                </a:lnTo>
                <a:lnTo>
                  <a:pt x="1211" y="10785"/>
                </a:lnTo>
                <a:lnTo>
                  <a:pt x="1137" y="10858"/>
                </a:lnTo>
                <a:lnTo>
                  <a:pt x="1137" y="10968"/>
                </a:lnTo>
                <a:lnTo>
                  <a:pt x="1174" y="11078"/>
                </a:lnTo>
                <a:lnTo>
                  <a:pt x="1247" y="11152"/>
                </a:lnTo>
                <a:lnTo>
                  <a:pt x="1357" y="11188"/>
                </a:lnTo>
                <a:lnTo>
                  <a:pt x="1467" y="11152"/>
                </a:lnTo>
                <a:lnTo>
                  <a:pt x="1541" y="11078"/>
                </a:lnTo>
                <a:lnTo>
                  <a:pt x="1577" y="10968"/>
                </a:lnTo>
                <a:lnTo>
                  <a:pt x="1614" y="10932"/>
                </a:lnTo>
                <a:lnTo>
                  <a:pt x="1687" y="10822"/>
                </a:lnTo>
                <a:lnTo>
                  <a:pt x="1761" y="10638"/>
                </a:lnTo>
                <a:lnTo>
                  <a:pt x="1834" y="10491"/>
                </a:lnTo>
                <a:lnTo>
                  <a:pt x="1907" y="10198"/>
                </a:lnTo>
                <a:lnTo>
                  <a:pt x="2164" y="10198"/>
                </a:lnTo>
                <a:lnTo>
                  <a:pt x="2348" y="10161"/>
                </a:lnTo>
                <a:lnTo>
                  <a:pt x="2494" y="10088"/>
                </a:lnTo>
                <a:lnTo>
                  <a:pt x="2641" y="10015"/>
                </a:lnTo>
                <a:lnTo>
                  <a:pt x="2714" y="9905"/>
                </a:lnTo>
                <a:lnTo>
                  <a:pt x="3338" y="9905"/>
                </a:lnTo>
                <a:lnTo>
                  <a:pt x="3998" y="9941"/>
                </a:lnTo>
                <a:lnTo>
                  <a:pt x="4035" y="10051"/>
                </a:lnTo>
                <a:lnTo>
                  <a:pt x="4072" y="10088"/>
                </a:lnTo>
                <a:lnTo>
                  <a:pt x="4145" y="10161"/>
                </a:lnTo>
                <a:lnTo>
                  <a:pt x="4292" y="10235"/>
                </a:lnTo>
                <a:lnTo>
                  <a:pt x="4439" y="10308"/>
                </a:lnTo>
                <a:lnTo>
                  <a:pt x="4622" y="10308"/>
                </a:lnTo>
                <a:lnTo>
                  <a:pt x="4805" y="10271"/>
                </a:lnTo>
                <a:lnTo>
                  <a:pt x="4879" y="10235"/>
                </a:lnTo>
                <a:lnTo>
                  <a:pt x="5282" y="10822"/>
                </a:lnTo>
                <a:lnTo>
                  <a:pt x="5429" y="11115"/>
                </a:lnTo>
                <a:lnTo>
                  <a:pt x="5576" y="11408"/>
                </a:lnTo>
                <a:lnTo>
                  <a:pt x="5796" y="11995"/>
                </a:lnTo>
                <a:lnTo>
                  <a:pt x="5759" y="12105"/>
                </a:lnTo>
                <a:lnTo>
                  <a:pt x="5759" y="12215"/>
                </a:lnTo>
                <a:lnTo>
                  <a:pt x="5759" y="12362"/>
                </a:lnTo>
                <a:lnTo>
                  <a:pt x="5759" y="12472"/>
                </a:lnTo>
                <a:lnTo>
                  <a:pt x="5759" y="12509"/>
                </a:lnTo>
                <a:lnTo>
                  <a:pt x="5722" y="12619"/>
                </a:lnTo>
                <a:lnTo>
                  <a:pt x="5722" y="12692"/>
                </a:lnTo>
                <a:lnTo>
                  <a:pt x="5759" y="12766"/>
                </a:lnTo>
                <a:lnTo>
                  <a:pt x="5979" y="12876"/>
                </a:lnTo>
                <a:lnTo>
                  <a:pt x="5759" y="13169"/>
                </a:lnTo>
                <a:lnTo>
                  <a:pt x="5612" y="13463"/>
                </a:lnTo>
                <a:lnTo>
                  <a:pt x="5502" y="13793"/>
                </a:lnTo>
                <a:lnTo>
                  <a:pt x="5429" y="14123"/>
                </a:lnTo>
                <a:lnTo>
                  <a:pt x="5392" y="14196"/>
                </a:lnTo>
                <a:lnTo>
                  <a:pt x="5429" y="14270"/>
                </a:lnTo>
                <a:lnTo>
                  <a:pt x="5502" y="14343"/>
                </a:lnTo>
                <a:lnTo>
                  <a:pt x="5576" y="14380"/>
                </a:lnTo>
                <a:lnTo>
                  <a:pt x="5649" y="14416"/>
                </a:lnTo>
                <a:lnTo>
                  <a:pt x="5722" y="14416"/>
                </a:lnTo>
                <a:lnTo>
                  <a:pt x="5759" y="14380"/>
                </a:lnTo>
                <a:lnTo>
                  <a:pt x="5832" y="14306"/>
                </a:lnTo>
                <a:lnTo>
                  <a:pt x="5832" y="14233"/>
                </a:lnTo>
                <a:lnTo>
                  <a:pt x="5869" y="14086"/>
                </a:lnTo>
                <a:lnTo>
                  <a:pt x="5979" y="13793"/>
                </a:lnTo>
                <a:lnTo>
                  <a:pt x="6089" y="13463"/>
                </a:lnTo>
                <a:lnTo>
                  <a:pt x="6309" y="13022"/>
                </a:lnTo>
                <a:lnTo>
                  <a:pt x="6566" y="13022"/>
                </a:lnTo>
                <a:lnTo>
                  <a:pt x="6713" y="12986"/>
                </a:lnTo>
                <a:lnTo>
                  <a:pt x="6786" y="12876"/>
                </a:lnTo>
                <a:lnTo>
                  <a:pt x="6860" y="12582"/>
                </a:lnTo>
                <a:lnTo>
                  <a:pt x="7593" y="12582"/>
                </a:lnTo>
                <a:lnTo>
                  <a:pt x="8253" y="12546"/>
                </a:lnTo>
                <a:lnTo>
                  <a:pt x="8914" y="12509"/>
                </a:lnTo>
                <a:lnTo>
                  <a:pt x="8950" y="12509"/>
                </a:lnTo>
                <a:lnTo>
                  <a:pt x="8950" y="12619"/>
                </a:lnTo>
                <a:lnTo>
                  <a:pt x="9024" y="12692"/>
                </a:lnTo>
                <a:lnTo>
                  <a:pt x="9170" y="12802"/>
                </a:lnTo>
                <a:lnTo>
                  <a:pt x="9354" y="12876"/>
                </a:lnTo>
                <a:lnTo>
                  <a:pt x="9537" y="12912"/>
                </a:lnTo>
                <a:lnTo>
                  <a:pt x="9647" y="13279"/>
                </a:lnTo>
                <a:lnTo>
                  <a:pt x="9794" y="13829"/>
                </a:lnTo>
                <a:lnTo>
                  <a:pt x="9904" y="14050"/>
                </a:lnTo>
                <a:lnTo>
                  <a:pt x="9977" y="14160"/>
                </a:lnTo>
                <a:lnTo>
                  <a:pt x="10051" y="14270"/>
                </a:lnTo>
                <a:lnTo>
                  <a:pt x="10198" y="14270"/>
                </a:lnTo>
                <a:lnTo>
                  <a:pt x="10271" y="14233"/>
                </a:lnTo>
                <a:lnTo>
                  <a:pt x="10308" y="14160"/>
                </a:lnTo>
                <a:lnTo>
                  <a:pt x="10308" y="14013"/>
                </a:lnTo>
                <a:lnTo>
                  <a:pt x="10308" y="13903"/>
                </a:lnTo>
                <a:lnTo>
                  <a:pt x="10198" y="13609"/>
                </a:lnTo>
                <a:lnTo>
                  <a:pt x="9977" y="12949"/>
                </a:lnTo>
                <a:lnTo>
                  <a:pt x="9904" y="12729"/>
                </a:lnTo>
                <a:lnTo>
                  <a:pt x="9977" y="12619"/>
                </a:lnTo>
                <a:lnTo>
                  <a:pt x="10088" y="12399"/>
                </a:lnTo>
                <a:lnTo>
                  <a:pt x="10124" y="12215"/>
                </a:lnTo>
                <a:lnTo>
                  <a:pt x="10161" y="12032"/>
                </a:lnTo>
                <a:lnTo>
                  <a:pt x="10161" y="11885"/>
                </a:lnTo>
                <a:lnTo>
                  <a:pt x="10124" y="11849"/>
                </a:lnTo>
                <a:lnTo>
                  <a:pt x="10601" y="11042"/>
                </a:lnTo>
                <a:lnTo>
                  <a:pt x="11115" y="10235"/>
                </a:lnTo>
                <a:lnTo>
                  <a:pt x="11371" y="10088"/>
                </a:lnTo>
                <a:lnTo>
                  <a:pt x="11518" y="9978"/>
                </a:lnTo>
                <a:lnTo>
                  <a:pt x="11628" y="9868"/>
                </a:lnTo>
                <a:lnTo>
                  <a:pt x="11665" y="9831"/>
                </a:lnTo>
                <a:lnTo>
                  <a:pt x="11738" y="9758"/>
                </a:lnTo>
                <a:lnTo>
                  <a:pt x="11812" y="9611"/>
                </a:lnTo>
                <a:lnTo>
                  <a:pt x="11885" y="9464"/>
                </a:lnTo>
                <a:lnTo>
                  <a:pt x="12068" y="9501"/>
                </a:lnTo>
                <a:lnTo>
                  <a:pt x="12288" y="9501"/>
                </a:lnTo>
                <a:lnTo>
                  <a:pt x="12875" y="9538"/>
                </a:lnTo>
                <a:lnTo>
                  <a:pt x="13426" y="9501"/>
                </a:lnTo>
                <a:lnTo>
                  <a:pt x="13499" y="9501"/>
                </a:lnTo>
                <a:lnTo>
                  <a:pt x="13572" y="9464"/>
                </a:lnTo>
                <a:lnTo>
                  <a:pt x="13646" y="9391"/>
                </a:lnTo>
                <a:lnTo>
                  <a:pt x="13646" y="9318"/>
                </a:lnTo>
                <a:lnTo>
                  <a:pt x="13682" y="9244"/>
                </a:lnTo>
                <a:lnTo>
                  <a:pt x="13646" y="9171"/>
                </a:lnTo>
                <a:lnTo>
                  <a:pt x="13609" y="9098"/>
                </a:lnTo>
                <a:lnTo>
                  <a:pt x="13536" y="9024"/>
                </a:lnTo>
                <a:lnTo>
                  <a:pt x="13426" y="9024"/>
                </a:lnTo>
                <a:lnTo>
                  <a:pt x="13059" y="8988"/>
                </a:lnTo>
                <a:lnTo>
                  <a:pt x="12655" y="8988"/>
                </a:lnTo>
                <a:lnTo>
                  <a:pt x="11885" y="9024"/>
                </a:lnTo>
                <a:lnTo>
                  <a:pt x="11812" y="8951"/>
                </a:lnTo>
                <a:lnTo>
                  <a:pt x="11738" y="8877"/>
                </a:lnTo>
                <a:lnTo>
                  <a:pt x="11518" y="8767"/>
                </a:lnTo>
                <a:lnTo>
                  <a:pt x="11445" y="8767"/>
                </a:lnTo>
                <a:lnTo>
                  <a:pt x="11335" y="8804"/>
                </a:lnTo>
                <a:lnTo>
                  <a:pt x="11225" y="8767"/>
                </a:lnTo>
                <a:lnTo>
                  <a:pt x="11078" y="8804"/>
                </a:lnTo>
                <a:lnTo>
                  <a:pt x="10638" y="8107"/>
                </a:lnTo>
                <a:lnTo>
                  <a:pt x="10271" y="7594"/>
                </a:lnTo>
                <a:lnTo>
                  <a:pt x="10088" y="7300"/>
                </a:lnTo>
                <a:lnTo>
                  <a:pt x="9904" y="7080"/>
                </a:lnTo>
                <a:lnTo>
                  <a:pt x="9977" y="6970"/>
                </a:lnTo>
                <a:lnTo>
                  <a:pt x="10051" y="6823"/>
                </a:lnTo>
                <a:lnTo>
                  <a:pt x="10088" y="6713"/>
                </a:lnTo>
                <a:lnTo>
                  <a:pt x="10124" y="6567"/>
                </a:lnTo>
                <a:lnTo>
                  <a:pt x="10088" y="6493"/>
                </a:lnTo>
                <a:lnTo>
                  <a:pt x="10051" y="6456"/>
                </a:lnTo>
                <a:lnTo>
                  <a:pt x="9941" y="6456"/>
                </a:lnTo>
                <a:lnTo>
                  <a:pt x="10124" y="6236"/>
                </a:lnTo>
                <a:lnTo>
                  <a:pt x="10308" y="5980"/>
                </a:lnTo>
                <a:lnTo>
                  <a:pt x="10638" y="5503"/>
                </a:lnTo>
                <a:lnTo>
                  <a:pt x="11005" y="4953"/>
                </a:lnTo>
                <a:lnTo>
                  <a:pt x="11078" y="4953"/>
                </a:lnTo>
                <a:lnTo>
                  <a:pt x="11151" y="4916"/>
                </a:lnTo>
                <a:lnTo>
                  <a:pt x="11225" y="4843"/>
                </a:lnTo>
                <a:lnTo>
                  <a:pt x="11298" y="4769"/>
                </a:lnTo>
                <a:lnTo>
                  <a:pt x="11518" y="4586"/>
                </a:lnTo>
                <a:lnTo>
                  <a:pt x="11591" y="4476"/>
                </a:lnTo>
                <a:lnTo>
                  <a:pt x="11665" y="4366"/>
                </a:lnTo>
                <a:lnTo>
                  <a:pt x="11702" y="4256"/>
                </a:lnTo>
                <a:lnTo>
                  <a:pt x="11702" y="4146"/>
                </a:lnTo>
                <a:lnTo>
                  <a:pt x="11665" y="3999"/>
                </a:lnTo>
                <a:lnTo>
                  <a:pt x="11591" y="3889"/>
                </a:lnTo>
                <a:lnTo>
                  <a:pt x="11518" y="3779"/>
                </a:lnTo>
                <a:lnTo>
                  <a:pt x="11408" y="3742"/>
                </a:lnTo>
                <a:lnTo>
                  <a:pt x="11298" y="3705"/>
                </a:lnTo>
                <a:lnTo>
                  <a:pt x="11151" y="3669"/>
                </a:lnTo>
                <a:lnTo>
                  <a:pt x="10931" y="3192"/>
                </a:lnTo>
                <a:lnTo>
                  <a:pt x="10674" y="2752"/>
                </a:lnTo>
                <a:lnTo>
                  <a:pt x="10344" y="2091"/>
                </a:lnTo>
                <a:lnTo>
                  <a:pt x="10124" y="1725"/>
                </a:lnTo>
                <a:lnTo>
                  <a:pt x="9904" y="1431"/>
                </a:lnTo>
                <a:lnTo>
                  <a:pt x="9941" y="1284"/>
                </a:lnTo>
                <a:lnTo>
                  <a:pt x="9941" y="1211"/>
                </a:lnTo>
                <a:lnTo>
                  <a:pt x="9977" y="1064"/>
                </a:lnTo>
                <a:lnTo>
                  <a:pt x="9941" y="954"/>
                </a:lnTo>
                <a:lnTo>
                  <a:pt x="9904" y="844"/>
                </a:lnTo>
                <a:lnTo>
                  <a:pt x="9831" y="697"/>
                </a:lnTo>
                <a:lnTo>
                  <a:pt x="9721" y="587"/>
                </a:lnTo>
                <a:lnTo>
                  <a:pt x="9574" y="514"/>
                </a:lnTo>
                <a:lnTo>
                  <a:pt x="9427" y="477"/>
                </a:lnTo>
                <a:lnTo>
                  <a:pt x="9244" y="514"/>
                </a:lnTo>
                <a:lnTo>
                  <a:pt x="9097" y="551"/>
                </a:lnTo>
                <a:lnTo>
                  <a:pt x="8987" y="661"/>
                </a:lnTo>
                <a:lnTo>
                  <a:pt x="8914" y="808"/>
                </a:lnTo>
                <a:lnTo>
                  <a:pt x="8877" y="954"/>
                </a:lnTo>
                <a:lnTo>
                  <a:pt x="8840" y="1028"/>
                </a:lnTo>
                <a:lnTo>
                  <a:pt x="7887" y="1101"/>
                </a:lnTo>
                <a:lnTo>
                  <a:pt x="7080" y="1174"/>
                </a:lnTo>
                <a:lnTo>
                  <a:pt x="6933" y="1174"/>
                </a:lnTo>
                <a:lnTo>
                  <a:pt x="6860" y="1064"/>
                </a:lnTo>
                <a:lnTo>
                  <a:pt x="6749" y="918"/>
                </a:lnTo>
                <a:lnTo>
                  <a:pt x="6713" y="881"/>
                </a:lnTo>
                <a:lnTo>
                  <a:pt x="6639" y="808"/>
                </a:lnTo>
                <a:lnTo>
                  <a:pt x="6529" y="771"/>
                </a:lnTo>
                <a:lnTo>
                  <a:pt x="6456" y="771"/>
                </a:lnTo>
                <a:lnTo>
                  <a:pt x="6383" y="808"/>
                </a:lnTo>
                <a:lnTo>
                  <a:pt x="5942" y="808"/>
                </a:lnTo>
                <a:lnTo>
                  <a:pt x="5686" y="477"/>
                </a:lnTo>
                <a:lnTo>
                  <a:pt x="5576" y="294"/>
                </a:lnTo>
                <a:lnTo>
                  <a:pt x="5466" y="111"/>
                </a:lnTo>
                <a:lnTo>
                  <a:pt x="5429" y="37"/>
                </a:lnTo>
                <a:lnTo>
                  <a:pt x="5356" y="1"/>
                </a:lnTo>
                <a:lnTo>
                  <a:pt x="5209" y="1"/>
                </a:lnTo>
                <a:lnTo>
                  <a:pt x="5025" y="37"/>
                </a:lnTo>
                <a:lnTo>
                  <a:pt x="4915" y="1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505" name="Google Shape;505;p10"/>
          <p:cNvSpPr/>
          <p:nvPr/>
        </p:nvSpPr>
        <p:spPr>
          <a:xfrm>
            <a:off x="-51501" y="772062"/>
            <a:ext cx="396808" cy="281645"/>
          </a:xfrm>
          <a:custGeom>
            <a:avLst/>
            <a:gdLst/>
            <a:ahLst/>
            <a:cxnLst/>
            <a:rect l="l" t="t" r="r" b="b"/>
            <a:pathLst>
              <a:path w="10492" h="7447" extrusionOk="0">
                <a:moveTo>
                  <a:pt x="7300" y="1761"/>
                </a:moveTo>
                <a:lnTo>
                  <a:pt x="7117" y="1797"/>
                </a:lnTo>
                <a:lnTo>
                  <a:pt x="6897" y="1834"/>
                </a:lnTo>
                <a:lnTo>
                  <a:pt x="6713" y="1907"/>
                </a:lnTo>
                <a:lnTo>
                  <a:pt x="6530" y="2017"/>
                </a:lnTo>
                <a:lnTo>
                  <a:pt x="6383" y="2128"/>
                </a:lnTo>
                <a:lnTo>
                  <a:pt x="6273" y="2274"/>
                </a:lnTo>
                <a:lnTo>
                  <a:pt x="6200" y="2458"/>
                </a:lnTo>
                <a:lnTo>
                  <a:pt x="6200" y="2531"/>
                </a:lnTo>
                <a:lnTo>
                  <a:pt x="6237" y="2604"/>
                </a:lnTo>
                <a:lnTo>
                  <a:pt x="6310" y="2641"/>
                </a:lnTo>
                <a:lnTo>
                  <a:pt x="6383" y="2641"/>
                </a:lnTo>
                <a:lnTo>
                  <a:pt x="6530" y="2604"/>
                </a:lnTo>
                <a:lnTo>
                  <a:pt x="6640" y="2531"/>
                </a:lnTo>
                <a:lnTo>
                  <a:pt x="6860" y="2384"/>
                </a:lnTo>
                <a:lnTo>
                  <a:pt x="7007" y="2348"/>
                </a:lnTo>
                <a:lnTo>
                  <a:pt x="7154" y="2274"/>
                </a:lnTo>
                <a:lnTo>
                  <a:pt x="7484" y="2274"/>
                </a:lnTo>
                <a:lnTo>
                  <a:pt x="7667" y="2311"/>
                </a:lnTo>
                <a:lnTo>
                  <a:pt x="7851" y="2384"/>
                </a:lnTo>
                <a:lnTo>
                  <a:pt x="7924" y="2458"/>
                </a:lnTo>
                <a:lnTo>
                  <a:pt x="7961" y="2531"/>
                </a:lnTo>
                <a:lnTo>
                  <a:pt x="7997" y="2641"/>
                </a:lnTo>
                <a:lnTo>
                  <a:pt x="7997" y="2751"/>
                </a:lnTo>
                <a:lnTo>
                  <a:pt x="7961" y="2898"/>
                </a:lnTo>
                <a:lnTo>
                  <a:pt x="7887" y="3045"/>
                </a:lnTo>
                <a:lnTo>
                  <a:pt x="7667" y="3338"/>
                </a:lnTo>
                <a:lnTo>
                  <a:pt x="7190" y="3998"/>
                </a:lnTo>
                <a:lnTo>
                  <a:pt x="6713" y="4622"/>
                </a:lnTo>
                <a:lnTo>
                  <a:pt x="5686" y="5869"/>
                </a:lnTo>
                <a:lnTo>
                  <a:pt x="5613" y="6016"/>
                </a:lnTo>
                <a:lnTo>
                  <a:pt x="5650" y="6162"/>
                </a:lnTo>
                <a:lnTo>
                  <a:pt x="5686" y="6236"/>
                </a:lnTo>
                <a:lnTo>
                  <a:pt x="5723" y="6273"/>
                </a:lnTo>
                <a:lnTo>
                  <a:pt x="5796" y="6309"/>
                </a:lnTo>
                <a:lnTo>
                  <a:pt x="5870" y="6309"/>
                </a:lnTo>
                <a:lnTo>
                  <a:pt x="6567" y="6273"/>
                </a:lnTo>
                <a:lnTo>
                  <a:pt x="7264" y="6309"/>
                </a:lnTo>
                <a:lnTo>
                  <a:pt x="8034" y="6346"/>
                </a:lnTo>
                <a:lnTo>
                  <a:pt x="8401" y="6419"/>
                </a:lnTo>
                <a:lnTo>
                  <a:pt x="8547" y="6419"/>
                </a:lnTo>
                <a:lnTo>
                  <a:pt x="8731" y="6383"/>
                </a:lnTo>
                <a:lnTo>
                  <a:pt x="8841" y="6309"/>
                </a:lnTo>
                <a:lnTo>
                  <a:pt x="8878" y="6199"/>
                </a:lnTo>
                <a:lnTo>
                  <a:pt x="8878" y="6089"/>
                </a:lnTo>
                <a:lnTo>
                  <a:pt x="8768" y="6016"/>
                </a:lnTo>
                <a:lnTo>
                  <a:pt x="8658" y="5942"/>
                </a:lnTo>
                <a:lnTo>
                  <a:pt x="8474" y="5869"/>
                </a:lnTo>
                <a:lnTo>
                  <a:pt x="8107" y="5796"/>
                </a:lnTo>
                <a:lnTo>
                  <a:pt x="7410" y="5759"/>
                </a:lnTo>
                <a:lnTo>
                  <a:pt x="6457" y="5759"/>
                </a:lnTo>
                <a:lnTo>
                  <a:pt x="7557" y="4365"/>
                </a:lnTo>
                <a:lnTo>
                  <a:pt x="7851" y="3998"/>
                </a:lnTo>
                <a:lnTo>
                  <a:pt x="8144" y="3595"/>
                </a:lnTo>
                <a:lnTo>
                  <a:pt x="8291" y="3375"/>
                </a:lnTo>
                <a:lnTo>
                  <a:pt x="8401" y="3191"/>
                </a:lnTo>
                <a:lnTo>
                  <a:pt x="8474" y="2935"/>
                </a:lnTo>
                <a:lnTo>
                  <a:pt x="8511" y="2714"/>
                </a:lnTo>
                <a:lnTo>
                  <a:pt x="8511" y="2494"/>
                </a:lnTo>
                <a:lnTo>
                  <a:pt x="8437" y="2311"/>
                </a:lnTo>
                <a:lnTo>
                  <a:pt x="8327" y="2164"/>
                </a:lnTo>
                <a:lnTo>
                  <a:pt x="8217" y="2017"/>
                </a:lnTo>
                <a:lnTo>
                  <a:pt x="8071" y="1907"/>
                </a:lnTo>
                <a:lnTo>
                  <a:pt x="7887" y="1834"/>
                </a:lnTo>
                <a:lnTo>
                  <a:pt x="7667" y="1797"/>
                </a:lnTo>
                <a:lnTo>
                  <a:pt x="7484" y="1761"/>
                </a:lnTo>
                <a:close/>
                <a:moveTo>
                  <a:pt x="954" y="0"/>
                </a:moveTo>
                <a:lnTo>
                  <a:pt x="771" y="37"/>
                </a:lnTo>
                <a:lnTo>
                  <a:pt x="624" y="110"/>
                </a:lnTo>
                <a:lnTo>
                  <a:pt x="441" y="183"/>
                </a:lnTo>
                <a:lnTo>
                  <a:pt x="294" y="257"/>
                </a:lnTo>
                <a:lnTo>
                  <a:pt x="147" y="404"/>
                </a:lnTo>
                <a:lnTo>
                  <a:pt x="37" y="514"/>
                </a:lnTo>
                <a:lnTo>
                  <a:pt x="1" y="587"/>
                </a:lnTo>
                <a:lnTo>
                  <a:pt x="1" y="660"/>
                </a:lnTo>
                <a:lnTo>
                  <a:pt x="74" y="770"/>
                </a:lnTo>
                <a:lnTo>
                  <a:pt x="184" y="844"/>
                </a:lnTo>
                <a:lnTo>
                  <a:pt x="257" y="844"/>
                </a:lnTo>
                <a:lnTo>
                  <a:pt x="331" y="807"/>
                </a:lnTo>
                <a:lnTo>
                  <a:pt x="661" y="660"/>
                </a:lnTo>
                <a:lnTo>
                  <a:pt x="844" y="624"/>
                </a:lnTo>
                <a:lnTo>
                  <a:pt x="1028" y="587"/>
                </a:lnTo>
                <a:lnTo>
                  <a:pt x="991" y="624"/>
                </a:lnTo>
                <a:lnTo>
                  <a:pt x="991" y="844"/>
                </a:lnTo>
                <a:lnTo>
                  <a:pt x="991" y="1064"/>
                </a:lnTo>
                <a:lnTo>
                  <a:pt x="1101" y="1467"/>
                </a:lnTo>
                <a:lnTo>
                  <a:pt x="1358" y="2641"/>
                </a:lnTo>
                <a:lnTo>
                  <a:pt x="2312" y="7263"/>
                </a:lnTo>
                <a:lnTo>
                  <a:pt x="2348" y="7336"/>
                </a:lnTo>
                <a:lnTo>
                  <a:pt x="2422" y="7410"/>
                </a:lnTo>
                <a:lnTo>
                  <a:pt x="2495" y="7446"/>
                </a:lnTo>
                <a:lnTo>
                  <a:pt x="2678" y="7446"/>
                </a:lnTo>
                <a:lnTo>
                  <a:pt x="2752" y="7410"/>
                </a:lnTo>
                <a:lnTo>
                  <a:pt x="2825" y="7336"/>
                </a:lnTo>
                <a:lnTo>
                  <a:pt x="2862" y="7263"/>
                </a:lnTo>
                <a:lnTo>
                  <a:pt x="4072" y="4108"/>
                </a:lnTo>
                <a:lnTo>
                  <a:pt x="5246" y="990"/>
                </a:lnTo>
                <a:lnTo>
                  <a:pt x="6457" y="917"/>
                </a:lnTo>
                <a:lnTo>
                  <a:pt x="7667" y="880"/>
                </a:lnTo>
                <a:lnTo>
                  <a:pt x="8988" y="917"/>
                </a:lnTo>
                <a:lnTo>
                  <a:pt x="9648" y="990"/>
                </a:lnTo>
                <a:lnTo>
                  <a:pt x="9978" y="990"/>
                </a:lnTo>
                <a:lnTo>
                  <a:pt x="10308" y="954"/>
                </a:lnTo>
                <a:lnTo>
                  <a:pt x="10382" y="917"/>
                </a:lnTo>
                <a:lnTo>
                  <a:pt x="10455" y="880"/>
                </a:lnTo>
                <a:lnTo>
                  <a:pt x="10492" y="807"/>
                </a:lnTo>
                <a:lnTo>
                  <a:pt x="10492" y="734"/>
                </a:lnTo>
                <a:lnTo>
                  <a:pt x="10418" y="587"/>
                </a:lnTo>
                <a:lnTo>
                  <a:pt x="10382" y="514"/>
                </a:lnTo>
                <a:lnTo>
                  <a:pt x="10308" y="477"/>
                </a:lnTo>
                <a:lnTo>
                  <a:pt x="10015" y="404"/>
                </a:lnTo>
                <a:lnTo>
                  <a:pt x="9721" y="367"/>
                </a:lnTo>
                <a:lnTo>
                  <a:pt x="9134" y="330"/>
                </a:lnTo>
                <a:lnTo>
                  <a:pt x="7814" y="293"/>
                </a:lnTo>
                <a:lnTo>
                  <a:pt x="6420" y="330"/>
                </a:lnTo>
                <a:lnTo>
                  <a:pt x="5026" y="404"/>
                </a:lnTo>
                <a:lnTo>
                  <a:pt x="4916" y="440"/>
                </a:lnTo>
                <a:lnTo>
                  <a:pt x="4843" y="477"/>
                </a:lnTo>
                <a:lnTo>
                  <a:pt x="4806" y="550"/>
                </a:lnTo>
                <a:lnTo>
                  <a:pt x="4733" y="624"/>
                </a:lnTo>
                <a:lnTo>
                  <a:pt x="2678" y="6162"/>
                </a:lnTo>
                <a:lnTo>
                  <a:pt x="2128" y="3705"/>
                </a:lnTo>
                <a:lnTo>
                  <a:pt x="1725" y="1981"/>
                </a:lnTo>
                <a:lnTo>
                  <a:pt x="1541" y="1210"/>
                </a:lnTo>
                <a:lnTo>
                  <a:pt x="1468" y="844"/>
                </a:lnTo>
                <a:lnTo>
                  <a:pt x="1431" y="660"/>
                </a:lnTo>
                <a:lnTo>
                  <a:pt x="1395" y="550"/>
                </a:lnTo>
                <a:lnTo>
                  <a:pt x="1431" y="550"/>
                </a:lnTo>
                <a:lnTo>
                  <a:pt x="1468" y="514"/>
                </a:lnTo>
                <a:lnTo>
                  <a:pt x="1468" y="477"/>
                </a:lnTo>
                <a:lnTo>
                  <a:pt x="1505" y="367"/>
                </a:lnTo>
                <a:lnTo>
                  <a:pt x="1505" y="220"/>
                </a:lnTo>
                <a:lnTo>
                  <a:pt x="1468" y="110"/>
                </a:lnTo>
                <a:lnTo>
                  <a:pt x="1395" y="73"/>
                </a:lnTo>
                <a:lnTo>
                  <a:pt x="1321" y="37"/>
                </a:lnTo>
                <a:lnTo>
                  <a:pt x="1138" y="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506" name="Google Shape;506;p10"/>
          <p:cNvSpPr/>
          <p:nvPr/>
        </p:nvSpPr>
        <p:spPr>
          <a:xfrm>
            <a:off x="1871701" y="15333"/>
            <a:ext cx="384327" cy="245603"/>
          </a:xfrm>
          <a:custGeom>
            <a:avLst/>
            <a:gdLst/>
            <a:ahLst/>
            <a:cxnLst/>
            <a:rect l="l" t="t" r="r" b="b"/>
            <a:pathLst>
              <a:path w="10162" h="6494" extrusionOk="0">
                <a:moveTo>
                  <a:pt x="8291" y="587"/>
                </a:moveTo>
                <a:lnTo>
                  <a:pt x="8291" y="698"/>
                </a:lnTo>
                <a:lnTo>
                  <a:pt x="8327" y="771"/>
                </a:lnTo>
                <a:lnTo>
                  <a:pt x="8401" y="808"/>
                </a:lnTo>
                <a:lnTo>
                  <a:pt x="8474" y="808"/>
                </a:lnTo>
                <a:lnTo>
                  <a:pt x="8768" y="771"/>
                </a:lnTo>
                <a:lnTo>
                  <a:pt x="8914" y="771"/>
                </a:lnTo>
                <a:lnTo>
                  <a:pt x="8988" y="808"/>
                </a:lnTo>
                <a:lnTo>
                  <a:pt x="9024" y="844"/>
                </a:lnTo>
                <a:lnTo>
                  <a:pt x="9208" y="1101"/>
                </a:lnTo>
                <a:lnTo>
                  <a:pt x="9318" y="1321"/>
                </a:lnTo>
                <a:lnTo>
                  <a:pt x="9465" y="1615"/>
                </a:lnTo>
                <a:lnTo>
                  <a:pt x="9538" y="1871"/>
                </a:lnTo>
                <a:lnTo>
                  <a:pt x="9611" y="2165"/>
                </a:lnTo>
                <a:lnTo>
                  <a:pt x="9648" y="2458"/>
                </a:lnTo>
                <a:lnTo>
                  <a:pt x="9648" y="2715"/>
                </a:lnTo>
                <a:lnTo>
                  <a:pt x="9575" y="2972"/>
                </a:lnTo>
                <a:lnTo>
                  <a:pt x="9501" y="3229"/>
                </a:lnTo>
                <a:lnTo>
                  <a:pt x="9354" y="3485"/>
                </a:lnTo>
                <a:lnTo>
                  <a:pt x="9171" y="3669"/>
                </a:lnTo>
                <a:lnTo>
                  <a:pt x="8988" y="3852"/>
                </a:lnTo>
                <a:lnTo>
                  <a:pt x="8731" y="3962"/>
                </a:lnTo>
                <a:lnTo>
                  <a:pt x="8474" y="3999"/>
                </a:lnTo>
                <a:lnTo>
                  <a:pt x="8327" y="3999"/>
                </a:lnTo>
                <a:lnTo>
                  <a:pt x="8217" y="3925"/>
                </a:lnTo>
                <a:lnTo>
                  <a:pt x="8107" y="3852"/>
                </a:lnTo>
                <a:lnTo>
                  <a:pt x="7997" y="3742"/>
                </a:lnTo>
                <a:lnTo>
                  <a:pt x="7851" y="3485"/>
                </a:lnTo>
                <a:lnTo>
                  <a:pt x="7740" y="3229"/>
                </a:lnTo>
                <a:lnTo>
                  <a:pt x="7630" y="2935"/>
                </a:lnTo>
                <a:lnTo>
                  <a:pt x="7594" y="2605"/>
                </a:lnTo>
                <a:lnTo>
                  <a:pt x="7557" y="2311"/>
                </a:lnTo>
                <a:lnTo>
                  <a:pt x="7594" y="1981"/>
                </a:lnTo>
                <a:lnTo>
                  <a:pt x="7630" y="1578"/>
                </a:lnTo>
                <a:lnTo>
                  <a:pt x="7777" y="1211"/>
                </a:lnTo>
                <a:lnTo>
                  <a:pt x="7887" y="1028"/>
                </a:lnTo>
                <a:lnTo>
                  <a:pt x="7997" y="844"/>
                </a:lnTo>
                <a:lnTo>
                  <a:pt x="8107" y="698"/>
                </a:lnTo>
                <a:lnTo>
                  <a:pt x="8291" y="587"/>
                </a:lnTo>
                <a:close/>
                <a:moveTo>
                  <a:pt x="8401" y="147"/>
                </a:moveTo>
                <a:lnTo>
                  <a:pt x="8181" y="221"/>
                </a:lnTo>
                <a:lnTo>
                  <a:pt x="7961" y="294"/>
                </a:lnTo>
                <a:lnTo>
                  <a:pt x="7814" y="404"/>
                </a:lnTo>
                <a:lnTo>
                  <a:pt x="7667" y="551"/>
                </a:lnTo>
                <a:lnTo>
                  <a:pt x="7520" y="698"/>
                </a:lnTo>
                <a:lnTo>
                  <a:pt x="7410" y="881"/>
                </a:lnTo>
                <a:lnTo>
                  <a:pt x="7264" y="1284"/>
                </a:lnTo>
                <a:lnTo>
                  <a:pt x="7154" y="1688"/>
                </a:lnTo>
                <a:lnTo>
                  <a:pt x="7117" y="2055"/>
                </a:lnTo>
                <a:lnTo>
                  <a:pt x="7080" y="2458"/>
                </a:lnTo>
                <a:lnTo>
                  <a:pt x="7154" y="2935"/>
                </a:lnTo>
                <a:lnTo>
                  <a:pt x="7264" y="3375"/>
                </a:lnTo>
                <a:lnTo>
                  <a:pt x="7410" y="3779"/>
                </a:lnTo>
                <a:lnTo>
                  <a:pt x="7520" y="3962"/>
                </a:lnTo>
                <a:lnTo>
                  <a:pt x="7667" y="4146"/>
                </a:lnTo>
                <a:lnTo>
                  <a:pt x="7814" y="4292"/>
                </a:lnTo>
                <a:lnTo>
                  <a:pt x="7961" y="4402"/>
                </a:lnTo>
                <a:lnTo>
                  <a:pt x="8144" y="4476"/>
                </a:lnTo>
                <a:lnTo>
                  <a:pt x="8364" y="4512"/>
                </a:lnTo>
                <a:lnTo>
                  <a:pt x="8584" y="4512"/>
                </a:lnTo>
                <a:lnTo>
                  <a:pt x="8768" y="4476"/>
                </a:lnTo>
                <a:lnTo>
                  <a:pt x="8988" y="4439"/>
                </a:lnTo>
                <a:lnTo>
                  <a:pt x="9134" y="4366"/>
                </a:lnTo>
                <a:lnTo>
                  <a:pt x="9318" y="4256"/>
                </a:lnTo>
                <a:lnTo>
                  <a:pt x="9465" y="4146"/>
                </a:lnTo>
                <a:lnTo>
                  <a:pt x="9721" y="3852"/>
                </a:lnTo>
                <a:lnTo>
                  <a:pt x="9905" y="3522"/>
                </a:lnTo>
                <a:lnTo>
                  <a:pt x="10051" y="3118"/>
                </a:lnTo>
                <a:lnTo>
                  <a:pt x="10161" y="2752"/>
                </a:lnTo>
                <a:lnTo>
                  <a:pt x="10161" y="2348"/>
                </a:lnTo>
                <a:lnTo>
                  <a:pt x="10125" y="2091"/>
                </a:lnTo>
                <a:lnTo>
                  <a:pt x="10051" y="1761"/>
                </a:lnTo>
                <a:lnTo>
                  <a:pt x="9941" y="1394"/>
                </a:lnTo>
                <a:lnTo>
                  <a:pt x="9758" y="1064"/>
                </a:lnTo>
                <a:lnTo>
                  <a:pt x="9575" y="734"/>
                </a:lnTo>
                <a:lnTo>
                  <a:pt x="9354" y="441"/>
                </a:lnTo>
                <a:lnTo>
                  <a:pt x="9244" y="331"/>
                </a:lnTo>
                <a:lnTo>
                  <a:pt x="9098" y="257"/>
                </a:lnTo>
                <a:lnTo>
                  <a:pt x="8988" y="221"/>
                </a:lnTo>
                <a:lnTo>
                  <a:pt x="8841" y="184"/>
                </a:lnTo>
                <a:lnTo>
                  <a:pt x="8621" y="147"/>
                </a:lnTo>
                <a:close/>
                <a:moveTo>
                  <a:pt x="3999" y="1"/>
                </a:moveTo>
                <a:lnTo>
                  <a:pt x="3926" y="37"/>
                </a:lnTo>
                <a:lnTo>
                  <a:pt x="3852" y="111"/>
                </a:lnTo>
                <a:lnTo>
                  <a:pt x="3816" y="404"/>
                </a:lnTo>
                <a:lnTo>
                  <a:pt x="3779" y="734"/>
                </a:lnTo>
                <a:lnTo>
                  <a:pt x="3705" y="1321"/>
                </a:lnTo>
                <a:lnTo>
                  <a:pt x="3632" y="2458"/>
                </a:lnTo>
                <a:lnTo>
                  <a:pt x="2898" y="2385"/>
                </a:lnTo>
                <a:lnTo>
                  <a:pt x="2128" y="2385"/>
                </a:lnTo>
                <a:lnTo>
                  <a:pt x="1395" y="2422"/>
                </a:lnTo>
                <a:lnTo>
                  <a:pt x="1028" y="2495"/>
                </a:lnTo>
                <a:lnTo>
                  <a:pt x="661" y="2568"/>
                </a:lnTo>
                <a:lnTo>
                  <a:pt x="661" y="2495"/>
                </a:lnTo>
                <a:lnTo>
                  <a:pt x="588" y="2458"/>
                </a:lnTo>
                <a:lnTo>
                  <a:pt x="551" y="2495"/>
                </a:lnTo>
                <a:lnTo>
                  <a:pt x="478" y="1651"/>
                </a:lnTo>
                <a:lnTo>
                  <a:pt x="441" y="918"/>
                </a:lnTo>
                <a:lnTo>
                  <a:pt x="404" y="551"/>
                </a:lnTo>
                <a:lnTo>
                  <a:pt x="367" y="184"/>
                </a:lnTo>
                <a:lnTo>
                  <a:pt x="331" y="111"/>
                </a:lnTo>
                <a:lnTo>
                  <a:pt x="147" y="111"/>
                </a:lnTo>
                <a:lnTo>
                  <a:pt x="111" y="184"/>
                </a:lnTo>
                <a:lnTo>
                  <a:pt x="37" y="514"/>
                </a:lnTo>
                <a:lnTo>
                  <a:pt x="1" y="881"/>
                </a:lnTo>
                <a:lnTo>
                  <a:pt x="1" y="1578"/>
                </a:lnTo>
                <a:lnTo>
                  <a:pt x="37" y="2275"/>
                </a:lnTo>
                <a:lnTo>
                  <a:pt x="111" y="2972"/>
                </a:lnTo>
                <a:lnTo>
                  <a:pt x="184" y="3632"/>
                </a:lnTo>
                <a:lnTo>
                  <a:pt x="294" y="4329"/>
                </a:lnTo>
                <a:lnTo>
                  <a:pt x="404" y="4989"/>
                </a:lnTo>
                <a:lnTo>
                  <a:pt x="478" y="5356"/>
                </a:lnTo>
                <a:lnTo>
                  <a:pt x="551" y="5503"/>
                </a:lnTo>
                <a:lnTo>
                  <a:pt x="588" y="5650"/>
                </a:lnTo>
                <a:lnTo>
                  <a:pt x="551" y="5723"/>
                </a:lnTo>
                <a:lnTo>
                  <a:pt x="588" y="5833"/>
                </a:lnTo>
                <a:lnTo>
                  <a:pt x="661" y="5906"/>
                </a:lnTo>
                <a:lnTo>
                  <a:pt x="734" y="5943"/>
                </a:lnTo>
                <a:lnTo>
                  <a:pt x="881" y="5943"/>
                </a:lnTo>
                <a:lnTo>
                  <a:pt x="954" y="5906"/>
                </a:lnTo>
                <a:lnTo>
                  <a:pt x="1028" y="5833"/>
                </a:lnTo>
                <a:lnTo>
                  <a:pt x="1064" y="5760"/>
                </a:lnTo>
                <a:lnTo>
                  <a:pt x="1064" y="5650"/>
                </a:lnTo>
                <a:lnTo>
                  <a:pt x="1064" y="5466"/>
                </a:lnTo>
                <a:lnTo>
                  <a:pt x="881" y="4696"/>
                </a:lnTo>
                <a:lnTo>
                  <a:pt x="734" y="3889"/>
                </a:lnTo>
                <a:lnTo>
                  <a:pt x="624" y="3082"/>
                </a:lnTo>
                <a:lnTo>
                  <a:pt x="588" y="2935"/>
                </a:lnTo>
                <a:lnTo>
                  <a:pt x="991" y="2972"/>
                </a:lnTo>
                <a:lnTo>
                  <a:pt x="1358" y="2935"/>
                </a:lnTo>
                <a:lnTo>
                  <a:pt x="2128" y="2898"/>
                </a:lnTo>
                <a:lnTo>
                  <a:pt x="2862" y="2898"/>
                </a:lnTo>
                <a:lnTo>
                  <a:pt x="3632" y="2972"/>
                </a:lnTo>
                <a:lnTo>
                  <a:pt x="3559" y="4256"/>
                </a:lnTo>
                <a:lnTo>
                  <a:pt x="3485" y="4843"/>
                </a:lnTo>
                <a:lnTo>
                  <a:pt x="3485" y="4989"/>
                </a:lnTo>
                <a:lnTo>
                  <a:pt x="3522" y="5173"/>
                </a:lnTo>
                <a:lnTo>
                  <a:pt x="3559" y="5283"/>
                </a:lnTo>
                <a:lnTo>
                  <a:pt x="3632" y="5393"/>
                </a:lnTo>
                <a:lnTo>
                  <a:pt x="3669" y="5429"/>
                </a:lnTo>
                <a:lnTo>
                  <a:pt x="3742" y="5466"/>
                </a:lnTo>
                <a:lnTo>
                  <a:pt x="3852" y="5393"/>
                </a:lnTo>
                <a:lnTo>
                  <a:pt x="3926" y="5319"/>
                </a:lnTo>
                <a:lnTo>
                  <a:pt x="3999" y="5209"/>
                </a:lnTo>
                <a:lnTo>
                  <a:pt x="4036" y="4916"/>
                </a:lnTo>
                <a:lnTo>
                  <a:pt x="4036" y="4366"/>
                </a:lnTo>
                <a:lnTo>
                  <a:pt x="4109" y="2935"/>
                </a:lnTo>
                <a:lnTo>
                  <a:pt x="4146" y="1468"/>
                </a:lnTo>
                <a:lnTo>
                  <a:pt x="4182" y="771"/>
                </a:lnTo>
                <a:lnTo>
                  <a:pt x="4182" y="441"/>
                </a:lnTo>
                <a:lnTo>
                  <a:pt x="4146" y="111"/>
                </a:lnTo>
                <a:lnTo>
                  <a:pt x="4072" y="37"/>
                </a:lnTo>
                <a:lnTo>
                  <a:pt x="3999" y="1"/>
                </a:lnTo>
                <a:close/>
                <a:moveTo>
                  <a:pt x="5503" y="3779"/>
                </a:moveTo>
                <a:lnTo>
                  <a:pt x="5246" y="3815"/>
                </a:lnTo>
                <a:lnTo>
                  <a:pt x="5026" y="3925"/>
                </a:lnTo>
                <a:lnTo>
                  <a:pt x="4879" y="3999"/>
                </a:lnTo>
                <a:lnTo>
                  <a:pt x="4806" y="4109"/>
                </a:lnTo>
                <a:lnTo>
                  <a:pt x="4806" y="4146"/>
                </a:lnTo>
                <a:lnTo>
                  <a:pt x="4843" y="4182"/>
                </a:lnTo>
                <a:lnTo>
                  <a:pt x="4916" y="4256"/>
                </a:lnTo>
                <a:lnTo>
                  <a:pt x="5246" y="4256"/>
                </a:lnTo>
                <a:lnTo>
                  <a:pt x="5723" y="4219"/>
                </a:lnTo>
                <a:lnTo>
                  <a:pt x="5723" y="4219"/>
                </a:lnTo>
                <a:lnTo>
                  <a:pt x="5686" y="4329"/>
                </a:lnTo>
                <a:lnTo>
                  <a:pt x="5576" y="4439"/>
                </a:lnTo>
                <a:lnTo>
                  <a:pt x="5393" y="4622"/>
                </a:lnTo>
                <a:lnTo>
                  <a:pt x="5026" y="5099"/>
                </a:lnTo>
                <a:lnTo>
                  <a:pt x="4659" y="5613"/>
                </a:lnTo>
                <a:lnTo>
                  <a:pt x="4366" y="6126"/>
                </a:lnTo>
                <a:lnTo>
                  <a:pt x="4329" y="6273"/>
                </a:lnTo>
                <a:lnTo>
                  <a:pt x="4366" y="6420"/>
                </a:lnTo>
                <a:lnTo>
                  <a:pt x="4476" y="6493"/>
                </a:lnTo>
                <a:lnTo>
                  <a:pt x="4623" y="6493"/>
                </a:lnTo>
                <a:lnTo>
                  <a:pt x="6310" y="6126"/>
                </a:lnTo>
                <a:lnTo>
                  <a:pt x="6383" y="6090"/>
                </a:lnTo>
                <a:lnTo>
                  <a:pt x="6457" y="6016"/>
                </a:lnTo>
                <a:lnTo>
                  <a:pt x="6493" y="5943"/>
                </a:lnTo>
                <a:lnTo>
                  <a:pt x="6457" y="5833"/>
                </a:lnTo>
                <a:lnTo>
                  <a:pt x="6420" y="5760"/>
                </a:lnTo>
                <a:lnTo>
                  <a:pt x="6383" y="5686"/>
                </a:lnTo>
                <a:lnTo>
                  <a:pt x="6273" y="5650"/>
                </a:lnTo>
                <a:lnTo>
                  <a:pt x="6163" y="5650"/>
                </a:lnTo>
                <a:lnTo>
                  <a:pt x="5026" y="5906"/>
                </a:lnTo>
                <a:lnTo>
                  <a:pt x="5319" y="5466"/>
                </a:lnTo>
                <a:lnTo>
                  <a:pt x="5650" y="5063"/>
                </a:lnTo>
                <a:lnTo>
                  <a:pt x="5870" y="4806"/>
                </a:lnTo>
                <a:lnTo>
                  <a:pt x="6053" y="4549"/>
                </a:lnTo>
                <a:lnTo>
                  <a:pt x="6126" y="4402"/>
                </a:lnTo>
                <a:lnTo>
                  <a:pt x="6200" y="4256"/>
                </a:lnTo>
                <a:lnTo>
                  <a:pt x="6200" y="4109"/>
                </a:lnTo>
                <a:lnTo>
                  <a:pt x="6200" y="3925"/>
                </a:lnTo>
                <a:lnTo>
                  <a:pt x="6163" y="3889"/>
                </a:lnTo>
                <a:lnTo>
                  <a:pt x="6126" y="3815"/>
                </a:lnTo>
                <a:lnTo>
                  <a:pt x="5980" y="3779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507" name="Google Shape;507;p10"/>
          <p:cNvSpPr/>
          <p:nvPr/>
        </p:nvSpPr>
        <p:spPr>
          <a:xfrm>
            <a:off x="1274653" y="-76221"/>
            <a:ext cx="431488" cy="428728"/>
          </a:xfrm>
          <a:custGeom>
            <a:avLst/>
            <a:gdLst/>
            <a:ahLst/>
            <a:cxnLst/>
            <a:rect l="l" t="t" r="r" b="b"/>
            <a:pathLst>
              <a:path w="11409" h="11336" extrusionOk="0">
                <a:moveTo>
                  <a:pt x="5173" y="4219"/>
                </a:moveTo>
                <a:lnTo>
                  <a:pt x="5136" y="4256"/>
                </a:lnTo>
                <a:lnTo>
                  <a:pt x="5100" y="4292"/>
                </a:lnTo>
                <a:lnTo>
                  <a:pt x="4990" y="4366"/>
                </a:lnTo>
                <a:lnTo>
                  <a:pt x="4916" y="4476"/>
                </a:lnTo>
                <a:lnTo>
                  <a:pt x="4916" y="4512"/>
                </a:lnTo>
                <a:lnTo>
                  <a:pt x="4843" y="4659"/>
                </a:lnTo>
                <a:lnTo>
                  <a:pt x="4843" y="4769"/>
                </a:lnTo>
                <a:lnTo>
                  <a:pt x="4880" y="4843"/>
                </a:lnTo>
                <a:lnTo>
                  <a:pt x="4990" y="4916"/>
                </a:lnTo>
                <a:lnTo>
                  <a:pt x="5100" y="4989"/>
                </a:lnTo>
                <a:lnTo>
                  <a:pt x="5283" y="4989"/>
                </a:lnTo>
                <a:lnTo>
                  <a:pt x="5430" y="4916"/>
                </a:lnTo>
                <a:lnTo>
                  <a:pt x="5540" y="4769"/>
                </a:lnTo>
                <a:lnTo>
                  <a:pt x="5577" y="4696"/>
                </a:lnTo>
                <a:lnTo>
                  <a:pt x="5613" y="4623"/>
                </a:lnTo>
                <a:lnTo>
                  <a:pt x="5577" y="4549"/>
                </a:lnTo>
                <a:lnTo>
                  <a:pt x="5577" y="4476"/>
                </a:lnTo>
                <a:lnTo>
                  <a:pt x="5430" y="4402"/>
                </a:lnTo>
                <a:lnTo>
                  <a:pt x="5320" y="4366"/>
                </a:lnTo>
                <a:lnTo>
                  <a:pt x="5320" y="4292"/>
                </a:lnTo>
                <a:lnTo>
                  <a:pt x="5246" y="4256"/>
                </a:lnTo>
                <a:lnTo>
                  <a:pt x="5173" y="4219"/>
                </a:lnTo>
                <a:close/>
                <a:moveTo>
                  <a:pt x="5980" y="6016"/>
                </a:moveTo>
                <a:lnTo>
                  <a:pt x="6017" y="6053"/>
                </a:lnTo>
                <a:lnTo>
                  <a:pt x="6053" y="6126"/>
                </a:lnTo>
                <a:lnTo>
                  <a:pt x="6053" y="6200"/>
                </a:lnTo>
                <a:lnTo>
                  <a:pt x="5907" y="6237"/>
                </a:lnTo>
                <a:lnTo>
                  <a:pt x="5943" y="6090"/>
                </a:lnTo>
                <a:lnTo>
                  <a:pt x="5980" y="6016"/>
                </a:lnTo>
                <a:close/>
                <a:moveTo>
                  <a:pt x="5833" y="5613"/>
                </a:moveTo>
                <a:lnTo>
                  <a:pt x="5723" y="5650"/>
                </a:lnTo>
                <a:lnTo>
                  <a:pt x="5650" y="5723"/>
                </a:lnTo>
                <a:lnTo>
                  <a:pt x="5613" y="5796"/>
                </a:lnTo>
                <a:lnTo>
                  <a:pt x="5613" y="5870"/>
                </a:lnTo>
                <a:lnTo>
                  <a:pt x="5687" y="5943"/>
                </a:lnTo>
                <a:lnTo>
                  <a:pt x="5577" y="6163"/>
                </a:lnTo>
                <a:lnTo>
                  <a:pt x="5540" y="6420"/>
                </a:lnTo>
                <a:lnTo>
                  <a:pt x="5577" y="6530"/>
                </a:lnTo>
                <a:lnTo>
                  <a:pt x="5687" y="6567"/>
                </a:lnTo>
                <a:lnTo>
                  <a:pt x="5833" y="6603"/>
                </a:lnTo>
                <a:lnTo>
                  <a:pt x="5980" y="6603"/>
                </a:lnTo>
                <a:lnTo>
                  <a:pt x="6090" y="6567"/>
                </a:lnTo>
                <a:lnTo>
                  <a:pt x="6237" y="6530"/>
                </a:lnTo>
                <a:lnTo>
                  <a:pt x="6347" y="6457"/>
                </a:lnTo>
                <a:lnTo>
                  <a:pt x="6420" y="6347"/>
                </a:lnTo>
                <a:lnTo>
                  <a:pt x="6457" y="6200"/>
                </a:lnTo>
                <a:lnTo>
                  <a:pt x="6457" y="6053"/>
                </a:lnTo>
                <a:lnTo>
                  <a:pt x="6420" y="5943"/>
                </a:lnTo>
                <a:lnTo>
                  <a:pt x="6347" y="5833"/>
                </a:lnTo>
                <a:lnTo>
                  <a:pt x="6274" y="5760"/>
                </a:lnTo>
                <a:lnTo>
                  <a:pt x="6163" y="5686"/>
                </a:lnTo>
                <a:lnTo>
                  <a:pt x="6053" y="5650"/>
                </a:lnTo>
                <a:lnTo>
                  <a:pt x="5943" y="5613"/>
                </a:lnTo>
                <a:close/>
                <a:moveTo>
                  <a:pt x="3926" y="441"/>
                </a:moveTo>
                <a:lnTo>
                  <a:pt x="4623" y="478"/>
                </a:lnTo>
                <a:lnTo>
                  <a:pt x="5356" y="478"/>
                </a:lnTo>
                <a:lnTo>
                  <a:pt x="6824" y="551"/>
                </a:lnTo>
                <a:lnTo>
                  <a:pt x="7631" y="551"/>
                </a:lnTo>
                <a:lnTo>
                  <a:pt x="7704" y="734"/>
                </a:lnTo>
                <a:lnTo>
                  <a:pt x="7777" y="1064"/>
                </a:lnTo>
                <a:lnTo>
                  <a:pt x="7521" y="1174"/>
                </a:lnTo>
                <a:lnTo>
                  <a:pt x="7191" y="1211"/>
                </a:lnTo>
                <a:lnTo>
                  <a:pt x="7044" y="1211"/>
                </a:lnTo>
                <a:lnTo>
                  <a:pt x="6860" y="1174"/>
                </a:lnTo>
                <a:lnTo>
                  <a:pt x="6714" y="1174"/>
                </a:lnTo>
                <a:lnTo>
                  <a:pt x="6530" y="1211"/>
                </a:lnTo>
                <a:lnTo>
                  <a:pt x="6494" y="1248"/>
                </a:lnTo>
                <a:lnTo>
                  <a:pt x="6457" y="1321"/>
                </a:lnTo>
                <a:lnTo>
                  <a:pt x="6420" y="1395"/>
                </a:lnTo>
                <a:lnTo>
                  <a:pt x="6457" y="1468"/>
                </a:lnTo>
                <a:lnTo>
                  <a:pt x="6457" y="1505"/>
                </a:lnTo>
                <a:lnTo>
                  <a:pt x="6494" y="1578"/>
                </a:lnTo>
                <a:lnTo>
                  <a:pt x="6567" y="1651"/>
                </a:lnTo>
                <a:lnTo>
                  <a:pt x="6567" y="1871"/>
                </a:lnTo>
                <a:lnTo>
                  <a:pt x="6567" y="2092"/>
                </a:lnTo>
                <a:lnTo>
                  <a:pt x="6640" y="2642"/>
                </a:lnTo>
                <a:lnTo>
                  <a:pt x="6677" y="3192"/>
                </a:lnTo>
                <a:lnTo>
                  <a:pt x="6714" y="3632"/>
                </a:lnTo>
                <a:lnTo>
                  <a:pt x="6714" y="4072"/>
                </a:lnTo>
                <a:lnTo>
                  <a:pt x="6677" y="4586"/>
                </a:lnTo>
                <a:lnTo>
                  <a:pt x="6640" y="4843"/>
                </a:lnTo>
                <a:lnTo>
                  <a:pt x="6640" y="5099"/>
                </a:lnTo>
                <a:lnTo>
                  <a:pt x="6677" y="5246"/>
                </a:lnTo>
                <a:lnTo>
                  <a:pt x="6640" y="5319"/>
                </a:lnTo>
                <a:lnTo>
                  <a:pt x="6640" y="5393"/>
                </a:lnTo>
                <a:lnTo>
                  <a:pt x="6640" y="5466"/>
                </a:lnTo>
                <a:lnTo>
                  <a:pt x="6714" y="5540"/>
                </a:lnTo>
                <a:lnTo>
                  <a:pt x="7117" y="5796"/>
                </a:lnTo>
                <a:lnTo>
                  <a:pt x="7484" y="6016"/>
                </a:lnTo>
                <a:lnTo>
                  <a:pt x="7851" y="6310"/>
                </a:lnTo>
                <a:lnTo>
                  <a:pt x="8218" y="6640"/>
                </a:lnTo>
                <a:lnTo>
                  <a:pt x="8915" y="7300"/>
                </a:lnTo>
                <a:lnTo>
                  <a:pt x="8621" y="7337"/>
                </a:lnTo>
                <a:lnTo>
                  <a:pt x="8328" y="7300"/>
                </a:lnTo>
                <a:lnTo>
                  <a:pt x="8108" y="7227"/>
                </a:lnTo>
                <a:lnTo>
                  <a:pt x="7887" y="7154"/>
                </a:lnTo>
                <a:lnTo>
                  <a:pt x="7484" y="6933"/>
                </a:lnTo>
                <a:lnTo>
                  <a:pt x="7117" y="6823"/>
                </a:lnTo>
                <a:lnTo>
                  <a:pt x="6750" y="6787"/>
                </a:lnTo>
                <a:lnTo>
                  <a:pt x="6384" y="6823"/>
                </a:lnTo>
                <a:lnTo>
                  <a:pt x="5980" y="6933"/>
                </a:lnTo>
                <a:lnTo>
                  <a:pt x="5577" y="7044"/>
                </a:lnTo>
                <a:lnTo>
                  <a:pt x="5210" y="7227"/>
                </a:lnTo>
                <a:lnTo>
                  <a:pt x="4843" y="7374"/>
                </a:lnTo>
                <a:lnTo>
                  <a:pt x="4439" y="7520"/>
                </a:lnTo>
                <a:lnTo>
                  <a:pt x="4109" y="7557"/>
                </a:lnTo>
                <a:lnTo>
                  <a:pt x="3816" y="7594"/>
                </a:lnTo>
                <a:lnTo>
                  <a:pt x="3889" y="7557"/>
                </a:lnTo>
                <a:lnTo>
                  <a:pt x="3926" y="7484"/>
                </a:lnTo>
                <a:lnTo>
                  <a:pt x="3926" y="7374"/>
                </a:lnTo>
                <a:lnTo>
                  <a:pt x="3926" y="7300"/>
                </a:lnTo>
                <a:lnTo>
                  <a:pt x="3889" y="7227"/>
                </a:lnTo>
                <a:lnTo>
                  <a:pt x="3816" y="7190"/>
                </a:lnTo>
                <a:lnTo>
                  <a:pt x="2789" y="7190"/>
                </a:lnTo>
                <a:lnTo>
                  <a:pt x="2935" y="7044"/>
                </a:lnTo>
                <a:lnTo>
                  <a:pt x="3266" y="6677"/>
                </a:lnTo>
                <a:lnTo>
                  <a:pt x="3559" y="6713"/>
                </a:lnTo>
                <a:lnTo>
                  <a:pt x="3853" y="6713"/>
                </a:lnTo>
                <a:lnTo>
                  <a:pt x="4403" y="6677"/>
                </a:lnTo>
                <a:lnTo>
                  <a:pt x="4549" y="6640"/>
                </a:lnTo>
                <a:lnTo>
                  <a:pt x="4623" y="6530"/>
                </a:lnTo>
                <a:lnTo>
                  <a:pt x="4623" y="6457"/>
                </a:lnTo>
                <a:lnTo>
                  <a:pt x="4586" y="6383"/>
                </a:lnTo>
                <a:lnTo>
                  <a:pt x="4513" y="6310"/>
                </a:lnTo>
                <a:lnTo>
                  <a:pt x="4403" y="6273"/>
                </a:lnTo>
                <a:lnTo>
                  <a:pt x="3669" y="6273"/>
                </a:lnTo>
                <a:lnTo>
                  <a:pt x="3926" y="6016"/>
                </a:lnTo>
                <a:lnTo>
                  <a:pt x="4183" y="5723"/>
                </a:lnTo>
                <a:lnTo>
                  <a:pt x="4293" y="5723"/>
                </a:lnTo>
                <a:lnTo>
                  <a:pt x="4366" y="5686"/>
                </a:lnTo>
                <a:lnTo>
                  <a:pt x="4439" y="5576"/>
                </a:lnTo>
                <a:lnTo>
                  <a:pt x="4476" y="5466"/>
                </a:lnTo>
                <a:lnTo>
                  <a:pt x="4403" y="3449"/>
                </a:lnTo>
                <a:lnTo>
                  <a:pt x="4366" y="2495"/>
                </a:lnTo>
                <a:lnTo>
                  <a:pt x="4329" y="2018"/>
                </a:lnTo>
                <a:lnTo>
                  <a:pt x="4293" y="1541"/>
                </a:lnTo>
                <a:lnTo>
                  <a:pt x="4256" y="1431"/>
                </a:lnTo>
                <a:lnTo>
                  <a:pt x="4549" y="1505"/>
                </a:lnTo>
                <a:lnTo>
                  <a:pt x="4953" y="1578"/>
                </a:lnTo>
                <a:lnTo>
                  <a:pt x="5173" y="1578"/>
                </a:lnTo>
                <a:lnTo>
                  <a:pt x="5356" y="1505"/>
                </a:lnTo>
                <a:lnTo>
                  <a:pt x="5393" y="1468"/>
                </a:lnTo>
                <a:lnTo>
                  <a:pt x="5430" y="1431"/>
                </a:lnTo>
                <a:lnTo>
                  <a:pt x="5430" y="1358"/>
                </a:lnTo>
                <a:lnTo>
                  <a:pt x="5393" y="1321"/>
                </a:lnTo>
                <a:lnTo>
                  <a:pt x="5246" y="1211"/>
                </a:lnTo>
                <a:lnTo>
                  <a:pt x="5063" y="1174"/>
                </a:lnTo>
                <a:lnTo>
                  <a:pt x="4733" y="1138"/>
                </a:lnTo>
                <a:lnTo>
                  <a:pt x="4219" y="1064"/>
                </a:lnTo>
                <a:lnTo>
                  <a:pt x="4183" y="1028"/>
                </a:lnTo>
                <a:lnTo>
                  <a:pt x="4146" y="991"/>
                </a:lnTo>
                <a:lnTo>
                  <a:pt x="3999" y="991"/>
                </a:lnTo>
                <a:lnTo>
                  <a:pt x="3853" y="1028"/>
                </a:lnTo>
                <a:lnTo>
                  <a:pt x="3706" y="1064"/>
                </a:lnTo>
                <a:lnTo>
                  <a:pt x="3596" y="1064"/>
                </a:lnTo>
                <a:lnTo>
                  <a:pt x="3522" y="1028"/>
                </a:lnTo>
                <a:lnTo>
                  <a:pt x="3486" y="991"/>
                </a:lnTo>
                <a:lnTo>
                  <a:pt x="3412" y="881"/>
                </a:lnTo>
                <a:lnTo>
                  <a:pt x="3412" y="771"/>
                </a:lnTo>
                <a:lnTo>
                  <a:pt x="3412" y="698"/>
                </a:lnTo>
                <a:lnTo>
                  <a:pt x="3486" y="624"/>
                </a:lnTo>
                <a:lnTo>
                  <a:pt x="3559" y="551"/>
                </a:lnTo>
                <a:lnTo>
                  <a:pt x="3742" y="478"/>
                </a:lnTo>
                <a:lnTo>
                  <a:pt x="3926" y="441"/>
                </a:lnTo>
                <a:close/>
                <a:moveTo>
                  <a:pt x="6090" y="8071"/>
                </a:moveTo>
                <a:lnTo>
                  <a:pt x="6127" y="8144"/>
                </a:lnTo>
                <a:lnTo>
                  <a:pt x="6127" y="8217"/>
                </a:lnTo>
                <a:lnTo>
                  <a:pt x="6090" y="8291"/>
                </a:lnTo>
                <a:lnTo>
                  <a:pt x="6053" y="8364"/>
                </a:lnTo>
                <a:lnTo>
                  <a:pt x="5980" y="8401"/>
                </a:lnTo>
                <a:lnTo>
                  <a:pt x="5907" y="8401"/>
                </a:lnTo>
                <a:lnTo>
                  <a:pt x="5833" y="8364"/>
                </a:lnTo>
                <a:lnTo>
                  <a:pt x="5760" y="8291"/>
                </a:lnTo>
                <a:lnTo>
                  <a:pt x="5760" y="8181"/>
                </a:lnTo>
                <a:lnTo>
                  <a:pt x="5833" y="8144"/>
                </a:lnTo>
                <a:lnTo>
                  <a:pt x="5943" y="8071"/>
                </a:lnTo>
                <a:lnTo>
                  <a:pt x="6017" y="8107"/>
                </a:lnTo>
                <a:lnTo>
                  <a:pt x="6053" y="8107"/>
                </a:lnTo>
                <a:lnTo>
                  <a:pt x="6090" y="8071"/>
                </a:lnTo>
                <a:close/>
                <a:moveTo>
                  <a:pt x="5907" y="7630"/>
                </a:moveTo>
                <a:lnTo>
                  <a:pt x="5797" y="7667"/>
                </a:lnTo>
                <a:lnTo>
                  <a:pt x="5687" y="7704"/>
                </a:lnTo>
                <a:lnTo>
                  <a:pt x="5577" y="7777"/>
                </a:lnTo>
                <a:lnTo>
                  <a:pt x="5467" y="7887"/>
                </a:lnTo>
                <a:lnTo>
                  <a:pt x="5467" y="7924"/>
                </a:lnTo>
                <a:lnTo>
                  <a:pt x="5430" y="7997"/>
                </a:lnTo>
                <a:lnTo>
                  <a:pt x="5503" y="8071"/>
                </a:lnTo>
                <a:lnTo>
                  <a:pt x="5430" y="8217"/>
                </a:lnTo>
                <a:lnTo>
                  <a:pt x="5430" y="8364"/>
                </a:lnTo>
                <a:lnTo>
                  <a:pt x="5467" y="8474"/>
                </a:lnTo>
                <a:lnTo>
                  <a:pt x="5540" y="8584"/>
                </a:lnTo>
                <a:lnTo>
                  <a:pt x="5650" y="8694"/>
                </a:lnTo>
                <a:lnTo>
                  <a:pt x="5797" y="8731"/>
                </a:lnTo>
                <a:lnTo>
                  <a:pt x="5907" y="8768"/>
                </a:lnTo>
                <a:lnTo>
                  <a:pt x="6053" y="8768"/>
                </a:lnTo>
                <a:lnTo>
                  <a:pt x="6200" y="8731"/>
                </a:lnTo>
                <a:lnTo>
                  <a:pt x="6310" y="8658"/>
                </a:lnTo>
                <a:lnTo>
                  <a:pt x="6384" y="8584"/>
                </a:lnTo>
                <a:lnTo>
                  <a:pt x="6457" y="8474"/>
                </a:lnTo>
                <a:lnTo>
                  <a:pt x="6494" y="8327"/>
                </a:lnTo>
                <a:lnTo>
                  <a:pt x="6494" y="8217"/>
                </a:lnTo>
                <a:lnTo>
                  <a:pt x="6494" y="8071"/>
                </a:lnTo>
                <a:lnTo>
                  <a:pt x="6457" y="7961"/>
                </a:lnTo>
                <a:lnTo>
                  <a:pt x="6384" y="7851"/>
                </a:lnTo>
                <a:lnTo>
                  <a:pt x="6310" y="7777"/>
                </a:lnTo>
                <a:lnTo>
                  <a:pt x="6200" y="7704"/>
                </a:lnTo>
                <a:lnTo>
                  <a:pt x="6053" y="7667"/>
                </a:lnTo>
                <a:lnTo>
                  <a:pt x="5907" y="7630"/>
                </a:lnTo>
                <a:close/>
                <a:moveTo>
                  <a:pt x="4476" y="9134"/>
                </a:moveTo>
                <a:lnTo>
                  <a:pt x="4513" y="9281"/>
                </a:lnTo>
                <a:lnTo>
                  <a:pt x="4476" y="9391"/>
                </a:lnTo>
                <a:lnTo>
                  <a:pt x="4403" y="9538"/>
                </a:lnTo>
                <a:lnTo>
                  <a:pt x="4256" y="9648"/>
                </a:lnTo>
                <a:lnTo>
                  <a:pt x="4183" y="9685"/>
                </a:lnTo>
                <a:lnTo>
                  <a:pt x="4109" y="9685"/>
                </a:lnTo>
                <a:lnTo>
                  <a:pt x="4036" y="9648"/>
                </a:lnTo>
                <a:lnTo>
                  <a:pt x="3963" y="9575"/>
                </a:lnTo>
                <a:lnTo>
                  <a:pt x="3926" y="9501"/>
                </a:lnTo>
                <a:lnTo>
                  <a:pt x="3926" y="9428"/>
                </a:lnTo>
                <a:lnTo>
                  <a:pt x="3963" y="9354"/>
                </a:lnTo>
                <a:lnTo>
                  <a:pt x="4036" y="9281"/>
                </a:lnTo>
                <a:lnTo>
                  <a:pt x="4219" y="9208"/>
                </a:lnTo>
                <a:lnTo>
                  <a:pt x="4403" y="9171"/>
                </a:lnTo>
                <a:lnTo>
                  <a:pt x="4439" y="9171"/>
                </a:lnTo>
                <a:lnTo>
                  <a:pt x="4476" y="9134"/>
                </a:lnTo>
                <a:close/>
                <a:moveTo>
                  <a:pt x="7741" y="9391"/>
                </a:moveTo>
                <a:lnTo>
                  <a:pt x="7814" y="9464"/>
                </a:lnTo>
                <a:lnTo>
                  <a:pt x="7851" y="9575"/>
                </a:lnTo>
                <a:lnTo>
                  <a:pt x="7851" y="9685"/>
                </a:lnTo>
                <a:lnTo>
                  <a:pt x="7814" y="9795"/>
                </a:lnTo>
                <a:lnTo>
                  <a:pt x="7704" y="9868"/>
                </a:lnTo>
                <a:lnTo>
                  <a:pt x="7557" y="9905"/>
                </a:lnTo>
                <a:lnTo>
                  <a:pt x="7447" y="9905"/>
                </a:lnTo>
                <a:lnTo>
                  <a:pt x="7301" y="9868"/>
                </a:lnTo>
                <a:lnTo>
                  <a:pt x="7227" y="9795"/>
                </a:lnTo>
                <a:lnTo>
                  <a:pt x="7301" y="9648"/>
                </a:lnTo>
                <a:lnTo>
                  <a:pt x="7374" y="9538"/>
                </a:lnTo>
                <a:lnTo>
                  <a:pt x="7484" y="9464"/>
                </a:lnTo>
                <a:lnTo>
                  <a:pt x="7631" y="9428"/>
                </a:lnTo>
                <a:lnTo>
                  <a:pt x="7704" y="9391"/>
                </a:lnTo>
                <a:close/>
                <a:moveTo>
                  <a:pt x="4439" y="8658"/>
                </a:moveTo>
                <a:lnTo>
                  <a:pt x="4293" y="8694"/>
                </a:lnTo>
                <a:lnTo>
                  <a:pt x="4146" y="8694"/>
                </a:lnTo>
                <a:lnTo>
                  <a:pt x="4073" y="8731"/>
                </a:lnTo>
                <a:lnTo>
                  <a:pt x="3999" y="8804"/>
                </a:lnTo>
                <a:lnTo>
                  <a:pt x="3963" y="8951"/>
                </a:lnTo>
                <a:lnTo>
                  <a:pt x="3742" y="9061"/>
                </a:lnTo>
                <a:lnTo>
                  <a:pt x="3596" y="9244"/>
                </a:lnTo>
                <a:lnTo>
                  <a:pt x="3559" y="9354"/>
                </a:lnTo>
                <a:lnTo>
                  <a:pt x="3522" y="9501"/>
                </a:lnTo>
                <a:lnTo>
                  <a:pt x="3559" y="9611"/>
                </a:lnTo>
                <a:lnTo>
                  <a:pt x="3596" y="9758"/>
                </a:lnTo>
                <a:lnTo>
                  <a:pt x="3706" y="9868"/>
                </a:lnTo>
                <a:lnTo>
                  <a:pt x="3779" y="9978"/>
                </a:lnTo>
                <a:lnTo>
                  <a:pt x="3926" y="10051"/>
                </a:lnTo>
                <a:lnTo>
                  <a:pt x="4036" y="10088"/>
                </a:lnTo>
                <a:lnTo>
                  <a:pt x="4366" y="10088"/>
                </a:lnTo>
                <a:lnTo>
                  <a:pt x="4513" y="10015"/>
                </a:lnTo>
                <a:lnTo>
                  <a:pt x="4623" y="9905"/>
                </a:lnTo>
                <a:lnTo>
                  <a:pt x="4733" y="9795"/>
                </a:lnTo>
                <a:lnTo>
                  <a:pt x="4843" y="9648"/>
                </a:lnTo>
                <a:lnTo>
                  <a:pt x="4880" y="9501"/>
                </a:lnTo>
                <a:lnTo>
                  <a:pt x="4916" y="9354"/>
                </a:lnTo>
                <a:lnTo>
                  <a:pt x="4916" y="9171"/>
                </a:lnTo>
                <a:lnTo>
                  <a:pt x="4880" y="9024"/>
                </a:lnTo>
                <a:lnTo>
                  <a:pt x="4806" y="8878"/>
                </a:lnTo>
                <a:lnTo>
                  <a:pt x="4733" y="8768"/>
                </a:lnTo>
                <a:lnTo>
                  <a:pt x="4586" y="8694"/>
                </a:lnTo>
                <a:lnTo>
                  <a:pt x="4439" y="8658"/>
                </a:lnTo>
                <a:close/>
                <a:moveTo>
                  <a:pt x="7447" y="8951"/>
                </a:moveTo>
                <a:lnTo>
                  <a:pt x="7337" y="8988"/>
                </a:lnTo>
                <a:lnTo>
                  <a:pt x="7264" y="9061"/>
                </a:lnTo>
                <a:lnTo>
                  <a:pt x="7227" y="9134"/>
                </a:lnTo>
                <a:lnTo>
                  <a:pt x="7227" y="9208"/>
                </a:lnTo>
                <a:lnTo>
                  <a:pt x="7117" y="9318"/>
                </a:lnTo>
                <a:lnTo>
                  <a:pt x="7007" y="9391"/>
                </a:lnTo>
                <a:lnTo>
                  <a:pt x="6934" y="9501"/>
                </a:lnTo>
                <a:lnTo>
                  <a:pt x="6897" y="9611"/>
                </a:lnTo>
                <a:lnTo>
                  <a:pt x="6897" y="9575"/>
                </a:lnTo>
                <a:lnTo>
                  <a:pt x="6860" y="9611"/>
                </a:lnTo>
                <a:lnTo>
                  <a:pt x="6824" y="9758"/>
                </a:lnTo>
                <a:lnTo>
                  <a:pt x="6824" y="9905"/>
                </a:lnTo>
                <a:lnTo>
                  <a:pt x="6860" y="9978"/>
                </a:lnTo>
                <a:lnTo>
                  <a:pt x="6897" y="10051"/>
                </a:lnTo>
                <a:lnTo>
                  <a:pt x="7007" y="10125"/>
                </a:lnTo>
                <a:lnTo>
                  <a:pt x="7044" y="10161"/>
                </a:lnTo>
                <a:lnTo>
                  <a:pt x="7044" y="10198"/>
                </a:lnTo>
                <a:lnTo>
                  <a:pt x="7227" y="10271"/>
                </a:lnTo>
                <a:lnTo>
                  <a:pt x="7374" y="10345"/>
                </a:lnTo>
                <a:lnTo>
                  <a:pt x="7704" y="10345"/>
                </a:lnTo>
                <a:lnTo>
                  <a:pt x="7851" y="10271"/>
                </a:lnTo>
                <a:lnTo>
                  <a:pt x="7998" y="10198"/>
                </a:lnTo>
                <a:lnTo>
                  <a:pt x="8108" y="10088"/>
                </a:lnTo>
                <a:lnTo>
                  <a:pt x="8181" y="9941"/>
                </a:lnTo>
                <a:lnTo>
                  <a:pt x="8254" y="9795"/>
                </a:lnTo>
                <a:lnTo>
                  <a:pt x="8291" y="9611"/>
                </a:lnTo>
                <a:lnTo>
                  <a:pt x="8254" y="9464"/>
                </a:lnTo>
                <a:lnTo>
                  <a:pt x="8218" y="9318"/>
                </a:lnTo>
                <a:lnTo>
                  <a:pt x="8144" y="9171"/>
                </a:lnTo>
                <a:lnTo>
                  <a:pt x="7998" y="9024"/>
                </a:lnTo>
                <a:lnTo>
                  <a:pt x="7924" y="8988"/>
                </a:lnTo>
                <a:lnTo>
                  <a:pt x="7851" y="8951"/>
                </a:lnTo>
                <a:close/>
                <a:moveTo>
                  <a:pt x="6970" y="7227"/>
                </a:moveTo>
                <a:lnTo>
                  <a:pt x="7227" y="7300"/>
                </a:lnTo>
                <a:lnTo>
                  <a:pt x="7741" y="7520"/>
                </a:lnTo>
                <a:lnTo>
                  <a:pt x="8071" y="7667"/>
                </a:lnTo>
                <a:lnTo>
                  <a:pt x="8474" y="7740"/>
                </a:lnTo>
                <a:lnTo>
                  <a:pt x="8658" y="7777"/>
                </a:lnTo>
                <a:lnTo>
                  <a:pt x="8878" y="7777"/>
                </a:lnTo>
                <a:lnTo>
                  <a:pt x="9061" y="7740"/>
                </a:lnTo>
                <a:lnTo>
                  <a:pt x="9245" y="7667"/>
                </a:lnTo>
                <a:lnTo>
                  <a:pt x="9575" y="8071"/>
                </a:lnTo>
                <a:lnTo>
                  <a:pt x="10125" y="8841"/>
                </a:lnTo>
                <a:lnTo>
                  <a:pt x="10639" y="9648"/>
                </a:lnTo>
                <a:lnTo>
                  <a:pt x="10785" y="9868"/>
                </a:lnTo>
                <a:lnTo>
                  <a:pt x="10822" y="10015"/>
                </a:lnTo>
                <a:lnTo>
                  <a:pt x="10785" y="10161"/>
                </a:lnTo>
                <a:lnTo>
                  <a:pt x="10749" y="10235"/>
                </a:lnTo>
                <a:lnTo>
                  <a:pt x="10639" y="10345"/>
                </a:lnTo>
                <a:lnTo>
                  <a:pt x="10455" y="10455"/>
                </a:lnTo>
                <a:lnTo>
                  <a:pt x="10235" y="10602"/>
                </a:lnTo>
                <a:lnTo>
                  <a:pt x="9758" y="10565"/>
                </a:lnTo>
                <a:lnTo>
                  <a:pt x="9281" y="10492"/>
                </a:lnTo>
                <a:lnTo>
                  <a:pt x="8328" y="10455"/>
                </a:lnTo>
                <a:lnTo>
                  <a:pt x="7374" y="10492"/>
                </a:lnTo>
                <a:lnTo>
                  <a:pt x="6420" y="10528"/>
                </a:lnTo>
                <a:lnTo>
                  <a:pt x="2092" y="10675"/>
                </a:lnTo>
                <a:lnTo>
                  <a:pt x="1065" y="10712"/>
                </a:lnTo>
                <a:lnTo>
                  <a:pt x="735" y="10712"/>
                </a:lnTo>
                <a:lnTo>
                  <a:pt x="625" y="10638"/>
                </a:lnTo>
                <a:lnTo>
                  <a:pt x="588" y="10602"/>
                </a:lnTo>
                <a:lnTo>
                  <a:pt x="551" y="10565"/>
                </a:lnTo>
                <a:lnTo>
                  <a:pt x="588" y="10418"/>
                </a:lnTo>
                <a:lnTo>
                  <a:pt x="735" y="10198"/>
                </a:lnTo>
                <a:lnTo>
                  <a:pt x="1065" y="9685"/>
                </a:lnTo>
                <a:lnTo>
                  <a:pt x="1542" y="9575"/>
                </a:lnTo>
                <a:lnTo>
                  <a:pt x="1762" y="9538"/>
                </a:lnTo>
                <a:lnTo>
                  <a:pt x="2018" y="9501"/>
                </a:lnTo>
                <a:lnTo>
                  <a:pt x="2092" y="9464"/>
                </a:lnTo>
                <a:lnTo>
                  <a:pt x="2128" y="9428"/>
                </a:lnTo>
                <a:lnTo>
                  <a:pt x="2165" y="9281"/>
                </a:lnTo>
                <a:lnTo>
                  <a:pt x="2128" y="9171"/>
                </a:lnTo>
                <a:lnTo>
                  <a:pt x="2092" y="9134"/>
                </a:lnTo>
                <a:lnTo>
                  <a:pt x="2018" y="9098"/>
                </a:lnTo>
                <a:lnTo>
                  <a:pt x="1872" y="9061"/>
                </a:lnTo>
                <a:lnTo>
                  <a:pt x="1725" y="9061"/>
                </a:lnTo>
                <a:lnTo>
                  <a:pt x="1395" y="9134"/>
                </a:lnTo>
                <a:lnTo>
                  <a:pt x="1395" y="9134"/>
                </a:lnTo>
                <a:lnTo>
                  <a:pt x="1798" y="8547"/>
                </a:lnTo>
                <a:lnTo>
                  <a:pt x="1835" y="8511"/>
                </a:lnTo>
                <a:lnTo>
                  <a:pt x="1945" y="8547"/>
                </a:lnTo>
                <a:lnTo>
                  <a:pt x="2092" y="8584"/>
                </a:lnTo>
                <a:lnTo>
                  <a:pt x="2459" y="8621"/>
                </a:lnTo>
                <a:lnTo>
                  <a:pt x="2972" y="8621"/>
                </a:lnTo>
                <a:lnTo>
                  <a:pt x="3082" y="8584"/>
                </a:lnTo>
                <a:lnTo>
                  <a:pt x="3156" y="8511"/>
                </a:lnTo>
                <a:lnTo>
                  <a:pt x="3192" y="8401"/>
                </a:lnTo>
                <a:lnTo>
                  <a:pt x="3156" y="8291"/>
                </a:lnTo>
                <a:lnTo>
                  <a:pt x="3082" y="8217"/>
                </a:lnTo>
                <a:lnTo>
                  <a:pt x="2972" y="8181"/>
                </a:lnTo>
                <a:lnTo>
                  <a:pt x="2055" y="8181"/>
                </a:lnTo>
                <a:lnTo>
                  <a:pt x="2532" y="7520"/>
                </a:lnTo>
                <a:lnTo>
                  <a:pt x="2752" y="7557"/>
                </a:lnTo>
                <a:lnTo>
                  <a:pt x="2899" y="7704"/>
                </a:lnTo>
                <a:lnTo>
                  <a:pt x="3046" y="7777"/>
                </a:lnTo>
                <a:lnTo>
                  <a:pt x="3192" y="7851"/>
                </a:lnTo>
                <a:lnTo>
                  <a:pt x="3376" y="7924"/>
                </a:lnTo>
                <a:lnTo>
                  <a:pt x="3742" y="7961"/>
                </a:lnTo>
                <a:lnTo>
                  <a:pt x="4073" y="7961"/>
                </a:lnTo>
                <a:lnTo>
                  <a:pt x="4549" y="7887"/>
                </a:lnTo>
                <a:lnTo>
                  <a:pt x="4953" y="7777"/>
                </a:lnTo>
                <a:lnTo>
                  <a:pt x="5797" y="7410"/>
                </a:lnTo>
                <a:lnTo>
                  <a:pt x="6237" y="7264"/>
                </a:lnTo>
                <a:lnTo>
                  <a:pt x="6494" y="7227"/>
                </a:lnTo>
                <a:close/>
                <a:moveTo>
                  <a:pt x="4036" y="1"/>
                </a:moveTo>
                <a:lnTo>
                  <a:pt x="3816" y="37"/>
                </a:lnTo>
                <a:lnTo>
                  <a:pt x="3596" y="74"/>
                </a:lnTo>
                <a:lnTo>
                  <a:pt x="3412" y="147"/>
                </a:lnTo>
                <a:lnTo>
                  <a:pt x="3229" y="257"/>
                </a:lnTo>
                <a:lnTo>
                  <a:pt x="3119" y="404"/>
                </a:lnTo>
                <a:lnTo>
                  <a:pt x="3009" y="551"/>
                </a:lnTo>
                <a:lnTo>
                  <a:pt x="2972" y="771"/>
                </a:lnTo>
                <a:lnTo>
                  <a:pt x="3009" y="991"/>
                </a:lnTo>
                <a:lnTo>
                  <a:pt x="3082" y="1174"/>
                </a:lnTo>
                <a:lnTo>
                  <a:pt x="3156" y="1285"/>
                </a:lnTo>
                <a:lnTo>
                  <a:pt x="3266" y="1358"/>
                </a:lnTo>
                <a:lnTo>
                  <a:pt x="3412" y="1431"/>
                </a:lnTo>
                <a:lnTo>
                  <a:pt x="3559" y="1468"/>
                </a:lnTo>
                <a:lnTo>
                  <a:pt x="3706" y="1468"/>
                </a:lnTo>
                <a:lnTo>
                  <a:pt x="3853" y="1431"/>
                </a:lnTo>
                <a:lnTo>
                  <a:pt x="3999" y="1395"/>
                </a:lnTo>
                <a:lnTo>
                  <a:pt x="4073" y="1395"/>
                </a:lnTo>
                <a:lnTo>
                  <a:pt x="3963" y="1468"/>
                </a:lnTo>
                <a:lnTo>
                  <a:pt x="3926" y="1578"/>
                </a:lnTo>
                <a:lnTo>
                  <a:pt x="3889" y="2055"/>
                </a:lnTo>
                <a:lnTo>
                  <a:pt x="3889" y="2532"/>
                </a:lnTo>
                <a:lnTo>
                  <a:pt x="3926" y="3449"/>
                </a:lnTo>
                <a:lnTo>
                  <a:pt x="3926" y="5099"/>
                </a:lnTo>
                <a:lnTo>
                  <a:pt x="3926" y="5283"/>
                </a:lnTo>
                <a:lnTo>
                  <a:pt x="3963" y="5466"/>
                </a:lnTo>
                <a:lnTo>
                  <a:pt x="3963" y="5503"/>
                </a:lnTo>
                <a:lnTo>
                  <a:pt x="3742" y="5613"/>
                </a:lnTo>
                <a:lnTo>
                  <a:pt x="3559" y="5723"/>
                </a:lnTo>
                <a:lnTo>
                  <a:pt x="3229" y="6016"/>
                </a:lnTo>
                <a:lnTo>
                  <a:pt x="2899" y="6347"/>
                </a:lnTo>
                <a:lnTo>
                  <a:pt x="2605" y="6677"/>
                </a:lnTo>
                <a:lnTo>
                  <a:pt x="2239" y="7080"/>
                </a:lnTo>
                <a:lnTo>
                  <a:pt x="1908" y="7484"/>
                </a:lnTo>
                <a:lnTo>
                  <a:pt x="1285" y="8364"/>
                </a:lnTo>
                <a:lnTo>
                  <a:pt x="698" y="9244"/>
                </a:lnTo>
                <a:lnTo>
                  <a:pt x="148" y="10125"/>
                </a:lnTo>
                <a:lnTo>
                  <a:pt x="38" y="10308"/>
                </a:lnTo>
                <a:lnTo>
                  <a:pt x="1" y="10492"/>
                </a:lnTo>
                <a:lnTo>
                  <a:pt x="38" y="10675"/>
                </a:lnTo>
                <a:lnTo>
                  <a:pt x="111" y="10858"/>
                </a:lnTo>
                <a:lnTo>
                  <a:pt x="221" y="11005"/>
                </a:lnTo>
                <a:lnTo>
                  <a:pt x="368" y="11115"/>
                </a:lnTo>
                <a:lnTo>
                  <a:pt x="551" y="11225"/>
                </a:lnTo>
                <a:lnTo>
                  <a:pt x="771" y="11262"/>
                </a:lnTo>
                <a:lnTo>
                  <a:pt x="1321" y="11299"/>
                </a:lnTo>
                <a:lnTo>
                  <a:pt x="1872" y="11262"/>
                </a:lnTo>
                <a:lnTo>
                  <a:pt x="3009" y="11189"/>
                </a:lnTo>
                <a:lnTo>
                  <a:pt x="5503" y="11115"/>
                </a:lnTo>
                <a:lnTo>
                  <a:pt x="7447" y="11042"/>
                </a:lnTo>
                <a:lnTo>
                  <a:pt x="8401" y="11005"/>
                </a:lnTo>
                <a:lnTo>
                  <a:pt x="9355" y="11042"/>
                </a:lnTo>
                <a:lnTo>
                  <a:pt x="9391" y="11152"/>
                </a:lnTo>
                <a:lnTo>
                  <a:pt x="9465" y="11225"/>
                </a:lnTo>
                <a:lnTo>
                  <a:pt x="9612" y="11299"/>
                </a:lnTo>
                <a:lnTo>
                  <a:pt x="9795" y="11335"/>
                </a:lnTo>
                <a:lnTo>
                  <a:pt x="9978" y="11335"/>
                </a:lnTo>
                <a:lnTo>
                  <a:pt x="10125" y="11299"/>
                </a:lnTo>
                <a:lnTo>
                  <a:pt x="10272" y="11299"/>
                </a:lnTo>
                <a:lnTo>
                  <a:pt x="10382" y="11262"/>
                </a:lnTo>
                <a:lnTo>
                  <a:pt x="10455" y="11189"/>
                </a:lnTo>
                <a:lnTo>
                  <a:pt x="10565" y="11115"/>
                </a:lnTo>
                <a:lnTo>
                  <a:pt x="10785" y="10968"/>
                </a:lnTo>
                <a:lnTo>
                  <a:pt x="10969" y="10785"/>
                </a:lnTo>
                <a:lnTo>
                  <a:pt x="11152" y="10602"/>
                </a:lnTo>
                <a:lnTo>
                  <a:pt x="11299" y="10455"/>
                </a:lnTo>
                <a:lnTo>
                  <a:pt x="11336" y="10308"/>
                </a:lnTo>
                <a:lnTo>
                  <a:pt x="11372" y="10198"/>
                </a:lnTo>
                <a:lnTo>
                  <a:pt x="11409" y="10051"/>
                </a:lnTo>
                <a:lnTo>
                  <a:pt x="11372" y="9941"/>
                </a:lnTo>
                <a:lnTo>
                  <a:pt x="11299" y="9685"/>
                </a:lnTo>
                <a:lnTo>
                  <a:pt x="11189" y="9464"/>
                </a:lnTo>
                <a:lnTo>
                  <a:pt x="10859" y="8914"/>
                </a:lnTo>
                <a:lnTo>
                  <a:pt x="10492" y="8364"/>
                </a:lnTo>
                <a:lnTo>
                  <a:pt x="10125" y="7887"/>
                </a:lnTo>
                <a:lnTo>
                  <a:pt x="9722" y="7410"/>
                </a:lnTo>
                <a:lnTo>
                  <a:pt x="9318" y="6933"/>
                </a:lnTo>
                <a:lnTo>
                  <a:pt x="8878" y="6493"/>
                </a:lnTo>
                <a:lnTo>
                  <a:pt x="8474" y="6126"/>
                </a:lnTo>
                <a:lnTo>
                  <a:pt x="8071" y="5760"/>
                </a:lnTo>
                <a:lnTo>
                  <a:pt x="7851" y="5576"/>
                </a:lnTo>
                <a:lnTo>
                  <a:pt x="7594" y="5430"/>
                </a:lnTo>
                <a:lnTo>
                  <a:pt x="7374" y="5319"/>
                </a:lnTo>
                <a:lnTo>
                  <a:pt x="7117" y="5209"/>
                </a:lnTo>
                <a:lnTo>
                  <a:pt x="7117" y="5173"/>
                </a:lnTo>
                <a:lnTo>
                  <a:pt x="7191" y="4953"/>
                </a:lnTo>
                <a:lnTo>
                  <a:pt x="7227" y="4696"/>
                </a:lnTo>
                <a:lnTo>
                  <a:pt x="7227" y="4182"/>
                </a:lnTo>
                <a:lnTo>
                  <a:pt x="7227" y="3669"/>
                </a:lnTo>
                <a:lnTo>
                  <a:pt x="7191" y="3192"/>
                </a:lnTo>
                <a:lnTo>
                  <a:pt x="7154" y="2825"/>
                </a:lnTo>
                <a:lnTo>
                  <a:pt x="7117" y="2385"/>
                </a:lnTo>
                <a:lnTo>
                  <a:pt x="7044" y="2165"/>
                </a:lnTo>
                <a:lnTo>
                  <a:pt x="7007" y="1945"/>
                </a:lnTo>
                <a:lnTo>
                  <a:pt x="6934" y="1761"/>
                </a:lnTo>
                <a:lnTo>
                  <a:pt x="6824" y="1615"/>
                </a:lnTo>
                <a:lnTo>
                  <a:pt x="7191" y="1651"/>
                </a:lnTo>
                <a:lnTo>
                  <a:pt x="7521" y="1651"/>
                </a:lnTo>
                <a:lnTo>
                  <a:pt x="7851" y="1541"/>
                </a:lnTo>
                <a:lnTo>
                  <a:pt x="7998" y="1468"/>
                </a:lnTo>
                <a:lnTo>
                  <a:pt x="8144" y="1358"/>
                </a:lnTo>
                <a:lnTo>
                  <a:pt x="8254" y="1248"/>
                </a:lnTo>
                <a:lnTo>
                  <a:pt x="8254" y="1174"/>
                </a:lnTo>
                <a:lnTo>
                  <a:pt x="8254" y="1101"/>
                </a:lnTo>
                <a:lnTo>
                  <a:pt x="8144" y="624"/>
                </a:lnTo>
                <a:lnTo>
                  <a:pt x="8071" y="404"/>
                </a:lnTo>
                <a:lnTo>
                  <a:pt x="7998" y="294"/>
                </a:lnTo>
                <a:lnTo>
                  <a:pt x="7924" y="221"/>
                </a:lnTo>
                <a:lnTo>
                  <a:pt x="7851" y="147"/>
                </a:lnTo>
                <a:lnTo>
                  <a:pt x="7777" y="147"/>
                </a:lnTo>
                <a:lnTo>
                  <a:pt x="7631" y="111"/>
                </a:lnTo>
                <a:lnTo>
                  <a:pt x="6824" y="74"/>
                </a:lnTo>
                <a:lnTo>
                  <a:pt x="4036" y="1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508" name="Google Shape;508;p10"/>
          <p:cNvSpPr/>
          <p:nvPr/>
        </p:nvSpPr>
        <p:spPr>
          <a:xfrm>
            <a:off x="1777725" y="6237940"/>
            <a:ext cx="409288" cy="513369"/>
          </a:xfrm>
          <a:custGeom>
            <a:avLst/>
            <a:gdLst/>
            <a:ahLst/>
            <a:cxnLst/>
            <a:rect l="l" t="t" r="r" b="b"/>
            <a:pathLst>
              <a:path w="10822" h="13574" extrusionOk="0">
                <a:moveTo>
                  <a:pt x="10235" y="1358"/>
                </a:moveTo>
                <a:lnTo>
                  <a:pt x="10345" y="1652"/>
                </a:lnTo>
                <a:lnTo>
                  <a:pt x="10345" y="1982"/>
                </a:lnTo>
                <a:lnTo>
                  <a:pt x="10345" y="2312"/>
                </a:lnTo>
                <a:lnTo>
                  <a:pt x="10235" y="2605"/>
                </a:lnTo>
                <a:lnTo>
                  <a:pt x="10235" y="2569"/>
                </a:lnTo>
                <a:lnTo>
                  <a:pt x="10198" y="1945"/>
                </a:lnTo>
                <a:lnTo>
                  <a:pt x="10235" y="1358"/>
                </a:lnTo>
                <a:close/>
                <a:moveTo>
                  <a:pt x="9538" y="2092"/>
                </a:moveTo>
                <a:lnTo>
                  <a:pt x="9538" y="2422"/>
                </a:lnTo>
                <a:lnTo>
                  <a:pt x="9538" y="2789"/>
                </a:lnTo>
                <a:lnTo>
                  <a:pt x="9465" y="2202"/>
                </a:lnTo>
                <a:lnTo>
                  <a:pt x="9538" y="2092"/>
                </a:lnTo>
                <a:close/>
                <a:moveTo>
                  <a:pt x="9941" y="1285"/>
                </a:moveTo>
                <a:lnTo>
                  <a:pt x="9868" y="1835"/>
                </a:lnTo>
                <a:lnTo>
                  <a:pt x="9831" y="2129"/>
                </a:lnTo>
                <a:lnTo>
                  <a:pt x="9831" y="2459"/>
                </a:lnTo>
                <a:lnTo>
                  <a:pt x="9831" y="2642"/>
                </a:lnTo>
                <a:lnTo>
                  <a:pt x="9868" y="2789"/>
                </a:lnTo>
                <a:lnTo>
                  <a:pt x="9941" y="2936"/>
                </a:lnTo>
                <a:lnTo>
                  <a:pt x="10015" y="3046"/>
                </a:lnTo>
                <a:lnTo>
                  <a:pt x="10051" y="3046"/>
                </a:lnTo>
                <a:lnTo>
                  <a:pt x="9941" y="3229"/>
                </a:lnTo>
                <a:lnTo>
                  <a:pt x="9648" y="3632"/>
                </a:lnTo>
                <a:lnTo>
                  <a:pt x="9575" y="3046"/>
                </a:lnTo>
                <a:lnTo>
                  <a:pt x="9611" y="3119"/>
                </a:lnTo>
                <a:lnTo>
                  <a:pt x="9648" y="3156"/>
                </a:lnTo>
                <a:lnTo>
                  <a:pt x="9721" y="3192"/>
                </a:lnTo>
                <a:lnTo>
                  <a:pt x="9795" y="3156"/>
                </a:lnTo>
                <a:lnTo>
                  <a:pt x="9868" y="3156"/>
                </a:lnTo>
                <a:lnTo>
                  <a:pt x="9905" y="3082"/>
                </a:lnTo>
                <a:lnTo>
                  <a:pt x="9905" y="3046"/>
                </a:lnTo>
                <a:lnTo>
                  <a:pt x="9905" y="2972"/>
                </a:lnTo>
                <a:lnTo>
                  <a:pt x="9868" y="2936"/>
                </a:lnTo>
                <a:lnTo>
                  <a:pt x="9831" y="2899"/>
                </a:lnTo>
                <a:lnTo>
                  <a:pt x="9758" y="2899"/>
                </a:lnTo>
                <a:lnTo>
                  <a:pt x="9758" y="2642"/>
                </a:lnTo>
                <a:lnTo>
                  <a:pt x="9721" y="2092"/>
                </a:lnTo>
                <a:lnTo>
                  <a:pt x="9685" y="2018"/>
                </a:lnTo>
                <a:lnTo>
                  <a:pt x="9587" y="2018"/>
                </a:lnTo>
                <a:lnTo>
                  <a:pt x="9611" y="1982"/>
                </a:lnTo>
                <a:lnTo>
                  <a:pt x="9721" y="1762"/>
                </a:lnTo>
                <a:lnTo>
                  <a:pt x="9831" y="1542"/>
                </a:lnTo>
                <a:lnTo>
                  <a:pt x="9941" y="1285"/>
                </a:lnTo>
                <a:close/>
                <a:moveTo>
                  <a:pt x="9318" y="2385"/>
                </a:moveTo>
                <a:lnTo>
                  <a:pt x="9281" y="3119"/>
                </a:lnTo>
                <a:lnTo>
                  <a:pt x="9318" y="3889"/>
                </a:lnTo>
                <a:lnTo>
                  <a:pt x="9354" y="3963"/>
                </a:lnTo>
                <a:lnTo>
                  <a:pt x="9098" y="4183"/>
                </a:lnTo>
                <a:lnTo>
                  <a:pt x="9098" y="3963"/>
                </a:lnTo>
                <a:lnTo>
                  <a:pt x="9098" y="3743"/>
                </a:lnTo>
                <a:lnTo>
                  <a:pt x="9024" y="3302"/>
                </a:lnTo>
                <a:lnTo>
                  <a:pt x="8988" y="2715"/>
                </a:lnTo>
                <a:lnTo>
                  <a:pt x="9134" y="2569"/>
                </a:lnTo>
                <a:lnTo>
                  <a:pt x="9318" y="2385"/>
                </a:lnTo>
                <a:close/>
                <a:moveTo>
                  <a:pt x="8107" y="3596"/>
                </a:moveTo>
                <a:lnTo>
                  <a:pt x="7997" y="3889"/>
                </a:lnTo>
                <a:lnTo>
                  <a:pt x="7924" y="4219"/>
                </a:lnTo>
                <a:lnTo>
                  <a:pt x="7887" y="3779"/>
                </a:lnTo>
                <a:lnTo>
                  <a:pt x="8107" y="3596"/>
                </a:lnTo>
                <a:close/>
                <a:moveTo>
                  <a:pt x="8731" y="2972"/>
                </a:moveTo>
                <a:lnTo>
                  <a:pt x="8731" y="3302"/>
                </a:lnTo>
                <a:lnTo>
                  <a:pt x="8731" y="3816"/>
                </a:lnTo>
                <a:lnTo>
                  <a:pt x="8768" y="4109"/>
                </a:lnTo>
                <a:lnTo>
                  <a:pt x="8841" y="4366"/>
                </a:lnTo>
                <a:lnTo>
                  <a:pt x="8841" y="4403"/>
                </a:lnTo>
                <a:lnTo>
                  <a:pt x="8621" y="4586"/>
                </a:lnTo>
                <a:lnTo>
                  <a:pt x="8621" y="4586"/>
                </a:lnTo>
                <a:lnTo>
                  <a:pt x="8658" y="4219"/>
                </a:lnTo>
                <a:lnTo>
                  <a:pt x="8694" y="3816"/>
                </a:lnTo>
                <a:lnTo>
                  <a:pt x="8694" y="3449"/>
                </a:lnTo>
                <a:lnTo>
                  <a:pt x="8658" y="3082"/>
                </a:lnTo>
                <a:lnTo>
                  <a:pt x="8731" y="2972"/>
                </a:lnTo>
                <a:close/>
                <a:moveTo>
                  <a:pt x="8364" y="3339"/>
                </a:moveTo>
                <a:lnTo>
                  <a:pt x="8254" y="4733"/>
                </a:lnTo>
                <a:lnTo>
                  <a:pt x="8291" y="4806"/>
                </a:lnTo>
                <a:lnTo>
                  <a:pt x="8291" y="4843"/>
                </a:lnTo>
                <a:lnTo>
                  <a:pt x="8217" y="4916"/>
                </a:lnTo>
                <a:lnTo>
                  <a:pt x="8181" y="4880"/>
                </a:lnTo>
                <a:lnTo>
                  <a:pt x="8327" y="3522"/>
                </a:lnTo>
                <a:lnTo>
                  <a:pt x="8291" y="3486"/>
                </a:lnTo>
                <a:lnTo>
                  <a:pt x="8254" y="3449"/>
                </a:lnTo>
                <a:lnTo>
                  <a:pt x="8364" y="3339"/>
                </a:lnTo>
                <a:close/>
                <a:moveTo>
                  <a:pt x="7704" y="3963"/>
                </a:moveTo>
                <a:lnTo>
                  <a:pt x="7667" y="4329"/>
                </a:lnTo>
                <a:lnTo>
                  <a:pt x="7594" y="4696"/>
                </a:lnTo>
                <a:lnTo>
                  <a:pt x="7520" y="5026"/>
                </a:lnTo>
                <a:lnTo>
                  <a:pt x="7410" y="5393"/>
                </a:lnTo>
                <a:lnTo>
                  <a:pt x="7410" y="5467"/>
                </a:lnTo>
                <a:lnTo>
                  <a:pt x="7337" y="5430"/>
                </a:lnTo>
                <a:lnTo>
                  <a:pt x="7300" y="5430"/>
                </a:lnTo>
                <a:lnTo>
                  <a:pt x="7300" y="4990"/>
                </a:lnTo>
                <a:lnTo>
                  <a:pt x="7264" y="4696"/>
                </a:lnTo>
                <a:lnTo>
                  <a:pt x="7227" y="4366"/>
                </a:lnTo>
                <a:lnTo>
                  <a:pt x="7704" y="3963"/>
                </a:lnTo>
                <a:close/>
                <a:moveTo>
                  <a:pt x="7044" y="4513"/>
                </a:moveTo>
                <a:lnTo>
                  <a:pt x="6970" y="5026"/>
                </a:lnTo>
                <a:lnTo>
                  <a:pt x="6970" y="5320"/>
                </a:lnTo>
                <a:lnTo>
                  <a:pt x="6970" y="5540"/>
                </a:lnTo>
                <a:lnTo>
                  <a:pt x="7007" y="5650"/>
                </a:lnTo>
                <a:lnTo>
                  <a:pt x="7080" y="5760"/>
                </a:lnTo>
                <a:lnTo>
                  <a:pt x="6677" y="6053"/>
                </a:lnTo>
                <a:lnTo>
                  <a:pt x="6677" y="6053"/>
                </a:lnTo>
                <a:lnTo>
                  <a:pt x="6713" y="5797"/>
                </a:lnTo>
                <a:lnTo>
                  <a:pt x="6750" y="5540"/>
                </a:lnTo>
                <a:lnTo>
                  <a:pt x="6750" y="5173"/>
                </a:lnTo>
                <a:lnTo>
                  <a:pt x="6677" y="4843"/>
                </a:lnTo>
                <a:lnTo>
                  <a:pt x="7044" y="4513"/>
                </a:lnTo>
                <a:close/>
                <a:moveTo>
                  <a:pt x="6603" y="4916"/>
                </a:moveTo>
                <a:lnTo>
                  <a:pt x="6567" y="5173"/>
                </a:lnTo>
                <a:lnTo>
                  <a:pt x="6530" y="5430"/>
                </a:lnTo>
                <a:lnTo>
                  <a:pt x="6457" y="5613"/>
                </a:lnTo>
                <a:lnTo>
                  <a:pt x="6383" y="5760"/>
                </a:lnTo>
                <a:lnTo>
                  <a:pt x="6310" y="5943"/>
                </a:lnTo>
                <a:lnTo>
                  <a:pt x="6310" y="6127"/>
                </a:lnTo>
                <a:lnTo>
                  <a:pt x="6310" y="6200"/>
                </a:lnTo>
                <a:lnTo>
                  <a:pt x="6383" y="6237"/>
                </a:lnTo>
                <a:lnTo>
                  <a:pt x="5980" y="6494"/>
                </a:lnTo>
                <a:lnTo>
                  <a:pt x="6053" y="6090"/>
                </a:lnTo>
                <a:lnTo>
                  <a:pt x="6053" y="5760"/>
                </a:lnTo>
                <a:lnTo>
                  <a:pt x="6016" y="5393"/>
                </a:lnTo>
                <a:lnTo>
                  <a:pt x="6603" y="4916"/>
                </a:lnTo>
                <a:close/>
                <a:moveTo>
                  <a:pt x="5870" y="5540"/>
                </a:moveTo>
                <a:lnTo>
                  <a:pt x="5796" y="5943"/>
                </a:lnTo>
                <a:lnTo>
                  <a:pt x="5686" y="6347"/>
                </a:lnTo>
                <a:lnTo>
                  <a:pt x="5613" y="6567"/>
                </a:lnTo>
                <a:lnTo>
                  <a:pt x="5613" y="6677"/>
                </a:lnTo>
                <a:lnTo>
                  <a:pt x="5613" y="6750"/>
                </a:lnTo>
                <a:lnTo>
                  <a:pt x="5173" y="7081"/>
                </a:lnTo>
                <a:lnTo>
                  <a:pt x="5393" y="5943"/>
                </a:lnTo>
                <a:lnTo>
                  <a:pt x="5870" y="5540"/>
                </a:lnTo>
                <a:close/>
                <a:moveTo>
                  <a:pt x="9134" y="478"/>
                </a:moveTo>
                <a:lnTo>
                  <a:pt x="9428" y="588"/>
                </a:lnTo>
                <a:lnTo>
                  <a:pt x="9318" y="735"/>
                </a:lnTo>
                <a:lnTo>
                  <a:pt x="9318" y="845"/>
                </a:lnTo>
                <a:lnTo>
                  <a:pt x="9354" y="918"/>
                </a:lnTo>
                <a:lnTo>
                  <a:pt x="9428" y="955"/>
                </a:lnTo>
                <a:lnTo>
                  <a:pt x="9538" y="955"/>
                </a:lnTo>
                <a:lnTo>
                  <a:pt x="9538" y="1101"/>
                </a:lnTo>
                <a:lnTo>
                  <a:pt x="9465" y="1285"/>
                </a:lnTo>
                <a:lnTo>
                  <a:pt x="9318" y="1615"/>
                </a:lnTo>
                <a:lnTo>
                  <a:pt x="9134" y="1908"/>
                </a:lnTo>
                <a:lnTo>
                  <a:pt x="8914" y="2202"/>
                </a:lnTo>
                <a:lnTo>
                  <a:pt x="8841" y="2165"/>
                </a:lnTo>
                <a:lnTo>
                  <a:pt x="8804" y="2202"/>
                </a:lnTo>
                <a:lnTo>
                  <a:pt x="8768" y="2202"/>
                </a:lnTo>
                <a:lnTo>
                  <a:pt x="8731" y="2275"/>
                </a:lnTo>
                <a:lnTo>
                  <a:pt x="8731" y="2349"/>
                </a:lnTo>
                <a:lnTo>
                  <a:pt x="8364" y="2715"/>
                </a:lnTo>
                <a:lnTo>
                  <a:pt x="7740" y="3339"/>
                </a:lnTo>
                <a:lnTo>
                  <a:pt x="7667" y="3339"/>
                </a:lnTo>
                <a:lnTo>
                  <a:pt x="7667" y="3412"/>
                </a:lnTo>
                <a:lnTo>
                  <a:pt x="6493" y="4439"/>
                </a:lnTo>
                <a:lnTo>
                  <a:pt x="5650" y="5173"/>
                </a:lnTo>
                <a:lnTo>
                  <a:pt x="4806" y="5870"/>
                </a:lnTo>
                <a:lnTo>
                  <a:pt x="4769" y="5870"/>
                </a:lnTo>
                <a:lnTo>
                  <a:pt x="4733" y="5907"/>
                </a:lnTo>
                <a:lnTo>
                  <a:pt x="4623" y="6017"/>
                </a:lnTo>
                <a:lnTo>
                  <a:pt x="3889" y="6567"/>
                </a:lnTo>
                <a:lnTo>
                  <a:pt x="3852" y="6567"/>
                </a:lnTo>
                <a:lnTo>
                  <a:pt x="3816" y="6604"/>
                </a:lnTo>
                <a:lnTo>
                  <a:pt x="3632" y="6714"/>
                </a:lnTo>
                <a:lnTo>
                  <a:pt x="3339" y="6897"/>
                </a:lnTo>
                <a:lnTo>
                  <a:pt x="3155" y="7007"/>
                </a:lnTo>
                <a:lnTo>
                  <a:pt x="3045" y="7154"/>
                </a:lnTo>
                <a:lnTo>
                  <a:pt x="2972" y="7117"/>
                </a:lnTo>
                <a:lnTo>
                  <a:pt x="2605" y="6824"/>
                </a:lnTo>
                <a:lnTo>
                  <a:pt x="2312" y="6457"/>
                </a:lnTo>
                <a:lnTo>
                  <a:pt x="2128" y="6274"/>
                </a:lnTo>
                <a:lnTo>
                  <a:pt x="1945" y="6090"/>
                </a:lnTo>
                <a:lnTo>
                  <a:pt x="2202" y="5943"/>
                </a:lnTo>
                <a:lnTo>
                  <a:pt x="2458" y="5723"/>
                </a:lnTo>
                <a:lnTo>
                  <a:pt x="2605" y="5943"/>
                </a:lnTo>
                <a:lnTo>
                  <a:pt x="2825" y="6127"/>
                </a:lnTo>
                <a:lnTo>
                  <a:pt x="2935" y="6200"/>
                </a:lnTo>
                <a:lnTo>
                  <a:pt x="3082" y="6237"/>
                </a:lnTo>
                <a:lnTo>
                  <a:pt x="3229" y="6237"/>
                </a:lnTo>
                <a:lnTo>
                  <a:pt x="3339" y="6127"/>
                </a:lnTo>
                <a:lnTo>
                  <a:pt x="3375" y="6090"/>
                </a:lnTo>
                <a:lnTo>
                  <a:pt x="3412" y="6017"/>
                </a:lnTo>
                <a:lnTo>
                  <a:pt x="3375" y="5870"/>
                </a:lnTo>
                <a:lnTo>
                  <a:pt x="3339" y="5797"/>
                </a:lnTo>
                <a:lnTo>
                  <a:pt x="3265" y="5760"/>
                </a:lnTo>
                <a:lnTo>
                  <a:pt x="3119" y="5760"/>
                </a:lnTo>
                <a:lnTo>
                  <a:pt x="3082" y="5797"/>
                </a:lnTo>
                <a:lnTo>
                  <a:pt x="3082" y="5760"/>
                </a:lnTo>
                <a:lnTo>
                  <a:pt x="2935" y="5650"/>
                </a:lnTo>
                <a:lnTo>
                  <a:pt x="2752" y="5503"/>
                </a:lnTo>
                <a:lnTo>
                  <a:pt x="2825" y="5430"/>
                </a:lnTo>
                <a:lnTo>
                  <a:pt x="3302" y="4990"/>
                </a:lnTo>
                <a:lnTo>
                  <a:pt x="3375" y="5173"/>
                </a:lnTo>
                <a:lnTo>
                  <a:pt x="3449" y="5283"/>
                </a:lnTo>
                <a:lnTo>
                  <a:pt x="3559" y="5393"/>
                </a:lnTo>
                <a:lnTo>
                  <a:pt x="3669" y="5503"/>
                </a:lnTo>
                <a:lnTo>
                  <a:pt x="3816" y="5540"/>
                </a:lnTo>
                <a:lnTo>
                  <a:pt x="3926" y="5540"/>
                </a:lnTo>
                <a:lnTo>
                  <a:pt x="3999" y="5467"/>
                </a:lnTo>
                <a:lnTo>
                  <a:pt x="4036" y="5393"/>
                </a:lnTo>
                <a:lnTo>
                  <a:pt x="4036" y="5283"/>
                </a:lnTo>
                <a:lnTo>
                  <a:pt x="3889" y="5136"/>
                </a:lnTo>
                <a:lnTo>
                  <a:pt x="3742" y="4990"/>
                </a:lnTo>
                <a:lnTo>
                  <a:pt x="3632" y="4843"/>
                </a:lnTo>
                <a:lnTo>
                  <a:pt x="3595" y="4770"/>
                </a:lnTo>
                <a:lnTo>
                  <a:pt x="3595" y="4733"/>
                </a:lnTo>
                <a:lnTo>
                  <a:pt x="3926" y="4439"/>
                </a:lnTo>
                <a:lnTo>
                  <a:pt x="4146" y="4256"/>
                </a:lnTo>
                <a:lnTo>
                  <a:pt x="4182" y="4403"/>
                </a:lnTo>
                <a:lnTo>
                  <a:pt x="4256" y="4513"/>
                </a:lnTo>
                <a:lnTo>
                  <a:pt x="4329" y="4623"/>
                </a:lnTo>
                <a:lnTo>
                  <a:pt x="4439" y="4770"/>
                </a:lnTo>
                <a:lnTo>
                  <a:pt x="4586" y="4843"/>
                </a:lnTo>
                <a:lnTo>
                  <a:pt x="4696" y="4880"/>
                </a:lnTo>
                <a:lnTo>
                  <a:pt x="4806" y="4843"/>
                </a:lnTo>
                <a:lnTo>
                  <a:pt x="4843" y="4770"/>
                </a:lnTo>
                <a:lnTo>
                  <a:pt x="4879" y="4733"/>
                </a:lnTo>
                <a:lnTo>
                  <a:pt x="4879" y="4623"/>
                </a:lnTo>
                <a:lnTo>
                  <a:pt x="4843" y="4549"/>
                </a:lnTo>
                <a:lnTo>
                  <a:pt x="4769" y="4476"/>
                </a:lnTo>
                <a:lnTo>
                  <a:pt x="4623" y="4329"/>
                </a:lnTo>
                <a:lnTo>
                  <a:pt x="4513" y="4219"/>
                </a:lnTo>
                <a:lnTo>
                  <a:pt x="4476" y="4073"/>
                </a:lnTo>
                <a:lnTo>
                  <a:pt x="4476" y="3999"/>
                </a:lnTo>
                <a:lnTo>
                  <a:pt x="4989" y="3522"/>
                </a:lnTo>
                <a:lnTo>
                  <a:pt x="5063" y="3632"/>
                </a:lnTo>
                <a:lnTo>
                  <a:pt x="5173" y="3853"/>
                </a:lnTo>
                <a:lnTo>
                  <a:pt x="5356" y="4036"/>
                </a:lnTo>
                <a:lnTo>
                  <a:pt x="5430" y="4073"/>
                </a:lnTo>
                <a:lnTo>
                  <a:pt x="5503" y="4109"/>
                </a:lnTo>
                <a:lnTo>
                  <a:pt x="5576" y="4073"/>
                </a:lnTo>
                <a:lnTo>
                  <a:pt x="5650" y="4036"/>
                </a:lnTo>
                <a:lnTo>
                  <a:pt x="5686" y="3963"/>
                </a:lnTo>
                <a:lnTo>
                  <a:pt x="5686" y="3926"/>
                </a:lnTo>
                <a:lnTo>
                  <a:pt x="5686" y="3853"/>
                </a:lnTo>
                <a:lnTo>
                  <a:pt x="5650" y="3779"/>
                </a:lnTo>
                <a:lnTo>
                  <a:pt x="5246" y="3302"/>
                </a:lnTo>
                <a:lnTo>
                  <a:pt x="5980" y="2642"/>
                </a:lnTo>
                <a:lnTo>
                  <a:pt x="6016" y="2715"/>
                </a:lnTo>
                <a:lnTo>
                  <a:pt x="6163" y="3082"/>
                </a:lnTo>
                <a:lnTo>
                  <a:pt x="6200" y="3156"/>
                </a:lnTo>
                <a:lnTo>
                  <a:pt x="6237" y="3192"/>
                </a:lnTo>
                <a:lnTo>
                  <a:pt x="6383" y="3192"/>
                </a:lnTo>
                <a:lnTo>
                  <a:pt x="6457" y="3156"/>
                </a:lnTo>
                <a:lnTo>
                  <a:pt x="6493" y="3082"/>
                </a:lnTo>
                <a:lnTo>
                  <a:pt x="6530" y="3009"/>
                </a:lnTo>
                <a:lnTo>
                  <a:pt x="6493" y="2936"/>
                </a:lnTo>
                <a:lnTo>
                  <a:pt x="6383" y="2605"/>
                </a:lnTo>
                <a:lnTo>
                  <a:pt x="6273" y="2422"/>
                </a:lnTo>
                <a:lnTo>
                  <a:pt x="7007" y="1725"/>
                </a:lnTo>
                <a:lnTo>
                  <a:pt x="7044" y="1945"/>
                </a:lnTo>
                <a:lnTo>
                  <a:pt x="7080" y="2129"/>
                </a:lnTo>
                <a:lnTo>
                  <a:pt x="7154" y="2349"/>
                </a:lnTo>
                <a:lnTo>
                  <a:pt x="7227" y="2532"/>
                </a:lnTo>
                <a:lnTo>
                  <a:pt x="7300" y="2605"/>
                </a:lnTo>
                <a:lnTo>
                  <a:pt x="7410" y="2642"/>
                </a:lnTo>
                <a:lnTo>
                  <a:pt x="7557" y="2569"/>
                </a:lnTo>
                <a:lnTo>
                  <a:pt x="7630" y="2495"/>
                </a:lnTo>
                <a:lnTo>
                  <a:pt x="7667" y="2385"/>
                </a:lnTo>
                <a:lnTo>
                  <a:pt x="7667" y="2312"/>
                </a:lnTo>
                <a:lnTo>
                  <a:pt x="7630" y="2239"/>
                </a:lnTo>
                <a:lnTo>
                  <a:pt x="7557" y="2165"/>
                </a:lnTo>
                <a:lnTo>
                  <a:pt x="7484" y="2165"/>
                </a:lnTo>
                <a:lnTo>
                  <a:pt x="7337" y="1835"/>
                </a:lnTo>
                <a:lnTo>
                  <a:pt x="7227" y="1542"/>
                </a:lnTo>
                <a:lnTo>
                  <a:pt x="7740" y="1101"/>
                </a:lnTo>
                <a:lnTo>
                  <a:pt x="8217" y="735"/>
                </a:lnTo>
                <a:lnTo>
                  <a:pt x="8364" y="625"/>
                </a:lnTo>
                <a:lnTo>
                  <a:pt x="8511" y="551"/>
                </a:lnTo>
                <a:lnTo>
                  <a:pt x="8841" y="478"/>
                </a:lnTo>
                <a:close/>
                <a:moveTo>
                  <a:pt x="3485" y="7264"/>
                </a:moveTo>
                <a:lnTo>
                  <a:pt x="3449" y="7447"/>
                </a:lnTo>
                <a:lnTo>
                  <a:pt x="3302" y="7337"/>
                </a:lnTo>
                <a:lnTo>
                  <a:pt x="3485" y="7264"/>
                </a:lnTo>
                <a:close/>
                <a:moveTo>
                  <a:pt x="5099" y="6163"/>
                </a:moveTo>
                <a:lnTo>
                  <a:pt x="4733" y="7264"/>
                </a:lnTo>
                <a:lnTo>
                  <a:pt x="4733" y="7337"/>
                </a:lnTo>
                <a:lnTo>
                  <a:pt x="4586" y="7447"/>
                </a:lnTo>
                <a:lnTo>
                  <a:pt x="4586" y="7337"/>
                </a:lnTo>
                <a:lnTo>
                  <a:pt x="4586" y="7301"/>
                </a:lnTo>
                <a:lnTo>
                  <a:pt x="4623" y="6860"/>
                </a:lnTo>
                <a:lnTo>
                  <a:pt x="4733" y="6457"/>
                </a:lnTo>
                <a:lnTo>
                  <a:pt x="5026" y="6237"/>
                </a:lnTo>
                <a:lnTo>
                  <a:pt x="5099" y="6163"/>
                </a:lnTo>
                <a:close/>
                <a:moveTo>
                  <a:pt x="4292" y="6750"/>
                </a:moveTo>
                <a:lnTo>
                  <a:pt x="4219" y="7117"/>
                </a:lnTo>
                <a:lnTo>
                  <a:pt x="4219" y="7484"/>
                </a:lnTo>
                <a:lnTo>
                  <a:pt x="4219" y="7594"/>
                </a:lnTo>
                <a:lnTo>
                  <a:pt x="4292" y="7631"/>
                </a:lnTo>
                <a:lnTo>
                  <a:pt x="3889" y="7924"/>
                </a:lnTo>
                <a:lnTo>
                  <a:pt x="3816" y="7851"/>
                </a:lnTo>
                <a:lnTo>
                  <a:pt x="3889" y="7777"/>
                </a:lnTo>
                <a:lnTo>
                  <a:pt x="3926" y="7667"/>
                </a:lnTo>
                <a:lnTo>
                  <a:pt x="3926" y="7594"/>
                </a:lnTo>
                <a:lnTo>
                  <a:pt x="3889" y="7521"/>
                </a:lnTo>
                <a:lnTo>
                  <a:pt x="3852" y="7484"/>
                </a:lnTo>
                <a:lnTo>
                  <a:pt x="3816" y="7484"/>
                </a:lnTo>
                <a:lnTo>
                  <a:pt x="3889" y="7227"/>
                </a:lnTo>
                <a:lnTo>
                  <a:pt x="3926" y="7007"/>
                </a:lnTo>
                <a:lnTo>
                  <a:pt x="3926" y="6970"/>
                </a:lnTo>
                <a:lnTo>
                  <a:pt x="4292" y="6750"/>
                </a:lnTo>
                <a:close/>
                <a:moveTo>
                  <a:pt x="1101" y="6127"/>
                </a:moveTo>
                <a:lnTo>
                  <a:pt x="1358" y="6200"/>
                </a:lnTo>
                <a:lnTo>
                  <a:pt x="1578" y="6310"/>
                </a:lnTo>
                <a:lnTo>
                  <a:pt x="1761" y="6457"/>
                </a:lnTo>
                <a:lnTo>
                  <a:pt x="1945" y="6677"/>
                </a:lnTo>
                <a:lnTo>
                  <a:pt x="2312" y="7081"/>
                </a:lnTo>
                <a:lnTo>
                  <a:pt x="2715" y="7447"/>
                </a:lnTo>
                <a:lnTo>
                  <a:pt x="3155" y="7777"/>
                </a:lnTo>
                <a:lnTo>
                  <a:pt x="3339" y="7961"/>
                </a:lnTo>
                <a:lnTo>
                  <a:pt x="3522" y="8144"/>
                </a:lnTo>
                <a:lnTo>
                  <a:pt x="3522" y="8181"/>
                </a:lnTo>
                <a:lnTo>
                  <a:pt x="3485" y="8291"/>
                </a:lnTo>
                <a:lnTo>
                  <a:pt x="3485" y="8401"/>
                </a:lnTo>
                <a:lnTo>
                  <a:pt x="3559" y="8474"/>
                </a:lnTo>
                <a:lnTo>
                  <a:pt x="3669" y="8511"/>
                </a:lnTo>
                <a:lnTo>
                  <a:pt x="3669" y="8621"/>
                </a:lnTo>
                <a:lnTo>
                  <a:pt x="3669" y="8658"/>
                </a:lnTo>
                <a:lnTo>
                  <a:pt x="3595" y="8695"/>
                </a:lnTo>
                <a:lnTo>
                  <a:pt x="3229" y="8731"/>
                </a:lnTo>
                <a:lnTo>
                  <a:pt x="3009" y="8474"/>
                </a:lnTo>
                <a:lnTo>
                  <a:pt x="2825" y="8254"/>
                </a:lnTo>
                <a:lnTo>
                  <a:pt x="2165" y="7484"/>
                </a:lnTo>
                <a:lnTo>
                  <a:pt x="1615" y="6897"/>
                </a:lnTo>
                <a:lnTo>
                  <a:pt x="1321" y="6604"/>
                </a:lnTo>
                <a:lnTo>
                  <a:pt x="1174" y="6494"/>
                </a:lnTo>
                <a:lnTo>
                  <a:pt x="991" y="6420"/>
                </a:lnTo>
                <a:lnTo>
                  <a:pt x="1101" y="6127"/>
                </a:lnTo>
                <a:close/>
                <a:moveTo>
                  <a:pt x="8731" y="1"/>
                </a:moveTo>
                <a:lnTo>
                  <a:pt x="8474" y="74"/>
                </a:lnTo>
                <a:lnTo>
                  <a:pt x="8217" y="184"/>
                </a:lnTo>
                <a:lnTo>
                  <a:pt x="7997" y="331"/>
                </a:lnTo>
                <a:lnTo>
                  <a:pt x="7777" y="478"/>
                </a:lnTo>
                <a:lnTo>
                  <a:pt x="7154" y="1028"/>
                </a:lnTo>
                <a:lnTo>
                  <a:pt x="6530" y="1578"/>
                </a:lnTo>
                <a:lnTo>
                  <a:pt x="4036" y="3779"/>
                </a:lnTo>
                <a:lnTo>
                  <a:pt x="2825" y="4843"/>
                </a:lnTo>
                <a:lnTo>
                  <a:pt x="2312" y="5283"/>
                </a:lnTo>
                <a:lnTo>
                  <a:pt x="2092" y="5540"/>
                </a:lnTo>
                <a:lnTo>
                  <a:pt x="1871" y="5797"/>
                </a:lnTo>
                <a:lnTo>
                  <a:pt x="1761" y="5833"/>
                </a:lnTo>
                <a:lnTo>
                  <a:pt x="1725" y="5943"/>
                </a:lnTo>
                <a:lnTo>
                  <a:pt x="1541" y="5833"/>
                </a:lnTo>
                <a:lnTo>
                  <a:pt x="1358" y="5797"/>
                </a:lnTo>
                <a:lnTo>
                  <a:pt x="1174" y="5760"/>
                </a:lnTo>
                <a:lnTo>
                  <a:pt x="954" y="5760"/>
                </a:lnTo>
                <a:lnTo>
                  <a:pt x="844" y="5797"/>
                </a:lnTo>
                <a:lnTo>
                  <a:pt x="771" y="5907"/>
                </a:lnTo>
                <a:lnTo>
                  <a:pt x="624" y="6420"/>
                </a:lnTo>
                <a:lnTo>
                  <a:pt x="624" y="6494"/>
                </a:lnTo>
                <a:lnTo>
                  <a:pt x="661" y="6567"/>
                </a:lnTo>
                <a:lnTo>
                  <a:pt x="698" y="6604"/>
                </a:lnTo>
                <a:lnTo>
                  <a:pt x="771" y="6640"/>
                </a:lnTo>
                <a:lnTo>
                  <a:pt x="918" y="6860"/>
                </a:lnTo>
                <a:lnTo>
                  <a:pt x="1101" y="7081"/>
                </a:lnTo>
                <a:lnTo>
                  <a:pt x="1505" y="7484"/>
                </a:lnTo>
                <a:lnTo>
                  <a:pt x="2385" y="8511"/>
                </a:lnTo>
                <a:lnTo>
                  <a:pt x="2715" y="8951"/>
                </a:lnTo>
                <a:lnTo>
                  <a:pt x="2935" y="9171"/>
                </a:lnTo>
                <a:lnTo>
                  <a:pt x="3155" y="9318"/>
                </a:lnTo>
                <a:lnTo>
                  <a:pt x="3302" y="9355"/>
                </a:lnTo>
                <a:lnTo>
                  <a:pt x="3412" y="9355"/>
                </a:lnTo>
                <a:lnTo>
                  <a:pt x="3522" y="9281"/>
                </a:lnTo>
                <a:lnTo>
                  <a:pt x="3595" y="9171"/>
                </a:lnTo>
                <a:lnTo>
                  <a:pt x="3816" y="9135"/>
                </a:lnTo>
                <a:lnTo>
                  <a:pt x="3962" y="9061"/>
                </a:lnTo>
                <a:lnTo>
                  <a:pt x="4072" y="8951"/>
                </a:lnTo>
                <a:lnTo>
                  <a:pt x="4146" y="8805"/>
                </a:lnTo>
                <a:lnTo>
                  <a:pt x="4146" y="8548"/>
                </a:lnTo>
                <a:lnTo>
                  <a:pt x="4109" y="8328"/>
                </a:lnTo>
                <a:lnTo>
                  <a:pt x="5320" y="7557"/>
                </a:lnTo>
                <a:lnTo>
                  <a:pt x="6530" y="6750"/>
                </a:lnTo>
                <a:lnTo>
                  <a:pt x="7667" y="5907"/>
                </a:lnTo>
                <a:lnTo>
                  <a:pt x="8804" y="5026"/>
                </a:lnTo>
                <a:lnTo>
                  <a:pt x="9281" y="4660"/>
                </a:lnTo>
                <a:lnTo>
                  <a:pt x="9721" y="4219"/>
                </a:lnTo>
                <a:lnTo>
                  <a:pt x="10125" y="3743"/>
                </a:lnTo>
                <a:lnTo>
                  <a:pt x="10308" y="3486"/>
                </a:lnTo>
                <a:lnTo>
                  <a:pt x="10455" y="3229"/>
                </a:lnTo>
                <a:lnTo>
                  <a:pt x="10602" y="2972"/>
                </a:lnTo>
                <a:lnTo>
                  <a:pt x="10712" y="2679"/>
                </a:lnTo>
                <a:lnTo>
                  <a:pt x="10785" y="2385"/>
                </a:lnTo>
                <a:lnTo>
                  <a:pt x="10822" y="2129"/>
                </a:lnTo>
                <a:lnTo>
                  <a:pt x="10822" y="1835"/>
                </a:lnTo>
                <a:lnTo>
                  <a:pt x="10785" y="1542"/>
                </a:lnTo>
                <a:lnTo>
                  <a:pt x="10675" y="1248"/>
                </a:lnTo>
                <a:lnTo>
                  <a:pt x="10528" y="955"/>
                </a:lnTo>
                <a:lnTo>
                  <a:pt x="10382" y="735"/>
                </a:lnTo>
                <a:lnTo>
                  <a:pt x="10198" y="515"/>
                </a:lnTo>
                <a:lnTo>
                  <a:pt x="9978" y="368"/>
                </a:lnTo>
                <a:lnTo>
                  <a:pt x="9758" y="221"/>
                </a:lnTo>
                <a:lnTo>
                  <a:pt x="9501" y="111"/>
                </a:lnTo>
                <a:lnTo>
                  <a:pt x="9281" y="38"/>
                </a:lnTo>
                <a:lnTo>
                  <a:pt x="8988" y="1"/>
                </a:lnTo>
                <a:close/>
                <a:moveTo>
                  <a:pt x="1981" y="12399"/>
                </a:moveTo>
                <a:lnTo>
                  <a:pt x="1981" y="12509"/>
                </a:lnTo>
                <a:lnTo>
                  <a:pt x="1981" y="12656"/>
                </a:lnTo>
                <a:lnTo>
                  <a:pt x="1908" y="12913"/>
                </a:lnTo>
                <a:lnTo>
                  <a:pt x="1798" y="12913"/>
                </a:lnTo>
                <a:lnTo>
                  <a:pt x="1871" y="12656"/>
                </a:lnTo>
                <a:lnTo>
                  <a:pt x="1981" y="12399"/>
                </a:lnTo>
                <a:close/>
                <a:moveTo>
                  <a:pt x="1651" y="9391"/>
                </a:moveTo>
                <a:lnTo>
                  <a:pt x="1688" y="9575"/>
                </a:lnTo>
                <a:lnTo>
                  <a:pt x="1908" y="10198"/>
                </a:lnTo>
                <a:lnTo>
                  <a:pt x="2348" y="11372"/>
                </a:lnTo>
                <a:lnTo>
                  <a:pt x="2422" y="11739"/>
                </a:lnTo>
                <a:lnTo>
                  <a:pt x="2458" y="12106"/>
                </a:lnTo>
                <a:lnTo>
                  <a:pt x="2422" y="12436"/>
                </a:lnTo>
                <a:lnTo>
                  <a:pt x="2348" y="12619"/>
                </a:lnTo>
                <a:lnTo>
                  <a:pt x="2275" y="12766"/>
                </a:lnTo>
                <a:lnTo>
                  <a:pt x="2312" y="12583"/>
                </a:lnTo>
                <a:lnTo>
                  <a:pt x="2275" y="12436"/>
                </a:lnTo>
                <a:lnTo>
                  <a:pt x="2202" y="12326"/>
                </a:lnTo>
                <a:lnTo>
                  <a:pt x="2128" y="12216"/>
                </a:lnTo>
                <a:lnTo>
                  <a:pt x="2018" y="12179"/>
                </a:lnTo>
                <a:lnTo>
                  <a:pt x="1871" y="12179"/>
                </a:lnTo>
                <a:lnTo>
                  <a:pt x="1835" y="12253"/>
                </a:lnTo>
                <a:lnTo>
                  <a:pt x="1835" y="12326"/>
                </a:lnTo>
                <a:lnTo>
                  <a:pt x="1578" y="12656"/>
                </a:lnTo>
                <a:lnTo>
                  <a:pt x="1505" y="12840"/>
                </a:lnTo>
                <a:lnTo>
                  <a:pt x="1431" y="13023"/>
                </a:lnTo>
                <a:lnTo>
                  <a:pt x="1358" y="13023"/>
                </a:lnTo>
                <a:lnTo>
                  <a:pt x="1578" y="12509"/>
                </a:lnTo>
                <a:lnTo>
                  <a:pt x="1761" y="11996"/>
                </a:lnTo>
                <a:lnTo>
                  <a:pt x="1761" y="11959"/>
                </a:lnTo>
                <a:lnTo>
                  <a:pt x="1725" y="11922"/>
                </a:lnTo>
                <a:lnTo>
                  <a:pt x="1688" y="11922"/>
                </a:lnTo>
                <a:lnTo>
                  <a:pt x="1651" y="11959"/>
                </a:lnTo>
                <a:lnTo>
                  <a:pt x="1321" y="12399"/>
                </a:lnTo>
                <a:lnTo>
                  <a:pt x="1028" y="12913"/>
                </a:lnTo>
                <a:lnTo>
                  <a:pt x="881" y="12840"/>
                </a:lnTo>
                <a:lnTo>
                  <a:pt x="881" y="12729"/>
                </a:lnTo>
                <a:lnTo>
                  <a:pt x="1028" y="12436"/>
                </a:lnTo>
                <a:lnTo>
                  <a:pt x="1174" y="12143"/>
                </a:lnTo>
                <a:lnTo>
                  <a:pt x="1358" y="11849"/>
                </a:lnTo>
                <a:lnTo>
                  <a:pt x="1541" y="11556"/>
                </a:lnTo>
                <a:lnTo>
                  <a:pt x="1541" y="11519"/>
                </a:lnTo>
                <a:lnTo>
                  <a:pt x="1505" y="11482"/>
                </a:lnTo>
                <a:lnTo>
                  <a:pt x="1468" y="11519"/>
                </a:lnTo>
                <a:lnTo>
                  <a:pt x="1138" y="11812"/>
                </a:lnTo>
                <a:lnTo>
                  <a:pt x="954" y="11996"/>
                </a:lnTo>
                <a:lnTo>
                  <a:pt x="808" y="12179"/>
                </a:lnTo>
                <a:lnTo>
                  <a:pt x="698" y="12399"/>
                </a:lnTo>
                <a:lnTo>
                  <a:pt x="588" y="12619"/>
                </a:lnTo>
                <a:lnTo>
                  <a:pt x="551" y="12583"/>
                </a:lnTo>
                <a:lnTo>
                  <a:pt x="624" y="12473"/>
                </a:lnTo>
                <a:lnTo>
                  <a:pt x="661" y="12363"/>
                </a:lnTo>
                <a:lnTo>
                  <a:pt x="1138" y="11629"/>
                </a:lnTo>
                <a:lnTo>
                  <a:pt x="1321" y="11262"/>
                </a:lnTo>
                <a:lnTo>
                  <a:pt x="1468" y="10859"/>
                </a:lnTo>
                <a:lnTo>
                  <a:pt x="1431" y="10822"/>
                </a:lnTo>
                <a:lnTo>
                  <a:pt x="1395" y="10822"/>
                </a:lnTo>
                <a:lnTo>
                  <a:pt x="1064" y="11189"/>
                </a:lnTo>
                <a:lnTo>
                  <a:pt x="734" y="11556"/>
                </a:lnTo>
                <a:lnTo>
                  <a:pt x="844" y="11372"/>
                </a:lnTo>
                <a:lnTo>
                  <a:pt x="1248" y="10749"/>
                </a:lnTo>
                <a:lnTo>
                  <a:pt x="1651" y="10125"/>
                </a:lnTo>
                <a:lnTo>
                  <a:pt x="1651" y="10052"/>
                </a:lnTo>
                <a:lnTo>
                  <a:pt x="1615" y="9978"/>
                </a:lnTo>
                <a:lnTo>
                  <a:pt x="1505" y="9978"/>
                </a:lnTo>
                <a:lnTo>
                  <a:pt x="1321" y="10162"/>
                </a:lnTo>
                <a:lnTo>
                  <a:pt x="1505" y="9795"/>
                </a:lnTo>
                <a:lnTo>
                  <a:pt x="1651" y="9391"/>
                </a:lnTo>
                <a:close/>
                <a:moveTo>
                  <a:pt x="1541" y="8768"/>
                </a:moveTo>
                <a:lnTo>
                  <a:pt x="1468" y="8805"/>
                </a:lnTo>
                <a:lnTo>
                  <a:pt x="1395" y="8915"/>
                </a:lnTo>
                <a:lnTo>
                  <a:pt x="1395" y="9025"/>
                </a:lnTo>
                <a:lnTo>
                  <a:pt x="1395" y="9061"/>
                </a:lnTo>
                <a:lnTo>
                  <a:pt x="1211" y="9355"/>
                </a:lnTo>
                <a:lnTo>
                  <a:pt x="1101" y="9648"/>
                </a:lnTo>
                <a:lnTo>
                  <a:pt x="661" y="10602"/>
                </a:lnTo>
                <a:lnTo>
                  <a:pt x="294" y="11409"/>
                </a:lnTo>
                <a:lnTo>
                  <a:pt x="147" y="11812"/>
                </a:lnTo>
                <a:lnTo>
                  <a:pt x="37" y="12253"/>
                </a:lnTo>
                <a:lnTo>
                  <a:pt x="1" y="12399"/>
                </a:lnTo>
                <a:lnTo>
                  <a:pt x="1" y="12509"/>
                </a:lnTo>
                <a:lnTo>
                  <a:pt x="74" y="12729"/>
                </a:lnTo>
                <a:lnTo>
                  <a:pt x="221" y="12913"/>
                </a:lnTo>
                <a:lnTo>
                  <a:pt x="404" y="13096"/>
                </a:lnTo>
                <a:lnTo>
                  <a:pt x="441" y="13170"/>
                </a:lnTo>
                <a:lnTo>
                  <a:pt x="514" y="13206"/>
                </a:lnTo>
                <a:lnTo>
                  <a:pt x="588" y="13243"/>
                </a:lnTo>
                <a:lnTo>
                  <a:pt x="661" y="13243"/>
                </a:lnTo>
                <a:lnTo>
                  <a:pt x="734" y="13280"/>
                </a:lnTo>
                <a:lnTo>
                  <a:pt x="881" y="13353"/>
                </a:lnTo>
                <a:lnTo>
                  <a:pt x="954" y="13426"/>
                </a:lnTo>
                <a:lnTo>
                  <a:pt x="1101" y="13426"/>
                </a:lnTo>
                <a:lnTo>
                  <a:pt x="1431" y="13536"/>
                </a:lnTo>
                <a:lnTo>
                  <a:pt x="1468" y="13573"/>
                </a:lnTo>
                <a:lnTo>
                  <a:pt x="1688" y="13573"/>
                </a:lnTo>
                <a:lnTo>
                  <a:pt x="1908" y="13536"/>
                </a:lnTo>
                <a:lnTo>
                  <a:pt x="2128" y="13463"/>
                </a:lnTo>
                <a:lnTo>
                  <a:pt x="2312" y="13390"/>
                </a:lnTo>
                <a:lnTo>
                  <a:pt x="2495" y="13280"/>
                </a:lnTo>
                <a:lnTo>
                  <a:pt x="2605" y="13133"/>
                </a:lnTo>
                <a:lnTo>
                  <a:pt x="2715" y="12986"/>
                </a:lnTo>
                <a:lnTo>
                  <a:pt x="2788" y="12840"/>
                </a:lnTo>
                <a:lnTo>
                  <a:pt x="2862" y="12693"/>
                </a:lnTo>
                <a:lnTo>
                  <a:pt x="2935" y="12326"/>
                </a:lnTo>
                <a:lnTo>
                  <a:pt x="2935" y="11959"/>
                </a:lnTo>
                <a:lnTo>
                  <a:pt x="2862" y="11592"/>
                </a:lnTo>
                <a:lnTo>
                  <a:pt x="2788" y="11226"/>
                </a:lnTo>
                <a:lnTo>
                  <a:pt x="2678" y="10895"/>
                </a:lnTo>
                <a:lnTo>
                  <a:pt x="2055" y="9061"/>
                </a:lnTo>
                <a:lnTo>
                  <a:pt x="1981" y="8951"/>
                </a:lnTo>
                <a:lnTo>
                  <a:pt x="1871" y="8878"/>
                </a:lnTo>
                <a:lnTo>
                  <a:pt x="1761" y="8805"/>
                </a:lnTo>
                <a:lnTo>
                  <a:pt x="1651" y="8768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509" name="Google Shape;509;p10"/>
          <p:cNvSpPr/>
          <p:nvPr/>
        </p:nvSpPr>
        <p:spPr>
          <a:xfrm>
            <a:off x="122165" y="6070569"/>
            <a:ext cx="554971" cy="546651"/>
          </a:xfrm>
          <a:custGeom>
            <a:avLst/>
            <a:gdLst/>
            <a:ahLst/>
            <a:cxnLst/>
            <a:rect l="l" t="t" r="r" b="b"/>
            <a:pathLst>
              <a:path w="14674" h="14454" extrusionOk="0">
                <a:moveTo>
                  <a:pt x="7887" y="3779"/>
                </a:moveTo>
                <a:lnTo>
                  <a:pt x="7961" y="3816"/>
                </a:lnTo>
                <a:lnTo>
                  <a:pt x="8071" y="3889"/>
                </a:lnTo>
                <a:lnTo>
                  <a:pt x="8218" y="4072"/>
                </a:lnTo>
                <a:lnTo>
                  <a:pt x="8291" y="4292"/>
                </a:lnTo>
                <a:lnTo>
                  <a:pt x="8364" y="4513"/>
                </a:lnTo>
                <a:lnTo>
                  <a:pt x="8401" y="4696"/>
                </a:lnTo>
                <a:lnTo>
                  <a:pt x="8401" y="4916"/>
                </a:lnTo>
                <a:lnTo>
                  <a:pt x="8401" y="5099"/>
                </a:lnTo>
                <a:lnTo>
                  <a:pt x="8291" y="5283"/>
                </a:lnTo>
                <a:lnTo>
                  <a:pt x="8144" y="4659"/>
                </a:lnTo>
                <a:lnTo>
                  <a:pt x="8034" y="4219"/>
                </a:lnTo>
                <a:lnTo>
                  <a:pt x="7961" y="3999"/>
                </a:lnTo>
                <a:lnTo>
                  <a:pt x="7887" y="3779"/>
                </a:lnTo>
                <a:close/>
                <a:moveTo>
                  <a:pt x="4329" y="5063"/>
                </a:moveTo>
                <a:lnTo>
                  <a:pt x="4476" y="5209"/>
                </a:lnTo>
                <a:lnTo>
                  <a:pt x="4586" y="5356"/>
                </a:lnTo>
                <a:lnTo>
                  <a:pt x="4696" y="5503"/>
                </a:lnTo>
                <a:lnTo>
                  <a:pt x="4769" y="5686"/>
                </a:lnTo>
                <a:lnTo>
                  <a:pt x="4769" y="5870"/>
                </a:lnTo>
                <a:lnTo>
                  <a:pt x="4769" y="6053"/>
                </a:lnTo>
                <a:lnTo>
                  <a:pt x="4659" y="6126"/>
                </a:lnTo>
                <a:lnTo>
                  <a:pt x="4549" y="6237"/>
                </a:lnTo>
                <a:lnTo>
                  <a:pt x="4439" y="5980"/>
                </a:lnTo>
                <a:lnTo>
                  <a:pt x="4329" y="5686"/>
                </a:lnTo>
                <a:lnTo>
                  <a:pt x="4293" y="5393"/>
                </a:lnTo>
                <a:lnTo>
                  <a:pt x="4293" y="5209"/>
                </a:lnTo>
                <a:lnTo>
                  <a:pt x="4293" y="5136"/>
                </a:lnTo>
                <a:lnTo>
                  <a:pt x="4329" y="5063"/>
                </a:lnTo>
                <a:close/>
                <a:moveTo>
                  <a:pt x="6604" y="7594"/>
                </a:moveTo>
                <a:lnTo>
                  <a:pt x="6714" y="7667"/>
                </a:lnTo>
                <a:lnTo>
                  <a:pt x="6787" y="7814"/>
                </a:lnTo>
                <a:lnTo>
                  <a:pt x="6934" y="8071"/>
                </a:lnTo>
                <a:lnTo>
                  <a:pt x="7337" y="8694"/>
                </a:lnTo>
                <a:lnTo>
                  <a:pt x="7117" y="8878"/>
                </a:lnTo>
                <a:lnTo>
                  <a:pt x="7080" y="8768"/>
                </a:lnTo>
                <a:lnTo>
                  <a:pt x="6860" y="8474"/>
                </a:lnTo>
                <a:lnTo>
                  <a:pt x="6677" y="8144"/>
                </a:lnTo>
                <a:lnTo>
                  <a:pt x="6567" y="7887"/>
                </a:lnTo>
                <a:lnTo>
                  <a:pt x="6420" y="7667"/>
                </a:lnTo>
                <a:lnTo>
                  <a:pt x="6604" y="7594"/>
                </a:lnTo>
                <a:close/>
                <a:moveTo>
                  <a:pt x="5283" y="8107"/>
                </a:moveTo>
                <a:lnTo>
                  <a:pt x="5356" y="8144"/>
                </a:lnTo>
                <a:lnTo>
                  <a:pt x="5833" y="9428"/>
                </a:lnTo>
                <a:lnTo>
                  <a:pt x="5650" y="9501"/>
                </a:lnTo>
                <a:lnTo>
                  <a:pt x="5686" y="9318"/>
                </a:lnTo>
                <a:lnTo>
                  <a:pt x="5650" y="9208"/>
                </a:lnTo>
                <a:lnTo>
                  <a:pt x="5613" y="9061"/>
                </a:lnTo>
                <a:lnTo>
                  <a:pt x="5503" y="8768"/>
                </a:lnTo>
                <a:lnTo>
                  <a:pt x="5246" y="8107"/>
                </a:lnTo>
                <a:close/>
                <a:moveTo>
                  <a:pt x="7337" y="9905"/>
                </a:moveTo>
                <a:lnTo>
                  <a:pt x="7337" y="10235"/>
                </a:lnTo>
                <a:lnTo>
                  <a:pt x="7190" y="9978"/>
                </a:lnTo>
                <a:lnTo>
                  <a:pt x="7337" y="9905"/>
                </a:lnTo>
                <a:close/>
                <a:moveTo>
                  <a:pt x="9721" y="9061"/>
                </a:moveTo>
                <a:lnTo>
                  <a:pt x="9832" y="9281"/>
                </a:lnTo>
                <a:lnTo>
                  <a:pt x="9942" y="9501"/>
                </a:lnTo>
                <a:lnTo>
                  <a:pt x="10052" y="9685"/>
                </a:lnTo>
                <a:lnTo>
                  <a:pt x="10162" y="9868"/>
                </a:lnTo>
                <a:lnTo>
                  <a:pt x="10198" y="10015"/>
                </a:lnTo>
                <a:lnTo>
                  <a:pt x="10198" y="10161"/>
                </a:lnTo>
                <a:lnTo>
                  <a:pt x="10198" y="10308"/>
                </a:lnTo>
                <a:lnTo>
                  <a:pt x="10125" y="10455"/>
                </a:lnTo>
                <a:lnTo>
                  <a:pt x="10052" y="10345"/>
                </a:lnTo>
                <a:lnTo>
                  <a:pt x="9978" y="10308"/>
                </a:lnTo>
                <a:lnTo>
                  <a:pt x="9758" y="9758"/>
                </a:lnTo>
                <a:lnTo>
                  <a:pt x="9685" y="9464"/>
                </a:lnTo>
                <a:lnTo>
                  <a:pt x="9575" y="9171"/>
                </a:lnTo>
                <a:lnTo>
                  <a:pt x="9648" y="9134"/>
                </a:lnTo>
                <a:lnTo>
                  <a:pt x="9721" y="9061"/>
                </a:lnTo>
                <a:close/>
                <a:moveTo>
                  <a:pt x="7667" y="9758"/>
                </a:moveTo>
                <a:lnTo>
                  <a:pt x="7777" y="9795"/>
                </a:lnTo>
                <a:lnTo>
                  <a:pt x="7924" y="9868"/>
                </a:lnTo>
                <a:lnTo>
                  <a:pt x="8071" y="10015"/>
                </a:lnTo>
                <a:lnTo>
                  <a:pt x="8181" y="10235"/>
                </a:lnTo>
                <a:lnTo>
                  <a:pt x="8291" y="10638"/>
                </a:lnTo>
                <a:lnTo>
                  <a:pt x="8328" y="10822"/>
                </a:lnTo>
                <a:lnTo>
                  <a:pt x="8328" y="10968"/>
                </a:lnTo>
                <a:lnTo>
                  <a:pt x="8291" y="11115"/>
                </a:lnTo>
                <a:lnTo>
                  <a:pt x="8181" y="11189"/>
                </a:lnTo>
                <a:lnTo>
                  <a:pt x="8181" y="11115"/>
                </a:lnTo>
                <a:lnTo>
                  <a:pt x="8144" y="11005"/>
                </a:lnTo>
                <a:lnTo>
                  <a:pt x="8071" y="10968"/>
                </a:lnTo>
                <a:lnTo>
                  <a:pt x="7997" y="10895"/>
                </a:lnTo>
                <a:lnTo>
                  <a:pt x="7887" y="10675"/>
                </a:lnTo>
                <a:lnTo>
                  <a:pt x="7814" y="10382"/>
                </a:lnTo>
                <a:lnTo>
                  <a:pt x="7741" y="9831"/>
                </a:lnTo>
                <a:lnTo>
                  <a:pt x="7667" y="9758"/>
                </a:lnTo>
                <a:close/>
                <a:moveTo>
                  <a:pt x="10162" y="1321"/>
                </a:moveTo>
                <a:lnTo>
                  <a:pt x="10198" y="1541"/>
                </a:lnTo>
                <a:lnTo>
                  <a:pt x="10272" y="1725"/>
                </a:lnTo>
                <a:lnTo>
                  <a:pt x="10455" y="2092"/>
                </a:lnTo>
                <a:lnTo>
                  <a:pt x="10932" y="3229"/>
                </a:lnTo>
                <a:lnTo>
                  <a:pt x="10969" y="3302"/>
                </a:lnTo>
                <a:lnTo>
                  <a:pt x="10749" y="3375"/>
                </a:lnTo>
                <a:lnTo>
                  <a:pt x="10528" y="3449"/>
                </a:lnTo>
                <a:lnTo>
                  <a:pt x="9758" y="3742"/>
                </a:lnTo>
                <a:lnTo>
                  <a:pt x="8988" y="4146"/>
                </a:lnTo>
                <a:lnTo>
                  <a:pt x="8841" y="4219"/>
                </a:lnTo>
                <a:lnTo>
                  <a:pt x="8731" y="4329"/>
                </a:lnTo>
                <a:lnTo>
                  <a:pt x="8658" y="4072"/>
                </a:lnTo>
                <a:lnTo>
                  <a:pt x="8511" y="3816"/>
                </a:lnTo>
                <a:lnTo>
                  <a:pt x="8364" y="3595"/>
                </a:lnTo>
                <a:lnTo>
                  <a:pt x="8254" y="3522"/>
                </a:lnTo>
                <a:lnTo>
                  <a:pt x="8144" y="3449"/>
                </a:lnTo>
                <a:lnTo>
                  <a:pt x="7997" y="3412"/>
                </a:lnTo>
                <a:lnTo>
                  <a:pt x="7851" y="3375"/>
                </a:lnTo>
                <a:lnTo>
                  <a:pt x="7777" y="3375"/>
                </a:lnTo>
                <a:lnTo>
                  <a:pt x="7704" y="3412"/>
                </a:lnTo>
                <a:lnTo>
                  <a:pt x="7667" y="3485"/>
                </a:lnTo>
                <a:lnTo>
                  <a:pt x="7667" y="3559"/>
                </a:lnTo>
                <a:lnTo>
                  <a:pt x="7484" y="3595"/>
                </a:lnTo>
                <a:lnTo>
                  <a:pt x="7337" y="3706"/>
                </a:lnTo>
                <a:lnTo>
                  <a:pt x="7190" y="3852"/>
                </a:lnTo>
                <a:lnTo>
                  <a:pt x="7044" y="3999"/>
                </a:lnTo>
                <a:lnTo>
                  <a:pt x="7007" y="4109"/>
                </a:lnTo>
                <a:lnTo>
                  <a:pt x="7044" y="4219"/>
                </a:lnTo>
                <a:lnTo>
                  <a:pt x="7264" y="4696"/>
                </a:lnTo>
                <a:lnTo>
                  <a:pt x="7080" y="4769"/>
                </a:lnTo>
                <a:lnTo>
                  <a:pt x="6310" y="5026"/>
                </a:lnTo>
                <a:lnTo>
                  <a:pt x="5576" y="5283"/>
                </a:lnTo>
                <a:lnTo>
                  <a:pt x="5320" y="5356"/>
                </a:lnTo>
                <a:lnTo>
                  <a:pt x="5210" y="5393"/>
                </a:lnTo>
                <a:lnTo>
                  <a:pt x="5136" y="5466"/>
                </a:lnTo>
                <a:lnTo>
                  <a:pt x="5100" y="5356"/>
                </a:lnTo>
                <a:lnTo>
                  <a:pt x="4916" y="5063"/>
                </a:lnTo>
                <a:lnTo>
                  <a:pt x="4806" y="4879"/>
                </a:lnTo>
                <a:lnTo>
                  <a:pt x="4659" y="4733"/>
                </a:lnTo>
                <a:lnTo>
                  <a:pt x="4513" y="4623"/>
                </a:lnTo>
                <a:lnTo>
                  <a:pt x="4329" y="4549"/>
                </a:lnTo>
                <a:lnTo>
                  <a:pt x="4183" y="4513"/>
                </a:lnTo>
                <a:lnTo>
                  <a:pt x="4036" y="4586"/>
                </a:lnTo>
                <a:lnTo>
                  <a:pt x="3852" y="4586"/>
                </a:lnTo>
                <a:lnTo>
                  <a:pt x="3779" y="4623"/>
                </a:lnTo>
                <a:lnTo>
                  <a:pt x="3742" y="4696"/>
                </a:lnTo>
                <a:lnTo>
                  <a:pt x="3706" y="4989"/>
                </a:lnTo>
                <a:lnTo>
                  <a:pt x="3706" y="5283"/>
                </a:lnTo>
                <a:lnTo>
                  <a:pt x="3742" y="5576"/>
                </a:lnTo>
                <a:lnTo>
                  <a:pt x="3816" y="5870"/>
                </a:lnTo>
                <a:lnTo>
                  <a:pt x="3596" y="5833"/>
                </a:lnTo>
                <a:lnTo>
                  <a:pt x="3376" y="5870"/>
                </a:lnTo>
                <a:lnTo>
                  <a:pt x="2972" y="6016"/>
                </a:lnTo>
                <a:lnTo>
                  <a:pt x="2422" y="6163"/>
                </a:lnTo>
                <a:lnTo>
                  <a:pt x="2165" y="6273"/>
                </a:lnTo>
                <a:lnTo>
                  <a:pt x="2055" y="6347"/>
                </a:lnTo>
                <a:lnTo>
                  <a:pt x="1945" y="6457"/>
                </a:lnTo>
                <a:lnTo>
                  <a:pt x="1945" y="6530"/>
                </a:lnTo>
                <a:lnTo>
                  <a:pt x="1982" y="6567"/>
                </a:lnTo>
                <a:lnTo>
                  <a:pt x="2238" y="6603"/>
                </a:lnTo>
                <a:lnTo>
                  <a:pt x="2459" y="6567"/>
                </a:lnTo>
                <a:lnTo>
                  <a:pt x="2972" y="6457"/>
                </a:lnTo>
                <a:lnTo>
                  <a:pt x="3449" y="6347"/>
                </a:lnTo>
                <a:lnTo>
                  <a:pt x="3706" y="6237"/>
                </a:lnTo>
                <a:lnTo>
                  <a:pt x="3816" y="6163"/>
                </a:lnTo>
                <a:lnTo>
                  <a:pt x="3889" y="6090"/>
                </a:lnTo>
                <a:lnTo>
                  <a:pt x="4073" y="6383"/>
                </a:lnTo>
                <a:lnTo>
                  <a:pt x="4256" y="6677"/>
                </a:lnTo>
                <a:lnTo>
                  <a:pt x="4293" y="6713"/>
                </a:lnTo>
                <a:lnTo>
                  <a:pt x="4366" y="6823"/>
                </a:lnTo>
                <a:lnTo>
                  <a:pt x="4549" y="6970"/>
                </a:lnTo>
                <a:lnTo>
                  <a:pt x="4659" y="7007"/>
                </a:lnTo>
                <a:lnTo>
                  <a:pt x="4733" y="7044"/>
                </a:lnTo>
                <a:lnTo>
                  <a:pt x="4806" y="7007"/>
                </a:lnTo>
                <a:lnTo>
                  <a:pt x="4879" y="6933"/>
                </a:lnTo>
                <a:lnTo>
                  <a:pt x="5063" y="6640"/>
                </a:lnTo>
                <a:lnTo>
                  <a:pt x="5173" y="6347"/>
                </a:lnTo>
                <a:lnTo>
                  <a:pt x="5210" y="6053"/>
                </a:lnTo>
                <a:lnTo>
                  <a:pt x="5210" y="5760"/>
                </a:lnTo>
                <a:lnTo>
                  <a:pt x="5320" y="5760"/>
                </a:lnTo>
                <a:lnTo>
                  <a:pt x="5430" y="5723"/>
                </a:lnTo>
                <a:lnTo>
                  <a:pt x="5686" y="5650"/>
                </a:lnTo>
                <a:lnTo>
                  <a:pt x="6457" y="5430"/>
                </a:lnTo>
                <a:lnTo>
                  <a:pt x="7190" y="5173"/>
                </a:lnTo>
                <a:lnTo>
                  <a:pt x="7447" y="5063"/>
                </a:lnTo>
                <a:lnTo>
                  <a:pt x="7631" y="5430"/>
                </a:lnTo>
                <a:lnTo>
                  <a:pt x="7704" y="5613"/>
                </a:lnTo>
                <a:lnTo>
                  <a:pt x="7814" y="5760"/>
                </a:lnTo>
                <a:lnTo>
                  <a:pt x="7924" y="5833"/>
                </a:lnTo>
                <a:lnTo>
                  <a:pt x="8218" y="5833"/>
                </a:lnTo>
                <a:lnTo>
                  <a:pt x="8328" y="5760"/>
                </a:lnTo>
                <a:lnTo>
                  <a:pt x="8548" y="5576"/>
                </a:lnTo>
                <a:lnTo>
                  <a:pt x="8731" y="5356"/>
                </a:lnTo>
                <a:lnTo>
                  <a:pt x="8804" y="5173"/>
                </a:lnTo>
                <a:lnTo>
                  <a:pt x="8841" y="4989"/>
                </a:lnTo>
                <a:lnTo>
                  <a:pt x="8841" y="4806"/>
                </a:lnTo>
                <a:lnTo>
                  <a:pt x="8804" y="4586"/>
                </a:lnTo>
                <a:lnTo>
                  <a:pt x="8914" y="4586"/>
                </a:lnTo>
                <a:lnTo>
                  <a:pt x="9061" y="4513"/>
                </a:lnTo>
                <a:lnTo>
                  <a:pt x="9942" y="4109"/>
                </a:lnTo>
                <a:lnTo>
                  <a:pt x="10639" y="3852"/>
                </a:lnTo>
                <a:lnTo>
                  <a:pt x="10895" y="3742"/>
                </a:lnTo>
                <a:lnTo>
                  <a:pt x="11115" y="3669"/>
                </a:lnTo>
                <a:lnTo>
                  <a:pt x="11519" y="4586"/>
                </a:lnTo>
                <a:lnTo>
                  <a:pt x="11849" y="5540"/>
                </a:lnTo>
                <a:lnTo>
                  <a:pt x="12069" y="6237"/>
                </a:lnTo>
                <a:lnTo>
                  <a:pt x="12032" y="6347"/>
                </a:lnTo>
                <a:lnTo>
                  <a:pt x="11996" y="6457"/>
                </a:lnTo>
                <a:lnTo>
                  <a:pt x="11959" y="6457"/>
                </a:lnTo>
                <a:lnTo>
                  <a:pt x="11592" y="6603"/>
                </a:lnTo>
                <a:lnTo>
                  <a:pt x="10969" y="6787"/>
                </a:lnTo>
                <a:lnTo>
                  <a:pt x="9685" y="7227"/>
                </a:lnTo>
                <a:lnTo>
                  <a:pt x="8438" y="7630"/>
                </a:lnTo>
                <a:lnTo>
                  <a:pt x="7887" y="7777"/>
                </a:lnTo>
                <a:lnTo>
                  <a:pt x="7631" y="7924"/>
                </a:lnTo>
                <a:lnTo>
                  <a:pt x="7521" y="7997"/>
                </a:lnTo>
                <a:lnTo>
                  <a:pt x="7447" y="8107"/>
                </a:lnTo>
                <a:lnTo>
                  <a:pt x="7447" y="8144"/>
                </a:lnTo>
                <a:lnTo>
                  <a:pt x="7631" y="8181"/>
                </a:lnTo>
                <a:lnTo>
                  <a:pt x="7997" y="8181"/>
                </a:lnTo>
                <a:lnTo>
                  <a:pt x="8181" y="8107"/>
                </a:lnTo>
                <a:lnTo>
                  <a:pt x="8914" y="7887"/>
                </a:lnTo>
                <a:lnTo>
                  <a:pt x="10565" y="7374"/>
                </a:lnTo>
                <a:lnTo>
                  <a:pt x="12216" y="6860"/>
                </a:lnTo>
                <a:lnTo>
                  <a:pt x="12289" y="6823"/>
                </a:lnTo>
                <a:lnTo>
                  <a:pt x="12546" y="7777"/>
                </a:lnTo>
                <a:lnTo>
                  <a:pt x="12766" y="8474"/>
                </a:lnTo>
                <a:lnTo>
                  <a:pt x="12729" y="8511"/>
                </a:lnTo>
                <a:lnTo>
                  <a:pt x="12693" y="8584"/>
                </a:lnTo>
                <a:lnTo>
                  <a:pt x="11629" y="8988"/>
                </a:lnTo>
                <a:lnTo>
                  <a:pt x="11042" y="9208"/>
                </a:lnTo>
                <a:lnTo>
                  <a:pt x="10859" y="9281"/>
                </a:lnTo>
                <a:lnTo>
                  <a:pt x="10749" y="9391"/>
                </a:lnTo>
                <a:lnTo>
                  <a:pt x="10455" y="9575"/>
                </a:lnTo>
                <a:lnTo>
                  <a:pt x="10455" y="9611"/>
                </a:lnTo>
                <a:lnTo>
                  <a:pt x="10418" y="9501"/>
                </a:lnTo>
                <a:lnTo>
                  <a:pt x="10198" y="9024"/>
                </a:lnTo>
                <a:lnTo>
                  <a:pt x="10052" y="8804"/>
                </a:lnTo>
                <a:lnTo>
                  <a:pt x="9942" y="8731"/>
                </a:lnTo>
                <a:lnTo>
                  <a:pt x="9832" y="8694"/>
                </a:lnTo>
                <a:lnTo>
                  <a:pt x="9758" y="8694"/>
                </a:lnTo>
                <a:lnTo>
                  <a:pt x="9721" y="8768"/>
                </a:lnTo>
                <a:lnTo>
                  <a:pt x="9685" y="8841"/>
                </a:lnTo>
                <a:lnTo>
                  <a:pt x="9501" y="8841"/>
                </a:lnTo>
                <a:lnTo>
                  <a:pt x="9355" y="8804"/>
                </a:lnTo>
                <a:lnTo>
                  <a:pt x="9208" y="8841"/>
                </a:lnTo>
                <a:lnTo>
                  <a:pt x="9061" y="8878"/>
                </a:lnTo>
                <a:lnTo>
                  <a:pt x="8988" y="8988"/>
                </a:lnTo>
                <a:lnTo>
                  <a:pt x="8914" y="9098"/>
                </a:lnTo>
                <a:lnTo>
                  <a:pt x="8914" y="9208"/>
                </a:lnTo>
                <a:lnTo>
                  <a:pt x="9025" y="9611"/>
                </a:lnTo>
                <a:lnTo>
                  <a:pt x="9135" y="10051"/>
                </a:lnTo>
                <a:lnTo>
                  <a:pt x="8694" y="10161"/>
                </a:lnTo>
                <a:lnTo>
                  <a:pt x="8658" y="10198"/>
                </a:lnTo>
                <a:lnTo>
                  <a:pt x="8621" y="10235"/>
                </a:lnTo>
                <a:lnTo>
                  <a:pt x="8584" y="10345"/>
                </a:lnTo>
                <a:lnTo>
                  <a:pt x="8511" y="10125"/>
                </a:lnTo>
                <a:lnTo>
                  <a:pt x="8401" y="9905"/>
                </a:lnTo>
                <a:lnTo>
                  <a:pt x="8254" y="9685"/>
                </a:lnTo>
                <a:lnTo>
                  <a:pt x="8034" y="9501"/>
                </a:lnTo>
                <a:lnTo>
                  <a:pt x="7777" y="9391"/>
                </a:lnTo>
                <a:lnTo>
                  <a:pt x="7557" y="9391"/>
                </a:lnTo>
                <a:lnTo>
                  <a:pt x="7411" y="9428"/>
                </a:lnTo>
                <a:lnTo>
                  <a:pt x="7300" y="9464"/>
                </a:lnTo>
                <a:lnTo>
                  <a:pt x="7190" y="9538"/>
                </a:lnTo>
                <a:lnTo>
                  <a:pt x="7080" y="9611"/>
                </a:lnTo>
                <a:lnTo>
                  <a:pt x="7044" y="9721"/>
                </a:lnTo>
                <a:lnTo>
                  <a:pt x="7007" y="9868"/>
                </a:lnTo>
                <a:lnTo>
                  <a:pt x="7044" y="9941"/>
                </a:lnTo>
                <a:lnTo>
                  <a:pt x="7117" y="9978"/>
                </a:lnTo>
                <a:lnTo>
                  <a:pt x="7044" y="10235"/>
                </a:lnTo>
                <a:lnTo>
                  <a:pt x="7080" y="10492"/>
                </a:lnTo>
                <a:lnTo>
                  <a:pt x="4806" y="11152"/>
                </a:lnTo>
                <a:lnTo>
                  <a:pt x="4219" y="11335"/>
                </a:lnTo>
                <a:lnTo>
                  <a:pt x="3632" y="11519"/>
                </a:lnTo>
                <a:lnTo>
                  <a:pt x="3449" y="11629"/>
                </a:lnTo>
                <a:lnTo>
                  <a:pt x="3192" y="10602"/>
                </a:lnTo>
                <a:lnTo>
                  <a:pt x="2862" y="9611"/>
                </a:lnTo>
                <a:lnTo>
                  <a:pt x="3339" y="9538"/>
                </a:lnTo>
                <a:lnTo>
                  <a:pt x="3816" y="9428"/>
                </a:lnTo>
                <a:lnTo>
                  <a:pt x="4769" y="9134"/>
                </a:lnTo>
                <a:lnTo>
                  <a:pt x="4843" y="9318"/>
                </a:lnTo>
                <a:lnTo>
                  <a:pt x="4953" y="9501"/>
                </a:lnTo>
                <a:lnTo>
                  <a:pt x="5063" y="9685"/>
                </a:lnTo>
                <a:lnTo>
                  <a:pt x="5246" y="9831"/>
                </a:lnTo>
                <a:lnTo>
                  <a:pt x="5356" y="9868"/>
                </a:lnTo>
                <a:lnTo>
                  <a:pt x="5466" y="9905"/>
                </a:lnTo>
                <a:lnTo>
                  <a:pt x="5613" y="9905"/>
                </a:lnTo>
                <a:lnTo>
                  <a:pt x="5723" y="9868"/>
                </a:lnTo>
                <a:lnTo>
                  <a:pt x="5980" y="9758"/>
                </a:lnTo>
                <a:lnTo>
                  <a:pt x="6163" y="9648"/>
                </a:lnTo>
                <a:lnTo>
                  <a:pt x="6237" y="9538"/>
                </a:lnTo>
                <a:lnTo>
                  <a:pt x="6273" y="9501"/>
                </a:lnTo>
                <a:lnTo>
                  <a:pt x="6237" y="9428"/>
                </a:lnTo>
                <a:lnTo>
                  <a:pt x="5980" y="8731"/>
                </a:lnTo>
                <a:lnTo>
                  <a:pt x="6200" y="8731"/>
                </a:lnTo>
                <a:lnTo>
                  <a:pt x="6383" y="8658"/>
                </a:lnTo>
                <a:lnTo>
                  <a:pt x="6604" y="9244"/>
                </a:lnTo>
                <a:lnTo>
                  <a:pt x="6677" y="9318"/>
                </a:lnTo>
                <a:lnTo>
                  <a:pt x="6714" y="9354"/>
                </a:lnTo>
                <a:lnTo>
                  <a:pt x="6787" y="9354"/>
                </a:lnTo>
                <a:lnTo>
                  <a:pt x="7044" y="9318"/>
                </a:lnTo>
                <a:lnTo>
                  <a:pt x="7300" y="9208"/>
                </a:lnTo>
                <a:lnTo>
                  <a:pt x="7521" y="9061"/>
                </a:lnTo>
                <a:lnTo>
                  <a:pt x="7704" y="8878"/>
                </a:lnTo>
                <a:lnTo>
                  <a:pt x="7741" y="8841"/>
                </a:lnTo>
                <a:lnTo>
                  <a:pt x="7777" y="8768"/>
                </a:lnTo>
                <a:lnTo>
                  <a:pt x="7741" y="8658"/>
                </a:lnTo>
                <a:lnTo>
                  <a:pt x="7264" y="7887"/>
                </a:lnTo>
                <a:lnTo>
                  <a:pt x="7080" y="7520"/>
                </a:lnTo>
                <a:lnTo>
                  <a:pt x="6970" y="7337"/>
                </a:lnTo>
                <a:lnTo>
                  <a:pt x="6824" y="7227"/>
                </a:lnTo>
                <a:lnTo>
                  <a:pt x="6640" y="7154"/>
                </a:lnTo>
                <a:lnTo>
                  <a:pt x="6457" y="7190"/>
                </a:lnTo>
                <a:lnTo>
                  <a:pt x="6383" y="7227"/>
                </a:lnTo>
                <a:lnTo>
                  <a:pt x="6310" y="7264"/>
                </a:lnTo>
                <a:lnTo>
                  <a:pt x="6237" y="7337"/>
                </a:lnTo>
                <a:lnTo>
                  <a:pt x="6200" y="7410"/>
                </a:lnTo>
                <a:lnTo>
                  <a:pt x="6017" y="7447"/>
                </a:lnTo>
                <a:lnTo>
                  <a:pt x="5980" y="7484"/>
                </a:lnTo>
                <a:lnTo>
                  <a:pt x="5943" y="7520"/>
                </a:lnTo>
                <a:lnTo>
                  <a:pt x="5907" y="7594"/>
                </a:lnTo>
                <a:lnTo>
                  <a:pt x="5907" y="7667"/>
                </a:lnTo>
                <a:lnTo>
                  <a:pt x="6200" y="8291"/>
                </a:lnTo>
                <a:lnTo>
                  <a:pt x="6163" y="8364"/>
                </a:lnTo>
                <a:lnTo>
                  <a:pt x="6127" y="8401"/>
                </a:lnTo>
                <a:lnTo>
                  <a:pt x="6090" y="8401"/>
                </a:lnTo>
                <a:lnTo>
                  <a:pt x="6053" y="8437"/>
                </a:lnTo>
                <a:lnTo>
                  <a:pt x="5943" y="8474"/>
                </a:lnTo>
                <a:lnTo>
                  <a:pt x="5907" y="8511"/>
                </a:lnTo>
                <a:lnTo>
                  <a:pt x="5613" y="7814"/>
                </a:lnTo>
                <a:lnTo>
                  <a:pt x="5576" y="7777"/>
                </a:lnTo>
                <a:lnTo>
                  <a:pt x="5540" y="7704"/>
                </a:lnTo>
                <a:lnTo>
                  <a:pt x="5393" y="7704"/>
                </a:lnTo>
                <a:lnTo>
                  <a:pt x="5356" y="7667"/>
                </a:lnTo>
                <a:lnTo>
                  <a:pt x="5173" y="7667"/>
                </a:lnTo>
                <a:lnTo>
                  <a:pt x="4990" y="7704"/>
                </a:lnTo>
                <a:lnTo>
                  <a:pt x="4843" y="7814"/>
                </a:lnTo>
                <a:lnTo>
                  <a:pt x="4733" y="7961"/>
                </a:lnTo>
                <a:lnTo>
                  <a:pt x="4659" y="8144"/>
                </a:lnTo>
                <a:lnTo>
                  <a:pt x="4623" y="8327"/>
                </a:lnTo>
                <a:lnTo>
                  <a:pt x="4623" y="8511"/>
                </a:lnTo>
                <a:lnTo>
                  <a:pt x="4623" y="8694"/>
                </a:lnTo>
                <a:lnTo>
                  <a:pt x="3669" y="8951"/>
                </a:lnTo>
                <a:lnTo>
                  <a:pt x="3229" y="9134"/>
                </a:lnTo>
                <a:lnTo>
                  <a:pt x="2752" y="9318"/>
                </a:lnTo>
                <a:lnTo>
                  <a:pt x="2348" y="7997"/>
                </a:lnTo>
                <a:lnTo>
                  <a:pt x="1908" y="6677"/>
                </a:lnTo>
                <a:lnTo>
                  <a:pt x="1541" y="5356"/>
                </a:lnTo>
                <a:lnTo>
                  <a:pt x="1395" y="4696"/>
                </a:lnTo>
                <a:lnTo>
                  <a:pt x="1285" y="3999"/>
                </a:lnTo>
                <a:lnTo>
                  <a:pt x="1505" y="3962"/>
                </a:lnTo>
                <a:lnTo>
                  <a:pt x="1725" y="3926"/>
                </a:lnTo>
                <a:lnTo>
                  <a:pt x="2165" y="3816"/>
                </a:lnTo>
                <a:lnTo>
                  <a:pt x="3302" y="3485"/>
                </a:lnTo>
                <a:lnTo>
                  <a:pt x="5760" y="2825"/>
                </a:lnTo>
                <a:lnTo>
                  <a:pt x="6934" y="2495"/>
                </a:lnTo>
                <a:lnTo>
                  <a:pt x="8071" y="2092"/>
                </a:lnTo>
                <a:lnTo>
                  <a:pt x="9135" y="1725"/>
                </a:lnTo>
                <a:lnTo>
                  <a:pt x="9758" y="1505"/>
                </a:lnTo>
                <a:lnTo>
                  <a:pt x="9978" y="1395"/>
                </a:lnTo>
                <a:lnTo>
                  <a:pt x="10088" y="1358"/>
                </a:lnTo>
                <a:lnTo>
                  <a:pt x="10162" y="1321"/>
                </a:lnTo>
                <a:close/>
                <a:moveTo>
                  <a:pt x="12876" y="8988"/>
                </a:moveTo>
                <a:lnTo>
                  <a:pt x="13023" y="9575"/>
                </a:lnTo>
                <a:lnTo>
                  <a:pt x="13096" y="9905"/>
                </a:lnTo>
                <a:lnTo>
                  <a:pt x="13206" y="10198"/>
                </a:lnTo>
                <a:lnTo>
                  <a:pt x="12619" y="10271"/>
                </a:lnTo>
                <a:lnTo>
                  <a:pt x="12069" y="10418"/>
                </a:lnTo>
                <a:lnTo>
                  <a:pt x="11519" y="10565"/>
                </a:lnTo>
                <a:lnTo>
                  <a:pt x="10969" y="10748"/>
                </a:lnTo>
                <a:lnTo>
                  <a:pt x="9685" y="11225"/>
                </a:lnTo>
                <a:lnTo>
                  <a:pt x="8438" y="11702"/>
                </a:lnTo>
                <a:lnTo>
                  <a:pt x="5980" y="12619"/>
                </a:lnTo>
                <a:lnTo>
                  <a:pt x="4879" y="13023"/>
                </a:lnTo>
                <a:lnTo>
                  <a:pt x="4329" y="13243"/>
                </a:lnTo>
                <a:lnTo>
                  <a:pt x="3816" y="13499"/>
                </a:lnTo>
                <a:lnTo>
                  <a:pt x="3669" y="12692"/>
                </a:lnTo>
                <a:lnTo>
                  <a:pt x="3522" y="11885"/>
                </a:lnTo>
                <a:lnTo>
                  <a:pt x="3742" y="11885"/>
                </a:lnTo>
                <a:lnTo>
                  <a:pt x="3999" y="11812"/>
                </a:lnTo>
                <a:lnTo>
                  <a:pt x="5173" y="11482"/>
                </a:lnTo>
                <a:lnTo>
                  <a:pt x="7190" y="10932"/>
                </a:lnTo>
                <a:lnTo>
                  <a:pt x="7374" y="11335"/>
                </a:lnTo>
                <a:lnTo>
                  <a:pt x="7594" y="11702"/>
                </a:lnTo>
                <a:lnTo>
                  <a:pt x="7631" y="11775"/>
                </a:lnTo>
                <a:lnTo>
                  <a:pt x="7814" y="11775"/>
                </a:lnTo>
                <a:lnTo>
                  <a:pt x="7887" y="11702"/>
                </a:lnTo>
                <a:lnTo>
                  <a:pt x="7961" y="11629"/>
                </a:lnTo>
                <a:lnTo>
                  <a:pt x="8107" y="11592"/>
                </a:lnTo>
                <a:lnTo>
                  <a:pt x="8401" y="11519"/>
                </a:lnTo>
                <a:lnTo>
                  <a:pt x="8474" y="11445"/>
                </a:lnTo>
                <a:lnTo>
                  <a:pt x="8548" y="11372"/>
                </a:lnTo>
                <a:lnTo>
                  <a:pt x="8658" y="11189"/>
                </a:lnTo>
                <a:lnTo>
                  <a:pt x="8694" y="11005"/>
                </a:lnTo>
                <a:lnTo>
                  <a:pt x="8694" y="10785"/>
                </a:lnTo>
                <a:lnTo>
                  <a:pt x="8658" y="10602"/>
                </a:lnTo>
                <a:lnTo>
                  <a:pt x="8621" y="10418"/>
                </a:lnTo>
                <a:lnTo>
                  <a:pt x="8658" y="10492"/>
                </a:lnTo>
                <a:lnTo>
                  <a:pt x="8768" y="10528"/>
                </a:lnTo>
                <a:lnTo>
                  <a:pt x="9025" y="10492"/>
                </a:lnTo>
                <a:lnTo>
                  <a:pt x="9281" y="10418"/>
                </a:lnTo>
                <a:lnTo>
                  <a:pt x="9428" y="10638"/>
                </a:lnTo>
                <a:lnTo>
                  <a:pt x="9611" y="10822"/>
                </a:lnTo>
                <a:lnTo>
                  <a:pt x="9758" y="10895"/>
                </a:lnTo>
                <a:lnTo>
                  <a:pt x="9942" y="10932"/>
                </a:lnTo>
                <a:lnTo>
                  <a:pt x="10088" y="10932"/>
                </a:lnTo>
                <a:lnTo>
                  <a:pt x="10235" y="10858"/>
                </a:lnTo>
                <a:lnTo>
                  <a:pt x="10382" y="10785"/>
                </a:lnTo>
                <a:lnTo>
                  <a:pt x="10492" y="10638"/>
                </a:lnTo>
                <a:lnTo>
                  <a:pt x="10565" y="10492"/>
                </a:lnTo>
                <a:lnTo>
                  <a:pt x="10602" y="10345"/>
                </a:lnTo>
                <a:lnTo>
                  <a:pt x="10639" y="10161"/>
                </a:lnTo>
                <a:lnTo>
                  <a:pt x="10602" y="9978"/>
                </a:lnTo>
                <a:lnTo>
                  <a:pt x="10492" y="9648"/>
                </a:lnTo>
                <a:lnTo>
                  <a:pt x="10749" y="9648"/>
                </a:lnTo>
                <a:lnTo>
                  <a:pt x="11005" y="9611"/>
                </a:lnTo>
                <a:lnTo>
                  <a:pt x="11629" y="9428"/>
                </a:lnTo>
                <a:lnTo>
                  <a:pt x="12876" y="8988"/>
                </a:lnTo>
                <a:close/>
                <a:moveTo>
                  <a:pt x="13206" y="10675"/>
                </a:moveTo>
                <a:lnTo>
                  <a:pt x="13096" y="10712"/>
                </a:lnTo>
                <a:lnTo>
                  <a:pt x="11592" y="11262"/>
                </a:lnTo>
                <a:lnTo>
                  <a:pt x="8731" y="12362"/>
                </a:lnTo>
                <a:lnTo>
                  <a:pt x="7300" y="12876"/>
                </a:lnTo>
                <a:lnTo>
                  <a:pt x="6604" y="13133"/>
                </a:lnTo>
                <a:lnTo>
                  <a:pt x="5870" y="13316"/>
                </a:lnTo>
                <a:lnTo>
                  <a:pt x="4696" y="13573"/>
                </a:lnTo>
                <a:lnTo>
                  <a:pt x="5393" y="13279"/>
                </a:lnTo>
                <a:lnTo>
                  <a:pt x="6090" y="13023"/>
                </a:lnTo>
                <a:lnTo>
                  <a:pt x="8438" y="12179"/>
                </a:lnTo>
                <a:lnTo>
                  <a:pt x="9611" y="11702"/>
                </a:lnTo>
                <a:lnTo>
                  <a:pt x="10822" y="11299"/>
                </a:lnTo>
                <a:lnTo>
                  <a:pt x="11409" y="11078"/>
                </a:lnTo>
                <a:lnTo>
                  <a:pt x="11996" y="10895"/>
                </a:lnTo>
                <a:lnTo>
                  <a:pt x="12619" y="10748"/>
                </a:lnTo>
                <a:lnTo>
                  <a:pt x="13206" y="10675"/>
                </a:lnTo>
                <a:close/>
                <a:moveTo>
                  <a:pt x="10492" y="478"/>
                </a:moveTo>
                <a:lnTo>
                  <a:pt x="10712" y="1064"/>
                </a:lnTo>
                <a:lnTo>
                  <a:pt x="10969" y="1688"/>
                </a:lnTo>
                <a:lnTo>
                  <a:pt x="11482" y="2862"/>
                </a:lnTo>
                <a:lnTo>
                  <a:pt x="11996" y="4182"/>
                </a:lnTo>
                <a:lnTo>
                  <a:pt x="12473" y="5466"/>
                </a:lnTo>
                <a:lnTo>
                  <a:pt x="12876" y="6713"/>
                </a:lnTo>
                <a:lnTo>
                  <a:pt x="13280" y="7924"/>
                </a:lnTo>
                <a:lnTo>
                  <a:pt x="13683" y="9171"/>
                </a:lnTo>
                <a:lnTo>
                  <a:pt x="14013" y="10418"/>
                </a:lnTo>
                <a:lnTo>
                  <a:pt x="13793" y="10418"/>
                </a:lnTo>
                <a:lnTo>
                  <a:pt x="13573" y="10492"/>
                </a:lnTo>
                <a:lnTo>
                  <a:pt x="13573" y="10418"/>
                </a:lnTo>
                <a:lnTo>
                  <a:pt x="13573" y="10308"/>
                </a:lnTo>
                <a:lnTo>
                  <a:pt x="13646" y="10235"/>
                </a:lnTo>
                <a:lnTo>
                  <a:pt x="13646" y="10125"/>
                </a:lnTo>
                <a:lnTo>
                  <a:pt x="13610" y="9831"/>
                </a:lnTo>
                <a:lnTo>
                  <a:pt x="13610" y="9758"/>
                </a:lnTo>
                <a:lnTo>
                  <a:pt x="13610" y="9721"/>
                </a:lnTo>
                <a:lnTo>
                  <a:pt x="13426" y="9024"/>
                </a:lnTo>
                <a:lnTo>
                  <a:pt x="13096" y="7777"/>
                </a:lnTo>
                <a:lnTo>
                  <a:pt x="12693" y="6603"/>
                </a:lnTo>
                <a:lnTo>
                  <a:pt x="12289" y="5430"/>
                </a:lnTo>
                <a:lnTo>
                  <a:pt x="11849" y="4256"/>
                </a:lnTo>
                <a:lnTo>
                  <a:pt x="11372" y="3119"/>
                </a:lnTo>
                <a:lnTo>
                  <a:pt x="10859" y="1981"/>
                </a:lnTo>
                <a:lnTo>
                  <a:pt x="10675" y="1651"/>
                </a:lnTo>
                <a:lnTo>
                  <a:pt x="10492" y="1358"/>
                </a:lnTo>
                <a:lnTo>
                  <a:pt x="10602" y="1285"/>
                </a:lnTo>
                <a:lnTo>
                  <a:pt x="10639" y="1174"/>
                </a:lnTo>
                <a:lnTo>
                  <a:pt x="10602" y="1064"/>
                </a:lnTo>
                <a:lnTo>
                  <a:pt x="10565" y="991"/>
                </a:lnTo>
                <a:lnTo>
                  <a:pt x="10528" y="954"/>
                </a:lnTo>
                <a:lnTo>
                  <a:pt x="10455" y="918"/>
                </a:lnTo>
                <a:lnTo>
                  <a:pt x="10272" y="881"/>
                </a:lnTo>
                <a:lnTo>
                  <a:pt x="10088" y="918"/>
                </a:lnTo>
                <a:lnTo>
                  <a:pt x="9391" y="1138"/>
                </a:lnTo>
                <a:lnTo>
                  <a:pt x="8658" y="1431"/>
                </a:lnTo>
                <a:lnTo>
                  <a:pt x="7924" y="1688"/>
                </a:lnTo>
                <a:lnTo>
                  <a:pt x="7190" y="1945"/>
                </a:lnTo>
                <a:lnTo>
                  <a:pt x="5650" y="2422"/>
                </a:lnTo>
                <a:lnTo>
                  <a:pt x="4109" y="2862"/>
                </a:lnTo>
                <a:lnTo>
                  <a:pt x="2569" y="3265"/>
                </a:lnTo>
                <a:lnTo>
                  <a:pt x="1762" y="3485"/>
                </a:lnTo>
                <a:lnTo>
                  <a:pt x="1358" y="3632"/>
                </a:lnTo>
                <a:lnTo>
                  <a:pt x="1175" y="3706"/>
                </a:lnTo>
                <a:lnTo>
                  <a:pt x="1028" y="3816"/>
                </a:lnTo>
                <a:lnTo>
                  <a:pt x="991" y="3816"/>
                </a:lnTo>
                <a:lnTo>
                  <a:pt x="955" y="3889"/>
                </a:lnTo>
                <a:lnTo>
                  <a:pt x="918" y="3962"/>
                </a:lnTo>
                <a:lnTo>
                  <a:pt x="991" y="4586"/>
                </a:lnTo>
                <a:lnTo>
                  <a:pt x="1101" y="5209"/>
                </a:lnTo>
                <a:lnTo>
                  <a:pt x="1248" y="5796"/>
                </a:lnTo>
                <a:lnTo>
                  <a:pt x="1395" y="6420"/>
                </a:lnTo>
                <a:lnTo>
                  <a:pt x="1725" y="7594"/>
                </a:lnTo>
                <a:lnTo>
                  <a:pt x="2128" y="8768"/>
                </a:lnTo>
                <a:lnTo>
                  <a:pt x="2532" y="9978"/>
                </a:lnTo>
                <a:lnTo>
                  <a:pt x="2899" y="11152"/>
                </a:lnTo>
                <a:lnTo>
                  <a:pt x="3045" y="11739"/>
                </a:lnTo>
                <a:lnTo>
                  <a:pt x="3192" y="12362"/>
                </a:lnTo>
                <a:lnTo>
                  <a:pt x="3302" y="12949"/>
                </a:lnTo>
                <a:lnTo>
                  <a:pt x="3412" y="13573"/>
                </a:lnTo>
                <a:lnTo>
                  <a:pt x="3412" y="13683"/>
                </a:lnTo>
                <a:lnTo>
                  <a:pt x="3486" y="13720"/>
                </a:lnTo>
                <a:lnTo>
                  <a:pt x="3559" y="13756"/>
                </a:lnTo>
                <a:lnTo>
                  <a:pt x="3632" y="13793"/>
                </a:lnTo>
                <a:lnTo>
                  <a:pt x="3669" y="13830"/>
                </a:lnTo>
                <a:lnTo>
                  <a:pt x="3742" y="13830"/>
                </a:lnTo>
                <a:lnTo>
                  <a:pt x="4036" y="13756"/>
                </a:lnTo>
                <a:lnTo>
                  <a:pt x="3706" y="13903"/>
                </a:lnTo>
                <a:lnTo>
                  <a:pt x="3412" y="14086"/>
                </a:lnTo>
                <a:lnTo>
                  <a:pt x="2569" y="11115"/>
                </a:lnTo>
                <a:lnTo>
                  <a:pt x="2128" y="9611"/>
                </a:lnTo>
                <a:lnTo>
                  <a:pt x="1725" y="8144"/>
                </a:lnTo>
                <a:lnTo>
                  <a:pt x="955" y="5136"/>
                </a:lnTo>
                <a:lnTo>
                  <a:pt x="808" y="4439"/>
                </a:lnTo>
                <a:lnTo>
                  <a:pt x="661" y="3999"/>
                </a:lnTo>
                <a:lnTo>
                  <a:pt x="588" y="3779"/>
                </a:lnTo>
                <a:lnTo>
                  <a:pt x="478" y="3632"/>
                </a:lnTo>
                <a:lnTo>
                  <a:pt x="1065" y="3522"/>
                </a:lnTo>
                <a:lnTo>
                  <a:pt x="1652" y="3412"/>
                </a:lnTo>
                <a:lnTo>
                  <a:pt x="2825" y="3045"/>
                </a:lnTo>
                <a:lnTo>
                  <a:pt x="4183" y="2642"/>
                </a:lnTo>
                <a:lnTo>
                  <a:pt x="5503" y="2202"/>
                </a:lnTo>
                <a:lnTo>
                  <a:pt x="8034" y="1358"/>
                </a:lnTo>
                <a:lnTo>
                  <a:pt x="9281" y="918"/>
                </a:lnTo>
                <a:lnTo>
                  <a:pt x="9905" y="734"/>
                </a:lnTo>
                <a:lnTo>
                  <a:pt x="10198" y="624"/>
                </a:lnTo>
                <a:lnTo>
                  <a:pt x="10492" y="478"/>
                </a:lnTo>
                <a:close/>
                <a:moveTo>
                  <a:pt x="10455" y="1"/>
                </a:moveTo>
                <a:lnTo>
                  <a:pt x="10162" y="37"/>
                </a:lnTo>
                <a:lnTo>
                  <a:pt x="9832" y="147"/>
                </a:lnTo>
                <a:lnTo>
                  <a:pt x="9245" y="367"/>
                </a:lnTo>
                <a:lnTo>
                  <a:pt x="7997" y="808"/>
                </a:lnTo>
                <a:lnTo>
                  <a:pt x="5503" y="1651"/>
                </a:lnTo>
                <a:lnTo>
                  <a:pt x="2935" y="2495"/>
                </a:lnTo>
                <a:lnTo>
                  <a:pt x="1615" y="2899"/>
                </a:lnTo>
                <a:lnTo>
                  <a:pt x="918" y="3082"/>
                </a:lnTo>
                <a:lnTo>
                  <a:pt x="258" y="3339"/>
                </a:lnTo>
                <a:lnTo>
                  <a:pt x="184" y="3412"/>
                </a:lnTo>
                <a:lnTo>
                  <a:pt x="148" y="3522"/>
                </a:lnTo>
                <a:lnTo>
                  <a:pt x="38" y="3559"/>
                </a:lnTo>
                <a:lnTo>
                  <a:pt x="1" y="3595"/>
                </a:lnTo>
                <a:lnTo>
                  <a:pt x="1" y="3632"/>
                </a:lnTo>
                <a:lnTo>
                  <a:pt x="38" y="3779"/>
                </a:lnTo>
                <a:lnTo>
                  <a:pt x="111" y="3926"/>
                </a:lnTo>
                <a:lnTo>
                  <a:pt x="184" y="4036"/>
                </a:lnTo>
                <a:lnTo>
                  <a:pt x="221" y="4146"/>
                </a:lnTo>
                <a:lnTo>
                  <a:pt x="294" y="4366"/>
                </a:lnTo>
                <a:lnTo>
                  <a:pt x="588" y="5796"/>
                </a:lnTo>
                <a:lnTo>
                  <a:pt x="955" y="7227"/>
                </a:lnTo>
                <a:lnTo>
                  <a:pt x="1285" y="8658"/>
                </a:lnTo>
                <a:lnTo>
                  <a:pt x="2055" y="11482"/>
                </a:lnTo>
                <a:lnTo>
                  <a:pt x="2459" y="12876"/>
                </a:lnTo>
                <a:lnTo>
                  <a:pt x="2899" y="14233"/>
                </a:lnTo>
                <a:lnTo>
                  <a:pt x="2935" y="14380"/>
                </a:lnTo>
                <a:lnTo>
                  <a:pt x="3045" y="14416"/>
                </a:lnTo>
                <a:lnTo>
                  <a:pt x="3155" y="14453"/>
                </a:lnTo>
                <a:lnTo>
                  <a:pt x="3302" y="14416"/>
                </a:lnTo>
                <a:lnTo>
                  <a:pt x="3596" y="14343"/>
                </a:lnTo>
                <a:lnTo>
                  <a:pt x="3889" y="14270"/>
                </a:lnTo>
                <a:lnTo>
                  <a:pt x="4513" y="14086"/>
                </a:lnTo>
                <a:lnTo>
                  <a:pt x="5980" y="13793"/>
                </a:lnTo>
                <a:lnTo>
                  <a:pt x="6714" y="13610"/>
                </a:lnTo>
                <a:lnTo>
                  <a:pt x="7447" y="13353"/>
                </a:lnTo>
                <a:lnTo>
                  <a:pt x="8878" y="12839"/>
                </a:lnTo>
                <a:lnTo>
                  <a:pt x="11739" y="11775"/>
                </a:lnTo>
                <a:lnTo>
                  <a:pt x="13133" y="11225"/>
                </a:lnTo>
                <a:lnTo>
                  <a:pt x="13646" y="11078"/>
                </a:lnTo>
                <a:lnTo>
                  <a:pt x="13903" y="10968"/>
                </a:lnTo>
                <a:lnTo>
                  <a:pt x="14160" y="10822"/>
                </a:lnTo>
                <a:lnTo>
                  <a:pt x="14197" y="10932"/>
                </a:lnTo>
                <a:lnTo>
                  <a:pt x="14270" y="10968"/>
                </a:lnTo>
                <a:lnTo>
                  <a:pt x="14380" y="11005"/>
                </a:lnTo>
                <a:lnTo>
                  <a:pt x="14490" y="11005"/>
                </a:lnTo>
                <a:lnTo>
                  <a:pt x="14563" y="10932"/>
                </a:lnTo>
                <a:lnTo>
                  <a:pt x="14637" y="10895"/>
                </a:lnTo>
                <a:lnTo>
                  <a:pt x="14674" y="10785"/>
                </a:lnTo>
                <a:lnTo>
                  <a:pt x="14637" y="10675"/>
                </a:lnTo>
                <a:lnTo>
                  <a:pt x="14270" y="9318"/>
                </a:lnTo>
                <a:lnTo>
                  <a:pt x="13867" y="7997"/>
                </a:lnTo>
                <a:lnTo>
                  <a:pt x="13426" y="6640"/>
                </a:lnTo>
                <a:lnTo>
                  <a:pt x="12949" y="5356"/>
                </a:lnTo>
                <a:lnTo>
                  <a:pt x="12473" y="4036"/>
                </a:lnTo>
                <a:lnTo>
                  <a:pt x="11922" y="2752"/>
                </a:lnTo>
                <a:lnTo>
                  <a:pt x="11409" y="1468"/>
                </a:lnTo>
                <a:lnTo>
                  <a:pt x="11115" y="881"/>
                </a:lnTo>
                <a:lnTo>
                  <a:pt x="10785" y="257"/>
                </a:lnTo>
                <a:lnTo>
                  <a:pt x="10749" y="221"/>
                </a:lnTo>
                <a:lnTo>
                  <a:pt x="10675" y="184"/>
                </a:lnTo>
                <a:lnTo>
                  <a:pt x="10639" y="111"/>
                </a:lnTo>
                <a:lnTo>
                  <a:pt x="10602" y="74"/>
                </a:lnTo>
                <a:lnTo>
                  <a:pt x="10528" y="37"/>
                </a:lnTo>
                <a:lnTo>
                  <a:pt x="10455" y="1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510" name="Google Shape;510;p10"/>
          <p:cNvSpPr/>
          <p:nvPr/>
        </p:nvSpPr>
        <p:spPr>
          <a:xfrm>
            <a:off x="2034237" y="6548458"/>
            <a:ext cx="521651" cy="385727"/>
          </a:xfrm>
          <a:custGeom>
            <a:avLst/>
            <a:gdLst/>
            <a:ahLst/>
            <a:cxnLst/>
            <a:rect l="l" t="t" r="r" b="b"/>
            <a:pathLst>
              <a:path w="13793" h="10199" extrusionOk="0">
                <a:moveTo>
                  <a:pt x="5649" y="2128"/>
                </a:moveTo>
                <a:lnTo>
                  <a:pt x="5503" y="2165"/>
                </a:lnTo>
                <a:lnTo>
                  <a:pt x="5356" y="2238"/>
                </a:lnTo>
                <a:lnTo>
                  <a:pt x="5209" y="2312"/>
                </a:lnTo>
                <a:lnTo>
                  <a:pt x="5099" y="2422"/>
                </a:lnTo>
                <a:lnTo>
                  <a:pt x="4989" y="2532"/>
                </a:lnTo>
                <a:lnTo>
                  <a:pt x="4916" y="2642"/>
                </a:lnTo>
                <a:lnTo>
                  <a:pt x="4879" y="2788"/>
                </a:lnTo>
                <a:lnTo>
                  <a:pt x="4842" y="2935"/>
                </a:lnTo>
                <a:lnTo>
                  <a:pt x="4842" y="3119"/>
                </a:lnTo>
                <a:lnTo>
                  <a:pt x="4879" y="3265"/>
                </a:lnTo>
                <a:lnTo>
                  <a:pt x="4916" y="3375"/>
                </a:lnTo>
                <a:lnTo>
                  <a:pt x="5026" y="3485"/>
                </a:lnTo>
                <a:lnTo>
                  <a:pt x="5136" y="3522"/>
                </a:lnTo>
                <a:lnTo>
                  <a:pt x="5209" y="3522"/>
                </a:lnTo>
                <a:lnTo>
                  <a:pt x="5319" y="3449"/>
                </a:lnTo>
                <a:lnTo>
                  <a:pt x="5356" y="3375"/>
                </a:lnTo>
                <a:lnTo>
                  <a:pt x="5393" y="3119"/>
                </a:lnTo>
                <a:lnTo>
                  <a:pt x="5393" y="2899"/>
                </a:lnTo>
                <a:lnTo>
                  <a:pt x="5429" y="3045"/>
                </a:lnTo>
                <a:lnTo>
                  <a:pt x="5466" y="3229"/>
                </a:lnTo>
                <a:lnTo>
                  <a:pt x="5503" y="3632"/>
                </a:lnTo>
                <a:lnTo>
                  <a:pt x="5576" y="3926"/>
                </a:lnTo>
                <a:lnTo>
                  <a:pt x="5613" y="4072"/>
                </a:lnTo>
                <a:lnTo>
                  <a:pt x="5723" y="4219"/>
                </a:lnTo>
                <a:lnTo>
                  <a:pt x="5796" y="4256"/>
                </a:lnTo>
                <a:lnTo>
                  <a:pt x="5833" y="4256"/>
                </a:lnTo>
                <a:lnTo>
                  <a:pt x="5906" y="4219"/>
                </a:lnTo>
                <a:lnTo>
                  <a:pt x="5943" y="4146"/>
                </a:lnTo>
                <a:lnTo>
                  <a:pt x="5980" y="4036"/>
                </a:lnTo>
                <a:lnTo>
                  <a:pt x="5980" y="3926"/>
                </a:lnTo>
                <a:lnTo>
                  <a:pt x="5943" y="3669"/>
                </a:lnTo>
                <a:lnTo>
                  <a:pt x="5833" y="3082"/>
                </a:lnTo>
                <a:lnTo>
                  <a:pt x="5759" y="2825"/>
                </a:lnTo>
                <a:lnTo>
                  <a:pt x="5686" y="2715"/>
                </a:lnTo>
                <a:lnTo>
                  <a:pt x="5613" y="2642"/>
                </a:lnTo>
                <a:lnTo>
                  <a:pt x="5723" y="2605"/>
                </a:lnTo>
                <a:lnTo>
                  <a:pt x="6016" y="2605"/>
                </a:lnTo>
                <a:lnTo>
                  <a:pt x="6163" y="2642"/>
                </a:lnTo>
                <a:lnTo>
                  <a:pt x="6310" y="3045"/>
                </a:lnTo>
                <a:lnTo>
                  <a:pt x="6456" y="3522"/>
                </a:lnTo>
                <a:lnTo>
                  <a:pt x="6603" y="3999"/>
                </a:lnTo>
                <a:lnTo>
                  <a:pt x="6640" y="4072"/>
                </a:lnTo>
                <a:lnTo>
                  <a:pt x="6677" y="4109"/>
                </a:lnTo>
                <a:lnTo>
                  <a:pt x="6750" y="4146"/>
                </a:lnTo>
                <a:lnTo>
                  <a:pt x="6823" y="4109"/>
                </a:lnTo>
                <a:lnTo>
                  <a:pt x="6897" y="4072"/>
                </a:lnTo>
                <a:lnTo>
                  <a:pt x="6970" y="4036"/>
                </a:lnTo>
                <a:lnTo>
                  <a:pt x="7007" y="3926"/>
                </a:lnTo>
                <a:lnTo>
                  <a:pt x="7007" y="3852"/>
                </a:lnTo>
                <a:lnTo>
                  <a:pt x="6860" y="3412"/>
                </a:lnTo>
                <a:lnTo>
                  <a:pt x="6750" y="3009"/>
                </a:lnTo>
                <a:lnTo>
                  <a:pt x="6677" y="2862"/>
                </a:lnTo>
                <a:lnTo>
                  <a:pt x="6970" y="3045"/>
                </a:lnTo>
                <a:lnTo>
                  <a:pt x="7227" y="3229"/>
                </a:lnTo>
                <a:lnTo>
                  <a:pt x="7227" y="3449"/>
                </a:lnTo>
                <a:lnTo>
                  <a:pt x="7263" y="3669"/>
                </a:lnTo>
                <a:lnTo>
                  <a:pt x="7410" y="4072"/>
                </a:lnTo>
                <a:lnTo>
                  <a:pt x="7484" y="4146"/>
                </a:lnTo>
                <a:lnTo>
                  <a:pt x="7520" y="4182"/>
                </a:lnTo>
                <a:lnTo>
                  <a:pt x="7667" y="4182"/>
                </a:lnTo>
                <a:lnTo>
                  <a:pt x="7740" y="4146"/>
                </a:lnTo>
                <a:lnTo>
                  <a:pt x="7777" y="4109"/>
                </a:lnTo>
                <a:lnTo>
                  <a:pt x="7814" y="4036"/>
                </a:lnTo>
                <a:lnTo>
                  <a:pt x="7777" y="3926"/>
                </a:lnTo>
                <a:lnTo>
                  <a:pt x="7704" y="3669"/>
                </a:lnTo>
                <a:lnTo>
                  <a:pt x="8034" y="3962"/>
                </a:lnTo>
                <a:lnTo>
                  <a:pt x="8070" y="3999"/>
                </a:lnTo>
                <a:lnTo>
                  <a:pt x="8107" y="3999"/>
                </a:lnTo>
                <a:lnTo>
                  <a:pt x="8144" y="3962"/>
                </a:lnTo>
                <a:lnTo>
                  <a:pt x="8144" y="3926"/>
                </a:lnTo>
                <a:lnTo>
                  <a:pt x="8144" y="3742"/>
                </a:lnTo>
                <a:lnTo>
                  <a:pt x="8107" y="3595"/>
                </a:lnTo>
                <a:lnTo>
                  <a:pt x="7960" y="3302"/>
                </a:lnTo>
                <a:lnTo>
                  <a:pt x="7740" y="3009"/>
                </a:lnTo>
                <a:lnTo>
                  <a:pt x="7484" y="2788"/>
                </a:lnTo>
                <a:lnTo>
                  <a:pt x="7190" y="2568"/>
                </a:lnTo>
                <a:lnTo>
                  <a:pt x="6897" y="2422"/>
                </a:lnTo>
                <a:lnTo>
                  <a:pt x="6566" y="2275"/>
                </a:lnTo>
                <a:lnTo>
                  <a:pt x="6273" y="2165"/>
                </a:lnTo>
                <a:lnTo>
                  <a:pt x="5943" y="2128"/>
                </a:lnTo>
                <a:close/>
                <a:moveTo>
                  <a:pt x="12215" y="3485"/>
                </a:moveTo>
                <a:lnTo>
                  <a:pt x="12142" y="3522"/>
                </a:lnTo>
                <a:lnTo>
                  <a:pt x="12142" y="3559"/>
                </a:lnTo>
                <a:lnTo>
                  <a:pt x="12142" y="3742"/>
                </a:lnTo>
                <a:lnTo>
                  <a:pt x="12142" y="3926"/>
                </a:lnTo>
                <a:lnTo>
                  <a:pt x="12252" y="4292"/>
                </a:lnTo>
                <a:lnTo>
                  <a:pt x="12436" y="4769"/>
                </a:lnTo>
                <a:lnTo>
                  <a:pt x="12582" y="5136"/>
                </a:lnTo>
                <a:lnTo>
                  <a:pt x="12546" y="5209"/>
                </a:lnTo>
                <a:lnTo>
                  <a:pt x="12546" y="5320"/>
                </a:lnTo>
                <a:lnTo>
                  <a:pt x="12582" y="5356"/>
                </a:lnTo>
                <a:lnTo>
                  <a:pt x="12582" y="5430"/>
                </a:lnTo>
                <a:lnTo>
                  <a:pt x="11885" y="5613"/>
                </a:lnTo>
                <a:lnTo>
                  <a:pt x="11885" y="5430"/>
                </a:lnTo>
                <a:lnTo>
                  <a:pt x="11849" y="5246"/>
                </a:lnTo>
                <a:lnTo>
                  <a:pt x="11702" y="4843"/>
                </a:lnTo>
                <a:lnTo>
                  <a:pt x="11629" y="4549"/>
                </a:lnTo>
                <a:lnTo>
                  <a:pt x="11482" y="4256"/>
                </a:lnTo>
                <a:lnTo>
                  <a:pt x="11335" y="3999"/>
                </a:lnTo>
                <a:lnTo>
                  <a:pt x="11115" y="3742"/>
                </a:lnTo>
                <a:lnTo>
                  <a:pt x="11005" y="3742"/>
                </a:lnTo>
                <a:lnTo>
                  <a:pt x="10968" y="3779"/>
                </a:lnTo>
                <a:lnTo>
                  <a:pt x="10932" y="3852"/>
                </a:lnTo>
                <a:lnTo>
                  <a:pt x="10968" y="4109"/>
                </a:lnTo>
                <a:lnTo>
                  <a:pt x="11078" y="4366"/>
                </a:lnTo>
                <a:lnTo>
                  <a:pt x="11262" y="4879"/>
                </a:lnTo>
                <a:lnTo>
                  <a:pt x="11372" y="5320"/>
                </a:lnTo>
                <a:lnTo>
                  <a:pt x="11445" y="5540"/>
                </a:lnTo>
                <a:lnTo>
                  <a:pt x="11555" y="5686"/>
                </a:lnTo>
                <a:lnTo>
                  <a:pt x="11482" y="5723"/>
                </a:lnTo>
                <a:lnTo>
                  <a:pt x="11372" y="5723"/>
                </a:lnTo>
                <a:lnTo>
                  <a:pt x="11262" y="5686"/>
                </a:lnTo>
                <a:lnTo>
                  <a:pt x="11152" y="5650"/>
                </a:lnTo>
                <a:lnTo>
                  <a:pt x="11078" y="5576"/>
                </a:lnTo>
                <a:lnTo>
                  <a:pt x="10895" y="5393"/>
                </a:lnTo>
                <a:lnTo>
                  <a:pt x="10785" y="5209"/>
                </a:lnTo>
                <a:lnTo>
                  <a:pt x="10712" y="5173"/>
                </a:lnTo>
                <a:lnTo>
                  <a:pt x="10675" y="4916"/>
                </a:lnTo>
                <a:lnTo>
                  <a:pt x="10601" y="4696"/>
                </a:lnTo>
                <a:lnTo>
                  <a:pt x="10418" y="4292"/>
                </a:lnTo>
                <a:lnTo>
                  <a:pt x="10381" y="4256"/>
                </a:lnTo>
                <a:lnTo>
                  <a:pt x="10345" y="4219"/>
                </a:lnTo>
                <a:lnTo>
                  <a:pt x="10198" y="4219"/>
                </a:lnTo>
                <a:lnTo>
                  <a:pt x="10125" y="4292"/>
                </a:lnTo>
                <a:lnTo>
                  <a:pt x="10088" y="4366"/>
                </a:lnTo>
                <a:lnTo>
                  <a:pt x="10088" y="4402"/>
                </a:lnTo>
                <a:lnTo>
                  <a:pt x="10125" y="4659"/>
                </a:lnTo>
                <a:lnTo>
                  <a:pt x="10051" y="4623"/>
                </a:lnTo>
                <a:lnTo>
                  <a:pt x="9941" y="4586"/>
                </a:lnTo>
                <a:lnTo>
                  <a:pt x="9868" y="4623"/>
                </a:lnTo>
                <a:lnTo>
                  <a:pt x="9794" y="4696"/>
                </a:lnTo>
                <a:lnTo>
                  <a:pt x="9721" y="4806"/>
                </a:lnTo>
                <a:lnTo>
                  <a:pt x="9684" y="4916"/>
                </a:lnTo>
                <a:lnTo>
                  <a:pt x="9721" y="5026"/>
                </a:lnTo>
                <a:lnTo>
                  <a:pt x="9758" y="5099"/>
                </a:lnTo>
                <a:lnTo>
                  <a:pt x="9905" y="5246"/>
                </a:lnTo>
                <a:lnTo>
                  <a:pt x="10125" y="5356"/>
                </a:lnTo>
                <a:lnTo>
                  <a:pt x="10271" y="5430"/>
                </a:lnTo>
                <a:lnTo>
                  <a:pt x="10345" y="5540"/>
                </a:lnTo>
                <a:lnTo>
                  <a:pt x="10528" y="5796"/>
                </a:lnTo>
                <a:lnTo>
                  <a:pt x="10712" y="5980"/>
                </a:lnTo>
                <a:lnTo>
                  <a:pt x="10932" y="6163"/>
                </a:lnTo>
                <a:lnTo>
                  <a:pt x="11078" y="6200"/>
                </a:lnTo>
                <a:lnTo>
                  <a:pt x="11225" y="6237"/>
                </a:lnTo>
                <a:lnTo>
                  <a:pt x="11519" y="6237"/>
                </a:lnTo>
                <a:lnTo>
                  <a:pt x="11849" y="6163"/>
                </a:lnTo>
                <a:lnTo>
                  <a:pt x="12142" y="6090"/>
                </a:lnTo>
                <a:lnTo>
                  <a:pt x="12986" y="5833"/>
                </a:lnTo>
                <a:lnTo>
                  <a:pt x="13353" y="5686"/>
                </a:lnTo>
                <a:lnTo>
                  <a:pt x="13536" y="5613"/>
                </a:lnTo>
                <a:lnTo>
                  <a:pt x="13719" y="5540"/>
                </a:lnTo>
                <a:lnTo>
                  <a:pt x="13793" y="5466"/>
                </a:lnTo>
                <a:lnTo>
                  <a:pt x="13793" y="5356"/>
                </a:lnTo>
                <a:lnTo>
                  <a:pt x="13756" y="5283"/>
                </a:lnTo>
                <a:lnTo>
                  <a:pt x="13646" y="5246"/>
                </a:lnTo>
                <a:lnTo>
                  <a:pt x="13353" y="5246"/>
                </a:lnTo>
                <a:lnTo>
                  <a:pt x="13059" y="5320"/>
                </a:lnTo>
                <a:lnTo>
                  <a:pt x="13059" y="5099"/>
                </a:lnTo>
                <a:lnTo>
                  <a:pt x="12986" y="4879"/>
                </a:lnTo>
                <a:lnTo>
                  <a:pt x="12839" y="4513"/>
                </a:lnTo>
                <a:lnTo>
                  <a:pt x="12619" y="3962"/>
                </a:lnTo>
                <a:lnTo>
                  <a:pt x="12509" y="3706"/>
                </a:lnTo>
                <a:lnTo>
                  <a:pt x="12326" y="3485"/>
                </a:lnTo>
                <a:close/>
                <a:moveTo>
                  <a:pt x="12069" y="1"/>
                </a:moveTo>
                <a:lnTo>
                  <a:pt x="11702" y="37"/>
                </a:lnTo>
                <a:lnTo>
                  <a:pt x="11335" y="147"/>
                </a:lnTo>
                <a:lnTo>
                  <a:pt x="10638" y="368"/>
                </a:lnTo>
                <a:lnTo>
                  <a:pt x="9905" y="588"/>
                </a:lnTo>
                <a:lnTo>
                  <a:pt x="9538" y="698"/>
                </a:lnTo>
                <a:lnTo>
                  <a:pt x="9171" y="844"/>
                </a:lnTo>
                <a:lnTo>
                  <a:pt x="8914" y="1028"/>
                </a:lnTo>
                <a:lnTo>
                  <a:pt x="8694" y="1211"/>
                </a:lnTo>
                <a:lnTo>
                  <a:pt x="8547" y="1431"/>
                </a:lnTo>
                <a:lnTo>
                  <a:pt x="8437" y="1688"/>
                </a:lnTo>
                <a:lnTo>
                  <a:pt x="8401" y="1945"/>
                </a:lnTo>
                <a:lnTo>
                  <a:pt x="8401" y="2238"/>
                </a:lnTo>
                <a:lnTo>
                  <a:pt x="8401" y="2532"/>
                </a:lnTo>
                <a:lnTo>
                  <a:pt x="8474" y="2825"/>
                </a:lnTo>
                <a:lnTo>
                  <a:pt x="8804" y="4402"/>
                </a:lnTo>
                <a:lnTo>
                  <a:pt x="8951" y="5173"/>
                </a:lnTo>
                <a:lnTo>
                  <a:pt x="9098" y="5980"/>
                </a:lnTo>
                <a:lnTo>
                  <a:pt x="9134" y="6347"/>
                </a:lnTo>
                <a:lnTo>
                  <a:pt x="9134" y="6713"/>
                </a:lnTo>
                <a:lnTo>
                  <a:pt x="8914" y="6126"/>
                </a:lnTo>
                <a:lnTo>
                  <a:pt x="8841" y="5796"/>
                </a:lnTo>
                <a:lnTo>
                  <a:pt x="8731" y="5430"/>
                </a:lnTo>
                <a:lnTo>
                  <a:pt x="8657" y="5246"/>
                </a:lnTo>
                <a:lnTo>
                  <a:pt x="8547" y="5099"/>
                </a:lnTo>
                <a:lnTo>
                  <a:pt x="8437" y="4953"/>
                </a:lnTo>
                <a:lnTo>
                  <a:pt x="8327" y="4879"/>
                </a:lnTo>
                <a:lnTo>
                  <a:pt x="8254" y="4879"/>
                </a:lnTo>
                <a:lnTo>
                  <a:pt x="8217" y="4916"/>
                </a:lnTo>
                <a:lnTo>
                  <a:pt x="8180" y="5026"/>
                </a:lnTo>
                <a:lnTo>
                  <a:pt x="8180" y="5136"/>
                </a:lnTo>
                <a:lnTo>
                  <a:pt x="8217" y="5393"/>
                </a:lnTo>
                <a:lnTo>
                  <a:pt x="8364" y="5906"/>
                </a:lnTo>
                <a:lnTo>
                  <a:pt x="8584" y="6567"/>
                </a:lnTo>
                <a:lnTo>
                  <a:pt x="8767" y="7227"/>
                </a:lnTo>
                <a:lnTo>
                  <a:pt x="8731" y="7374"/>
                </a:lnTo>
                <a:lnTo>
                  <a:pt x="8731" y="7447"/>
                </a:lnTo>
                <a:lnTo>
                  <a:pt x="8731" y="7520"/>
                </a:lnTo>
                <a:lnTo>
                  <a:pt x="8804" y="7594"/>
                </a:lnTo>
                <a:lnTo>
                  <a:pt x="8694" y="7740"/>
                </a:lnTo>
                <a:lnTo>
                  <a:pt x="8547" y="7887"/>
                </a:lnTo>
                <a:lnTo>
                  <a:pt x="8401" y="7997"/>
                </a:lnTo>
                <a:lnTo>
                  <a:pt x="8180" y="8107"/>
                </a:lnTo>
                <a:lnTo>
                  <a:pt x="8144" y="8034"/>
                </a:lnTo>
                <a:lnTo>
                  <a:pt x="8144" y="7997"/>
                </a:lnTo>
                <a:lnTo>
                  <a:pt x="8070" y="7961"/>
                </a:lnTo>
                <a:lnTo>
                  <a:pt x="7630" y="6530"/>
                </a:lnTo>
                <a:lnTo>
                  <a:pt x="7337" y="5650"/>
                </a:lnTo>
                <a:lnTo>
                  <a:pt x="7153" y="5283"/>
                </a:lnTo>
                <a:lnTo>
                  <a:pt x="7080" y="5026"/>
                </a:lnTo>
                <a:lnTo>
                  <a:pt x="7080" y="4953"/>
                </a:lnTo>
                <a:lnTo>
                  <a:pt x="7080" y="4879"/>
                </a:lnTo>
                <a:lnTo>
                  <a:pt x="7117" y="4806"/>
                </a:lnTo>
                <a:lnTo>
                  <a:pt x="7153" y="4733"/>
                </a:lnTo>
                <a:lnTo>
                  <a:pt x="7117" y="4659"/>
                </a:lnTo>
                <a:lnTo>
                  <a:pt x="7080" y="4623"/>
                </a:lnTo>
                <a:lnTo>
                  <a:pt x="6860" y="4476"/>
                </a:lnTo>
                <a:lnTo>
                  <a:pt x="6750" y="4439"/>
                </a:lnTo>
                <a:lnTo>
                  <a:pt x="6640" y="4476"/>
                </a:lnTo>
                <a:lnTo>
                  <a:pt x="6603" y="4549"/>
                </a:lnTo>
                <a:lnTo>
                  <a:pt x="6603" y="4623"/>
                </a:lnTo>
                <a:lnTo>
                  <a:pt x="6640" y="4659"/>
                </a:lnTo>
                <a:lnTo>
                  <a:pt x="6677" y="4769"/>
                </a:lnTo>
                <a:lnTo>
                  <a:pt x="6640" y="4879"/>
                </a:lnTo>
                <a:lnTo>
                  <a:pt x="6640" y="5063"/>
                </a:lnTo>
                <a:lnTo>
                  <a:pt x="6713" y="5320"/>
                </a:lnTo>
                <a:lnTo>
                  <a:pt x="6787" y="5576"/>
                </a:lnTo>
                <a:lnTo>
                  <a:pt x="6970" y="6090"/>
                </a:lnTo>
                <a:lnTo>
                  <a:pt x="7667" y="8254"/>
                </a:lnTo>
                <a:lnTo>
                  <a:pt x="7300" y="8254"/>
                </a:lnTo>
                <a:lnTo>
                  <a:pt x="6970" y="8181"/>
                </a:lnTo>
                <a:lnTo>
                  <a:pt x="6970" y="8107"/>
                </a:lnTo>
                <a:lnTo>
                  <a:pt x="6970" y="8034"/>
                </a:lnTo>
                <a:lnTo>
                  <a:pt x="6897" y="7997"/>
                </a:lnTo>
                <a:lnTo>
                  <a:pt x="6530" y="6383"/>
                </a:lnTo>
                <a:lnTo>
                  <a:pt x="6310" y="5503"/>
                </a:lnTo>
                <a:lnTo>
                  <a:pt x="6200" y="5099"/>
                </a:lnTo>
                <a:lnTo>
                  <a:pt x="6090" y="4916"/>
                </a:lnTo>
                <a:lnTo>
                  <a:pt x="5980" y="4733"/>
                </a:lnTo>
                <a:lnTo>
                  <a:pt x="5943" y="4696"/>
                </a:lnTo>
                <a:lnTo>
                  <a:pt x="5906" y="4696"/>
                </a:lnTo>
                <a:lnTo>
                  <a:pt x="5833" y="4733"/>
                </a:lnTo>
                <a:lnTo>
                  <a:pt x="5833" y="4769"/>
                </a:lnTo>
                <a:lnTo>
                  <a:pt x="5796" y="4989"/>
                </a:lnTo>
                <a:lnTo>
                  <a:pt x="5796" y="5173"/>
                </a:lnTo>
                <a:lnTo>
                  <a:pt x="5870" y="5576"/>
                </a:lnTo>
                <a:lnTo>
                  <a:pt x="6053" y="6383"/>
                </a:lnTo>
                <a:lnTo>
                  <a:pt x="6420" y="7887"/>
                </a:lnTo>
                <a:lnTo>
                  <a:pt x="6420" y="7887"/>
                </a:lnTo>
                <a:lnTo>
                  <a:pt x="6163" y="7740"/>
                </a:lnTo>
                <a:lnTo>
                  <a:pt x="5980" y="7520"/>
                </a:lnTo>
                <a:lnTo>
                  <a:pt x="5759" y="7227"/>
                </a:lnTo>
                <a:lnTo>
                  <a:pt x="5576" y="6897"/>
                </a:lnTo>
                <a:lnTo>
                  <a:pt x="5466" y="6567"/>
                </a:lnTo>
                <a:lnTo>
                  <a:pt x="5393" y="6237"/>
                </a:lnTo>
                <a:lnTo>
                  <a:pt x="5246" y="5540"/>
                </a:lnTo>
                <a:lnTo>
                  <a:pt x="5173" y="5209"/>
                </a:lnTo>
                <a:lnTo>
                  <a:pt x="5063" y="4879"/>
                </a:lnTo>
                <a:lnTo>
                  <a:pt x="4916" y="4586"/>
                </a:lnTo>
                <a:lnTo>
                  <a:pt x="4732" y="4366"/>
                </a:lnTo>
                <a:lnTo>
                  <a:pt x="4512" y="4146"/>
                </a:lnTo>
                <a:lnTo>
                  <a:pt x="4292" y="3962"/>
                </a:lnTo>
                <a:lnTo>
                  <a:pt x="4035" y="3816"/>
                </a:lnTo>
                <a:lnTo>
                  <a:pt x="3779" y="3706"/>
                </a:lnTo>
                <a:lnTo>
                  <a:pt x="3485" y="3595"/>
                </a:lnTo>
                <a:lnTo>
                  <a:pt x="3192" y="3522"/>
                </a:lnTo>
                <a:lnTo>
                  <a:pt x="2862" y="3449"/>
                </a:lnTo>
                <a:lnTo>
                  <a:pt x="2128" y="3449"/>
                </a:lnTo>
                <a:lnTo>
                  <a:pt x="1798" y="3522"/>
                </a:lnTo>
                <a:lnTo>
                  <a:pt x="1101" y="3669"/>
                </a:lnTo>
                <a:lnTo>
                  <a:pt x="404" y="3889"/>
                </a:lnTo>
                <a:lnTo>
                  <a:pt x="184" y="3962"/>
                </a:lnTo>
                <a:lnTo>
                  <a:pt x="74" y="4036"/>
                </a:lnTo>
                <a:lnTo>
                  <a:pt x="0" y="4109"/>
                </a:lnTo>
                <a:lnTo>
                  <a:pt x="0" y="4182"/>
                </a:lnTo>
                <a:lnTo>
                  <a:pt x="0" y="4219"/>
                </a:lnTo>
                <a:lnTo>
                  <a:pt x="0" y="4402"/>
                </a:lnTo>
                <a:lnTo>
                  <a:pt x="37" y="4439"/>
                </a:lnTo>
                <a:lnTo>
                  <a:pt x="74" y="4513"/>
                </a:lnTo>
                <a:lnTo>
                  <a:pt x="257" y="4586"/>
                </a:lnTo>
                <a:lnTo>
                  <a:pt x="404" y="4586"/>
                </a:lnTo>
                <a:lnTo>
                  <a:pt x="514" y="4513"/>
                </a:lnTo>
                <a:lnTo>
                  <a:pt x="624" y="4439"/>
                </a:lnTo>
                <a:lnTo>
                  <a:pt x="881" y="4329"/>
                </a:lnTo>
                <a:lnTo>
                  <a:pt x="881" y="4366"/>
                </a:lnTo>
                <a:lnTo>
                  <a:pt x="881" y="4549"/>
                </a:lnTo>
                <a:lnTo>
                  <a:pt x="881" y="4696"/>
                </a:lnTo>
                <a:lnTo>
                  <a:pt x="954" y="5026"/>
                </a:lnTo>
                <a:lnTo>
                  <a:pt x="1211" y="5686"/>
                </a:lnTo>
                <a:lnTo>
                  <a:pt x="1468" y="6493"/>
                </a:lnTo>
                <a:lnTo>
                  <a:pt x="1761" y="7300"/>
                </a:lnTo>
                <a:lnTo>
                  <a:pt x="1798" y="7374"/>
                </a:lnTo>
                <a:lnTo>
                  <a:pt x="1871" y="7447"/>
                </a:lnTo>
                <a:lnTo>
                  <a:pt x="2055" y="7447"/>
                </a:lnTo>
                <a:lnTo>
                  <a:pt x="2128" y="7410"/>
                </a:lnTo>
                <a:lnTo>
                  <a:pt x="2165" y="7337"/>
                </a:lnTo>
                <a:lnTo>
                  <a:pt x="2201" y="7227"/>
                </a:lnTo>
                <a:lnTo>
                  <a:pt x="2201" y="7154"/>
                </a:lnTo>
                <a:lnTo>
                  <a:pt x="1945" y="6383"/>
                </a:lnTo>
                <a:lnTo>
                  <a:pt x="1688" y="5650"/>
                </a:lnTo>
                <a:lnTo>
                  <a:pt x="1468" y="4989"/>
                </a:lnTo>
                <a:lnTo>
                  <a:pt x="1321" y="4696"/>
                </a:lnTo>
                <a:lnTo>
                  <a:pt x="1138" y="4402"/>
                </a:lnTo>
                <a:lnTo>
                  <a:pt x="1211" y="4329"/>
                </a:lnTo>
                <a:lnTo>
                  <a:pt x="1248" y="4329"/>
                </a:lnTo>
                <a:lnTo>
                  <a:pt x="1248" y="4292"/>
                </a:lnTo>
                <a:lnTo>
                  <a:pt x="1211" y="4292"/>
                </a:lnTo>
                <a:lnTo>
                  <a:pt x="1174" y="4256"/>
                </a:lnTo>
                <a:lnTo>
                  <a:pt x="1138" y="4256"/>
                </a:lnTo>
                <a:lnTo>
                  <a:pt x="1504" y="4182"/>
                </a:lnTo>
                <a:lnTo>
                  <a:pt x="1871" y="4109"/>
                </a:lnTo>
                <a:lnTo>
                  <a:pt x="1945" y="4256"/>
                </a:lnTo>
                <a:lnTo>
                  <a:pt x="2055" y="4439"/>
                </a:lnTo>
                <a:lnTo>
                  <a:pt x="2238" y="4879"/>
                </a:lnTo>
                <a:lnTo>
                  <a:pt x="2421" y="5320"/>
                </a:lnTo>
                <a:lnTo>
                  <a:pt x="2495" y="5760"/>
                </a:lnTo>
                <a:lnTo>
                  <a:pt x="2605" y="6200"/>
                </a:lnTo>
                <a:lnTo>
                  <a:pt x="2715" y="6420"/>
                </a:lnTo>
                <a:lnTo>
                  <a:pt x="2788" y="6603"/>
                </a:lnTo>
                <a:lnTo>
                  <a:pt x="2935" y="6787"/>
                </a:lnTo>
                <a:lnTo>
                  <a:pt x="3082" y="6933"/>
                </a:lnTo>
                <a:lnTo>
                  <a:pt x="3228" y="6970"/>
                </a:lnTo>
                <a:lnTo>
                  <a:pt x="3302" y="6933"/>
                </a:lnTo>
                <a:lnTo>
                  <a:pt x="3375" y="6860"/>
                </a:lnTo>
                <a:lnTo>
                  <a:pt x="3375" y="6750"/>
                </a:lnTo>
                <a:lnTo>
                  <a:pt x="3302" y="6530"/>
                </a:lnTo>
                <a:lnTo>
                  <a:pt x="3192" y="6347"/>
                </a:lnTo>
                <a:lnTo>
                  <a:pt x="3082" y="6126"/>
                </a:lnTo>
                <a:lnTo>
                  <a:pt x="3008" y="5943"/>
                </a:lnTo>
                <a:lnTo>
                  <a:pt x="2898" y="5503"/>
                </a:lnTo>
                <a:lnTo>
                  <a:pt x="2788" y="5063"/>
                </a:lnTo>
                <a:lnTo>
                  <a:pt x="2605" y="4549"/>
                </a:lnTo>
                <a:lnTo>
                  <a:pt x="2458" y="4292"/>
                </a:lnTo>
                <a:lnTo>
                  <a:pt x="2311" y="4036"/>
                </a:lnTo>
                <a:lnTo>
                  <a:pt x="2752" y="4036"/>
                </a:lnTo>
                <a:lnTo>
                  <a:pt x="3192" y="4109"/>
                </a:lnTo>
                <a:lnTo>
                  <a:pt x="3192" y="4219"/>
                </a:lnTo>
                <a:lnTo>
                  <a:pt x="3228" y="4366"/>
                </a:lnTo>
                <a:lnTo>
                  <a:pt x="3302" y="4623"/>
                </a:lnTo>
                <a:lnTo>
                  <a:pt x="3522" y="5063"/>
                </a:lnTo>
                <a:lnTo>
                  <a:pt x="3779" y="5833"/>
                </a:lnTo>
                <a:lnTo>
                  <a:pt x="3852" y="5943"/>
                </a:lnTo>
                <a:lnTo>
                  <a:pt x="3889" y="6016"/>
                </a:lnTo>
                <a:lnTo>
                  <a:pt x="3962" y="6090"/>
                </a:lnTo>
                <a:lnTo>
                  <a:pt x="4109" y="6126"/>
                </a:lnTo>
                <a:lnTo>
                  <a:pt x="4146" y="6090"/>
                </a:lnTo>
                <a:lnTo>
                  <a:pt x="4219" y="6053"/>
                </a:lnTo>
                <a:lnTo>
                  <a:pt x="4292" y="5943"/>
                </a:lnTo>
                <a:lnTo>
                  <a:pt x="4292" y="5796"/>
                </a:lnTo>
                <a:lnTo>
                  <a:pt x="4256" y="5686"/>
                </a:lnTo>
                <a:lnTo>
                  <a:pt x="4182" y="5540"/>
                </a:lnTo>
                <a:lnTo>
                  <a:pt x="3852" y="4659"/>
                </a:lnTo>
                <a:lnTo>
                  <a:pt x="3669" y="4292"/>
                </a:lnTo>
                <a:lnTo>
                  <a:pt x="4035" y="4513"/>
                </a:lnTo>
                <a:lnTo>
                  <a:pt x="4182" y="4623"/>
                </a:lnTo>
                <a:lnTo>
                  <a:pt x="4329" y="4769"/>
                </a:lnTo>
                <a:lnTo>
                  <a:pt x="4439" y="4953"/>
                </a:lnTo>
                <a:lnTo>
                  <a:pt x="4512" y="5136"/>
                </a:lnTo>
                <a:lnTo>
                  <a:pt x="4659" y="5540"/>
                </a:lnTo>
                <a:lnTo>
                  <a:pt x="4806" y="6347"/>
                </a:lnTo>
                <a:lnTo>
                  <a:pt x="4842" y="6640"/>
                </a:lnTo>
                <a:lnTo>
                  <a:pt x="4952" y="6933"/>
                </a:lnTo>
                <a:lnTo>
                  <a:pt x="5063" y="7190"/>
                </a:lnTo>
                <a:lnTo>
                  <a:pt x="5209" y="7447"/>
                </a:lnTo>
                <a:lnTo>
                  <a:pt x="5393" y="7704"/>
                </a:lnTo>
                <a:lnTo>
                  <a:pt x="5576" y="7924"/>
                </a:lnTo>
                <a:lnTo>
                  <a:pt x="5759" y="8144"/>
                </a:lnTo>
                <a:lnTo>
                  <a:pt x="5980" y="8327"/>
                </a:lnTo>
                <a:lnTo>
                  <a:pt x="6236" y="8474"/>
                </a:lnTo>
                <a:lnTo>
                  <a:pt x="6493" y="8621"/>
                </a:lnTo>
                <a:lnTo>
                  <a:pt x="6750" y="8694"/>
                </a:lnTo>
                <a:lnTo>
                  <a:pt x="7043" y="8768"/>
                </a:lnTo>
                <a:lnTo>
                  <a:pt x="7300" y="8804"/>
                </a:lnTo>
                <a:lnTo>
                  <a:pt x="7924" y="8804"/>
                </a:lnTo>
                <a:lnTo>
                  <a:pt x="8217" y="8694"/>
                </a:lnTo>
                <a:lnTo>
                  <a:pt x="8511" y="8621"/>
                </a:lnTo>
                <a:lnTo>
                  <a:pt x="8731" y="8474"/>
                </a:lnTo>
                <a:lnTo>
                  <a:pt x="8951" y="8291"/>
                </a:lnTo>
                <a:lnTo>
                  <a:pt x="9171" y="8107"/>
                </a:lnTo>
                <a:lnTo>
                  <a:pt x="9354" y="7887"/>
                </a:lnTo>
                <a:lnTo>
                  <a:pt x="9464" y="7667"/>
                </a:lnTo>
                <a:lnTo>
                  <a:pt x="9611" y="7410"/>
                </a:lnTo>
                <a:lnTo>
                  <a:pt x="9684" y="7117"/>
                </a:lnTo>
                <a:lnTo>
                  <a:pt x="9721" y="6787"/>
                </a:lnTo>
                <a:lnTo>
                  <a:pt x="9758" y="6457"/>
                </a:lnTo>
                <a:lnTo>
                  <a:pt x="9721" y="6090"/>
                </a:lnTo>
                <a:lnTo>
                  <a:pt x="9684" y="5760"/>
                </a:lnTo>
                <a:lnTo>
                  <a:pt x="9538" y="5063"/>
                </a:lnTo>
                <a:lnTo>
                  <a:pt x="9354" y="4366"/>
                </a:lnTo>
                <a:lnTo>
                  <a:pt x="9024" y="2788"/>
                </a:lnTo>
                <a:lnTo>
                  <a:pt x="8951" y="2422"/>
                </a:lnTo>
                <a:lnTo>
                  <a:pt x="8951" y="2238"/>
                </a:lnTo>
                <a:lnTo>
                  <a:pt x="8951" y="2055"/>
                </a:lnTo>
                <a:lnTo>
                  <a:pt x="9024" y="2348"/>
                </a:lnTo>
                <a:lnTo>
                  <a:pt x="9098" y="2568"/>
                </a:lnTo>
                <a:lnTo>
                  <a:pt x="9244" y="2788"/>
                </a:lnTo>
                <a:lnTo>
                  <a:pt x="9391" y="3009"/>
                </a:lnTo>
                <a:lnTo>
                  <a:pt x="9501" y="3082"/>
                </a:lnTo>
                <a:lnTo>
                  <a:pt x="9611" y="3119"/>
                </a:lnTo>
                <a:lnTo>
                  <a:pt x="9684" y="3119"/>
                </a:lnTo>
                <a:lnTo>
                  <a:pt x="9758" y="3082"/>
                </a:lnTo>
                <a:lnTo>
                  <a:pt x="9794" y="3045"/>
                </a:lnTo>
                <a:lnTo>
                  <a:pt x="9831" y="2972"/>
                </a:lnTo>
                <a:lnTo>
                  <a:pt x="9758" y="2788"/>
                </a:lnTo>
                <a:lnTo>
                  <a:pt x="9648" y="2605"/>
                </a:lnTo>
                <a:lnTo>
                  <a:pt x="9464" y="2275"/>
                </a:lnTo>
                <a:lnTo>
                  <a:pt x="9318" y="1908"/>
                </a:lnTo>
                <a:lnTo>
                  <a:pt x="9244" y="1725"/>
                </a:lnTo>
                <a:lnTo>
                  <a:pt x="9134" y="1541"/>
                </a:lnTo>
                <a:lnTo>
                  <a:pt x="9171" y="1505"/>
                </a:lnTo>
                <a:lnTo>
                  <a:pt x="9354" y="1358"/>
                </a:lnTo>
                <a:lnTo>
                  <a:pt x="9538" y="1248"/>
                </a:lnTo>
                <a:lnTo>
                  <a:pt x="9978" y="1101"/>
                </a:lnTo>
                <a:lnTo>
                  <a:pt x="10051" y="1395"/>
                </a:lnTo>
                <a:lnTo>
                  <a:pt x="10125" y="1688"/>
                </a:lnTo>
                <a:lnTo>
                  <a:pt x="10345" y="2238"/>
                </a:lnTo>
                <a:lnTo>
                  <a:pt x="10418" y="2495"/>
                </a:lnTo>
                <a:lnTo>
                  <a:pt x="10491" y="2825"/>
                </a:lnTo>
                <a:lnTo>
                  <a:pt x="10565" y="2972"/>
                </a:lnTo>
                <a:lnTo>
                  <a:pt x="10638" y="3082"/>
                </a:lnTo>
                <a:lnTo>
                  <a:pt x="10748" y="3192"/>
                </a:lnTo>
                <a:lnTo>
                  <a:pt x="10858" y="3229"/>
                </a:lnTo>
                <a:lnTo>
                  <a:pt x="10968" y="3229"/>
                </a:lnTo>
                <a:lnTo>
                  <a:pt x="11042" y="3192"/>
                </a:lnTo>
                <a:lnTo>
                  <a:pt x="11115" y="3119"/>
                </a:lnTo>
                <a:lnTo>
                  <a:pt x="11115" y="3009"/>
                </a:lnTo>
                <a:lnTo>
                  <a:pt x="11115" y="2972"/>
                </a:lnTo>
                <a:lnTo>
                  <a:pt x="11078" y="2899"/>
                </a:lnTo>
                <a:lnTo>
                  <a:pt x="11005" y="2825"/>
                </a:lnTo>
                <a:lnTo>
                  <a:pt x="10932" y="2642"/>
                </a:lnTo>
                <a:lnTo>
                  <a:pt x="10895" y="2458"/>
                </a:lnTo>
                <a:lnTo>
                  <a:pt x="10675" y="1835"/>
                </a:lnTo>
                <a:lnTo>
                  <a:pt x="10528" y="1395"/>
                </a:lnTo>
                <a:lnTo>
                  <a:pt x="10418" y="1174"/>
                </a:lnTo>
                <a:lnTo>
                  <a:pt x="10308" y="991"/>
                </a:lnTo>
                <a:lnTo>
                  <a:pt x="10455" y="918"/>
                </a:lnTo>
                <a:lnTo>
                  <a:pt x="11005" y="734"/>
                </a:lnTo>
                <a:lnTo>
                  <a:pt x="11152" y="1174"/>
                </a:lnTo>
                <a:lnTo>
                  <a:pt x="11298" y="1615"/>
                </a:lnTo>
                <a:lnTo>
                  <a:pt x="11555" y="2348"/>
                </a:lnTo>
                <a:lnTo>
                  <a:pt x="11702" y="2678"/>
                </a:lnTo>
                <a:lnTo>
                  <a:pt x="11775" y="2788"/>
                </a:lnTo>
                <a:lnTo>
                  <a:pt x="11922" y="2899"/>
                </a:lnTo>
                <a:lnTo>
                  <a:pt x="11959" y="2935"/>
                </a:lnTo>
                <a:lnTo>
                  <a:pt x="12032" y="2899"/>
                </a:lnTo>
                <a:lnTo>
                  <a:pt x="12069" y="2899"/>
                </a:lnTo>
                <a:lnTo>
                  <a:pt x="12105" y="2825"/>
                </a:lnTo>
                <a:lnTo>
                  <a:pt x="12142" y="2715"/>
                </a:lnTo>
                <a:lnTo>
                  <a:pt x="12142" y="2568"/>
                </a:lnTo>
                <a:lnTo>
                  <a:pt x="12069" y="2275"/>
                </a:lnTo>
                <a:lnTo>
                  <a:pt x="11812" y="1688"/>
                </a:lnTo>
                <a:lnTo>
                  <a:pt x="11592" y="1101"/>
                </a:lnTo>
                <a:lnTo>
                  <a:pt x="11445" y="698"/>
                </a:lnTo>
                <a:lnTo>
                  <a:pt x="11372" y="588"/>
                </a:lnTo>
                <a:lnTo>
                  <a:pt x="11665" y="441"/>
                </a:lnTo>
                <a:lnTo>
                  <a:pt x="11922" y="294"/>
                </a:lnTo>
                <a:lnTo>
                  <a:pt x="12105" y="147"/>
                </a:lnTo>
                <a:lnTo>
                  <a:pt x="12142" y="111"/>
                </a:lnTo>
                <a:lnTo>
                  <a:pt x="12142" y="74"/>
                </a:lnTo>
                <a:lnTo>
                  <a:pt x="12105" y="37"/>
                </a:lnTo>
                <a:lnTo>
                  <a:pt x="12069" y="1"/>
                </a:lnTo>
                <a:close/>
                <a:moveTo>
                  <a:pt x="4072" y="7080"/>
                </a:moveTo>
                <a:lnTo>
                  <a:pt x="4035" y="7117"/>
                </a:lnTo>
                <a:lnTo>
                  <a:pt x="3999" y="7154"/>
                </a:lnTo>
                <a:lnTo>
                  <a:pt x="3999" y="7337"/>
                </a:lnTo>
                <a:lnTo>
                  <a:pt x="3999" y="7557"/>
                </a:lnTo>
                <a:lnTo>
                  <a:pt x="4072" y="7961"/>
                </a:lnTo>
                <a:lnTo>
                  <a:pt x="4219" y="8327"/>
                </a:lnTo>
                <a:lnTo>
                  <a:pt x="4366" y="8731"/>
                </a:lnTo>
                <a:lnTo>
                  <a:pt x="4439" y="8804"/>
                </a:lnTo>
                <a:lnTo>
                  <a:pt x="4182" y="8988"/>
                </a:lnTo>
                <a:lnTo>
                  <a:pt x="3889" y="9098"/>
                </a:lnTo>
                <a:lnTo>
                  <a:pt x="3852" y="8951"/>
                </a:lnTo>
                <a:lnTo>
                  <a:pt x="3815" y="8804"/>
                </a:lnTo>
                <a:lnTo>
                  <a:pt x="3669" y="8511"/>
                </a:lnTo>
                <a:lnTo>
                  <a:pt x="3522" y="8071"/>
                </a:lnTo>
                <a:lnTo>
                  <a:pt x="3449" y="7887"/>
                </a:lnTo>
                <a:lnTo>
                  <a:pt x="3339" y="7667"/>
                </a:lnTo>
                <a:lnTo>
                  <a:pt x="3228" y="7630"/>
                </a:lnTo>
                <a:lnTo>
                  <a:pt x="3155" y="7630"/>
                </a:lnTo>
                <a:lnTo>
                  <a:pt x="3045" y="7704"/>
                </a:lnTo>
                <a:lnTo>
                  <a:pt x="3045" y="7777"/>
                </a:lnTo>
                <a:lnTo>
                  <a:pt x="3082" y="7997"/>
                </a:lnTo>
                <a:lnTo>
                  <a:pt x="3118" y="8217"/>
                </a:lnTo>
                <a:lnTo>
                  <a:pt x="3265" y="8658"/>
                </a:lnTo>
                <a:lnTo>
                  <a:pt x="3339" y="8951"/>
                </a:lnTo>
                <a:lnTo>
                  <a:pt x="3412" y="9098"/>
                </a:lnTo>
                <a:lnTo>
                  <a:pt x="3485" y="9244"/>
                </a:lnTo>
                <a:lnTo>
                  <a:pt x="2825" y="9428"/>
                </a:lnTo>
                <a:lnTo>
                  <a:pt x="2788" y="9281"/>
                </a:lnTo>
                <a:lnTo>
                  <a:pt x="2642" y="8768"/>
                </a:lnTo>
                <a:lnTo>
                  <a:pt x="2532" y="8547"/>
                </a:lnTo>
                <a:lnTo>
                  <a:pt x="2385" y="8327"/>
                </a:lnTo>
                <a:lnTo>
                  <a:pt x="2385" y="8254"/>
                </a:lnTo>
                <a:lnTo>
                  <a:pt x="2385" y="8217"/>
                </a:lnTo>
                <a:lnTo>
                  <a:pt x="2421" y="8181"/>
                </a:lnTo>
                <a:lnTo>
                  <a:pt x="2421" y="8144"/>
                </a:lnTo>
                <a:lnTo>
                  <a:pt x="2421" y="8107"/>
                </a:lnTo>
                <a:lnTo>
                  <a:pt x="2385" y="8107"/>
                </a:lnTo>
                <a:lnTo>
                  <a:pt x="2275" y="8144"/>
                </a:lnTo>
                <a:lnTo>
                  <a:pt x="2128" y="8144"/>
                </a:lnTo>
                <a:lnTo>
                  <a:pt x="2055" y="8181"/>
                </a:lnTo>
                <a:lnTo>
                  <a:pt x="2018" y="8254"/>
                </a:lnTo>
                <a:lnTo>
                  <a:pt x="1981" y="8327"/>
                </a:lnTo>
                <a:lnTo>
                  <a:pt x="1981" y="8401"/>
                </a:lnTo>
                <a:lnTo>
                  <a:pt x="2165" y="8841"/>
                </a:lnTo>
                <a:lnTo>
                  <a:pt x="2348" y="9318"/>
                </a:lnTo>
                <a:lnTo>
                  <a:pt x="2385" y="9575"/>
                </a:lnTo>
                <a:lnTo>
                  <a:pt x="1945" y="9685"/>
                </a:lnTo>
                <a:lnTo>
                  <a:pt x="1871" y="9721"/>
                </a:lnTo>
                <a:lnTo>
                  <a:pt x="1798" y="9795"/>
                </a:lnTo>
                <a:lnTo>
                  <a:pt x="1798" y="9868"/>
                </a:lnTo>
                <a:lnTo>
                  <a:pt x="1761" y="9941"/>
                </a:lnTo>
                <a:lnTo>
                  <a:pt x="1798" y="10015"/>
                </a:lnTo>
                <a:lnTo>
                  <a:pt x="1835" y="10088"/>
                </a:lnTo>
                <a:lnTo>
                  <a:pt x="1908" y="10161"/>
                </a:lnTo>
                <a:lnTo>
                  <a:pt x="1981" y="10198"/>
                </a:lnTo>
                <a:lnTo>
                  <a:pt x="2275" y="10198"/>
                </a:lnTo>
                <a:lnTo>
                  <a:pt x="2385" y="10125"/>
                </a:lnTo>
                <a:lnTo>
                  <a:pt x="2495" y="10088"/>
                </a:lnTo>
                <a:lnTo>
                  <a:pt x="2532" y="10051"/>
                </a:lnTo>
                <a:lnTo>
                  <a:pt x="2568" y="10088"/>
                </a:lnTo>
                <a:lnTo>
                  <a:pt x="2605" y="10125"/>
                </a:lnTo>
                <a:lnTo>
                  <a:pt x="2678" y="10125"/>
                </a:lnTo>
                <a:lnTo>
                  <a:pt x="2788" y="10088"/>
                </a:lnTo>
                <a:lnTo>
                  <a:pt x="2825" y="9978"/>
                </a:lnTo>
                <a:lnTo>
                  <a:pt x="3265" y="9868"/>
                </a:lnTo>
                <a:lnTo>
                  <a:pt x="3742" y="9721"/>
                </a:lnTo>
                <a:lnTo>
                  <a:pt x="4146" y="9575"/>
                </a:lnTo>
                <a:lnTo>
                  <a:pt x="4549" y="9354"/>
                </a:lnTo>
                <a:lnTo>
                  <a:pt x="4732" y="9208"/>
                </a:lnTo>
                <a:lnTo>
                  <a:pt x="4879" y="9061"/>
                </a:lnTo>
                <a:lnTo>
                  <a:pt x="5026" y="8841"/>
                </a:lnTo>
                <a:lnTo>
                  <a:pt x="5136" y="8621"/>
                </a:lnTo>
                <a:lnTo>
                  <a:pt x="5209" y="8401"/>
                </a:lnTo>
                <a:lnTo>
                  <a:pt x="5173" y="8181"/>
                </a:lnTo>
                <a:lnTo>
                  <a:pt x="5099" y="7997"/>
                </a:lnTo>
                <a:lnTo>
                  <a:pt x="5026" y="7887"/>
                </a:lnTo>
                <a:lnTo>
                  <a:pt x="4952" y="7814"/>
                </a:lnTo>
                <a:lnTo>
                  <a:pt x="4842" y="7814"/>
                </a:lnTo>
                <a:lnTo>
                  <a:pt x="4806" y="7851"/>
                </a:lnTo>
                <a:lnTo>
                  <a:pt x="4806" y="7887"/>
                </a:lnTo>
                <a:lnTo>
                  <a:pt x="4732" y="8327"/>
                </a:lnTo>
                <a:lnTo>
                  <a:pt x="4512" y="7667"/>
                </a:lnTo>
                <a:lnTo>
                  <a:pt x="4366" y="7374"/>
                </a:lnTo>
                <a:lnTo>
                  <a:pt x="4182" y="7117"/>
                </a:lnTo>
                <a:lnTo>
                  <a:pt x="4146" y="708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511" name="Google Shape;511;p10"/>
          <p:cNvSpPr/>
          <p:nvPr/>
        </p:nvSpPr>
        <p:spPr>
          <a:xfrm>
            <a:off x="3606" y="6533642"/>
            <a:ext cx="240044" cy="498052"/>
          </a:xfrm>
          <a:custGeom>
            <a:avLst/>
            <a:gdLst/>
            <a:ahLst/>
            <a:cxnLst/>
            <a:rect l="l" t="t" r="r" b="b"/>
            <a:pathLst>
              <a:path w="6347" h="13169" extrusionOk="0">
                <a:moveTo>
                  <a:pt x="588" y="330"/>
                </a:moveTo>
                <a:lnTo>
                  <a:pt x="808" y="367"/>
                </a:lnTo>
                <a:lnTo>
                  <a:pt x="1028" y="440"/>
                </a:lnTo>
                <a:lnTo>
                  <a:pt x="1211" y="550"/>
                </a:lnTo>
                <a:lnTo>
                  <a:pt x="1395" y="734"/>
                </a:lnTo>
                <a:lnTo>
                  <a:pt x="1578" y="917"/>
                </a:lnTo>
                <a:lnTo>
                  <a:pt x="1688" y="1101"/>
                </a:lnTo>
                <a:lnTo>
                  <a:pt x="1798" y="1321"/>
                </a:lnTo>
                <a:lnTo>
                  <a:pt x="1908" y="1541"/>
                </a:lnTo>
                <a:lnTo>
                  <a:pt x="1982" y="1761"/>
                </a:lnTo>
                <a:lnTo>
                  <a:pt x="2018" y="2018"/>
                </a:lnTo>
                <a:lnTo>
                  <a:pt x="2018" y="2458"/>
                </a:lnTo>
                <a:lnTo>
                  <a:pt x="2018" y="2495"/>
                </a:lnTo>
                <a:lnTo>
                  <a:pt x="1982" y="2421"/>
                </a:lnTo>
                <a:lnTo>
                  <a:pt x="1762" y="1944"/>
                </a:lnTo>
                <a:lnTo>
                  <a:pt x="1615" y="1724"/>
                </a:lnTo>
                <a:lnTo>
                  <a:pt x="1432" y="1504"/>
                </a:lnTo>
                <a:lnTo>
                  <a:pt x="1395" y="1467"/>
                </a:lnTo>
                <a:lnTo>
                  <a:pt x="1322" y="1467"/>
                </a:lnTo>
                <a:lnTo>
                  <a:pt x="1285" y="1504"/>
                </a:lnTo>
                <a:lnTo>
                  <a:pt x="1285" y="1578"/>
                </a:lnTo>
                <a:lnTo>
                  <a:pt x="1322" y="1834"/>
                </a:lnTo>
                <a:lnTo>
                  <a:pt x="1395" y="2128"/>
                </a:lnTo>
                <a:lnTo>
                  <a:pt x="1615" y="2641"/>
                </a:lnTo>
                <a:lnTo>
                  <a:pt x="1725" y="2935"/>
                </a:lnTo>
                <a:lnTo>
                  <a:pt x="1615" y="2861"/>
                </a:lnTo>
                <a:lnTo>
                  <a:pt x="1468" y="2715"/>
                </a:lnTo>
                <a:lnTo>
                  <a:pt x="1248" y="2348"/>
                </a:lnTo>
                <a:lnTo>
                  <a:pt x="1065" y="1981"/>
                </a:lnTo>
                <a:lnTo>
                  <a:pt x="955" y="1724"/>
                </a:lnTo>
                <a:lnTo>
                  <a:pt x="845" y="1394"/>
                </a:lnTo>
                <a:lnTo>
                  <a:pt x="735" y="1027"/>
                </a:lnTo>
                <a:lnTo>
                  <a:pt x="661" y="697"/>
                </a:lnTo>
                <a:lnTo>
                  <a:pt x="588" y="330"/>
                </a:lnTo>
                <a:close/>
                <a:moveTo>
                  <a:pt x="3706" y="2825"/>
                </a:moveTo>
                <a:lnTo>
                  <a:pt x="3926" y="2861"/>
                </a:lnTo>
                <a:lnTo>
                  <a:pt x="4109" y="2935"/>
                </a:lnTo>
                <a:lnTo>
                  <a:pt x="4733" y="3118"/>
                </a:lnTo>
                <a:lnTo>
                  <a:pt x="4990" y="3228"/>
                </a:lnTo>
                <a:lnTo>
                  <a:pt x="5283" y="3375"/>
                </a:lnTo>
                <a:lnTo>
                  <a:pt x="5503" y="3522"/>
                </a:lnTo>
                <a:lnTo>
                  <a:pt x="5687" y="3668"/>
                </a:lnTo>
                <a:lnTo>
                  <a:pt x="5687" y="3668"/>
                </a:lnTo>
                <a:lnTo>
                  <a:pt x="5540" y="3632"/>
                </a:lnTo>
                <a:lnTo>
                  <a:pt x="5467" y="3632"/>
                </a:lnTo>
                <a:lnTo>
                  <a:pt x="5393" y="3705"/>
                </a:lnTo>
                <a:lnTo>
                  <a:pt x="5356" y="3778"/>
                </a:lnTo>
                <a:lnTo>
                  <a:pt x="5393" y="3888"/>
                </a:lnTo>
                <a:lnTo>
                  <a:pt x="5026" y="4035"/>
                </a:lnTo>
                <a:lnTo>
                  <a:pt x="4660" y="4109"/>
                </a:lnTo>
                <a:lnTo>
                  <a:pt x="4293" y="4182"/>
                </a:lnTo>
                <a:lnTo>
                  <a:pt x="3889" y="4182"/>
                </a:lnTo>
                <a:lnTo>
                  <a:pt x="3449" y="4109"/>
                </a:lnTo>
                <a:lnTo>
                  <a:pt x="3046" y="3999"/>
                </a:lnTo>
                <a:lnTo>
                  <a:pt x="2862" y="3925"/>
                </a:lnTo>
                <a:lnTo>
                  <a:pt x="2642" y="3815"/>
                </a:lnTo>
                <a:lnTo>
                  <a:pt x="2459" y="3668"/>
                </a:lnTo>
                <a:lnTo>
                  <a:pt x="2349" y="3595"/>
                </a:lnTo>
                <a:lnTo>
                  <a:pt x="2312" y="3522"/>
                </a:lnTo>
                <a:lnTo>
                  <a:pt x="2532" y="3668"/>
                </a:lnTo>
                <a:lnTo>
                  <a:pt x="2789" y="3815"/>
                </a:lnTo>
                <a:lnTo>
                  <a:pt x="3046" y="3888"/>
                </a:lnTo>
                <a:lnTo>
                  <a:pt x="3339" y="3999"/>
                </a:lnTo>
                <a:lnTo>
                  <a:pt x="3596" y="4035"/>
                </a:lnTo>
                <a:lnTo>
                  <a:pt x="3889" y="4109"/>
                </a:lnTo>
                <a:lnTo>
                  <a:pt x="4073" y="4109"/>
                </a:lnTo>
                <a:lnTo>
                  <a:pt x="4183" y="4072"/>
                </a:lnTo>
                <a:lnTo>
                  <a:pt x="4329" y="4035"/>
                </a:lnTo>
                <a:lnTo>
                  <a:pt x="4439" y="3962"/>
                </a:lnTo>
                <a:lnTo>
                  <a:pt x="4476" y="3888"/>
                </a:lnTo>
                <a:lnTo>
                  <a:pt x="4439" y="3778"/>
                </a:lnTo>
                <a:lnTo>
                  <a:pt x="4329" y="3705"/>
                </a:lnTo>
                <a:lnTo>
                  <a:pt x="4219" y="3632"/>
                </a:lnTo>
                <a:lnTo>
                  <a:pt x="3963" y="3595"/>
                </a:lnTo>
                <a:lnTo>
                  <a:pt x="3706" y="3558"/>
                </a:lnTo>
                <a:lnTo>
                  <a:pt x="3449" y="3522"/>
                </a:lnTo>
                <a:lnTo>
                  <a:pt x="2715" y="3338"/>
                </a:lnTo>
                <a:lnTo>
                  <a:pt x="2862" y="3228"/>
                </a:lnTo>
                <a:lnTo>
                  <a:pt x="3082" y="3081"/>
                </a:lnTo>
                <a:lnTo>
                  <a:pt x="3302" y="2935"/>
                </a:lnTo>
                <a:lnTo>
                  <a:pt x="3486" y="2861"/>
                </a:lnTo>
                <a:lnTo>
                  <a:pt x="3706" y="2825"/>
                </a:lnTo>
                <a:close/>
                <a:moveTo>
                  <a:pt x="1285" y="5686"/>
                </a:moveTo>
                <a:lnTo>
                  <a:pt x="1725" y="5723"/>
                </a:lnTo>
                <a:lnTo>
                  <a:pt x="1762" y="5723"/>
                </a:lnTo>
                <a:lnTo>
                  <a:pt x="1835" y="5869"/>
                </a:lnTo>
                <a:lnTo>
                  <a:pt x="1908" y="5943"/>
                </a:lnTo>
                <a:lnTo>
                  <a:pt x="2018" y="5943"/>
                </a:lnTo>
                <a:lnTo>
                  <a:pt x="2129" y="5869"/>
                </a:lnTo>
                <a:lnTo>
                  <a:pt x="2165" y="5759"/>
                </a:lnTo>
                <a:lnTo>
                  <a:pt x="2642" y="5796"/>
                </a:lnTo>
                <a:lnTo>
                  <a:pt x="3082" y="5796"/>
                </a:lnTo>
                <a:lnTo>
                  <a:pt x="3339" y="5833"/>
                </a:lnTo>
                <a:lnTo>
                  <a:pt x="3522" y="5869"/>
                </a:lnTo>
                <a:lnTo>
                  <a:pt x="3522" y="6016"/>
                </a:lnTo>
                <a:lnTo>
                  <a:pt x="3376" y="5979"/>
                </a:lnTo>
                <a:lnTo>
                  <a:pt x="3266" y="6016"/>
                </a:lnTo>
                <a:lnTo>
                  <a:pt x="3119" y="6089"/>
                </a:lnTo>
                <a:lnTo>
                  <a:pt x="3082" y="6163"/>
                </a:lnTo>
                <a:lnTo>
                  <a:pt x="3082" y="6236"/>
                </a:lnTo>
                <a:lnTo>
                  <a:pt x="2752" y="6236"/>
                </a:lnTo>
                <a:lnTo>
                  <a:pt x="1322" y="6163"/>
                </a:lnTo>
                <a:lnTo>
                  <a:pt x="808" y="6089"/>
                </a:lnTo>
                <a:lnTo>
                  <a:pt x="515" y="6053"/>
                </a:lnTo>
                <a:lnTo>
                  <a:pt x="258" y="6089"/>
                </a:lnTo>
                <a:lnTo>
                  <a:pt x="368" y="5943"/>
                </a:lnTo>
                <a:lnTo>
                  <a:pt x="515" y="5833"/>
                </a:lnTo>
                <a:lnTo>
                  <a:pt x="661" y="5723"/>
                </a:lnTo>
                <a:lnTo>
                  <a:pt x="808" y="5686"/>
                </a:lnTo>
                <a:close/>
                <a:moveTo>
                  <a:pt x="2239" y="6676"/>
                </a:moveTo>
                <a:lnTo>
                  <a:pt x="3009" y="6713"/>
                </a:lnTo>
                <a:lnTo>
                  <a:pt x="3156" y="6750"/>
                </a:lnTo>
                <a:lnTo>
                  <a:pt x="3156" y="7997"/>
                </a:lnTo>
                <a:lnTo>
                  <a:pt x="3119" y="9244"/>
                </a:lnTo>
                <a:lnTo>
                  <a:pt x="2422" y="9354"/>
                </a:lnTo>
                <a:lnTo>
                  <a:pt x="2422" y="8951"/>
                </a:lnTo>
                <a:lnTo>
                  <a:pt x="2312" y="7630"/>
                </a:lnTo>
                <a:lnTo>
                  <a:pt x="2275" y="6933"/>
                </a:lnTo>
                <a:lnTo>
                  <a:pt x="2239" y="6676"/>
                </a:lnTo>
                <a:close/>
                <a:moveTo>
                  <a:pt x="1065" y="6566"/>
                </a:moveTo>
                <a:lnTo>
                  <a:pt x="1872" y="6676"/>
                </a:lnTo>
                <a:lnTo>
                  <a:pt x="1835" y="6786"/>
                </a:lnTo>
                <a:lnTo>
                  <a:pt x="1835" y="6933"/>
                </a:lnTo>
                <a:lnTo>
                  <a:pt x="1872" y="7226"/>
                </a:lnTo>
                <a:lnTo>
                  <a:pt x="1945" y="8804"/>
                </a:lnTo>
                <a:lnTo>
                  <a:pt x="1982" y="9391"/>
                </a:lnTo>
                <a:lnTo>
                  <a:pt x="1542" y="9391"/>
                </a:lnTo>
                <a:lnTo>
                  <a:pt x="1101" y="9427"/>
                </a:lnTo>
                <a:lnTo>
                  <a:pt x="1028" y="8254"/>
                </a:lnTo>
                <a:lnTo>
                  <a:pt x="955" y="7410"/>
                </a:lnTo>
                <a:lnTo>
                  <a:pt x="918" y="6970"/>
                </a:lnTo>
                <a:lnTo>
                  <a:pt x="808" y="6566"/>
                </a:lnTo>
                <a:close/>
                <a:moveTo>
                  <a:pt x="3082" y="9721"/>
                </a:moveTo>
                <a:lnTo>
                  <a:pt x="3009" y="10454"/>
                </a:lnTo>
                <a:lnTo>
                  <a:pt x="2972" y="10454"/>
                </a:lnTo>
                <a:lnTo>
                  <a:pt x="2862" y="10418"/>
                </a:lnTo>
                <a:lnTo>
                  <a:pt x="2752" y="10418"/>
                </a:lnTo>
                <a:lnTo>
                  <a:pt x="2605" y="10454"/>
                </a:lnTo>
                <a:lnTo>
                  <a:pt x="2495" y="10528"/>
                </a:lnTo>
                <a:lnTo>
                  <a:pt x="2495" y="10418"/>
                </a:lnTo>
                <a:lnTo>
                  <a:pt x="2459" y="9831"/>
                </a:lnTo>
                <a:lnTo>
                  <a:pt x="2789" y="9794"/>
                </a:lnTo>
                <a:lnTo>
                  <a:pt x="3082" y="9721"/>
                </a:lnTo>
                <a:close/>
                <a:moveTo>
                  <a:pt x="1138" y="9758"/>
                </a:moveTo>
                <a:lnTo>
                  <a:pt x="1358" y="9831"/>
                </a:lnTo>
                <a:lnTo>
                  <a:pt x="1542" y="9831"/>
                </a:lnTo>
                <a:lnTo>
                  <a:pt x="1982" y="9868"/>
                </a:lnTo>
                <a:lnTo>
                  <a:pt x="2018" y="10088"/>
                </a:lnTo>
                <a:lnTo>
                  <a:pt x="1982" y="10124"/>
                </a:lnTo>
                <a:lnTo>
                  <a:pt x="1688" y="10088"/>
                </a:lnTo>
                <a:lnTo>
                  <a:pt x="1615" y="10124"/>
                </a:lnTo>
                <a:lnTo>
                  <a:pt x="1542" y="10161"/>
                </a:lnTo>
                <a:lnTo>
                  <a:pt x="1542" y="10234"/>
                </a:lnTo>
                <a:lnTo>
                  <a:pt x="1578" y="10308"/>
                </a:lnTo>
                <a:lnTo>
                  <a:pt x="1725" y="10454"/>
                </a:lnTo>
                <a:lnTo>
                  <a:pt x="1945" y="10491"/>
                </a:lnTo>
                <a:lnTo>
                  <a:pt x="2018" y="10491"/>
                </a:lnTo>
                <a:lnTo>
                  <a:pt x="2018" y="10748"/>
                </a:lnTo>
                <a:lnTo>
                  <a:pt x="1798" y="10785"/>
                </a:lnTo>
                <a:lnTo>
                  <a:pt x="1798" y="10748"/>
                </a:lnTo>
                <a:lnTo>
                  <a:pt x="1762" y="10748"/>
                </a:lnTo>
                <a:lnTo>
                  <a:pt x="1688" y="10785"/>
                </a:lnTo>
                <a:lnTo>
                  <a:pt x="1615" y="10821"/>
                </a:lnTo>
                <a:lnTo>
                  <a:pt x="1542" y="10895"/>
                </a:lnTo>
                <a:lnTo>
                  <a:pt x="1505" y="11005"/>
                </a:lnTo>
                <a:lnTo>
                  <a:pt x="1542" y="11078"/>
                </a:lnTo>
                <a:lnTo>
                  <a:pt x="1652" y="11151"/>
                </a:lnTo>
                <a:lnTo>
                  <a:pt x="2055" y="11151"/>
                </a:lnTo>
                <a:lnTo>
                  <a:pt x="2129" y="11408"/>
                </a:lnTo>
                <a:lnTo>
                  <a:pt x="2239" y="11592"/>
                </a:lnTo>
                <a:lnTo>
                  <a:pt x="2275" y="11628"/>
                </a:lnTo>
                <a:lnTo>
                  <a:pt x="2349" y="11628"/>
                </a:lnTo>
                <a:lnTo>
                  <a:pt x="2422" y="11592"/>
                </a:lnTo>
                <a:lnTo>
                  <a:pt x="2459" y="11555"/>
                </a:lnTo>
                <a:lnTo>
                  <a:pt x="2532" y="11371"/>
                </a:lnTo>
                <a:lnTo>
                  <a:pt x="2569" y="11188"/>
                </a:lnTo>
                <a:lnTo>
                  <a:pt x="2569" y="11005"/>
                </a:lnTo>
                <a:lnTo>
                  <a:pt x="2532" y="10785"/>
                </a:lnTo>
                <a:lnTo>
                  <a:pt x="2679" y="10821"/>
                </a:lnTo>
                <a:lnTo>
                  <a:pt x="3009" y="10821"/>
                </a:lnTo>
                <a:lnTo>
                  <a:pt x="2936" y="11408"/>
                </a:lnTo>
                <a:lnTo>
                  <a:pt x="2862" y="11812"/>
                </a:lnTo>
                <a:lnTo>
                  <a:pt x="2825" y="11995"/>
                </a:lnTo>
                <a:lnTo>
                  <a:pt x="2752" y="12178"/>
                </a:lnTo>
                <a:lnTo>
                  <a:pt x="2642" y="12362"/>
                </a:lnTo>
                <a:lnTo>
                  <a:pt x="2532" y="12472"/>
                </a:lnTo>
                <a:lnTo>
                  <a:pt x="2349" y="12582"/>
                </a:lnTo>
                <a:lnTo>
                  <a:pt x="2129" y="12619"/>
                </a:lnTo>
                <a:lnTo>
                  <a:pt x="1945" y="12619"/>
                </a:lnTo>
                <a:lnTo>
                  <a:pt x="1798" y="12582"/>
                </a:lnTo>
                <a:lnTo>
                  <a:pt x="1652" y="12472"/>
                </a:lnTo>
                <a:lnTo>
                  <a:pt x="1505" y="12362"/>
                </a:lnTo>
                <a:lnTo>
                  <a:pt x="1432" y="12215"/>
                </a:lnTo>
                <a:lnTo>
                  <a:pt x="1322" y="12068"/>
                </a:lnTo>
                <a:lnTo>
                  <a:pt x="1211" y="11738"/>
                </a:lnTo>
                <a:lnTo>
                  <a:pt x="1138" y="11335"/>
                </a:lnTo>
                <a:lnTo>
                  <a:pt x="1138" y="10858"/>
                </a:lnTo>
                <a:lnTo>
                  <a:pt x="1138" y="10014"/>
                </a:lnTo>
                <a:lnTo>
                  <a:pt x="1138" y="9758"/>
                </a:lnTo>
                <a:close/>
                <a:moveTo>
                  <a:pt x="625" y="0"/>
                </a:moveTo>
                <a:lnTo>
                  <a:pt x="478" y="37"/>
                </a:lnTo>
                <a:lnTo>
                  <a:pt x="331" y="110"/>
                </a:lnTo>
                <a:lnTo>
                  <a:pt x="294" y="184"/>
                </a:lnTo>
                <a:lnTo>
                  <a:pt x="294" y="220"/>
                </a:lnTo>
                <a:lnTo>
                  <a:pt x="294" y="294"/>
                </a:lnTo>
                <a:lnTo>
                  <a:pt x="331" y="330"/>
                </a:lnTo>
                <a:lnTo>
                  <a:pt x="294" y="587"/>
                </a:lnTo>
                <a:lnTo>
                  <a:pt x="294" y="844"/>
                </a:lnTo>
                <a:lnTo>
                  <a:pt x="331" y="1101"/>
                </a:lnTo>
                <a:lnTo>
                  <a:pt x="368" y="1321"/>
                </a:lnTo>
                <a:lnTo>
                  <a:pt x="551" y="1834"/>
                </a:lnTo>
                <a:lnTo>
                  <a:pt x="735" y="2274"/>
                </a:lnTo>
                <a:lnTo>
                  <a:pt x="918" y="2641"/>
                </a:lnTo>
                <a:lnTo>
                  <a:pt x="1175" y="3008"/>
                </a:lnTo>
                <a:lnTo>
                  <a:pt x="1322" y="3155"/>
                </a:lnTo>
                <a:lnTo>
                  <a:pt x="1505" y="3265"/>
                </a:lnTo>
                <a:lnTo>
                  <a:pt x="1652" y="3375"/>
                </a:lnTo>
                <a:lnTo>
                  <a:pt x="1872" y="3375"/>
                </a:lnTo>
                <a:lnTo>
                  <a:pt x="1798" y="3815"/>
                </a:lnTo>
                <a:lnTo>
                  <a:pt x="1725" y="4365"/>
                </a:lnTo>
                <a:lnTo>
                  <a:pt x="1725" y="4659"/>
                </a:lnTo>
                <a:lnTo>
                  <a:pt x="1762" y="4806"/>
                </a:lnTo>
                <a:lnTo>
                  <a:pt x="1798" y="4916"/>
                </a:lnTo>
                <a:lnTo>
                  <a:pt x="1762" y="5319"/>
                </a:lnTo>
                <a:lnTo>
                  <a:pt x="1615" y="5319"/>
                </a:lnTo>
                <a:lnTo>
                  <a:pt x="1138" y="5282"/>
                </a:lnTo>
                <a:lnTo>
                  <a:pt x="918" y="5246"/>
                </a:lnTo>
                <a:lnTo>
                  <a:pt x="698" y="5282"/>
                </a:lnTo>
                <a:lnTo>
                  <a:pt x="404" y="5392"/>
                </a:lnTo>
                <a:lnTo>
                  <a:pt x="294" y="5466"/>
                </a:lnTo>
                <a:lnTo>
                  <a:pt x="184" y="5576"/>
                </a:lnTo>
                <a:lnTo>
                  <a:pt x="111" y="5686"/>
                </a:lnTo>
                <a:lnTo>
                  <a:pt x="74" y="5796"/>
                </a:lnTo>
                <a:lnTo>
                  <a:pt x="38" y="5943"/>
                </a:lnTo>
                <a:lnTo>
                  <a:pt x="1" y="6089"/>
                </a:lnTo>
                <a:lnTo>
                  <a:pt x="38" y="6163"/>
                </a:lnTo>
                <a:lnTo>
                  <a:pt x="111" y="6199"/>
                </a:lnTo>
                <a:lnTo>
                  <a:pt x="38" y="6273"/>
                </a:lnTo>
                <a:lnTo>
                  <a:pt x="38" y="6346"/>
                </a:lnTo>
                <a:lnTo>
                  <a:pt x="38" y="6456"/>
                </a:lnTo>
                <a:lnTo>
                  <a:pt x="111" y="6530"/>
                </a:lnTo>
                <a:lnTo>
                  <a:pt x="184" y="6566"/>
                </a:lnTo>
                <a:lnTo>
                  <a:pt x="294" y="6566"/>
                </a:lnTo>
                <a:lnTo>
                  <a:pt x="368" y="6493"/>
                </a:lnTo>
                <a:lnTo>
                  <a:pt x="441" y="6493"/>
                </a:lnTo>
                <a:lnTo>
                  <a:pt x="441" y="6530"/>
                </a:lnTo>
                <a:lnTo>
                  <a:pt x="441" y="6786"/>
                </a:lnTo>
                <a:lnTo>
                  <a:pt x="441" y="7080"/>
                </a:lnTo>
                <a:lnTo>
                  <a:pt x="515" y="7593"/>
                </a:lnTo>
                <a:lnTo>
                  <a:pt x="588" y="8657"/>
                </a:lnTo>
                <a:lnTo>
                  <a:pt x="625" y="9721"/>
                </a:lnTo>
                <a:lnTo>
                  <a:pt x="625" y="10785"/>
                </a:lnTo>
                <a:lnTo>
                  <a:pt x="661" y="11225"/>
                </a:lnTo>
                <a:lnTo>
                  <a:pt x="698" y="11665"/>
                </a:lnTo>
                <a:lnTo>
                  <a:pt x="808" y="12105"/>
                </a:lnTo>
                <a:lnTo>
                  <a:pt x="881" y="12289"/>
                </a:lnTo>
                <a:lnTo>
                  <a:pt x="991" y="12509"/>
                </a:lnTo>
                <a:lnTo>
                  <a:pt x="1065" y="12655"/>
                </a:lnTo>
                <a:lnTo>
                  <a:pt x="1175" y="12765"/>
                </a:lnTo>
                <a:lnTo>
                  <a:pt x="1322" y="12912"/>
                </a:lnTo>
                <a:lnTo>
                  <a:pt x="1468" y="12985"/>
                </a:lnTo>
                <a:lnTo>
                  <a:pt x="1615" y="13059"/>
                </a:lnTo>
                <a:lnTo>
                  <a:pt x="1798" y="13096"/>
                </a:lnTo>
                <a:lnTo>
                  <a:pt x="1945" y="13132"/>
                </a:lnTo>
                <a:lnTo>
                  <a:pt x="2129" y="13169"/>
                </a:lnTo>
                <a:lnTo>
                  <a:pt x="2349" y="13132"/>
                </a:lnTo>
                <a:lnTo>
                  <a:pt x="2569" y="13096"/>
                </a:lnTo>
                <a:lnTo>
                  <a:pt x="2752" y="12985"/>
                </a:lnTo>
                <a:lnTo>
                  <a:pt x="2899" y="12875"/>
                </a:lnTo>
                <a:lnTo>
                  <a:pt x="3009" y="12765"/>
                </a:lnTo>
                <a:lnTo>
                  <a:pt x="3119" y="12582"/>
                </a:lnTo>
                <a:lnTo>
                  <a:pt x="3302" y="12215"/>
                </a:lnTo>
                <a:lnTo>
                  <a:pt x="3412" y="11812"/>
                </a:lnTo>
                <a:lnTo>
                  <a:pt x="3449" y="11408"/>
                </a:lnTo>
                <a:lnTo>
                  <a:pt x="3522" y="10601"/>
                </a:lnTo>
                <a:lnTo>
                  <a:pt x="3632" y="9647"/>
                </a:lnTo>
                <a:lnTo>
                  <a:pt x="3669" y="8657"/>
                </a:lnTo>
                <a:lnTo>
                  <a:pt x="3669" y="7667"/>
                </a:lnTo>
                <a:lnTo>
                  <a:pt x="3669" y="6676"/>
                </a:lnTo>
                <a:lnTo>
                  <a:pt x="3743" y="6603"/>
                </a:lnTo>
                <a:lnTo>
                  <a:pt x="3779" y="6530"/>
                </a:lnTo>
                <a:lnTo>
                  <a:pt x="3779" y="6456"/>
                </a:lnTo>
                <a:lnTo>
                  <a:pt x="3889" y="6273"/>
                </a:lnTo>
                <a:lnTo>
                  <a:pt x="3963" y="6053"/>
                </a:lnTo>
                <a:lnTo>
                  <a:pt x="3999" y="5833"/>
                </a:lnTo>
                <a:lnTo>
                  <a:pt x="3963" y="5723"/>
                </a:lnTo>
                <a:lnTo>
                  <a:pt x="3926" y="5612"/>
                </a:lnTo>
                <a:lnTo>
                  <a:pt x="3816" y="5502"/>
                </a:lnTo>
                <a:lnTo>
                  <a:pt x="3669" y="5429"/>
                </a:lnTo>
                <a:lnTo>
                  <a:pt x="3486" y="5392"/>
                </a:lnTo>
                <a:lnTo>
                  <a:pt x="3266" y="5356"/>
                </a:lnTo>
                <a:lnTo>
                  <a:pt x="2532" y="5356"/>
                </a:lnTo>
                <a:lnTo>
                  <a:pt x="2165" y="5319"/>
                </a:lnTo>
                <a:lnTo>
                  <a:pt x="2092" y="4806"/>
                </a:lnTo>
                <a:lnTo>
                  <a:pt x="2165" y="4585"/>
                </a:lnTo>
                <a:lnTo>
                  <a:pt x="2165" y="4365"/>
                </a:lnTo>
                <a:lnTo>
                  <a:pt x="2202" y="3962"/>
                </a:lnTo>
                <a:lnTo>
                  <a:pt x="2459" y="4145"/>
                </a:lnTo>
                <a:lnTo>
                  <a:pt x="2715" y="4292"/>
                </a:lnTo>
                <a:lnTo>
                  <a:pt x="2972" y="4402"/>
                </a:lnTo>
                <a:lnTo>
                  <a:pt x="3266" y="4475"/>
                </a:lnTo>
                <a:lnTo>
                  <a:pt x="3522" y="4549"/>
                </a:lnTo>
                <a:lnTo>
                  <a:pt x="3816" y="4585"/>
                </a:lnTo>
                <a:lnTo>
                  <a:pt x="4403" y="4585"/>
                </a:lnTo>
                <a:lnTo>
                  <a:pt x="4660" y="4549"/>
                </a:lnTo>
                <a:lnTo>
                  <a:pt x="4953" y="4475"/>
                </a:lnTo>
                <a:lnTo>
                  <a:pt x="5210" y="4402"/>
                </a:lnTo>
                <a:lnTo>
                  <a:pt x="5503" y="4292"/>
                </a:lnTo>
                <a:lnTo>
                  <a:pt x="5760" y="4182"/>
                </a:lnTo>
                <a:lnTo>
                  <a:pt x="5833" y="4109"/>
                </a:lnTo>
                <a:lnTo>
                  <a:pt x="5833" y="3999"/>
                </a:lnTo>
                <a:lnTo>
                  <a:pt x="5833" y="3888"/>
                </a:lnTo>
                <a:lnTo>
                  <a:pt x="5797" y="3778"/>
                </a:lnTo>
                <a:lnTo>
                  <a:pt x="5797" y="3778"/>
                </a:lnTo>
                <a:lnTo>
                  <a:pt x="5833" y="3815"/>
                </a:lnTo>
                <a:lnTo>
                  <a:pt x="5980" y="3962"/>
                </a:lnTo>
                <a:lnTo>
                  <a:pt x="6053" y="3999"/>
                </a:lnTo>
                <a:lnTo>
                  <a:pt x="6200" y="4035"/>
                </a:lnTo>
                <a:lnTo>
                  <a:pt x="6237" y="4035"/>
                </a:lnTo>
                <a:lnTo>
                  <a:pt x="6274" y="3999"/>
                </a:lnTo>
                <a:lnTo>
                  <a:pt x="6347" y="3888"/>
                </a:lnTo>
                <a:lnTo>
                  <a:pt x="6310" y="3742"/>
                </a:lnTo>
                <a:lnTo>
                  <a:pt x="6274" y="3632"/>
                </a:lnTo>
                <a:lnTo>
                  <a:pt x="6200" y="3522"/>
                </a:lnTo>
                <a:lnTo>
                  <a:pt x="6090" y="3375"/>
                </a:lnTo>
                <a:lnTo>
                  <a:pt x="5833" y="3192"/>
                </a:lnTo>
                <a:lnTo>
                  <a:pt x="5613" y="3045"/>
                </a:lnTo>
                <a:lnTo>
                  <a:pt x="5283" y="2861"/>
                </a:lnTo>
                <a:lnTo>
                  <a:pt x="4953" y="2715"/>
                </a:lnTo>
                <a:lnTo>
                  <a:pt x="4256" y="2495"/>
                </a:lnTo>
                <a:lnTo>
                  <a:pt x="3926" y="2421"/>
                </a:lnTo>
                <a:lnTo>
                  <a:pt x="3596" y="2385"/>
                </a:lnTo>
                <a:lnTo>
                  <a:pt x="3302" y="2458"/>
                </a:lnTo>
                <a:lnTo>
                  <a:pt x="2972" y="2605"/>
                </a:lnTo>
                <a:lnTo>
                  <a:pt x="2679" y="2788"/>
                </a:lnTo>
                <a:lnTo>
                  <a:pt x="2349" y="3081"/>
                </a:lnTo>
                <a:lnTo>
                  <a:pt x="2349" y="3045"/>
                </a:lnTo>
                <a:lnTo>
                  <a:pt x="2385" y="2788"/>
                </a:lnTo>
                <a:lnTo>
                  <a:pt x="2459" y="2568"/>
                </a:lnTo>
                <a:lnTo>
                  <a:pt x="2495" y="2458"/>
                </a:lnTo>
                <a:lnTo>
                  <a:pt x="2495" y="2311"/>
                </a:lnTo>
                <a:lnTo>
                  <a:pt x="2495" y="2201"/>
                </a:lnTo>
                <a:lnTo>
                  <a:pt x="2422" y="2128"/>
                </a:lnTo>
                <a:lnTo>
                  <a:pt x="2385" y="1871"/>
                </a:lnTo>
                <a:lnTo>
                  <a:pt x="2312" y="1614"/>
                </a:lnTo>
                <a:lnTo>
                  <a:pt x="2129" y="1137"/>
                </a:lnTo>
                <a:lnTo>
                  <a:pt x="2018" y="917"/>
                </a:lnTo>
                <a:lnTo>
                  <a:pt x="1835" y="661"/>
                </a:lnTo>
                <a:lnTo>
                  <a:pt x="1652" y="440"/>
                </a:lnTo>
                <a:lnTo>
                  <a:pt x="1395" y="220"/>
                </a:lnTo>
                <a:lnTo>
                  <a:pt x="1138" y="74"/>
                </a:lnTo>
                <a:lnTo>
                  <a:pt x="881" y="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512" name="Google Shape;512;p10"/>
          <p:cNvSpPr/>
          <p:nvPr/>
        </p:nvSpPr>
        <p:spPr>
          <a:xfrm rot="1920548">
            <a:off x="10967401" y="833700"/>
            <a:ext cx="668696" cy="567409"/>
          </a:xfrm>
          <a:custGeom>
            <a:avLst/>
            <a:gdLst/>
            <a:ahLst/>
            <a:cxnLst/>
            <a:rect l="l" t="t" r="r" b="b"/>
            <a:pathLst>
              <a:path w="17681" h="15004" extrusionOk="0">
                <a:moveTo>
                  <a:pt x="6823" y="1981"/>
                </a:moveTo>
                <a:lnTo>
                  <a:pt x="6676" y="2018"/>
                </a:lnTo>
                <a:lnTo>
                  <a:pt x="6566" y="2055"/>
                </a:lnTo>
                <a:lnTo>
                  <a:pt x="6493" y="2201"/>
                </a:lnTo>
                <a:lnTo>
                  <a:pt x="6420" y="2385"/>
                </a:lnTo>
                <a:lnTo>
                  <a:pt x="6383" y="2531"/>
                </a:lnTo>
                <a:lnTo>
                  <a:pt x="6383" y="2641"/>
                </a:lnTo>
                <a:lnTo>
                  <a:pt x="6420" y="2752"/>
                </a:lnTo>
                <a:lnTo>
                  <a:pt x="6493" y="2825"/>
                </a:lnTo>
                <a:lnTo>
                  <a:pt x="6566" y="2862"/>
                </a:lnTo>
                <a:lnTo>
                  <a:pt x="6713" y="2862"/>
                </a:lnTo>
                <a:lnTo>
                  <a:pt x="6860" y="2825"/>
                </a:lnTo>
                <a:lnTo>
                  <a:pt x="6933" y="2752"/>
                </a:lnTo>
                <a:lnTo>
                  <a:pt x="7006" y="2641"/>
                </a:lnTo>
                <a:lnTo>
                  <a:pt x="7080" y="2531"/>
                </a:lnTo>
                <a:lnTo>
                  <a:pt x="7080" y="2421"/>
                </a:lnTo>
                <a:lnTo>
                  <a:pt x="7080" y="2275"/>
                </a:lnTo>
                <a:lnTo>
                  <a:pt x="7006" y="2165"/>
                </a:lnTo>
                <a:lnTo>
                  <a:pt x="6933" y="2055"/>
                </a:lnTo>
                <a:lnTo>
                  <a:pt x="6823" y="1981"/>
                </a:lnTo>
                <a:close/>
                <a:moveTo>
                  <a:pt x="5282" y="2641"/>
                </a:moveTo>
                <a:lnTo>
                  <a:pt x="5209" y="2678"/>
                </a:lnTo>
                <a:lnTo>
                  <a:pt x="5136" y="2715"/>
                </a:lnTo>
                <a:lnTo>
                  <a:pt x="5062" y="2788"/>
                </a:lnTo>
                <a:lnTo>
                  <a:pt x="5062" y="2898"/>
                </a:lnTo>
                <a:lnTo>
                  <a:pt x="5062" y="2935"/>
                </a:lnTo>
                <a:lnTo>
                  <a:pt x="4989" y="2972"/>
                </a:lnTo>
                <a:lnTo>
                  <a:pt x="4952" y="3045"/>
                </a:lnTo>
                <a:lnTo>
                  <a:pt x="4952" y="3118"/>
                </a:lnTo>
                <a:lnTo>
                  <a:pt x="4952" y="3228"/>
                </a:lnTo>
                <a:lnTo>
                  <a:pt x="5026" y="3338"/>
                </a:lnTo>
                <a:lnTo>
                  <a:pt x="5099" y="3412"/>
                </a:lnTo>
                <a:lnTo>
                  <a:pt x="5319" y="3412"/>
                </a:lnTo>
                <a:lnTo>
                  <a:pt x="5429" y="3338"/>
                </a:lnTo>
                <a:lnTo>
                  <a:pt x="5502" y="3265"/>
                </a:lnTo>
                <a:lnTo>
                  <a:pt x="5576" y="3155"/>
                </a:lnTo>
                <a:lnTo>
                  <a:pt x="5613" y="3008"/>
                </a:lnTo>
                <a:lnTo>
                  <a:pt x="5576" y="2862"/>
                </a:lnTo>
                <a:lnTo>
                  <a:pt x="5502" y="2752"/>
                </a:lnTo>
                <a:lnTo>
                  <a:pt x="5392" y="2678"/>
                </a:lnTo>
                <a:lnTo>
                  <a:pt x="5282" y="2641"/>
                </a:lnTo>
                <a:close/>
                <a:moveTo>
                  <a:pt x="6786" y="3559"/>
                </a:moveTo>
                <a:lnTo>
                  <a:pt x="6640" y="3595"/>
                </a:lnTo>
                <a:lnTo>
                  <a:pt x="6493" y="3705"/>
                </a:lnTo>
                <a:lnTo>
                  <a:pt x="6383" y="3815"/>
                </a:lnTo>
                <a:lnTo>
                  <a:pt x="6309" y="3962"/>
                </a:lnTo>
                <a:lnTo>
                  <a:pt x="6273" y="4109"/>
                </a:lnTo>
                <a:lnTo>
                  <a:pt x="6273" y="4255"/>
                </a:lnTo>
                <a:lnTo>
                  <a:pt x="6273" y="4366"/>
                </a:lnTo>
                <a:lnTo>
                  <a:pt x="6383" y="4439"/>
                </a:lnTo>
                <a:lnTo>
                  <a:pt x="6493" y="4476"/>
                </a:lnTo>
                <a:lnTo>
                  <a:pt x="6603" y="4439"/>
                </a:lnTo>
                <a:lnTo>
                  <a:pt x="6750" y="4329"/>
                </a:lnTo>
                <a:lnTo>
                  <a:pt x="6860" y="4329"/>
                </a:lnTo>
                <a:lnTo>
                  <a:pt x="6970" y="4292"/>
                </a:lnTo>
                <a:lnTo>
                  <a:pt x="7080" y="4182"/>
                </a:lnTo>
                <a:lnTo>
                  <a:pt x="7153" y="4035"/>
                </a:lnTo>
                <a:lnTo>
                  <a:pt x="7153" y="3852"/>
                </a:lnTo>
                <a:lnTo>
                  <a:pt x="7080" y="3705"/>
                </a:lnTo>
                <a:lnTo>
                  <a:pt x="7043" y="3632"/>
                </a:lnTo>
                <a:lnTo>
                  <a:pt x="6970" y="3595"/>
                </a:lnTo>
                <a:lnTo>
                  <a:pt x="6786" y="3559"/>
                </a:lnTo>
                <a:close/>
                <a:moveTo>
                  <a:pt x="4806" y="5979"/>
                </a:moveTo>
                <a:lnTo>
                  <a:pt x="4622" y="6090"/>
                </a:lnTo>
                <a:lnTo>
                  <a:pt x="4439" y="6200"/>
                </a:lnTo>
                <a:lnTo>
                  <a:pt x="4402" y="6236"/>
                </a:lnTo>
                <a:lnTo>
                  <a:pt x="4329" y="6310"/>
                </a:lnTo>
                <a:lnTo>
                  <a:pt x="4255" y="6383"/>
                </a:lnTo>
                <a:lnTo>
                  <a:pt x="4219" y="6493"/>
                </a:lnTo>
                <a:lnTo>
                  <a:pt x="4219" y="6566"/>
                </a:lnTo>
                <a:lnTo>
                  <a:pt x="4255" y="6713"/>
                </a:lnTo>
                <a:lnTo>
                  <a:pt x="4329" y="6860"/>
                </a:lnTo>
                <a:lnTo>
                  <a:pt x="4365" y="6897"/>
                </a:lnTo>
                <a:lnTo>
                  <a:pt x="4475" y="6970"/>
                </a:lnTo>
                <a:lnTo>
                  <a:pt x="4585" y="7007"/>
                </a:lnTo>
                <a:lnTo>
                  <a:pt x="4696" y="7043"/>
                </a:lnTo>
                <a:lnTo>
                  <a:pt x="4842" y="7007"/>
                </a:lnTo>
                <a:lnTo>
                  <a:pt x="4952" y="6970"/>
                </a:lnTo>
                <a:lnTo>
                  <a:pt x="5026" y="6897"/>
                </a:lnTo>
                <a:lnTo>
                  <a:pt x="5209" y="6750"/>
                </a:lnTo>
                <a:lnTo>
                  <a:pt x="5282" y="6640"/>
                </a:lnTo>
                <a:lnTo>
                  <a:pt x="5319" y="6493"/>
                </a:lnTo>
                <a:lnTo>
                  <a:pt x="5356" y="6346"/>
                </a:lnTo>
                <a:lnTo>
                  <a:pt x="5356" y="6236"/>
                </a:lnTo>
                <a:lnTo>
                  <a:pt x="5282" y="6126"/>
                </a:lnTo>
                <a:lnTo>
                  <a:pt x="5209" y="6053"/>
                </a:lnTo>
                <a:lnTo>
                  <a:pt x="5136" y="5979"/>
                </a:lnTo>
                <a:close/>
                <a:moveTo>
                  <a:pt x="4219" y="4916"/>
                </a:moveTo>
                <a:lnTo>
                  <a:pt x="4219" y="5062"/>
                </a:lnTo>
                <a:lnTo>
                  <a:pt x="4255" y="5136"/>
                </a:lnTo>
                <a:lnTo>
                  <a:pt x="4292" y="5173"/>
                </a:lnTo>
                <a:lnTo>
                  <a:pt x="4439" y="5209"/>
                </a:lnTo>
                <a:lnTo>
                  <a:pt x="4549" y="5173"/>
                </a:lnTo>
                <a:lnTo>
                  <a:pt x="4585" y="5136"/>
                </a:lnTo>
                <a:lnTo>
                  <a:pt x="4622" y="5062"/>
                </a:lnTo>
                <a:lnTo>
                  <a:pt x="4659" y="5026"/>
                </a:lnTo>
                <a:lnTo>
                  <a:pt x="4989" y="5136"/>
                </a:lnTo>
                <a:lnTo>
                  <a:pt x="5319" y="5209"/>
                </a:lnTo>
                <a:lnTo>
                  <a:pt x="5392" y="5319"/>
                </a:lnTo>
                <a:lnTo>
                  <a:pt x="5466" y="5429"/>
                </a:lnTo>
                <a:lnTo>
                  <a:pt x="5686" y="5613"/>
                </a:lnTo>
                <a:lnTo>
                  <a:pt x="5869" y="5833"/>
                </a:lnTo>
                <a:lnTo>
                  <a:pt x="5979" y="6053"/>
                </a:lnTo>
                <a:lnTo>
                  <a:pt x="6016" y="6273"/>
                </a:lnTo>
                <a:lnTo>
                  <a:pt x="5979" y="6530"/>
                </a:lnTo>
                <a:lnTo>
                  <a:pt x="5943" y="6676"/>
                </a:lnTo>
                <a:lnTo>
                  <a:pt x="5869" y="6823"/>
                </a:lnTo>
                <a:lnTo>
                  <a:pt x="5686" y="7080"/>
                </a:lnTo>
                <a:lnTo>
                  <a:pt x="5466" y="7227"/>
                </a:lnTo>
                <a:lnTo>
                  <a:pt x="5209" y="7373"/>
                </a:lnTo>
                <a:lnTo>
                  <a:pt x="4916" y="7447"/>
                </a:lnTo>
                <a:lnTo>
                  <a:pt x="4622" y="7483"/>
                </a:lnTo>
                <a:lnTo>
                  <a:pt x="4329" y="7520"/>
                </a:lnTo>
                <a:lnTo>
                  <a:pt x="4035" y="7483"/>
                </a:lnTo>
                <a:lnTo>
                  <a:pt x="3778" y="7447"/>
                </a:lnTo>
                <a:lnTo>
                  <a:pt x="3485" y="7337"/>
                </a:lnTo>
                <a:lnTo>
                  <a:pt x="3338" y="7227"/>
                </a:lnTo>
                <a:lnTo>
                  <a:pt x="3228" y="7080"/>
                </a:lnTo>
                <a:lnTo>
                  <a:pt x="3155" y="6897"/>
                </a:lnTo>
                <a:lnTo>
                  <a:pt x="3118" y="6713"/>
                </a:lnTo>
                <a:lnTo>
                  <a:pt x="3082" y="6383"/>
                </a:lnTo>
                <a:lnTo>
                  <a:pt x="3155" y="6090"/>
                </a:lnTo>
                <a:lnTo>
                  <a:pt x="3228" y="5796"/>
                </a:lnTo>
                <a:lnTo>
                  <a:pt x="3375" y="5539"/>
                </a:lnTo>
                <a:lnTo>
                  <a:pt x="3558" y="5319"/>
                </a:lnTo>
                <a:lnTo>
                  <a:pt x="3742" y="5173"/>
                </a:lnTo>
                <a:lnTo>
                  <a:pt x="3962" y="5026"/>
                </a:lnTo>
                <a:lnTo>
                  <a:pt x="4219" y="4916"/>
                </a:lnTo>
                <a:close/>
                <a:moveTo>
                  <a:pt x="11628" y="7190"/>
                </a:moveTo>
                <a:lnTo>
                  <a:pt x="11958" y="7263"/>
                </a:lnTo>
                <a:lnTo>
                  <a:pt x="12252" y="7263"/>
                </a:lnTo>
                <a:lnTo>
                  <a:pt x="12362" y="7227"/>
                </a:lnTo>
                <a:lnTo>
                  <a:pt x="12435" y="7447"/>
                </a:lnTo>
                <a:lnTo>
                  <a:pt x="12509" y="7704"/>
                </a:lnTo>
                <a:lnTo>
                  <a:pt x="12509" y="7814"/>
                </a:lnTo>
                <a:lnTo>
                  <a:pt x="12472" y="7814"/>
                </a:lnTo>
                <a:lnTo>
                  <a:pt x="12399" y="7850"/>
                </a:lnTo>
                <a:lnTo>
                  <a:pt x="12399" y="7887"/>
                </a:lnTo>
                <a:lnTo>
                  <a:pt x="12252" y="7814"/>
                </a:lnTo>
                <a:lnTo>
                  <a:pt x="11738" y="7557"/>
                </a:lnTo>
                <a:lnTo>
                  <a:pt x="11702" y="7483"/>
                </a:lnTo>
                <a:lnTo>
                  <a:pt x="11628" y="7373"/>
                </a:lnTo>
                <a:lnTo>
                  <a:pt x="11628" y="7190"/>
                </a:lnTo>
                <a:close/>
                <a:moveTo>
                  <a:pt x="4329" y="4402"/>
                </a:moveTo>
                <a:lnTo>
                  <a:pt x="4255" y="4476"/>
                </a:lnTo>
                <a:lnTo>
                  <a:pt x="4035" y="4512"/>
                </a:lnTo>
                <a:lnTo>
                  <a:pt x="3815" y="4622"/>
                </a:lnTo>
                <a:lnTo>
                  <a:pt x="3632" y="4732"/>
                </a:lnTo>
                <a:lnTo>
                  <a:pt x="3448" y="4842"/>
                </a:lnTo>
                <a:lnTo>
                  <a:pt x="3265" y="4989"/>
                </a:lnTo>
                <a:lnTo>
                  <a:pt x="3082" y="5173"/>
                </a:lnTo>
                <a:lnTo>
                  <a:pt x="2971" y="5356"/>
                </a:lnTo>
                <a:lnTo>
                  <a:pt x="2825" y="5576"/>
                </a:lnTo>
                <a:lnTo>
                  <a:pt x="2715" y="5906"/>
                </a:lnTo>
                <a:lnTo>
                  <a:pt x="2641" y="6236"/>
                </a:lnTo>
                <a:lnTo>
                  <a:pt x="2641" y="6603"/>
                </a:lnTo>
                <a:lnTo>
                  <a:pt x="2678" y="6933"/>
                </a:lnTo>
                <a:lnTo>
                  <a:pt x="2825" y="7263"/>
                </a:lnTo>
                <a:lnTo>
                  <a:pt x="3008" y="7520"/>
                </a:lnTo>
                <a:lnTo>
                  <a:pt x="3118" y="7667"/>
                </a:lnTo>
                <a:lnTo>
                  <a:pt x="3265" y="7740"/>
                </a:lnTo>
                <a:lnTo>
                  <a:pt x="3412" y="7850"/>
                </a:lnTo>
                <a:lnTo>
                  <a:pt x="3595" y="7887"/>
                </a:lnTo>
                <a:lnTo>
                  <a:pt x="3962" y="7997"/>
                </a:lnTo>
                <a:lnTo>
                  <a:pt x="4292" y="8034"/>
                </a:lnTo>
                <a:lnTo>
                  <a:pt x="4659" y="7997"/>
                </a:lnTo>
                <a:lnTo>
                  <a:pt x="5026" y="7960"/>
                </a:lnTo>
                <a:lnTo>
                  <a:pt x="5356" y="7850"/>
                </a:lnTo>
                <a:lnTo>
                  <a:pt x="5686" y="7704"/>
                </a:lnTo>
                <a:lnTo>
                  <a:pt x="5979" y="7483"/>
                </a:lnTo>
                <a:lnTo>
                  <a:pt x="6236" y="7227"/>
                </a:lnTo>
                <a:lnTo>
                  <a:pt x="6383" y="6933"/>
                </a:lnTo>
                <a:lnTo>
                  <a:pt x="6456" y="6640"/>
                </a:lnTo>
                <a:lnTo>
                  <a:pt x="6530" y="6346"/>
                </a:lnTo>
                <a:lnTo>
                  <a:pt x="6493" y="6016"/>
                </a:lnTo>
                <a:lnTo>
                  <a:pt x="6420" y="5759"/>
                </a:lnTo>
                <a:lnTo>
                  <a:pt x="6273" y="5503"/>
                </a:lnTo>
                <a:lnTo>
                  <a:pt x="6163" y="5393"/>
                </a:lnTo>
                <a:lnTo>
                  <a:pt x="5979" y="5246"/>
                </a:lnTo>
                <a:lnTo>
                  <a:pt x="5833" y="5099"/>
                </a:lnTo>
                <a:lnTo>
                  <a:pt x="5796" y="5026"/>
                </a:lnTo>
                <a:lnTo>
                  <a:pt x="5796" y="4952"/>
                </a:lnTo>
                <a:lnTo>
                  <a:pt x="5759" y="4879"/>
                </a:lnTo>
                <a:lnTo>
                  <a:pt x="5723" y="4806"/>
                </a:lnTo>
                <a:lnTo>
                  <a:pt x="5649" y="4732"/>
                </a:lnTo>
                <a:lnTo>
                  <a:pt x="5539" y="4696"/>
                </a:lnTo>
                <a:lnTo>
                  <a:pt x="5209" y="4659"/>
                </a:lnTo>
                <a:lnTo>
                  <a:pt x="5136" y="4586"/>
                </a:lnTo>
                <a:lnTo>
                  <a:pt x="5136" y="4512"/>
                </a:lnTo>
                <a:lnTo>
                  <a:pt x="5062" y="4439"/>
                </a:lnTo>
                <a:lnTo>
                  <a:pt x="4585" y="4439"/>
                </a:lnTo>
                <a:lnTo>
                  <a:pt x="4475" y="4402"/>
                </a:lnTo>
                <a:close/>
                <a:moveTo>
                  <a:pt x="1761" y="7447"/>
                </a:moveTo>
                <a:lnTo>
                  <a:pt x="1908" y="7483"/>
                </a:lnTo>
                <a:lnTo>
                  <a:pt x="2054" y="7520"/>
                </a:lnTo>
                <a:lnTo>
                  <a:pt x="2164" y="7630"/>
                </a:lnTo>
                <a:lnTo>
                  <a:pt x="2275" y="7740"/>
                </a:lnTo>
                <a:lnTo>
                  <a:pt x="2348" y="7887"/>
                </a:lnTo>
                <a:lnTo>
                  <a:pt x="2348" y="8070"/>
                </a:lnTo>
                <a:lnTo>
                  <a:pt x="2348" y="8107"/>
                </a:lnTo>
                <a:lnTo>
                  <a:pt x="2311" y="8144"/>
                </a:lnTo>
                <a:lnTo>
                  <a:pt x="2238" y="8144"/>
                </a:lnTo>
                <a:lnTo>
                  <a:pt x="2128" y="8070"/>
                </a:lnTo>
                <a:lnTo>
                  <a:pt x="2018" y="7960"/>
                </a:lnTo>
                <a:lnTo>
                  <a:pt x="1908" y="7814"/>
                </a:lnTo>
                <a:lnTo>
                  <a:pt x="1724" y="7520"/>
                </a:lnTo>
                <a:lnTo>
                  <a:pt x="1651" y="7447"/>
                </a:lnTo>
                <a:close/>
                <a:moveTo>
                  <a:pt x="14233" y="7630"/>
                </a:moveTo>
                <a:lnTo>
                  <a:pt x="14159" y="7667"/>
                </a:lnTo>
                <a:lnTo>
                  <a:pt x="14123" y="7740"/>
                </a:lnTo>
                <a:lnTo>
                  <a:pt x="14013" y="7960"/>
                </a:lnTo>
                <a:lnTo>
                  <a:pt x="14013" y="8070"/>
                </a:lnTo>
                <a:lnTo>
                  <a:pt x="14049" y="8180"/>
                </a:lnTo>
                <a:lnTo>
                  <a:pt x="14086" y="8254"/>
                </a:lnTo>
                <a:lnTo>
                  <a:pt x="14159" y="8290"/>
                </a:lnTo>
                <a:lnTo>
                  <a:pt x="14306" y="8290"/>
                </a:lnTo>
                <a:lnTo>
                  <a:pt x="14416" y="8254"/>
                </a:lnTo>
                <a:lnTo>
                  <a:pt x="14453" y="8180"/>
                </a:lnTo>
                <a:lnTo>
                  <a:pt x="14490" y="8107"/>
                </a:lnTo>
                <a:lnTo>
                  <a:pt x="14490" y="7997"/>
                </a:lnTo>
                <a:lnTo>
                  <a:pt x="14490" y="7924"/>
                </a:lnTo>
                <a:lnTo>
                  <a:pt x="14490" y="7777"/>
                </a:lnTo>
                <a:lnTo>
                  <a:pt x="14453" y="7704"/>
                </a:lnTo>
                <a:lnTo>
                  <a:pt x="14416" y="7667"/>
                </a:lnTo>
                <a:lnTo>
                  <a:pt x="14306" y="7630"/>
                </a:lnTo>
                <a:close/>
                <a:moveTo>
                  <a:pt x="7410" y="6236"/>
                </a:moveTo>
                <a:lnTo>
                  <a:pt x="7300" y="6310"/>
                </a:lnTo>
                <a:lnTo>
                  <a:pt x="7227" y="6346"/>
                </a:lnTo>
                <a:lnTo>
                  <a:pt x="7190" y="6420"/>
                </a:lnTo>
                <a:lnTo>
                  <a:pt x="7153" y="6566"/>
                </a:lnTo>
                <a:lnTo>
                  <a:pt x="7153" y="6750"/>
                </a:lnTo>
                <a:lnTo>
                  <a:pt x="7190" y="6933"/>
                </a:lnTo>
                <a:lnTo>
                  <a:pt x="7227" y="7007"/>
                </a:lnTo>
                <a:lnTo>
                  <a:pt x="7300" y="7080"/>
                </a:lnTo>
                <a:lnTo>
                  <a:pt x="7667" y="7153"/>
                </a:lnTo>
                <a:lnTo>
                  <a:pt x="7410" y="7373"/>
                </a:lnTo>
                <a:lnTo>
                  <a:pt x="7263" y="7520"/>
                </a:lnTo>
                <a:lnTo>
                  <a:pt x="7190" y="7593"/>
                </a:lnTo>
                <a:lnTo>
                  <a:pt x="7153" y="7704"/>
                </a:lnTo>
                <a:lnTo>
                  <a:pt x="7153" y="7887"/>
                </a:lnTo>
                <a:lnTo>
                  <a:pt x="7227" y="8070"/>
                </a:lnTo>
                <a:lnTo>
                  <a:pt x="7337" y="8180"/>
                </a:lnTo>
                <a:lnTo>
                  <a:pt x="7483" y="8290"/>
                </a:lnTo>
                <a:lnTo>
                  <a:pt x="7520" y="8400"/>
                </a:lnTo>
                <a:lnTo>
                  <a:pt x="7557" y="8474"/>
                </a:lnTo>
                <a:lnTo>
                  <a:pt x="7593" y="8511"/>
                </a:lnTo>
                <a:lnTo>
                  <a:pt x="7740" y="8511"/>
                </a:lnTo>
                <a:lnTo>
                  <a:pt x="7813" y="8437"/>
                </a:lnTo>
                <a:lnTo>
                  <a:pt x="7850" y="8364"/>
                </a:lnTo>
                <a:lnTo>
                  <a:pt x="7923" y="8217"/>
                </a:lnTo>
                <a:lnTo>
                  <a:pt x="7923" y="8144"/>
                </a:lnTo>
                <a:lnTo>
                  <a:pt x="7887" y="8070"/>
                </a:lnTo>
                <a:lnTo>
                  <a:pt x="7850" y="7997"/>
                </a:lnTo>
                <a:lnTo>
                  <a:pt x="7777" y="7960"/>
                </a:lnTo>
                <a:lnTo>
                  <a:pt x="7667" y="7924"/>
                </a:lnTo>
                <a:lnTo>
                  <a:pt x="7630" y="7887"/>
                </a:lnTo>
                <a:lnTo>
                  <a:pt x="7630" y="7814"/>
                </a:lnTo>
                <a:lnTo>
                  <a:pt x="7630" y="7777"/>
                </a:lnTo>
                <a:lnTo>
                  <a:pt x="7703" y="7667"/>
                </a:lnTo>
                <a:lnTo>
                  <a:pt x="7850" y="7593"/>
                </a:lnTo>
                <a:lnTo>
                  <a:pt x="7997" y="7410"/>
                </a:lnTo>
                <a:lnTo>
                  <a:pt x="8107" y="7190"/>
                </a:lnTo>
                <a:lnTo>
                  <a:pt x="8107" y="7080"/>
                </a:lnTo>
                <a:lnTo>
                  <a:pt x="8070" y="6970"/>
                </a:lnTo>
                <a:lnTo>
                  <a:pt x="8034" y="6897"/>
                </a:lnTo>
                <a:lnTo>
                  <a:pt x="7960" y="6823"/>
                </a:lnTo>
                <a:lnTo>
                  <a:pt x="7740" y="6750"/>
                </a:lnTo>
                <a:lnTo>
                  <a:pt x="7520" y="6713"/>
                </a:lnTo>
                <a:lnTo>
                  <a:pt x="7557" y="6566"/>
                </a:lnTo>
                <a:lnTo>
                  <a:pt x="7593" y="6493"/>
                </a:lnTo>
                <a:lnTo>
                  <a:pt x="7667" y="6456"/>
                </a:lnTo>
                <a:lnTo>
                  <a:pt x="7703" y="6383"/>
                </a:lnTo>
                <a:lnTo>
                  <a:pt x="7667" y="6310"/>
                </a:lnTo>
                <a:lnTo>
                  <a:pt x="7593" y="6236"/>
                </a:lnTo>
                <a:close/>
                <a:moveTo>
                  <a:pt x="1651" y="6897"/>
                </a:moveTo>
                <a:lnTo>
                  <a:pt x="1578" y="6933"/>
                </a:lnTo>
                <a:lnTo>
                  <a:pt x="1541" y="7007"/>
                </a:lnTo>
                <a:lnTo>
                  <a:pt x="1504" y="7080"/>
                </a:lnTo>
                <a:lnTo>
                  <a:pt x="1504" y="7227"/>
                </a:lnTo>
                <a:lnTo>
                  <a:pt x="1541" y="7300"/>
                </a:lnTo>
                <a:lnTo>
                  <a:pt x="1578" y="7373"/>
                </a:lnTo>
                <a:lnTo>
                  <a:pt x="1541" y="7410"/>
                </a:lnTo>
                <a:lnTo>
                  <a:pt x="1504" y="7410"/>
                </a:lnTo>
                <a:lnTo>
                  <a:pt x="1468" y="7483"/>
                </a:lnTo>
                <a:lnTo>
                  <a:pt x="1431" y="7557"/>
                </a:lnTo>
                <a:lnTo>
                  <a:pt x="1468" y="7814"/>
                </a:lnTo>
                <a:lnTo>
                  <a:pt x="1578" y="8034"/>
                </a:lnTo>
                <a:lnTo>
                  <a:pt x="1724" y="8254"/>
                </a:lnTo>
                <a:lnTo>
                  <a:pt x="1908" y="8437"/>
                </a:lnTo>
                <a:lnTo>
                  <a:pt x="2128" y="8547"/>
                </a:lnTo>
                <a:lnTo>
                  <a:pt x="2238" y="8584"/>
                </a:lnTo>
                <a:lnTo>
                  <a:pt x="2348" y="8621"/>
                </a:lnTo>
                <a:lnTo>
                  <a:pt x="2458" y="8621"/>
                </a:lnTo>
                <a:lnTo>
                  <a:pt x="2568" y="8547"/>
                </a:lnTo>
                <a:lnTo>
                  <a:pt x="2641" y="8474"/>
                </a:lnTo>
                <a:lnTo>
                  <a:pt x="2715" y="8364"/>
                </a:lnTo>
                <a:lnTo>
                  <a:pt x="2788" y="8144"/>
                </a:lnTo>
                <a:lnTo>
                  <a:pt x="2788" y="7960"/>
                </a:lnTo>
                <a:lnTo>
                  <a:pt x="2751" y="7740"/>
                </a:lnTo>
                <a:lnTo>
                  <a:pt x="2678" y="7557"/>
                </a:lnTo>
                <a:lnTo>
                  <a:pt x="2531" y="7373"/>
                </a:lnTo>
                <a:lnTo>
                  <a:pt x="2385" y="7227"/>
                </a:lnTo>
                <a:lnTo>
                  <a:pt x="2201" y="7117"/>
                </a:lnTo>
                <a:lnTo>
                  <a:pt x="1981" y="7043"/>
                </a:lnTo>
                <a:lnTo>
                  <a:pt x="1908" y="6933"/>
                </a:lnTo>
                <a:lnTo>
                  <a:pt x="1834" y="6897"/>
                </a:lnTo>
                <a:close/>
                <a:moveTo>
                  <a:pt x="14306" y="7227"/>
                </a:moveTo>
                <a:lnTo>
                  <a:pt x="14453" y="7263"/>
                </a:lnTo>
                <a:lnTo>
                  <a:pt x="14563" y="7300"/>
                </a:lnTo>
                <a:lnTo>
                  <a:pt x="14636" y="7410"/>
                </a:lnTo>
                <a:lnTo>
                  <a:pt x="14673" y="7520"/>
                </a:lnTo>
                <a:lnTo>
                  <a:pt x="14673" y="7667"/>
                </a:lnTo>
                <a:lnTo>
                  <a:pt x="14673" y="7814"/>
                </a:lnTo>
                <a:lnTo>
                  <a:pt x="14600" y="8070"/>
                </a:lnTo>
                <a:lnTo>
                  <a:pt x="14490" y="8290"/>
                </a:lnTo>
                <a:lnTo>
                  <a:pt x="14343" y="8511"/>
                </a:lnTo>
                <a:lnTo>
                  <a:pt x="14269" y="8584"/>
                </a:lnTo>
                <a:lnTo>
                  <a:pt x="14196" y="8621"/>
                </a:lnTo>
                <a:lnTo>
                  <a:pt x="14123" y="8621"/>
                </a:lnTo>
                <a:lnTo>
                  <a:pt x="14049" y="8584"/>
                </a:lnTo>
                <a:lnTo>
                  <a:pt x="14013" y="8547"/>
                </a:lnTo>
                <a:lnTo>
                  <a:pt x="13976" y="8474"/>
                </a:lnTo>
                <a:lnTo>
                  <a:pt x="13903" y="8290"/>
                </a:lnTo>
                <a:lnTo>
                  <a:pt x="13939" y="8034"/>
                </a:lnTo>
                <a:lnTo>
                  <a:pt x="13976" y="7777"/>
                </a:lnTo>
                <a:lnTo>
                  <a:pt x="14086" y="7263"/>
                </a:lnTo>
                <a:lnTo>
                  <a:pt x="14306" y="7227"/>
                </a:lnTo>
                <a:close/>
                <a:moveTo>
                  <a:pt x="14233" y="6750"/>
                </a:moveTo>
                <a:lnTo>
                  <a:pt x="14123" y="6786"/>
                </a:lnTo>
                <a:lnTo>
                  <a:pt x="13866" y="6786"/>
                </a:lnTo>
                <a:lnTo>
                  <a:pt x="13829" y="6823"/>
                </a:lnTo>
                <a:lnTo>
                  <a:pt x="13756" y="6933"/>
                </a:lnTo>
                <a:lnTo>
                  <a:pt x="13609" y="7373"/>
                </a:lnTo>
                <a:lnTo>
                  <a:pt x="13499" y="7850"/>
                </a:lnTo>
                <a:lnTo>
                  <a:pt x="13462" y="8107"/>
                </a:lnTo>
                <a:lnTo>
                  <a:pt x="13462" y="8327"/>
                </a:lnTo>
                <a:lnTo>
                  <a:pt x="13499" y="8584"/>
                </a:lnTo>
                <a:lnTo>
                  <a:pt x="13572" y="8804"/>
                </a:lnTo>
                <a:lnTo>
                  <a:pt x="13683" y="8914"/>
                </a:lnTo>
                <a:lnTo>
                  <a:pt x="13829" y="9024"/>
                </a:lnTo>
                <a:lnTo>
                  <a:pt x="13976" y="9097"/>
                </a:lnTo>
                <a:lnTo>
                  <a:pt x="14123" y="9134"/>
                </a:lnTo>
                <a:lnTo>
                  <a:pt x="14343" y="9097"/>
                </a:lnTo>
                <a:lnTo>
                  <a:pt x="14490" y="9024"/>
                </a:lnTo>
                <a:lnTo>
                  <a:pt x="14600" y="8877"/>
                </a:lnTo>
                <a:lnTo>
                  <a:pt x="14746" y="8731"/>
                </a:lnTo>
                <a:lnTo>
                  <a:pt x="14966" y="8400"/>
                </a:lnTo>
                <a:lnTo>
                  <a:pt x="15076" y="8180"/>
                </a:lnTo>
                <a:lnTo>
                  <a:pt x="15113" y="7997"/>
                </a:lnTo>
                <a:lnTo>
                  <a:pt x="15150" y="7814"/>
                </a:lnTo>
                <a:lnTo>
                  <a:pt x="15150" y="7593"/>
                </a:lnTo>
                <a:lnTo>
                  <a:pt x="15113" y="7410"/>
                </a:lnTo>
                <a:lnTo>
                  <a:pt x="15040" y="7190"/>
                </a:lnTo>
                <a:lnTo>
                  <a:pt x="15003" y="7080"/>
                </a:lnTo>
                <a:lnTo>
                  <a:pt x="14893" y="7007"/>
                </a:lnTo>
                <a:lnTo>
                  <a:pt x="14673" y="6823"/>
                </a:lnTo>
                <a:lnTo>
                  <a:pt x="14526" y="6786"/>
                </a:lnTo>
                <a:lnTo>
                  <a:pt x="14379" y="6750"/>
                </a:lnTo>
                <a:close/>
                <a:moveTo>
                  <a:pt x="6273" y="7887"/>
                </a:moveTo>
                <a:lnTo>
                  <a:pt x="6199" y="7924"/>
                </a:lnTo>
                <a:lnTo>
                  <a:pt x="6126" y="7997"/>
                </a:lnTo>
                <a:lnTo>
                  <a:pt x="5979" y="8107"/>
                </a:lnTo>
                <a:lnTo>
                  <a:pt x="5869" y="8290"/>
                </a:lnTo>
                <a:lnTo>
                  <a:pt x="5796" y="8474"/>
                </a:lnTo>
                <a:lnTo>
                  <a:pt x="5796" y="8584"/>
                </a:lnTo>
                <a:lnTo>
                  <a:pt x="5833" y="8657"/>
                </a:lnTo>
                <a:lnTo>
                  <a:pt x="5906" y="8694"/>
                </a:lnTo>
                <a:lnTo>
                  <a:pt x="6236" y="8694"/>
                </a:lnTo>
                <a:lnTo>
                  <a:pt x="6420" y="8767"/>
                </a:lnTo>
                <a:lnTo>
                  <a:pt x="6199" y="9024"/>
                </a:lnTo>
                <a:lnTo>
                  <a:pt x="6199" y="9061"/>
                </a:lnTo>
                <a:lnTo>
                  <a:pt x="6199" y="9134"/>
                </a:lnTo>
                <a:lnTo>
                  <a:pt x="6236" y="9244"/>
                </a:lnTo>
                <a:lnTo>
                  <a:pt x="6346" y="9354"/>
                </a:lnTo>
                <a:lnTo>
                  <a:pt x="6456" y="9391"/>
                </a:lnTo>
                <a:lnTo>
                  <a:pt x="6713" y="9391"/>
                </a:lnTo>
                <a:lnTo>
                  <a:pt x="6786" y="9318"/>
                </a:lnTo>
                <a:lnTo>
                  <a:pt x="6860" y="9207"/>
                </a:lnTo>
                <a:lnTo>
                  <a:pt x="6823" y="9097"/>
                </a:lnTo>
                <a:lnTo>
                  <a:pt x="6750" y="9024"/>
                </a:lnTo>
                <a:lnTo>
                  <a:pt x="6860" y="8951"/>
                </a:lnTo>
                <a:lnTo>
                  <a:pt x="6933" y="8877"/>
                </a:lnTo>
                <a:lnTo>
                  <a:pt x="6933" y="8804"/>
                </a:lnTo>
                <a:lnTo>
                  <a:pt x="6933" y="8731"/>
                </a:lnTo>
                <a:lnTo>
                  <a:pt x="6896" y="8621"/>
                </a:lnTo>
                <a:lnTo>
                  <a:pt x="6750" y="8511"/>
                </a:lnTo>
                <a:lnTo>
                  <a:pt x="6603" y="8437"/>
                </a:lnTo>
                <a:lnTo>
                  <a:pt x="6456" y="8364"/>
                </a:lnTo>
                <a:lnTo>
                  <a:pt x="6273" y="8327"/>
                </a:lnTo>
                <a:lnTo>
                  <a:pt x="6346" y="8180"/>
                </a:lnTo>
                <a:lnTo>
                  <a:pt x="6420" y="8034"/>
                </a:lnTo>
                <a:lnTo>
                  <a:pt x="6420" y="7960"/>
                </a:lnTo>
                <a:lnTo>
                  <a:pt x="6383" y="7924"/>
                </a:lnTo>
                <a:lnTo>
                  <a:pt x="6346" y="7924"/>
                </a:lnTo>
                <a:lnTo>
                  <a:pt x="6273" y="7887"/>
                </a:lnTo>
                <a:close/>
                <a:moveTo>
                  <a:pt x="7630" y="551"/>
                </a:moveTo>
                <a:lnTo>
                  <a:pt x="7777" y="587"/>
                </a:lnTo>
                <a:lnTo>
                  <a:pt x="7923" y="661"/>
                </a:lnTo>
                <a:lnTo>
                  <a:pt x="8437" y="1101"/>
                </a:lnTo>
                <a:lnTo>
                  <a:pt x="8657" y="1321"/>
                </a:lnTo>
                <a:lnTo>
                  <a:pt x="8877" y="1578"/>
                </a:lnTo>
                <a:lnTo>
                  <a:pt x="9061" y="1834"/>
                </a:lnTo>
                <a:lnTo>
                  <a:pt x="9207" y="2128"/>
                </a:lnTo>
                <a:lnTo>
                  <a:pt x="9281" y="2421"/>
                </a:lnTo>
                <a:lnTo>
                  <a:pt x="9317" y="2752"/>
                </a:lnTo>
                <a:lnTo>
                  <a:pt x="9281" y="3082"/>
                </a:lnTo>
                <a:lnTo>
                  <a:pt x="9244" y="3375"/>
                </a:lnTo>
                <a:lnTo>
                  <a:pt x="9024" y="3962"/>
                </a:lnTo>
                <a:lnTo>
                  <a:pt x="8804" y="4512"/>
                </a:lnTo>
                <a:lnTo>
                  <a:pt x="8584" y="5099"/>
                </a:lnTo>
                <a:lnTo>
                  <a:pt x="8547" y="5356"/>
                </a:lnTo>
                <a:lnTo>
                  <a:pt x="8510" y="5613"/>
                </a:lnTo>
                <a:lnTo>
                  <a:pt x="8510" y="5869"/>
                </a:lnTo>
                <a:lnTo>
                  <a:pt x="8547" y="6163"/>
                </a:lnTo>
                <a:lnTo>
                  <a:pt x="8584" y="6310"/>
                </a:lnTo>
                <a:lnTo>
                  <a:pt x="8657" y="6493"/>
                </a:lnTo>
                <a:lnTo>
                  <a:pt x="8804" y="6823"/>
                </a:lnTo>
                <a:lnTo>
                  <a:pt x="8987" y="7117"/>
                </a:lnTo>
                <a:lnTo>
                  <a:pt x="9134" y="7447"/>
                </a:lnTo>
                <a:lnTo>
                  <a:pt x="9207" y="7777"/>
                </a:lnTo>
                <a:lnTo>
                  <a:pt x="9244" y="8144"/>
                </a:lnTo>
                <a:lnTo>
                  <a:pt x="9207" y="8474"/>
                </a:lnTo>
                <a:lnTo>
                  <a:pt x="9097" y="8804"/>
                </a:lnTo>
                <a:lnTo>
                  <a:pt x="8951" y="9134"/>
                </a:lnTo>
                <a:lnTo>
                  <a:pt x="8767" y="9428"/>
                </a:lnTo>
                <a:lnTo>
                  <a:pt x="8510" y="9684"/>
                </a:lnTo>
                <a:lnTo>
                  <a:pt x="8254" y="9904"/>
                </a:lnTo>
                <a:lnTo>
                  <a:pt x="7960" y="10051"/>
                </a:lnTo>
                <a:lnTo>
                  <a:pt x="7667" y="10198"/>
                </a:lnTo>
                <a:lnTo>
                  <a:pt x="7373" y="10308"/>
                </a:lnTo>
                <a:lnTo>
                  <a:pt x="7043" y="10345"/>
                </a:lnTo>
                <a:lnTo>
                  <a:pt x="6676" y="10418"/>
                </a:lnTo>
                <a:lnTo>
                  <a:pt x="6493" y="10381"/>
                </a:lnTo>
                <a:lnTo>
                  <a:pt x="6309" y="10345"/>
                </a:lnTo>
                <a:lnTo>
                  <a:pt x="6163" y="10235"/>
                </a:lnTo>
                <a:lnTo>
                  <a:pt x="6016" y="10088"/>
                </a:lnTo>
                <a:lnTo>
                  <a:pt x="5906" y="9941"/>
                </a:lnTo>
                <a:lnTo>
                  <a:pt x="5759" y="9831"/>
                </a:lnTo>
                <a:lnTo>
                  <a:pt x="5649" y="9758"/>
                </a:lnTo>
                <a:lnTo>
                  <a:pt x="5502" y="9684"/>
                </a:lnTo>
                <a:lnTo>
                  <a:pt x="5209" y="9611"/>
                </a:lnTo>
                <a:lnTo>
                  <a:pt x="4916" y="9611"/>
                </a:lnTo>
                <a:lnTo>
                  <a:pt x="4622" y="9684"/>
                </a:lnTo>
                <a:lnTo>
                  <a:pt x="3999" y="9868"/>
                </a:lnTo>
                <a:lnTo>
                  <a:pt x="3705" y="9978"/>
                </a:lnTo>
                <a:lnTo>
                  <a:pt x="3412" y="10051"/>
                </a:lnTo>
                <a:lnTo>
                  <a:pt x="3118" y="10088"/>
                </a:lnTo>
                <a:lnTo>
                  <a:pt x="2825" y="10051"/>
                </a:lnTo>
                <a:lnTo>
                  <a:pt x="2495" y="10014"/>
                </a:lnTo>
                <a:lnTo>
                  <a:pt x="2201" y="9904"/>
                </a:lnTo>
                <a:lnTo>
                  <a:pt x="1944" y="9794"/>
                </a:lnTo>
                <a:lnTo>
                  <a:pt x="1651" y="9648"/>
                </a:lnTo>
                <a:lnTo>
                  <a:pt x="1394" y="9464"/>
                </a:lnTo>
                <a:lnTo>
                  <a:pt x="1174" y="9281"/>
                </a:lnTo>
                <a:lnTo>
                  <a:pt x="954" y="8987"/>
                </a:lnTo>
                <a:lnTo>
                  <a:pt x="771" y="8694"/>
                </a:lnTo>
                <a:lnTo>
                  <a:pt x="624" y="8364"/>
                </a:lnTo>
                <a:lnTo>
                  <a:pt x="550" y="8034"/>
                </a:lnTo>
                <a:lnTo>
                  <a:pt x="514" y="7667"/>
                </a:lnTo>
                <a:lnTo>
                  <a:pt x="514" y="7337"/>
                </a:lnTo>
                <a:lnTo>
                  <a:pt x="587" y="6970"/>
                </a:lnTo>
                <a:lnTo>
                  <a:pt x="661" y="6640"/>
                </a:lnTo>
                <a:lnTo>
                  <a:pt x="807" y="6310"/>
                </a:lnTo>
                <a:lnTo>
                  <a:pt x="991" y="6016"/>
                </a:lnTo>
                <a:lnTo>
                  <a:pt x="1211" y="5759"/>
                </a:lnTo>
                <a:lnTo>
                  <a:pt x="1468" y="5539"/>
                </a:lnTo>
                <a:lnTo>
                  <a:pt x="2018" y="5099"/>
                </a:lnTo>
                <a:lnTo>
                  <a:pt x="2568" y="4622"/>
                </a:lnTo>
                <a:lnTo>
                  <a:pt x="2788" y="4366"/>
                </a:lnTo>
                <a:lnTo>
                  <a:pt x="2971" y="4109"/>
                </a:lnTo>
                <a:lnTo>
                  <a:pt x="3082" y="3815"/>
                </a:lnTo>
                <a:lnTo>
                  <a:pt x="3192" y="3485"/>
                </a:lnTo>
                <a:lnTo>
                  <a:pt x="3265" y="3118"/>
                </a:lnTo>
                <a:lnTo>
                  <a:pt x="3302" y="2715"/>
                </a:lnTo>
                <a:lnTo>
                  <a:pt x="3375" y="2348"/>
                </a:lnTo>
                <a:lnTo>
                  <a:pt x="3448" y="2165"/>
                </a:lnTo>
                <a:lnTo>
                  <a:pt x="3558" y="1981"/>
                </a:lnTo>
                <a:lnTo>
                  <a:pt x="3705" y="1798"/>
                </a:lnTo>
                <a:lnTo>
                  <a:pt x="3852" y="1651"/>
                </a:lnTo>
                <a:lnTo>
                  <a:pt x="4072" y="1541"/>
                </a:lnTo>
                <a:lnTo>
                  <a:pt x="4292" y="1468"/>
                </a:lnTo>
                <a:lnTo>
                  <a:pt x="4512" y="1431"/>
                </a:lnTo>
                <a:lnTo>
                  <a:pt x="4769" y="1394"/>
                </a:lnTo>
                <a:lnTo>
                  <a:pt x="4989" y="1394"/>
                </a:lnTo>
                <a:lnTo>
                  <a:pt x="5209" y="1468"/>
                </a:lnTo>
                <a:lnTo>
                  <a:pt x="4952" y="1688"/>
                </a:lnTo>
                <a:lnTo>
                  <a:pt x="4916" y="1761"/>
                </a:lnTo>
                <a:lnTo>
                  <a:pt x="4879" y="1834"/>
                </a:lnTo>
                <a:lnTo>
                  <a:pt x="4916" y="1981"/>
                </a:lnTo>
                <a:lnTo>
                  <a:pt x="4989" y="2091"/>
                </a:lnTo>
                <a:lnTo>
                  <a:pt x="5062" y="2128"/>
                </a:lnTo>
                <a:lnTo>
                  <a:pt x="5136" y="2128"/>
                </a:lnTo>
                <a:lnTo>
                  <a:pt x="5319" y="2091"/>
                </a:lnTo>
                <a:lnTo>
                  <a:pt x="5429" y="2018"/>
                </a:lnTo>
                <a:lnTo>
                  <a:pt x="5539" y="1945"/>
                </a:lnTo>
                <a:lnTo>
                  <a:pt x="5613" y="1798"/>
                </a:lnTo>
                <a:lnTo>
                  <a:pt x="5759" y="1651"/>
                </a:lnTo>
                <a:lnTo>
                  <a:pt x="5833" y="1614"/>
                </a:lnTo>
                <a:lnTo>
                  <a:pt x="5869" y="1578"/>
                </a:lnTo>
                <a:lnTo>
                  <a:pt x="6420" y="1138"/>
                </a:lnTo>
                <a:lnTo>
                  <a:pt x="7006" y="771"/>
                </a:lnTo>
                <a:lnTo>
                  <a:pt x="7337" y="624"/>
                </a:lnTo>
                <a:lnTo>
                  <a:pt x="7483" y="551"/>
                </a:lnTo>
                <a:close/>
                <a:moveTo>
                  <a:pt x="10821" y="9281"/>
                </a:moveTo>
                <a:lnTo>
                  <a:pt x="10968" y="9538"/>
                </a:lnTo>
                <a:lnTo>
                  <a:pt x="11115" y="9758"/>
                </a:lnTo>
                <a:lnTo>
                  <a:pt x="11335" y="9978"/>
                </a:lnTo>
                <a:lnTo>
                  <a:pt x="11592" y="10161"/>
                </a:lnTo>
                <a:lnTo>
                  <a:pt x="11408" y="10418"/>
                </a:lnTo>
                <a:lnTo>
                  <a:pt x="11188" y="10198"/>
                </a:lnTo>
                <a:lnTo>
                  <a:pt x="10968" y="9978"/>
                </a:lnTo>
                <a:lnTo>
                  <a:pt x="10711" y="9831"/>
                </a:lnTo>
                <a:lnTo>
                  <a:pt x="10455" y="9648"/>
                </a:lnTo>
                <a:lnTo>
                  <a:pt x="10601" y="9464"/>
                </a:lnTo>
                <a:lnTo>
                  <a:pt x="10821" y="9281"/>
                </a:lnTo>
                <a:close/>
                <a:moveTo>
                  <a:pt x="13903" y="9941"/>
                </a:moveTo>
                <a:lnTo>
                  <a:pt x="13829" y="9978"/>
                </a:lnTo>
                <a:lnTo>
                  <a:pt x="13756" y="10014"/>
                </a:lnTo>
                <a:lnTo>
                  <a:pt x="13719" y="10014"/>
                </a:lnTo>
                <a:lnTo>
                  <a:pt x="13719" y="10051"/>
                </a:lnTo>
                <a:lnTo>
                  <a:pt x="13646" y="10161"/>
                </a:lnTo>
                <a:lnTo>
                  <a:pt x="13609" y="10271"/>
                </a:lnTo>
                <a:lnTo>
                  <a:pt x="13646" y="10418"/>
                </a:lnTo>
                <a:lnTo>
                  <a:pt x="13719" y="10565"/>
                </a:lnTo>
                <a:lnTo>
                  <a:pt x="13829" y="10638"/>
                </a:lnTo>
                <a:lnTo>
                  <a:pt x="13939" y="10675"/>
                </a:lnTo>
                <a:lnTo>
                  <a:pt x="14049" y="10638"/>
                </a:lnTo>
                <a:lnTo>
                  <a:pt x="14159" y="10601"/>
                </a:lnTo>
                <a:lnTo>
                  <a:pt x="14269" y="10491"/>
                </a:lnTo>
                <a:lnTo>
                  <a:pt x="14343" y="10418"/>
                </a:lnTo>
                <a:lnTo>
                  <a:pt x="14379" y="10308"/>
                </a:lnTo>
                <a:lnTo>
                  <a:pt x="14379" y="10271"/>
                </a:lnTo>
                <a:lnTo>
                  <a:pt x="14379" y="10198"/>
                </a:lnTo>
                <a:lnTo>
                  <a:pt x="14306" y="10124"/>
                </a:lnTo>
                <a:lnTo>
                  <a:pt x="14233" y="10051"/>
                </a:lnTo>
                <a:lnTo>
                  <a:pt x="14159" y="10014"/>
                </a:lnTo>
                <a:lnTo>
                  <a:pt x="14086" y="9978"/>
                </a:lnTo>
                <a:lnTo>
                  <a:pt x="13939" y="9941"/>
                </a:lnTo>
                <a:close/>
                <a:moveTo>
                  <a:pt x="7593" y="0"/>
                </a:moveTo>
                <a:lnTo>
                  <a:pt x="7447" y="37"/>
                </a:lnTo>
                <a:lnTo>
                  <a:pt x="7190" y="110"/>
                </a:lnTo>
                <a:lnTo>
                  <a:pt x="6970" y="221"/>
                </a:lnTo>
                <a:lnTo>
                  <a:pt x="6566" y="441"/>
                </a:lnTo>
                <a:lnTo>
                  <a:pt x="6199" y="697"/>
                </a:lnTo>
                <a:lnTo>
                  <a:pt x="5502" y="1211"/>
                </a:lnTo>
                <a:lnTo>
                  <a:pt x="5209" y="1064"/>
                </a:lnTo>
                <a:lnTo>
                  <a:pt x="4916" y="991"/>
                </a:lnTo>
                <a:lnTo>
                  <a:pt x="4585" y="991"/>
                </a:lnTo>
                <a:lnTo>
                  <a:pt x="4255" y="1027"/>
                </a:lnTo>
                <a:lnTo>
                  <a:pt x="3999" y="1101"/>
                </a:lnTo>
                <a:lnTo>
                  <a:pt x="3778" y="1211"/>
                </a:lnTo>
                <a:lnTo>
                  <a:pt x="3595" y="1358"/>
                </a:lnTo>
                <a:lnTo>
                  <a:pt x="3412" y="1504"/>
                </a:lnTo>
                <a:lnTo>
                  <a:pt x="3228" y="1688"/>
                </a:lnTo>
                <a:lnTo>
                  <a:pt x="3118" y="1908"/>
                </a:lnTo>
                <a:lnTo>
                  <a:pt x="3008" y="2128"/>
                </a:lnTo>
                <a:lnTo>
                  <a:pt x="2935" y="2348"/>
                </a:lnTo>
                <a:lnTo>
                  <a:pt x="2861" y="2678"/>
                </a:lnTo>
                <a:lnTo>
                  <a:pt x="2788" y="3008"/>
                </a:lnTo>
                <a:lnTo>
                  <a:pt x="2751" y="3338"/>
                </a:lnTo>
                <a:lnTo>
                  <a:pt x="2641" y="3669"/>
                </a:lnTo>
                <a:lnTo>
                  <a:pt x="2605" y="3852"/>
                </a:lnTo>
                <a:lnTo>
                  <a:pt x="2495" y="3999"/>
                </a:lnTo>
                <a:lnTo>
                  <a:pt x="2275" y="4255"/>
                </a:lnTo>
                <a:lnTo>
                  <a:pt x="2018" y="4476"/>
                </a:lnTo>
                <a:lnTo>
                  <a:pt x="1761" y="4696"/>
                </a:lnTo>
                <a:lnTo>
                  <a:pt x="1284" y="5062"/>
                </a:lnTo>
                <a:lnTo>
                  <a:pt x="844" y="5466"/>
                </a:lnTo>
                <a:lnTo>
                  <a:pt x="661" y="5649"/>
                </a:lnTo>
                <a:lnTo>
                  <a:pt x="514" y="5906"/>
                </a:lnTo>
                <a:lnTo>
                  <a:pt x="367" y="6126"/>
                </a:lnTo>
                <a:lnTo>
                  <a:pt x="220" y="6420"/>
                </a:lnTo>
                <a:lnTo>
                  <a:pt x="110" y="6713"/>
                </a:lnTo>
                <a:lnTo>
                  <a:pt x="37" y="7007"/>
                </a:lnTo>
                <a:lnTo>
                  <a:pt x="0" y="7263"/>
                </a:lnTo>
                <a:lnTo>
                  <a:pt x="0" y="7557"/>
                </a:lnTo>
                <a:lnTo>
                  <a:pt x="37" y="7850"/>
                </a:lnTo>
                <a:lnTo>
                  <a:pt x="74" y="8144"/>
                </a:lnTo>
                <a:lnTo>
                  <a:pt x="147" y="8400"/>
                </a:lnTo>
                <a:lnTo>
                  <a:pt x="220" y="8657"/>
                </a:lnTo>
                <a:lnTo>
                  <a:pt x="367" y="8914"/>
                </a:lnTo>
                <a:lnTo>
                  <a:pt x="514" y="9171"/>
                </a:lnTo>
                <a:lnTo>
                  <a:pt x="661" y="9391"/>
                </a:lnTo>
                <a:lnTo>
                  <a:pt x="844" y="9611"/>
                </a:lnTo>
                <a:lnTo>
                  <a:pt x="1064" y="9831"/>
                </a:lnTo>
                <a:lnTo>
                  <a:pt x="1284" y="10014"/>
                </a:lnTo>
                <a:lnTo>
                  <a:pt x="1541" y="10161"/>
                </a:lnTo>
                <a:lnTo>
                  <a:pt x="1798" y="10308"/>
                </a:lnTo>
                <a:lnTo>
                  <a:pt x="2054" y="10381"/>
                </a:lnTo>
                <a:lnTo>
                  <a:pt x="2348" y="10491"/>
                </a:lnTo>
                <a:lnTo>
                  <a:pt x="2641" y="10528"/>
                </a:lnTo>
                <a:lnTo>
                  <a:pt x="2898" y="10565"/>
                </a:lnTo>
                <a:lnTo>
                  <a:pt x="3192" y="10565"/>
                </a:lnTo>
                <a:lnTo>
                  <a:pt x="3485" y="10528"/>
                </a:lnTo>
                <a:lnTo>
                  <a:pt x="3742" y="10491"/>
                </a:lnTo>
                <a:lnTo>
                  <a:pt x="4035" y="10418"/>
                </a:lnTo>
                <a:lnTo>
                  <a:pt x="4365" y="10271"/>
                </a:lnTo>
                <a:lnTo>
                  <a:pt x="4696" y="10161"/>
                </a:lnTo>
                <a:lnTo>
                  <a:pt x="4879" y="10124"/>
                </a:lnTo>
                <a:lnTo>
                  <a:pt x="5209" y="10124"/>
                </a:lnTo>
                <a:lnTo>
                  <a:pt x="5392" y="10161"/>
                </a:lnTo>
                <a:lnTo>
                  <a:pt x="5502" y="10271"/>
                </a:lnTo>
                <a:lnTo>
                  <a:pt x="5613" y="10381"/>
                </a:lnTo>
                <a:lnTo>
                  <a:pt x="5833" y="10601"/>
                </a:lnTo>
                <a:lnTo>
                  <a:pt x="5979" y="10711"/>
                </a:lnTo>
                <a:lnTo>
                  <a:pt x="6089" y="10785"/>
                </a:lnTo>
                <a:lnTo>
                  <a:pt x="6273" y="10858"/>
                </a:lnTo>
                <a:lnTo>
                  <a:pt x="6420" y="10895"/>
                </a:lnTo>
                <a:lnTo>
                  <a:pt x="6933" y="10895"/>
                </a:lnTo>
                <a:lnTo>
                  <a:pt x="7227" y="10858"/>
                </a:lnTo>
                <a:lnTo>
                  <a:pt x="7483" y="10821"/>
                </a:lnTo>
                <a:lnTo>
                  <a:pt x="7740" y="10748"/>
                </a:lnTo>
                <a:lnTo>
                  <a:pt x="7997" y="10638"/>
                </a:lnTo>
                <a:lnTo>
                  <a:pt x="8217" y="10528"/>
                </a:lnTo>
                <a:lnTo>
                  <a:pt x="8437" y="10381"/>
                </a:lnTo>
                <a:lnTo>
                  <a:pt x="8657" y="10198"/>
                </a:lnTo>
                <a:lnTo>
                  <a:pt x="8877" y="10014"/>
                </a:lnTo>
                <a:lnTo>
                  <a:pt x="9061" y="9831"/>
                </a:lnTo>
                <a:lnTo>
                  <a:pt x="9207" y="9611"/>
                </a:lnTo>
                <a:lnTo>
                  <a:pt x="9354" y="9391"/>
                </a:lnTo>
                <a:lnTo>
                  <a:pt x="9501" y="9171"/>
                </a:lnTo>
                <a:lnTo>
                  <a:pt x="9574" y="8914"/>
                </a:lnTo>
                <a:lnTo>
                  <a:pt x="9684" y="8694"/>
                </a:lnTo>
                <a:lnTo>
                  <a:pt x="9721" y="8400"/>
                </a:lnTo>
                <a:lnTo>
                  <a:pt x="9721" y="8144"/>
                </a:lnTo>
                <a:lnTo>
                  <a:pt x="9721" y="7887"/>
                </a:lnTo>
                <a:lnTo>
                  <a:pt x="9684" y="7630"/>
                </a:lnTo>
                <a:lnTo>
                  <a:pt x="9611" y="7373"/>
                </a:lnTo>
                <a:lnTo>
                  <a:pt x="9537" y="7117"/>
                </a:lnTo>
                <a:lnTo>
                  <a:pt x="9281" y="6640"/>
                </a:lnTo>
                <a:lnTo>
                  <a:pt x="9171" y="6383"/>
                </a:lnTo>
                <a:lnTo>
                  <a:pt x="9061" y="6090"/>
                </a:lnTo>
                <a:lnTo>
                  <a:pt x="9061" y="5833"/>
                </a:lnTo>
                <a:lnTo>
                  <a:pt x="9061" y="5576"/>
                </a:lnTo>
                <a:lnTo>
                  <a:pt x="9097" y="5319"/>
                </a:lnTo>
                <a:lnTo>
                  <a:pt x="9134" y="5062"/>
                </a:lnTo>
                <a:lnTo>
                  <a:pt x="9317" y="4512"/>
                </a:lnTo>
                <a:lnTo>
                  <a:pt x="9501" y="4035"/>
                </a:lnTo>
                <a:lnTo>
                  <a:pt x="9684" y="3559"/>
                </a:lnTo>
                <a:lnTo>
                  <a:pt x="9794" y="3082"/>
                </a:lnTo>
                <a:lnTo>
                  <a:pt x="9831" y="2825"/>
                </a:lnTo>
                <a:lnTo>
                  <a:pt x="9831" y="2568"/>
                </a:lnTo>
                <a:lnTo>
                  <a:pt x="9794" y="2311"/>
                </a:lnTo>
                <a:lnTo>
                  <a:pt x="9721" y="2055"/>
                </a:lnTo>
                <a:lnTo>
                  <a:pt x="9611" y="1834"/>
                </a:lnTo>
                <a:lnTo>
                  <a:pt x="9501" y="1578"/>
                </a:lnTo>
                <a:lnTo>
                  <a:pt x="9354" y="1358"/>
                </a:lnTo>
                <a:lnTo>
                  <a:pt x="9207" y="1174"/>
                </a:lnTo>
                <a:lnTo>
                  <a:pt x="8841" y="771"/>
                </a:lnTo>
                <a:lnTo>
                  <a:pt x="8400" y="404"/>
                </a:lnTo>
                <a:lnTo>
                  <a:pt x="7960" y="110"/>
                </a:lnTo>
                <a:lnTo>
                  <a:pt x="7850" y="37"/>
                </a:lnTo>
                <a:lnTo>
                  <a:pt x="7703" y="0"/>
                </a:lnTo>
                <a:close/>
                <a:moveTo>
                  <a:pt x="12912" y="10675"/>
                </a:moveTo>
                <a:lnTo>
                  <a:pt x="12839" y="10711"/>
                </a:lnTo>
                <a:lnTo>
                  <a:pt x="12765" y="10785"/>
                </a:lnTo>
                <a:lnTo>
                  <a:pt x="12729" y="10858"/>
                </a:lnTo>
                <a:lnTo>
                  <a:pt x="12729" y="11005"/>
                </a:lnTo>
                <a:lnTo>
                  <a:pt x="12765" y="11115"/>
                </a:lnTo>
                <a:lnTo>
                  <a:pt x="12876" y="11225"/>
                </a:lnTo>
                <a:lnTo>
                  <a:pt x="13022" y="11262"/>
                </a:lnTo>
                <a:lnTo>
                  <a:pt x="13132" y="11225"/>
                </a:lnTo>
                <a:lnTo>
                  <a:pt x="13242" y="11115"/>
                </a:lnTo>
                <a:lnTo>
                  <a:pt x="13279" y="11005"/>
                </a:lnTo>
                <a:lnTo>
                  <a:pt x="13279" y="10858"/>
                </a:lnTo>
                <a:lnTo>
                  <a:pt x="13242" y="10785"/>
                </a:lnTo>
                <a:lnTo>
                  <a:pt x="13169" y="10711"/>
                </a:lnTo>
                <a:lnTo>
                  <a:pt x="13096" y="10675"/>
                </a:lnTo>
                <a:close/>
                <a:moveTo>
                  <a:pt x="13572" y="11262"/>
                </a:moveTo>
                <a:lnTo>
                  <a:pt x="13499" y="11298"/>
                </a:lnTo>
                <a:lnTo>
                  <a:pt x="13462" y="11372"/>
                </a:lnTo>
                <a:lnTo>
                  <a:pt x="13389" y="11408"/>
                </a:lnTo>
                <a:lnTo>
                  <a:pt x="13316" y="11445"/>
                </a:lnTo>
                <a:lnTo>
                  <a:pt x="13242" y="11555"/>
                </a:lnTo>
                <a:lnTo>
                  <a:pt x="13242" y="11702"/>
                </a:lnTo>
                <a:lnTo>
                  <a:pt x="13242" y="11775"/>
                </a:lnTo>
                <a:lnTo>
                  <a:pt x="13279" y="11849"/>
                </a:lnTo>
                <a:lnTo>
                  <a:pt x="13352" y="11959"/>
                </a:lnTo>
                <a:lnTo>
                  <a:pt x="13609" y="11959"/>
                </a:lnTo>
                <a:lnTo>
                  <a:pt x="13719" y="11922"/>
                </a:lnTo>
                <a:lnTo>
                  <a:pt x="13829" y="11849"/>
                </a:lnTo>
                <a:lnTo>
                  <a:pt x="13866" y="11738"/>
                </a:lnTo>
                <a:lnTo>
                  <a:pt x="13939" y="11628"/>
                </a:lnTo>
                <a:lnTo>
                  <a:pt x="13939" y="11555"/>
                </a:lnTo>
                <a:lnTo>
                  <a:pt x="13939" y="11518"/>
                </a:lnTo>
                <a:lnTo>
                  <a:pt x="13903" y="11445"/>
                </a:lnTo>
                <a:lnTo>
                  <a:pt x="13866" y="11372"/>
                </a:lnTo>
                <a:lnTo>
                  <a:pt x="13829" y="11298"/>
                </a:lnTo>
                <a:lnTo>
                  <a:pt x="13719" y="11262"/>
                </a:lnTo>
                <a:close/>
                <a:moveTo>
                  <a:pt x="12215" y="11555"/>
                </a:moveTo>
                <a:lnTo>
                  <a:pt x="12142" y="11592"/>
                </a:lnTo>
                <a:lnTo>
                  <a:pt x="12069" y="11702"/>
                </a:lnTo>
                <a:lnTo>
                  <a:pt x="12032" y="11812"/>
                </a:lnTo>
                <a:lnTo>
                  <a:pt x="12032" y="11959"/>
                </a:lnTo>
                <a:lnTo>
                  <a:pt x="12032" y="12069"/>
                </a:lnTo>
                <a:lnTo>
                  <a:pt x="12105" y="12362"/>
                </a:lnTo>
                <a:lnTo>
                  <a:pt x="12252" y="12582"/>
                </a:lnTo>
                <a:lnTo>
                  <a:pt x="12325" y="12619"/>
                </a:lnTo>
                <a:lnTo>
                  <a:pt x="12399" y="12656"/>
                </a:lnTo>
                <a:lnTo>
                  <a:pt x="12509" y="12656"/>
                </a:lnTo>
                <a:lnTo>
                  <a:pt x="12582" y="12582"/>
                </a:lnTo>
                <a:lnTo>
                  <a:pt x="12619" y="12545"/>
                </a:lnTo>
                <a:lnTo>
                  <a:pt x="12692" y="12545"/>
                </a:lnTo>
                <a:lnTo>
                  <a:pt x="12802" y="12619"/>
                </a:lnTo>
                <a:lnTo>
                  <a:pt x="12876" y="12619"/>
                </a:lnTo>
                <a:lnTo>
                  <a:pt x="12949" y="12582"/>
                </a:lnTo>
                <a:lnTo>
                  <a:pt x="12986" y="12545"/>
                </a:lnTo>
                <a:lnTo>
                  <a:pt x="13022" y="12435"/>
                </a:lnTo>
                <a:lnTo>
                  <a:pt x="12986" y="12325"/>
                </a:lnTo>
                <a:lnTo>
                  <a:pt x="12912" y="12215"/>
                </a:lnTo>
                <a:lnTo>
                  <a:pt x="12802" y="12179"/>
                </a:lnTo>
                <a:lnTo>
                  <a:pt x="12655" y="12142"/>
                </a:lnTo>
                <a:lnTo>
                  <a:pt x="12545" y="12142"/>
                </a:lnTo>
                <a:lnTo>
                  <a:pt x="12472" y="12179"/>
                </a:lnTo>
                <a:lnTo>
                  <a:pt x="12399" y="12032"/>
                </a:lnTo>
                <a:lnTo>
                  <a:pt x="12399" y="11849"/>
                </a:lnTo>
                <a:lnTo>
                  <a:pt x="12399" y="11665"/>
                </a:lnTo>
                <a:lnTo>
                  <a:pt x="12362" y="11592"/>
                </a:lnTo>
                <a:lnTo>
                  <a:pt x="12289" y="11555"/>
                </a:lnTo>
                <a:close/>
                <a:moveTo>
                  <a:pt x="14049" y="5466"/>
                </a:moveTo>
                <a:lnTo>
                  <a:pt x="14196" y="5503"/>
                </a:lnTo>
                <a:lnTo>
                  <a:pt x="14490" y="5649"/>
                </a:lnTo>
                <a:lnTo>
                  <a:pt x="14673" y="5723"/>
                </a:lnTo>
                <a:lnTo>
                  <a:pt x="14930" y="5906"/>
                </a:lnTo>
                <a:lnTo>
                  <a:pt x="15150" y="6090"/>
                </a:lnTo>
                <a:lnTo>
                  <a:pt x="15370" y="6310"/>
                </a:lnTo>
                <a:lnTo>
                  <a:pt x="15590" y="6566"/>
                </a:lnTo>
                <a:lnTo>
                  <a:pt x="15773" y="6860"/>
                </a:lnTo>
                <a:lnTo>
                  <a:pt x="15883" y="7190"/>
                </a:lnTo>
                <a:lnTo>
                  <a:pt x="15993" y="7520"/>
                </a:lnTo>
                <a:lnTo>
                  <a:pt x="16067" y="7850"/>
                </a:lnTo>
                <a:lnTo>
                  <a:pt x="16104" y="8217"/>
                </a:lnTo>
                <a:lnTo>
                  <a:pt x="16104" y="8547"/>
                </a:lnTo>
                <a:lnTo>
                  <a:pt x="16067" y="9244"/>
                </a:lnTo>
                <a:lnTo>
                  <a:pt x="15957" y="9941"/>
                </a:lnTo>
                <a:lnTo>
                  <a:pt x="15773" y="10601"/>
                </a:lnTo>
                <a:lnTo>
                  <a:pt x="15517" y="11225"/>
                </a:lnTo>
                <a:lnTo>
                  <a:pt x="15370" y="11555"/>
                </a:lnTo>
                <a:lnTo>
                  <a:pt x="15186" y="11849"/>
                </a:lnTo>
                <a:lnTo>
                  <a:pt x="15003" y="12105"/>
                </a:lnTo>
                <a:lnTo>
                  <a:pt x="14783" y="12362"/>
                </a:lnTo>
                <a:lnTo>
                  <a:pt x="14526" y="12619"/>
                </a:lnTo>
                <a:lnTo>
                  <a:pt x="14269" y="12839"/>
                </a:lnTo>
                <a:lnTo>
                  <a:pt x="14013" y="13022"/>
                </a:lnTo>
                <a:lnTo>
                  <a:pt x="13719" y="13169"/>
                </a:lnTo>
                <a:lnTo>
                  <a:pt x="13389" y="13316"/>
                </a:lnTo>
                <a:lnTo>
                  <a:pt x="13059" y="13463"/>
                </a:lnTo>
                <a:lnTo>
                  <a:pt x="12802" y="13499"/>
                </a:lnTo>
                <a:lnTo>
                  <a:pt x="12509" y="13536"/>
                </a:lnTo>
                <a:lnTo>
                  <a:pt x="12325" y="13499"/>
                </a:lnTo>
                <a:lnTo>
                  <a:pt x="12179" y="13426"/>
                </a:lnTo>
                <a:lnTo>
                  <a:pt x="12032" y="13279"/>
                </a:lnTo>
                <a:lnTo>
                  <a:pt x="11922" y="13169"/>
                </a:lnTo>
                <a:lnTo>
                  <a:pt x="11482" y="12692"/>
                </a:lnTo>
                <a:lnTo>
                  <a:pt x="11298" y="12435"/>
                </a:lnTo>
                <a:lnTo>
                  <a:pt x="11225" y="12289"/>
                </a:lnTo>
                <a:lnTo>
                  <a:pt x="11188" y="12105"/>
                </a:lnTo>
                <a:lnTo>
                  <a:pt x="11188" y="11922"/>
                </a:lnTo>
                <a:lnTo>
                  <a:pt x="11262" y="11738"/>
                </a:lnTo>
                <a:lnTo>
                  <a:pt x="11445" y="11408"/>
                </a:lnTo>
                <a:lnTo>
                  <a:pt x="11812" y="10785"/>
                </a:lnTo>
                <a:lnTo>
                  <a:pt x="12142" y="10161"/>
                </a:lnTo>
                <a:lnTo>
                  <a:pt x="12472" y="9501"/>
                </a:lnTo>
                <a:lnTo>
                  <a:pt x="12765" y="8877"/>
                </a:lnTo>
                <a:lnTo>
                  <a:pt x="12876" y="8547"/>
                </a:lnTo>
                <a:lnTo>
                  <a:pt x="12949" y="8217"/>
                </a:lnTo>
                <a:lnTo>
                  <a:pt x="12986" y="7887"/>
                </a:lnTo>
                <a:lnTo>
                  <a:pt x="12949" y="7593"/>
                </a:lnTo>
                <a:lnTo>
                  <a:pt x="12876" y="7263"/>
                </a:lnTo>
                <a:lnTo>
                  <a:pt x="12765" y="6970"/>
                </a:lnTo>
                <a:lnTo>
                  <a:pt x="12729" y="6750"/>
                </a:lnTo>
                <a:lnTo>
                  <a:pt x="12692" y="6566"/>
                </a:lnTo>
                <a:lnTo>
                  <a:pt x="12729" y="6346"/>
                </a:lnTo>
                <a:lnTo>
                  <a:pt x="12802" y="6200"/>
                </a:lnTo>
                <a:lnTo>
                  <a:pt x="12876" y="6016"/>
                </a:lnTo>
                <a:lnTo>
                  <a:pt x="12986" y="5869"/>
                </a:lnTo>
                <a:lnTo>
                  <a:pt x="13132" y="5723"/>
                </a:lnTo>
                <a:lnTo>
                  <a:pt x="13279" y="5613"/>
                </a:lnTo>
                <a:lnTo>
                  <a:pt x="13316" y="5686"/>
                </a:lnTo>
                <a:lnTo>
                  <a:pt x="13389" y="5723"/>
                </a:lnTo>
                <a:lnTo>
                  <a:pt x="13536" y="5759"/>
                </a:lnTo>
                <a:lnTo>
                  <a:pt x="13646" y="5686"/>
                </a:lnTo>
                <a:lnTo>
                  <a:pt x="13719" y="5649"/>
                </a:lnTo>
                <a:lnTo>
                  <a:pt x="13756" y="5576"/>
                </a:lnTo>
                <a:lnTo>
                  <a:pt x="13829" y="5503"/>
                </a:lnTo>
                <a:lnTo>
                  <a:pt x="13939" y="5466"/>
                </a:lnTo>
                <a:close/>
                <a:moveTo>
                  <a:pt x="13646" y="3852"/>
                </a:moveTo>
                <a:lnTo>
                  <a:pt x="13609" y="3925"/>
                </a:lnTo>
                <a:lnTo>
                  <a:pt x="13499" y="4182"/>
                </a:lnTo>
                <a:lnTo>
                  <a:pt x="13462" y="4476"/>
                </a:lnTo>
                <a:lnTo>
                  <a:pt x="13462" y="4732"/>
                </a:lnTo>
                <a:lnTo>
                  <a:pt x="13499" y="5026"/>
                </a:lnTo>
                <a:lnTo>
                  <a:pt x="13316" y="5099"/>
                </a:lnTo>
                <a:lnTo>
                  <a:pt x="13132" y="5173"/>
                </a:lnTo>
                <a:lnTo>
                  <a:pt x="13022" y="4769"/>
                </a:lnTo>
                <a:lnTo>
                  <a:pt x="12839" y="4439"/>
                </a:lnTo>
                <a:lnTo>
                  <a:pt x="12802" y="4402"/>
                </a:lnTo>
                <a:lnTo>
                  <a:pt x="12729" y="4402"/>
                </a:lnTo>
                <a:lnTo>
                  <a:pt x="12692" y="4439"/>
                </a:lnTo>
                <a:lnTo>
                  <a:pt x="12692" y="4476"/>
                </a:lnTo>
                <a:lnTo>
                  <a:pt x="12655" y="4732"/>
                </a:lnTo>
                <a:lnTo>
                  <a:pt x="12692" y="4952"/>
                </a:lnTo>
                <a:lnTo>
                  <a:pt x="12802" y="5429"/>
                </a:lnTo>
                <a:lnTo>
                  <a:pt x="12582" y="5649"/>
                </a:lnTo>
                <a:lnTo>
                  <a:pt x="12399" y="5466"/>
                </a:lnTo>
                <a:lnTo>
                  <a:pt x="12142" y="5173"/>
                </a:lnTo>
                <a:lnTo>
                  <a:pt x="12105" y="5136"/>
                </a:lnTo>
                <a:lnTo>
                  <a:pt x="12032" y="5173"/>
                </a:lnTo>
                <a:lnTo>
                  <a:pt x="11995" y="5209"/>
                </a:lnTo>
                <a:lnTo>
                  <a:pt x="11995" y="5283"/>
                </a:lnTo>
                <a:lnTo>
                  <a:pt x="12032" y="5466"/>
                </a:lnTo>
                <a:lnTo>
                  <a:pt x="12142" y="5649"/>
                </a:lnTo>
                <a:lnTo>
                  <a:pt x="12252" y="5796"/>
                </a:lnTo>
                <a:lnTo>
                  <a:pt x="12435" y="5906"/>
                </a:lnTo>
                <a:lnTo>
                  <a:pt x="12399" y="6016"/>
                </a:lnTo>
                <a:lnTo>
                  <a:pt x="12362" y="6053"/>
                </a:lnTo>
                <a:lnTo>
                  <a:pt x="12142" y="6016"/>
                </a:lnTo>
                <a:lnTo>
                  <a:pt x="11738" y="5833"/>
                </a:lnTo>
                <a:lnTo>
                  <a:pt x="11665" y="5686"/>
                </a:lnTo>
                <a:lnTo>
                  <a:pt x="11628" y="5649"/>
                </a:lnTo>
                <a:lnTo>
                  <a:pt x="11592" y="5686"/>
                </a:lnTo>
                <a:lnTo>
                  <a:pt x="11555" y="5833"/>
                </a:lnTo>
                <a:lnTo>
                  <a:pt x="11518" y="5906"/>
                </a:lnTo>
                <a:lnTo>
                  <a:pt x="11518" y="5979"/>
                </a:lnTo>
                <a:lnTo>
                  <a:pt x="11555" y="6053"/>
                </a:lnTo>
                <a:lnTo>
                  <a:pt x="11628" y="6126"/>
                </a:lnTo>
                <a:lnTo>
                  <a:pt x="11775" y="6236"/>
                </a:lnTo>
                <a:lnTo>
                  <a:pt x="11995" y="6346"/>
                </a:lnTo>
                <a:lnTo>
                  <a:pt x="12289" y="6456"/>
                </a:lnTo>
                <a:lnTo>
                  <a:pt x="12252" y="6676"/>
                </a:lnTo>
                <a:lnTo>
                  <a:pt x="12289" y="6897"/>
                </a:lnTo>
                <a:lnTo>
                  <a:pt x="11555" y="6897"/>
                </a:lnTo>
                <a:lnTo>
                  <a:pt x="11445" y="6933"/>
                </a:lnTo>
                <a:lnTo>
                  <a:pt x="11408" y="7007"/>
                </a:lnTo>
                <a:lnTo>
                  <a:pt x="11408" y="7153"/>
                </a:lnTo>
                <a:lnTo>
                  <a:pt x="11408" y="7337"/>
                </a:lnTo>
                <a:lnTo>
                  <a:pt x="11482" y="7483"/>
                </a:lnTo>
                <a:lnTo>
                  <a:pt x="11555" y="7593"/>
                </a:lnTo>
                <a:lnTo>
                  <a:pt x="11592" y="7630"/>
                </a:lnTo>
                <a:lnTo>
                  <a:pt x="11922" y="7960"/>
                </a:lnTo>
                <a:lnTo>
                  <a:pt x="12142" y="8107"/>
                </a:lnTo>
                <a:lnTo>
                  <a:pt x="12252" y="8180"/>
                </a:lnTo>
                <a:lnTo>
                  <a:pt x="12362" y="8217"/>
                </a:lnTo>
                <a:lnTo>
                  <a:pt x="12472" y="8217"/>
                </a:lnTo>
                <a:lnTo>
                  <a:pt x="12362" y="8547"/>
                </a:lnTo>
                <a:lnTo>
                  <a:pt x="12252" y="8804"/>
                </a:lnTo>
                <a:lnTo>
                  <a:pt x="12215" y="8841"/>
                </a:lnTo>
                <a:lnTo>
                  <a:pt x="12179" y="8877"/>
                </a:lnTo>
                <a:lnTo>
                  <a:pt x="11812" y="8731"/>
                </a:lnTo>
                <a:lnTo>
                  <a:pt x="11555" y="8584"/>
                </a:lnTo>
                <a:lnTo>
                  <a:pt x="11335" y="8364"/>
                </a:lnTo>
                <a:lnTo>
                  <a:pt x="11225" y="8364"/>
                </a:lnTo>
                <a:lnTo>
                  <a:pt x="11188" y="8437"/>
                </a:lnTo>
                <a:lnTo>
                  <a:pt x="11188" y="8511"/>
                </a:lnTo>
                <a:lnTo>
                  <a:pt x="11335" y="8731"/>
                </a:lnTo>
                <a:lnTo>
                  <a:pt x="11555" y="8951"/>
                </a:lnTo>
                <a:lnTo>
                  <a:pt x="11812" y="9134"/>
                </a:lnTo>
                <a:lnTo>
                  <a:pt x="12069" y="9244"/>
                </a:lnTo>
                <a:lnTo>
                  <a:pt x="11848" y="9648"/>
                </a:lnTo>
                <a:lnTo>
                  <a:pt x="11738" y="9648"/>
                </a:lnTo>
                <a:lnTo>
                  <a:pt x="11665" y="9721"/>
                </a:lnTo>
                <a:lnTo>
                  <a:pt x="11262" y="9428"/>
                </a:lnTo>
                <a:lnTo>
                  <a:pt x="10895" y="9134"/>
                </a:lnTo>
                <a:lnTo>
                  <a:pt x="10858" y="9097"/>
                </a:lnTo>
                <a:lnTo>
                  <a:pt x="10821" y="9134"/>
                </a:lnTo>
                <a:lnTo>
                  <a:pt x="10601" y="9391"/>
                </a:lnTo>
                <a:lnTo>
                  <a:pt x="10381" y="9648"/>
                </a:lnTo>
                <a:lnTo>
                  <a:pt x="10308" y="9648"/>
                </a:lnTo>
                <a:lnTo>
                  <a:pt x="10234" y="9684"/>
                </a:lnTo>
                <a:lnTo>
                  <a:pt x="10198" y="9758"/>
                </a:lnTo>
                <a:lnTo>
                  <a:pt x="10234" y="9831"/>
                </a:lnTo>
                <a:lnTo>
                  <a:pt x="10748" y="10308"/>
                </a:lnTo>
                <a:lnTo>
                  <a:pt x="11188" y="10821"/>
                </a:lnTo>
                <a:lnTo>
                  <a:pt x="10968" y="11262"/>
                </a:lnTo>
                <a:lnTo>
                  <a:pt x="10785" y="11152"/>
                </a:lnTo>
                <a:lnTo>
                  <a:pt x="10601" y="11078"/>
                </a:lnTo>
                <a:lnTo>
                  <a:pt x="10381" y="11042"/>
                </a:lnTo>
                <a:lnTo>
                  <a:pt x="10308" y="11005"/>
                </a:lnTo>
                <a:lnTo>
                  <a:pt x="10198" y="10968"/>
                </a:lnTo>
                <a:lnTo>
                  <a:pt x="10161" y="10931"/>
                </a:lnTo>
                <a:lnTo>
                  <a:pt x="10088" y="10931"/>
                </a:lnTo>
                <a:lnTo>
                  <a:pt x="9978" y="10968"/>
                </a:lnTo>
                <a:lnTo>
                  <a:pt x="9941" y="11078"/>
                </a:lnTo>
                <a:lnTo>
                  <a:pt x="9941" y="11152"/>
                </a:lnTo>
                <a:lnTo>
                  <a:pt x="9978" y="11188"/>
                </a:lnTo>
                <a:lnTo>
                  <a:pt x="10124" y="11335"/>
                </a:lnTo>
                <a:lnTo>
                  <a:pt x="10308" y="11445"/>
                </a:lnTo>
                <a:lnTo>
                  <a:pt x="10565" y="11555"/>
                </a:lnTo>
                <a:lnTo>
                  <a:pt x="10675" y="11592"/>
                </a:lnTo>
                <a:lnTo>
                  <a:pt x="10785" y="11592"/>
                </a:lnTo>
                <a:lnTo>
                  <a:pt x="10748" y="11775"/>
                </a:lnTo>
                <a:lnTo>
                  <a:pt x="10711" y="11959"/>
                </a:lnTo>
                <a:lnTo>
                  <a:pt x="10675" y="12179"/>
                </a:lnTo>
                <a:lnTo>
                  <a:pt x="10711" y="12362"/>
                </a:lnTo>
                <a:lnTo>
                  <a:pt x="10785" y="12582"/>
                </a:lnTo>
                <a:lnTo>
                  <a:pt x="10638" y="12692"/>
                </a:lnTo>
                <a:lnTo>
                  <a:pt x="10455" y="12876"/>
                </a:lnTo>
                <a:lnTo>
                  <a:pt x="10381" y="12949"/>
                </a:lnTo>
                <a:lnTo>
                  <a:pt x="10308" y="12949"/>
                </a:lnTo>
                <a:lnTo>
                  <a:pt x="10271" y="12986"/>
                </a:lnTo>
                <a:lnTo>
                  <a:pt x="10234" y="13059"/>
                </a:lnTo>
                <a:lnTo>
                  <a:pt x="10234" y="13169"/>
                </a:lnTo>
                <a:lnTo>
                  <a:pt x="10271" y="13206"/>
                </a:lnTo>
                <a:lnTo>
                  <a:pt x="10308" y="13242"/>
                </a:lnTo>
                <a:lnTo>
                  <a:pt x="10455" y="13242"/>
                </a:lnTo>
                <a:lnTo>
                  <a:pt x="10565" y="13206"/>
                </a:lnTo>
                <a:lnTo>
                  <a:pt x="10748" y="13059"/>
                </a:lnTo>
                <a:lnTo>
                  <a:pt x="11005" y="12912"/>
                </a:lnTo>
                <a:lnTo>
                  <a:pt x="11408" y="13352"/>
                </a:lnTo>
                <a:lnTo>
                  <a:pt x="11482" y="13426"/>
                </a:lnTo>
                <a:lnTo>
                  <a:pt x="11335" y="13609"/>
                </a:lnTo>
                <a:lnTo>
                  <a:pt x="11262" y="13829"/>
                </a:lnTo>
                <a:lnTo>
                  <a:pt x="11188" y="13829"/>
                </a:lnTo>
                <a:lnTo>
                  <a:pt x="11115" y="13866"/>
                </a:lnTo>
                <a:lnTo>
                  <a:pt x="11005" y="13939"/>
                </a:lnTo>
                <a:lnTo>
                  <a:pt x="10968" y="14013"/>
                </a:lnTo>
                <a:lnTo>
                  <a:pt x="11005" y="14123"/>
                </a:lnTo>
                <a:lnTo>
                  <a:pt x="11041" y="14233"/>
                </a:lnTo>
                <a:lnTo>
                  <a:pt x="11151" y="14306"/>
                </a:lnTo>
                <a:lnTo>
                  <a:pt x="11262" y="14343"/>
                </a:lnTo>
                <a:lnTo>
                  <a:pt x="11372" y="14343"/>
                </a:lnTo>
                <a:lnTo>
                  <a:pt x="11482" y="14270"/>
                </a:lnTo>
                <a:lnTo>
                  <a:pt x="11555" y="14196"/>
                </a:lnTo>
                <a:lnTo>
                  <a:pt x="11628" y="14086"/>
                </a:lnTo>
                <a:lnTo>
                  <a:pt x="11665" y="13976"/>
                </a:lnTo>
                <a:lnTo>
                  <a:pt x="11665" y="13866"/>
                </a:lnTo>
                <a:lnTo>
                  <a:pt x="11738" y="13719"/>
                </a:lnTo>
                <a:lnTo>
                  <a:pt x="11848" y="13829"/>
                </a:lnTo>
                <a:lnTo>
                  <a:pt x="11995" y="13903"/>
                </a:lnTo>
                <a:lnTo>
                  <a:pt x="12142" y="13976"/>
                </a:lnTo>
                <a:lnTo>
                  <a:pt x="12325" y="14013"/>
                </a:lnTo>
                <a:lnTo>
                  <a:pt x="12362" y="14049"/>
                </a:lnTo>
                <a:lnTo>
                  <a:pt x="12252" y="14270"/>
                </a:lnTo>
                <a:lnTo>
                  <a:pt x="12179" y="14453"/>
                </a:lnTo>
                <a:lnTo>
                  <a:pt x="12105" y="14563"/>
                </a:lnTo>
                <a:lnTo>
                  <a:pt x="11995" y="14600"/>
                </a:lnTo>
                <a:lnTo>
                  <a:pt x="11958" y="14600"/>
                </a:lnTo>
                <a:lnTo>
                  <a:pt x="11885" y="14636"/>
                </a:lnTo>
                <a:lnTo>
                  <a:pt x="11848" y="14746"/>
                </a:lnTo>
                <a:lnTo>
                  <a:pt x="11848" y="14856"/>
                </a:lnTo>
                <a:lnTo>
                  <a:pt x="11922" y="14930"/>
                </a:lnTo>
                <a:lnTo>
                  <a:pt x="11995" y="15003"/>
                </a:lnTo>
                <a:lnTo>
                  <a:pt x="12069" y="15003"/>
                </a:lnTo>
                <a:lnTo>
                  <a:pt x="12215" y="14966"/>
                </a:lnTo>
                <a:lnTo>
                  <a:pt x="12362" y="14856"/>
                </a:lnTo>
                <a:lnTo>
                  <a:pt x="12472" y="14746"/>
                </a:lnTo>
                <a:lnTo>
                  <a:pt x="12545" y="14563"/>
                </a:lnTo>
                <a:lnTo>
                  <a:pt x="12619" y="14416"/>
                </a:lnTo>
                <a:lnTo>
                  <a:pt x="12692" y="14049"/>
                </a:lnTo>
                <a:lnTo>
                  <a:pt x="13132" y="13976"/>
                </a:lnTo>
                <a:lnTo>
                  <a:pt x="13536" y="13829"/>
                </a:lnTo>
                <a:lnTo>
                  <a:pt x="13279" y="14526"/>
                </a:lnTo>
                <a:lnTo>
                  <a:pt x="13206" y="14710"/>
                </a:lnTo>
                <a:lnTo>
                  <a:pt x="13206" y="14820"/>
                </a:lnTo>
                <a:lnTo>
                  <a:pt x="13242" y="14856"/>
                </a:lnTo>
                <a:lnTo>
                  <a:pt x="13279" y="14930"/>
                </a:lnTo>
                <a:lnTo>
                  <a:pt x="13352" y="14966"/>
                </a:lnTo>
                <a:lnTo>
                  <a:pt x="13426" y="14966"/>
                </a:lnTo>
                <a:lnTo>
                  <a:pt x="13499" y="14930"/>
                </a:lnTo>
                <a:lnTo>
                  <a:pt x="13572" y="14893"/>
                </a:lnTo>
                <a:lnTo>
                  <a:pt x="13609" y="14820"/>
                </a:lnTo>
                <a:lnTo>
                  <a:pt x="13719" y="14563"/>
                </a:lnTo>
                <a:lnTo>
                  <a:pt x="13793" y="14270"/>
                </a:lnTo>
                <a:lnTo>
                  <a:pt x="13829" y="13976"/>
                </a:lnTo>
                <a:lnTo>
                  <a:pt x="13829" y="13719"/>
                </a:lnTo>
                <a:lnTo>
                  <a:pt x="14269" y="13463"/>
                </a:lnTo>
                <a:lnTo>
                  <a:pt x="14306" y="13939"/>
                </a:lnTo>
                <a:lnTo>
                  <a:pt x="14343" y="14049"/>
                </a:lnTo>
                <a:lnTo>
                  <a:pt x="14379" y="14123"/>
                </a:lnTo>
                <a:lnTo>
                  <a:pt x="14379" y="14159"/>
                </a:lnTo>
                <a:lnTo>
                  <a:pt x="14416" y="14270"/>
                </a:lnTo>
                <a:lnTo>
                  <a:pt x="14490" y="14343"/>
                </a:lnTo>
                <a:lnTo>
                  <a:pt x="14673" y="14343"/>
                </a:lnTo>
                <a:lnTo>
                  <a:pt x="14673" y="14306"/>
                </a:lnTo>
                <a:lnTo>
                  <a:pt x="14746" y="14233"/>
                </a:lnTo>
                <a:lnTo>
                  <a:pt x="14783" y="14159"/>
                </a:lnTo>
                <a:lnTo>
                  <a:pt x="14710" y="13903"/>
                </a:lnTo>
                <a:lnTo>
                  <a:pt x="14673" y="13646"/>
                </a:lnTo>
                <a:lnTo>
                  <a:pt x="14563" y="13279"/>
                </a:lnTo>
                <a:lnTo>
                  <a:pt x="15003" y="12876"/>
                </a:lnTo>
                <a:lnTo>
                  <a:pt x="15113" y="13022"/>
                </a:lnTo>
                <a:lnTo>
                  <a:pt x="15223" y="13132"/>
                </a:lnTo>
                <a:lnTo>
                  <a:pt x="15370" y="13352"/>
                </a:lnTo>
                <a:lnTo>
                  <a:pt x="15480" y="13463"/>
                </a:lnTo>
                <a:lnTo>
                  <a:pt x="15590" y="13536"/>
                </a:lnTo>
                <a:lnTo>
                  <a:pt x="15663" y="13536"/>
                </a:lnTo>
                <a:lnTo>
                  <a:pt x="15737" y="13463"/>
                </a:lnTo>
                <a:lnTo>
                  <a:pt x="15773" y="13389"/>
                </a:lnTo>
                <a:lnTo>
                  <a:pt x="15773" y="13316"/>
                </a:lnTo>
                <a:lnTo>
                  <a:pt x="15737" y="13132"/>
                </a:lnTo>
                <a:lnTo>
                  <a:pt x="15627" y="12986"/>
                </a:lnTo>
                <a:lnTo>
                  <a:pt x="15480" y="12876"/>
                </a:lnTo>
                <a:lnTo>
                  <a:pt x="15370" y="12729"/>
                </a:lnTo>
                <a:lnTo>
                  <a:pt x="15260" y="12582"/>
                </a:lnTo>
                <a:lnTo>
                  <a:pt x="15480" y="12289"/>
                </a:lnTo>
                <a:lnTo>
                  <a:pt x="15700" y="11995"/>
                </a:lnTo>
                <a:lnTo>
                  <a:pt x="15773" y="12069"/>
                </a:lnTo>
                <a:lnTo>
                  <a:pt x="15993" y="12215"/>
                </a:lnTo>
                <a:lnTo>
                  <a:pt x="16177" y="12399"/>
                </a:lnTo>
                <a:lnTo>
                  <a:pt x="16250" y="12435"/>
                </a:lnTo>
                <a:lnTo>
                  <a:pt x="16397" y="12435"/>
                </a:lnTo>
                <a:lnTo>
                  <a:pt x="16434" y="12399"/>
                </a:lnTo>
                <a:lnTo>
                  <a:pt x="16470" y="12325"/>
                </a:lnTo>
                <a:lnTo>
                  <a:pt x="16507" y="12252"/>
                </a:lnTo>
                <a:lnTo>
                  <a:pt x="16507" y="12179"/>
                </a:lnTo>
                <a:lnTo>
                  <a:pt x="16434" y="12105"/>
                </a:lnTo>
                <a:lnTo>
                  <a:pt x="16250" y="11922"/>
                </a:lnTo>
                <a:lnTo>
                  <a:pt x="16030" y="11775"/>
                </a:lnTo>
                <a:lnTo>
                  <a:pt x="15883" y="11702"/>
                </a:lnTo>
                <a:lnTo>
                  <a:pt x="16140" y="11115"/>
                </a:lnTo>
                <a:lnTo>
                  <a:pt x="16324" y="11225"/>
                </a:lnTo>
                <a:lnTo>
                  <a:pt x="16617" y="11335"/>
                </a:lnTo>
                <a:lnTo>
                  <a:pt x="16984" y="11408"/>
                </a:lnTo>
                <a:lnTo>
                  <a:pt x="17057" y="11408"/>
                </a:lnTo>
                <a:lnTo>
                  <a:pt x="17094" y="11372"/>
                </a:lnTo>
                <a:lnTo>
                  <a:pt x="17131" y="11298"/>
                </a:lnTo>
                <a:lnTo>
                  <a:pt x="17167" y="11225"/>
                </a:lnTo>
                <a:lnTo>
                  <a:pt x="17167" y="11152"/>
                </a:lnTo>
                <a:lnTo>
                  <a:pt x="17131" y="11078"/>
                </a:lnTo>
                <a:lnTo>
                  <a:pt x="17094" y="11042"/>
                </a:lnTo>
                <a:lnTo>
                  <a:pt x="17021" y="11005"/>
                </a:lnTo>
                <a:lnTo>
                  <a:pt x="16764" y="10968"/>
                </a:lnTo>
                <a:lnTo>
                  <a:pt x="16544" y="10895"/>
                </a:lnTo>
                <a:lnTo>
                  <a:pt x="16250" y="10821"/>
                </a:lnTo>
                <a:lnTo>
                  <a:pt x="16397" y="10345"/>
                </a:lnTo>
                <a:lnTo>
                  <a:pt x="16507" y="9831"/>
                </a:lnTo>
                <a:lnTo>
                  <a:pt x="16727" y="9941"/>
                </a:lnTo>
                <a:lnTo>
                  <a:pt x="16984" y="9978"/>
                </a:lnTo>
                <a:lnTo>
                  <a:pt x="17131" y="10014"/>
                </a:lnTo>
                <a:lnTo>
                  <a:pt x="17277" y="10014"/>
                </a:lnTo>
                <a:lnTo>
                  <a:pt x="17424" y="9978"/>
                </a:lnTo>
                <a:lnTo>
                  <a:pt x="17461" y="9904"/>
                </a:lnTo>
                <a:lnTo>
                  <a:pt x="17497" y="9831"/>
                </a:lnTo>
                <a:lnTo>
                  <a:pt x="17497" y="9794"/>
                </a:lnTo>
                <a:lnTo>
                  <a:pt x="17497" y="9721"/>
                </a:lnTo>
                <a:lnTo>
                  <a:pt x="17387" y="9648"/>
                </a:lnTo>
                <a:lnTo>
                  <a:pt x="17277" y="9611"/>
                </a:lnTo>
                <a:lnTo>
                  <a:pt x="17167" y="9574"/>
                </a:lnTo>
                <a:lnTo>
                  <a:pt x="16544" y="9501"/>
                </a:lnTo>
                <a:lnTo>
                  <a:pt x="16544" y="9464"/>
                </a:lnTo>
                <a:lnTo>
                  <a:pt x="16580" y="8987"/>
                </a:lnTo>
                <a:lnTo>
                  <a:pt x="16617" y="8511"/>
                </a:lnTo>
                <a:lnTo>
                  <a:pt x="16800" y="8584"/>
                </a:lnTo>
                <a:lnTo>
                  <a:pt x="17021" y="8621"/>
                </a:lnTo>
                <a:lnTo>
                  <a:pt x="17204" y="8657"/>
                </a:lnTo>
                <a:lnTo>
                  <a:pt x="17424" y="8621"/>
                </a:lnTo>
                <a:lnTo>
                  <a:pt x="17571" y="8584"/>
                </a:lnTo>
                <a:lnTo>
                  <a:pt x="17644" y="8511"/>
                </a:lnTo>
                <a:lnTo>
                  <a:pt x="17681" y="8437"/>
                </a:lnTo>
                <a:lnTo>
                  <a:pt x="17681" y="8364"/>
                </a:lnTo>
                <a:lnTo>
                  <a:pt x="17644" y="8290"/>
                </a:lnTo>
                <a:lnTo>
                  <a:pt x="17534" y="8217"/>
                </a:lnTo>
                <a:lnTo>
                  <a:pt x="17387" y="8217"/>
                </a:lnTo>
                <a:lnTo>
                  <a:pt x="17094" y="8254"/>
                </a:lnTo>
                <a:lnTo>
                  <a:pt x="16617" y="8217"/>
                </a:lnTo>
                <a:lnTo>
                  <a:pt x="16580" y="7814"/>
                </a:lnTo>
                <a:lnTo>
                  <a:pt x="16507" y="7410"/>
                </a:lnTo>
                <a:lnTo>
                  <a:pt x="16507" y="7410"/>
                </a:lnTo>
                <a:lnTo>
                  <a:pt x="16690" y="7447"/>
                </a:lnTo>
                <a:lnTo>
                  <a:pt x="16874" y="7447"/>
                </a:lnTo>
                <a:lnTo>
                  <a:pt x="17021" y="7410"/>
                </a:lnTo>
                <a:lnTo>
                  <a:pt x="17204" y="7337"/>
                </a:lnTo>
                <a:lnTo>
                  <a:pt x="17351" y="7263"/>
                </a:lnTo>
                <a:lnTo>
                  <a:pt x="17387" y="7190"/>
                </a:lnTo>
                <a:lnTo>
                  <a:pt x="17424" y="7117"/>
                </a:lnTo>
                <a:lnTo>
                  <a:pt x="17424" y="7043"/>
                </a:lnTo>
                <a:lnTo>
                  <a:pt x="17424" y="7007"/>
                </a:lnTo>
                <a:lnTo>
                  <a:pt x="17351" y="6933"/>
                </a:lnTo>
                <a:lnTo>
                  <a:pt x="17314" y="6897"/>
                </a:lnTo>
                <a:lnTo>
                  <a:pt x="17131" y="6897"/>
                </a:lnTo>
                <a:lnTo>
                  <a:pt x="16947" y="6970"/>
                </a:lnTo>
                <a:lnTo>
                  <a:pt x="16764" y="7007"/>
                </a:lnTo>
                <a:lnTo>
                  <a:pt x="16397" y="7080"/>
                </a:lnTo>
                <a:lnTo>
                  <a:pt x="16324" y="6897"/>
                </a:lnTo>
                <a:lnTo>
                  <a:pt x="16140" y="6493"/>
                </a:lnTo>
                <a:lnTo>
                  <a:pt x="16397" y="6420"/>
                </a:lnTo>
                <a:lnTo>
                  <a:pt x="16764" y="6273"/>
                </a:lnTo>
                <a:lnTo>
                  <a:pt x="16947" y="6200"/>
                </a:lnTo>
                <a:lnTo>
                  <a:pt x="17094" y="6090"/>
                </a:lnTo>
                <a:lnTo>
                  <a:pt x="17131" y="6053"/>
                </a:lnTo>
                <a:lnTo>
                  <a:pt x="17131" y="5979"/>
                </a:lnTo>
                <a:lnTo>
                  <a:pt x="17131" y="5906"/>
                </a:lnTo>
                <a:lnTo>
                  <a:pt x="17021" y="5833"/>
                </a:lnTo>
                <a:lnTo>
                  <a:pt x="16910" y="5796"/>
                </a:lnTo>
                <a:lnTo>
                  <a:pt x="16764" y="5833"/>
                </a:lnTo>
                <a:lnTo>
                  <a:pt x="16580" y="5906"/>
                </a:lnTo>
                <a:lnTo>
                  <a:pt x="16250" y="6090"/>
                </a:lnTo>
                <a:lnTo>
                  <a:pt x="16104" y="6163"/>
                </a:lnTo>
                <a:lnTo>
                  <a:pt x="15957" y="6236"/>
                </a:lnTo>
                <a:lnTo>
                  <a:pt x="15957" y="6200"/>
                </a:lnTo>
                <a:lnTo>
                  <a:pt x="15957" y="6163"/>
                </a:lnTo>
                <a:lnTo>
                  <a:pt x="15920" y="6163"/>
                </a:lnTo>
                <a:lnTo>
                  <a:pt x="15590" y="5796"/>
                </a:lnTo>
                <a:lnTo>
                  <a:pt x="15920" y="5503"/>
                </a:lnTo>
                <a:lnTo>
                  <a:pt x="16250" y="5173"/>
                </a:lnTo>
                <a:lnTo>
                  <a:pt x="16287" y="5099"/>
                </a:lnTo>
                <a:lnTo>
                  <a:pt x="16324" y="4989"/>
                </a:lnTo>
                <a:lnTo>
                  <a:pt x="16287" y="4916"/>
                </a:lnTo>
                <a:lnTo>
                  <a:pt x="16250" y="4879"/>
                </a:lnTo>
                <a:lnTo>
                  <a:pt x="16177" y="4806"/>
                </a:lnTo>
                <a:lnTo>
                  <a:pt x="16030" y="4806"/>
                </a:lnTo>
                <a:lnTo>
                  <a:pt x="15957" y="4842"/>
                </a:lnTo>
                <a:lnTo>
                  <a:pt x="15627" y="5209"/>
                </a:lnTo>
                <a:lnTo>
                  <a:pt x="15333" y="5576"/>
                </a:lnTo>
                <a:lnTo>
                  <a:pt x="15076" y="5393"/>
                </a:lnTo>
                <a:lnTo>
                  <a:pt x="14820" y="5246"/>
                </a:lnTo>
                <a:lnTo>
                  <a:pt x="14673" y="5173"/>
                </a:lnTo>
                <a:lnTo>
                  <a:pt x="14746" y="5026"/>
                </a:lnTo>
                <a:lnTo>
                  <a:pt x="14966" y="4659"/>
                </a:lnTo>
                <a:lnTo>
                  <a:pt x="15003" y="4586"/>
                </a:lnTo>
                <a:lnTo>
                  <a:pt x="15003" y="4512"/>
                </a:lnTo>
                <a:lnTo>
                  <a:pt x="14930" y="4402"/>
                </a:lnTo>
                <a:lnTo>
                  <a:pt x="14856" y="4366"/>
                </a:lnTo>
                <a:lnTo>
                  <a:pt x="14746" y="4366"/>
                </a:lnTo>
                <a:lnTo>
                  <a:pt x="14673" y="4439"/>
                </a:lnTo>
                <a:lnTo>
                  <a:pt x="14526" y="4622"/>
                </a:lnTo>
                <a:lnTo>
                  <a:pt x="14416" y="4842"/>
                </a:lnTo>
                <a:lnTo>
                  <a:pt x="14343" y="5026"/>
                </a:lnTo>
                <a:lnTo>
                  <a:pt x="14159" y="4989"/>
                </a:lnTo>
                <a:lnTo>
                  <a:pt x="13939" y="4989"/>
                </a:lnTo>
                <a:lnTo>
                  <a:pt x="13903" y="4732"/>
                </a:lnTo>
                <a:lnTo>
                  <a:pt x="13866" y="4476"/>
                </a:lnTo>
                <a:lnTo>
                  <a:pt x="13829" y="3962"/>
                </a:lnTo>
                <a:lnTo>
                  <a:pt x="13829" y="3889"/>
                </a:lnTo>
                <a:lnTo>
                  <a:pt x="13756" y="3852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513" name="Google Shape;513;p10"/>
          <p:cNvSpPr/>
          <p:nvPr/>
        </p:nvSpPr>
        <p:spPr>
          <a:xfrm>
            <a:off x="462490" y="5418857"/>
            <a:ext cx="639575" cy="452289"/>
          </a:xfrm>
          <a:custGeom>
            <a:avLst/>
            <a:gdLst/>
            <a:ahLst/>
            <a:cxnLst/>
            <a:rect l="l" t="t" r="r" b="b"/>
            <a:pathLst>
              <a:path w="16911" h="11959" extrusionOk="0">
                <a:moveTo>
                  <a:pt x="12215" y="8951"/>
                </a:moveTo>
                <a:lnTo>
                  <a:pt x="12032" y="9098"/>
                </a:lnTo>
                <a:lnTo>
                  <a:pt x="11848" y="9244"/>
                </a:lnTo>
                <a:lnTo>
                  <a:pt x="11408" y="9538"/>
                </a:lnTo>
                <a:lnTo>
                  <a:pt x="11005" y="9685"/>
                </a:lnTo>
                <a:lnTo>
                  <a:pt x="10638" y="9868"/>
                </a:lnTo>
                <a:lnTo>
                  <a:pt x="10124" y="10051"/>
                </a:lnTo>
                <a:lnTo>
                  <a:pt x="9977" y="10125"/>
                </a:lnTo>
                <a:lnTo>
                  <a:pt x="9794" y="10161"/>
                </a:lnTo>
                <a:lnTo>
                  <a:pt x="9904" y="9978"/>
                </a:lnTo>
                <a:lnTo>
                  <a:pt x="10051" y="9795"/>
                </a:lnTo>
                <a:lnTo>
                  <a:pt x="10344" y="9758"/>
                </a:lnTo>
                <a:lnTo>
                  <a:pt x="10601" y="9648"/>
                </a:lnTo>
                <a:lnTo>
                  <a:pt x="10858" y="9538"/>
                </a:lnTo>
                <a:lnTo>
                  <a:pt x="11115" y="9354"/>
                </a:lnTo>
                <a:lnTo>
                  <a:pt x="11335" y="9171"/>
                </a:lnTo>
                <a:lnTo>
                  <a:pt x="11371" y="9061"/>
                </a:lnTo>
                <a:lnTo>
                  <a:pt x="11445" y="9061"/>
                </a:lnTo>
                <a:lnTo>
                  <a:pt x="11481" y="9024"/>
                </a:lnTo>
                <a:lnTo>
                  <a:pt x="11848" y="8951"/>
                </a:lnTo>
                <a:close/>
                <a:moveTo>
                  <a:pt x="12619" y="8988"/>
                </a:moveTo>
                <a:lnTo>
                  <a:pt x="12839" y="9061"/>
                </a:lnTo>
                <a:lnTo>
                  <a:pt x="12839" y="9171"/>
                </a:lnTo>
                <a:lnTo>
                  <a:pt x="12215" y="9685"/>
                </a:lnTo>
                <a:lnTo>
                  <a:pt x="11518" y="10125"/>
                </a:lnTo>
                <a:lnTo>
                  <a:pt x="11115" y="10345"/>
                </a:lnTo>
                <a:lnTo>
                  <a:pt x="10711" y="10528"/>
                </a:lnTo>
                <a:lnTo>
                  <a:pt x="10308" y="10712"/>
                </a:lnTo>
                <a:lnTo>
                  <a:pt x="9904" y="10932"/>
                </a:lnTo>
                <a:lnTo>
                  <a:pt x="9831" y="10822"/>
                </a:lnTo>
                <a:lnTo>
                  <a:pt x="9794" y="10712"/>
                </a:lnTo>
                <a:lnTo>
                  <a:pt x="9757" y="10455"/>
                </a:lnTo>
                <a:lnTo>
                  <a:pt x="9904" y="10455"/>
                </a:lnTo>
                <a:lnTo>
                  <a:pt x="10051" y="10381"/>
                </a:lnTo>
                <a:lnTo>
                  <a:pt x="10344" y="10271"/>
                </a:lnTo>
                <a:lnTo>
                  <a:pt x="11078" y="10015"/>
                </a:lnTo>
                <a:lnTo>
                  <a:pt x="11481" y="9831"/>
                </a:lnTo>
                <a:lnTo>
                  <a:pt x="11922" y="9611"/>
                </a:lnTo>
                <a:lnTo>
                  <a:pt x="12288" y="9318"/>
                </a:lnTo>
                <a:lnTo>
                  <a:pt x="12435" y="9171"/>
                </a:lnTo>
                <a:lnTo>
                  <a:pt x="12619" y="8988"/>
                </a:lnTo>
                <a:close/>
                <a:moveTo>
                  <a:pt x="9464" y="514"/>
                </a:moveTo>
                <a:lnTo>
                  <a:pt x="9721" y="551"/>
                </a:lnTo>
                <a:lnTo>
                  <a:pt x="9941" y="588"/>
                </a:lnTo>
                <a:lnTo>
                  <a:pt x="10161" y="661"/>
                </a:lnTo>
                <a:lnTo>
                  <a:pt x="10344" y="771"/>
                </a:lnTo>
                <a:lnTo>
                  <a:pt x="10491" y="918"/>
                </a:lnTo>
                <a:lnTo>
                  <a:pt x="10564" y="1101"/>
                </a:lnTo>
                <a:lnTo>
                  <a:pt x="10601" y="1101"/>
                </a:lnTo>
                <a:lnTo>
                  <a:pt x="10528" y="1211"/>
                </a:lnTo>
                <a:lnTo>
                  <a:pt x="10528" y="1321"/>
                </a:lnTo>
                <a:lnTo>
                  <a:pt x="10564" y="1615"/>
                </a:lnTo>
                <a:lnTo>
                  <a:pt x="10638" y="1871"/>
                </a:lnTo>
                <a:lnTo>
                  <a:pt x="10748" y="2091"/>
                </a:lnTo>
                <a:lnTo>
                  <a:pt x="10931" y="2348"/>
                </a:lnTo>
                <a:lnTo>
                  <a:pt x="11005" y="2495"/>
                </a:lnTo>
                <a:lnTo>
                  <a:pt x="11041" y="2678"/>
                </a:lnTo>
                <a:lnTo>
                  <a:pt x="11041" y="2752"/>
                </a:lnTo>
                <a:lnTo>
                  <a:pt x="11005" y="2788"/>
                </a:lnTo>
                <a:lnTo>
                  <a:pt x="10931" y="2788"/>
                </a:lnTo>
                <a:lnTo>
                  <a:pt x="10858" y="2752"/>
                </a:lnTo>
                <a:lnTo>
                  <a:pt x="10784" y="2642"/>
                </a:lnTo>
                <a:lnTo>
                  <a:pt x="10674" y="2312"/>
                </a:lnTo>
                <a:lnTo>
                  <a:pt x="10601" y="2128"/>
                </a:lnTo>
                <a:lnTo>
                  <a:pt x="10491" y="1981"/>
                </a:lnTo>
                <a:lnTo>
                  <a:pt x="10381" y="1798"/>
                </a:lnTo>
                <a:lnTo>
                  <a:pt x="10234" y="1651"/>
                </a:lnTo>
                <a:lnTo>
                  <a:pt x="10088" y="1541"/>
                </a:lnTo>
                <a:lnTo>
                  <a:pt x="9904" y="1431"/>
                </a:lnTo>
                <a:lnTo>
                  <a:pt x="9721" y="1358"/>
                </a:lnTo>
                <a:lnTo>
                  <a:pt x="9537" y="1321"/>
                </a:lnTo>
                <a:lnTo>
                  <a:pt x="9134" y="1321"/>
                </a:lnTo>
                <a:lnTo>
                  <a:pt x="8950" y="1358"/>
                </a:lnTo>
                <a:lnTo>
                  <a:pt x="8767" y="1431"/>
                </a:lnTo>
                <a:lnTo>
                  <a:pt x="8694" y="1468"/>
                </a:lnTo>
                <a:lnTo>
                  <a:pt x="8657" y="1505"/>
                </a:lnTo>
                <a:lnTo>
                  <a:pt x="8694" y="1615"/>
                </a:lnTo>
                <a:lnTo>
                  <a:pt x="8767" y="1688"/>
                </a:lnTo>
                <a:lnTo>
                  <a:pt x="8804" y="1725"/>
                </a:lnTo>
                <a:lnTo>
                  <a:pt x="8877" y="1725"/>
                </a:lnTo>
                <a:lnTo>
                  <a:pt x="9097" y="1688"/>
                </a:lnTo>
                <a:lnTo>
                  <a:pt x="9281" y="1688"/>
                </a:lnTo>
                <a:lnTo>
                  <a:pt x="9501" y="1725"/>
                </a:lnTo>
                <a:lnTo>
                  <a:pt x="9684" y="1798"/>
                </a:lnTo>
                <a:lnTo>
                  <a:pt x="9867" y="1871"/>
                </a:lnTo>
                <a:lnTo>
                  <a:pt x="10014" y="2018"/>
                </a:lnTo>
                <a:lnTo>
                  <a:pt x="10161" y="2165"/>
                </a:lnTo>
                <a:lnTo>
                  <a:pt x="10271" y="2348"/>
                </a:lnTo>
                <a:lnTo>
                  <a:pt x="10418" y="2788"/>
                </a:lnTo>
                <a:lnTo>
                  <a:pt x="10528" y="2972"/>
                </a:lnTo>
                <a:lnTo>
                  <a:pt x="10638" y="3119"/>
                </a:lnTo>
                <a:lnTo>
                  <a:pt x="10528" y="3192"/>
                </a:lnTo>
                <a:lnTo>
                  <a:pt x="10308" y="3375"/>
                </a:lnTo>
                <a:lnTo>
                  <a:pt x="10088" y="3595"/>
                </a:lnTo>
                <a:lnTo>
                  <a:pt x="9904" y="3816"/>
                </a:lnTo>
                <a:lnTo>
                  <a:pt x="9794" y="4072"/>
                </a:lnTo>
                <a:lnTo>
                  <a:pt x="9721" y="4292"/>
                </a:lnTo>
                <a:lnTo>
                  <a:pt x="9684" y="4512"/>
                </a:lnTo>
                <a:lnTo>
                  <a:pt x="9721" y="4733"/>
                </a:lnTo>
                <a:lnTo>
                  <a:pt x="9757" y="4953"/>
                </a:lnTo>
                <a:lnTo>
                  <a:pt x="9867" y="5136"/>
                </a:lnTo>
                <a:lnTo>
                  <a:pt x="10014" y="5283"/>
                </a:lnTo>
                <a:lnTo>
                  <a:pt x="10198" y="5429"/>
                </a:lnTo>
                <a:lnTo>
                  <a:pt x="10418" y="5503"/>
                </a:lnTo>
                <a:lnTo>
                  <a:pt x="10638" y="5576"/>
                </a:lnTo>
                <a:lnTo>
                  <a:pt x="10895" y="5540"/>
                </a:lnTo>
                <a:lnTo>
                  <a:pt x="11151" y="5503"/>
                </a:lnTo>
                <a:lnTo>
                  <a:pt x="11371" y="5393"/>
                </a:lnTo>
                <a:lnTo>
                  <a:pt x="12032" y="5063"/>
                </a:lnTo>
                <a:lnTo>
                  <a:pt x="12692" y="4659"/>
                </a:lnTo>
                <a:lnTo>
                  <a:pt x="12729" y="4586"/>
                </a:lnTo>
                <a:lnTo>
                  <a:pt x="12765" y="4512"/>
                </a:lnTo>
                <a:lnTo>
                  <a:pt x="12765" y="4439"/>
                </a:lnTo>
                <a:lnTo>
                  <a:pt x="12729" y="4402"/>
                </a:lnTo>
                <a:lnTo>
                  <a:pt x="12692" y="4329"/>
                </a:lnTo>
                <a:lnTo>
                  <a:pt x="12619" y="4292"/>
                </a:lnTo>
                <a:lnTo>
                  <a:pt x="12472" y="4292"/>
                </a:lnTo>
                <a:lnTo>
                  <a:pt x="12032" y="4549"/>
                </a:lnTo>
                <a:lnTo>
                  <a:pt x="11591" y="4843"/>
                </a:lnTo>
                <a:lnTo>
                  <a:pt x="11371" y="4953"/>
                </a:lnTo>
                <a:lnTo>
                  <a:pt x="11151" y="5063"/>
                </a:lnTo>
                <a:lnTo>
                  <a:pt x="10895" y="5136"/>
                </a:lnTo>
                <a:lnTo>
                  <a:pt x="10528" y="5136"/>
                </a:lnTo>
                <a:lnTo>
                  <a:pt x="10418" y="5099"/>
                </a:lnTo>
                <a:lnTo>
                  <a:pt x="10308" y="5026"/>
                </a:lnTo>
                <a:lnTo>
                  <a:pt x="10234" y="4953"/>
                </a:lnTo>
                <a:lnTo>
                  <a:pt x="10161" y="4843"/>
                </a:lnTo>
                <a:lnTo>
                  <a:pt x="10124" y="4733"/>
                </a:lnTo>
                <a:lnTo>
                  <a:pt x="10088" y="4476"/>
                </a:lnTo>
                <a:lnTo>
                  <a:pt x="10124" y="4366"/>
                </a:lnTo>
                <a:lnTo>
                  <a:pt x="10161" y="4219"/>
                </a:lnTo>
                <a:lnTo>
                  <a:pt x="10271" y="3999"/>
                </a:lnTo>
                <a:lnTo>
                  <a:pt x="10454" y="3816"/>
                </a:lnTo>
                <a:lnTo>
                  <a:pt x="10674" y="3632"/>
                </a:lnTo>
                <a:lnTo>
                  <a:pt x="10968" y="3375"/>
                </a:lnTo>
                <a:lnTo>
                  <a:pt x="11225" y="3119"/>
                </a:lnTo>
                <a:lnTo>
                  <a:pt x="11335" y="2972"/>
                </a:lnTo>
                <a:lnTo>
                  <a:pt x="11408" y="2825"/>
                </a:lnTo>
                <a:lnTo>
                  <a:pt x="11408" y="2642"/>
                </a:lnTo>
                <a:lnTo>
                  <a:pt x="11408" y="2422"/>
                </a:lnTo>
                <a:lnTo>
                  <a:pt x="11335" y="2275"/>
                </a:lnTo>
                <a:lnTo>
                  <a:pt x="11261" y="2165"/>
                </a:lnTo>
                <a:lnTo>
                  <a:pt x="11078" y="1871"/>
                </a:lnTo>
                <a:lnTo>
                  <a:pt x="10895" y="1578"/>
                </a:lnTo>
                <a:lnTo>
                  <a:pt x="10821" y="1431"/>
                </a:lnTo>
                <a:lnTo>
                  <a:pt x="10821" y="1284"/>
                </a:lnTo>
                <a:lnTo>
                  <a:pt x="10895" y="1248"/>
                </a:lnTo>
                <a:lnTo>
                  <a:pt x="11298" y="1138"/>
                </a:lnTo>
                <a:lnTo>
                  <a:pt x="11702" y="1028"/>
                </a:lnTo>
                <a:lnTo>
                  <a:pt x="12142" y="954"/>
                </a:lnTo>
                <a:lnTo>
                  <a:pt x="12582" y="918"/>
                </a:lnTo>
                <a:lnTo>
                  <a:pt x="12802" y="954"/>
                </a:lnTo>
                <a:lnTo>
                  <a:pt x="13022" y="1028"/>
                </a:lnTo>
                <a:lnTo>
                  <a:pt x="13205" y="1101"/>
                </a:lnTo>
                <a:lnTo>
                  <a:pt x="13352" y="1211"/>
                </a:lnTo>
                <a:lnTo>
                  <a:pt x="13499" y="1358"/>
                </a:lnTo>
                <a:lnTo>
                  <a:pt x="13609" y="1505"/>
                </a:lnTo>
                <a:lnTo>
                  <a:pt x="13829" y="1908"/>
                </a:lnTo>
                <a:lnTo>
                  <a:pt x="14012" y="2202"/>
                </a:lnTo>
                <a:lnTo>
                  <a:pt x="13866" y="2422"/>
                </a:lnTo>
                <a:lnTo>
                  <a:pt x="13682" y="2568"/>
                </a:lnTo>
                <a:lnTo>
                  <a:pt x="13499" y="2678"/>
                </a:lnTo>
                <a:lnTo>
                  <a:pt x="13279" y="2788"/>
                </a:lnTo>
                <a:lnTo>
                  <a:pt x="12839" y="2935"/>
                </a:lnTo>
                <a:lnTo>
                  <a:pt x="12362" y="3082"/>
                </a:lnTo>
                <a:lnTo>
                  <a:pt x="11995" y="3229"/>
                </a:lnTo>
                <a:lnTo>
                  <a:pt x="11518" y="3449"/>
                </a:lnTo>
                <a:lnTo>
                  <a:pt x="11298" y="3559"/>
                </a:lnTo>
                <a:lnTo>
                  <a:pt x="11151" y="3742"/>
                </a:lnTo>
                <a:lnTo>
                  <a:pt x="11041" y="3889"/>
                </a:lnTo>
                <a:lnTo>
                  <a:pt x="11005" y="3999"/>
                </a:lnTo>
                <a:lnTo>
                  <a:pt x="11005" y="4109"/>
                </a:lnTo>
                <a:lnTo>
                  <a:pt x="11005" y="4182"/>
                </a:lnTo>
                <a:lnTo>
                  <a:pt x="11041" y="4256"/>
                </a:lnTo>
                <a:lnTo>
                  <a:pt x="11115" y="4292"/>
                </a:lnTo>
                <a:lnTo>
                  <a:pt x="11335" y="4292"/>
                </a:lnTo>
                <a:lnTo>
                  <a:pt x="11371" y="4219"/>
                </a:lnTo>
                <a:lnTo>
                  <a:pt x="11408" y="4146"/>
                </a:lnTo>
                <a:lnTo>
                  <a:pt x="11445" y="4072"/>
                </a:lnTo>
                <a:lnTo>
                  <a:pt x="11555" y="3962"/>
                </a:lnTo>
                <a:lnTo>
                  <a:pt x="11775" y="3816"/>
                </a:lnTo>
                <a:lnTo>
                  <a:pt x="12068" y="3669"/>
                </a:lnTo>
                <a:lnTo>
                  <a:pt x="12288" y="3595"/>
                </a:lnTo>
                <a:lnTo>
                  <a:pt x="12802" y="3412"/>
                </a:lnTo>
                <a:lnTo>
                  <a:pt x="13279" y="3229"/>
                </a:lnTo>
                <a:lnTo>
                  <a:pt x="13572" y="3119"/>
                </a:lnTo>
                <a:lnTo>
                  <a:pt x="13866" y="2972"/>
                </a:lnTo>
                <a:lnTo>
                  <a:pt x="14086" y="2752"/>
                </a:lnTo>
                <a:lnTo>
                  <a:pt x="14159" y="2642"/>
                </a:lnTo>
                <a:lnTo>
                  <a:pt x="14233" y="2495"/>
                </a:lnTo>
                <a:lnTo>
                  <a:pt x="14306" y="2568"/>
                </a:lnTo>
                <a:lnTo>
                  <a:pt x="14489" y="2715"/>
                </a:lnTo>
                <a:lnTo>
                  <a:pt x="14673" y="2788"/>
                </a:lnTo>
                <a:lnTo>
                  <a:pt x="14893" y="2898"/>
                </a:lnTo>
                <a:lnTo>
                  <a:pt x="15076" y="3009"/>
                </a:lnTo>
                <a:lnTo>
                  <a:pt x="15296" y="3192"/>
                </a:lnTo>
                <a:lnTo>
                  <a:pt x="15480" y="3449"/>
                </a:lnTo>
                <a:lnTo>
                  <a:pt x="15626" y="3705"/>
                </a:lnTo>
                <a:lnTo>
                  <a:pt x="15700" y="3999"/>
                </a:lnTo>
                <a:lnTo>
                  <a:pt x="15480" y="4366"/>
                </a:lnTo>
                <a:lnTo>
                  <a:pt x="15370" y="4549"/>
                </a:lnTo>
                <a:lnTo>
                  <a:pt x="15186" y="4696"/>
                </a:lnTo>
                <a:lnTo>
                  <a:pt x="14966" y="4879"/>
                </a:lnTo>
                <a:lnTo>
                  <a:pt x="14709" y="5063"/>
                </a:lnTo>
                <a:lnTo>
                  <a:pt x="14416" y="5173"/>
                </a:lnTo>
                <a:lnTo>
                  <a:pt x="14123" y="5283"/>
                </a:lnTo>
                <a:lnTo>
                  <a:pt x="13572" y="5429"/>
                </a:lnTo>
                <a:lnTo>
                  <a:pt x="13022" y="5613"/>
                </a:lnTo>
                <a:lnTo>
                  <a:pt x="12765" y="5723"/>
                </a:lnTo>
                <a:lnTo>
                  <a:pt x="12509" y="5870"/>
                </a:lnTo>
                <a:lnTo>
                  <a:pt x="12288" y="6016"/>
                </a:lnTo>
                <a:lnTo>
                  <a:pt x="12105" y="6236"/>
                </a:lnTo>
                <a:lnTo>
                  <a:pt x="11958" y="6420"/>
                </a:lnTo>
                <a:lnTo>
                  <a:pt x="11922" y="6640"/>
                </a:lnTo>
                <a:lnTo>
                  <a:pt x="11922" y="6823"/>
                </a:lnTo>
                <a:lnTo>
                  <a:pt x="11958" y="7007"/>
                </a:lnTo>
                <a:lnTo>
                  <a:pt x="12032" y="7154"/>
                </a:lnTo>
                <a:lnTo>
                  <a:pt x="12178" y="7300"/>
                </a:lnTo>
                <a:lnTo>
                  <a:pt x="12325" y="7410"/>
                </a:lnTo>
                <a:lnTo>
                  <a:pt x="12545" y="7520"/>
                </a:lnTo>
                <a:lnTo>
                  <a:pt x="12765" y="7557"/>
                </a:lnTo>
                <a:lnTo>
                  <a:pt x="12985" y="7557"/>
                </a:lnTo>
                <a:lnTo>
                  <a:pt x="13205" y="7520"/>
                </a:lnTo>
                <a:lnTo>
                  <a:pt x="13426" y="7484"/>
                </a:lnTo>
                <a:lnTo>
                  <a:pt x="13682" y="7410"/>
                </a:lnTo>
                <a:lnTo>
                  <a:pt x="13976" y="7300"/>
                </a:lnTo>
                <a:lnTo>
                  <a:pt x="14196" y="7154"/>
                </a:lnTo>
                <a:lnTo>
                  <a:pt x="14306" y="7043"/>
                </a:lnTo>
                <a:lnTo>
                  <a:pt x="14343" y="6970"/>
                </a:lnTo>
                <a:lnTo>
                  <a:pt x="14379" y="6823"/>
                </a:lnTo>
                <a:lnTo>
                  <a:pt x="14343" y="6787"/>
                </a:lnTo>
                <a:lnTo>
                  <a:pt x="14269" y="6750"/>
                </a:lnTo>
                <a:lnTo>
                  <a:pt x="14086" y="6750"/>
                </a:lnTo>
                <a:lnTo>
                  <a:pt x="13902" y="6823"/>
                </a:lnTo>
                <a:lnTo>
                  <a:pt x="13536" y="6970"/>
                </a:lnTo>
                <a:lnTo>
                  <a:pt x="13316" y="7043"/>
                </a:lnTo>
                <a:lnTo>
                  <a:pt x="13095" y="7080"/>
                </a:lnTo>
                <a:lnTo>
                  <a:pt x="12655" y="7080"/>
                </a:lnTo>
                <a:lnTo>
                  <a:pt x="12509" y="7007"/>
                </a:lnTo>
                <a:lnTo>
                  <a:pt x="12435" y="6933"/>
                </a:lnTo>
                <a:lnTo>
                  <a:pt x="12362" y="6823"/>
                </a:lnTo>
                <a:lnTo>
                  <a:pt x="12362" y="6713"/>
                </a:lnTo>
                <a:lnTo>
                  <a:pt x="12398" y="6603"/>
                </a:lnTo>
                <a:lnTo>
                  <a:pt x="12472" y="6493"/>
                </a:lnTo>
                <a:lnTo>
                  <a:pt x="12655" y="6310"/>
                </a:lnTo>
                <a:lnTo>
                  <a:pt x="12875" y="6163"/>
                </a:lnTo>
                <a:lnTo>
                  <a:pt x="13132" y="6053"/>
                </a:lnTo>
                <a:lnTo>
                  <a:pt x="13609" y="5906"/>
                </a:lnTo>
                <a:lnTo>
                  <a:pt x="14453" y="5613"/>
                </a:lnTo>
                <a:lnTo>
                  <a:pt x="14893" y="5429"/>
                </a:lnTo>
                <a:lnTo>
                  <a:pt x="15076" y="5319"/>
                </a:lnTo>
                <a:lnTo>
                  <a:pt x="15260" y="5173"/>
                </a:lnTo>
                <a:lnTo>
                  <a:pt x="15516" y="4953"/>
                </a:lnTo>
                <a:lnTo>
                  <a:pt x="15736" y="4659"/>
                </a:lnTo>
                <a:lnTo>
                  <a:pt x="15736" y="4696"/>
                </a:lnTo>
                <a:lnTo>
                  <a:pt x="15700" y="4806"/>
                </a:lnTo>
                <a:lnTo>
                  <a:pt x="15773" y="4916"/>
                </a:lnTo>
                <a:lnTo>
                  <a:pt x="15847" y="4989"/>
                </a:lnTo>
                <a:lnTo>
                  <a:pt x="15957" y="5026"/>
                </a:lnTo>
                <a:lnTo>
                  <a:pt x="16103" y="5063"/>
                </a:lnTo>
                <a:lnTo>
                  <a:pt x="16177" y="5099"/>
                </a:lnTo>
                <a:lnTo>
                  <a:pt x="16250" y="5209"/>
                </a:lnTo>
                <a:lnTo>
                  <a:pt x="16323" y="5356"/>
                </a:lnTo>
                <a:lnTo>
                  <a:pt x="16140" y="5393"/>
                </a:lnTo>
                <a:lnTo>
                  <a:pt x="15920" y="5466"/>
                </a:lnTo>
                <a:lnTo>
                  <a:pt x="15553" y="5650"/>
                </a:lnTo>
                <a:lnTo>
                  <a:pt x="15003" y="5833"/>
                </a:lnTo>
                <a:lnTo>
                  <a:pt x="14783" y="5906"/>
                </a:lnTo>
                <a:lnTo>
                  <a:pt x="14709" y="5980"/>
                </a:lnTo>
                <a:lnTo>
                  <a:pt x="14636" y="6090"/>
                </a:lnTo>
                <a:lnTo>
                  <a:pt x="14599" y="6163"/>
                </a:lnTo>
                <a:lnTo>
                  <a:pt x="14673" y="6273"/>
                </a:lnTo>
                <a:lnTo>
                  <a:pt x="14783" y="6310"/>
                </a:lnTo>
                <a:lnTo>
                  <a:pt x="14893" y="6310"/>
                </a:lnTo>
                <a:lnTo>
                  <a:pt x="15150" y="6273"/>
                </a:lnTo>
                <a:lnTo>
                  <a:pt x="15406" y="6163"/>
                </a:lnTo>
                <a:lnTo>
                  <a:pt x="15626" y="6053"/>
                </a:lnTo>
                <a:lnTo>
                  <a:pt x="16030" y="5870"/>
                </a:lnTo>
                <a:lnTo>
                  <a:pt x="16213" y="5723"/>
                </a:lnTo>
                <a:lnTo>
                  <a:pt x="16397" y="5576"/>
                </a:lnTo>
                <a:lnTo>
                  <a:pt x="16397" y="5833"/>
                </a:lnTo>
                <a:lnTo>
                  <a:pt x="16397" y="6090"/>
                </a:lnTo>
                <a:lnTo>
                  <a:pt x="16397" y="6493"/>
                </a:lnTo>
                <a:lnTo>
                  <a:pt x="16397" y="6567"/>
                </a:lnTo>
                <a:lnTo>
                  <a:pt x="16323" y="6603"/>
                </a:lnTo>
                <a:lnTo>
                  <a:pt x="16177" y="6933"/>
                </a:lnTo>
                <a:lnTo>
                  <a:pt x="16067" y="7264"/>
                </a:lnTo>
                <a:lnTo>
                  <a:pt x="15076" y="7264"/>
                </a:lnTo>
                <a:lnTo>
                  <a:pt x="14783" y="7300"/>
                </a:lnTo>
                <a:lnTo>
                  <a:pt x="14526" y="7410"/>
                </a:lnTo>
                <a:lnTo>
                  <a:pt x="14343" y="7594"/>
                </a:lnTo>
                <a:lnTo>
                  <a:pt x="14196" y="7814"/>
                </a:lnTo>
                <a:lnTo>
                  <a:pt x="14086" y="8034"/>
                </a:lnTo>
                <a:lnTo>
                  <a:pt x="14049" y="8181"/>
                </a:lnTo>
                <a:lnTo>
                  <a:pt x="14012" y="8327"/>
                </a:lnTo>
                <a:lnTo>
                  <a:pt x="14049" y="8584"/>
                </a:lnTo>
                <a:lnTo>
                  <a:pt x="14159" y="8841"/>
                </a:lnTo>
                <a:lnTo>
                  <a:pt x="14306" y="9098"/>
                </a:lnTo>
                <a:lnTo>
                  <a:pt x="14489" y="9318"/>
                </a:lnTo>
                <a:lnTo>
                  <a:pt x="14673" y="9538"/>
                </a:lnTo>
                <a:lnTo>
                  <a:pt x="14856" y="9758"/>
                </a:lnTo>
                <a:lnTo>
                  <a:pt x="15003" y="9831"/>
                </a:lnTo>
                <a:lnTo>
                  <a:pt x="15150" y="9868"/>
                </a:lnTo>
                <a:lnTo>
                  <a:pt x="15223" y="9831"/>
                </a:lnTo>
                <a:lnTo>
                  <a:pt x="15260" y="9758"/>
                </a:lnTo>
                <a:lnTo>
                  <a:pt x="15260" y="9685"/>
                </a:lnTo>
                <a:lnTo>
                  <a:pt x="15260" y="9574"/>
                </a:lnTo>
                <a:lnTo>
                  <a:pt x="15150" y="9428"/>
                </a:lnTo>
                <a:lnTo>
                  <a:pt x="14893" y="9134"/>
                </a:lnTo>
                <a:lnTo>
                  <a:pt x="14709" y="8951"/>
                </a:lnTo>
                <a:lnTo>
                  <a:pt x="14563" y="8731"/>
                </a:lnTo>
                <a:lnTo>
                  <a:pt x="14489" y="8511"/>
                </a:lnTo>
                <a:lnTo>
                  <a:pt x="14453" y="8364"/>
                </a:lnTo>
                <a:lnTo>
                  <a:pt x="14453" y="8254"/>
                </a:lnTo>
                <a:lnTo>
                  <a:pt x="14489" y="8107"/>
                </a:lnTo>
                <a:lnTo>
                  <a:pt x="14563" y="7997"/>
                </a:lnTo>
                <a:lnTo>
                  <a:pt x="14673" y="7850"/>
                </a:lnTo>
                <a:lnTo>
                  <a:pt x="14893" y="7740"/>
                </a:lnTo>
                <a:lnTo>
                  <a:pt x="15113" y="7667"/>
                </a:lnTo>
                <a:lnTo>
                  <a:pt x="15333" y="7630"/>
                </a:lnTo>
                <a:lnTo>
                  <a:pt x="16103" y="7630"/>
                </a:lnTo>
                <a:lnTo>
                  <a:pt x="15993" y="7850"/>
                </a:lnTo>
                <a:lnTo>
                  <a:pt x="15957" y="7961"/>
                </a:lnTo>
                <a:lnTo>
                  <a:pt x="15993" y="8107"/>
                </a:lnTo>
                <a:lnTo>
                  <a:pt x="16030" y="8327"/>
                </a:lnTo>
                <a:lnTo>
                  <a:pt x="16030" y="8584"/>
                </a:lnTo>
                <a:lnTo>
                  <a:pt x="16030" y="8804"/>
                </a:lnTo>
                <a:lnTo>
                  <a:pt x="15993" y="9024"/>
                </a:lnTo>
                <a:lnTo>
                  <a:pt x="15920" y="8841"/>
                </a:lnTo>
                <a:lnTo>
                  <a:pt x="15847" y="8694"/>
                </a:lnTo>
                <a:lnTo>
                  <a:pt x="15736" y="8511"/>
                </a:lnTo>
                <a:lnTo>
                  <a:pt x="15590" y="8364"/>
                </a:lnTo>
                <a:lnTo>
                  <a:pt x="15516" y="8327"/>
                </a:lnTo>
                <a:lnTo>
                  <a:pt x="15370" y="8327"/>
                </a:lnTo>
                <a:lnTo>
                  <a:pt x="15296" y="8364"/>
                </a:lnTo>
                <a:lnTo>
                  <a:pt x="15260" y="8437"/>
                </a:lnTo>
                <a:lnTo>
                  <a:pt x="15260" y="8511"/>
                </a:lnTo>
                <a:lnTo>
                  <a:pt x="15260" y="8584"/>
                </a:lnTo>
                <a:lnTo>
                  <a:pt x="15296" y="8657"/>
                </a:lnTo>
                <a:lnTo>
                  <a:pt x="15480" y="8914"/>
                </a:lnTo>
                <a:lnTo>
                  <a:pt x="15590" y="9171"/>
                </a:lnTo>
                <a:lnTo>
                  <a:pt x="15626" y="9464"/>
                </a:lnTo>
                <a:lnTo>
                  <a:pt x="15590" y="9795"/>
                </a:lnTo>
                <a:lnTo>
                  <a:pt x="15590" y="9868"/>
                </a:lnTo>
                <a:lnTo>
                  <a:pt x="15626" y="9978"/>
                </a:lnTo>
                <a:lnTo>
                  <a:pt x="15370" y="10308"/>
                </a:lnTo>
                <a:lnTo>
                  <a:pt x="15040" y="10638"/>
                </a:lnTo>
                <a:lnTo>
                  <a:pt x="14893" y="10748"/>
                </a:lnTo>
                <a:lnTo>
                  <a:pt x="14673" y="10895"/>
                </a:lnTo>
                <a:lnTo>
                  <a:pt x="14269" y="11042"/>
                </a:lnTo>
                <a:lnTo>
                  <a:pt x="14306" y="10968"/>
                </a:lnTo>
                <a:lnTo>
                  <a:pt x="14343" y="10638"/>
                </a:lnTo>
                <a:lnTo>
                  <a:pt x="14306" y="10345"/>
                </a:lnTo>
                <a:lnTo>
                  <a:pt x="14233" y="10015"/>
                </a:lnTo>
                <a:lnTo>
                  <a:pt x="14086" y="9721"/>
                </a:lnTo>
                <a:lnTo>
                  <a:pt x="13902" y="9428"/>
                </a:lnTo>
                <a:lnTo>
                  <a:pt x="13682" y="9171"/>
                </a:lnTo>
                <a:lnTo>
                  <a:pt x="13499" y="9024"/>
                </a:lnTo>
                <a:lnTo>
                  <a:pt x="13426" y="8914"/>
                </a:lnTo>
                <a:lnTo>
                  <a:pt x="13352" y="8841"/>
                </a:lnTo>
                <a:lnTo>
                  <a:pt x="13169" y="8841"/>
                </a:lnTo>
                <a:lnTo>
                  <a:pt x="12839" y="8694"/>
                </a:lnTo>
                <a:lnTo>
                  <a:pt x="12875" y="8584"/>
                </a:lnTo>
                <a:lnTo>
                  <a:pt x="12875" y="8437"/>
                </a:lnTo>
                <a:lnTo>
                  <a:pt x="12875" y="8364"/>
                </a:lnTo>
                <a:lnTo>
                  <a:pt x="12839" y="8327"/>
                </a:lnTo>
                <a:lnTo>
                  <a:pt x="12765" y="8291"/>
                </a:lnTo>
                <a:lnTo>
                  <a:pt x="12655" y="8291"/>
                </a:lnTo>
                <a:lnTo>
                  <a:pt x="12582" y="8327"/>
                </a:lnTo>
                <a:lnTo>
                  <a:pt x="12545" y="8401"/>
                </a:lnTo>
                <a:lnTo>
                  <a:pt x="12472" y="8584"/>
                </a:lnTo>
                <a:lnTo>
                  <a:pt x="12252" y="8547"/>
                </a:lnTo>
                <a:lnTo>
                  <a:pt x="12032" y="8584"/>
                </a:lnTo>
                <a:lnTo>
                  <a:pt x="11812" y="8621"/>
                </a:lnTo>
                <a:lnTo>
                  <a:pt x="11628" y="8694"/>
                </a:lnTo>
                <a:lnTo>
                  <a:pt x="11555" y="8584"/>
                </a:lnTo>
                <a:lnTo>
                  <a:pt x="11445" y="8511"/>
                </a:lnTo>
                <a:lnTo>
                  <a:pt x="11261" y="8511"/>
                </a:lnTo>
                <a:lnTo>
                  <a:pt x="11188" y="8584"/>
                </a:lnTo>
                <a:lnTo>
                  <a:pt x="11115" y="8657"/>
                </a:lnTo>
                <a:lnTo>
                  <a:pt x="11041" y="8731"/>
                </a:lnTo>
                <a:lnTo>
                  <a:pt x="10895" y="8914"/>
                </a:lnTo>
                <a:lnTo>
                  <a:pt x="10748" y="9061"/>
                </a:lnTo>
                <a:lnTo>
                  <a:pt x="10454" y="9208"/>
                </a:lnTo>
                <a:lnTo>
                  <a:pt x="10124" y="9318"/>
                </a:lnTo>
                <a:lnTo>
                  <a:pt x="9794" y="9391"/>
                </a:lnTo>
                <a:lnTo>
                  <a:pt x="9464" y="9428"/>
                </a:lnTo>
                <a:lnTo>
                  <a:pt x="8767" y="9428"/>
                </a:lnTo>
                <a:lnTo>
                  <a:pt x="8327" y="9354"/>
                </a:lnTo>
                <a:lnTo>
                  <a:pt x="8180" y="9318"/>
                </a:lnTo>
                <a:lnTo>
                  <a:pt x="8143" y="9318"/>
                </a:lnTo>
                <a:lnTo>
                  <a:pt x="8143" y="9281"/>
                </a:lnTo>
                <a:lnTo>
                  <a:pt x="8143" y="9134"/>
                </a:lnTo>
                <a:lnTo>
                  <a:pt x="8033" y="9024"/>
                </a:lnTo>
                <a:lnTo>
                  <a:pt x="8290" y="8621"/>
                </a:lnTo>
                <a:lnTo>
                  <a:pt x="8547" y="8181"/>
                </a:lnTo>
                <a:lnTo>
                  <a:pt x="8767" y="7924"/>
                </a:lnTo>
                <a:lnTo>
                  <a:pt x="8987" y="7630"/>
                </a:lnTo>
                <a:lnTo>
                  <a:pt x="9244" y="7410"/>
                </a:lnTo>
                <a:lnTo>
                  <a:pt x="9501" y="7154"/>
                </a:lnTo>
                <a:lnTo>
                  <a:pt x="9794" y="6970"/>
                </a:lnTo>
                <a:lnTo>
                  <a:pt x="10088" y="6787"/>
                </a:lnTo>
                <a:lnTo>
                  <a:pt x="10234" y="6713"/>
                </a:lnTo>
                <a:lnTo>
                  <a:pt x="10418" y="6713"/>
                </a:lnTo>
                <a:lnTo>
                  <a:pt x="10491" y="6750"/>
                </a:lnTo>
                <a:lnTo>
                  <a:pt x="10528" y="6823"/>
                </a:lnTo>
                <a:lnTo>
                  <a:pt x="10528" y="6897"/>
                </a:lnTo>
                <a:lnTo>
                  <a:pt x="10528" y="7043"/>
                </a:lnTo>
                <a:lnTo>
                  <a:pt x="10454" y="7154"/>
                </a:lnTo>
                <a:lnTo>
                  <a:pt x="10308" y="7374"/>
                </a:lnTo>
                <a:lnTo>
                  <a:pt x="10051" y="7667"/>
                </a:lnTo>
                <a:lnTo>
                  <a:pt x="9757" y="7961"/>
                </a:lnTo>
                <a:lnTo>
                  <a:pt x="9501" y="8291"/>
                </a:lnTo>
                <a:lnTo>
                  <a:pt x="9281" y="8657"/>
                </a:lnTo>
                <a:lnTo>
                  <a:pt x="9281" y="8731"/>
                </a:lnTo>
                <a:lnTo>
                  <a:pt x="9317" y="8841"/>
                </a:lnTo>
                <a:lnTo>
                  <a:pt x="9391" y="8878"/>
                </a:lnTo>
                <a:lnTo>
                  <a:pt x="9501" y="8878"/>
                </a:lnTo>
                <a:lnTo>
                  <a:pt x="9721" y="8694"/>
                </a:lnTo>
                <a:lnTo>
                  <a:pt x="9941" y="8474"/>
                </a:lnTo>
                <a:lnTo>
                  <a:pt x="10271" y="7997"/>
                </a:lnTo>
                <a:lnTo>
                  <a:pt x="10601" y="7630"/>
                </a:lnTo>
                <a:lnTo>
                  <a:pt x="10748" y="7447"/>
                </a:lnTo>
                <a:lnTo>
                  <a:pt x="10858" y="7227"/>
                </a:lnTo>
                <a:lnTo>
                  <a:pt x="10895" y="7043"/>
                </a:lnTo>
                <a:lnTo>
                  <a:pt x="10895" y="6860"/>
                </a:lnTo>
                <a:lnTo>
                  <a:pt x="10858" y="6677"/>
                </a:lnTo>
                <a:lnTo>
                  <a:pt x="10784" y="6530"/>
                </a:lnTo>
                <a:lnTo>
                  <a:pt x="10674" y="6383"/>
                </a:lnTo>
                <a:lnTo>
                  <a:pt x="10491" y="6310"/>
                </a:lnTo>
                <a:lnTo>
                  <a:pt x="10344" y="6310"/>
                </a:lnTo>
                <a:lnTo>
                  <a:pt x="10124" y="6347"/>
                </a:lnTo>
                <a:lnTo>
                  <a:pt x="9904" y="6420"/>
                </a:lnTo>
                <a:lnTo>
                  <a:pt x="9684" y="6567"/>
                </a:lnTo>
                <a:lnTo>
                  <a:pt x="9281" y="6860"/>
                </a:lnTo>
                <a:lnTo>
                  <a:pt x="8914" y="7190"/>
                </a:lnTo>
                <a:lnTo>
                  <a:pt x="8584" y="7557"/>
                </a:lnTo>
                <a:lnTo>
                  <a:pt x="8290" y="7887"/>
                </a:lnTo>
                <a:lnTo>
                  <a:pt x="8033" y="8254"/>
                </a:lnTo>
                <a:lnTo>
                  <a:pt x="7850" y="8657"/>
                </a:lnTo>
                <a:lnTo>
                  <a:pt x="7777" y="8878"/>
                </a:lnTo>
                <a:lnTo>
                  <a:pt x="7740" y="9098"/>
                </a:lnTo>
                <a:lnTo>
                  <a:pt x="7703" y="9098"/>
                </a:lnTo>
                <a:lnTo>
                  <a:pt x="7667" y="9171"/>
                </a:lnTo>
                <a:lnTo>
                  <a:pt x="7556" y="9208"/>
                </a:lnTo>
                <a:lnTo>
                  <a:pt x="7300" y="9208"/>
                </a:lnTo>
                <a:lnTo>
                  <a:pt x="6823" y="9098"/>
                </a:lnTo>
                <a:lnTo>
                  <a:pt x="6236" y="9098"/>
                </a:lnTo>
                <a:lnTo>
                  <a:pt x="5686" y="9171"/>
                </a:lnTo>
                <a:lnTo>
                  <a:pt x="5612" y="9171"/>
                </a:lnTo>
                <a:lnTo>
                  <a:pt x="5612" y="8988"/>
                </a:lnTo>
                <a:lnTo>
                  <a:pt x="5612" y="8804"/>
                </a:lnTo>
                <a:lnTo>
                  <a:pt x="5686" y="8657"/>
                </a:lnTo>
                <a:lnTo>
                  <a:pt x="5759" y="8511"/>
                </a:lnTo>
                <a:lnTo>
                  <a:pt x="5869" y="8364"/>
                </a:lnTo>
                <a:lnTo>
                  <a:pt x="6016" y="8291"/>
                </a:lnTo>
                <a:lnTo>
                  <a:pt x="6163" y="8181"/>
                </a:lnTo>
                <a:lnTo>
                  <a:pt x="6383" y="8144"/>
                </a:lnTo>
                <a:lnTo>
                  <a:pt x="6749" y="8034"/>
                </a:lnTo>
                <a:lnTo>
                  <a:pt x="7080" y="7924"/>
                </a:lnTo>
                <a:lnTo>
                  <a:pt x="7410" y="7777"/>
                </a:lnTo>
                <a:lnTo>
                  <a:pt x="7703" y="7594"/>
                </a:lnTo>
                <a:lnTo>
                  <a:pt x="7960" y="7374"/>
                </a:lnTo>
                <a:lnTo>
                  <a:pt x="8217" y="7154"/>
                </a:lnTo>
                <a:lnTo>
                  <a:pt x="8437" y="6897"/>
                </a:lnTo>
                <a:lnTo>
                  <a:pt x="8620" y="6603"/>
                </a:lnTo>
                <a:lnTo>
                  <a:pt x="8767" y="6383"/>
                </a:lnTo>
                <a:lnTo>
                  <a:pt x="8914" y="6090"/>
                </a:lnTo>
                <a:lnTo>
                  <a:pt x="8950" y="5943"/>
                </a:lnTo>
                <a:lnTo>
                  <a:pt x="8987" y="5796"/>
                </a:lnTo>
                <a:lnTo>
                  <a:pt x="8950" y="5650"/>
                </a:lnTo>
                <a:lnTo>
                  <a:pt x="8914" y="5540"/>
                </a:lnTo>
                <a:lnTo>
                  <a:pt x="8804" y="5540"/>
                </a:lnTo>
                <a:lnTo>
                  <a:pt x="8694" y="5576"/>
                </a:lnTo>
                <a:lnTo>
                  <a:pt x="8620" y="5686"/>
                </a:lnTo>
                <a:lnTo>
                  <a:pt x="8510" y="5943"/>
                </a:lnTo>
                <a:lnTo>
                  <a:pt x="8327" y="6310"/>
                </a:lnTo>
                <a:lnTo>
                  <a:pt x="8107" y="6677"/>
                </a:lnTo>
                <a:lnTo>
                  <a:pt x="7813" y="7007"/>
                </a:lnTo>
                <a:lnTo>
                  <a:pt x="7483" y="7264"/>
                </a:lnTo>
                <a:lnTo>
                  <a:pt x="7116" y="7484"/>
                </a:lnTo>
                <a:lnTo>
                  <a:pt x="6713" y="7667"/>
                </a:lnTo>
                <a:lnTo>
                  <a:pt x="6346" y="7777"/>
                </a:lnTo>
                <a:lnTo>
                  <a:pt x="6016" y="7887"/>
                </a:lnTo>
                <a:lnTo>
                  <a:pt x="5832" y="7924"/>
                </a:lnTo>
                <a:lnTo>
                  <a:pt x="5686" y="8034"/>
                </a:lnTo>
                <a:lnTo>
                  <a:pt x="5539" y="8144"/>
                </a:lnTo>
                <a:lnTo>
                  <a:pt x="5429" y="8291"/>
                </a:lnTo>
                <a:lnTo>
                  <a:pt x="5282" y="8511"/>
                </a:lnTo>
                <a:lnTo>
                  <a:pt x="5209" y="8768"/>
                </a:lnTo>
                <a:lnTo>
                  <a:pt x="5209" y="9024"/>
                </a:lnTo>
                <a:lnTo>
                  <a:pt x="5282" y="9281"/>
                </a:lnTo>
                <a:lnTo>
                  <a:pt x="4915" y="9391"/>
                </a:lnTo>
                <a:lnTo>
                  <a:pt x="4512" y="9501"/>
                </a:lnTo>
                <a:lnTo>
                  <a:pt x="4365" y="9501"/>
                </a:lnTo>
                <a:lnTo>
                  <a:pt x="4218" y="9464"/>
                </a:lnTo>
                <a:lnTo>
                  <a:pt x="4072" y="9428"/>
                </a:lnTo>
                <a:lnTo>
                  <a:pt x="3962" y="9354"/>
                </a:lnTo>
                <a:lnTo>
                  <a:pt x="3852" y="9244"/>
                </a:lnTo>
                <a:lnTo>
                  <a:pt x="3778" y="9134"/>
                </a:lnTo>
                <a:lnTo>
                  <a:pt x="3742" y="9024"/>
                </a:lnTo>
                <a:lnTo>
                  <a:pt x="3778" y="8841"/>
                </a:lnTo>
                <a:lnTo>
                  <a:pt x="3815" y="8768"/>
                </a:lnTo>
                <a:lnTo>
                  <a:pt x="3778" y="8694"/>
                </a:lnTo>
                <a:lnTo>
                  <a:pt x="3888" y="8547"/>
                </a:lnTo>
                <a:lnTo>
                  <a:pt x="3962" y="8401"/>
                </a:lnTo>
                <a:lnTo>
                  <a:pt x="4108" y="8107"/>
                </a:lnTo>
                <a:lnTo>
                  <a:pt x="4255" y="7850"/>
                </a:lnTo>
                <a:lnTo>
                  <a:pt x="4439" y="7520"/>
                </a:lnTo>
                <a:lnTo>
                  <a:pt x="4475" y="7374"/>
                </a:lnTo>
                <a:lnTo>
                  <a:pt x="4512" y="7227"/>
                </a:lnTo>
                <a:lnTo>
                  <a:pt x="4475" y="7043"/>
                </a:lnTo>
                <a:lnTo>
                  <a:pt x="4439" y="6897"/>
                </a:lnTo>
                <a:lnTo>
                  <a:pt x="4328" y="6823"/>
                </a:lnTo>
                <a:lnTo>
                  <a:pt x="4218" y="6750"/>
                </a:lnTo>
                <a:lnTo>
                  <a:pt x="4108" y="6713"/>
                </a:lnTo>
                <a:lnTo>
                  <a:pt x="3962" y="6713"/>
                </a:lnTo>
                <a:lnTo>
                  <a:pt x="3705" y="6750"/>
                </a:lnTo>
                <a:lnTo>
                  <a:pt x="3485" y="6823"/>
                </a:lnTo>
                <a:lnTo>
                  <a:pt x="3191" y="7007"/>
                </a:lnTo>
                <a:lnTo>
                  <a:pt x="2935" y="7227"/>
                </a:lnTo>
                <a:lnTo>
                  <a:pt x="2751" y="7447"/>
                </a:lnTo>
                <a:lnTo>
                  <a:pt x="2568" y="7667"/>
                </a:lnTo>
                <a:lnTo>
                  <a:pt x="2494" y="7667"/>
                </a:lnTo>
                <a:lnTo>
                  <a:pt x="2421" y="7704"/>
                </a:lnTo>
                <a:lnTo>
                  <a:pt x="2348" y="7850"/>
                </a:lnTo>
                <a:lnTo>
                  <a:pt x="2348" y="7887"/>
                </a:lnTo>
                <a:lnTo>
                  <a:pt x="2348" y="7961"/>
                </a:lnTo>
                <a:lnTo>
                  <a:pt x="2384" y="8034"/>
                </a:lnTo>
                <a:lnTo>
                  <a:pt x="2458" y="8071"/>
                </a:lnTo>
                <a:lnTo>
                  <a:pt x="2568" y="8107"/>
                </a:lnTo>
                <a:lnTo>
                  <a:pt x="2678" y="8107"/>
                </a:lnTo>
                <a:lnTo>
                  <a:pt x="2788" y="8071"/>
                </a:lnTo>
                <a:lnTo>
                  <a:pt x="2861" y="7997"/>
                </a:lnTo>
                <a:lnTo>
                  <a:pt x="3191" y="7630"/>
                </a:lnTo>
                <a:lnTo>
                  <a:pt x="3338" y="7447"/>
                </a:lnTo>
                <a:lnTo>
                  <a:pt x="3521" y="7300"/>
                </a:lnTo>
                <a:lnTo>
                  <a:pt x="3742" y="7227"/>
                </a:lnTo>
                <a:lnTo>
                  <a:pt x="3962" y="7154"/>
                </a:lnTo>
                <a:lnTo>
                  <a:pt x="4035" y="7154"/>
                </a:lnTo>
                <a:lnTo>
                  <a:pt x="4035" y="7190"/>
                </a:lnTo>
                <a:lnTo>
                  <a:pt x="4035" y="7300"/>
                </a:lnTo>
                <a:lnTo>
                  <a:pt x="3925" y="7557"/>
                </a:lnTo>
                <a:lnTo>
                  <a:pt x="3668" y="8034"/>
                </a:lnTo>
                <a:lnTo>
                  <a:pt x="3558" y="8327"/>
                </a:lnTo>
                <a:lnTo>
                  <a:pt x="3485" y="8474"/>
                </a:lnTo>
                <a:lnTo>
                  <a:pt x="3411" y="8547"/>
                </a:lnTo>
                <a:lnTo>
                  <a:pt x="3301" y="8621"/>
                </a:lnTo>
                <a:lnTo>
                  <a:pt x="3301" y="8657"/>
                </a:lnTo>
                <a:lnTo>
                  <a:pt x="3265" y="8694"/>
                </a:lnTo>
                <a:lnTo>
                  <a:pt x="3118" y="8804"/>
                </a:lnTo>
                <a:lnTo>
                  <a:pt x="2935" y="8841"/>
                </a:lnTo>
                <a:lnTo>
                  <a:pt x="2751" y="8878"/>
                </a:lnTo>
                <a:lnTo>
                  <a:pt x="2531" y="8878"/>
                </a:lnTo>
                <a:lnTo>
                  <a:pt x="2348" y="8841"/>
                </a:lnTo>
                <a:lnTo>
                  <a:pt x="2164" y="8768"/>
                </a:lnTo>
                <a:lnTo>
                  <a:pt x="2018" y="8694"/>
                </a:lnTo>
                <a:lnTo>
                  <a:pt x="1871" y="8584"/>
                </a:lnTo>
                <a:lnTo>
                  <a:pt x="1724" y="8437"/>
                </a:lnTo>
                <a:lnTo>
                  <a:pt x="1651" y="8291"/>
                </a:lnTo>
                <a:lnTo>
                  <a:pt x="1577" y="8144"/>
                </a:lnTo>
                <a:lnTo>
                  <a:pt x="1504" y="7961"/>
                </a:lnTo>
                <a:lnTo>
                  <a:pt x="1504" y="7777"/>
                </a:lnTo>
                <a:lnTo>
                  <a:pt x="1504" y="7594"/>
                </a:lnTo>
                <a:lnTo>
                  <a:pt x="1504" y="7447"/>
                </a:lnTo>
                <a:lnTo>
                  <a:pt x="1577" y="7264"/>
                </a:lnTo>
                <a:lnTo>
                  <a:pt x="1614" y="7154"/>
                </a:lnTo>
                <a:lnTo>
                  <a:pt x="1651" y="7043"/>
                </a:lnTo>
                <a:lnTo>
                  <a:pt x="1614" y="6970"/>
                </a:lnTo>
                <a:lnTo>
                  <a:pt x="1687" y="6970"/>
                </a:lnTo>
                <a:lnTo>
                  <a:pt x="1944" y="6860"/>
                </a:lnTo>
                <a:lnTo>
                  <a:pt x="2201" y="6787"/>
                </a:lnTo>
                <a:lnTo>
                  <a:pt x="2788" y="6493"/>
                </a:lnTo>
                <a:lnTo>
                  <a:pt x="3375" y="6163"/>
                </a:lnTo>
                <a:lnTo>
                  <a:pt x="3815" y="5870"/>
                </a:lnTo>
                <a:lnTo>
                  <a:pt x="3998" y="5686"/>
                </a:lnTo>
                <a:lnTo>
                  <a:pt x="4145" y="5503"/>
                </a:lnTo>
                <a:lnTo>
                  <a:pt x="4292" y="5283"/>
                </a:lnTo>
                <a:lnTo>
                  <a:pt x="4402" y="5099"/>
                </a:lnTo>
                <a:lnTo>
                  <a:pt x="4475" y="4843"/>
                </a:lnTo>
                <a:lnTo>
                  <a:pt x="4512" y="4586"/>
                </a:lnTo>
                <a:lnTo>
                  <a:pt x="4512" y="4402"/>
                </a:lnTo>
                <a:lnTo>
                  <a:pt x="4475" y="4182"/>
                </a:lnTo>
                <a:lnTo>
                  <a:pt x="4365" y="3999"/>
                </a:lnTo>
                <a:lnTo>
                  <a:pt x="4292" y="3926"/>
                </a:lnTo>
                <a:lnTo>
                  <a:pt x="4218" y="3889"/>
                </a:lnTo>
                <a:lnTo>
                  <a:pt x="3962" y="3816"/>
                </a:lnTo>
                <a:lnTo>
                  <a:pt x="3742" y="3779"/>
                </a:lnTo>
                <a:lnTo>
                  <a:pt x="3485" y="3816"/>
                </a:lnTo>
                <a:lnTo>
                  <a:pt x="3228" y="3852"/>
                </a:lnTo>
                <a:lnTo>
                  <a:pt x="2935" y="3962"/>
                </a:lnTo>
                <a:lnTo>
                  <a:pt x="2678" y="4072"/>
                </a:lnTo>
                <a:lnTo>
                  <a:pt x="2164" y="4366"/>
                </a:lnTo>
                <a:lnTo>
                  <a:pt x="1504" y="4733"/>
                </a:lnTo>
                <a:lnTo>
                  <a:pt x="1211" y="4916"/>
                </a:lnTo>
                <a:lnTo>
                  <a:pt x="917" y="5099"/>
                </a:lnTo>
                <a:lnTo>
                  <a:pt x="844" y="5173"/>
                </a:lnTo>
                <a:lnTo>
                  <a:pt x="807" y="5246"/>
                </a:lnTo>
                <a:lnTo>
                  <a:pt x="807" y="5319"/>
                </a:lnTo>
                <a:lnTo>
                  <a:pt x="844" y="5356"/>
                </a:lnTo>
                <a:lnTo>
                  <a:pt x="880" y="5429"/>
                </a:lnTo>
                <a:lnTo>
                  <a:pt x="954" y="5466"/>
                </a:lnTo>
                <a:lnTo>
                  <a:pt x="1101" y="5466"/>
                </a:lnTo>
                <a:lnTo>
                  <a:pt x="1541" y="5246"/>
                </a:lnTo>
                <a:lnTo>
                  <a:pt x="1944" y="4989"/>
                </a:lnTo>
                <a:lnTo>
                  <a:pt x="2788" y="4512"/>
                </a:lnTo>
                <a:lnTo>
                  <a:pt x="3191" y="4329"/>
                </a:lnTo>
                <a:lnTo>
                  <a:pt x="3375" y="4256"/>
                </a:lnTo>
                <a:lnTo>
                  <a:pt x="3595" y="4219"/>
                </a:lnTo>
                <a:lnTo>
                  <a:pt x="3742" y="4182"/>
                </a:lnTo>
                <a:lnTo>
                  <a:pt x="3852" y="4219"/>
                </a:lnTo>
                <a:lnTo>
                  <a:pt x="3998" y="4256"/>
                </a:lnTo>
                <a:lnTo>
                  <a:pt x="4035" y="4292"/>
                </a:lnTo>
                <a:lnTo>
                  <a:pt x="4072" y="4366"/>
                </a:lnTo>
                <a:lnTo>
                  <a:pt x="4108" y="4476"/>
                </a:lnTo>
                <a:lnTo>
                  <a:pt x="4108" y="4586"/>
                </a:lnTo>
                <a:lnTo>
                  <a:pt x="4072" y="4843"/>
                </a:lnTo>
                <a:lnTo>
                  <a:pt x="3998" y="5026"/>
                </a:lnTo>
                <a:lnTo>
                  <a:pt x="3852" y="5246"/>
                </a:lnTo>
                <a:lnTo>
                  <a:pt x="3705" y="5393"/>
                </a:lnTo>
                <a:lnTo>
                  <a:pt x="3558" y="5576"/>
                </a:lnTo>
                <a:lnTo>
                  <a:pt x="3155" y="5833"/>
                </a:lnTo>
                <a:lnTo>
                  <a:pt x="2788" y="6053"/>
                </a:lnTo>
                <a:lnTo>
                  <a:pt x="2348" y="6310"/>
                </a:lnTo>
                <a:lnTo>
                  <a:pt x="1908" y="6530"/>
                </a:lnTo>
                <a:lnTo>
                  <a:pt x="1467" y="6750"/>
                </a:lnTo>
                <a:lnTo>
                  <a:pt x="1321" y="6823"/>
                </a:lnTo>
                <a:lnTo>
                  <a:pt x="1247" y="6860"/>
                </a:lnTo>
                <a:lnTo>
                  <a:pt x="1211" y="6933"/>
                </a:lnTo>
                <a:lnTo>
                  <a:pt x="1174" y="6933"/>
                </a:lnTo>
                <a:lnTo>
                  <a:pt x="1064" y="6860"/>
                </a:lnTo>
                <a:lnTo>
                  <a:pt x="880" y="6713"/>
                </a:lnTo>
                <a:lnTo>
                  <a:pt x="697" y="6457"/>
                </a:lnTo>
                <a:lnTo>
                  <a:pt x="587" y="6273"/>
                </a:lnTo>
                <a:lnTo>
                  <a:pt x="514" y="6053"/>
                </a:lnTo>
                <a:lnTo>
                  <a:pt x="477" y="5833"/>
                </a:lnTo>
                <a:lnTo>
                  <a:pt x="477" y="5613"/>
                </a:lnTo>
                <a:lnTo>
                  <a:pt x="477" y="5356"/>
                </a:lnTo>
                <a:lnTo>
                  <a:pt x="550" y="5136"/>
                </a:lnTo>
                <a:lnTo>
                  <a:pt x="660" y="4879"/>
                </a:lnTo>
                <a:lnTo>
                  <a:pt x="770" y="4659"/>
                </a:lnTo>
                <a:lnTo>
                  <a:pt x="917" y="4476"/>
                </a:lnTo>
                <a:lnTo>
                  <a:pt x="1101" y="4292"/>
                </a:lnTo>
                <a:lnTo>
                  <a:pt x="1504" y="3962"/>
                </a:lnTo>
                <a:lnTo>
                  <a:pt x="1908" y="3705"/>
                </a:lnTo>
                <a:lnTo>
                  <a:pt x="2384" y="3485"/>
                </a:lnTo>
                <a:lnTo>
                  <a:pt x="2458" y="3412"/>
                </a:lnTo>
                <a:lnTo>
                  <a:pt x="2494" y="3302"/>
                </a:lnTo>
                <a:lnTo>
                  <a:pt x="2568" y="3119"/>
                </a:lnTo>
                <a:lnTo>
                  <a:pt x="2715" y="2898"/>
                </a:lnTo>
                <a:lnTo>
                  <a:pt x="2898" y="2715"/>
                </a:lnTo>
                <a:lnTo>
                  <a:pt x="3045" y="2532"/>
                </a:lnTo>
                <a:lnTo>
                  <a:pt x="3228" y="2385"/>
                </a:lnTo>
                <a:lnTo>
                  <a:pt x="3448" y="2238"/>
                </a:lnTo>
                <a:lnTo>
                  <a:pt x="3632" y="2128"/>
                </a:lnTo>
                <a:lnTo>
                  <a:pt x="3852" y="2055"/>
                </a:lnTo>
                <a:lnTo>
                  <a:pt x="4108" y="1981"/>
                </a:lnTo>
                <a:lnTo>
                  <a:pt x="4328" y="1945"/>
                </a:lnTo>
                <a:lnTo>
                  <a:pt x="4549" y="1908"/>
                </a:lnTo>
                <a:lnTo>
                  <a:pt x="4695" y="2055"/>
                </a:lnTo>
                <a:lnTo>
                  <a:pt x="4879" y="2165"/>
                </a:lnTo>
                <a:lnTo>
                  <a:pt x="5135" y="2348"/>
                </a:lnTo>
                <a:lnTo>
                  <a:pt x="5356" y="2568"/>
                </a:lnTo>
                <a:lnTo>
                  <a:pt x="5466" y="2715"/>
                </a:lnTo>
                <a:lnTo>
                  <a:pt x="5539" y="2898"/>
                </a:lnTo>
                <a:lnTo>
                  <a:pt x="5649" y="3229"/>
                </a:lnTo>
                <a:lnTo>
                  <a:pt x="5722" y="3559"/>
                </a:lnTo>
                <a:lnTo>
                  <a:pt x="5686" y="3926"/>
                </a:lnTo>
                <a:lnTo>
                  <a:pt x="5612" y="4256"/>
                </a:lnTo>
                <a:lnTo>
                  <a:pt x="5466" y="4549"/>
                </a:lnTo>
                <a:lnTo>
                  <a:pt x="5062" y="5063"/>
                </a:lnTo>
                <a:lnTo>
                  <a:pt x="4879" y="5319"/>
                </a:lnTo>
                <a:lnTo>
                  <a:pt x="4732" y="5613"/>
                </a:lnTo>
                <a:lnTo>
                  <a:pt x="4659" y="5943"/>
                </a:lnTo>
                <a:lnTo>
                  <a:pt x="4659" y="6090"/>
                </a:lnTo>
                <a:lnTo>
                  <a:pt x="4659" y="6273"/>
                </a:lnTo>
                <a:lnTo>
                  <a:pt x="4695" y="6420"/>
                </a:lnTo>
                <a:lnTo>
                  <a:pt x="4769" y="6567"/>
                </a:lnTo>
                <a:lnTo>
                  <a:pt x="4805" y="6677"/>
                </a:lnTo>
                <a:lnTo>
                  <a:pt x="4915" y="6787"/>
                </a:lnTo>
                <a:lnTo>
                  <a:pt x="5135" y="6933"/>
                </a:lnTo>
                <a:lnTo>
                  <a:pt x="5392" y="7007"/>
                </a:lnTo>
                <a:lnTo>
                  <a:pt x="5649" y="7043"/>
                </a:lnTo>
                <a:lnTo>
                  <a:pt x="5942" y="7007"/>
                </a:lnTo>
                <a:lnTo>
                  <a:pt x="6199" y="6933"/>
                </a:lnTo>
                <a:lnTo>
                  <a:pt x="6456" y="6823"/>
                </a:lnTo>
                <a:lnTo>
                  <a:pt x="6676" y="6677"/>
                </a:lnTo>
                <a:lnTo>
                  <a:pt x="6896" y="6457"/>
                </a:lnTo>
                <a:lnTo>
                  <a:pt x="7043" y="6200"/>
                </a:lnTo>
                <a:lnTo>
                  <a:pt x="7226" y="5980"/>
                </a:lnTo>
                <a:lnTo>
                  <a:pt x="7667" y="5246"/>
                </a:lnTo>
                <a:lnTo>
                  <a:pt x="7887" y="4879"/>
                </a:lnTo>
                <a:lnTo>
                  <a:pt x="8107" y="4476"/>
                </a:lnTo>
                <a:lnTo>
                  <a:pt x="8143" y="4402"/>
                </a:lnTo>
                <a:lnTo>
                  <a:pt x="8107" y="4329"/>
                </a:lnTo>
                <a:lnTo>
                  <a:pt x="8070" y="4256"/>
                </a:lnTo>
                <a:lnTo>
                  <a:pt x="8033" y="4182"/>
                </a:lnTo>
                <a:lnTo>
                  <a:pt x="7777" y="4182"/>
                </a:lnTo>
                <a:lnTo>
                  <a:pt x="7703" y="4256"/>
                </a:lnTo>
                <a:lnTo>
                  <a:pt x="7520" y="4586"/>
                </a:lnTo>
                <a:lnTo>
                  <a:pt x="7300" y="4879"/>
                </a:lnTo>
                <a:lnTo>
                  <a:pt x="6933" y="5540"/>
                </a:lnTo>
                <a:lnTo>
                  <a:pt x="6749" y="5796"/>
                </a:lnTo>
                <a:lnTo>
                  <a:pt x="6566" y="6053"/>
                </a:lnTo>
                <a:lnTo>
                  <a:pt x="6383" y="6273"/>
                </a:lnTo>
                <a:lnTo>
                  <a:pt x="6126" y="6493"/>
                </a:lnTo>
                <a:lnTo>
                  <a:pt x="5942" y="6567"/>
                </a:lnTo>
                <a:lnTo>
                  <a:pt x="5796" y="6603"/>
                </a:lnTo>
                <a:lnTo>
                  <a:pt x="5612" y="6567"/>
                </a:lnTo>
                <a:lnTo>
                  <a:pt x="5466" y="6530"/>
                </a:lnTo>
                <a:lnTo>
                  <a:pt x="5319" y="6457"/>
                </a:lnTo>
                <a:lnTo>
                  <a:pt x="5209" y="6347"/>
                </a:lnTo>
                <a:lnTo>
                  <a:pt x="5135" y="6200"/>
                </a:lnTo>
                <a:lnTo>
                  <a:pt x="5099" y="6016"/>
                </a:lnTo>
                <a:lnTo>
                  <a:pt x="5135" y="5833"/>
                </a:lnTo>
                <a:lnTo>
                  <a:pt x="5172" y="5686"/>
                </a:lnTo>
                <a:lnTo>
                  <a:pt x="5356" y="5393"/>
                </a:lnTo>
                <a:lnTo>
                  <a:pt x="5759" y="4879"/>
                </a:lnTo>
                <a:lnTo>
                  <a:pt x="5906" y="4659"/>
                </a:lnTo>
                <a:lnTo>
                  <a:pt x="6016" y="4402"/>
                </a:lnTo>
                <a:lnTo>
                  <a:pt x="6126" y="4146"/>
                </a:lnTo>
                <a:lnTo>
                  <a:pt x="6163" y="3889"/>
                </a:lnTo>
                <a:lnTo>
                  <a:pt x="6163" y="3632"/>
                </a:lnTo>
                <a:lnTo>
                  <a:pt x="6163" y="3339"/>
                </a:lnTo>
                <a:lnTo>
                  <a:pt x="6089" y="3082"/>
                </a:lnTo>
                <a:lnTo>
                  <a:pt x="6016" y="2825"/>
                </a:lnTo>
                <a:lnTo>
                  <a:pt x="5832" y="2532"/>
                </a:lnTo>
                <a:lnTo>
                  <a:pt x="5576" y="2165"/>
                </a:lnTo>
                <a:lnTo>
                  <a:pt x="5429" y="2018"/>
                </a:lnTo>
                <a:lnTo>
                  <a:pt x="5282" y="1908"/>
                </a:lnTo>
                <a:lnTo>
                  <a:pt x="5099" y="1798"/>
                </a:lnTo>
                <a:lnTo>
                  <a:pt x="4915" y="1725"/>
                </a:lnTo>
                <a:lnTo>
                  <a:pt x="4915" y="1688"/>
                </a:lnTo>
                <a:lnTo>
                  <a:pt x="4915" y="1468"/>
                </a:lnTo>
                <a:lnTo>
                  <a:pt x="4989" y="1321"/>
                </a:lnTo>
                <a:lnTo>
                  <a:pt x="5062" y="1174"/>
                </a:lnTo>
                <a:lnTo>
                  <a:pt x="5172" y="1028"/>
                </a:lnTo>
                <a:lnTo>
                  <a:pt x="5319" y="918"/>
                </a:lnTo>
                <a:lnTo>
                  <a:pt x="5502" y="844"/>
                </a:lnTo>
                <a:lnTo>
                  <a:pt x="5686" y="808"/>
                </a:lnTo>
                <a:lnTo>
                  <a:pt x="5869" y="771"/>
                </a:lnTo>
                <a:lnTo>
                  <a:pt x="6016" y="771"/>
                </a:lnTo>
                <a:lnTo>
                  <a:pt x="6199" y="808"/>
                </a:lnTo>
                <a:lnTo>
                  <a:pt x="6529" y="918"/>
                </a:lnTo>
                <a:lnTo>
                  <a:pt x="7190" y="1211"/>
                </a:lnTo>
                <a:lnTo>
                  <a:pt x="7080" y="1321"/>
                </a:lnTo>
                <a:lnTo>
                  <a:pt x="7043" y="1431"/>
                </a:lnTo>
                <a:lnTo>
                  <a:pt x="7043" y="1541"/>
                </a:lnTo>
                <a:lnTo>
                  <a:pt x="7043" y="1651"/>
                </a:lnTo>
                <a:lnTo>
                  <a:pt x="7153" y="1871"/>
                </a:lnTo>
                <a:lnTo>
                  <a:pt x="7300" y="2018"/>
                </a:lnTo>
                <a:lnTo>
                  <a:pt x="7446" y="2165"/>
                </a:lnTo>
                <a:lnTo>
                  <a:pt x="7556" y="2275"/>
                </a:lnTo>
                <a:lnTo>
                  <a:pt x="7446" y="2495"/>
                </a:lnTo>
                <a:lnTo>
                  <a:pt x="7263" y="3045"/>
                </a:lnTo>
                <a:lnTo>
                  <a:pt x="7153" y="3265"/>
                </a:lnTo>
                <a:lnTo>
                  <a:pt x="7043" y="3485"/>
                </a:lnTo>
                <a:lnTo>
                  <a:pt x="6933" y="3705"/>
                </a:lnTo>
                <a:lnTo>
                  <a:pt x="6896" y="3926"/>
                </a:lnTo>
                <a:lnTo>
                  <a:pt x="6896" y="3999"/>
                </a:lnTo>
                <a:lnTo>
                  <a:pt x="6970" y="4036"/>
                </a:lnTo>
                <a:lnTo>
                  <a:pt x="7043" y="4072"/>
                </a:lnTo>
                <a:lnTo>
                  <a:pt x="7116" y="4036"/>
                </a:lnTo>
                <a:lnTo>
                  <a:pt x="7263" y="3889"/>
                </a:lnTo>
                <a:lnTo>
                  <a:pt x="7410" y="3705"/>
                </a:lnTo>
                <a:lnTo>
                  <a:pt x="7593" y="3265"/>
                </a:lnTo>
                <a:lnTo>
                  <a:pt x="7777" y="2715"/>
                </a:lnTo>
                <a:lnTo>
                  <a:pt x="7813" y="2458"/>
                </a:lnTo>
                <a:lnTo>
                  <a:pt x="7813" y="2422"/>
                </a:lnTo>
                <a:lnTo>
                  <a:pt x="8363" y="2678"/>
                </a:lnTo>
                <a:lnTo>
                  <a:pt x="8584" y="2862"/>
                </a:lnTo>
                <a:lnTo>
                  <a:pt x="8694" y="3009"/>
                </a:lnTo>
                <a:lnTo>
                  <a:pt x="8804" y="3155"/>
                </a:lnTo>
                <a:lnTo>
                  <a:pt x="8877" y="3302"/>
                </a:lnTo>
                <a:lnTo>
                  <a:pt x="8877" y="3449"/>
                </a:lnTo>
                <a:lnTo>
                  <a:pt x="8840" y="3595"/>
                </a:lnTo>
                <a:lnTo>
                  <a:pt x="8694" y="3705"/>
                </a:lnTo>
                <a:lnTo>
                  <a:pt x="8620" y="3779"/>
                </a:lnTo>
                <a:lnTo>
                  <a:pt x="8584" y="3852"/>
                </a:lnTo>
                <a:lnTo>
                  <a:pt x="8584" y="3926"/>
                </a:lnTo>
                <a:lnTo>
                  <a:pt x="8620" y="3999"/>
                </a:lnTo>
                <a:lnTo>
                  <a:pt x="8657" y="4072"/>
                </a:lnTo>
                <a:lnTo>
                  <a:pt x="8730" y="4109"/>
                </a:lnTo>
                <a:lnTo>
                  <a:pt x="8840" y="4109"/>
                </a:lnTo>
                <a:lnTo>
                  <a:pt x="8914" y="4072"/>
                </a:lnTo>
                <a:lnTo>
                  <a:pt x="9097" y="3926"/>
                </a:lnTo>
                <a:lnTo>
                  <a:pt x="9207" y="3779"/>
                </a:lnTo>
                <a:lnTo>
                  <a:pt x="9281" y="3595"/>
                </a:lnTo>
                <a:lnTo>
                  <a:pt x="9281" y="3412"/>
                </a:lnTo>
                <a:lnTo>
                  <a:pt x="9281" y="3192"/>
                </a:lnTo>
                <a:lnTo>
                  <a:pt x="9207" y="3009"/>
                </a:lnTo>
                <a:lnTo>
                  <a:pt x="9097" y="2825"/>
                </a:lnTo>
                <a:lnTo>
                  <a:pt x="8987" y="2642"/>
                </a:lnTo>
                <a:lnTo>
                  <a:pt x="8804" y="2458"/>
                </a:lnTo>
                <a:lnTo>
                  <a:pt x="8584" y="2348"/>
                </a:lnTo>
                <a:lnTo>
                  <a:pt x="8107" y="2091"/>
                </a:lnTo>
                <a:lnTo>
                  <a:pt x="7887" y="1981"/>
                </a:lnTo>
                <a:lnTo>
                  <a:pt x="7593" y="1798"/>
                </a:lnTo>
                <a:lnTo>
                  <a:pt x="7446" y="1651"/>
                </a:lnTo>
                <a:lnTo>
                  <a:pt x="7373" y="1541"/>
                </a:lnTo>
                <a:lnTo>
                  <a:pt x="7336" y="1431"/>
                </a:lnTo>
                <a:lnTo>
                  <a:pt x="7373" y="1284"/>
                </a:lnTo>
                <a:lnTo>
                  <a:pt x="7483" y="1358"/>
                </a:lnTo>
                <a:lnTo>
                  <a:pt x="7556" y="1358"/>
                </a:lnTo>
                <a:lnTo>
                  <a:pt x="7593" y="1321"/>
                </a:lnTo>
                <a:lnTo>
                  <a:pt x="7630" y="1248"/>
                </a:lnTo>
                <a:lnTo>
                  <a:pt x="7703" y="1138"/>
                </a:lnTo>
                <a:lnTo>
                  <a:pt x="7813" y="954"/>
                </a:lnTo>
                <a:lnTo>
                  <a:pt x="7923" y="808"/>
                </a:lnTo>
                <a:lnTo>
                  <a:pt x="8107" y="698"/>
                </a:lnTo>
                <a:lnTo>
                  <a:pt x="8290" y="624"/>
                </a:lnTo>
                <a:lnTo>
                  <a:pt x="8474" y="588"/>
                </a:lnTo>
                <a:lnTo>
                  <a:pt x="8694" y="551"/>
                </a:lnTo>
                <a:lnTo>
                  <a:pt x="9060" y="514"/>
                </a:lnTo>
                <a:close/>
                <a:moveTo>
                  <a:pt x="13279" y="9318"/>
                </a:moveTo>
                <a:lnTo>
                  <a:pt x="13426" y="9428"/>
                </a:lnTo>
                <a:lnTo>
                  <a:pt x="13426" y="9464"/>
                </a:lnTo>
                <a:lnTo>
                  <a:pt x="13352" y="9464"/>
                </a:lnTo>
                <a:lnTo>
                  <a:pt x="13242" y="9538"/>
                </a:lnTo>
                <a:lnTo>
                  <a:pt x="12985" y="9868"/>
                </a:lnTo>
                <a:lnTo>
                  <a:pt x="12692" y="10198"/>
                </a:lnTo>
                <a:lnTo>
                  <a:pt x="12362" y="10492"/>
                </a:lnTo>
                <a:lnTo>
                  <a:pt x="12032" y="10748"/>
                </a:lnTo>
                <a:lnTo>
                  <a:pt x="11445" y="11078"/>
                </a:lnTo>
                <a:lnTo>
                  <a:pt x="10858" y="11409"/>
                </a:lnTo>
                <a:lnTo>
                  <a:pt x="10638" y="11372"/>
                </a:lnTo>
                <a:lnTo>
                  <a:pt x="10418" y="11299"/>
                </a:lnTo>
                <a:lnTo>
                  <a:pt x="10234" y="11188"/>
                </a:lnTo>
                <a:lnTo>
                  <a:pt x="10051" y="11078"/>
                </a:lnTo>
                <a:lnTo>
                  <a:pt x="10491" y="11005"/>
                </a:lnTo>
                <a:lnTo>
                  <a:pt x="10895" y="10858"/>
                </a:lnTo>
                <a:lnTo>
                  <a:pt x="11298" y="10675"/>
                </a:lnTo>
                <a:lnTo>
                  <a:pt x="11702" y="10492"/>
                </a:lnTo>
                <a:lnTo>
                  <a:pt x="12142" y="10235"/>
                </a:lnTo>
                <a:lnTo>
                  <a:pt x="12545" y="9941"/>
                </a:lnTo>
                <a:lnTo>
                  <a:pt x="12912" y="9648"/>
                </a:lnTo>
                <a:lnTo>
                  <a:pt x="13279" y="9318"/>
                </a:lnTo>
                <a:close/>
                <a:moveTo>
                  <a:pt x="13609" y="9648"/>
                </a:moveTo>
                <a:lnTo>
                  <a:pt x="13719" y="9795"/>
                </a:lnTo>
                <a:lnTo>
                  <a:pt x="13792" y="9978"/>
                </a:lnTo>
                <a:lnTo>
                  <a:pt x="13939" y="10345"/>
                </a:lnTo>
                <a:lnTo>
                  <a:pt x="13939" y="10602"/>
                </a:lnTo>
                <a:lnTo>
                  <a:pt x="13939" y="10858"/>
                </a:lnTo>
                <a:lnTo>
                  <a:pt x="13866" y="10968"/>
                </a:lnTo>
                <a:lnTo>
                  <a:pt x="13829" y="10932"/>
                </a:lnTo>
                <a:lnTo>
                  <a:pt x="13719" y="10932"/>
                </a:lnTo>
                <a:lnTo>
                  <a:pt x="13719" y="10968"/>
                </a:lnTo>
                <a:lnTo>
                  <a:pt x="13609" y="11188"/>
                </a:lnTo>
                <a:lnTo>
                  <a:pt x="12765" y="11299"/>
                </a:lnTo>
                <a:lnTo>
                  <a:pt x="12912" y="11188"/>
                </a:lnTo>
                <a:lnTo>
                  <a:pt x="13316" y="10895"/>
                </a:lnTo>
                <a:lnTo>
                  <a:pt x="13682" y="10565"/>
                </a:lnTo>
                <a:lnTo>
                  <a:pt x="13756" y="10492"/>
                </a:lnTo>
                <a:lnTo>
                  <a:pt x="13756" y="10381"/>
                </a:lnTo>
                <a:lnTo>
                  <a:pt x="13719" y="10308"/>
                </a:lnTo>
                <a:lnTo>
                  <a:pt x="13609" y="10271"/>
                </a:lnTo>
                <a:lnTo>
                  <a:pt x="13536" y="10271"/>
                </a:lnTo>
                <a:lnTo>
                  <a:pt x="13462" y="10308"/>
                </a:lnTo>
                <a:lnTo>
                  <a:pt x="13059" y="10638"/>
                </a:lnTo>
                <a:lnTo>
                  <a:pt x="12655" y="10968"/>
                </a:lnTo>
                <a:lnTo>
                  <a:pt x="12398" y="11152"/>
                </a:lnTo>
                <a:lnTo>
                  <a:pt x="12325" y="11225"/>
                </a:lnTo>
                <a:lnTo>
                  <a:pt x="12252" y="11372"/>
                </a:lnTo>
                <a:lnTo>
                  <a:pt x="11665" y="11409"/>
                </a:lnTo>
                <a:lnTo>
                  <a:pt x="11481" y="11445"/>
                </a:lnTo>
                <a:lnTo>
                  <a:pt x="11775" y="11299"/>
                </a:lnTo>
                <a:lnTo>
                  <a:pt x="12068" y="11115"/>
                </a:lnTo>
                <a:lnTo>
                  <a:pt x="12362" y="10932"/>
                </a:lnTo>
                <a:lnTo>
                  <a:pt x="12655" y="10748"/>
                </a:lnTo>
                <a:lnTo>
                  <a:pt x="12912" y="10492"/>
                </a:lnTo>
                <a:lnTo>
                  <a:pt x="13132" y="10271"/>
                </a:lnTo>
                <a:lnTo>
                  <a:pt x="13352" y="10015"/>
                </a:lnTo>
                <a:lnTo>
                  <a:pt x="13572" y="9721"/>
                </a:lnTo>
                <a:lnTo>
                  <a:pt x="13609" y="9648"/>
                </a:lnTo>
                <a:close/>
                <a:moveTo>
                  <a:pt x="9060" y="1"/>
                </a:moveTo>
                <a:lnTo>
                  <a:pt x="8804" y="37"/>
                </a:lnTo>
                <a:lnTo>
                  <a:pt x="8547" y="37"/>
                </a:lnTo>
                <a:lnTo>
                  <a:pt x="8290" y="111"/>
                </a:lnTo>
                <a:lnTo>
                  <a:pt x="8033" y="184"/>
                </a:lnTo>
                <a:lnTo>
                  <a:pt x="7813" y="294"/>
                </a:lnTo>
                <a:lnTo>
                  <a:pt x="7593" y="441"/>
                </a:lnTo>
                <a:lnTo>
                  <a:pt x="7410" y="624"/>
                </a:lnTo>
                <a:lnTo>
                  <a:pt x="7300" y="844"/>
                </a:lnTo>
                <a:lnTo>
                  <a:pt x="6896" y="624"/>
                </a:lnTo>
                <a:lnTo>
                  <a:pt x="6493" y="441"/>
                </a:lnTo>
                <a:lnTo>
                  <a:pt x="6273" y="367"/>
                </a:lnTo>
                <a:lnTo>
                  <a:pt x="6053" y="331"/>
                </a:lnTo>
                <a:lnTo>
                  <a:pt x="5612" y="331"/>
                </a:lnTo>
                <a:lnTo>
                  <a:pt x="5392" y="404"/>
                </a:lnTo>
                <a:lnTo>
                  <a:pt x="5209" y="477"/>
                </a:lnTo>
                <a:lnTo>
                  <a:pt x="5025" y="588"/>
                </a:lnTo>
                <a:lnTo>
                  <a:pt x="4842" y="734"/>
                </a:lnTo>
                <a:lnTo>
                  <a:pt x="4695" y="881"/>
                </a:lnTo>
                <a:lnTo>
                  <a:pt x="4585" y="1064"/>
                </a:lnTo>
                <a:lnTo>
                  <a:pt x="4512" y="1248"/>
                </a:lnTo>
                <a:lnTo>
                  <a:pt x="4475" y="1468"/>
                </a:lnTo>
                <a:lnTo>
                  <a:pt x="4182" y="1505"/>
                </a:lnTo>
                <a:lnTo>
                  <a:pt x="3888" y="1541"/>
                </a:lnTo>
                <a:lnTo>
                  <a:pt x="3595" y="1651"/>
                </a:lnTo>
                <a:lnTo>
                  <a:pt x="3338" y="1798"/>
                </a:lnTo>
                <a:lnTo>
                  <a:pt x="3081" y="1945"/>
                </a:lnTo>
                <a:lnTo>
                  <a:pt x="2861" y="2091"/>
                </a:lnTo>
                <a:lnTo>
                  <a:pt x="2641" y="2312"/>
                </a:lnTo>
                <a:lnTo>
                  <a:pt x="2421" y="2532"/>
                </a:lnTo>
                <a:lnTo>
                  <a:pt x="2238" y="2788"/>
                </a:lnTo>
                <a:lnTo>
                  <a:pt x="2091" y="3082"/>
                </a:lnTo>
                <a:lnTo>
                  <a:pt x="1981" y="3155"/>
                </a:lnTo>
                <a:lnTo>
                  <a:pt x="1834" y="3229"/>
                </a:lnTo>
                <a:lnTo>
                  <a:pt x="1504" y="3375"/>
                </a:lnTo>
                <a:lnTo>
                  <a:pt x="1211" y="3559"/>
                </a:lnTo>
                <a:lnTo>
                  <a:pt x="954" y="3779"/>
                </a:lnTo>
                <a:lnTo>
                  <a:pt x="697" y="3999"/>
                </a:lnTo>
                <a:lnTo>
                  <a:pt x="477" y="4256"/>
                </a:lnTo>
                <a:lnTo>
                  <a:pt x="330" y="4512"/>
                </a:lnTo>
                <a:lnTo>
                  <a:pt x="183" y="4769"/>
                </a:lnTo>
                <a:lnTo>
                  <a:pt x="73" y="5063"/>
                </a:lnTo>
                <a:lnTo>
                  <a:pt x="37" y="5319"/>
                </a:lnTo>
                <a:lnTo>
                  <a:pt x="0" y="5613"/>
                </a:lnTo>
                <a:lnTo>
                  <a:pt x="0" y="5906"/>
                </a:lnTo>
                <a:lnTo>
                  <a:pt x="73" y="6200"/>
                </a:lnTo>
                <a:lnTo>
                  <a:pt x="183" y="6493"/>
                </a:lnTo>
                <a:lnTo>
                  <a:pt x="294" y="6713"/>
                </a:lnTo>
                <a:lnTo>
                  <a:pt x="440" y="6933"/>
                </a:lnTo>
                <a:lnTo>
                  <a:pt x="660" y="7117"/>
                </a:lnTo>
                <a:lnTo>
                  <a:pt x="880" y="7300"/>
                </a:lnTo>
                <a:lnTo>
                  <a:pt x="1064" y="7374"/>
                </a:lnTo>
                <a:lnTo>
                  <a:pt x="1027" y="7594"/>
                </a:lnTo>
                <a:lnTo>
                  <a:pt x="1027" y="7814"/>
                </a:lnTo>
                <a:lnTo>
                  <a:pt x="1064" y="8034"/>
                </a:lnTo>
                <a:lnTo>
                  <a:pt x="1101" y="8217"/>
                </a:lnTo>
                <a:lnTo>
                  <a:pt x="1174" y="8437"/>
                </a:lnTo>
                <a:lnTo>
                  <a:pt x="1284" y="8621"/>
                </a:lnTo>
                <a:lnTo>
                  <a:pt x="1431" y="8804"/>
                </a:lnTo>
                <a:lnTo>
                  <a:pt x="1614" y="8988"/>
                </a:lnTo>
                <a:lnTo>
                  <a:pt x="1797" y="9098"/>
                </a:lnTo>
                <a:lnTo>
                  <a:pt x="1981" y="9208"/>
                </a:lnTo>
                <a:lnTo>
                  <a:pt x="2201" y="9281"/>
                </a:lnTo>
                <a:lnTo>
                  <a:pt x="2421" y="9318"/>
                </a:lnTo>
                <a:lnTo>
                  <a:pt x="2641" y="9354"/>
                </a:lnTo>
                <a:lnTo>
                  <a:pt x="2861" y="9318"/>
                </a:lnTo>
                <a:lnTo>
                  <a:pt x="3081" y="9281"/>
                </a:lnTo>
                <a:lnTo>
                  <a:pt x="3301" y="9208"/>
                </a:lnTo>
                <a:lnTo>
                  <a:pt x="3375" y="9354"/>
                </a:lnTo>
                <a:lnTo>
                  <a:pt x="3448" y="9501"/>
                </a:lnTo>
                <a:lnTo>
                  <a:pt x="3595" y="9648"/>
                </a:lnTo>
                <a:lnTo>
                  <a:pt x="3742" y="9758"/>
                </a:lnTo>
                <a:lnTo>
                  <a:pt x="3925" y="9868"/>
                </a:lnTo>
                <a:lnTo>
                  <a:pt x="4108" y="9905"/>
                </a:lnTo>
                <a:lnTo>
                  <a:pt x="4292" y="9941"/>
                </a:lnTo>
                <a:lnTo>
                  <a:pt x="4475" y="9941"/>
                </a:lnTo>
                <a:lnTo>
                  <a:pt x="4842" y="9905"/>
                </a:lnTo>
                <a:lnTo>
                  <a:pt x="5246" y="9795"/>
                </a:lnTo>
                <a:lnTo>
                  <a:pt x="5686" y="9648"/>
                </a:lnTo>
                <a:lnTo>
                  <a:pt x="6163" y="9574"/>
                </a:lnTo>
                <a:lnTo>
                  <a:pt x="6603" y="9574"/>
                </a:lnTo>
                <a:lnTo>
                  <a:pt x="7080" y="9611"/>
                </a:lnTo>
                <a:lnTo>
                  <a:pt x="7446" y="9648"/>
                </a:lnTo>
                <a:lnTo>
                  <a:pt x="7630" y="9648"/>
                </a:lnTo>
                <a:lnTo>
                  <a:pt x="7813" y="9611"/>
                </a:lnTo>
                <a:lnTo>
                  <a:pt x="7960" y="9721"/>
                </a:lnTo>
                <a:lnTo>
                  <a:pt x="8143" y="9795"/>
                </a:lnTo>
                <a:lnTo>
                  <a:pt x="8327" y="9831"/>
                </a:lnTo>
                <a:lnTo>
                  <a:pt x="8547" y="9868"/>
                </a:lnTo>
                <a:lnTo>
                  <a:pt x="9024" y="9905"/>
                </a:lnTo>
                <a:lnTo>
                  <a:pt x="9391" y="9868"/>
                </a:lnTo>
                <a:lnTo>
                  <a:pt x="9501" y="9868"/>
                </a:lnTo>
                <a:lnTo>
                  <a:pt x="9354" y="10161"/>
                </a:lnTo>
                <a:lnTo>
                  <a:pt x="9317" y="10308"/>
                </a:lnTo>
                <a:lnTo>
                  <a:pt x="9281" y="10492"/>
                </a:lnTo>
                <a:lnTo>
                  <a:pt x="9317" y="10638"/>
                </a:lnTo>
                <a:lnTo>
                  <a:pt x="9354" y="10785"/>
                </a:lnTo>
                <a:lnTo>
                  <a:pt x="9464" y="11078"/>
                </a:lnTo>
                <a:lnTo>
                  <a:pt x="9647" y="11335"/>
                </a:lnTo>
                <a:lnTo>
                  <a:pt x="9831" y="11519"/>
                </a:lnTo>
                <a:lnTo>
                  <a:pt x="9977" y="11629"/>
                </a:lnTo>
                <a:lnTo>
                  <a:pt x="10198" y="11739"/>
                </a:lnTo>
                <a:lnTo>
                  <a:pt x="10381" y="11812"/>
                </a:lnTo>
                <a:lnTo>
                  <a:pt x="10821" y="11922"/>
                </a:lnTo>
                <a:lnTo>
                  <a:pt x="11298" y="11959"/>
                </a:lnTo>
                <a:lnTo>
                  <a:pt x="11775" y="11922"/>
                </a:lnTo>
                <a:lnTo>
                  <a:pt x="12215" y="11885"/>
                </a:lnTo>
                <a:lnTo>
                  <a:pt x="13095" y="11775"/>
                </a:lnTo>
                <a:lnTo>
                  <a:pt x="13939" y="11665"/>
                </a:lnTo>
                <a:lnTo>
                  <a:pt x="14343" y="11555"/>
                </a:lnTo>
                <a:lnTo>
                  <a:pt x="14746" y="11409"/>
                </a:lnTo>
                <a:lnTo>
                  <a:pt x="15076" y="11262"/>
                </a:lnTo>
                <a:lnTo>
                  <a:pt x="15370" y="11042"/>
                </a:lnTo>
                <a:lnTo>
                  <a:pt x="15626" y="10785"/>
                </a:lnTo>
                <a:lnTo>
                  <a:pt x="15847" y="10528"/>
                </a:lnTo>
                <a:lnTo>
                  <a:pt x="16030" y="10235"/>
                </a:lnTo>
                <a:lnTo>
                  <a:pt x="16213" y="9941"/>
                </a:lnTo>
                <a:lnTo>
                  <a:pt x="16360" y="9648"/>
                </a:lnTo>
                <a:lnTo>
                  <a:pt x="16433" y="9318"/>
                </a:lnTo>
                <a:lnTo>
                  <a:pt x="16507" y="8988"/>
                </a:lnTo>
                <a:lnTo>
                  <a:pt x="16543" y="8657"/>
                </a:lnTo>
                <a:lnTo>
                  <a:pt x="16507" y="8327"/>
                </a:lnTo>
                <a:lnTo>
                  <a:pt x="16470" y="7997"/>
                </a:lnTo>
                <a:lnTo>
                  <a:pt x="16690" y="7447"/>
                </a:lnTo>
                <a:lnTo>
                  <a:pt x="16837" y="6933"/>
                </a:lnTo>
                <a:lnTo>
                  <a:pt x="16910" y="6347"/>
                </a:lnTo>
                <a:lnTo>
                  <a:pt x="16910" y="5796"/>
                </a:lnTo>
                <a:lnTo>
                  <a:pt x="16837" y="5429"/>
                </a:lnTo>
                <a:lnTo>
                  <a:pt x="16727" y="5063"/>
                </a:lnTo>
                <a:lnTo>
                  <a:pt x="16654" y="4916"/>
                </a:lnTo>
                <a:lnTo>
                  <a:pt x="16543" y="4769"/>
                </a:lnTo>
                <a:lnTo>
                  <a:pt x="16397" y="4659"/>
                </a:lnTo>
                <a:lnTo>
                  <a:pt x="16250" y="4586"/>
                </a:lnTo>
                <a:lnTo>
                  <a:pt x="16250" y="4146"/>
                </a:lnTo>
                <a:lnTo>
                  <a:pt x="16177" y="3742"/>
                </a:lnTo>
                <a:lnTo>
                  <a:pt x="16030" y="3375"/>
                </a:lnTo>
                <a:lnTo>
                  <a:pt x="15773" y="3009"/>
                </a:lnTo>
                <a:lnTo>
                  <a:pt x="15626" y="2825"/>
                </a:lnTo>
                <a:lnTo>
                  <a:pt x="15443" y="2642"/>
                </a:lnTo>
                <a:lnTo>
                  <a:pt x="15223" y="2495"/>
                </a:lnTo>
                <a:lnTo>
                  <a:pt x="15003" y="2385"/>
                </a:lnTo>
                <a:lnTo>
                  <a:pt x="14746" y="2238"/>
                </a:lnTo>
                <a:lnTo>
                  <a:pt x="14526" y="2055"/>
                </a:lnTo>
                <a:lnTo>
                  <a:pt x="14379" y="1835"/>
                </a:lnTo>
                <a:lnTo>
                  <a:pt x="14233" y="1578"/>
                </a:lnTo>
                <a:lnTo>
                  <a:pt x="14123" y="1358"/>
                </a:lnTo>
                <a:lnTo>
                  <a:pt x="13976" y="1138"/>
                </a:lnTo>
                <a:lnTo>
                  <a:pt x="13829" y="991"/>
                </a:lnTo>
                <a:lnTo>
                  <a:pt x="13682" y="808"/>
                </a:lnTo>
                <a:lnTo>
                  <a:pt x="13499" y="698"/>
                </a:lnTo>
                <a:lnTo>
                  <a:pt x="13279" y="588"/>
                </a:lnTo>
                <a:lnTo>
                  <a:pt x="13059" y="514"/>
                </a:lnTo>
                <a:lnTo>
                  <a:pt x="12802" y="441"/>
                </a:lnTo>
                <a:lnTo>
                  <a:pt x="12362" y="441"/>
                </a:lnTo>
                <a:lnTo>
                  <a:pt x="11885" y="477"/>
                </a:lnTo>
                <a:lnTo>
                  <a:pt x="11408" y="588"/>
                </a:lnTo>
                <a:lnTo>
                  <a:pt x="10968" y="698"/>
                </a:lnTo>
                <a:lnTo>
                  <a:pt x="10821" y="514"/>
                </a:lnTo>
                <a:lnTo>
                  <a:pt x="10601" y="331"/>
                </a:lnTo>
                <a:lnTo>
                  <a:pt x="10381" y="221"/>
                </a:lnTo>
                <a:lnTo>
                  <a:pt x="10124" y="147"/>
                </a:lnTo>
                <a:lnTo>
                  <a:pt x="9867" y="74"/>
                </a:lnTo>
                <a:lnTo>
                  <a:pt x="9574" y="37"/>
                </a:lnTo>
                <a:lnTo>
                  <a:pt x="9060" y="1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514" name="Google Shape;514;p10"/>
          <p:cNvSpPr/>
          <p:nvPr/>
        </p:nvSpPr>
        <p:spPr>
          <a:xfrm rot="-5400000">
            <a:off x="10661707" y="422573"/>
            <a:ext cx="373208" cy="477288"/>
          </a:xfrm>
          <a:custGeom>
            <a:avLst/>
            <a:gdLst/>
            <a:ahLst/>
            <a:cxnLst/>
            <a:rect l="l" t="t" r="r" b="b"/>
            <a:pathLst>
              <a:path w="9868" h="12620" extrusionOk="0">
                <a:moveTo>
                  <a:pt x="4182" y="661"/>
                </a:moveTo>
                <a:lnTo>
                  <a:pt x="4182" y="918"/>
                </a:lnTo>
                <a:lnTo>
                  <a:pt x="4182" y="1431"/>
                </a:lnTo>
                <a:lnTo>
                  <a:pt x="4145" y="2202"/>
                </a:lnTo>
                <a:lnTo>
                  <a:pt x="3925" y="2165"/>
                </a:lnTo>
                <a:lnTo>
                  <a:pt x="3962" y="2018"/>
                </a:lnTo>
                <a:lnTo>
                  <a:pt x="3962" y="1835"/>
                </a:lnTo>
                <a:lnTo>
                  <a:pt x="3889" y="1468"/>
                </a:lnTo>
                <a:lnTo>
                  <a:pt x="3852" y="1101"/>
                </a:lnTo>
                <a:lnTo>
                  <a:pt x="3889" y="918"/>
                </a:lnTo>
                <a:lnTo>
                  <a:pt x="3962" y="771"/>
                </a:lnTo>
                <a:lnTo>
                  <a:pt x="3999" y="698"/>
                </a:lnTo>
                <a:lnTo>
                  <a:pt x="4072" y="661"/>
                </a:lnTo>
                <a:close/>
                <a:moveTo>
                  <a:pt x="1541" y="404"/>
                </a:moveTo>
                <a:lnTo>
                  <a:pt x="1578" y="441"/>
                </a:lnTo>
                <a:lnTo>
                  <a:pt x="1614" y="514"/>
                </a:lnTo>
                <a:lnTo>
                  <a:pt x="1614" y="1138"/>
                </a:lnTo>
                <a:lnTo>
                  <a:pt x="1688" y="2202"/>
                </a:lnTo>
                <a:lnTo>
                  <a:pt x="1284" y="2238"/>
                </a:lnTo>
                <a:lnTo>
                  <a:pt x="1211" y="2238"/>
                </a:lnTo>
                <a:lnTo>
                  <a:pt x="1211" y="1871"/>
                </a:lnTo>
                <a:lnTo>
                  <a:pt x="1174" y="1505"/>
                </a:lnTo>
                <a:lnTo>
                  <a:pt x="1211" y="1211"/>
                </a:lnTo>
                <a:lnTo>
                  <a:pt x="1248" y="954"/>
                </a:lnTo>
                <a:lnTo>
                  <a:pt x="1358" y="404"/>
                </a:lnTo>
                <a:close/>
                <a:moveTo>
                  <a:pt x="3815" y="2678"/>
                </a:moveTo>
                <a:lnTo>
                  <a:pt x="4439" y="2715"/>
                </a:lnTo>
                <a:lnTo>
                  <a:pt x="5026" y="2789"/>
                </a:lnTo>
                <a:lnTo>
                  <a:pt x="5026" y="2825"/>
                </a:lnTo>
                <a:lnTo>
                  <a:pt x="5136" y="3485"/>
                </a:lnTo>
                <a:lnTo>
                  <a:pt x="3925" y="3559"/>
                </a:lnTo>
                <a:lnTo>
                  <a:pt x="2678" y="3632"/>
                </a:lnTo>
                <a:lnTo>
                  <a:pt x="1358" y="3669"/>
                </a:lnTo>
                <a:lnTo>
                  <a:pt x="917" y="3706"/>
                </a:lnTo>
                <a:lnTo>
                  <a:pt x="477" y="3742"/>
                </a:lnTo>
                <a:lnTo>
                  <a:pt x="441" y="3229"/>
                </a:lnTo>
                <a:lnTo>
                  <a:pt x="441" y="2972"/>
                </a:lnTo>
                <a:lnTo>
                  <a:pt x="404" y="2862"/>
                </a:lnTo>
                <a:lnTo>
                  <a:pt x="331" y="2752"/>
                </a:lnTo>
                <a:lnTo>
                  <a:pt x="587" y="2789"/>
                </a:lnTo>
                <a:lnTo>
                  <a:pt x="807" y="2789"/>
                </a:lnTo>
                <a:lnTo>
                  <a:pt x="1284" y="2752"/>
                </a:lnTo>
                <a:lnTo>
                  <a:pt x="1945" y="2678"/>
                </a:lnTo>
                <a:close/>
                <a:moveTo>
                  <a:pt x="4916" y="3999"/>
                </a:moveTo>
                <a:lnTo>
                  <a:pt x="4989" y="4072"/>
                </a:lnTo>
                <a:lnTo>
                  <a:pt x="5136" y="4109"/>
                </a:lnTo>
                <a:lnTo>
                  <a:pt x="5209" y="4072"/>
                </a:lnTo>
                <a:lnTo>
                  <a:pt x="5246" y="4623"/>
                </a:lnTo>
                <a:lnTo>
                  <a:pt x="5209" y="5173"/>
                </a:lnTo>
                <a:lnTo>
                  <a:pt x="5173" y="5430"/>
                </a:lnTo>
                <a:lnTo>
                  <a:pt x="5099" y="5723"/>
                </a:lnTo>
                <a:lnTo>
                  <a:pt x="4989" y="5980"/>
                </a:lnTo>
                <a:lnTo>
                  <a:pt x="4806" y="6200"/>
                </a:lnTo>
                <a:lnTo>
                  <a:pt x="4659" y="6310"/>
                </a:lnTo>
                <a:lnTo>
                  <a:pt x="4476" y="6420"/>
                </a:lnTo>
                <a:lnTo>
                  <a:pt x="4292" y="6457"/>
                </a:lnTo>
                <a:lnTo>
                  <a:pt x="4072" y="6493"/>
                </a:lnTo>
                <a:lnTo>
                  <a:pt x="3632" y="6530"/>
                </a:lnTo>
                <a:lnTo>
                  <a:pt x="3265" y="6567"/>
                </a:lnTo>
                <a:lnTo>
                  <a:pt x="2605" y="6567"/>
                </a:lnTo>
                <a:lnTo>
                  <a:pt x="2642" y="6493"/>
                </a:lnTo>
                <a:lnTo>
                  <a:pt x="2678" y="6383"/>
                </a:lnTo>
                <a:lnTo>
                  <a:pt x="2788" y="6310"/>
                </a:lnTo>
                <a:lnTo>
                  <a:pt x="2825" y="6273"/>
                </a:lnTo>
                <a:lnTo>
                  <a:pt x="2825" y="6237"/>
                </a:lnTo>
                <a:lnTo>
                  <a:pt x="2788" y="6200"/>
                </a:lnTo>
                <a:lnTo>
                  <a:pt x="2715" y="6200"/>
                </a:lnTo>
                <a:lnTo>
                  <a:pt x="2605" y="6237"/>
                </a:lnTo>
                <a:lnTo>
                  <a:pt x="2458" y="6310"/>
                </a:lnTo>
                <a:lnTo>
                  <a:pt x="2348" y="6420"/>
                </a:lnTo>
                <a:lnTo>
                  <a:pt x="2311" y="6567"/>
                </a:lnTo>
                <a:lnTo>
                  <a:pt x="1724" y="6493"/>
                </a:lnTo>
                <a:lnTo>
                  <a:pt x="1541" y="6457"/>
                </a:lnTo>
                <a:lnTo>
                  <a:pt x="1688" y="6420"/>
                </a:lnTo>
                <a:lnTo>
                  <a:pt x="2055" y="6383"/>
                </a:lnTo>
                <a:lnTo>
                  <a:pt x="2201" y="6310"/>
                </a:lnTo>
                <a:lnTo>
                  <a:pt x="2275" y="6237"/>
                </a:lnTo>
                <a:lnTo>
                  <a:pt x="2311" y="6163"/>
                </a:lnTo>
                <a:lnTo>
                  <a:pt x="2311" y="6090"/>
                </a:lnTo>
                <a:lnTo>
                  <a:pt x="2275" y="6016"/>
                </a:lnTo>
                <a:lnTo>
                  <a:pt x="2238" y="5980"/>
                </a:lnTo>
                <a:lnTo>
                  <a:pt x="2201" y="5943"/>
                </a:lnTo>
                <a:lnTo>
                  <a:pt x="2055" y="5943"/>
                </a:lnTo>
                <a:lnTo>
                  <a:pt x="1981" y="6016"/>
                </a:lnTo>
                <a:lnTo>
                  <a:pt x="1798" y="6053"/>
                </a:lnTo>
                <a:lnTo>
                  <a:pt x="1394" y="6127"/>
                </a:lnTo>
                <a:lnTo>
                  <a:pt x="1138" y="6200"/>
                </a:lnTo>
                <a:lnTo>
                  <a:pt x="917" y="6273"/>
                </a:lnTo>
                <a:lnTo>
                  <a:pt x="807" y="6200"/>
                </a:lnTo>
                <a:lnTo>
                  <a:pt x="697" y="6127"/>
                </a:lnTo>
                <a:lnTo>
                  <a:pt x="661" y="5980"/>
                </a:lnTo>
                <a:lnTo>
                  <a:pt x="624" y="5870"/>
                </a:lnTo>
                <a:lnTo>
                  <a:pt x="624" y="5870"/>
                </a:lnTo>
                <a:lnTo>
                  <a:pt x="844" y="5906"/>
                </a:lnTo>
                <a:lnTo>
                  <a:pt x="1504" y="5906"/>
                </a:lnTo>
                <a:lnTo>
                  <a:pt x="1724" y="5870"/>
                </a:lnTo>
                <a:lnTo>
                  <a:pt x="1945" y="5833"/>
                </a:lnTo>
                <a:lnTo>
                  <a:pt x="1981" y="5796"/>
                </a:lnTo>
                <a:lnTo>
                  <a:pt x="2018" y="5760"/>
                </a:lnTo>
                <a:lnTo>
                  <a:pt x="2055" y="5650"/>
                </a:lnTo>
                <a:lnTo>
                  <a:pt x="1981" y="5540"/>
                </a:lnTo>
                <a:lnTo>
                  <a:pt x="1945" y="5503"/>
                </a:lnTo>
                <a:lnTo>
                  <a:pt x="1504" y="5503"/>
                </a:lnTo>
                <a:lnTo>
                  <a:pt x="1101" y="5540"/>
                </a:lnTo>
                <a:lnTo>
                  <a:pt x="844" y="5576"/>
                </a:lnTo>
                <a:lnTo>
                  <a:pt x="587" y="5576"/>
                </a:lnTo>
                <a:lnTo>
                  <a:pt x="587" y="5356"/>
                </a:lnTo>
                <a:lnTo>
                  <a:pt x="734" y="5430"/>
                </a:lnTo>
                <a:lnTo>
                  <a:pt x="881" y="5466"/>
                </a:lnTo>
                <a:lnTo>
                  <a:pt x="1211" y="5466"/>
                </a:lnTo>
                <a:lnTo>
                  <a:pt x="1541" y="5393"/>
                </a:lnTo>
                <a:lnTo>
                  <a:pt x="1835" y="5246"/>
                </a:lnTo>
                <a:lnTo>
                  <a:pt x="1871" y="5173"/>
                </a:lnTo>
                <a:lnTo>
                  <a:pt x="1908" y="5099"/>
                </a:lnTo>
                <a:lnTo>
                  <a:pt x="1908" y="5026"/>
                </a:lnTo>
                <a:lnTo>
                  <a:pt x="1871" y="4953"/>
                </a:lnTo>
                <a:lnTo>
                  <a:pt x="1835" y="4916"/>
                </a:lnTo>
                <a:lnTo>
                  <a:pt x="1761" y="4879"/>
                </a:lnTo>
                <a:lnTo>
                  <a:pt x="1724" y="4879"/>
                </a:lnTo>
                <a:lnTo>
                  <a:pt x="1614" y="4916"/>
                </a:lnTo>
                <a:lnTo>
                  <a:pt x="1358" y="5026"/>
                </a:lnTo>
                <a:lnTo>
                  <a:pt x="1101" y="5099"/>
                </a:lnTo>
                <a:lnTo>
                  <a:pt x="844" y="5099"/>
                </a:lnTo>
                <a:lnTo>
                  <a:pt x="551" y="5063"/>
                </a:lnTo>
                <a:lnTo>
                  <a:pt x="551" y="4916"/>
                </a:lnTo>
                <a:lnTo>
                  <a:pt x="844" y="4879"/>
                </a:lnTo>
                <a:lnTo>
                  <a:pt x="1138" y="4879"/>
                </a:lnTo>
                <a:lnTo>
                  <a:pt x="1724" y="4769"/>
                </a:lnTo>
                <a:lnTo>
                  <a:pt x="1908" y="4696"/>
                </a:lnTo>
                <a:lnTo>
                  <a:pt x="2091" y="4586"/>
                </a:lnTo>
                <a:lnTo>
                  <a:pt x="2128" y="4513"/>
                </a:lnTo>
                <a:lnTo>
                  <a:pt x="2165" y="4439"/>
                </a:lnTo>
                <a:lnTo>
                  <a:pt x="2128" y="4329"/>
                </a:lnTo>
                <a:lnTo>
                  <a:pt x="2055" y="4256"/>
                </a:lnTo>
                <a:lnTo>
                  <a:pt x="1945" y="4182"/>
                </a:lnTo>
                <a:lnTo>
                  <a:pt x="1871" y="4182"/>
                </a:lnTo>
                <a:lnTo>
                  <a:pt x="1835" y="4219"/>
                </a:lnTo>
                <a:lnTo>
                  <a:pt x="1761" y="4256"/>
                </a:lnTo>
                <a:lnTo>
                  <a:pt x="1724" y="4329"/>
                </a:lnTo>
                <a:lnTo>
                  <a:pt x="1468" y="4403"/>
                </a:lnTo>
                <a:lnTo>
                  <a:pt x="991" y="4476"/>
                </a:lnTo>
                <a:lnTo>
                  <a:pt x="551" y="4586"/>
                </a:lnTo>
                <a:lnTo>
                  <a:pt x="514" y="4146"/>
                </a:lnTo>
                <a:lnTo>
                  <a:pt x="1358" y="4146"/>
                </a:lnTo>
                <a:lnTo>
                  <a:pt x="2678" y="4109"/>
                </a:lnTo>
                <a:lnTo>
                  <a:pt x="3815" y="4072"/>
                </a:lnTo>
                <a:lnTo>
                  <a:pt x="4916" y="3999"/>
                </a:lnTo>
                <a:close/>
                <a:moveTo>
                  <a:pt x="1211" y="1"/>
                </a:moveTo>
                <a:lnTo>
                  <a:pt x="1101" y="37"/>
                </a:lnTo>
                <a:lnTo>
                  <a:pt x="1028" y="147"/>
                </a:lnTo>
                <a:lnTo>
                  <a:pt x="881" y="771"/>
                </a:lnTo>
                <a:lnTo>
                  <a:pt x="807" y="1395"/>
                </a:lnTo>
                <a:lnTo>
                  <a:pt x="807" y="1835"/>
                </a:lnTo>
                <a:lnTo>
                  <a:pt x="807" y="2092"/>
                </a:lnTo>
                <a:lnTo>
                  <a:pt x="881" y="2312"/>
                </a:lnTo>
                <a:lnTo>
                  <a:pt x="551" y="2385"/>
                </a:lnTo>
                <a:lnTo>
                  <a:pt x="367" y="2458"/>
                </a:lnTo>
                <a:lnTo>
                  <a:pt x="221" y="2568"/>
                </a:lnTo>
                <a:lnTo>
                  <a:pt x="184" y="2605"/>
                </a:lnTo>
                <a:lnTo>
                  <a:pt x="147" y="2678"/>
                </a:lnTo>
                <a:lnTo>
                  <a:pt x="37" y="2825"/>
                </a:lnTo>
                <a:lnTo>
                  <a:pt x="37" y="3009"/>
                </a:lnTo>
                <a:lnTo>
                  <a:pt x="37" y="3375"/>
                </a:lnTo>
                <a:lnTo>
                  <a:pt x="37" y="3852"/>
                </a:lnTo>
                <a:lnTo>
                  <a:pt x="37" y="3889"/>
                </a:lnTo>
                <a:lnTo>
                  <a:pt x="0" y="3962"/>
                </a:lnTo>
                <a:lnTo>
                  <a:pt x="37" y="4072"/>
                </a:lnTo>
                <a:lnTo>
                  <a:pt x="74" y="4439"/>
                </a:lnTo>
                <a:lnTo>
                  <a:pt x="110" y="5540"/>
                </a:lnTo>
                <a:lnTo>
                  <a:pt x="110" y="5943"/>
                </a:lnTo>
                <a:lnTo>
                  <a:pt x="184" y="6127"/>
                </a:lnTo>
                <a:lnTo>
                  <a:pt x="257" y="6310"/>
                </a:lnTo>
                <a:lnTo>
                  <a:pt x="367" y="6457"/>
                </a:lnTo>
                <a:lnTo>
                  <a:pt x="477" y="6567"/>
                </a:lnTo>
                <a:lnTo>
                  <a:pt x="624" y="6677"/>
                </a:lnTo>
                <a:lnTo>
                  <a:pt x="771" y="6750"/>
                </a:lnTo>
                <a:lnTo>
                  <a:pt x="1101" y="6860"/>
                </a:lnTo>
                <a:lnTo>
                  <a:pt x="1468" y="6934"/>
                </a:lnTo>
                <a:lnTo>
                  <a:pt x="2091" y="7007"/>
                </a:lnTo>
                <a:lnTo>
                  <a:pt x="2678" y="7044"/>
                </a:lnTo>
                <a:lnTo>
                  <a:pt x="2605" y="7264"/>
                </a:lnTo>
                <a:lnTo>
                  <a:pt x="2605" y="7484"/>
                </a:lnTo>
                <a:lnTo>
                  <a:pt x="2605" y="7887"/>
                </a:lnTo>
                <a:lnTo>
                  <a:pt x="2605" y="8548"/>
                </a:lnTo>
                <a:lnTo>
                  <a:pt x="2678" y="9208"/>
                </a:lnTo>
                <a:lnTo>
                  <a:pt x="2825" y="10455"/>
                </a:lnTo>
                <a:lnTo>
                  <a:pt x="3045" y="11665"/>
                </a:lnTo>
                <a:lnTo>
                  <a:pt x="3118" y="11922"/>
                </a:lnTo>
                <a:lnTo>
                  <a:pt x="3228" y="12106"/>
                </a:lnTo>
                <a:lnTo>
                  <a:pt x="3375" y="12252"/>
                </a:lnTo>
                <a:lnTo>
                  <a:pt x="3595" y="12399"/>
                </a:lnTo>
                <a:lnTo>
                  <a:pt x="3779" y="12472"/>
                </a:lnTo>
                <a:lnTo>
                  <a:pt x="3999" y="12546"/>
                </a:lnTo>
                <a:lnTo>
                  <a:pt x="4476" y="12619"/>
                </a:lnTo>
                <a:lnTo>
                  <a:pt x="4732" y="12582"/>
                </a:lnTo>
                <a:lnTo>
                  <a:pt x="4952" y="12509"/>
                </a:lnTo>
                <a:lnTo>
                  <a:pt x="5136" y="12399"/>
                </a:lnTo>
                <a:lnTo>
                  <a:pt x="5283" y="12216"/>
                </a:lnTo>
                <a:lnTo>
                  <a:pt x="5429" y="12032"/>
                </a:lnTo>
                <a:lnTo>
                  <a:pt x="5503" y="11812"/>
                </a:lnTo>
                <a:lnTo>
                  <a:pt x="5576" y="11592"/>
                </a:lnTo>
                <a:lnTo>
                  <a:pt x="5613" y="11372"/>
                </a:lnTo>
                <a:lnTo>
                  <a:pt x="5613" y="11079"/>
                </a:lnTo>
                <a:lnTo>
                  <a:pt x="5613" y="10785"/>
                </a:lnTo>
                <a:lnTo>
                  <a:pt x="5539" y="10162"/>
                </a:lnTo>
                <a:lnTo>
                  <a:pt x="5539" y="9538"/>
                </a:lnTo>
                <a:lnTo>
                  <a:pt x="5649" y="8951"/>
                </a:lnTo>
                <a:lnTo>
                  <a:pt x="5723" y="8658"/>
                </a:lnTo>
                <a:lnTo>
                  <a:pt x="5833" y="8364"/>
                </a:lnTo>
                <a:lnTo>
                  <a:pt x="5980" y="8071"/>
                </a:lnTo>
                <a:lnTo>
                  <a:pt x="6090" y="7961"/>
                </a:lnTo>
                <a:lnTo>
                  <a:pt x="6200" y="7851"/>
                </a:lnTo>
                <a:lnTo>
                  <a:pt x="6273" y="7814"/>
                </a:lnTo>
                <a:lnTo>
                  <a:pt x="6310" y="7814"/>
                </a:lnTo>
                <a:lnTo>
                  <a:pt x="6456" y="7887"/>
                </a:lnTo>
                <a:lnTo>
                  <a:pt x="6530" y="7997"/>
                </a:lnTo>
                <a:lnTo>
                  <a:pt x="6603" y="8144"/>
                </a:lnTo>
                <a:lnTo>
                  <a:pt x="6640" y="8291"/>
                </a:lnTo>
                <a:lnTo>
                  <a:pt x="6603" y="8474"/>
                </a:lnTo>
                <a:lnTo>
                  <a:pt x="6566" y="8804"/>
                </a:lnTo>
                <a:lnTo>
                  <a:pt x="6530" y="9208"/>
                </a:lnTo>
                <a:lnTo>
                  <a:pt x="6566" y="9428"/>
                </a:lnTo>
                <a:lnTo>
                  <a:pt x="6603" y="9648"/>
                </a:lnTo>
                <a:lnTo>
                  <a:pt x="6676" y="9868"/>
                </a:lnTo>
                <a:lnTo>
                  <a:pt x="6787" y="10051"/>
                </a:lnTo>
                <a:lnTo>
                  <a:pt x="6970" y="10162"/>
                </a:lnTo>
                <a:lnTo>
                  <a:pt x="7153" y="10272"/>
                </a:lnTo>
                <a:lnTo>
                  <a:pt x="7447" y="10345"/>
                </a:lnTo>
                <a:lnTo>
                  <a:pt x="7777" y="10382"/>
                </a:lnTo>
                <a:lnTo>
                  <a:pt x="8437" y="10382"/>
                </a:lnTo>
                <a:lnTo>
                  <a:pt x="9061" y="10308"/>
                </a:lnTo>
                <a:lnTo>
                  <a:pt x="9684" y="10162"/>
                </a:lnTo>
                <a:lnTo>
                  <a:pt x="9758" y="10125"/>
                </a:lnTo>
                <a:lnTo>
                  <a:pt x="9831" y="10051"/>
                </a:lnTo>
                <a:lnTo>
                  <a:pt x="9868" y="9941"/>
                </a:lnTo>
                <a:lnTo>
                  <a:pt x="9831" y="9868"/>
                </a:lnTo>
                <a:lnTo>
                  <a:pt x="9794" y="9758"/>
                </a:lnTo>
                <a:lnTo>
                  <a:pt x="9721" y="9685"/>
                </a:lnTo>
                <a:lnTo>
                  <a:pt x="9648" y="9648"/>
                </a:lnTo>
                <a:lnTo>
                  <a:pt x="9538" y="9648"/>
                </a:lnTo>
                <a:lnTo>
                  <a:pt x="8951" y="9758"/>
                </a:lnTo>
                <a:lnTo>
                  <a:pt x="8327" y="9831"/>
                </a:lnTo>
                <a:lnTo>
                  <a:pt x="7740" y="9831"/>
                </a:lnTo>
                <a:lnTo>
                  <a:pt x="7447" y="9795"/>
                </a:lnTo>
                <a:lnTo>
                  <a:pt x="7300" y="9721"/>
                </a:lnTo>
                <a:lnTo>
                  <a:pt x="7190" y="9648"/>
                </a:lnTo>
                <a:lnTo>
                  <a:pt x="7117" y="9575"/>
                </a:lnTo>
                <a:lnTo>
                  <a:pt x="7080" y="9465"/>
                </a:lnTo>
                <a:lnTo>
                  <a:pt x="7080" y="9208"/>
                </a:lnTo>
                <a:lnTo>
                  <a:pt x="7080" y="8914"/>
                </a:lnTo>
                <a:lnTo>
                  <a:pt x="7117" y="8694"/>
                </a:lnTo>
                <a:lnTo>
                  <a:pt x="7153" y="8474"/>
                </a:lnTo>
                <a:lnTo>
                  <a:pt x="7153" y="8254"/>
                </a:lnTo>
                <a:lnTo>
                  <a:pt x="7117" y="8034"/>
                </a:lnTo>
                <a:lnTo>
                  <a:pt x="7043" y="7851"/>
                </a:lnTo>
                <a:lnTo>
                  <a:pt x="6970" y="7667"/>
                </a:lnTo>
                <a:lnTo>
                  <a:pt x="6823" y="7520"/>
                </a:lnTo>
                <a:lnTo>
                  <a:pt x="6676" y="7410"/>
                </a:lnTo>
                <a:lnTo>
                  <a:pt x="6530" y="7337"/>
                </a:lnTo>
                <a:lnTo>
                  <a:pt x="6383" y="7300"/>
                </a:lnTo>
                <a:lnTo>
                  <a:pt x="6200" y="7300"/>
                </a:lnTo>
                <a:lnTo>
                  <a:pt x="6016" y="7337"/>
                </a:lnTo>
                <a:lnTo>
                  <a:pt x="5833" y="7447"/>
                </a:lnTo>
                <a:lnTo>
                  <a:pt x="5649" y="7594"/>
                </a:lnTo>
                <a:lnTo>
                  <a:pt x="5503" y="7814"/>
                </a:lnTo>
                <a:lnTo>
                  <a:pt x="5393" y="8034"/>
                </a:lnTo>
                <a:lnTo>
                  <a:pt x="5283" y="8291"/>
                </a:lnTo>
                <a:lnTo>
                  <a:pt x="5136" y="8768"/>
                </a:lnTo>
                <a:lnTo>
                  <a:pt x="5026" y="9281"/>
                </a:lnTo>
                <a:lnTo>
                  <a:pt x="4989" y="9795"/>
                </a:lnTo>
                <a:lnTo>
                  <a:pt x="5026" y="10308"/>
                </a:lnTo>
                <a:lnTo>
                  <a:pt x="5062" y="10858"/>
                </a:lnTo>
                <a:lnTo>
                  <a:pt x="5062" y="11372"/>
                </a:lnTo>
                <a:lnTo>
                  <a:pt x="5062" y="11519"/>
                </a:lnTo>
                <a:lnTo>
                  <a:pt x="5026" y="11665"/>
                </a:lnTo>
                <a:lnTo>
                  <a:pt x="4952" y="11775"/>
                </a:lnTo>
                <a:lnTo>
                  <a:pt x="4879" y="11886"/>
                </a:lnTo>
                <a:lnTo>
                  <a:pt x="4769" y="11959"/>
                </a:lnTo>
                <a:lnTo>
                  <a:pt x="4659" y="12032"/>
                </a:lnTo>
                <a:lnTo>
                  <a:pt x="4512" y="12069"/>
                </a:lnTo>
                <a:lnTo>
                  <a:pt x="4366" y="12069"/>
                </a:lnTo>
                <a:lnTo>
                  <a:pt x="4109" y="11996"/>
                </a:lnTo>
                <a:lnTo>
                  <a:pt x="3815" y="11922"/>
                </a:lnTo>
                <a:lnTo>
                  <a:pt x="3705" y="11849"/>
                </a:lnTo>
                <a:lnTo>
                  <a:pt x="3595" y="11739"/>
                </a:lnTo>
                <a:lnTo>
                  <a:pt x="3559" y="11592"/>
                </a:lnTo>
                <a:lnTo>
                  <a:pt x="3522" y="11445"/>
                </a:lnTo>
                <a:lnTo>
                  <a:pt x="3302" y="10272"/>
                </a:lnTo>
                <a:lnTo>
                  <a:pt x="3155" y="9061"/>
                </a:lnTo>
                <a:lnTo>
                  <a:pt x="3045" y="7887"/>
                </a:lnTo>
                <a:lnTo>
                  <a:pt x="3045" y="7484"/>
                </a:lnTo>
                <a:lnTo>
                  <a:pt x="3008" y="7264"/>
                </a:lnTo>
                <a:lnTo>
                  <a:pt x="2935" y="7044"/>
                </a:lnTo>
                <a:lnTo>
                  <a:pt x="3375" y="7044"/>
                </a:lnTo>
                <a:lnTo>
                  <a:pt x="3779" y="7007"/>
                </a:lnTo>
                <a:lnTo>
                  <a:pt x="4219" y="6970"/>
                </a:lnTo>
                <a:lnTo>
                  <a:pt x="4622" y="6860"/>
                </a:lnTo>
                <a:lnTo>
                  <a:pt x="4806" y="6787"/>
                </a:lnTo>
                <a:lnTo>
                  <a:pt x="4952" y="6677"/>
                </a:lnTo>
                <a:lnTo>
                  <a:pt x="5099" y="6603"/>
                </a:lnTo>
                <a:lnTo>
                  <a:pt x="5209" y="6493"/>
                </a:lnTo>
                <a:lnTo>
                  <a:pt x="5429" y="6200"/>
                </a:lnTo>
                <a:lnTo>
                  <a:pt x="5539" y="5906"/>
                </a:lnTo>
                <a:lnTo>
                  <a:pt x="5649" y="5576"/>
                </a:lnTo>
                <a:lnTo>
                  <a:pt x="5723" y="5210"/>
                </a:lnTo>
                <a:lnTo>
                  <a:pt x="5723" y="4806"/>
                </a:lnTo>
                <a:lnTo>
                  <a:pt x="5686" y="4036"/>
                </a:lnTo>
                <a:lnTo>
                  <a:pt x="5649" y="3559"/>
                </a:lnTo>
                <a:lnTo>
                  <a:pt x="5576" y="3082"/>
                </a:lnTo>
                <a:lnTo>
                  <a:pt x="5539" y="2789"/>
                </a:lnTo>
                <a:lnTo>
                  <a:pt x="5503" y="2678"/>
                </a:lnTo>
                <a:lnTo>
                  <a:pt x="5466" y="2568"/>
                </a:lnTo>
                <a:lnTo>
                  <a:pt x="5429" y="2422"/>
                </a:lnTo>
                <a:lnTo>
                  <a:pt x="5356" y="2348"/>
                </a:lnTo>
                <a:lnTo>
                  <a:pt x="5173" y="2238"/>
                </a:lnTo>
                <a:lnTo>
                  <a:pt x="5026" y="2202"/>
                </a:lnTo>
                <a:lnTo>
                  <a:pt x="4916" y="2202"/>
                </a:lnTo>
                <a:lnTo>
                  <a:pt x="4879" y="2238"/>
                </a:lnTo>
                <a:lnTo>
                  <a:pt x="4586" y="2238"/>
                </a:lnTo>
                <a:lnTo>
                  <a:pt x="4622" y="808"/>
                </a:lnTo>
                <a:lnTo>
                  <a:pt x="4586" y="551"/>
                </a:lnTo>
                <a:lnTo>
                  <a:pt x="4549" y="441"/>
                </a:lnTo>
                <a:lnTo>
                  <a:pt x="4512" y="331"/>
                </a:lnTo>
                <a:lnTo>
                  <a:pt x="4439" y="258"/>
                </a:lnTo>
                <a:lnTo>
                  <a:pt x="4329" y="221"/>
                </a:lnTo>
                <a:lnTo>
                  <a:pt x="4219" y="184"/>
                </a:lnTo>
                <a:lnTo>
                  <a:pt x="4072" y="221"/>
                </a:lnTo>
                <a:lnTo>
                  <a:pt x="3815" y="331"/>
                </a:lnTo>
                <a:lnTo>
                  <a:pt x="3705" y="404"/>
                </a:lnTo>
                <a:lnTo>
                  <a:pt x="3632" y="514"/>
                </a:lnTo>
                <a:lnTo>
                  <a:pt x="3522" y="734"/>
                </a:lnTo>
                <a:lnTo>
                  <a:pt x="3449" y="991"/>
                </a:lnTo>
                <a:lnTo>
                  <a:pt x="3485" y="1321"/>
                </a:lnTo>
                <a:lnTo>
                  <a:pt x="3522" y="1651"/>
                </a:lnTo>
                <a:lnTo>
                  <a:pt x="3559" y="1908"/>
                </a:lnTo>
                <a:lnTo>
                  <a:pt x="3669" y="2165"/>
                </a:lnTo>
                <a:lnTo>
                  <a:pt x="2091" y="2165"/>
                </a:lnTo>
                <a:lnTo>
                  <a:pt x="2055" y="1358"/>
                </a:lnTo>
                <a:lnTo>
                  <a:pt x="2018" y="514"/>
                </a:lnTo>
                <a:lnTo>
                  <a:pt x="2018" y="368"/>
                </a:lnTo>
                <a:lnTo>
                  <a:pt x="1945" y="221"/>
                </a:lnTo>
                <a:lnTo>
                  <a:pt x="1871" y="147"/>
                </a:lnTo>
                <a:lnTo>
                  <a:pt x="1761" y="74"/>
                </a:lnTo>
                <a:lnTo>
                  <a:pt x="1651" y="37"/>
                </a:lnTo>
                <a:lnTo>
                  <a:pt x="1504" y="1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515" name="Google Shape;515;p10"/>
          <p:cNvSpPr/>
          <p:nvPr/>
        </p:nvSpPr>
        <p:spPr>
          <a:xfrm>
            <a:off x="11735680" y="1053695"/>
            <a:ext cx="503611" cy="568851"/>
          </a:xfrm>
          <a:custGeom>
            <a:avLst/>
            <a:gdLst/>
            <a:ahLst/>
            <a:cxnLst/>
            <a:rect l="l" t="t" r="r" b="b"/>
            <a:pathLst>
              <a:path w="13316" h="15041" extrusionOk="0">
                <a:moveTo>
                  <a:pt x="5466" y="1"/>
                </a:moveTo>
                <a:lnTo>
                  <a:pt x="5466" y="38"/>
                </a:lnTo>
                <a:lnTo>
                  <a:pt x="5576" y="1248"/>
                </a:lnTo>
                <a:lnTo>
                  <a:pt x="5612" y="1321"/>
                </a:lnTo>
                <a:lnTo>
                  <a:pt x="5649" y="1395"/>
                </a:lnTo>
                <a:lnTo>
                  <a:pt x="5759" y="1431"/>
                </a:lnTo>
                <a:lnTo>
                  <a:pt x="5833" y="1395"/>
                </a:lnTo>
                <a:lnTo>
                  <a:pt x="6713" y="881"/>
                </a:lnTo>
                <a:lnTo>
                  <a:pt x="6713" y="881"/>
                </a:lnTo>
                <a:lnTo>
                  <a:pt x="6640" y="1285"/>
                </a:lnTo>
                <a:lnTo>
                  <a:pt x="6603" y="1652"/>
                </a:lnTo>
                <a:lnTo>
                  <a:pt x="6603" y="2055"/>
                </a:lnTo>
                <a:lnTo>
                  <a:pt x="6640" y="2459"/>
                </a:lnTo>
                <a:lnTo>
                  <a:pt x="6676" y="2569"/>
                </a:lnTo>
                <a:lnTo>
                  <a:pt x="6750" y="2605"/>
                </a:lnTo>
                <a:lnTo>
                  <a:pt x="6823" y="2642"/>
                </a:lnTo>
                <a:lnTo>
                  <a:pt x="6896" y="2679"/>
                </a:lnTo>
                <a:lnTo>
                  <a:pt x="6970" y="2642"/>
                </a:lnTo>
                <a:lnTo>
                  <a:pt x="7043" y="2605"/>
                </a:lnTo>
                <a:lnTo>
                  <a:pt x="7080" y="2532"/>
                </a:lnTo>
                <a:lnTo>
                  <a:pt x="7080" y="2459"/>
                </a:lnTo>
                <a:lnTo>
                  <a:pt x="7043" y="2275"/>
                </a:lnTo>
                <a:lnTo>
                  <a:pt x="7006" y="1835"/>
                </a:lnTo>
                <a:lnTo>
                  <a:pt x="7043" y="1395"/>
                </a:lnTo>
                <a:lnTo>
                  <a:pt x="7116" y="955"/>
                </a:lnTo>
                <a:lnTo>
                  <a:pt x="7226" y="514"/>
                </a:lnTo>
                <a:lnTo>
                  <a:pt x="7190" y="404"/>
                </a:lnTo>
                <a:lnTo>
                  <a:pt x="7153" y="294"/>
                </a:lnTo>
                <a:lnTo>
                  <a:pt x="7043" y="258"/>
                </a:lnTo>
                <a:lnTo>
                  <a:pt x="6933" y="294"/>
                </a:lnTo>
                <a:lnTo>
                  <a:pt x="5906" y="918"/>
                </a:lnTo>
                <a:lnTo>
                  <a:pt x="5869" y="698"/>
                </a:lnTo>
                <a:lnTo>
                  <a:pt x="5796" y="478"/>
                </a:lnTo>
                <a:lnTo>
                  <a:pt x="5686" y="221"/>
                </a:lnTo>
                <a:lnTo>
                  <a:pt x="5576" y="1"/>
                </a:lnTo>
                <a:close/>
                <a:moveTo>
                  <a:pt x="8840" y="3816"/>
                </a:moveTo>
                <a:lnTo>
                  <a:pt x="8730" y="3852"/>
                </a:lnTo>
                <a:lnTo>
                  <a:pt x="8657" y="3926"/>
                </a:lnTo>
                <a:lnTo>
                  <a:pt x="8510" y="4146"/>
                </a:lnTo>
                <a:lnTo>
                  <a:pt x="8364" y="4293"/>
                </a:lnTo>
                <a:lnTo>
                  <a:pt x="8143" y="4476"/>
                </a:lnTo>
                <a:lnTo>
                  <a:pt x="7997" y="4659"/>
                </a:lnTo>
                <a:lnTo>
                  <a:pt x="7997" y="4733"/>
                </a:lnTo>
                <a:lnTo>
                  <a:pt x="7997" y="4769"/>
                </a:lnTo>
                <a:lnTo>
                  <a:pt x="8033" y="4806"/>
                </a:lnTo>
                <a:lnTo>
                  <a:pt x="8070" y="4843"/>
                </a:lnTo>
                <a:lnTo>
                  <a:pt x="8253" y="4843"/>
                </a:lnTo>
                <a:lnTo>
                  <a:pt x="8400" y="4806"/>
                </a:lnTo>
                <a:lnTo>
                  <a:pt x="8547" y="4733"/>
                </a:lnTo>
                <a:lnTo>
                  <a:pt x="8694" y="4659"/>
                </a:lnTo>
                <a:lnTo>
                  <a:pt x="8914" y="4403"/>
                </a:lnTo>
                <a:lnTo>
                  <a:pt x="9097" y="4146"/>
                </a:lnTo>
                <a:lnTo>
                  <a:pt x="9134" y="4073"/>
                </a:lnTo>
                <a:lnTo>
                  <a:pt x="9134" y="3963"/>
                </a:lnTo>
                <a:lnTo>
                  <a:pt x="9097" y="3889"/>
                </a:lnTo>
                <a:lnTo>
                  <a:pt x="9024" y="3852"/>
                </a:lnTo>
                <a:lnTo>
                  <a:pt x="8914" y="3816"/>
                </a:lnTo>
                <a:close/>
                <a:moveTo>
                  <a:pt x="147" y="2972"/>
                </a:moveTo>
                <a:lnTo>
                  <a:pt x="73" y="3009"/>
                </a:lnTo>
                <a:lnTo>
                  <a:pt x="37" y="3082"/>
                </a:lnTo>
                <a:lnTo>
                  <a:pt x="0" y="3229"/>
                </a:lnTo>
                <a:lnTo>
                  <a:pt x="37" y="3559"/>
                </a:lnTo>
                <a:lnTo>
                  <a:pt x="110" y="4073"/>
                </a:lnTo>
                <a:lnTo>
                  <a:pt x="220" y="4549"/>
                </a:lnTo>
                <a:lnTo>
                  <a:pt x="257" y="4623"/>
                </a:lnTo>
                <a:lnTo>
                  <a:pt x="330" y="4696"/>
                </a:lnTo>
                <a:lnTo>
                  <a:pt x="514" y="4696"/>
                </a:lnTo>
                <a:lnTo>
                  <a:pt x="1174" y="4219"/>
                </a:lnTo>
                <a:lnTo>
                  <a:pt x="1247" y="4843"/>
                </a:lnTo>
                <a:lnTo>
                  <a:pt x="1284" y="4990"/>
                </a:lnTo>
                <a:lnTo>
                  <a:pt x="1321" y="5173"/>
                </a:lnTo>
                <a:lnTo>
                  <a:pt x="1394" y="5320"/>
                </a:lnTo>
                <a:lnTo>
                  <a:pt x="1431" y="5356"/>
                </a:lnTo>
                <a:lnTo>
                  <a:pt x="1541" y="5393"/>
                </a:lnTo>
                <a:lnTo>
                  <a:pt x="1614" y="5393"/>
                </a:lnTo>
                <a:lnTo>
                  <a:pt x="1687" y="5356"/>
                </a:lnTo>
                <a:lnTo>
                  <a:pt x="1724" y="5320"/>
                </a:lnTo>
                <a:lnTo>
                  <a:pt x="1761" y="5246"/>
                </a:lnTo>
                <a:lnTo>
                  <a:pt x="1761" y="5173"/>
                </a:lnTo>
                <a:lnTo>
                  <a:pt x="1724" y="5063"/>
                </a:lnTo>
                <a:lnTo>
                  <a:pt x="1724" y="5026"/>
                </a:lnTo>
                <a:lnTo>
                  <a:pt x="1687" y="4953"/>
                </a:lnTo>
                <a:lnTo>
                  <a:pt x="1651" y="4549"/>
                </a:lnTo>
                <a:lnTo>
                  <a:pt x="1614" y="4183"/>
                </a:lnTo>
                <a:lnTo>
                  <a:pt x="1577" y="3816"/>
                </a:lnTo>
                <a:lnTo>
                  <a:pt x="1577" y="3706"/>
                </a:lnTo>
                <a:lnTo>
                  <a:pt x="1467" y="3632"/>
                </a:lnTo>
                <a:lnTo>
                  <a:pt x="1357" y="3632"/>
                </a:lnTo>
                <a:lnTo>
                  <a:pt x="1247" y="3669"/>
                </a:lnTo>
                <a:lnTo>
                  <a:pt x="880" y="3889"/>
                </a:lnTo>
                <a:lnTo>
                  <a:pt x="550" y="4146"/>
                </a:lnTo>
                <a:lnTo>
                  <a:pt x="330" y="3302"/>
                </a:lnTo>
                <a:lnTo>
                  <a:pt x="294" y="3082"/>
                </a:lnTo>
                <a:lnTo>
                  <a:pt x="220" y="2972"/>
                </a:lnTo>
                <a:close/>
                <a:moveTo>
                  <a:pt x="8400" y="2679"/>
                </a:moveTo>
                <a:lnTo>
                  <a:pt x="10124" y="5173"/>
                </a:lnTo>
                <a:lnTo>
                  <a:pt x="10161" y="5210"/>
                </a:lnTo>
                <a:lnTo>
                  <a:pt x="10124" y="5246"/>
                </a:lnTo>
                <a:lnTo>
                  <a:pt x="9684" y="5613"/>
                </a:lnTo>
                <a:lnTo>
                  <a:pt x="9207" y="6017"/>
                </a:lnTo>
                <a:lnTo>
                  <a:pt x="8804" y="6310"/>
                </a:lnTo>
                <a:lnTo>
                  <a:pt x="8584" y="6017"/>
                </a:lnTo>
                <a:lnTo>
                  <a:pt x="6970" y="3852"/>
                </a:lnTo>
                <a:lnTo>
                  <a:pt x="7703" y="3339"/>
                </a:lnTo>
                <a:lnTo>
                  <a:pt x="8033" y="3045"/>
                </a:lnTo>
                <a:lnTo>
                  <a:pt x="8364" y="2752"/>
                </a:lnTo>
                <a:lnTo>
                  <a:pt x="8400" y="2679"/>
                </a:lnTo>
                <a:close/>
                <a:moveTo>
                  <a:pt x="2494" y="7227"/>
                </a:moveTo>
                <a:lnTo>
                  <a:pt x="2421" y="7301"/>
                </a:lnTo>
                <a:lnTo>
                  <a:pt x="2421" y="7411"/>
                </a:lnTo>
                <a:lnTo>
                  <a:pt x="2678" y="7887"/>
                </a:lnTo>
                <a:lnTo>
                  <a:pt x="2494" y="8034"/>
                </a:lnTo>
                <a:lnTo>
                  <a:pt x="2458" y="8108"/>
                </a:lnTo>
                <a:lnTo>
                  <a:pt x="2421" y="8218"/>
                </a:lnTo>
                <a:lnTo>
                  <a:pt x="2421" y="8291"/>
                </a:lnTo>
                <a:lnTo>
                  <a:pt x="2494" y="8328"/>
                </a:lnTo>
                <a:lnTo>
                  <a:pt x="2605" y="8364"/>
                </a:lnTo>
                <a:lnTo>
                  <a:pt x="2678" y="8328"/>
                </a:lnTo>
                <a:lnTo>
                  <a:pt x="2861" y="8254"/>
                </a:lnTo>
                <a:lnTo>
                  <a:pt x="2935" y="8364"/>
                </a:lnTo>
                <a:lnTo>
                  <a:pt x="3155" y="8694"/>
                </a:lnTo>
                <a:lnTo>
                  <a:pt x="3301" y="8841"/>
                </a:lnTo>
                <a:lnTo>
                  <a:pt x="3375" y="8878"/>
                </a:lnTo>
                <a:lnTo>
                  <a:pt x="3485" y="8915"/>
                </a:lnTo>
                <a:lnTo>
                  <a:pt x="3558" y="8878"/>
                </a:lnTo>
                <a:lnTo>
                  <a:pt x="3595" y="8804"/>
                </a:lnTo>
                <a:lnTo>
                  <a:pt x="3632" y="8731"/>
                </a:lnTo>
                <a:lnTo>
                  <a:pt x="3595" y="8621"/>
                </a:lnTo>
                <a:lnTo>
                  <a:pt x="3558" y="8438"/>
                </a:lnTo>
                <a:lnTo>
                  <a:pt x="3301" y="8108"/>
                </a:lnTo>
                <a:lnTo>
                  <a:pt x="3228" y="7997"/>
                </a:lnTo>
                <a:lnTo>
                  <a:pt x="3558" y="7704"/>
                </a:lnTo>
                <a:lnTo>
                  <a:pt x="3595" y="7594"/>
                </a:lnTo>
                <a:lnTo>
                  <a:pt x="3595" y="7484"/>
                </a:lnTo>
                <a:lnTo>
                  <a:pt x="3558" y="7411"/>
                </a:lnTo>
                <a:lnTo>
                  <a:pt x="3485" y="7374"/>
                </a:lnTo>
                <a:lnTo>
                  <a:pt x="3412" y="7337"/>
                </a:lnTo>
                <a:lnTo>
                  <a:pt x="3338" y="7337"/>
                </a:lnTo>
                <a:lnTo>
                  <a:pt x="3228" y="7411"/>
                </a:lnTo>
                <a:lnTo>
                  <a:pt x="2971" y="7631"/>
                </a:lnTo>
                <a:lnTo>
                  <a:pt x="2641" y="7264"/>
                </a:lnTo>
                <a:lnTo>
                  <a:pt x="2568" y="7227"/>
                </a:lnTo>
                <a:close/>
                <a:moveTo>
                  <a:pt x="3191" y="6090"/>
                </a:moveTo>
                <a:lnTo>
                  <a:pt x="3595" y="6860"/>
                </a:lnTo>
                <a:lnTo>
                  <a:pt x="3998" y="7594"/>
                </a:lnTo>
                <a:lnTo>
                  <a:pt x="4439" y="8328"/>
                </a:lnTo>
                <a:lnTo>
                  <a:pt x="4915" y="9025"/>
                </a:lnTo>
                <a:lnTo>
                  <a:pt x="4769" y="9098"/>
                </a:lnTo>
                <a:lnTo>
                  <a:pt x="4622" y="9171"/>
                </a:lnTo>
                <a:lnTo>
                  <a:pt x="4365" y="9355"/>
                </a:lnTo>
                <a:lnTo>
                  <a:pt x="3778" y="9721"/>
                </a:lnTo>
                <a:lnTo>
                  <a:pt x="3522" y="9905"/>
                </a:lnTo>
                <a:lnTo>
                  <a:pt x="3412" y="10015"/>
                </a:lnTo>
                <a:lnTo>
                  <a:pt x="3265" y="10052"/>
                </a:lnTo>
                <a:lnTo>
                  <a:pt x="3228" y="10052"/>
                </a:lnTo>
                <a:lnTo>
                  <a:pt x="3191" y="10088"/>
                </a:lnTo>
                <a:lnTo>
                  <a:pt x="3191" y="10162"/>
                </a:lnTo>
                <a:lnTo>
                  <a:pt x="2421" y="9025"/>
                </a:lnTo>
                <a:lnTo>
                  <a:pt x="1761" y="7997"/>
                </a:lnTo>
                <a:lnTo>
                  <a:pt x="1064" y="7007"/>
                </a:lnTo>
                <a:lnTo>
                  <a:pt x="1394" y="6897"/>
                </a:lnTo>
                <a:lnTo>
                  <a:pt x="1724" y="6714"/>
                </a:lnTo>
                <a:lnTo>
                  <a:pt x="2348" y="6383"/>
                </a:lnTo>
                <a:lnTo>
                  <a:pt x="2494" y="6310"/>
                </a:lnTo>
                <a:lnTo>
                  <a:pt x="2641" y="6273"/>
                </a:lnTo>
                <a:lnTo>
                  <a:pt x="2935" y="6237"/>
                </a:lnTo>
                <a:lnTo>
                  <a:pt x="3081" y="6200"/>
                </a:lnTo>
                <a:lnTo>
                  <a:pt x="3191" y="6090"/>
                </a:lnTo>
                <a:close/>
                <a:moveTo>
                  <a:pt x="12729" y="11005"/>
                </a:moveTo>
                <a:lnTo>
                  <a:pt x="12655" y="11225"/>
                </a:lnTo>
                <a:lnTo>
                  <a:pt x="12582" y="11115"/>
                </a:lnTo>
                <a:lnTo>
                  <a:pt x="12729" y="11005"/>
                </a:lnTo>
                <a:close/>
                <a:moveTo>
                  <a:pt x="9647" y="12949"/>
                </a:moveTo>
                <a:lnTo>
                  <a:pt x="9721" y="13096"/>
                </a:lnTo>
                <a:lnTo>
                  <a:pt x="9831" y="13280"/>
                </a:lnTo>
                <a:lnTo>
                  <a:pt x="9941" y="13463"/>
                </a:lnTo>
                <a:lnTo>
                  <a:pt x="10088" y="13573"/>
                </a:lnTo>
                <a:lnTo>
                  <a:pt x="10051" y="13573"/>
                </a:lnTo>
                <a:lnTo>
                  <a:pt x="9647" y="13756"/>
                </a:lnTo>
                <a:lnTo>
                  <a:pt x="9647" y="13646"/>
                </a:lnTo>
                <a:lnTo>
                  <a:pt x="9574" y="13536"/>
                </a:lnTo>
                <a:lnTo>
                  <a:pt x="9427" y="13426"/>
                </a:lnTo>
                <a:lnTo>
                  <a:pt x="9354" y="13280"/>
                </a:lnTo>
                <a:lnTo>
                  <a:pt x="9281" y="13133"/>
                </a:lnTo>
                <a:lnTo>
                  <a:pt x="9244" y="12986"/>
                </a:lnTo>
                <a:lnTo>
                  <a:pt x="9647" y="12949"/>
                </a:lnTo>
                <a:close/>
                <a:moveTo>
                  <a:pt x="6640" y="12839"/>
                </a:moveTo>
                <a:lnTo>
                  <a:pt x="6493" y="13426"/>
                </a:lnTo>
                <a:lnTo>
                  <a:pt x="6419" y="14013"/>
                </a:lnTo>
                <a:lnTo>
                  <a:pt x="6419" y="14160"/>
                </a:lnTo>
                <a:lnTo>
                  <a:pt x="6163" y="13940"/>
                </a:lnTo>
                <a:lnTo>
                  <a:pt x="6126" y="13940"/>
                </a:lnTo>
                <a:lnTo>
                  <a:pt x="6126" y="13903"/>
                </a:lnTo>
                <a:lnTo>
                  <a:pt x="6126" y="13646"/>
                </a:lnTo>
                <a:lnTo>
                  <a:pt x="6163" y="13353"/>
                </a:lnTo>
                <a:lnTo>
                  <a:pt x="6236" y="13096"/>
                </a:lnTo>
                <a:lnTo>
                  <a:pt x="6346" y="12876"/>
                </a:lnTo>
                <a:lnTo>
                  <a:pt x="6640" y="12839"/>
                </a:lnTo>
                <a:close/>
                <a:moveTo>
                  <a:pt x="7336" y="13170"/>
                </a:moveTo>
                <a:lnTo>
                  <a:pt x="7263" y="13206"/>
                </a:lnTo>
                <a:lnTo>
                  <a:pt x="7226" y="13243"/>
                </a:lnTo>
                <a:lnTo>
                  <a:pt x="7080" y="13720"/>
                </a:lnTo>
                <a:lnTo>
                  <a:pt x="7006" y="13977"/>
                </a:lnTo>
                <a:lnTo>
                  <a:pt x="7006" y="14233"/>
                </a:lnTo>
                <a:lnTo>
                  <a:pt x="7006" y="14307"/>
                </a:lnTo>
                <a:lnTo>
                  <a:pt x="7043" y="14380"/>
                </a:lnTo>
                <a:lnTo>
                  <a:pt x="7116" y="14453"/>
                </a:lnTo>
                <a:lnTo>
                  <a:pt x="7190" y="14490"/>
                </a:lnTo>
                <a:lnTo>
                  <a:pt x="7263" y="14527"/>
                </a:lnTo>
                <a:lnTo>
                  <a:pt x="7336" y="14527"/>
                </a:lnTo>
                <a:lnTo>
                  <a:pt x="7410" y="14453"/>
                </a:lnTo>
                <a:lnTo>
                  <a:pt x="7483" y="14380"/>
                </a:lnTo>
                <a:lnTo>
                  <a:pt x="7483" y="14270"/>
                </a:lnTo>
                <a:lnTo>
                  <a:pt x="7446" y="14160"/>
                </a:lnTo>
                <a:lnTo>
                  <a:pt x="7373" y="14123"/>
                </a:lnTo>
                <a:lnTo>
                  <a:pt x="7373" y="13830"/>
                </a:lnTo>
                <a:lnTo>
                  <a:pt x="7410" y="13280"/>
                </a:lnTo>
                <a:lnTo>
                  <a:pt x="7373" y="13206"/>
                </a:lnTo>
                <a:lnTo>
                  <a:pt x="7336" y="13170"/>
                </a:lnTo>
                <a:close/>
                <a:moveTo>
                  <a:pt x="10418" y="5613"/>
                </a:moveTo>
                <a:lnTo>
                  <a:pt x="11188" y="6714"/>
                </a:lnTo>
                <a:lnTo>
                  <a:pt x="11555" y="7264"/>
                </a:lnTo>
                <a:lnTo>
                  <a:pt x="11922" y="7814"/>
                </a:lnTo>
                <a:lnTo>
                  <a:pt x="12252" y="8474"/>
                </a:lnTo>
                <a:lnTo>
                  <a:pt x="12399" y="8841"/>
                </a:lnTo>
                <a:lnTo>
                  <a:pt x="12545" y="9208"/>
                </a:lnTo>
                <a:lnTo>
                  <a:pt x="12619" y="9575"/>
                </a:lnTo>
                <a:lnTo>
                  <a:pt x="12692" y="9942"/>
                </a:lnTo>
                <a:lnTo>
                  <a:pt x="12729" y="10308"/>
                </a:lnTo>
                <a:lnTo>
                  <a:pt x="12729" y="10675"/>
                </a:lnTo>
                <a:lnTo>
                  <a:pt x="12325" y="10932"/>
                </a:lnTo>
                <a:lnTo>
                  <a:pt x="12288" y="10969"/>
                </a:lnTo>
                <a:lnTo>
                  <a:pt x="12252" y="11042"/>
                </a:lnTo>
                <a:lnTo>
                  <a:pt x="12288" y="11079"/>
                </a:lnTo>
                <a:lnTo>
                  <a:pt x="12325" y="11152"/>
                </a:lnTo>
                <a:lnTo>
                  <a:pt x="12435" y="11372"/>
                </a:lnTo>
                <a:lnTo>
                  <a:pt x="12509" y="11446"/>
                </a:lnTo>
                <a:lnTo>
                  <a:pt x="12582" y="11519"/>
                </a:lnTo>
                <a:lnTo>
                  <a:pt x="12472" y="11776"/>
                </a:lnTo>
                <a:lnTo>
                  <a:pt x="12325" y="12032"/>
                </a:lnTo>
                <a:lnTo>
                  <a:pt x="11848" y="11666"/>
                </a:lnTo>
                <a:lnTo>
                  <a:pt x="11775" y="11629"/>
                </a:lnTo>
                <a:lnTo>
                  <a:pt x="11702" y="11666"/>
                </a:lnTo>
                <a:lnTo>
                  <a:pt x="11665" y="11739"/>
                </a:lnTo>
                <a:lnTo>
                  <a:pt x="11702" y="11812"/>
                </a:lnTo>
                <a:lnTo>
                  <a:pt x="12142" y="12326"/>
                </a:lnTo>
                <a:lnTo>
                  <a:pt x="11848" y="12619"/>
                </a:lnTo>
                <a:lnTo>
                  <a:pt x="11812" y="12546"/>
                </a:lnTo>
                <a:lnTo>
                  <a:pt x="11665" y="12399"/>
                </a:lnTo>
                <a:lnTo>
                  <a:pt x="11518" y="12253"/>
                </a:lnTo>
                <a:lnTo>
                  <a:pt x="11371" y="12069"/>
                </a:lnTo>
                <a:lnTo>
                  <a:pt x="11298" y="11886"/>
                </a:lnTo>
                <a:lnTo>
                  <a:pt x="11225" y="11849"/>
                </a:lnTo>
                <a:lnTo>
                  <a:pt x="11188" y="11812"/>
                </a:lnTo>
                <a:lnTo>
                  <a:pt x="11115" y="11849"/>
                </a:lnTo>
                <a:lnTo>
                  <a:pt x="11078" y="11922"/>
                </a:lnTo>
                <a:lnTo>
                  <a:pt x="11078" y="12106"/>
                </a:lnTo>
                <a:lnTo>
                  <a:pt x="11115" y="12253"/>
                </a:lnTo>
                <a:lnTo>
                  <a:pt x="11188" y="12436"/>
                </a:lnTo>
                <a:lnTo>
                  <a:pt x="11261" y="12583"/>
                </a:lnTo>
                <a:lnTo>
                  <a:pt x="11371" y="12729"/>
                </a:lnTo>
                <a:lnTo>
                  <a:pt x="11518" y="12876"/>
                </a:lnTo>
                <a:lnTo>
                  <a:pt x="11115" y="13096"/>
                </a:lnTo>
                <a:lnTo>
                  <a:pt x="11151" y="12986"/>
                </a:lnTo>
                <a:lnTo>
                  <a:pt x="11151" y="12839"/>
                </a:lnTo>
                <a:lnTo>
                  <a:pt x="11078" y="12766"/>
                </a:lnTo>
                <a:lnTo>
                  <a:pt x="10968" y="12656"/>
                </a:lnTo>
                <a:lnTo>
                  <a:pt x="10931" y="12656"/>
                </a:lnTo>
                <a:lnTo>
                  <a:pt x="10858" y="12693"/>
                </a:lnTo>
                <a:lnTo>
                  <a:pt x="10858" y="12766"/>
                </a:lnTo>
                <a:lnTo>
                  <a:pt x="10821" y="12729"/>
                </a:lnTo>
                <a:lnTo>
                  <a:pt x="10491" y="12436"/>
                </a:lnTo>
                <a:lnTo>
                  <a:pt x="10418" y="12363"/>
                </a:lnTo>
                <a:lnTo>
                  <a:pt x="10344" y="12399"/>
                </a:lnTo>
                <a:lnTo>
                  <a:pt x="10308" y="12473"/>
                </a:lnTo>
                <a:lnTo>
                  <a:pt x="10308" y="12546"/>
                </a:lnTo>
                <a:lnTo>
                  <a:pt x="10491" y="12839"/>
                </a:lnTo>
                <a:lnTo>
                  <a:pt x="10711" y="13206"/>
                </a:lnTo>
                <a:lnTo>
                  <a:pt x="10785" y="13280"/>
                </a:lnTo>
                <a:lnTo>
                  <a:pt x="10381" y="13426"/>
                </a:lnTo>
                <a:lnTo>
                  <a:pt x="10381" y="13353"/>
                </a:lnTo>
                <a:lnTo>
                  <a:pt x="10344" y="13280"/>
                </a:lnTo>
                <a:lnTo>
                  <a:pt x="10234" y="13133"/>
                </a:lnTo>
                <a:lnTo>
                  <a:pt x="10051" y="12913"/>
                </a:lnTo>
                <a:lnTo>
                  <a:pt x="9904" y="12693"/>
                </a:lnTo>
                <a:lnTo>
                  <a:pt x="9831" y="12619"/>
                </a:lnTo>
                <a:lnTo>
                  <a:pt x="9721" y="12619"/>
                </a:lnTo>
                <a:lnTo>
                  <a:pt x="9391" y="12693"/>
                </a:lnTo>
                <a:lnTo>
                  <a:pt x="9097" y="12729"/>
                </a:lnTo>
                <a:lnTo>
                  <a:pt x="9024" y="12766"/>
                </a:lnTo>
                <a:lnTo>
                  <a:pt x="8987" y="12839"/>
                </a:lnTo>
                <a:lnTo>
                  <a:pt x="8987" y="12913"/>
                </a:lnTo>
                <a:lnTo>
                  <a:pt x="9024" y="12986"/>
                </a:lnTo>
                <a:lnTo>
                  <a:pt x="9024" y="13243"/>
                </a:lnTo>
                <a:lnTo>
                  <a:pt x="9097" y="13500"/>
                </a:lnTo>
                <a:lnTo>
                  <a:pt x="9134" y="13646"/>
                </a:lnTo>
                <a:lnTo>
                  <a:pt x="9207" y="13756"/>
                </a:lnTo>
                <a:lnTo>
                  <a:pt x="9317" y="13830"/>
                </a:lnTo>
                <a:lnTo>
                  <a:pt x="9427" y="13867"/>
                </a:lnTo>
                <a:lnTo>
                  <a:pt x="8987" y="14050"/>
                </a:lnTo>
                <a:lnTo>
                  <a:pt x="8950" y="13977"/>
                </a:lnTo>
                <a:lnTo>
                  <a:pt x="8804" y="13903"/>
                </a:lnTo>
                <a:lnTo>
                  <a:pt x="8767" y="13903"/>
                </a:lnTo>
                <a:lnTo>
                  <a:pt x="8620" y="13536"/>
                </a:lnTo>
                <a:lnTo>
                  <a:pt x="8510" y="13390"/>
                </a:lnTo>
                <a:lnTo>
                  <a:pt x="8364" y="13206"/>
                </a:lnTo>
                <a:lnTo>
                  <a:pt x="8327" y="13206"/>
                </a:lnTo>
                <a:lnTo>
                  <a:pt x="8327" y="13243"/>
                </a:lnTo>
                <a:lnTo>
                  <a:pt x="8327" y="13500"/>
                </a:lnTo>
                <a:lnTo>
                  <a:pt x="8364" y="13756"/>
                </a:lnTo>
                <a:lnTo>
                  <a:pt x="8510" y="14270"/>
                </a:lnTo>
                <a:lnTo>
                  <a:pt x="8070" y="14453"/>
                </a:lnTo>
                <a:lnTo>
                  <a:pt x="8033" y="14160"/>
                </a:lnTo>
                <a:lnTo>
                  <a:pt x="7960" y="13903"/>
                </a:lnTo>
                <a:lnTo>
                  <a:pt x="7923" y="13536"/>
                </a:lnTo>
                <a:lnTo>
                  <a:pt x="7923" y="13206"/>
                </a:lnTo>
                <a:lnTo>
                  <a:pt x="7887" y="13133"/>
                </a:lnTo>
                <a:lnTo>
                  <a:pt x="7813" y="13096"/>
                </a:lnTo>
                <a:lnTo>
                  <a:pt x="7777" y="13096"/>
                </a:lnTo>
                <a:lnTo>
                  <a:pt x="7703" y="13170"/>
                </a:lnTo>
                <a:lnTo>
                  <a:pt x="7667" y="13536"/>
                </a:lnTo>
                <a:lnTo>
                  <a:pt x="7630" y="13903"/>
                </a:lnTo>
                <a:lnTo>
                  <a:pt x="7667" y="14233"/>
                </a:lnTo>
                <a:lnTo>
                  <a:pt x="7667" y="14380"/>
                </a:lnTo>
                <a:lnTo>
                  <a:pt x="7740" y="14527"/>
                </a:lnTo>
                <a:lnTo>
                  <a:pt x="7483" y="14563"/>
                </a:lnTo>
                <a:lnTo>
                  <a:pt x="7190" y="14527"/>
                </a:lnTo>
                <a:lnTo>
                  <a:pt x="7006" y="14453"/>
                </a:lnTo>
                <a:lnTo>
                  <a:pt x="6786" y="14380"/>
                </a:lnTo>
                <a:lnTo>
                  <a:pt x="6823" y="14160"/>
                </a:lnTo>
                <a:lnTo>
                  <a:pt x="6860" y="13646"/>
                </a:lnTo>
                <a:lnTo>
                  <a:pt x="6860" y="13206"/>
                </a:lnTo>
                <a:lnTo>
                  <a:pt x="6860" y="12766"/>
                </a:lnTo>
                <a:lnTo>
                  <a:pt x="6823" y="12693"/>
                </a:lnTo>
                <a:lnTo>
                  <a:pt x="6713" y="12656"/>
                </a:lnTo>
                <a:lnTo>
                  <a:pt x="6346" y="12693"/>
                </a:lnTo>
                <a:lnTo>
                  <a:pt x="6309" y="12656"/>
                </a:lnTo>
                <a:lnTo>
                  <a:pt x="6236" y="12693"/>
                </a:lnTo>
                <a:lnTo>
                  <a:pt x="6089" y="12913"/>
                </a:lnTo>
                <a:lnTo>
                  <a:pt x="5943" y="13133"/>
                </a:lnTo>
                <a:lnTo>
                  <a:pt x="5869" y="13390"/>
                </a:lnTo>
                <a:lnTo>
                  <a:pt x="5796" y="13610"/>
                </a:lnTo>
                <a:lnTo>
                  <a:pt x="5392" y="13206"/>
                </a:lnTo>
                <a:lnTo>
                  <a:pt x="5686" y="12839"/>
                </a:lnTo>
                <a:lnTo>
                  <a:pt x="5943" y="12473"/>
                </a:lnTo>
                <a:lnTo>
                  <a:pt x="5943" y="12363"/>
                </a:lnTo>
                <a:lnTo>
                  <a:pt x="5943" y="12289"/>
                </a:lnTo>
                <a:lnTo>
                  <a:pt x="5869" y="12216"/>
                </a:lnTo>
                <a:lnTo>
                  <a:pt x="5686" y="12216"/>
                </a:lnTo>
                <a:lnTo>
                  <a:pt x="5612" y="12289"/>
                </a:lnTo>
                <a:lnTo>
                  <a:pt x="5209" y="12949"/>
                </a:lnTo>
                <a:lnTo>
                  <a:pt x="4952" y="12619"/>
                </a:lnTo>
                <a:lnTo>
                  <a:pt x="5136" y="12473"/>
                </a:lnTo>
                <a:lnTo>
                  <a:pt x="5319" y="12289"/>
                </a:lnTo>
                <a:lnTo>
                  <a:pt x="5466" y="12069"/>
                </a:lnTo>
                <a:lnTo>
                  <a:pt x="5576" y="11849"/>
                </a:lnTo>
                <a:lnTo>
                  <a:pt x="5576" y="11776"/>
                </a:lnTo>
                <a:lnTo>
                  <a:pt x="5576" y="11739"/>
                </a:lnTo>
                <a:lnTo>
                  <a:pt x="5539" y="11666"/>
                </a:lnTo>
                <a:lnTo>
                  <a:pt x="5502" y="11629"/>
                </a:lnTo>
                <a:lnTo>
                  <a:pt x="5319" y="11629"/>
                </a:lnTo>
                <a:lnTo>
                  <a:pt x="5282" y="11702"/>
                </a:lnTo>
                <a:lnTo>
                  <a:pt x="4805" y="12399"/>
                </a:lnTo>
                <a:lnTo>
                  <a:pt x="4439" y="11922"/>
                </a:lnTo>
                <a:lnTo>
                  <a:pt x="4549" y="11812"/>
                </a:lnTo>
                <a:lnTo>
                  <a:pt x="4879" y="11409"/>
                </a:lnTo>
                <a:lnTo>
                  <a:pt x="5209" y="10969"/>
                </a:lnTo>
                <a:lnTo>
                  <a:pt x="5209" y="10895"/>
                </a:lnTo>
                <a:lnTo>
                  <a:pt x="5246" y="10859"/>
                </a:lnTo>
                <a:lnTo>
                  <a:pt x="5282" y="10785"/>
                </a:lnTo>
                <a:lnTo>
                  <a:pt x="5282" y="10712"/>
                </a:lnTo>
                <a:lnTo>
                  <a:pt x="5209" y="10639"/>
                </a:lnTo>
                <a:lnTo>
                  <a:pt x="5099" y="10602"/>
                </a:lnTo>
                <a:lnTo>
                  <a:pt x="5026" y="10602"/>
                </a:lnTo>
                <a:lnTo>
                  <a:pt x="4952" y="10639"/>
                </a:lnTo>
                <a:lnTo>
                  <a:pt x="4549" y="11225"/>
                </a:lnTo>
                <a:lnTo>
                  <a:pt x="4329" y="11556"/>
                </a:lnTo>
                <a:lnTo>
                  <a:pt x="4292" y="11482"/>
                </a:lnTo>
                <a:lnTo>
                  <a:pt x="4145" y="11482"/>
                </a:lnTo>
                <a:lnTo>
                  <a:pt x="3888" y="11152"/>
                </a:lnTo>
                <a:lnTo>
                  <a:pt x="4329" y="10822"/>
                </a:lnTo>
                <a:lnTo>
                  <a:pt x="4549" y="10675"/>
                </a:lnTo>
                <a:lnTo>
                  <a:pt x="4732" y="10455"/>
                </a:lnTo>
                <a:lnTo>
                  <a:pt x="4769" y="10418"/>
                </a:lnTo>
                <a:lnTo>
                  <a:pt x="4805" y="10345"/>
                </a:lnTo>
                <a:lnTo>
                  <a:pt x="4732" y="10235"/>
                </a:lnTo>
                <a:lnTo>
                  <a:pt x="4659" y="10162"/>
                </a:lnTo>
                <a:lnTo>
                  <a:pt x="4585" y="10162"/>
                </a:lnTo>
                <a:lnTo>
                  <a:pt x="4512" y="10198"/>
                </a:lnTo>
                <a:lnTo>
                  <a:pt x="4292" y="10345"/>
                </a:lnTo>
                <a:lnTo>
                  <a:pt x="4072" y="10528"/>
                </a:lnTo>
                <a:lnTo>
                  <a:pt x="3705" y="10895"/>
                </a:lnTo>
                <a:lnTo>
                  <a:pt x="3256" y="10239"/>
                </a:lnTo>
                <a:lnTo>
                  <a:pt x="3256" y="10239"/>
                </a:lnTo>
                <a:lnTo>
                  <a:pt x="3485" y="10272"/>
                </a:lnTo>
                <a:lnTo>
                  <a:pt x="3742" y="10235"/>
                </a:lnTo>
                <a:lnTo>
                  <a:pt x="3888" y="10162"/>
                </a:lnTo>
                <a:lnTo>
                  <a:pt x="4072" y="10052"/>
                </a:lnTo>
                <a:lnTo>
                  <a:pt x="4365" y="9868"/>
                </a:lnTo>
                <a:lnTo>
                  <a:pt x="4769" y="9648"/>
                </a:lnTo>
                <a:lnTo>
                  <a:pt x="4989" y="9538"/>
                </a:lnTo>
                <a:lnTo>
                  <a:pt x="5172" y="9391"/>
                </a:lnTo>
                <a:lnTo>
                  <a:pt x="6053" y="10675"/>
                </a:lnTo>
                <a:lnTo>
                  <a:pt x="6383" y="11115"/>
                </a:lnTo>
                <a:lnTo>
                  <a:pt x="6713" y="11556"/>
                </a:lnTo>
                <a:lnTo>
                  <a:pt x="6896" y="11739"/>
                </a:lnTo>
                <a:lnTo>
                  <a:pt x="7116" y="11922"/>
                </a:lnTo>
                <a:lnTo>
                  <a:pt x="7336" y="12069"/>
                </a:lnTo>
                <a:lnTo>
                  <a:pt x="7593" y="12179"/>
                </a:lnTo>
                <a:lnTo>
                  <a:pt x="7813" y="12253"/>
                </a:lnTo>
                <a:lnTo>
                  <a:pt x="8070" y="12289"/>
                </a:lnTo>
                <a:lnTo>
                  <a:pt x="8547" y="12289"/>
                </a:lnTo>
                <a:lnTo>
                  <a:pt x="8767" y="12253"/>
                </a:lnTo>
                <a:lnTo>
                  <a:pt x="8987" y="12179"/>
                </a:lnTo>
                <a:lnTo>
                  <a:pt x="9207" y="12106"/>
                </a:lnTo>
                <a:lnTo>
                  <a:pt x="9427" y="11996"/>
                </a:lnTo>
                <a:lnTo>
                  <a:pt x="9684" y="11849"/>
                </a:lnTo>
                <a:lnTo>
                  <a:pt x="9867" y="11666"/>
                </a:lnTo>
                <a:lnTo>
                  <a:pt x="10051" y="11482"/>
                </a:lnTo>
                <a:lnTo>
                  <a:pt x="10198" y="11262"/>
                </a:lnTo>
                <a:lnTo>
                  <a:pt x="10308" y="11042"/>
                </a:lnTo>
                <a:lnTo>
                  <a:pt x="10418" y="10822"/>
                </a:lnTo>
                <a:lnTo>
                  <a:pt x="10491" y="10565"/>
                </a:lnTo>
                <a:lnTo>
                  <a:pt x="10528" y="10345"/>
                </a:lnTo>
                <a:lnTo>
                  <a:pt x="10564" y="9832"/>
                </a:lnTo>
                <a:lnTo>
                  <a:pt x="10528" y="9318"/>
                </a:lnTo>
                <a:lnTo>
                  <a:pt x="10418" y="8804"/>
                </a:lnTo>
                <a:lnTo>
                  <a:pt x="10234" y="8328"/>
                </a:lnTo>
                <a:lnTo>
                  <a:pt x="9978" y="7887"/>
                </a:lnTo>
                <a:lnTo>
                  <a:pt x="9684" y="7484"/>
                </a:lnTo>
                <a:lnTo>
                  <a:pt x="9097" y="6640"/>
                </a:lnTo>
                <a:lnTo>
                  <a:pt x="9354" y="6494"/>
                </a:lnTo>
                <a:lnTo>
                  <a:pt x="9574" y="6347"/>
                </a:lnTo>
                <a:lnTo>
                  <a:pt x="10014" y="5980"/>
                </a:lnTo>
                <a:lnTo>
                  <a:pt x="10418" y="5613"/>
                </a:lnTo>
                <a:close/>
                <a:moveTo>
                  <a:pt x="8400" y="2055"/>
                </a:moveTo>
                <a:lnTo>
                  <a:pt x="8290" y="2092"/>
                </a:lnTo>
                <a:lnTo>
                  <a:pt x="8217" y="2165"/>
                </a:lnTo>
                <a:lnTo>
                  <a:pt x="8180" y="2202"/>
                </a:lnTo>
                <a:lnTo>
                  <a:pt x="8180" y="2312"/>
                </a:lnTo>
                <a:lnTo>
                  <a:pt x="8180" y="2385"/>
                </a:lnTo>
                <a:lnTo>
                  <a:pt x="8107" y="2422"/>
                </a:lnTo>
                <a:lnTo>
                  <a:pt x="8033" y="2459"/>
                </a:lnTo>
                <a:lnTo>
                  <a:pt x="7300" y="3045"/>
                </a:lnTo>
                <a:lnTo>
                  <a:pt x="6896" y="3339"/>
                </a:lnTo>
                <a:lnTo>
                  <a:pt x="6529" y="3596"/>
                </a:lnTo>
                <a:lnTo>
                  <a:pt x="6456" y="3669"/>
                </a:lnTo>
                <a:lnTo>
                  <a:pt x="6419" y="3742"/>
                </a:lnTo>
                <a:lnTo>
                  <a:pt x="6419" y="3852"/>
                </a:lnTo>
                <a:lnTo>
                  <a:pt x="6419" y="3926"/>
                </a:lnTo>
                <a:lnTo>
                  <a:pt x="8547" y="6677"/>
                </a:lnTo>
                <a:lnTo>
                  <a:pt x="8547" y="6750"/>
                </a:lnTo>
                <a:lnTo>
                  <a:pt x="8620" y="6787"/>
                </a:lnTo>
                <a:lnTo>
                  <a:pt x="9391" y="7851"/>
                </a:lnTo>
                <a:lnTo>
                  <a:pt x="9684" y="8291"/>
                </a:lnTo>
                <a:lnTo>
                  <a:pt x="9904" y="8768"/>
                </a:lnTo>
                <a:lnTo>
                  <a:pt x="10014" y="9025"/>
                </a:lnTo>
                <a:lnTo>
                  <a:pt x="10088" y="9281"/>
                </a:lnTo>
                <a:lnTo>
                  <a:pt x="10124" y="9538"/>
                </a:lnTo>
                <a:lnTo>
                  <a:pt x="10124" y="9832"/>
                </a:lnTo>
                <a:lnTo>
                  <a:pt x="10124" y="10088"/>
                </a:lnTo>
                <a:lnTo>
                  <a:pt x="10088" y="10308"/>
                </a:lnTo>
                <a:lnTo>
                  <a:pt x="10014" y="10565"/>
                </a:lnTo>
                <a:lnTo>
                  <a:pt x="9904" y="10785"/>
                </a:lnTo>
                <a:lnTo>
                  <a:pt x="9794" y="11005"/>
                </a:lnTo>
                <a:lnTo>
                  <a:pt x="9647" y="11189"/>
                </a:lnTo>
                <a:lnTo>
                  <a:pt x="9464" y="11372"/>
                </a:lnTo>
                <a:lnTo>
                  <a:pt x="9281" y="11556"/>
                </a:lnTo>
                <a:lnTo>
                  <a:pt x="9097" y="11666"/>
                </a:lnTo>
                <a:lnTo>
                  <a:pt x="8877" y="11739"/>
                </a:lnTo>
                <a:lnTo>
                  <a:pt x="8657" y="11776"/>
                </a:lnTo>
                <a:lnTo>
                  <a:pt x="8437" y="11812"/>
                </a:lnTo>
                <a:lnTo>
                  <a:pt x="7997" y="11812"/>
                </a:lnTo>
                <a:lnTo>
                  <a:pt x="7813" y="11739"/>
                </a:lnTo>
                <a:lnTo>
                  <a:pt x="7593" y="11666"/>
                </a:lnTo>
                <a:lnTo>
                  <a:pt x="7373" y="11519"/>
                </a:lnTo>
                <a:lnTo>
                  <a:pt x="7153" y="11372"/>
                </a:lnTo>
                <a:lnTo>
                  <a:pt x="6970" y="11152"/>
                </a:lnTo>
                <a:lnTo>
                  <a:pt x="6823" y="10932"/>
                </a:lnTo>
                <a:lnTo>
                  <a:pt x="6053" y="9905"/>
                </a:lnTo>
                <a:lnTo>
                  <a:pt x="5356" y="8878"/>
                </a:lnTo>
                <a:lnTo>
                  <a:pt x="4659" y="7814"/>
                </a:lnTo>
                <a:lnTo>
                  <a:pt x="4035" y="6714"/>
                </a:lnTo>
                <a:lnTo>
                  <a:pt x="3742" y="6163"/>
                </a:lnTo>
                <a:lnTo>
                  <a:pt x="3485" y="5613"/>
                </a:lnTo>
                <a:lnTo>
                  <a:pt x="3412" y="5540"/>
                </a:lnTo>
                <a:lnTo>
                  <a:pt x="3301" y="5503"/>
                </a:lnTo>
                <a:lnTo>
                  <a:pt x="3191" y="5503"/>
                </a:lnTo>
                <a:lnTo>
                  <a:pt x="3118" y="5576"/>
                </a:lnTo>
                <a:lnTo>
                  <a:pt x="3008" y="5687"/>
                </a:lnTo>
                <a:lnTo>
                  <a:pt x="2861" y="5760"/>
                </a:lnTo>
                <a:lnTo>
                  <a:pt x="2715" y="5833"/>
                </a:lnTo>
                <a:lnTo>
                  <a:pt x="2568" y="5833"/>
                </a:lnTo>
                <a:lnTo>
                  <a:pt x="2421" y="5870"/>
                </a:lnTo>
                <a:lnTo>
                  <a:pt x="2274" y="5907"/>
                </a:lnTo>
                <a:lnTo>
                  <a:pt x="2018" y="6053"/>
                </a:lnTo>
                <a:lnTo>
                  <a:pt x="1431" y="6420"/>
                </a:lnTo>
                <a:lnTo>
                  <a:pt x="1137" y="6604"/>
                </a:lnTo>
                <a:lnTo>
                  <a:pt x="880" y="6824"/>
                </a:lnTo>
                <a:lnTo>
                  <a:pt x="770" y="6824"/>
                </a:lnTo>
                <a:lnTo>
                  <a:pt x="697" y="6897"/>
                </a:lnTo>
                <a:lnTo>
                  <a:pt x="660" y="6970"/>
                </a:lnTo>
                <a:lnTo>
                  <a:pt x="697" y="7080"/>
                </a:lnTo>
                <a:lnTo>
                  <a:pt x="1101" y="7814"/>
                </a:lnTo>
                <a:lnTo>
                  <a:pt x="1541" y="8548"/>
                </a:lnTo>
                <a:lnTo>
                  <a:pt x="2458" y="9942"/>
                </a:lnTo>
                <a:lnTo>
                  <a:pt x="3412" y="11335"/>
                </a:lnTo>
                <a:lnTo>
                  <a:pt x="4402" y="12693"/>
                </a:lnTo>
                <a:lnTo>
                  <a:pt x="4989" y="13426"/>
                </a:lnTo>
                <a:lnTo>
                  <a:pt x="4952" y="13426"/>
                </a:lnTo>
                <a:lnTo>
                  <a:pt x="4952" y="13500"/>
                </a:lnTo>
                <a:lnTo>
                  <a:pt x="4989" y="13536"/>
                </a:lnTo>
                <a:lnTo>
                  <a:pt x="5026" y="13573"/>
                </a:lnTo>
                <a:lnTo>
                  <a:pt x="5099" y="13536"/>
                </a:lnTo>
                <a:lnTo>
                  <a:pt x="5429" y="13940"/>
                </a:lnTo>
                <a:lnTo>
                  <a:pt x="5796" y="14307"/>
                </a:lnTo>
                <a:lnTo>
                  <a:pt x="5833" y="14343"/>
                </a:lnTo>
                <a:lnTo>
                  <a:pt x="5906" y="14380"/>
                </a:lnTo>
                <a:lnTo>
                  <a:pt x="6126" y="14563"/>
                </a:lnTo>
                <a:lnTo>
                  <a:pt x="6383" y="14710"/>
                </a:lnTo>
                <a:lnTo>
                  <a:pt x="6640" y="14857"/>
                </a:lnTo>
                <a:lnTo>
                  <a:pt x="6933" y="14967"/>
                </a:lnTo>
                <a:lnTo>
                  <a:pt x="7226" y="15040"/>
                </a:lnTo>
                <a:lnTo>
                  <a:pt x="7850" y="15040"/>
                </a:lnTo>
                <a:lnTo>
                  <a:pt x="8180" y="14967"/>
                </a:lnTo>
                <a:lnTo>
                  <a:pt x="8510" y="14820"/>
                </a:lnTo>
                <a:lnTo>
                  <a:pt x="8877" y="14673"/>
                </a:lnTo>
                <a:lnTo>
                  <a:pt x="9574" y="14343"/>
                </a:lnTo>
                <a:lnTo>
                  <a:pt x="11115" y="13683"/>
                </a:lnTo>
                <a:lnTo>
                  <a:pt x="11592" y="13426"/>
                </a:lnTo>
                <a:lnTo>
                  <a:pt x="11995" y="13170"/>
                </a:lnTo>
                <a:lnTo>
                  <a:pt x="12399" y="12839"/>
                </a:lnTo>
                <a:lnTo>
                  <a:pt x="12729" y="12436"/>
                </a:lnTo>
                <a:lnTo>
                  <a:pt x="12912" y="12142"/>
                </a:lnTo>
                <a:lnTo>
                  <a:pt x="13059" y="11849"/>
                </a:lnTo>
                <a:lnTo>
                  <a:pt x="13169" y="11519"/>
                </a:lnTo>
                <a:lnTo>
                  <a:pt x="13242" y="11189"/>
                </a:lnTo>
                <a:lnTo>
                  <a:pt x="13279" y="10859"/>
                </a:lnTo>
                <a:lnTo>
                  <a:pt x="13316" y="10528"/>
                </a:lnTo>
                <a:lnTo>
                  <a:pt x="13279" y="10198"/>
                </a:lnTo>
                <a:lnTo>
                  <a:pt x="13242" y="9868"/>
                </a:lnTo>
                <a:lnTo>
                  <a:pt x="13169" y="9538"/>
                </a:lnTo>
                <a:lnTo>
                  <a:pt x="13095" y="9208"/>
                </a:lnTo>
                <a:lnTo>
                  <a:pt x="12875" y="8584"/>
                </a:lnTo>
                <a:lnTo>
                  <a:pt x="12582" y="7961"/>
                </a:lnTo>
                <a:lnTo>
                  <a:pt x="12252" y="7374"/>
                </a:lnTo>
                <a:lnTo>
                  <a:pt x="11885" y="6824"/>
                </a:lnTo>
                <a:lnTo>
                  <a:pt x="10271" y="4476"/>
                </a:lnTo>
                <a:lnTo>
                  <a:pt x="8657" y="2165"/>
                </a:lnTo>
                <a:lnTo>
                  <a:pt x="8584" y="2092"/>
                </a:lnTo>
                <a:lnTo>
                  <a:pt x="8474" y="2055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516" name="Google Shape;516;p10"/>
          <p:cNvSpPr/>
          <p:nvPr/>
        </p:nvSpPr>
        <p:spPr>
          <a:xfrm>
            <a:off x="345284" y="6610610"/>
            <a:ext cx="514731" cy="344087"/>
          </a:xfrm>
          <a:custGeom>
            <a:avLst/>
            <a:gdLst/>
            <a:ahLst/>
            <a:cxnLst/>
            <a:rect l="l" t="t" r="r" b="b"/>
            <a:pathLst>
              <a:path w="13610" h="9098" extrusionOk="0">
                <a:moveTo>
                  <a:pt x="4696" y="0"/>
                </a:moveTo>
                <a:lnTo>
                  <a:pt x="4586" y="74"/>
                </a:lnTo>
                <a:lnTo>
                  <a:pt x="4256" y="440"/>
                </a:lnTo>
                <a:lnTo>
                  <a:pt x="3999" y="844"/>
                </a:lnTo>
                <a:lnTo>
                  <a:pt x="3742" y="1247"/>
                </a:lnTo>
                <a:lnTo>
                  <a:pt x="3522" y="1688"/>
                </a:lnTo>
                <a:lnTo>
                  <a:pt x="3339" y="2128"/>
                </a:lnTo>
                <a:lnTo>
                  <a:pt x="3228" y="2605"/>
                </a:lnTo>
                <a:lnTo>
                  <a:pt x="3118" y="3081"/>
                </a:lnTo>
                <a:lnTo>
                  <a:pt x="3045" y="3595"/>
                </a:lnTo>
                <a:lnTo>
                  <a:pt x="3008" y="3852"/>
                </a:lnTo>
                <a:lnTo>
                  <a:pt x="2935" y="4072"/>
                </a:lnTo>
                <a:lnTo>
                  <a:pt x="2825" y="4329"/>
                </a:lnTo>
                <a:lnTo>
                  <a:pt x="2678" y="4512"/>
                </a:lnTo>
                <a:lnTo>
                  <a:pt x="2605" y="4622"/>
                </a:lnTo>
                <a:lnTo>
                  <a:pt x="2495" y="4659"/>
                </a:lnTo>
                <a:lnTo>
                  <a:pt x="2275" y="4732"/>
                </a:lnTo>
                <a:lnTo>
                  <a:pt x="1835" y="4732"/>
                </a:lnTo>
                <a:lnTo>
                  <a:pt x="1541" y="4659"/>
                </a:lnTo>
                <a:lnTo>
                  <a:pt x="991" y="4659"/>
                </a:lnTo>
                <a:lnTo>
                  <a:pt x="881" y="4732"/>
                </a:lnTo>
                <a:lnTo>
                  <a:pt x="771" y="4769"/>
                </a:lnTo>
                <a:lnTo>
                  <a:pt x="587" y="4732"/>
                </a:lnTo>
                <a:lnTo>
                  <a:pt x="404" y="4732"/>
                </a:lnTo>
                <a:lnTo>
                  <a:pt x="257" y="4805"/>
                </a:lnTo>
                <a:lnTo>
                  <a:pt x="74" y="4879"/>
                </a:lnTo>
                <a:lnTo>
                  <a:pt x="37" y="4952"/>
                </a:lnTo>
                <a:lnTo>
                  <a:pt x="0" y="5026"/>
                </a:lnTo>
                <a:lnTo>
                  <a:pt x="0" y="5172"/>
                </a:lnTo>
                <a:lnTo>
                  <a:pt x="37" y="5209"/>
                </a:lnTo>
                <a:lnTo>
                  <a:pt x="74" y="5246"/>
                </a:lnTo>
                <a:lnTo>
                  <a:pt x="147" y="5282"/>
                </a:lnTo>
                <a:lnTo>
                  <a:pt x="221" y="5246"/>
                </a:lnTo>
                <a:lnTo>
                  <a:pt x="514" y="5172"/>
                </a:lnTo>
                <a:lnTo>
                  <a:pt x="587" y="5282"/>
                </a:lnTo>
                <a:lnTo>
                  <a:pt x="697" y="5356"/>
                </a:lnTo>
                <a:lnTo>
                  <a:pt x="807" y="5356"/>
                </a:lnTo>
                <a:lnTo>
                  <a:pt x="881" y="5319"/>
                </a:lnTo>
                <a:lnTo>
                  <a:pt x="918" y="5282"/>
                </a:lnTo>
                <a:lnTo>
                  <a:pt x="991" y="5209"/>
                </a:lnTo>
                <a:lnTo>
                  <a:pt x="1064" y="5172"/>
                </a:lnTo>
                <a:lnTo>
                  <a:pt x="1248" y="5136"/>
                </a:lnTo>
                <a:lnTo>
                  <a:pt x="1431" y="5172"/>
                </a:lnTo>
                <a:lnTo>
                  <a:pt x="1614" y="5209"/>
                </a:lnTo>
                <a:lnTo>
                  <a:pt x="1981" y="5282"/>
                </a:lnTo>
                <a:lnTo>
                  <a:pt x="2201" y="5282"/>
                </a:lnTo>
                <a:lnTo>
                  <a:pt x="2385" y="5246"/>
                </a:lnTo>
                <a:lnTo>
                  <a:pt x="2605" y="5209"/>
                </a:lnTo>
                <a:lnTo>
                  <a:pt x="2752" y="5136"/>
                </a:lnTo>
                <a:lnTo>
                  <a:pt x="2935" y="5026"/>
                </a:lnTo>
                <a:lnTo>
                  <a:pt x="3082" y="4879"/>
                </a:lnTo>
                <a:lnTo>
                  <a:pt x="3192" y="4732"/>
                </a:lnTo>
                <a:lnTo>
                  <a:pt x="3302" y="4549"/>
                </a:lnTo>
                <a:lnTo>
                  <a:pt x="3449" y="4182"/>
                </a:lnTo>
                <a:lnTo>
                  <a:pt x="3522" y="3925"/>
                </a:lnTo>
                <a:lnTo>
                  <a:pt x="3559" y="3668"/>
                </a:lnTo>
                <a:lnTo>
                  <a:pt x="3632" y="3118"/>
                </a:lnTo>
                <a:lnTo>
                  <a:pt x="3742" y="2641"/>
                </a:lnTo>
                <a:lnTo>
                  <a:pt x="3889" y="2201"/>
                </a:lnTo>
                <a:lnTo>
                  <a:pt x="4035" y="1834"/>
                </a:lnTo>
                <a:lnTo>
                  <a:pt x="4219" y="1467"/>
                </a:lnTo>
                <a:lnTo>
                  <a:pt x="4402" y="1137"/>
                </a:lnTo>
                <a:lnTo>
                  <a:pt x="4659" y="844"/>
                </a:lnTo>
                <a:lnTo>
                  <a:pt x="5173" y="2861"/>
                </a:lnTo>
                <a:lnTo>
                  <a:pt x="5649" y="4842"/>
                </a:lnTo>
                <a:lnTo>
                  <a:pt x="6126" y="6860"/>
                </a:lnTo>
                <a:lnTo>
                  <a:pt x="6567" y="8914"/>
                </a:lnTo>
                <a:lnTo>
                  <a:pt x="6603" y="8987"/>
                </a:lnTo>
                <a:lnTo>
                  <a:pt x="6713" y="9061"/>
                </a:lnTo>
                <a:lnTo>
                  <a:pt x="6787" y="9097"/>
                </a:lnTo>
                <a:lnTo>
                  <a:pt x="6897" y="9097"/>
                </a:lnTo>
                <a:lnTo>
                  <a:pt x="7153" y="8987"/>
                </a:lnTo>
                <a:lnTo>
                  <a:pt x="7374" y="8804"/>
                </a:lnTo>
                <a:lnTo>
                  <a:pt x="7520" y="8620"/>
                </a:lnTo>
                <a:lnTo>
                  <a:pt x="7667" y="8364"/>
                </a:lnTo>
                <a:lnTo>
                  <a:pt x="7814" y="7997"/>
                </a:lnTo>
                <a:lnTo>
                  <a:pt x="7924" y="7593"/>
                </a:lnTo>
                <a:lnTo>
                  <a:pt x="8181" y="6823"/>
                </a:lnTo>
                <a:lnTo>
                  <a:pt x="9061" y="3962"/>
                </a:lnTo>
                <a:lnTo>
                  <a:pt x="9208" y="4439"/>
                </a:lnTo>
                <a:lnTo>
                  <a:pt x="9318" y="4952"/>
                </a:lnTo>
                <a:lnTo>
                  <a:pt x="9318" y="5062"/>
                </a:lnTo>
                <a:lnTo>
                  <a:pt x="9391" y="5136"/>
                </a:lnTo>
                <a:lnTo>
                  <a:pt x="9464" y="5209"/>
                </a:lnTo>
                <a:lnTo>
                  <a:pt x="9574" y="5209"/>
                </a:lnTo>
                <a:lnTo>
                  <a:pt x="12032" y="5062"/>
                </a:lnTo>
                <a:lnTo>
                  <a:pt x="12069" y="5136"/>
                </a:lnTo>
                <a:lnTo>
                  <a:pt x="12105" y="5209"/>
                </a:lnTo>
                <a:lnTo>
                  <a:pt x="12326" y="5356"/>
                </a:lnTo>
                <a:lnTo>
                  <a:pt x="12582" y="5429"/>
                </a:lnTo>
                <a:lnTo>
                  <a:pt x="12619" y="5466"/>
                </a:lnTo>
                <a:lnTo>
                  <a:pt x="12912" y="5466"/>
                </a:lnTo>
                <a:lnTo>
                  <a:pt x="13059" y="5429"/>
                </a:lnTo>
                <a:lnTo>
                  <a:pt x="13206" y="5319"/>
                </a:lnTo>
                <a:lnTo>
                  <a:pt x="13316" y="5209"/>
                </a:lnTo>
                <a:lnTo>
                  <a:pt x="13426" y="5062"/>
                </a:lnTo>
                <a:lnTo>
                  <a:pt x="13536" y="4915"/>
                </a:lnTo>
                <a:lnTo>
                  <a:pt x="13609" y="4732"/>
                </a:lnTo>
                <a:lnTo>
                  <a:pt x="13609" y="4659"/>
                </a:lnTo>
                <a:lnTo>
                  <a:pt x="13609" y="4549"/>
                </a:lnTo>
                <a:lnTo>
                  <a:pt x="13536" y="4439"/>
                </a:lnTo>
                <a:lnTo>
                  <a:pt x="13426" y="4292"/>
                </a:lnTo>
                <a:lnTo>
                  <a:pt x="13279" y="4219"/>
                </a:lnTo>
                <a:lnTo>
                  <a:pt x="13133" y="4145"/>
                </a:lnTo>
                <a:lnTo>
                  <a:pt x="12949" y="4072"/>
                </a:lnTo>
                <a:lnTo>
                  <a:pt x="12802" y="4072"/>
                </a:lnTo>
                <a:lnTo>
                  <a:pt x="12619" y="4108"/>
                </a:lnTo>
                <a:lnTo>
                  <a:pt x="12436" y="4182"/>
                </a:lnTo>
                <a:lnTo>
                  <a:pt x="12326" y="4255"/>
                </a:lnTo>
                <a:lnTo>
                  <a:pt x="12252" y="4329"/>
                </a:lnTo>
                <a:lnTo>
                  <a:pt x="12142" y="4512"/>
                </a:lnTo>
                <a:lnTo>
                  <a:pt x="9794" y="4659"/>
                </a:lnTo>
                <a:lnTo>
                  <a:pt x="9721" y="4255"/>
                </a:lnTo>
                <a:lnTo>
                  <a:pt x="9611" y="3852"/>
                </a:lnTo>
                <a:lnTo>
                  <a:pt x="9464" y="3448"/>
                </a:lnTo>
                <a:lnTo>
                  <a:pt x="9281" y="3045"/>
                </a:lnTo>
                <a:lnTo>
                  <a:pt x="9208" y="2971"/>
                </a:lnTo>
                <a:lnTo>
                  <a:pt x="9134" y="2935"/>
                </a:lnTo>
                <a:lnTo>
                  <a:pt x="8987" y="2935"/>
                </a:lnTo>
                <a:lnTo>
                  <a:pt x="8841" y="2971"/>
                </a:lnTo>
                <a:lnTo>
                  <a:pt x="8804" y="3045"/>
                </a:lnTo>
                <a:lnTo>
                  <a:pt x="8767" y="3118"/>
                </a:lnTo>
                <a:lnTo>
                  <a:pt x="7850" y="6016"/>
                </a:lnTo>
                <a:lnTo>
                  <a:pt x="7374" y="7557"/>
                </a:lnTo>
                <a:lnTo>
                  <a:pt x="7227" y="7997"/>
                </a:lnTo>
                <a:lnTo>
                  <a:pt x="7153" y="8217"/>
                </a:lnTo>
                <a:lnTo>
                  <a:pt x="7007" y="8400"/>
                </a:lnTo>
                <a:lnTo>
                  <a:pt x="6567" y="6346"/>
                </a:lnTo>
                <a:lnTo>
                  <a:pt x="6090" y="4292"/>
                </a:lnTo>
                <a:lnTo>
                  <a:pt x="5576" y="2238"/>
                </a:lnTo>
                <a:lnTo>
                  <a:pt x="5026" y="220"/>
                </a:lnTo>
                <a:lnTo>
                  <a:pt x="4953" y="74"/>
                </a:lnTo>
                <a:lnTo>
                  <a:pt x="4842" y="37"/>
                </a:lnTo>
                <a:lnTo>
                  <a:pt x="4696" y="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517" name="Google Shape;517;p10"/>
          <p:cNvSpPr/>
          <p:nvPr/>
        </p:nvSpPr>
        <p:spPr>
          <a:xfrm>
            <a:off x="11599127" y="1535209"/>
            <a:ext cx="233123" cy="249763"/>
          </a:xfrm>
          <a:custGeom>
            <a:avLst/>
            <a:gdLst/>
            <a:ahLst/>
            <a:cxnLst/>
            <a:rect l="l" t="t" r="r" b="b"/>
            <a:pathLst>
              <a:path w="6164" h="6604" extrusionOk="0">
                <a:moveTo>
                  <a:pt x="3962" y="0"/>
                </a:moveTo>
                <a:lnTo>
                  <a:pt x="3926" y="37"/>
                </a:lnTo>
                <a:lnTo>
                  <a:pt x="3889" y="74"/>
                </a:lnTo>
                <a:lnTo>
                  <a:pt x="3889" y="147"/>
                </a:lnTo>
                <a:lnTo>
                  <a:pt x="3522" y="477"/>
                </a:lnTo>
                <a:lnTo>
                  <a:pt x="3229" y="807"/>
                </a:lnTo>
                <a:lnTo>
                  <a:pt x="2788" y="1284"/>
                </a:lnTo>
                <a:lnTo>
                  <a:pt x="2458" y="1651"/>
                </a:lnTo>
                <a:lnTo>
                  <a:pt x="2201" y="1578"/>
                </a:lnTo>
                <a:lnTo>
                  <a:pt x="1321" y="1321"/>
                </a:lnTo>
                <a:lnTo>
                  <a:pt x="1138" y="1284"/>
                </a:lnTo>
                <a:lnTo>
                  <a:pt x="808" y="1211"/>
                </a:lnTo>
                <a:lnTo>
                  <a:pt x="661" y="1174"/>
                </a:lnTo>
                <a:lnTo>
                  <a:pt x="514" y="1211"/>
                </a:lnTo>
                <a:lnTo>
                  <a:pt x="441" y="1248"/>
                </a:lnTo>
                <a:lnTo>
                  <a:pt x="441" y="1284"/>
                </a:lnTo>
                <a:lnTo>
                  <a:pt x="441" y="1358"/>
                </a:lnTo>
                <a:lnTo>
                  <a:pt x="477" y="1468"/>
                </a:lnTo>
                <a:lnTo>
                  <a:pt x="551" y="1541"/>
                </a:lnTo>
                <a:lnTo>
                  <a:pt x="661" y="1614"/>
                </a:lnTo>
                <a:lnTo>
                  <a:pt x="771" y="1651"/>
                </a:lnTo>
                <a:lnTo>
                  <a:pt x="1064" y="1761"/>
                </a:lnTo>
                <a:lnTo>
                  <a:pt x="1284" y="1798"/>
                </a:lnTo>
                <a:lnTo>
                  <a:pt x="2055" y="2018"/>
                </a:lnTo>
                <a:lnTo>
                  <a:pt x="2055" y="2091"/>
                </a:lnTo>
                <a:lnTo>
                  <a:pt x="2091" y="2165"/>
                </a:lnTo>
                <a:lnTo>
                  <a:pt x="2165" y="2238"/>
                </a:lnTo>
                <a:lnTo>
                  <a:pt x="2201" y="2238"/>
                </a:lnTo>
                <a:lnTo>
                  <a:pt x="2275" y="2275"/>
                </a:lnTo>
                <a:lnTo>
                  <a:pt x="2385" y="2238"/>
                </a:lnTo>
                <a:lnTo>
                  <a:pt x="2532" y="2165"/>
                </a:lnTo>
                <a:lnTo>
                  <a:pt x="2678" y="2128"/>
                </a:lnTo>
                <a:lnTo>
                  <a:pt x="2752" y="2091"/>
                </a:lnTo>
                <a:lnTo>
                  <a:pt x="2788" y="2055"/>
                </a:lnTo>
                <a:lnTo>
                  <a:pt x="2788" y="1981"/>
                </a:lnTo>
                <a:lnTo>
                  <a:pt x="2788" y="1908"/>
                </a:lnTo>
                <a:lnTo>
                  <a:pt x="2935" y="1761"/>
                </a:lnTo>
                <a:lnTo>
                  <a:pt x="3375" y="1284"/>
                </a:lnTo>
                <a:lnTo>
                  <a:pt x="3815" y="771"/>
                </a:lnTo>
                <a:lnTo>
                  <a:pt x="3852" y="1394"/>
                </a:lnTo>
                <a:lnTo>
                  <a:pt x="3852" y="2091"/>
                </a:lnTo>
                <a:lnTo>
                  <a:pt x="3889" y="2421"/>
                </a:lnTo>
                <a:lnTo>
                  <a:pt x="3962" y="2605"/>
                </a:lnTo>
                <a:lnTo>
                  <a:pt x="4036" y="2751"/>
                </a:lnTo>
                <a:lnTo>
                  <a:pt x="4109" y="2825"/>
                </a:lnTo>
                <a:lnTo>
                  <a:pt x="4219" y="2825"/>
                </a:lnTo>
                <a:lnTo>
                  <a:pt x="4476" y="3008"/>
                </a:lnTo>
                <a:lnTo>
                  <a:pt x="4732" y="3155"/>
                </a:lnTo>
                <a:lnTo>
                  <a:pt x="5063" y="3265"/>
                </a:lnTo>
                <a:lnTo>
                  <a:pt x="5356" y="3338"/>
                </a:lnTo>
                <a:lnTo>
                  <a:pt x="5246" y="3412"/>
                </a:lnTo>
                <a:lnTo>
                  <a:pt x="4732" y="3669"/>
                </a:lnTo>
                <a:lnTo>
                  <a:pt x="4512" y="3779"/>
                </a:lnTo>
                <a:lnTo>
                  <a:pt x="4292" y="3925"/>
                </a:lnTo>
                <a:lnTo>
                  <a:pt x="4219" y="3925"/>
                </a:lnTo>
                <a:lnTo>
                  <a:pt x="4182" y="3962"/>
                </a:lnTo>
                <a:lnTo>
                  <a:pt x="4072" y="4072"/>
                </a:lnTo>
                <a:lnTo>
                  <a:pt x="3962" y="4292"/>
                </a:lnTo>
                <a:lnTo>
                  <a:pt x="3889" y="4549"/>
                </a:lnTo>
                <a:lnTo>
                  <a:pt x="3852" y="5283"/>
                </a:lnTo>
                <a:lnTo>
                  <a:pt x="3852" y="5649"/>
                </a:lnTo>
                <a:lnTo>
                  <a:pt x="3852" y="6053"/>
                </a:lnTo>
                <a:lnTo>
                  <a:pt x="3559" y="5723"/>
                </a:lnTo>
                <a:lnTo>
                  <a:pt x="3229" y="5393"/>
                </a:lnTo>
                <a:lnTo>
                  <a:pt x="2642" y="4769"/>
                </a:lnTo>
                <a:lnTo>
                  <a:pt x="2568" y="4659"/>
                </a:lnTo>
                <a:lnTo>
                  <a:pt x="2495" y="4586"/>
                </a:lnTo>
                <a:lnTo>
                  <a:pt x="2385" y="4586"/>
                </a:lnTo>
                <a:lnTo>
                  <a:pt x="2385" y="4622"/>
                </a:lnTo>
                <a:lnTo>
                  <a:pt x="2312" y="4622"/>
                </a:lnTo>
                <a:lnTo>
                  <a:pt x="1908" y="4769"/>
                </a:lnTo>
                <a:lnTo>
                  <a:pt x="1468" y="4842"/>
                </a:lnTo>
                <a:lnTo>
                  <a:pt x="1064" y="4916"/>
                </a:lnTo>
                <a:lnTo>
                  <a:pt x="624" y="4952"/>
                </a:lnTo>
                <a:lnTo>
                  <a:pt x="1138" y="4329"/>
                </a:lnTo>
                <a:lnTo>
                  <a:pt x="1358" y="3999"/>
                </a:lnTo>
                <a:lnTo>
                  <a:pt x="1541" y="3632"/>
                </a:lnTo>
                <a:lnTo>
                  <a:pt x="1688" y="3595"/>
                </a:lnTo>
                <a:lnTo>
                  <a:pt x="1725" y="3558"/>
                </a:lnTo>
                <a:lnTo>
                  <a:pt x="1761" y="3485"/>
                </a:lnTo>
                <a:lnTo>
                  <a:pt x="1798" y="3448"/>
                </a:lnTo>
                <a:lnTo>
                  <a:pt x="1798" y="3375"/>
                </a:lnTo>
                <a:lnTo>
                  <a:pt x="1761" y="3302"/>
                </a:lnTo>
                <a:lnTo>
                  <a:pt x="1725" y="3265"/>
                </a:lnTo>
                <a:lnTo>
                  <a:pt x="1651" y="3228"/>
                </a:lnTo>
                <a:lnTo>
                  <a:pt x="1541" y="3045"/>
                </a:lnTo>
                <a:lnTo>
                  <a:pt x="1211" y="2458"/>
                </a:lnTo>
                <a:lnTo>
                  <a:pt x="844" y="1908"/>
                </a:lnTo>
                <a:lnTo>
                  <a:pt x="624" y="1651"/>
                </a:lnTo>
                <a:lnTo>
                  <a:pt x="367" y="1431"/>
                </a:lnTo>
                <a:lnTo>
                  <a:pt x="257" y="1394"/>
                </a:lnTo>
                <a:lnTo>
                  <a:pt x="184" y="1431"/>
                </a:lnTo>
                <a:lnTo>
                  <a:pt x="111" y="1504"/>
                </a:lnTo>
                <a:lnTo>
                  <a:pt x="111" y="1578"/>
                </a:lnTo>
                <a:lnTo>
                  <a:pt x="111" y="1614"/>
                </a:lnTo>
                <a:lnTo>
                  <a:pt x="331" y="1945"/>
                </a:lnTo>
                <a:lnTo>
                  <a:pt x="551" y="2238"/>
                </a:lnTo>
                <a:lnTo>
                  <a:pt x="771" y="2531"/>
                </a:lnTo>
                <a:lnTo>
                  <a:pt x="954" y="2825"/>
                </a:lnTo>
                <a:lnTo>
                  <a:pt x="1101" y="3155"/>
                </a:lnTo>
                <a:lnTo>
                  <a:pt x="1174" y="3338"/>
                </a:lnTo>
                <a:lnTo>
                  <a:pt x="1284" y="3522"/>
                </a:lnTo>
                <a:lnTo>
                  <a:pt x="1101" y="3669"/>
                </a:lnTo>
                <a:lnTo>
                  <a:pt x="918" y="3815"/>
                </a:lnTo>
                <a:lnTo>
                  <a:pt x="587" y="4219"/>
                </a:lnTo>
                <a:lnTo>
                  <a:pt x="294" y="4622"/>
                </a:lnTo>
                <a:lnTo>
                  <a:pt x="37" y="5062"/>
                </a:lnTo>
                <a:lnTo>
                  <a:pt x="1" y="5172"/>
                </a:lnTo>
                <a:lnTo>
                  <a:pt x="1" y="5283"/>
                </a:lnTo>
                <a:lnTo>
                  <a:pt x="74" y="5356"/>
                </a:lnTo>
                <a:lnTo>
                  <a:pt x="184" y="5393"/>
                </a:lnTo>
                <a:lnTo>
                  <a:pt x="734" y="5393"/>
                </a:lnTo>
                <a:lnTo>
                  <a:pt x="1284" y="5356"/>
                </a:lnTo>
                <a:lnTo>
                  <a:pt x="1835" y="5246"/>
                </a:lnTo>
                <a:lnTo>
                  <a:pt x="2348" y="5062"/>
                </a:lnTo>
                <a:lnTo>
                  <a:pt x="2568" y="5356"/>
                </a:lnTo>
                <a:lnTo>
                  <a:pt x="2788" y="5576"/>
                </a:lnTo>
                <a:lnTo>
                  <a:pt x="3229" y="6163"/>
                </a:lnTo>
                <a:lnTo>
                  <a:pt x="3485" y="6383"/>
                </a:lnTo>
                <a:lnTo>
                  <a:pt x="3632" y="6493"/>
                </a:lnTo>
                <a:lnTo>
                  <a:pt x="3779" y="6566"/>
                </a:lnTo>
                <a:lnTo>
                  <a:pt x="3889" y="6566"/>
                </a:lnTo>
                <a:lnTo>
                  <a:pt x="4036" y="6530"/>
                </a:lnTo>
                <a:lnTo>
                  <a:pt x="4146" y="6603"/>
                </a:lnTo>
                <a:lnTo>
                  <a:pt x="4292" y="6603"/>
                </a:lnTo>
                <a:lnTo>
                  <a:pt x="4366" y="6530"/>
                </a:lnTo>
                <a:lnTo>
                  <a:pt x="4402" y="6456"/>
                </a:lnTo>
                <a:lnTo>
                  <a:pt x="4439" y="6383"/>
                </a:lnTo>
                <a:lnTo>
                  <a:pt x="4402" y="6310"/>
                </a:lnTo>
                <a:lnTo>
                  <a:pt x="4366" y="6273"/>
                </a:lnTo>
                <a:lnTo>
                  <a:pt x="4329" y="6236"/>
                </a:lnTo>
                <a:lnTo>
                  <a:pt x="4292" y="6053"/>
                </a:lnTo>
                <a:lnTo>
                  <a:pt x="4292" y="5833"/>
                </a:lnTo>
                <a:lnTo>
                  <a:pt x="4256" y="5172"/>
                </a:lnTo>
                <a:lnTo>
                  <a:pt x="4256" y="4769"/>
                </a:lnTo>
                <a:lnTo>
                  <a:pt x="4256" y="4402"/>
                </a:lnTo>
                <a:lnTo>
                  <a:pt x="4402" y="4402"/>
                </a:lnTo>
                <a:lnTo>
                  <a:pt x="4476" y="4365"/>
                </a:lnTo>
                <a:lnTo>
                  <a:pt x="4549" y="4292"/>
                </a:lnTo>
                <a:lnTo>
                  <a:pt x="4549" y="4255"/>
                </a:lnTo>
                <a:lnTo>
                  <a:pt x="4622" y="4219"/>
                </a:lnTo>
                <a:lnTo>
                  <a:pt x="5209" y="3889"/>
                </a:lnTo>
                <a:lnTo>
                  <a:pt x="5539" y="3705"/>
                </a:lnTo>
                <a:lnTo>
                  <a:pt x="5686" y="3595"/>
                </a:lnTo>
                <a:lnTo>
                  <a:pt x="5833" y="3485"/>
                </a:lnTo>
                <a:lnTo>
                  <a:pt x="5980" y="3485"/>
                </a:lnTo>
                <a:lnTo>
                  <a:pt x="6090" y="3448"/>
                </a:lnTo>
                <a:lnTo>
                  <a:pt x="6126" y="3375"/>
                </a:lnTo>
                <a:lnTo>
                  <a:pt x="6163" y="3302"/>
                </a:lnTo>
                <a:lnTo>
                  <a:pt x="6163" y="3228"/>
                </a:lnTo>
                <a:lnTo>
                  <a:pt x="6126" y="3118"/>
                </a:lnTo>
                <a:lnTo>
                  <a:pt x="6090" y="3045"/>
                </a:lnTo>
                <a:lnTo>
                  <a:pt x="5980" y="3008"/>
                </a:lnTo>
                <a:lnTo>
                  <a:pt x="5576" y="2935"/>
                </a:lnTo>
                <a:lnTo>
                  <a:pt x="5173" y="2788"/>
                </a:lnTo>
                <a:lnTo>
                  <a:pt x="4769" y="2678"/>
                </a:lnTo>
                <a:lnTo>
                  <a:pt x="4366" y="2568"/>
                </a:lnTo>
                <a:lnTo>
                  <a:pt x="4366" y="2275"/>
                </a:lnTo>
                <a:lnTo>
                  <a:pt x="4329" y="2018"/>
                </a:lnTo>
                <a:lnTo>
                  <a:pt x="4256" y="1468"/>
                </a:lnTo>
                <a:lnTo>
                  <a:pt x="4256" y="881"/>
                </a:lnTo>
                <a:lnTo>
                  <a:pt x="4219" y="551"/>
                </a:lnTo>
                <a:lnTo>
                  <a:pt x="4182" y="257"/>
                </a:lnTo>
                <a:lnTo>
                  <a:pt x="4219" y="184"/>
                </a:lnTo>
                <a:lnTo>
                  <a:pt x="4256" y="110"/>
                </a:lnTo>
                <a:lnTo>
                  <a:pt x="4219" y="37"/>
                </a:lnTo>
                <a:lnTo>
                  <a:pt x="4182" y="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84282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letely blank">
  <p:cSld name="Completely blank"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85097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preserve="1">
  <p:cSld name="1_Title + 1 column"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3" name="Google Shape;323;p5"/>
          <p:cNvCxnSpPr/>
          <p:nvPr/>
        </p:nvCxnSpPr>
        <p:spPr>
          <a:xfrm>
            <a:off x="1133967" y="1375233"/>
            <a:ext cx="8050400" cy="0"/>
          </a:xfrm>
          <a:prstGeom prst="straightConnector1">
            <a:avLst/>
          </a:prstGeom>
          <a:noFill/>
          <a:ln w="19050" cap="rnd" cmpd="sng">
            <a:solidFill>
              <a:srgbClr val="36595D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" name="Google Shape;291;p5">
            <a:extLst>
              <a:ext uri="{FF2B5EF4-FFF2-40B4-BE49-F238E27FC236}">
                <a16:creationId xmlns:a16="http://schemas.microsoft.com/office/drawing/2014/main" id="{80CFE913-8992-4639-BFD5-F8CDD32386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97233" y="300033"/>
            <a:ext cx="10822233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5400" b="0"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8" name="Text Placeholder 173">
            <a:extLst>
              <a:ext uri="{FF2B5EF4-FFF2-40B4-BE49-F238E27FC236}">
                <a16:creationId xmlns:a16="http://schemas.microsoft.com/office/drawing/2014/main" id="{18DB5022-26C0-420A-B8FE-A2E7636077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7232" y="1826684"/>
            <a:ext cx="10822233" cy="43497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800">
                <a:latin typeface="+mn-lt"/>
              </a:defRPr>
            </a:lvl1pPr>
            <a:lvl2pPr>
              <a:buSzPct val="100000"/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400">
                <a:latin typeface="+mn-lt"/>
              </a:defRPr>
            </a:lvl4pPr>
            <a:lvl5pPr>
              <a:defRPr sz="2000">
                <a:latin typeface="+mn-lt"/>
              </a:defRPr>
            </a:lvl5pPr>
            <a:lvl6pPr marL="1828754" indent="-304792">
              <a:buClr>
                <a:schemeClr val="bg1">
                  <a:lumMod val="90000"/>
                </a:schemeClr>
              </a:buClr>
              <a:buFont typeface="Wingdings" panose="05000000000000000000" pitchFamily="2" charset="2"/>
              <a:buChar char="§"/>
              <a:defRPr sz="2533">
                <a:solidFill>
                  <a:schemeClr val="bg1">
                    <a:lumMod val="90000"/>
                  </a:schemeClr>
                </a:solidFill>
                <a:latin typeface="+mn-lt"/>
              </a:defRPr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98364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>
  <p:cSld name="1_Title + 2 columns"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291;p5">
            <a:extLst>
              <a:ext uri="{FF2B5EF4-FFF2-40B4-BE49-F238E27FC236}">
                <a16:creationId xmlns:a16="http://schemas.microsoft.com/office/drawing/2014/main" id="{A7D42CE1-F596-434E-888B-F927D5AF4DC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97233" y="300033"/>
            <a:ext cx="10822233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101" name="Text Placeholder 173">
            <a:extLst>
              <a:ext uri="{FF2B5EF4-FFF2-40B4-BE49-F238E27FC236}">
                <a16:creationId xmlns:a16="http://schemas.microsoft.com/office/drawing/2014/main" id="{FFE0AD90-2A99-4C5F-980F-8D914F939C11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684024" y="1826684"/>
            <a:ext cx="5135441" cy="43497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959788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3C3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1"/>
          <p:cNvGrpSpPr/>
          <p:nvPr/>
        </p:nvGrpSpPr>
        <p:grpSpPr>
          <a:xfrm>
            <a:off x="-10" y="-31"/>
            <a:ext cx="12191731" cy="6857837"/>
            <a:chOff x="239949" y="872550"/>
            <a:chExt cx="7042901" cy="3961625"/>
          </a:xfrm>
        </p:grpSpPr>
        <p:sp>
          <p:nvSpPr>
            <p:cNvPr id="7" name="Google Shape;7;p1"/>
            <p:cNvSpPr/>
            <p:nvPr/>
          </p:nvSpPr>
          <p:spPr>
            <a:xfrm>
              <a:off x="239950" y="872550"/>
              <a:ext cx="7042900" cy="3961625"/>
            </a:xfrm>
            <a:custGeom>
              <a:avLst/>
              <a:gdLst/>
              <a:ahLst/>
              <a:cxnLst/>
              <a:rect l="l" t="t" r="r" b="b"/>
              <a:pathLst>
                <a:path w="281716" h="158465" fill="none" extrusionOk="0">
                  <a:moveTo>
                    <a:pt x="0" y="0"/>
                  </a:moveTo>
                  <a:lnTo>
                    <a:pt x="281715" y="0"/>
                  </a:lnTo>
                  <a:lnTo>
                    <a:pt x="281715" y="158464"/>
                  </a:lnTo>
                  <a:lnTo>
                    <a:pt x="0" y="158464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 cap="rnd" cmpd="sng">
              <a:solidFill>
                <a:srgbClr val="244C4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8" name="Google Shape;8;p1"/>
            <p:cNvSpPr/>
            <p:nvPr/>
          </p:nvSpPr>
          <p:spPr>
            <a:xfrm>
              <a:off x="239950" y="476170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9" name="Google Shape;9;p1"/>
            <p:cNvSpPr/>
            <p:nvPr/>
          </p:nvSpPr>
          <p:spPr>
            <a:xfrm>
              <a:off x="239950" y="469017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0" name="Google Shape;10;p1"/>
            <p:cNvSpPr/>
            <p:nvPr/>
          </p:nvSpPr>
          <p:spPr>
            <a:xfrm>
              <a:off x="239950" y="461772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1" name="Google Shape;11;p1"/>
            <p:cNvSpPr/>
            <p:nvPr/>
          </p:nvSpPr>
          <p:spPr>
            <a:xfrm>
              <a:off x="239950" y="454620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2" name="Google Shape;12;p1"/>
            <p:cNvSpPr/>
            <p:nvPr/>
          </p:nvSpPr>
          <p:spPr>
            <a:xfrm>
              <a:off x="239950" y="447375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3" name="Google Shape;13;p1"/>
            <p:cNvSpPr/>
            <p:nvPr/>
          </p:nvSpPr>
          <p:spPr>
            <a:xfrm>
              <a:off x="239950" y="440222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4" name="Google Shape;14;p1"/>
            <p:cNvSpPr/>
            <p:nvPr/>
          </p:nvSpPr>
          <p:spPr>
            <a:xfrm>
              <a:off x="239950" y="432977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5" name="Google Shape;15;p1"/>
            <p:cNvSpPr/>
            <p:nvPr/>
          </p:nvSpPr>
          <p:spPr>
            <a:xfrm>
              <a:off x="239950" y="425825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6" name="Google Shape;16;p1"/>
            <p:cNvSpPr/>
            <p:nvPr/>
          </p:nvSpPr>
          <p:spPr>
            <a:xfrm>
              <a:off x="239950" y="418580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7" name="Google Shape;17;p1"/>
            <p:cNvSpPr/>
            <p:nvPr/>
          </p:nvSpPr>
          <p:spPr>
            <a:xfrm>
              <a:off x="239950" y="411427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8" name="Google Shape;18;p1"/>
            <p:cNvSpPr/>
            <p:nvPr/>
          </p:nvSpPr>
          <p:spPr>
            <a:xfrm>
              <a:off x="239950" y="404182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9" name="Google Shape;19;p1"/>
            <p:cNvSpPr/>
            <p:nvPr/>
          </p:nvSpPr>
          <p:spPr>
            <a:xfrm>
              <a:off x="239950" y="396937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20" name="Google Shape;20;p1"/>
            <p:cNvSpPr/>
            <p:nvPr/>
          </p:nvSpPr>
          <p:spPr>
            <a:xfrm>
              <a:off x="239950" y="389785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21" name="Google Shape;21;p1"/>
            <p:cNvSpPr/>
            <p:nvPr/>
          </p:nvSpPr>
          <p:spPr>
            <a:xfrm>
              <a:off x="239950" y="382540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22" name="Google Shape;22;p1"/>
            <p:cNvSpPr/>
            <p:nvPr/>
          </p:nvSpPr>
          <p:spPr>
            <a:xfrm>
              <a:off x="239950" y="375387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23" name="Google Shape;23;p1"/>
            <p:cNvSpPr/>
            <p:nvPr/>
          </p:nvSpPr>
          <p:spPr>
            <a:xfrm>
              <a:off x="239950" y="368142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24" name="Google Shape;24;p1"/>
            <p:cNvSpPr/>
            <p:nvPr/>
          </p:nvSpPr>
          <p:spPr>
            <a:xfrm>
              <a:off x="239950" y="360990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25" name="Google Shape;25;p1"/>
            <p:cNvSpPr/>
            <p:nvPr/>
          </p:nvSpPr>
          <p:spPr>
            <a:xfrm>
              <a:off x="239950" y="353745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26" name="Google Shape;26;p1"/>
            <p:cNvSpPr/>
            <p:nvPr/>
          </p:nvSpPr>
          <p:spPr>
            <a:xfrm>
              <a:off x="239950" y="346592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27" name="Google Shape;27;p1"/>
            <p:cNvSpPr/>
            <p:nvPr/>
          </p:nvSpPr>
          <p:spPr>
            <a:xfrm>
              <a:off x="239950" y="339347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28" name="Google Shape;28;p1"/>
            <p:cNvSpPr/>
            <p:nvPr/>
          </p:nvSpPr>
          <p:spPr>
            <a:xfrm>
              <a:off x="239950" y="332195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29" name="Google Shape;29;p1"/>
            <p:cNvSpPr/>
            <p:nvPr/>
          </p:nvSpPr>
          <p:spPr>
            <a:xfrm>
              <a:off x="239950" y="324950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30" name="Google Shape;30;p1"/>
            <p:cNvSpPr/>
            <p:nvPr/>
          </p:nvSpPr>
          <p:spPr>
            <a:xfrm>
              <a:off x="239950" y="317705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31" name="Google Shape;31;p1"/>
            <p:cNvSpPr/>
            <p:nvPr/>
          </p:nvSpPr>
          <p:spPr>
            <a:xfrm>
              <a:off x="239950" y="310552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32" name="Google Shape;32;p1"/>
            <p:cNvSpPr/>
            <p:nvPr/>
          </p:nvSpPr>
          <p:spPr>
            <a:xfrm>
              <a:off x="239950" y="3033100"/>
              <a:ext cx="7042900" cy="0"/>
            </a:xfrm>
            <a:custGeom>
              <a:avLst/>
              <a:gdLst/>
              <a:ahLst/>
              <a:cxnLst/>
              <a:rect l="l" t="t" r="r" b="b"/>
              <a:pathLst>
                <a:path w="281716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33" name="Google Shape;33;p1"/>
            <p:cNvSpPr/>
            <p:nvPr/>
          </p:nvSpPr>
          <p:spPr>
            <a:xfrm>
              <a:off x="239950" y="296155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34" name="Google Shape;34;p1"/>
            <p:cNvSpPr/>
            <p:nvPr/>
          </p:nvSpPr>
          <p:spPr>
            <a:xfrm>
              <a:off x="239950" y="288912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35" name="Google Shape;35;p1"/>
            <p:cNvSpPr/>
            <p:nvPr/>
          </p:nvSpPr>
          <p:spPr>
            <a:xfrm>
              <a:off x="239950" y="281757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36" name="Google Shape;36;p1"/>
            <p:cNvSpPr/>
            <p:nvPr/>
          </p:nvSpPr>
          <p:spPr>
            <a:xfrm>
              <a:off x="239950" y="274515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37" name="Google Shape;37;p1"/>
            <p:cNvSpPr/>
            <p:nvPr/>
          </p:nvSpPr>
          <p:spPr>
            <a:xfrm>
              <a:off x="239950" y="267360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38" name="Google Shape;38;p1"/>
            <p:cNvSpPr/>
            <p:nvPr/>
          </p:nvSpPr>
          <p:spPr>
            <a:xfrm>
              <a:off x="239949" y="2607769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39" name="Google Shape;39;p1"/>
            <p:cNvSpPr/>
            <p:nvPr/>
          </p:nvSpPr>
          <p:spPr>
            <a:xfrm>
              <a:off x="239950" y="252962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40" name="Google Shape;40;p1"/>
            <p:cNvSpPr/>
            <p:nvPr/>
          </p:nvSpPr>
          <p:spPr>
            <a:xfrm>
              <a:off x="239950" y="245720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41" name="Google Shape;41;p1"/>
            <p:cNvSpPr/>
            <p:nvPr/>
          </p:nvSpPr>
          <p:spPr>
            <a:xfrm>
              <a:off x="239950" y="238475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42" name="Google Shape;42;p1"/>
            <p:cNvSpPr/>
            <p:nvPr/>
          </p:nvSpPr>
          <p:spPr>
            <a:xfrm>
              <a:off x="239950" y="231322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43" name="Google Shape;43;p1"/>
            <p:cNvSpPr/>
            <p:nvPr/>
          </p:nvSpPr>
          <p:spPr>
            <a:xfrm>
              <a:off x="239950" y="224077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44" name="Google Shape;44;p1"/>
            <p:cNvSpPr/>
            <p:nvPr/>
          </p:nvSpPr>
          <p:spPr>
            <a:xfrm>
              <a:off x="239950" y="216925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45" name="Google Shape;45;p1"/>
            <p:cNvSpPr/>
            <p:nvPr/>
          </p:nvSpPr>
          <p:spPr>
            <a:xfrm>
              <a:off x="239950" y="209680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46" name="Google Shape;46;p1"/>
            <p:cNvSpPr/>
            <p:nvPr/>
          </p:nvSpPr>
          <p:spPr>
            <a:xfrm>
              <a:off x="239950" y="202527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47" name="Google Shape;47;p1"/>
            <p:cNvSpPr/>
            <p:nvPr/>
          </p:nvSpPr>
          <p:spPr>
            <a:xfrm>
              <a:off x="239950" y="195282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48" name="Google Shape;48;p1"/>
            <p:cNvSpPr/>
            <p:nvPr/>
          </p:nvSpPr>
          <p:spPr>
            <a:xfrm>
              <a:off x="239950" y="188130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49" name="Google Shape;49;p1"/>
            <p:cNvSpPr/>
            <p:nvPr/>
          </p:nvSpPr>
          <p:spPr>
            <a:xfrm>
              <a:off x="239950" y="180885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50" name="Google Shape;50;p1"/>
            <p:cNvSpPr/>
            <p:nvPr/>
          </p:nvSpPr>
          <p:spPr>
            <a:xfrm>
              <a:off x="239950" y="173732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51" name="Google Shape;51;p1"/>
            <p:cNvSpPr/>
            <p:nvPr/>
          </p:nvSpPr>
          <p:spPr>
            <a:xfrm>
              <a:off x="239950" y="166487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52" name="Google Shape;52;p1"/>
            <p:cNvSpPr/>
            <p:nvPr/>
          </p:nvSpPr>
          <p:spPr>
            <a:xfrm>
              <a:off x="239950" y="159242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53" name="Google Shape;53;p1"/>
            <p:cNvSpPr/>
            <p:nvPr/>
          </p:nvSpPr>
          <p:spPr>
            <a:xfrm>
              <a:off x="239950" y="152090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54" name="Google Shape;54;p1"/>
            <p:cNvSpPr/>
            <p:nvPr/>
          </p:nvSpPr>
          <p:spPr>
            <a:xfrm>
              <a:off x="239950" y="144845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55" name="Google Shape;55;p1"/>
            <p:cNvSpPr/>
            <p:nvPr/>
          </p:nvSpPr>
          <p:spPr>
            <a:xfrm>
              <a:off x="239950" y="137692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56" name="Google Shape;56;p1"/>
            <p:cNvSpPr/>
            <p:nvPr/>
          </p:nvSpPr>
          <p:spPr>
            <a:xfrm>
              <a:off x="239950" y="130447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57" name="Google Shape;57;p1"/>
            <p:cNvSpPr/>
            <p:nvPr/>
          </p:nvSpPr>
          <p:spPr>
            <a:xfrm>
              <a:off x="239950" y="123295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58" name="Google Shape;58;p1"/>
            <p:cNvSpPr/>
            <p:nvPr/>
          </p:nvSpPr>
          <p:spPr>
            <a:xfrm>
              <a:off x="239950" y="116050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59" name="Google Shape;59;p1"/>
            <p:cNvSpPr/>
            <p:nvPr/>
          </p:nvSpPr>
          <p:spPr>
            <a:xfrm>
              <a:off x="239950" y="108897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60" name="Google Shape;60;p1"/>
            <p:cNvSpPr/>
            <p:nvPr/>
          </p:nvSpPr>
          <p:spPr>
            <a:xfrm>
              <a:off x="239950" y="101652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61" name="Google Shape;61;p1"/>
            <p:cNvSpPr/>
            <p:nvPr/>
          </p:nvSpPr>
          <p:spPr>
            <a:xfrm>
              <a:off x="239950" y="94500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62" name="Google Shape;62;p1"/>
            <p:cNvSpPr/>
            <p:nvPr/>
          </p:nvSpPr>
          <p:spPr>
            <a:xfrm>
              <a:off x="72103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63" name="Google Shape;63;p1"/>
            <p:cNvSpPr/>
            <p:nvPr/>
          </p:nvSpPr>
          <p:spPr>
            <a:xfrm>
              <a:off x="71379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64" name="Google Shape;64;p1"/>
            <p:cNvSpPr/>
            <p:nvPr/>
          </p:nvSpPr>
          <p:spPr>
            <a:xfrm>
              <a:off x="70645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65" name="Google Shape;65;p1"/>
            <p:cNvSpPr/>
            <p:nvPr/>
          </p:nvSpPr>
          <p:spPr>
            <a:xfrm>
              <a:off x="69921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66" name="Google Shape;66;p1"/>
            <p:cNvSpPr/>
            <p:nvPr/>
          </p:nvSpPr>
          <p:spPr>
            <a:xfrm>
              <a:off x="69196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67" name="Google Shape;67;p1"/>
            <p:cNvSpPr/>
            <p:nvPr/>
          </p:nvSpPr>
          <p:spPr>
            <a:xfrm>
              <a:off x="68472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68" name="Google Shape;68;p1"/>
            <p:cNvSpPr/>
            <p:nvPr/>
          </p:nvSpPr>
          <p:spPr>
            <a:xfrm>
              <a:off x="67747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69" name="Google Shape;69;p1"/>
            <p:cNvSpPr/>
            <p:nvPr/>
          </p:nvSpPr>
          <p:spPr>
            <a:xfrm>
              <a:off x="67023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70" name="Google Shape;70;p1"/>
            <p:cNvSpPr/>
            <p:nvPr/>
          </p:nvSpPr>
          <p:spPr>
            <a:xfrm>
              <a:off x="66289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71" name="Google Shape;71;p1"/>
            <p:cNvSpPr/>
            <p:nvPr/>
          </p:nvSpPr>
          <p:spPr>
            <a:xfrm>
              <a:off x="65565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72" name="Google Shape;72;p1"/>
            <p:cNvSpPr/>
            <p:nvPr/>
          </p:nvSpPr>
          <p:spPr>
            <a:xfrm>
              <a:off x="64840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73" name="Google Shape;73;p1"/>
            <p:cNvSpPr/>
            <p:nvPr/>
          </p:nvSpPr>
          <p:spPr>
            <a:xfrm>
              <a:off x="64116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74" name="Google Shape;74;p1"/>
            <p:cNvSpPr/>
            <p:nvPr/>
          </p:nvSpPr>
          <p:spPr>
            <a:xfrm>
              <a:off x="63391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75" name="Google Shape;75;p1"/>
            <p:cNvSpPr/>
            <p:nvPr/>
          </p:nvSpPr>
          <p:spPr>
            <a:xfrm>
              <a:off x="62667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76" name="Google Shape;76;p1"/>
            <p:cNvSpPr/>
            <p:nvPr/>
          </p:nvSpPr>
          <p:spPr>
            <a:xfrm>
              <a:off x="61933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77" name="Google Shape;77;p1"/>
            <p:cNvSpPr/>
            <p:nvPr/>
          </p:nvSpPr>
          <p:spPr>
            <a:xfrm>
              <a:off x="61209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78" name="Google Shape;78;p1"/>
            <p:cNvSpPr/>
            <p:nvPr/>
          </p:nvSpPr>
          <p:spPr>
            <a:xfrm>
              <a:off x="60484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79" name="Google Shape;79;p1"/>
            <p:cNvSpPr/>
            <p:nvPr/>
          </p:nvSpPr>
          <p:spPr>
            <a:xfrm>
              <a:off x="59760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80" name="Google Shape;80;p1"/>
            <p:cNvSpPr/>
            <p:nvPr/>
          </p:nvSpPr>
          <p:spPr>
            <a:xfrm>
              <a:off x="59036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81" name="Google Shape;81;p1"/>
            <p:cNvSpPr/>
            <p:nvPr/>
          </p:nvSpPr>
          <p:spPr>
            <a:xfrm>
              <a:off x="58302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82" name="Google Shape;82;p1"/>
            <p:cNvSpPr/>
            <p:nvPr/>
          </p:nvSpPr>
          <p:spPr>
            <a:xfrm>
              <a:off x="57577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83" name="Google Shape;83;p1"/>
            <p:cNvSpPr/>
            <p:nvPr/>
          </p:nvSpPr>
          <p:spPr>
            <a:xfrm>
              <a:off x="56853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84" name="Google Shape;84;p1"/>
            <p:cNvSpPr/>
            <p:nvPr/>
          </p:nvSpPr>
          <p:spPr>
            <a:xfrm>
              <a:off x="56129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85" name="Google Shape;85;p1"/>
            <p:cNvSpPr/>
            <p:nvPr/>
          </p:nvSpPr>
          <p:spPr>
            <a:xfrm>
              <a:off x="55404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86" name="Google Shape;86;p1"/>
            <p:cNvSpPr/>
            <p:nvPr/>
          </p:nvSpPr>
          <p:spPr>
            <a:xfrm>
              <a:off x="54680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87" name="Google Shape;87;p1"/>
            <p:cNvSpPr/>
            <p:nvPr/>
          </p:nvSpPr>
          <p:spPr>
            <a:xfrm>
              <a:off x="53946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88" name="Google Shape;88;p1"/>
            <p:cNvSpPr/>
            <p:nvPr/>
          </p:nvSpPr>
          <p:spPr>
            <a:xfrm>
              <a:off x="53222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89" name="Google Shape;89;p1"/>
            <p:cNvSpPr/>
            <p:nvPr/>
          </p:nvSpPr>
          <p:spPr>
            <a:xfrm>
              <a:off x="52497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90" name="Google Shape;90;p1"/>
            <p:cNvSpPr/>
            <p:nvPr/>
          </p:nvSpPr>
          <p:spPr>
            <a:xfrm>
              <a:off x="51773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91" name="Google Shape;91;p1"/>
            <p:cNvSpPr/>
            <p:nvPr/>
          </p:nvSpPr>
          <p:spPr>
            <a:xfrm>
              <a:off x="51048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92" name="Google Shape;92;p1"/>
            <p:cNvSpPr/>
            <p:nvPr/>
          </p:nvSpPr>
          <p:spPr>
            <a:xfrm>
              <a:off x="50324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93" name="Google Shape;93;p1"/>
            <p:cNvSpPr/>
            <p:nvPr/>
          </p:nvSpPr>
          <p:spPr>
            <a:xfrm>
              <a:off x="49590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94" name="Google Shape;94;p1"/>
            <p:cNvSpPr/>
            <p:nvPr/>
          </p:nvSpPr>
          <p:spPr>
            <a:xfrm>
              <a:off x="48866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95" name="Google Shape;95;p1"/>
            <p:cNvSpPr/>
            <p:nvPr/>
          </p:nvSpPr>
          <p:spPr>
            <a:xfrm>
              <a:off x="48141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96" name="Google Shape;96;p1"/>
            <p:cNvSpPr/>
            <p:nvPr/>
          </p:nvSpPr>
          <p:spPr>
            <a:xfrm>
              <a:off x="47417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97" name="Google Shape;97;p1"/>
            <p:cNvSpPr/>
            <p:nvPr/>
          </p:nvSpPr>
          <p:spPr>
            <a:xfrm>
              <a:off x="46692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98" name="Google Shape;98;p1"/>
            <p:cNvSpPr/>
            <p:nvPr/>
          </p:nvSpPr>
          <p:spPr>
            <a:xfrm>
              <a:off x="45968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99" name="Google Shape;99;p1"/>
            <p:cNvSpPr/>
            <p:nvPr/>
          </p:nvSpPr>
          <p:spPr>
            <a:xfrm>
              <a:off x="45234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00" name="Google Shape;100;p1"/>
            <p:cNvSpPr/>
            <p:nvPr/>
          </p:nvSpPr>
          <p:spPr>
            <a:xfrm>
              <a:off x="44510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01" name="Google Shape;101;p1"/>
            <p:cNvSpPr/>
            <p:nvPr/>
          </p:nvSpPr>
          <p:spPr>
            <a:xfrm>
              <a:off x="43785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02" name="Google Shape;102;p1"/>
            <p:cNvSpPr/>
            <p:nvPr/>
          </p:nvSpPr>
          <p:spPr>
            <a:xfrm>
              <a:off x="43061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03" name="Google Shape;103;p1"/>
            <p:cNvSpPr/>
            <p:nvPr/>
          </p:nvSpPr>
          <p:spPr>
            <a:xfrm>
              <a:off x="42336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04" name="Google Shape;104;p1"/>
            <p:cNvSpPr/>
            <p:nvPr/>
          </p:nvSpPr>
          <p:spPr>
            <a:xfrm>
              <a:off x="41603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05" name="Google Shape;105;p1"/>
            <p:cNvSpPr/>
            <p:nvPr/>
          </p:nvSpPr>
          <p:spPr>
            <a:xfrm>
              <a:off x="40878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06" name="Google Shape;106;p1"/>
            <p:cNvSpPr/>
            <p:nvPr/>
          </p:nvSpPr>
          <p:spPr>
            <a:xfrm>
              <a:off x="40154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07" name="Google Shape;107;p1"/>
            <p:cNvSpPr/>
            <p:nvPr/>
          </p:nvSpPr>
          <p:spPr>
            <a:xfrm>
              <a:off x="39429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08" name="Google Shape;108;p1"/>
            <p:cNvSpPr/>
            <p:nvPr/>
          </p:nvSpPr>
          <p:spPr>
            <a:xfrm>
              <a:off x="38705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09" name="Google Shape;109;p1"/>
            <p:cNvSpPr/>
            <p:nvPr/>
          </p:nvSpPr>
          <p:spPr>
            <a:xfrm>
              <a:off x="37980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10" name="Google Shape;110;p1"/>
            <p:cNvSpPr/>
            <p:nvPr/>
          </p:nvSpPr>
          <p:spPr>
            <a:xfrm>
              <a:off x="37247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11" name="Google Shape;111;p1"/>
            <p:cNvSpPr/>
            <p:nvPr/>
          </p:nvSpPr>
          <p:spPr>
            <a:xfrm>
              <a:off x="36522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12" name="Google Shape;112;p1"/>
            <p:cNvSpPr/>
            <p:nvPr/>
          </p:nvSpPr>
          <p:spPr>
            <a:xfrm>
              <a:off x="35798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13" name="Google Shape;113;p1"/>
            <p:cNvSpPr/>
            <p:nvPr/>
          </p:nvSpPr>
          <p:spPr>
            <a:xfrm>
              <a:off x="35073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14" name="Google Shape;114;p1"/>
            <p:cNvSpPr/>
            <p:nvPr/>
          </p:nvSpPr>
          <p:spPr>
            <a:xfrm>
              <a:off x="34349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15" name="Google Shape;115;p1"/>
            <p:cNvSpPr/>
            <p:nvPr/>
          </p:nvSpPr>
          <p:spPr>
            <a:xfrm>
              <a:off x="33624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16" name="Google Shape;116;p1"/>
            <p:cNvSpPr/>
            <p:nvPr/>
          </p:nvSpPr>
          <p:spPr>
            <a:xfrm>
              <a:off x="32891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17" name="Google Shape;117;p1"/>
            <p:cNvSpPr/>
            <p:nvPr/>
          </p:nvSpPr>
          <p:spPr>
            <a:xfrm>
              <a:off x="32166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18" name="Google Shape;118;p1"/>
            <p:cNvSpPr/>
            <p:nvPr/>
          </p:nvSpPr>
          <p:spPr>
            <a:xfrm>
              <a:off x="31442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19" name="Google Shape;119;p1"/>
            <p:cNvSpPr/>
            <p:nvPr/>
          </p:nvSpPr>
          <p:spPr>
            <a:xfrm>
              <a:off x="30717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20" name="Google Shape;120;p1"/>
            <p:cNvSpPr/>
            <p:nvPr/>
          </p:nvSpPr>
          <p:spPr>
            <a:xfrm>
              <a:off x="29993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21" name="Google Shape;121;p1"/>
            <p:cNvSpPr/>
            <p:nvPr/>
          </p:nvSpPr>
          <p:spPr>
            <a:xfrm>
              <a:off x="29259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22" name="Google Shape;122;p1"/>
            <p:cNvSpPr/>
            <p:nvPr/>
          </p:nvSpPr>
          <p:spPr>
            <a:xfrm>
              <a:off x="28535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23" name="Google Shape;123;p1"/>
            <p:cNvSpPr/>
            <p:nvPr/>
          </p:nvSpPr>
          <p:spPr>
            <a:xfrm>
              <a:off x="27810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24" name="Google Shape;124;p1"/>
            <p:cNvSpPr/>
            <p:nvPr/>
          </p:nvSpPr>
          <p:spPr>
            <a:xfrm>
              <a:off x="27086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25" name="Google Shape;125;p1"/>
            <p:cNvSpPr/>
            <p:nvPr/>
          </p:nvSpPr>
          <p:spPr>
            <a:xfrm>
              <a:off x="26361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26" name="Google Shape;126;p1"/>
            <p:cNvSpPr/>
            <p:nvPr/>
          </p:nvSpPr>
          <p:spPr>
            <a:xfrm>
              <a:off x="25637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27" name="Google Shape;127;p1"/>
            <p:cNvSpPr/>
            <p:nvPr/>
          </p:nvSpPr>
          <p:spPr>
            <a:xfrm>
              <a:off x="24903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28" name="Google Shape;128;p1"/>
            <p:cNvSpPr/>
            <p:nvPr/>
          </p:nvSpPr>
          <p:spPr>
            <a:xfrm>
              <a:off x="24179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29" name="Google Shape;129;p1"/>
            <p:cNvSpPr/>
            <p:nvPr/>
          </p:nvSpPr>
          <p:spPr>
            <a:xfrm>
              <a:off x="23454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30" name="Google Shape;130;p1"/>
            <p:cNvSpPr/>
            <p:nvPr/>
          </p:nvSpPr>
          <p:spPr>
            <a:xfrm>
              <a:off x="22730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31" name="Google Shape;131;p1"/>
            <p:cNvSpPr/>
            <p:nvPr/>
          </p:nvSpPr>
          <p:spPr>
            <a:xfrm>
              <a:off x="22005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32" name="Google Shape;132;p1"/>
            <p:cNvSpPr/>
            <p:nvPr/>
          </p:nvSpPr>
          <p:spPr>
            <a:xfrm>
              <a:off x="21281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33" name="Google Shape;133;p1"/>
            <p:cNvSpPr/>
            <p:nvPr/>
          </p:nvSpPr>
          <p:spPr>
            <a:xfrm>
              <a:off x="20547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34" name="Google Shape;134;p1"/>
            <p:cNvSpPr/>
            <p:nvPr/>
          </p:nvSpPr>
          <p:spPr>
            <a:xfrm>
              <a:off x="19823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35" name="Google Shape;135;p1"/>
            <p:cNvSpPr/>
            <p:nvPr/>
          </p:nvSpPr>
          <p:spPr>
            <a:xfrm>
              <a:off x="19098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36" name="Google Shape;136;p1"/>
            <p:cNvSpPr/>
            <p:nvPr/>
          </p:nvSpPr>
          <p:spPr>
            <a:xfrm>
              <a:off x="18374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37" name="Google Shape;137;p1"/>
            <p:cNvSpPr/>
            <p:nvPr/>
          </p:nvSpPr>
          <p:spPr>
            <a:xfrm>
              <a:off x="17649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38" name="Google Shape;138;p1"/>
            <p:cNvSpPr/>
            <p:nvPr/>
          </p:nvSpPr>
          <p:spPr>
            <a:xfrm>
              <a:off x="16925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39" name="Google Shape;139;p1"/>
            <p:cNvSpPr/>
            <p:nvPr/>
          </p:nvSpPr>
          <p:spPr>
            <a:xfrm>
              <a:off x="16191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40" name="Google Shape;140;p1"/>
            <p:cNvSpPr/>
            <p:nvPr/>
          </p:nvSpPr>
          <p:spPr>
            <a:xfrm>
              <a:off x="15467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41" name="Google Shape;141;p1"/>
            <p:cNvSpPr/>
            <p:nvPr/>
          </p:nvSpPr>
          <p:spPr>
            <a:xfrm>
              <a:off x="14742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42" name="Google Shape;142;p1"/>
            <p:cNvSpPr/>
            <p:nvPr/>
          </p:nvSpPr>
          <p:spPr>
            <a:xfrm>
              <a:off x="14018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43" name="Google Shape;143;p1"/>
            <p:cNvSpPr/>
            <p:nvPr/>
          </p:nvSpPr>
          <p:spPr>
            <a:xfrm>
              <a:off x="13294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44" name="Google Shape;144;p1"/>
            <p:cNvSpPr/>
            <p:nvPr/>
          </p:nvSpPr>
          <p:spPr>
            <a:xfrm>
              <a:off x="12560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45" name="Google Shape;145;p1"/>
            <p:cNvSpPr/>
            <p:nvPr/>
          </p:nvSpPr>
          <p:spPr>
            <a:xfrm>
              <a:off x="11835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46" name="Google Shape;146;p1"/>
            <p:cNvSpPr/>
            <p:nvPr/>
          </p:nvSpPr>
          <p:spPr>
            <a:xfrm>
              <a:off x="11111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47" name="Google Shape;147;p1"/>
            <p:cNvSpPr/>
            <p:nvPr/>
          </p:nvSpPr>
          <p:spPr>
            <a:xfrm>
              <a:off x="10387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48" name="Google Shape;148;p1"/>
            <p:cNvSpPr/>
            <p:nvPr/>
          </p:nvSpPr>
          <p:spPr>
            <a:xfrm>
              <a:off x="9662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49" name="Google Shape;149;p1"/>
            <p:cNvSpPr/>
            <p:nvPr/>
          </p:nvSpPr>
          <p:spPr>
            <a:xfrm>
              <a:off x="8938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50" name="Google Shape;150;p1"/>
            <p:cNvSpPr/>
            <p:nvPr/>
          </p:nvSpPr>
          <p:spPr>
            <a:xfrm>
              <a:off x="8204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51" name="Google Shape;151;p1"/>
            <p:cNvSpPr/>
            <p:nvPr/>
          </p:nvSpPr>
          <p:spPr>
            <a:xfrm>
              <a:off x="7479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52" name="Google Shape;152;p1"/>
            <p:cNvSpPr/>
            <p:nvPr/>
          </p:nvSpPr>
          <p:spPr>
            <a:xfrm>
              <a:off x="6755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53" name="Google Shape;153;p1"/>
            <p:cNvSpPr/>
            <p:nvPr/>
          </p:nvSpPr>
          <p:spPr>
            <a:xfrm>
              <a:off x="6031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ln>
              <a:solidFill>
                <a:srgbClr val="244C4E">
                  <a:alpha val="50000"/>
                </a:srgbClr>
              </a:solidFill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54" name="Google Shape;154;p1"/>
            <p:cNvSpPr/>
            <p:nvPr/>
          </p:nvSpPr>
          <p:spPr>
            <a:xfrm>
              <a:off x="5306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ln>
              <a:solidFill>
                <a:srgbClr val="244C4E">
                  <a:alpha val="50000"/>
                </a:srgbClr>
              </a:solidFill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55" name="Google Shape;155;p1"/>
            <p:cNvSpPr/>
            <p:nvPr/>
          </p:nvSpPr>
          <p:spPr>
            <a:xfrm>
              <a:off x="4582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ln>
              <a:solidFill>
                <a:srgbClr val="244C4E">
                  <a:alpha val="50000"/>
                </a:srgbClr>
              </a:solidFill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56" name="Google Shape;156;p1"/>
            <p:cNvSpPr/>
            <p:nvPr/>
          </p:nvSpPr>
          <p:spPr>
            <a:xfrm>
              <a:off x="3848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ln>
              <a:solidFill>
                <a:srgbClr val="244C4E">
                  <a:alpha val="50000"/>
                </a:srgbClr>
              </a:solidFill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57" name="Google Shape;157;p1"/>
            <p:cNvSpPr/>
            <p:nvPr/>
          </p:nvSpPr>
          <p:spPr>
            <a:xfrm>
              <a:off x="3124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ln>
              <a:solidFill>
                <a:srgbClr val="244C4E">
                  <a:alpha val="50000"/>
                </a:srgbClr>
              </a:solidFill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</p:grpSp>
      <p:sp>
        <p:nvSpPr>
          <p:cNvPr id="5" name="Title Placeholder 4">
            <a:extLst>
              <a:ext uri="{FF2B5EF4-FFF2-40B4-BE49-F238E27FC236}">
                <a16:creationId xmlns:a16="http://schemas.microsoft.com/office/drawing/2014/main" id="{3ACD15CA-3EBF-4C8A-8FB2-98DA7FCDA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6185"/>
            <a:ext cx="10515600" cy="13250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4" name="Text Placeholder 173">
            <a:extLst>
              <a:ext uri="{FF2B5EF4-FFF2-40B4-BE49-F238E27FC236}">
                <a16:creationId xmlns:a16="http://schemas.microsoft.com/office/drawing/2014/main" id="{256B5515-0DC8-4C22-B008-913BB1AA43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6684"/>
            <a:ext cx="10515600" cy="43497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77058798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9" r:id="rId7"/>
    <p:sldLayoutId id="2147483670" r:id="rId8"/>
    <p:sldLayoutId id="2147483671" r:id="rId9"/>
    <p:sldLayoutId id="2147483672" r:id="rId10"/>
  </p:sldLayoutIdLst>
  <p:transition>
    <p:fade thruBlk="1"/>
  </p:transition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5400" b="0" i="0" u="none" strike="noStrike" cap="none">
          <a:solidFill>
            <a:srgbClr val="FFD0A1"/>
          </a:solidFill>
          <a:latin typeface="Dosis" pitchFamily="2" charset="0"/>
          <a:ea typeface="Dosis" pitchFamily="2" charset="0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L="304792" marR="0" lvl="0" indent="-304792" algn="l" defTabSz="609585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chemeClr val="bg1">
            <a:lumMod val="95000"/>
          </a:schemeClr>
        </a:buClr>
        <a:buFont typeface="Wingdings" panose="05000000000000000000" pitchFamily="2" charset="2"/>
        <a:buChar char="§"/>
        <a:defRPr sz="2800" b="0" i="0" u="none" strike="noStrike" cap="none">
          <a:solidFill>
            <a:schemeClr val="bg1">
              <a:lumMod val="95000"/>
            </a:schemeClr>
          </a:solidFill>
          <a:latin typeface="+mn-lt"/>
          <a:ea typeface="Arial"/>
          <a:cs typeface="Arial"/>
          <a:sym typeface="Arial"/>
        </a:defRPr>
      </a:lvl1pPr>
      <a:lvl2pPr marL="609585" marR="0" lvl="1" indent="-304792" algn="l" defTabSz="609585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chemeClr val="bg1">
            <a:lumMod val="95000"/>
          </a:schemeClr>
        </a:buClr>
        <a:buFont typeface="Wingdings" panose="05000000000000000000" pitchFamily="2" charset="2"/>
        <a:buChar char="§"/>
        <a:tabLst>
          <a:tab pos="609585" algn="l"/>
        </a:tabLst>
        <a:defRPr sz="2800" b="0" i="0" u="none" strike="noStrike" cap="none">
          <a:solidFill>
            <a:schemeClr val="bg1">
              <a:lumMod val="95000"/>
            </a:schemeClr>
          </a:solidFill>
          <a:latin typeface="+mn-lt"/>
          <a:ea typeface="Arial"/>
          <a:cs typeface="Arial"/>
          <a:sym typeface="Arial"/>
        </a:defRPr>
      </a:lvl2pPr>
      <a:lvl3pPr marL="914377" marR="0" lvl="2" indent="-304792" algn="l" defTabSz="609585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chemeClr val="bg1">
            <a:lumMod val="95000"/>
          </a:schemeClr>
        </a:buClr>
        <a:buFont typeface="Wingdings" panose="05000000000000000000" pitchFamily="2" charset="2"/>
        <a:buChar char="§"/>
        <a:defRPr sz="2400" b="0" i="0" u="none" strike="noStrike" cap="none">
          <a:solidFill>
            <a:schemeClr val="bg1">
              <a:lumMod val="95000"/>
            </a:schemeClr>
          </a:solidFill>
          <a:latin typeface="+mn-lt"/>
          <a:ea typeface="Arial"/>
          <a:cs typeface="Arial"/>
          <a:sym typeface="Arial"/>
        </a:defRPr>
      </a:lvl3pPr>
      <a:lvl4pPr marL="1219170" marR="0" lvl="3" indent="-304792" algn="l" defTabSz="609585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chemeClr val="bg1">
            <a:lumMod val="95000"/>
          </a:schemeClr>
        </a:buClr>
        <a:buFont typeface="Wingdings" panose="05000000000000000000" pitchFamily="2" charset="2"/>
        <a:buChar char="§"/>
        <a:defRPr sz="2400" b="0" i="0" u="none" strike="noStrike" cap="none">
          <a:solidFill>
            <a:schemeClr val="bg1">
              <a:lumMod val="95000"/>
            </a:schemeClr>
          </a:solidFill>
          <a:latin typeface="+mn-lt"/>
          <a:ea typeface="Arial"/>
          <a:cs typeface="Arial"/>
          <a:sym typeface="Arial"/>
        </a:defRPr>
      </a:lvl4pPr>
      <a:lvl5pPr marL="1523962" marR="0" lvl="4" indent="-304792" algn="l" defTabSz="609585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chemeClr val="bg1">
            <a:lumMod val="95000"/>
          </a:schemeClr>
        </a:buClr>
        <a:buFont typeface="Wingdings" panose="05000000000000000000" pitchFamily="2" charset="2"/>
        <a:buChar char="§"/>
        <a:defRPr sz="2000" b="0" i="0" u="none" strike="noStrike" cap="none">
          <a:solidFill>
            <a:schemeClr val="bg1">
              <a:lumMod val="95000"/>
            </a:schemeClr>
          </a:solidFill>
          <a:latin typeface="+mn-lt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35C82-EC65-1D26-5891-48E47A561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Appear By Paragraph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B33D84-52CB-ED1C-8BB8-CFC2129B59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Appear In By Paragraph test</a:t>
            </a:r>
          </a:p>
        </p:txBody>
      </p:sp>
    </p:spTree>
    <p:extLst>
      <p:ext uri="{BB962C8B-B14F-4D97-AF65-F5344CB8AC3E}">
        <p14:creationId xmlns:p14="http://schemas.microsoft.com/office/powerpoint/2010/main" val="3308134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C55EC3-384E-5AE7-C471-6DBAE82ED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3A97F-D635-279F-71B2-BE5858648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Appear All At Once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3E902A-D90A-B679-5F52-77C63B5594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Appear All At Once test</a:t>
            </a:r>
          </a:p>
        </p:txBody>
      </p:sp>
    </p:spTree>
    <p:extLst>
      <p:ext uri="{BB962C8B-B14F-4D97-AF65-F5344CB8AC3E}">
        <p14:creationId xmlns:p14="http://schemas.microsoft.com/office/powerpoint/2010/main" val="4032400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allAtOnce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06BDC5-A731-8762-008D-5CB9D1C84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44A42-E00D-5B6D-8A5E-F3343889D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Appear As One Object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19643C-20D2-F60D-1998-BE23B825E6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Appear As One Object test</a:t>
            </a:r>
          </a:p>
        </p:txBody>
      </p:sp>
    </p:spTree>
    <p:extLst>
      <p:ext uri="{BB962C8B-B14F-4D97-AF65-F5344CB8AC3E}">
        <p14:creationId xmlns:p14="http://schemas.microsoft.com/office/powerpoint/2010/main" val="1472719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84672-370D-480D-4A4F-B3DDEB248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556C0-249B-57A8-4E79-DAFE130F8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Fade In By Paragraph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195BFE-567B-493A-E258-477800030C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Fade In By Paragraph test</a:t>
            </a:r>
          </a:p>
        </p:txBody>
      </p:sp>
    </p:spTree>
    <p:extLst>
      <p:ext uri="{BB962C8B-B14F-4D97-AF65-F5344CB8AC3E}">
        <p14:creationId xmlns:p14="http://schemas.microsoft.com/office/powerpoint/2010/main" val="3149237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79603A-73EB-F8D0-81B6-98517DB2E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A0933-1BCA-A3A6-260B-E1D419A99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Fade In All At Once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5C2CE6-2EFD-2481-9644-9461E51B28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Fade In All At Once</a:t>
            </a:r>
          </a:p>
        </p:txBody>
      </p:sp>
    </p:spTree>
    <p:extLst>
      <p:ext uri="{BB962C8B-B14F-4D97-AF65-F5344CB8AC3E}">
        <p14:creationId xmlns:p14="http://schemas.microsoft.com/office/powerpoint/2010/main" val="3519954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allAtOnce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DCA773-142C-B675-E0E3-CD1114DE9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231CD-3E05-DA88-DB2A-6D0D01D6D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Fade In As One Object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6C93B1-DA73-CAA9-0040-F9E1B42EB1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Fade In As One Object</a:t>
            </a:r>
          </a:p>
        </p:txBody>
      </p:sp>
    </p:spTree>
    <p:extLst>
      <p:ext uri="{BB962C8B-B14F-4D97-AF65-F5344CB8AC3E}">
        <p14:creationId xmlns:p14="http://schemas.microsoft.com/office/powerpoint/2010/main" val="866241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3D738-91EC-02A6-F171-83A64BD61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Fly In From Bottom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816B53-3F03-9AD2-C0DE-A962457D20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Fly in from bottom</a:t>
            </a:r>
          </a:p>
        </p:txBody>
      </p:sp>
    </p:spTree>
    <p:extLst>
      <p:ext uri="{BB962C8B-B14F-4D97-AF65-F5344CB8AC3E}">
        <p14:creationId xmlns:p14="http://schemas.microsoft.com/office/powerpoint/2010/main" val="2728114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F7C3FC-AE6E-EB22-665B-BC3BFD24D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F4864-3B29-9004-94DF-6071CCE85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Fly In From Bottom Left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997C68-A3C7-8F3B-299E-0E04D9D398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Fly in from bottom left</a:t>
            </a:r>
          </a:p>
        </p:txBody>
      </p:sp>
    </p:spTree>
    <p:extLst>
      <p:ext uri="{BB962C8B-B14F-4D97-AF65-F5344CB8AC3E}">
        <p14:creationId xmlns:p14="http://schemas.microsoft.com/office/powerpoint/2010/main" val="3638887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6572BA-878D-3C3C-B785-B397EA697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638F2-2D20-804F-CEE9-2E9040B5D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Fly In From Left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549D1E-081F-DF93-08E1-44F1FB4FE2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Fly in from left</a:t>
            </a:r>
          </a:p>
        </p:txBody>
      </p:sp>
    </p:spTree>
    <p:extLst>
      <p:ext uri="{BB962C8B-B14F-4D97-AF65-F5344CB8AC3E}">
        <p14:creationId xmlns:p14="http://schemas.microsoft.com/office/powerpoint/2010/main" val="3388288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FC278C-3A53-5D45-38B2-9BD99F764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05E36-BAB2-A08C-8DEE-2E806DAAA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Fly In From Top Left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D0B8EB-C0E5-C255-A98C-5E180330E7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Fly in from top left</a:t>
            </a:r>
          </a:p>
        </p:txBody>
      </p:sp>
    </p:spTree>
    <p:extLst>
      <p:ext uri="{BB962C8B-B14F-4D97-AF65-F5344CB8AC3E}">
        <p14:creationId xmlns:p14="http://schemas.microsoft.com/office/powerpoint/2010/main" val="2405439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876B94-5115-9422-EBF0-4E3DF8609C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632E1-0902-A8D3-58CE-A2D528181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Fly In From Top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353F76-F9BB-32AB-84DC-5B397CDBA6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Fly in from top</a:t>
            </a:r>
          </a:p>
        </p:txBody>
      </p:sp>
    </p:spTree>
    <p:extLst>
      <p:ext uri="{BB962C8B-B14F-4D97-AF65-F5344CB8AC3E}">
        <p14:creationId xmlns:p14="http://schemas.microsoft.com/office/powerpoint/2010/main" val="1856453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780CB-9A2F-8D8A-8605-52D181A03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9285C-C18B-3FA1-72DC-48777A8CC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Fly In From Top Right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60624E-67F0-6207-E39C-C704D6093C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Fly in from top right</a:t>
            </a:r>
          </a:p>
        </p:txBody>
      </p:sp>
    </p:spTree>
    <p:extLst>
      <p:ext uri="{BB962C8B-B14F-4D97-AF65-F5344CB8AC3E}">
        <p14:creationId xmlns:p14="http://schemas.microsoft.com/office/powerpoint/2010/main" val="1491750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F99EBB-982C-A93A-501F-C083676E2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E83E5-2E4F-D779-482F-95463D492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Fly In From Right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1640A0-6E49-AA8E-448F-92980ADC50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Fly in from right</a:t>
            </a:r>
          </a:p>
        </p:txBody>
      </p:sp>
    </p:spTree>
    <p:extLst>
      <p:ext uri="{BB962C8B-B14F-4D97-AF65-F5344CB8AC3E}">
        <p14:creationId xmlns:p14="http://schemas.microsoft.com/office/powerpoint/2010/main" val="4054997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137FCE-DB86-6DCB-633E-E1EBE8AD24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63FB9-AB4F-5C14-DDFB-608EA0182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Fly In From Bottom Right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10F928-D983-EC07-1554-D71645912B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Fly in from bottom right</a:t>
            </a:r>
          </a:p>
        </p:txBody>
      </p:sp>
    </p:spTree>
    <p:extLst>
      <p:ext uri="{BB962C8B-B14F-4D97-AF65-F5344CB8AC3E}">
        <p14:creationId xmlns:p14="http://schemas.microsoft.com/office/powerpoint/2010/main" val="552016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6EB8C3-A730-D3C5-975A-2358093661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5F1E8-69BA-DE11-1786-272B47847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Float In 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A2BA60-2450-5254-BF96-735EA8FEB7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Float In Up</a:t>
            </a:r>
          </a:p>
        </p:txBody>
      </p:sp>
    </p:spTree>
    <p:extLst>
      <p:ext uri="{BB962C8B-B14F-4D97-AF65-F5344CB8AC3E}">
        <p14:creationId xmlns:p14="http://schemas.microsoft.com/office/powerpoint/2010/main" val="1214337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F456A-7B77-F6B6-1DDB-9F2877A3C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0F268-E0B7-D40C-7791-01E535BA6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Float In Down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C33C12-0AD6-6AA7-E745-D4E7E8ACCA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Float In Down</a:t>
            </a:r>
          </a:p>
        </p:txBody>
      </p:sp>
    </p:spTree>
    <p:extLst>
      <p:ext uri="{BB962C8B-B14F-4D97-AF65-F5344CB8AC3E}">
        <p14:creationId xmlns:p14="http://schemas.microsoft.com/office/powerpoint/2010/main" val="901249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A9C154-97FD-4DB3-0192-F79F11916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67700-9E95-C70C-0520-B89598BD5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Split In Horizontal In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58F982-3961-5661-D3EA-D1AD63DF79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Split In Horizontal In</a:t>
            </a:r>
          </a:p>
        </p:txBody>
      </p:sp>
    </p:spTree>
    <p:extLst>
      <p:ext uri="{BB962C8B-B14F-4D97-AF65-F5344CB8AC3E}">
        <p14:creationId xmlns:p14="http://schemas.microsoft.com/office/powerpoint/2010/main" val="1320279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CFA85A-C8FF-D5A1-3071-13A5106D9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B2F13-38F7-8F6D-DEAF-C7DEB8429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Split In Horizontal Out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3CFA6F-5BE5-529E-970B-BCC529AA20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Split In Horizontal Out</a:t>
            </a:r>
          </a:p>
        </p:txBody>
      </p:sp>
    </p:spTree>
    <p:extLst>
      <p:ext uri="{BB962C8B-B14F-4D97-AF65-F5344CB8AC3E}">
        <p14:creationId xmlns:p14="http://schemas.microsoft.com/office/powerpoint/2010/main" val="2959841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68C269-7A8E-77B4-652A-427F9DB51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50949-BFF6-B40E-CF39-3C516413D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Split In Vertical 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2ACDB2-3163-59C9-BC3E-779D844311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Split In Vertical In</a:t>
            </a:r>
          </a:p>
        </p:txBody>
      </p:sp>
    </p:spTree>
    <p:extLst>
      <p:ext uri="{BB962C8B-B14F-4D97-AF65-F5344CB8AC3E}">
        <p14:creationId xmlns:p14="http://schemas.microsoft.com/office/powerpoint/2010/main" val="1695407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CD019F-36B0-A876-548F-4DCE2AB2E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3727D-C574-95BC-592A-9EC532DE5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Split In Vertical 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77C805-26B9-37C2-7D56-7C16C71490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Split In Vertical Out</a:t>
            </a:r>
          </a:p>
        </p:txBody>
      </p:sp>
    </p:spTree>
    <p:extLst>
      <p:ext uri="{BB962C8B-B14F-4D97-AF65-F5344CB8AC3E}">
        <p14:creationId xmlns:p14="http://schemas.microsoft.com/office/powerpoint/2010/main" val="1614207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F11D0-400C-1E68-7A0C-E50F7743F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383A9-E80B-A2D5-70C6-5423C295C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Wipe In From Bottom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5C5B09-A66F-12C2-584D-A454C9F809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Wipe in from bottom</a:t>
            </a:r>
          </a:p>
        </p:txBody>
      </p:sp>
    </p:spTree>
    <p:extLst>
      <p:ext uri="{BB962C8B-B14F-4D97-AF65-F5344CB8AC3E}">
        <p14:creationId xmlns:p14="http://schemas.microsoft.com/office/powerpoint/2010/main" val="785848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A38CB-72CB-725F-A0D0-B61EFC32B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2BFC4-58F6-9872-14FA-01E8177EC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Wipe In From Left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422D0B-2324-D1D4-431F-E2AFAC746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Wipe in from left</a:t>
            </a:r>
          </a:p>
        </p:txBody>
      </p:sp>
    </p:spTree>
    <p:extLst>
      <p:ext uri="{BB962C8B-B14F-4D97-AF65-F5344CB8AC3E}">
        <p14:creationId xmlns:p14="http://schemas.microsoft.com/office/powerpoint/2010/main" val="2193305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01A87-A984-4BB3-740B-2879811F3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960FE-F464-FEFD-1AD9-A4AC16D9D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Wipe In From Right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66F001-8329-6554-C500-D53A1595BA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Wipe in from right</a:t>
            </a:r>
          </a:p>
        </p:txBody>
      </p:sp>
    </p:spTree>
    <p:extLst>
      <p:ext uri="{BB962C8B-B14F-4D97-AF65-F5344CB8AC3E}">
        <p14:creationId xmlns:p14="http://schemas.microsoft.com/office/powerpoint/2010/main" val="4200496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F57ABA-DB60-84B8-352F-AFAA38521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E2657-CB4F-9F0B-BE1F-1FDDB77B8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Wipe In From Top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FBD9D8-B2E0-2F12-AECD-392D1A38A0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Wipe in from top</a:t>
            </a:r>
          </a:p>
        </p:txBody>
      </p:sp>
    </p:spTree>
    <p:extLst>
      <p:ext uri="{BB962C8B-B14F-4D97-AF65-F5344CB8AC3E}">
        <p14:creationId xmlns:p14="http://schemas.microsoft.com/office/powerpoint/2010/main" val="367009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457500-C1BF-924A-C3CF-41C3E69B0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32F68-8DAC-6A2D-5B7E-123255A6A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Shape In In Circle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B5582B-399C-326B-196C-3CDF1F0B45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Shape in in circle</a:t>
            </a:r>
          </a:p>
        </p:txBody>
      </p:sp>
    </p:spTree>
    <p:extLst>
      <p:ext uri="{BB962C8B-B14F-4D97-AF65-F5344CB8AC3E}">
        <p14:creationId xmlns:p14="http://schemas.microsoft.com/office/powerpoint/2010/main" val="1444441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BC2C11-F287-7250-225D-2B50AA1D2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21249-368A-041B-F961-B3F6FFC74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Shape In Out Circle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A416C2-9B63-050B-8504-762B5B38C5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Shape in out circle</a:t>
            </a:r>
          </a:p>
        </p:txBody>
      </p:sp>
    </p:spTree>
    <p:extLst>
      <p:ext uri="{BB962C8B-B14F-4D97-AF65-F5344CB8AC3E}">
        <p14:creationId xmlns:p14="http://schemas.microsoft.com/office/powerpoint/2010/main" val="1851996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88D2B7-25ED-F0BB-FD48-972958488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FD139-733C-913B-EC6A-6643A0B46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Shape In In Box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D54722-FD90-2C44-664A-32A9B0A043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Shape in in box</a:t>
            </a:r>
          </a:p>
        </p:txBody>
      </p:sp>
    </p:spTree>
    <p:extLst>
      <p:ext uri="{BB962C8B-B14F-4D97-AF65-F5344CB8AC3E}">
        <p14:creationId xmlns:p14="http://schemas.microsoft.com/office/powerpoint/2010/main" val="3078523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403B0C-E628-A05B-075D-927BAF9F4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77B8A-466A-933E-5D36-C0B197E6F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Shape In Out Box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2ADC5A-A7B3-EEE8-0F71-AD47FAF9B3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Shape in out box</a:t>
            </a:r>
          </a:p>
        </p:txBody>
      </p:sp>
    </p:spTree>
    <p:extLst>
      <p:ext uri="{BB962C8B-B14F-4D97-AF65-F5344CB8AC3E}">
        <p14:creationId xmlns:p14="http://schemas.microsoft.com/office/powerpoint/2010/main" val="3228024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7D6E88-B696-28E9-A22C-1842812B8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73A65-0924-F904-213E-A571E2E4D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Shape In In Diamond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CD6922-B61E-F14A-EEFE-4C7FC52316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Shape in in diamond</a:t>
            </a:r>
          </a:p>
        </p:txBody>
      </p:sp>
    </p:spTree>
    <p:extLst>
      <p:ext uri="{BB962C8B-B14F-4D97-AF65-F5344CB8AC3E}">
        <p14:creationId xmlns:p14="http://schemas.microsoft.com/office/powerpoint/2010/main" val="2572955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5109B5-DCFE-58C4-A39C-E6E1DF7A8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88CBB-CA8E-3E6E-6819-766E3DB62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Shape In Out Diamond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6E62E4-FD1D-336F-0B86-D6F892B6C4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Shape in out diamond</a:t>
            </a:r>
          </a:p>
        </p:txBody>
      </p:sp>
    </p:spTree>
    <p:extLst>
      <p:ext uri="{BB962C8B-B14F-4D97-AF65-F5344CB8AC3E}">
        <p14:creationId xmlns:p14="http://schemas.microsoft.com/office/powerpoint/2010/main" val="888443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384868-C00B-33B9-7ABE-22E9C2365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E4C08-9D97-8245-52B4-7E07B5396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Shape In In Plus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1EBA02-2881-74C7-93DD-84E39D7F06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Shape in in plus</a:t>
            </a:r>
          </a:p>
        </p:txBody>
      </p:sp>
    </p:spTree>
    <p:extLst>
      <p:ext uri="{BB962C8B-B14F-4D97-AF65-F5344CB8AC3E}">
        <p14:creationId xmlns:p14="http://schemas.microsoft.com/office/powerpoint/2010/main" val="174476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6E643-5F2E-F62C-8A5F-9289C14C4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2410E-094E-97C7-A7BB-DC9FC5D69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Shape In Out Plus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090602-93BF-5D3C-540F-DAD4E254A4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Shape in out plus</a:t>
            </a:r>
          </a:p>
        </p:txBody>
      </p:sp>
    </p:spTree>
    <p:extLst>
      <p:ext uri="{BB962C8B-B14F-4D97-AF65-F5344CB8AC3E}">
        <p14:creationId xmlns:p14="http://schemas.microsoft.com/office/powerpoint/2010/main" val="4143090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out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5E01AD-EF79-B3AF-35D3-5A31B5E71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BADB8-E8A1-6696-6D32-D19B6E133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Wheel In 1 Spoke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CE6BBE-13BD-3F96-8FD0-BFADECBA98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Wheel in 1 spoke</a:t>
            </a:r>
          </a:p>
        </p:txBody>
      </p:sp>
    </p:spTree>
    <p:extLst>
      <p:ext uri="{BB962C8B-B14F-4D97-AF65-F5344CB8AC3E}">
        <p14:creationId xmlns:p14="http://schemas.microsoft.com/office/powerpoint/2010/main" val="106216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15996E-637C-BBF5-D91E-4AE012E09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A2EE5-E1F4-90E5-FB52-BE0892A6D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Wheel In 2 Spoke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72611C-75FF-46CC-6AAC-048F0DB5B0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Wheel in 2 spoke</a:t>
            </a:r>
          </a:p>
        </p:txBody>
      </p:sp>
    </p:spTree>
    <p:extLst>
      <p:ext uri="{BB962C8B-B14F-4D97-AF65-F5344CB8AC3E}">
        <p14:creationId xmlns:p14="http://schemas.microsoft.com/office/powerpoint/2010/main" val="2538710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2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CC4F6C-A17A-B6A6-AAD5-969256A582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1BA5A-8A8C-0E9E-2735-D15625C31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Wheel In 3 Spoke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664909-5578-324D-C695-AD0DDB0A4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Wheel in 3 spoke</a:t>
            </a:r>
          </a:p>
        </p:txBody>
      </p:sp>
    </p:spTree>
    <p:extLst>
      <p:ext uri="{BB962C8B-B14F-4D97-AF65-F5344CB8AC3E}">
        <p14:creationId xmlns:p14="http://schemas.microsoft.com/office/powerpoint/2010/main" val="1892993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3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16E80B-9B35-30B9-4191-790C20134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AE1CB-1E18-5DC3-E6AA-8E071913D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Wheel In 4 Spoke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AAC98-3000-278D-1687-1B779EF849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Wheel in 4 spoke</a:t>
            </a:r>
          </a:p>
        </p:txBody>
      </p:sp>
    </p:spTree>
    <p:extLst>
      <p:ext uri="{BB962C8B-B14F-4D97-AF65-F5344CB8AC3E}">
        <p14:creationId xmlns:p14="http://schemas.microsoft.com/office/powerpoint/2010/main" val="3865717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BD5B1D-3BE5-3DC8-A88A-871BF9B32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41D1B-1367-C87F-328B-B625718EF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Wheel In 8 Spoke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F758E6-16D0-7ADC-B366-C09D6D8E32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Wheel in 8 spoke</a:t>
            </a:r>
          </a:p>
        </p:txBody>
      </p:sp>
    </p:spTree>
    <p:extLst>
      <p:ext uri="{BB962C8B-B14F-4D97-AF65-F5344CB8AC3E}">
        <p14:creationId xmlns:p14="http://schemas.microsoft.com/office/powerpoint/2010/main" val="2094177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8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B20576-966D-6BCF-52FF-CC6976DC2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CF5CA-5DF8-E24B-BAAC-71B539369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Bars In Horizontal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97EB97-8E20-58B4-0BD0-9E8D9A8F23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Random bars in horizontal</a:t>
            </a:r>
          </a:p>
        </p:txBody>
      </p:sp>
    </p:spTree>
    <p:extLst>
      <p:ext uri="{BB962C8B-B14F-4D97-AF65-F5344CB8AC3E}">
        <p14:creationId xmlns:p14="http://schemas.microsoft.com/office/powerpoint/2010/main" val="838627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473396-ACF7-9538-B206-779B300D0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90025-427F-E881-90EE-A57B8EBD7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Bars In Vertical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C442C8-6595-2355-144A-BE05D215E2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Random bars in vertical</a:t>
            </a:r>
          </a:p>
        </p:txBody>
      </p:sp>
    </p:spTree>
    <p:extLst>
      <p:ext uri="{BB962C8B-B14F-4D97-AF65-F5344CB8AC3E}">
        <p14:creationId xmlns:p14="http://schemas.microsoft.com/office/powerpoint/2010/main" val="2350391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C965C0-D4BA-39C5-9C3E-8CA8DBD46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FEF39-DF72-497E-B51D-18F6E6600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Grow and Turn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13E435-F67E-A3AC-280D-F071D76512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Grow and turn</a:t>
            </a:r>
          </a:p>
        </p:txBody>
      </p:sp>
    </p:spTree>
    <p:extLst>
      <p:ext uri="{BB962C8B-B14F-4D97-AF65-F5344CB8AC3E}">
        <p14:creationId xmlns:p14="http://schemas.microsoft.com/office/powerpoint/2010/main" val="553772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ACE384-E5C3-8878-8B21-072CDDA80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182C4-BCFE-5917-662F-A80F6A68A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Zoom In Object Center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53D1DD-2ABC-263E-89A4-BA263BE20A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Zoom in object center</a:t>
            </a:r>
          </a:p>
        </p:txBody>
      </p:sp>
    </p:spTree>
    <p:extLst>
      <p:ext uri="{BB962C8B-B14F-4D97-AF65-F5344CB8AC3E}">
        <p14:creationId xmlns:p14="http://schemas.microsoft.com/office/powerpoint/2010/main" val="3327876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203841-1FA7-995E-3844-B4F79088A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322C3-B61F-39BF-5678-71D6BA017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Zoom In Slide Center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02AC90-1357-368B-EF05-6F50833679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Zoom in slide center</a:t>
            </a:r>
          </a:p>
        </p:txBody>
      </p:sp>
    </p:spTree>
    <p:extLst>
      <p:ext uri="{BB962C8B-B14F-4D97-AF65-F5344CB8AC3E}">
        <p14:creationId xmlns:p14="http://schemas.microsoft.com/office/powerpoint/2010/main" val="2000239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D0A1E1-89C5-65AE-2CC5-6F2474D91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0E061-B78F-C268-3F37-99005314A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Swivel 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3DE772-6C48-6B3B-0061-A768298DA4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Swivel in </a:t>
            </a:r>
          </a:p>
        </p:txBody>
      </p:sp>
    </p:spTree>
    <p:extLst>
      <p:ext uri="{BB962C8B-B14F-4D97-AF65-F5344CB8AC3E}">
        <p14:creationId xmlns:p14="http://schemas.microsoft.com/office/powerpoint/2010/main" val="3155871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1F9505-7498-DDBE-8DA5-E30C1C9E7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8D580-48DE-7AB1-AD30-E7B9E2CFE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Bounce 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92EF9E-1748-9185-8157-BC7A044458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Bounce in </a:t>
            </a:r>
          </a:p>
        </p:txBody>
      </p:sp>
    </p:spTree>
    <p:extLst>
      <p:ext uri="{BB962C8B-B14F-4D97-AF65-F5344CB8AC3E}">
        <p14:creationId xmlns:p14="http://schemas.microsoft.com/office/powerpoint/2010/main" val="1664103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3E9ED7-4A72-AD54-8E92-E3B1A613B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A8298-1CEA-075B-CEED-EF6644E20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Disappear By Paragraph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5840A4-7B8D-3336-A46F-46E30A773B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Disappear By Paragraph test</a:t>
            </a:r>
          </a:p>
        </p:txBody>
      </p:sp>
    </p:spTree>
    <p:extLst>
      <p:ext uri="{BB962C8B-B14F-4D97-AF65-F5344CB8AC3E}">
        <p14:creationId xmlns:p14="http://schemas.microsoft.com/office/powerpoint/2010/main" val="2121111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B2C8AE-F443-4F01-3752-E876F34FD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CE4C2-9904-EB36-3029-BD062E8C0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Disappear All At Once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EBB9CA-23F4-CB04-7F2A-5A511710C6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Disappear All At Once test</a:t>
            </a:r>
          </a:p>
        </p:txBody>
      </p:sp>
    </p:spTree>
    <p:extLst>
      <p:ext uri="{BB962C8B-B14F-4D97-AF65-F5344CB8AC3E}">
        <p14:creationId xmlns:p14="http://schemas.microsoft.com/office/powerpoint/2010/main" val="3033601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allAtOnce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FE7540-FE98-B02E-C7A3-E38945B1C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BC5E4-9BE3-4E18-A5B0-B58172368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Disappear As One Object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808B34-2312-E05E-D3E1-7AC3C10F22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Disappear As One Object test</a:t>
            </a:r>
          </a:p>
        </p:txBody>
      </p:sp>
    </p:spTree>
    <p:extLst>
      <p:ext uri="{BB962C8B-B14F-4D97-AF65-F5344CB8AC3E}">
        <p14:creationId xmlns:p14="http://schemas.microsoft.com/office/powerpoint/2010/main" val="2013715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FF7B6F-CD5B-D629-630B-A55243AAAF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ED5EF-5CA2-55E2-B513-79C4DA434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Fade Out By Paragraph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A1D6E5-B5F9-51EC-C5C8-765662C448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Fade Out By Paragraph test</a:t>
            </a:r>
          </a:p>
        </p:txBody>
      </p:sp>
    </p:spTree>
    <p:extLst>
      <p:ext uri="{BB962C8B-B14F-4D97-AF65-F5344CB8AC3E}">
        <p14:creationId xmlns:p14="http://schemas.microsoft.com/office/powerpoint/2010/main" val="631949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CFF7E9-5909-3A15-0389-5A1ED04BB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AFB65-9253-5B3E-7819-005540D4A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Fade Out All At Once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F9DD7B-9DB1-B5AE-37CD-3BABFB0897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Fade Out All At Once</a:t>
            </a:r>
          </a:p>
        </p:txBody>
      </p:sp>
    </p:spTree>
    <p:extLst>
      <p:ext uri="{BB962C8B-B14F-4D97-AF65-F5344CB8AC3E}">
        <p14:creationId xmlns:p14="http://schemas.microsoft.com/office/powerpoint/2010/main" val="2956617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allAtOnce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D980CA-DC2A-2D0C-F62D-C78C0F149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EFA16-7B84-B8F3-4528-8243D5EBA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Fade Out As One Object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FB5193-959A-C790-3088-BACA0580DC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Fade Out As One Object</a:t>
            </a:r>
          </a:p>
        </p:txBody>
      </p:sp>
    </p:spTree>
    <p:extLst>
      <p:ext uri="{BB962C8B-B14F-4D97-AF65-F5344CB8AC3E}">
        <p14:creationId xmlns:p14="http://schemas.microsoft.com/office/powerpoint/2010/main" val="1705834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1AB723-1A18-A195-78BD-A6EE927C7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122AF-5B37-236E-968C-A5A63BD72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Fly Out To Bottom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C7518F-A4BD-70C5-6F4D-DEE2510C65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Fly Out to bottom</a:t>
            </a:r>
          </a:p>
        </p:txBody>
      </p:sp>
    </p:spTree>
    <p:extLst>
      <p:ext uri="{BB962C8B-B14F-4D97-AF65-F5344CB8AC3E}">
        <p14:creationId xmlns:p14="http://schemas.microsoft.com/office/powerpoint/2010/main" val="1629317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278BB3-E6B6-6FD6-01A0-C6F113D9F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33EFB-1177-678D-53C4-F9010E2BE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Fly Out To Bottom Left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718ED7-971D-7C46-DCB1-BCD69020AE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Fly Out To bottom left</a:t>
            </a:r>
          </a:p>
        </p:txBody>
      </p:sp>
    </p:spTree>
    <p:extLst>
      <p:ext uri="{BB962C8B-B14F-4D97-AF65-F5344CB8AC3E}">
        <p14:creationId xmlns:p14="http://schemas.microsoft.com/office/powerpoint/2010/main" val="3770292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FA1B0B-CD2B-F6EC-2181-F5E36EA30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A36B0-90BF-1633-57D8-138CFC25C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Fly Out To Left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9A5A46-E32D-7FAE-3A39-11F78AB885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Fly out to left</a:t>
            </a:r>
          </a:p>
        </p:txBody>
      </p:sp>
    </p:spTree>
    <p:extLst>
      <p:ext uri="{BB962C8B-B14F-4D97-AF65-F5344CB8AC3E}">
        <p14:creationId xmlns:p14="http://schemas.microsoft.com/office/powerpoint/2010/main" val="4279670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E121AD-BF5B-5D27-0D8D-25CF50859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0246A-C4B0-3A6F-AE01-A9F34D047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Fly Out To Top Left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32B5D3-1DFD-BE57-766B-A3A0F859B6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Fly out to top left</a:t>
            </a:r>
          </a:p>
        </p:txBody>
      </p:sp>
    </p:spTree>
    <p:extLst>
      <p:ext uri="{BB962C8B-B14F-4D97-AF65-F5344CB8AC3E}">
        <p14:creationId xmlns:p14="http://schemas.microsoft.com/office/powerpoint/2010/main" val="270517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AD7867-C15B-8AD1-843C-3C0569E47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3A287-EA79-23E6-2F05-3865CC2CE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Fly Out To Top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5870A4-0A2A-AC27-55BE-023E9F7965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Fly out to top</a:t>
            </a:r>
          </a:p>
        </p:txBody>
      </p:sp>
    </p:spTree>
    <p:extLst>
      <p:ext uri="{BB962C8B-B14F-4D97-AF65-F5344CB8AC3E}">
        <p14:creationId xmlns:p14="http://schemas.microsoft.com/office/powerpoint/2010/main" val="3908144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8F7DE3-4F1F-217F-C590-83E2C589E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5BBDF-EDF3-25F5-8FA1-97DEE7DCF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Fly Out To Top Right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916E84-30D1-4D0F-7774-A0F29B5314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Fly out to top right</a:t>
            </a:r>
          </a:p>
        </p:txBody>
      </p:sp>
    </p:spTree>
    <p:extLst>
      <p:ext uri="{BB962C8B-B14F-4D97-AF65-F5344CB8AC3E}">
        <p14:creationId xmlns:p14="http://schemas.microsoft.com/office/powerpoint/2010/main" val="272134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3BB650-C7FF-0714-B159-CC76FF0EC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EEFDC-505D-CBED-F15C-E7DEA06EE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Fly Out To Right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FA7DF6-F9B2-43DB-4111-951AE2BCE1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Fly out to right</a:t>
            </a:r>
          </a:p>
        </p:txBody>
      </p:sp>
    </p:spTree>
    <p:extLst>
      <p:ext uri="{BB962C8B-B14F-4D97-AF65-F5344CB8AC3E}">
        <p14:creationId xmlns:p14="http://schemas.microsoft.com/office/powerpoint/2010/main" val="643722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3A826F-67C4-F963-2C32-849889D39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ADDBD-E3AC-24E2-CB2E-D50C0F6B7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Fly Out To Bottom Right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09B3B8-C553-CCA0-2B6F-C109D3C5E1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Fly out to bottom right</a:t>
            </a:r>
          </a:p>
        </p:txBody>
      </p:sp>
    </p:spTree>
    <p:extLst>
      <p:ext uri="{BB962C8B-B14F-4D97-AF65-F5344CB8AC3E}">
        <p14:creationId xmlns:p14="http://schemas.microsoft.com/office/powerpoint/2010/main" val="2289959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F50CA7-4F21-0A93-D41E-914AD1624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8D031-5670-F611-A0FF-932696797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Float Out Down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171CB6-29FC-FC10-5395-25060A0F00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Float Out Down</a:t>
            </a:r>
          </a:p>
        </p:txBody>
      </p:sp>
    </p:spTree>
    <p:extLst>
      <p:ext uri="{BB962C8B-B14F-4D97-AF65-F5344CB8AC3E}">
        <p14:creationId xmlns:p14="http://schemas.microsoft.com/office/powerpoint/2010/main" val="4136938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AA2264-47BB-4477-A6F0-6CAE625D2B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C4BA2-57AE-5522-BDAE-B9A35A5C6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Float Out 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61F512-EF94-3096-735C-768E99B660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Float Out Up</a:t>
            </a:r>
          </a:p>
        </p:txBody>
      </p:sp>
    </p:spTree>
    <p:extLst>
      <p:ext uri="{BB962C8B-B14F-4D97-AF65-F5344CB8AC3E}">
        <p14:creationId xmlns:p14="http://schemas.microsoft.com/office/powerpoint/2010/main" val="3690517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697E5F-F0DB-3152-A320-6C9BB95D6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BA9E6-8434-241A-A9BE-C134D882E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Split Out Horizontal In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2C8E66-2B68-C3BA-ACFD-28CC314A0A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Split Out Horizontal In</a:t>
            </a:r>
          </a:p>
        </p:txBody>
      </p:sp>
    </p:spTree>
    <p:extLst>
      <p:ext uri="{BB962C8B-B14F-4D97-AF65-F5344CB8AC3E}">
        <p14:creationId xmlns:p14="http://schemas.microsoft.com/office/powerpoint/2010/main" val="3314169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xit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Horizontal)">
                                      <p:cBhvr>
                                        <p:cTn id="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B62079-99BA-29B3-36BE-A1868D89F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60079-D239-69EC-B1DD-FC8C117BD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Split Out Horizontal Out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242FE6-0106-8B8F-AFA4-0825381FAD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Split Out Horizontal Out</a:t>
            </a:r>
          </a:p>
        </p:txBody>
      </p:sp>
    </p:spTree>
    <p:extLst>
      <p:ext uri="{BB962C8B-B14F-4D97-AF65-F5344CB8AC3E}">
        <p14:creationId xmlns:p14="http://schemas.microsoft.com/office/powerpoint/2010/main" val="892826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xit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outHorizontal)">
                                      <p:cBhvr>
                                        <p:cTn id="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3A8E3C-37A7-55A8-C788-F7DE0792B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BF663-4D36-CF43-7A91-228F83B52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Split Out Vertical 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DE4271-A8E4-263F-0AFE-722D96AB9B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Split Out Vertical In</a:t>
            </a:r>
          </a:p>
        </p:txBody>
      </p:sp>
    </p:spTree>
    <p:extLst>
      <p:ext uri="{BB962C8B-B14F-4D97-AF65-F5344CB8AC3E}">
        <p14:creationId xmlns:p14="http://schemas.microsoft.com/office/powerpoint/2010/main" val="4055117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xit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4A523-6A5A-70F2-A837-9AF2495B23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ADBA5-5C7D-D8AF-32CA-3FCA49001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Split Out Vertical 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0ADACC-AFBD-3766-1D6E-17B69BD24E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Split Out Vertical Out</a:t>
            </a:r>
          </a:p>
        </p:txBody>
      </p:sp>
    </p:spTree>
    <p:extLst>
      <p:ext uri="{BB962C8B-B14F-4D97-AF65-F5344CB8AC3E}">
        <p14:creationId xmlns:p14="http://schemas.microsoft.com/office/powerpoint/2010/main" val="2182467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xit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outVertical)">
                                      <p:cBhvr>
                                        <p:cTn id="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2C3C89-82F3-DB8D-13E6-08E29438C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E2ED9-101F-B0CB-EABE-280F5E2C1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Wipe Out From Bottom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D3188D-A66E-21F3-5500-81211BAD57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Wipe Out from bottom</a:t>
            </a:r>
          </a:p>
        </p:txBody>
      </p:sp>
    </p:spTree>
    <p:extLst>
      <p:ext uri="{BB962C8B-B14F-4D97-AF65-F5344CB8AC3E}">
        <p14:creationId xmlns:p14="http://schemas.microsoft.com/office/powerpoint/2010/main" val="3646514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29FDAC-7F22-9184-08B8-68708278B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697A4-31CE-9E63-8587-9F1EEFFEF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Wipe Out From Left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F9049F-83F5-5950-DF45-C51375485D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Wipe Out from left</a:t>
            </a:r>
          </a:p>
        </p:txBody>
      </p:sp>
    </p:spTree>
    <p:extLst>
      <p:ext uri="{BB962C8B-B14F-4D97-AF65-F5344CB8AC3E}">
        <p14:creationId xmlns:p14="http://schemas.microsoft.com/office/powerpoint/2010/main" val="282486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77CD33-102D-2584-1999-DC79A6C72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E850D-1AF0-B459-E879-C44AA3CA1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Wipe Out From Right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38B220-FDE4-A221-4E23-6A3687C2F7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Wipe Out from right</a:t>
            </a:r>
          </a:p>
        </p:txBody>
      </p:sp>
    </p:spTree>
    <p:extLst>
      <p:ext uri="{BB962C8B-B14F-4D97-AF65-F5344CB8AC3E}">
        <p14:creationId xmlns:p14="http://schemas.microsoft.com/office/powerpoint/2010/main" val="1061693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1339C-3D05-CC69-8E64-C6F61E60B3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22103-9443-CD9C-FCC3-39BD262A3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Wipe Out From Top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EEA725-F5E9-67DA-CD0D-9B385C3325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Wipe Out from top</a:t>
            </a:r>
          </a:p>
        </p:txBody>
      </p:sp>
    </p:spTree>
    <p:extLst>
      <p:ext uri="{BB962C8B-B14F-4D97-AF65-F5344CB8AC3E}">
        <p14:creationId xmlns:p14="http://schemas.microsoft.com/office/powerpoint/2010/main" val="3493873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1F1FFC-64D7-CAB3-D40A-81019A683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82123-546B-F209-75AE-9E1FA9739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Shape Out Out Circle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1D2BB2-2954-7F03-18BA-44927893F4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Shape in out circle</a:t>
            </a:r>
          </a:p>
        </p:txBody>
      </p:sp>
    </p:spTree>
    <p:extLst>
      <p:ext uri="{BB962C8B-B14F-4D97-AF65-F5344CB8AC3E}">
        <p14:creationId xmlns:p14="http://schemas.microsoft.com/office/powerpoint/2010/main" val="4179373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6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59C84D-4161-E101-63FE-180AD29C8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9F385-A625-01BA-767E-44A1041EA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Shape Out In Circle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BFD4A-BD27-176F-1302-56B2C61252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Shape Out in circle</a:t>
            </a:r>
          </a:p>
        </p:txBody>
      </p:sp>
    </p:spTree>
    <p:extLst>
      <p:ext uri="{BB962C8B-B14F-4D97-AF65-F5344CB8AC3E}">
        <p14:creationId xmlns:p14="http://schemas.microsoft.com/office/powerpoint/2010/main" val="1841167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xit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in)">
                                      <p:cBhvr>
                                        <p:cTn id="6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AEBA7E-7C22-2578-8744-43AE233D2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6AE9D-C599-D12E-4405-8BE12C57F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Shape Out </a:t>
            </a:r>
            <a:r>
              <a:rPr lang="en-US" dirty="0" err="1"/>
              <a:t>Out</a:t>
            </a:r>
            <a:r>
              <a:rPr lang="en-US" dirty="0"/>
              <a:t> Box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5FD750-5BD5-E91C-2692-8907303F0B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Shape Out </a:t>
            </a:r>
            <a:r>
              <a:rPr lang="en-US" dirty="0" err="1"/>
              <a:t>out</a:t>
            </a:r>
            <a:r>
              <a:rPr lang="en-US" dirty="0"/>
              <a:t> box</a:t>
            </a:r>
          </a:p>
        </p:txBody>
      </p:sp>
    </p:spTree>
    <p:extLst>
      <p:ext uri="{BB962C8B-B14F-4D97-AF65-F5344CB8AC3E}">
        <p14:creationId xmlns:p14="http://schemas.microsoft.com/office/powerpoint/2010/main" val="3218946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out)">
                                      <p:cBhvr>
                                        <p:cTn id="6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767A3E-F66E-8603-A5BF-493487D92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F7DEC-77CC-9C67-9661-67EE50C7B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Shape Out In Box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4F2CA4-6F95-DB8C-4446-6CDE32ADAF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Shape out in box</a:t>
            </a:r>
          </a:p>
        </p:txBody>
      </p:sp>
    </p:spTree>
    <p:extLst>
      <p:ext uri="{BB962C8B-B14F-4D97-AF65-F5344CB8AC3E}">
        <p14:creationId xmlns:p14="http://schemas.microsoft.com/office/powerpoint/2010/main" val="2214672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xit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6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11716B-AC64-BC8D-3D0B-82B616462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E478D-7FC9-D77E-FA9C-5762FD202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Shape Out In Diamond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7255E5-ED7C-D8FB-E3D9-25D7C2B4D1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Shape Out in diamond</a:t>
            </a:r>
          </a:p>
        </p:txBody>
      </p:sp>
    </p:spTree>
    <p:extLst>
      <p:ext uri="{BB962C8B-B14F-4D97-AF65-F5344CB8AC3E}">
        <p14:creationId xmlns:p14="http://schemas.microsoft.com/office/powerpoint/2010/main" val="3396602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out)">
                                      <p:cBhvr>
                                        <p:cTn id="6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4852B7-DA16-00F3-6C09-B892974DD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7B448-3055-4274-03CA-1AF81E090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Shape Out Out Diamond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D01E61-1519-B6B9-9A42-1EF4DD13F9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Shape Out out diamond</a:t>
            </a:r>
          </a:p>
        </p:txBody>
      </p:sp>
    </p:spTree>
    <p:extLst>
      <p:ext uri="{BB962C8B-B14F-4D97-AF65-F5344CB8AC3E}">
        <p14:creationId xmlns:p14="http://schemas.microsoft.com/office/powerpoint/2010/main" val="974016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out)">
                                      <p:cBhvr>
                                        <p:cTn id="6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617CE5-63FB-D87F-9758-1A83FA2E9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EAB2E-62D3-8311-84E3-BEE548FB8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Shape Out In Plus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B5ACC5-61A7-C17B-EB38-48366AE376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Shape Out in plus</a:t>
            </a:r>
          </a:p>
        </p:txBody>
      </p:sp>
    </p:spTree>
    <p:extLst>
      <p:ext uri="{BB962C8B-B14F-4D97-AF65-F5344CB8AC3E}">
        <p14:creationId xmlns:p14="http://schemas.microsoft.com/office/powerpoint/2010/main" val="719349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xit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plus(in)">
                                      <p:cBhvr>
                                        <p:cTn id="6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D0550C-ABB7-4AFA-4E3A-A77591EBD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45FC0-736A-FEF6-4B1D-CEFBE8D45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Shape Out Out Plus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A4CB4F-625F-C3E3-401C-BD0AD289E3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Shape in out plus</a:t>
            </a:r>
          </a:p>
        </p:txBody>
      </p:sp>
    </p:spTree>
    <p:extLst>
      <p:ext uri="{BB962C8B-B14F-4D97-AF65-F5344CB8AC3E}">
        <p14:creationId xmlns:p14="http://schemas.microsoft.com/office/powerpoint/2010/main" val="3754672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plus(out)">
                                      <p:cBhvr>
                                        <p:cTn id="6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B82EF1-D0B1-8786-F4C5-D7B263A740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F92D8-8DF7-5604-0446-8116C6173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Wheel Out 1 Spoke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C100E9-5573-5300-F7BC-B8F21CD12C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Wheel Out 1 spoke</a:t>
            </a:r>
          </a:p>
        </p:txBody>
      </p:sp>
    </p:spTree>
    <p:extLst>
      <p:ext uri="{BB962C8B-B14F-4D97-AF65-F5344CB8AC3E}">
        <p14:creationId xmlns:p14="http://schemas.microsoft.com/office/powerpoint/2010/main" val="4053305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6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CB711D-826E-4E18-9ECB-463416211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BE5EF-5E1A-62E1-2282-09533EF73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Wheel Out 2 Spoke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761107-6596-CE98-0090-6CBAC5EFFD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Wheel Out 2 spoke</a:t>
            </a:r>
          </a:p>
        </p:txBody>
      </p:sp>
    </p:spTree>
    <p:extLst>
      <p:ext uri="{BB962C8B-B14F-4D97-AF65-F5344CB8AC3E}">
        <p14:creationId xmlns:p14="http://schemas.microsoft.com/office/powerpoint/2010/main" val="1526368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xit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2)">
                                      <p:cBhvr>
                                        <p:cTn id="6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9ED733-1298-25CA-D3AC-DE2CE450A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7B40A-3DE7-F299-D3AB-DC607E2B4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Wheel Out 3 Spoke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D43DD0-6C78-DBEA-D149-AA3FE6151D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Wheel Out 3 spoke</a:t>
            </a:r>
          </a:p>
        </p:txBody>
      </p:sp>
    </p:spTree>
    <p:extLst>
      <p:ext uri="{BB962C8B-B14F-4D97-AF65-F5344CB8AC3E}">
        <p14:creationId xmlns:p14="http://schemas.microsoft.com/office/powerpoint/2010/main" val="3701413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xit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3)">
                                      <p:cBhvr>
                                        <p:cTn id="6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6A266-A9AD-1603-C5EE-8EF83412B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8E233-6B7B-F146-FD52-2B34C3619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Wheel Out 4 Spoke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FB2ED0-3482-BC99-59B1-E7AE5B0F4C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Wheel Out 4 spoke</a:t>
            </a:r>
          </a:p>
        </p:txBody>
      </p:sp>
    </p:spTree>
    <p:extLst>
      <p:ext uri="{BB962C8B-B14F-4D97-AF65-F5344CB8AC3E}">
        <p14:creationId xmlns:p14="http://schemas.microsoft.com/office/powerpoint/2010/main" val="1575326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4)">
                                      <p:cBhvr>
                                        <p:cTn id="6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663E26-AC1F-B5AF-F8BF-2D6A8A07A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CE677-C210-23B8-3F25-8D0850764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Wheel Out 8 Spoke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8D57E7-727A-CE94-ABCA-3651551BA5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Wheel Out 8 spoke</a:t>
            </a:r>
          </a:p>
        </p:txBody>
      </p:sp>
    </p:spTree>
    <p:extLst>
      <p:ext uri="{BB962C8B-B14F-4D97-AF65-F5344CB8AC3E}">
        <p14:creationId xmlns:p14="http://schemas.microsoft.com/office/powerpoint/2010/main" val="2435268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8)">
                                      <p:cBhvr>
                                        <p:cTn id="6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59EBC-40F7-A642-1819-97E49F91E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1B20F-C2AE-EA69-DA96-BAB2704A7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Bars Out Horizontal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B3761B-3622-0E2B-2E86-DB31B88FF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Random bars Out horizontal</a:t>
            </a:r>
          </a:p>
        </p:txBody>
      </p:sp>
    </p:spTree>
    <p:extLst>
      <p:ext uri="{BB962C8B-B14F-4D97-AF65-F5344CB8AC3E}">
        <p14:creationId xmlns:p14="http://schemas.microsoft.com/office/powerpoint/2010/main" val="2145048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435B7-0C6E-7EA6-E0FF-AC5138BFC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E0FC0-A830-3C0F-0E43-FD63E26E9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Bars Out Vertical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3BAE57-A45F-6039-FD13-42C65778B3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Random bars Out vertical</a:t>
            </a:r>
          </a:p>
        </p:txBody>
      </p:sp>
    </p:spTree>
    <p:extLst>
      <p:ext uri="{BB962C8B-B14F-4D97-AF65-F5344CB8AC3E}">
        <p14:creationId xmlns:p14="http://schemas.microsoft.com/office/powerpoint/2010/main" val="132252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vertical)">
                                      <p:cBhvr>
                                        <p:cTn id="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845A1-32DA-418D-8245-581B12531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CCB7E-2B44-1844-4FB0-BE29A5B6C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Shrink and Turn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0AC498-9EFB-03BC-921E-E9848CD619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Shrink and turn</a:t>
            </a:r>
          </a:p>
        </p:txBody>
      </p:sp>
    </p:spTree>
    <p:extLst>
      <p:ext uri="{BB962C8B-B14F-4D97-AF65-F5344CB8AC3E}">
        <p14:creationId xmlns:p14="http://schemas.microsoft.com/office/powerpoint/2010/main" val="2574692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3FDA38-B515-2B7B-D074-AA3F69E4B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D9E8F-B3F0-7091-7017-6D540DB4D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Zoom Out Object Center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D5AA8D-3FD2-124B-3E19-14129D431F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Zoom Out object center</a:t>
            </a:r>
          </a:p>
        </p:txBody>
      </p:sp>
    </p:spTree>
    <p:extLst>
      <p:ext uri="{BB962C8B-B14F-4D97-AF65-F5344CB8AC3E}">
        <p14:creationId xmlns:p14="http://schemas.microsoft.com/office/powerpoint/2010/main" val="4119661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4E1A48-C5CF-6FC7-9C9D-BB53FBE45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540E9-F580-CC7A-F251-92A558A74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Zoom Out Slide Center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E7BD4F-C791-B70F-44CE-825550645C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Zoom Out slide center</a:t>
            </a:r>
          </a:p>
        </p:txBody>
      </p:sp>
    </p:spTree>
    <p:extLst>
      <p:ext uri="{BB962C8B-B14F-4D97-AF65-F5344CB8AC3E}">
        <p14:creationId xmlns:p14="http://schemas.microsoft.com/office/powerpoint/2010/main" val="872562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xit" presetSubtype="54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686289-0294-1583-4FE2-624CB441B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96BFF-DF2E-408A-5822-703A66C17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Swivel 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78BAA3-B76C-9656-C7D3-A6F9C47215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Swivel Out </a:t>
            </a:r>
          </a:p>
        </p:txBody>
      </p:sp>
    </p:spTree>
    <p:extLst>
      <p:ext uri="{BB962C8B-B14F-4D97-AF65-F5344CB8AC3E}">
        <p14:creationId xmlns:p14="http://schemas.microsoft.com/office/powerpoint/2010/main" val="3695522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970980-FFC0-6547-95F0-6E74A2537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B42C7-ECDF-583F-3B79-9738FFCD8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Bounce 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EEB919-B7DB-927F-2A06-F509E75080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Bounce Out </a:t>
            </a:r>
          </a:p>
        </p:txBody>
      </p:sp>
    </p:spTree>
    <p:extLst>
      <p:ext uri="{BB962C8B-B14F-4D97-AF65-F5344CB8AC3E}">
        <p14:creationId xmlns:p14="http://schemas.microsoft.com/office/powerpoint/2010/main" val="4224097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822" tmFilter="0,0; 0.14,0.31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2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78">
                                          <p:stCondLst>
                                            <p:cond delay="182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0.25,0.07;0.50,0.2;0.75,0.467;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0.026"/>
                                          </p:val>
                                        </p:tav>
                                        <p:tav tm="10000">
                                          <p:val>
                                            <p:strVal val="ppt_y+0.052"/>
                                          </p:val>
                                        </p:tav>
                                        <p:tav tm="15000">
                                          <p:val>
                                            <p:strVal val="ppt_y+0.078"/>
                                          </p:val>
                                        </p:tav>
                                        <p:tav tm="20000">
                                          <p:val>
                                            <p:strVal val="ppt_y+0.103"/>
                                          </p:val>
                                        </p:tav>
                                        <p:tav tm="30000">
                                          <p:val>
                                            <p:strVal val="ppt_y+0.151"/>
                                          </p:val>
                                        </p:tav>
                                        <p:tav tm="40000">
                                          <p:val>
                                            <p:strVal val="ppt_y+0.196"/>
                                          </p:val>
                                        </p:tav>
                                        <p:tav tm="50000">
                                          <p:val>
                                            <p:strVal val="ppt_y+0.236"/>
                                          </p:val>
                                        </p:tav>
                                        <p:tav tm="60000">
                                          <p:val>
                                            <p:strVal val="ppt_y+0.270"/>
                                          </p:val>
                                        </p:tav>
                                        <p:tav tm="70000">
                                          <p:val>
                                            <p:strVal val="ppt_y+0.297"/>
                                          </p:val>
                                        </p:tav>
                                        <p:tav tm="80000">
                                          <p:val>
                                            <p:strVal val="ppt_y+0.317"/>
                                          </p:val>
                                        </p:tav>
                                        <p:tav tm="90000">
                                          <p:val>
                                            <p:strVal val="ppt_y+0.329"/>
                                          </p:val>
                                        </p:tav>
                                        <p:tav tm="100000">
                                          <p:val>
                                            <p:strVal val="ppt_y+0.33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111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37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123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4" dur="26">
                                          <p:stCondLst>
                                            <p:cond delay="62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5" dur="166" decel="50000">
                                          <p:stCondLst>
                                            <p:cond delay="64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43C8AF-E413-A8F2-CBF5-EEB486E24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476AA-3625-27AD-CF2A-E4657088A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Pulse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D93D5B-2EE6-6C57-EB56-465959D667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Pulse</a:t>
            </a:r>
          </a:p>
        </p:txBody>
      </p:sp>
    </p:spTree>
    <p:extLst>
      <p:ext uri="{BB962C8B-B14F-4D97-AF65-F5344CB8AC3E}">
        <p14:creationId xmlns:p14="http://schemas.microsoft.com/office/powerpoint/2010/main" val="2428820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4D27CE-7D98-2C00-4FBC-7CD740F77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04C2A-7AAA-7AAF-7CBC-6F4B6A867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Color Pulse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4BB12-722E-9A66-0792-3F1D043103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Color pulse</a:t>
            </a:r>
          </a:p>
        </p:txBody>
      </p:sp>
    </p:spTree>
    <p:extLst>
      <p:ext uri="{BB962C8B-B14F-4D97-AF65-F5344CB8AC3E}">
        <p14:creationId xmlns:p14="http://schemas.microsoft.com/office/powerpoint/2010/main" val="3865101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50" autoRev="1" fill="remove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181818"/>
                                      </p:to>
                                    </p:animClr>
                                    <p:animClr clrSpc="rgb" dir="cw">
                                      <p:cBhvr>
                                        <p:cTn id="7" dur="250" autoRev="1" fill="remove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181818"/>
                                      </p:to>
                                    </p:animClr>
                                    <p:set>
                                      <p:cBhvr>
                                        <p:cTn id="8" dur="250" autoRev="1" fill="remove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50" autoRev="1" fill="remove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7B68CA-EF34-0A9C-1CB5-BDC1D80D7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44806-051C-D7AC-9338-8149D0D74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Teeter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8FDA92-1DB7-EA4A-F87B-D1810E21B7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Teeter</a:t>
            </a:r>
          </a:p>
        </p:txBody>
      </p:sp>
    </p:spTree>
    <p:extLst>
      <p:ext uri="{BB962C8B-B14F-4D97-AF65-F5344CB8AC3E}">
        <p14:creationId xmlns:p14="http://schemas.microsoft.com/office/powerpoint/2010/main" val="1413220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BB2D63-B587-28EC-9796-14E62F3DC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180C0-81AC-66EC-7C39-68E60EE5F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Spin Clockwise Full Spin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88383A-FFCA-2BD2-11D0-2BFC6F5BAC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Spin clockwise full spin</a:t>
            </a:r>
          </a:p>
        </p:txBody>
      </p:sp>
    </p:spTree>
    <p:extLst>
      <p:ext uri="{BB962C8B-B14F-4D97-AF65-F5344CB8AC3E}">
        <p14:creationId xmlns:p14="http://schemas.microsoft.com/office/powerpoint/2010/main" val="3974560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80EF7-756B-93B3-8E85-767848ED8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349EF-7F25-41C9-9784-8F20D52B2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Spin Clockwise Half Spin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F085F2-B752-CADA-DDDF-E353093930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Spin clockwise half spin</a:t>
            </a:r>
          </a:p>
        </p:txBody>
      </p:sp>
    </p:spTree>
    <p:extLst>
      <p:ext uri="{BB962C8B-B14F-4D97-AF65-F5344CB8AC3E}">
        <p14:creationId xmlns:p14="http://schemas.microsoft.com/office/powerpoint/2010/main" val="1275334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0800000">
                                      <p:cBhvr>
                                        <p:cTn id="6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716BC5-EBC5-B146-E95C-84E638126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4543D-BB93-A458-FFDC-0BE0779EF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Spin Clockwise Quarter Spin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41806A-D3C3-0DAD-A288-F3B1792775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Spin clockwise Quarter spin</a:t>
            </a:r>
          </a:p>
        </p:txBody>
      </p:sp>
    </p:spTree>
    <p:extLst>
      <p:ext uri="{BB962C8B-B14F-4D97-AF65-F5344CB8AC3E}">
        <p14:creationId xmlns:p14="http://schemas.microsoft.com/office/powerpoint/2010/main" val="843563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0">
                                      <p:cBhvr>
                                        <p:cTn id="6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06572-E9FF-A554-9E05-0BB17DF2C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94A44-3F8F-2BCB-8C42-365C07BBF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Spin Clockwise Two Spin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82ABCD-E3E4-9995-67E6-8CF7F9C11B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Spin clockwise Two spin</a:t>
            </a:r>
          </a:p>
        </p:txBody>
      </p:sp>
    </p:spTree>
    <p:extLst>
      <p:ext uri="{BB962C8B-B14F-4D97-AF65-F5344CB8AC3E}">
        <p14:creationId xmlns:p14="http://schemas.microsoft.com/office/powerpoint/2010/main" val="2795210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6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C74D48-23FE-3319-EA5F-6907E6727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39123-9875-A0F4-1DF9-8C168DE48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Spin Counter-Clockwise Full Spin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18EE16-E1F9-311A-96C2-9B3976F8C5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Spin Counter-clockwise full spin</a:t>
            </a:r>
          </a:p>
        </p:txBody>
      </p:sp>
    </p:spTree>
    <p:extLst>
      <p:ext uri="{BB962C8B-B14F-4D97-AF65-F5344CB8AC3E}">
        <p14:creationId xmlns:p14="http://schemas.microsoft.com/office/powerpoint/2010/main" val="1586183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6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BFE263-7BD6-FA68-DE49-29982A2C26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61280-8AD2-819A-5544-169AF46E1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Spin Counter-Clockwise Half Spin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1CA46C-1963-8699-BFE8-EDB05FD6C0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Spin Counter-clockwise half spin</a:t>
            </a:r>
          </a:p>
        </p:txBody>
      </p:sp>
    </p:spTree>
    <p:extLst>
      <p:ext uri="{BB962C8B-B14F-4D97-AF65-F5344CB8AC3E}">
        <p14:creationId xmlns:p14="http://schemas.microsoft.com/office/powerpoint/2010/main" val="4108567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-10800000">
                                      <p:cBhvr>
                                        <p:cTn id="6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316F9A-B7B6-1821-5BFC-37B44CC27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56F5C-5B59-F701-242F-61BE72A51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Spin Counter-Clockwise Quarter Spin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084061-72E2-CB4B-23A9-0978403F36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Spin Counter-clockwise Quarter spin</a:t>
            </a:r>
          </a:p>
        </p:txBody>
      </p:sp>
    </p:spTree>
    <p:extLst>
      <p:ext uri="{BB962C8B-B14F-4D97-AF65-F5344CB8AC3E}">
        <p14:creationId xmlns:p14="http://schemas.microsoft.com/office/powerpoint/2010/main" val="1111305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-5400000">
                                      <p:cBhvr>
                                        <p:cTn id="6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0C29D2-C5DB-2B1C-DCCE-00BA6850C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7E5F6-30F3-A45E-7855-5F736E34E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Spin Counter-Clockwise Two Spin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87F518-FE7A-EA3B-3EBA-514FFD66EF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Spin Counter-clockwise Two spin</a:t>
            </a:r>
          </a:p>
        </p:txBody>
      </p:sp>
    </p:spTree>
    <p:extLst>
      <p:ext uri="{BB962C8B-B14F-4D97-AF65-F5344CB8AC3E}">
        <p14:creationId xmlns:p14="http://schemas.microsoft.com/office/powerpoint/2010/main" val="697347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-43200000">
                                      <p:cBhvr>
                                        <p:cTn id="6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73D2FD-74A2-B7FA-39CC-0849DC6C4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F6BC5-34DE-5CCC-6541-92BB64285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Grow/Shrink Both Larger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19A93C-A4EC-DA11-83EA-7FC8AA6270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Grow/Shrink Both Larger </a:t>
            </a:r>
          </a:p>
        </p:txBody>
      </p:sp>
    </p:spTree>
    <p:extLst>
      <p:ext uri="{BB962C8B-B14F-4D97-AF65-F5344CB8AC3E}">
        <p14:creationId xmlns:p14="http://schemas.microsoft.com/office/powerpoint/2010/main" val="3839660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54035B-212A-5577-12D5-568437EC3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FC08E-A78C-74E5-2501-380A239DF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Grow/Shrink Both Smaller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2F90A-E0B8-DBFA-E769-04515B7C0B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Grow/Shrink Both Smaller </a:t>
            </a:r>
          </a:p>
        </p:txBody>
      </p:sp>
    </p:spTree>
    <p:extLst>
      <p:ext uri="{BB962C8B-B14F-4D97-AF65-F5344CB8AC3E}">
        <p14:creationId xmlns:p14="http://schemas.microsoft.com/office/powerpoint/2010/main" val="3181448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50000" y="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68C4DD-98B1-B522-564B-D5D148CFB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FA3E0-02C2-AC4B-DF8C-1AF458352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Grow/Shrink Both Tiny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1D14C-1540-5646-9C17-F0B04CD447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Grow/Shrink Both Tiny </a:t>
            </a:r>
          </a:p>
        </p:txBody>
      </p:sp>
    </p:spTree>
    <p:extLst>
      <p:ext uri="{BB962C8B-B14F-4D97-AF65-F5344CB8AC3E}">
        <p14:creationId xmlns:p14="http://schemas.microsoft.com/office/powerpoint/2010/main" val="1164352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25000" y="2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774C6-E4F4-A6E8-B2A6-8C9540A62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2B9E6-6A00-FD2E-3CC1-B486CD07B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Grow/Shrink Both Huge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15D724-2E68-F1CA-A79E-8118BABFB8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Grow/Shrink Both Huge </a:t>
            </a:r>
          </a:p>
        </p:txBody>
      </p:sp>
    </p:spTree>
    <p:extLst>
      <p:ext uri="{BB962C8B-B14F-4D97-AF65-F5344CB8AC3E}">
        <p14:creationId xmlns:p14="http://schemas.microsoft.com/office/powerpoint/2010/main" val="2972530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400000" y="4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68F209-2C63-3AFE-0183-ECEC40AAE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51FD7-77BE-BA1E-41DA-217192F89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Grow/Shrink Vertical Larger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C9C09A-EDEA-95CC-D89C-A1CEB33DE8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Grow/Shrink Vertical Larger </a:t>
            </a:r>
          </a:p>
        </p:txBody>
      </p:sp>
    </p:spTree>
    <p:extLst>
      <p:ext uri="{BB962C8B-B14F-4D97-AF65-F5344CB8AC3E}">
        <p14:creationId xmlns:p14="http://schemas.microsoft.com/office/powerpoint/2010/main" val="3346462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0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268FEF-C6EC-E2FF-B276-E9BBA9C40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73632-FBA2-9907-7C75-1C70A8007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Grow/Shrink Vertical Smaller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5D1F41-BB29-F354-052C-210CFFBD3C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Grow/Shrink Vertical Smaller </a:t>
            </a:r>
          </a:p>
        </p:txBody>
      </p:sp>
    </p:spTree>
    <p:extLst>
      <p:ext uri="{BB962C8B-B14F-4D97-AF65-F5344CB8AC3E}">
        <p14:creationId xmlns:p14="http://schemas.microsoft.com/office/powerpoint/2010/main" val="3038842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00000" y="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F25911-30E1-BECB-2EF5-DD3EF735A6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4E9BC-A737-FA26-4AA3-89DB2653E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Grow/Shrink Vertical Tiny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C912B3-C45F-66F6-B63F-621A98BDFF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Grow/Shrink Vertical Tiny </a:t>
            </a:r>
          </a:p>
        </p:txBody>
      </p:sp>
    </p:spTree>
    <p:extLst>
      <p:ext uri="{BB962C8B-B14F-4D97-AF65-F5344CB8AC3E}">
        <p14:creationId xmlns:p14="http://schemas.microsoft.com/office/powerpoint/2010/main" val="705840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00000" y="2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AB4A9-08AD-1AAE-0E2E-2A2FAFF28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F374C-AFB2-1BF2-0AA0-13C1DC17B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Grow/Shrink Vertical Huge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CABA02-6FE3-35E5-54F4-1574864E5F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Grow/Shrink Vertical Huge </a:t>
            </a:r>
          </a:p>
        </p:txBody>
      </p:sp>
    </p:spTree>
    <p:extLst>
      <p:ext uri="{BB962C8B-B14F-4D97-AF65-F5344CB8AC3E}">
        <p14:creationId xmlns:p14="http://schemas.microsoft.com/office/powerpoint/2010/main" val="2326660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00000" y="4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2EF38B-1D09-4314-896E-588555257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EE4C3-E2EB-7526-9F35-6483CE6A2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Grow/Shrink Horizontal Larger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072F35-BBDC-CAEC-74FC-C3AE07DC92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Grow/Shrink Horizontal Larger </a:t>
            </a:r>
          </a:p>
        </p:txBody>
      </p:sp>
    </p:spTree>
    <p:extLst>
      <p:ext uri="{BB962C8B-B14F-4D97-AF65-F5344CB8AC3E}">
        <p14:creationId xmlns:p14="http://schemas.microsoft.com/office/powerpoint/2010/main" val="1496719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5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85762-D339-DE26-4730-9F51212D7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407FC-026C-6489-7B07-5DE68BDDB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Grow/Shrink Horizontal Smaller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F5EF64-CA36-AC75-6665-91E57E27C8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Grow/Shrink Horizontal Smaller </a:t>
            </a:r>
          </a:p>
        </p:txBody>
      </p:sp>
    </p:spTree>
    <p:extLst>
      <p:ext uri="{BB962C8B-B14F-4D97-AF65-F5344CB8AC3E}">
        <p14:creationId xmlns:p14="http://schemas.microsoft.com/office/powerpoint/2010/main" val="1012236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5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400CAD-8961-7739-06A5-6F08308AE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62F7C-6C29-896C-6298-3A0D76A72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Grow/Shrink Horizontal Tiny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1106D5-C51A-EF1A-0990-DDADEBEA67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Grow/Shrink Horizontal Tiny </a:t>
            </a:r>
          </a:p>
        </p:txBody>
      </p:sp>
    </p:spTree>
    <p:extLst>
      <p:ext uri="{BB962C8B-B14F-4D97-AF65-F5344CB8AC3E}">
        <p14:creationId xmlns:p14="http://schemas.microsoft.com/office/powerpoint/2010/main" val="842908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25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68283-ACD6-EF87-C75F-FAF02976D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986DA-0A44-7E9A-DBA8-F230BBEC0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Grow/Shrink Horizontal Huge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0A968-7B9F-3A74-FDC1-56ED3DD68D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Grow/Shrink Horizontal Huge </a:t>
            </a:r>
          </a:p>
        </p:txBody>
      </p:sp>
    </p:spTree>
    <p:extLst>
      <p:ext uri="{BB962C8B-B14F-4D97-AF65-F5344CB8AC3E}">
        <p14:creationId xmlns:p14="http://schemas.microsoft.com/office/powerpoint/2010/main" val="2530305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4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3D4BA0-FF7A-311C-DEAB-2F3282009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CC8B5-0A4E-8A01-6693-A54DE4558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Desaturate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53C8BD-82E9-9CDF-0EA3-58BCBBE9D6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Desaturate</a:t>
            </a:r>
          </a:p>
        </p:txBody>
      </p:sp>
    </p:spTree>
    <p:extLst>
      <p:ext uri="{BB962C8B-B14F-4D97-AF65-F5344CB8AC3E}">
        <p14:creationId xmlns:p14="http://schemas.microsoft.com/office/powerpoint/2010/main" val="95282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animClr clrSpc="hsl" dir="cw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animClr clrSpc="hsl" dir="cw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set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61FE2A-047B-BD4E-2DCD-FDFBB03C3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1D3AB-350D-D682-9F63-834086A25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Darken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527A4E-2719-F6ED-80C8-D65856BFDC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Darken</a:t>
            </a:r>
          </a:p>
        </p:txBody>
      </p:sp>
    </p:spTree>
    <p:extLst>
      <p:ext uri="{BB962C8B-B14F-4D97-AF65-F5344CB8AC3E}">
        <p14:creationId xmlns:p14="http://schemas.microsoft.com/office/powerpoint/2010/main" val="513002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A63AA1-BF5F-01B9-AFF1-230C7931F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C3C8D-705D-F2D4-6E18-D014529AC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Lighten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9DFB0A-33B5-D2B7-1E7A-A81995C9BA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Lighten</a:t>
            </a:r>
          </a:p>
        </p:txBody>
      </p:sp>
    </p:spTree>
    <p:extLst>
      <p:ext uri="{BB962C8B-B14F-4D97-AF65-F5344CB8AC3E}">
        <p14:creationId xmlns:p14="http://schemas.microsoft.com/office/powerpoint/2010/main" val="3188434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364AC-862B-1044-319A-57E8B5DF84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F8962-7EB1-07A2-ABE8-AB67721DD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Transparency 25%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7E6063-096D-C4F6-6905-87484226E0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Transparency 25%</a:t>
            </a:r>
          </a:p>
        </p:txBody>
      </p:sp>
    </p:spTree>
    <p:extLst>
      <p:ext uri="{BB962C8B-B14F-4D97-AF65-F5344CB8AC3E}">
        <p14:creationId xmlns:p14="http://schemas.microsoft.com/office/powerpoint/2010/main" val="549853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presetSubtype="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75"/>
                                      </p:to>
                                    </p:set>
                                    <p:animEffect filter="image" prLst="opacity: 0.75">
                                      <p:cBhvr rctx="IE">
                                        <p:cTn id="7" dur="indefinite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451020-88E5-C955-9C2A-BBCE38F6E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8C878-1735-F8F8-5275-55F5F608F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Transparency 50%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9304DF-AA13-6660-21D8-48B256259D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Transparency 50%</a:t>
            </a:r>
          </a:p>
        </p:txBody>
      </p:sp>
    </p:spTree>
    <p:extLst>
      <p:ext uri="{BB962C8B-B14F-4D97-AF65-F5344CB8AC3E}">
        <p14:creationId xmlns:p14="http://schemas.microsoft.com/office/powerpoint/2010/main" val="1717803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presetSubtype="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7" dur="indefinite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9C7343-0FCE-850C-13C2-D9C55AB74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B71ED-1B0C-3564-B4AA-C91D4EB29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Transparency 75%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142A60-118C-E7B1-1909-7C1EA3DAF8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Transparency 75%</a:t>
            </a:r>
          </a:p>
        </p:txBody>
      </p:sp>
    </p:spTree>
    <p:extLst>
      <p:ext uri="{BB962C8B-B14F-4D97-AF65-F5344CB8AC3E}">
        <p14:creationId xmlns:p14="http://schemas.microsoft.com/office/powerpoint/2010/main" val="3480702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presetSubtype="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7" dur="indefinite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641D4-14B1-E869-BEFF-A9C6E1D5D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D20A3-0DEE-2D86-C1F8-35811C5C7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Transparency 100%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9B819B-A577-FD2D-9F60-1FD8D681D5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Transparency 100%</a:t>
            </a:r>
          </a:p>
        </p:txBody>
      </p:sp>
    </p:spTree>
    <p:extLst>
      <p:ext uri="{BB962C8B-B14F-4D97-AF65-F5344CB8AC3E}">
        <p14:creationId xmlns:p14="http://schemas.microsoft.com/office/powerpoint/2010/main" val="4200084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presetSubtype="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"/>
                                      </p:to>
                                    </p:set>
                                    <p:animEffect filter="image" prLst="opacity: 0">
                                      <p:cBhvr rctx="IE">
                                        <p:cTn id="7" dur="indefinite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A79DF2-9DCB-5269-A27E-14C8B9D24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1D99F-59D5-99E0-B411-F6EE49B00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 Color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B2D02A-E181-5265-6A89-104488343B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Object color</a:t>
            </a:r>
          </a:p>
        </p:txBody>
      </p:sp>
    </p:spTree>
    <p:extLst>
      <p:ext uri="{BB962C8B-B14F-4D97-AF65-F5344CB8AC3E}">
        <p14:creationId xmlns:p14="http://schemas.microsoft.com/office/powerpoint/2010/main" val="1114654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82F466-71D4-2321-B504-697732477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51157-44FF-1678-758A-27364390A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Complementary Color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104EF0-E015-4434-91A9-4FBD52B148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Complementary color</a:t>
            </a:r>
          </a:p>
        </p:txBody>
      </p:sp>
    </p:spTree>
    <p:extLst>
      <p:ext uri="{BB962C8B-B14F-4D97-AF65-F5344CB8AC3E}">
        <p14:creationId xmlns:p14="http://schemas.microsoft.com/office/powerpoint/2010/main" val="2844969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D1F06B-00B3-F0DE-2D51-D7886B95F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E37AA-2A0B-8A77-8D2C-055AB0375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 Color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7CAABE-C0AD-4CD8-CA82-3CDFCFBB17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Line color</a:t>
            </a:r>
          </a:p>
        </p:txBody>
      </p:sp>
    </p:spTree>
    <p:extLst>
      <p:ext uri="{BB962C8B-B14F-4D97-AF65-F5344CB8AC3E}">
        <p14:creationId xmlns:p14="http://schemas.microsoft.com/office/powerpoint/2010/main" val="3696085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C88AD7-FCAF-6353-A06B-84DDA6624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3CE957-69E2-F96E-96F3-2260F66E3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Fill Color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61B89A-BC35-9EC1-E59B-67E92838BE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Fill color</a:t>
            </a:r>
          </a:p>
        </p:txBody>
      </p:sp>
    </p:spTree>
    <p:extLst>
      <p:ext uri="{BB962C8B-B14F-4D97-AF65-F5344CB8AC3E}">
        <p14:creationId xmlns:p14="http://schemas.microsoft.com/office/powerpoint/2010/main" val="4096010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3812AF-7AFD-34E6-9852-6CC2A648EC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C7655-B216-5DBA-0B14-13A983BEC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Brush Color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A8BE68-B9FF-096A-D97C-B0413D12C9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Brush color</a:t>
            </a:r>
          </a:p>
        </p:txBody>
      </p:sp>
    </p:spTree>
    <p:extLst>
      <p:ext uri="{BB962C8B-B14F-4D97-AF65-F5344CB8AC3E}">
        <p14:creationId xmlns:p14="http://schemas.microsoft.com/office/powerpoint/2010/main" val="3180957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766325-1AF8-99E3-AE96-5B99BECCA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6DAB8-EB99-A372-90A2-212D2D0A9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Font Color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CF3B22-E31C-F358-E3D8-DA6782E92D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Font color</a:t>
            </a:r>
          </a:p>
        </p:txBody>
      </p:sp>
    </p:spTree>
    <p:extLst>
      <p:ext uri="{BB962C8B-B14F-4D97-AF65-F5344CB8AC3E}">
        <p14:creationId xmlns:p14="http://schemas.microsoft.com/office/powerpoint/2010/main" val="772220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2A8D7B-BDD4-6A86-0BFB-84161954C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5F3FB-7BA6-BCF1-4F2F-0BCC460C8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BEE6C1-3CA3-612F-6F94-820930EEDA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Underline</a:t>
            </a:r>
          </a:p>
        </p:txBody>
      </p:sp>
    </p:spTree>
    <p:extLst>
      <p:ext uri="{BB962C8B-B14F-4D97-AF65-F5344CB8AC3E}">
        <p14:creationId xmlns:p14="http://schemas.microsoft.com/office/powerpoint/2010/main" val="1780086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B3BC42-14DA-91C8-51E6-B1CBCDE9F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094FF-4245-DFCB-A268-E32C75B83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Bold Flash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E1381B-7507-E293-9A62-AEE35FB699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Bold flash</a:t>
            </a:r>
          </a:p>
        </p:txBody>
      </p:sp>
    </p:spTree>
    <p:extLst>
      <p:ext uri="{BB962C8B-B14F-4D97-AF65-F5344CB8AC3E}">
        <p14:creationId xmlns:p14="http://schemas.microsoft.com/office/powerpoint/2010/main" val="4077396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 override="childStyle">
                                        <p:cTn id="6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normal"/>
                                          </p:val>
                                        </p:tav>
                                        <p:tav tm="50000">
                                          <p:val>
                                            <p:strVal val="bold"/>
                                          </p:val>
                                        </p:tav>
                                        <p:tav tm="60000">
                                          <p:val>
                                            <p:strVal val="normal"/>
                                          </p:val>
                                        </p:tav>
                                        <p:tav tm="100000">
                                          <p:val>
                                            <p:strVal val="normal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D40BBA-EDA0-65E6-885F-1DECA92F65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3F19E-6695-CC74-EAC4-262E8AA63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Bold Reveal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598763-7DB3-00A3-651E-6CE00BC0D5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Bold reveal</a:t>
            </a:r>
          </a:p>
        </p:txBody>
      </p:sp>
    </p:spTree>
    <p:extLst>
      <p:ext uri="{BB962C8B-B14F-4D97-AF65-F5344CB8AC3E}">
        <p14:creationId xmlns:p14="http://schemas.microsoft.com/office/powerpoint/2010/main" val="1078309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mph" presetSubtype="0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6" dur="indefinite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9A2BEB-CC60-4E79-9614-E40DDCA50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4C595-1965-2771-BB64-E0A970F14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1D55E1-34DA-153F-8FA4-9100F96F4D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Wave</a:t>
            </a:r>
          </a:p>
        </p:txBody>
      </p:sp>
    </p:spTree>
    <p:extLst>
      <p:ext uri="{BB962C8B-B14F-4D97-AF65-F5344CB8AC3E}">
        <p14:creationId xmlns:p14="http://schemas.microsoft.com/office/powerpoint/2010/main" val="984197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C24B01-573A-68E2-DA32-51968700C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8ABD0-768B-0557-F939-2F777DBB5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 Down Transform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3A13AF-FA71-9B58-4ADA-95C7687BC0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Line down transform</a:t>
            </a:r>
          </a:p>
        </p:txBody>
      </p:sp>
    </p:spTree>
    <p:extLst>
      <p:ext uri="{BB962C8B-B14F-4D97-AF65-F5344CB8AC3E}">
        <p14:creationId xmlns:p14="http://schemas.microsoft.com/office/powerpoint/2010/main" val="467080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3.33333E-6 L -1.25E-6 0.25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39EECD-04A3-F290-6092-384DB4A77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89981-E014-8E41-5C9C-B20A37246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 Left Transform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6A1A29-0424-6198-2FC7-E4BC4C9CD3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Line left transform</a:t>
            </a:r>
          </a:p>
        </p:txBody>
      </p:sp>
    </p:spTree>
    <p:extLst>
      <p:ext uri="{BB962C8B-B14F-4D97-AF65-F5344CB8AC3E}">
        <p14:creationId xmlns:p14="http://schemas.microsoft.com/office/powerpoint/2010/main" val="25747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54167E-6 3.33333E-6 L -0.25 3.33333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5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603DB5-98EA-F8E6-B7B6-440148DB8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7002C-2D9A-8909-F906-B654FB3E9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 Right Transform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2518DD-BFE3-3302-400C-33CEE0A340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Line right transform</a:t>
            </a:r>
          </a:p>
        </p:txBody>
      </p:sp>
    </p:spTree>
    <p:extLst>
      <p:ext uri="{BB962C8B-B14F-4D97-AF65-F5344CB8AC3E}">
        <p14:creationId xmlns:p14="http://schemas.microsoft.com/office/powerpoint/2010/main" val="3335218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3.33333E-6 L 0.25 3.33333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2D49A5-1D4B-4956-B443-46C286056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39680-125F-51EB-9FD4-C3828091E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 Up Transform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F95484-12B2-14DE-E752-5F0F96CEEC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Line up transform</a:t>
            </a:r>
          </a:p>
        </p:txBody>
      </p:sp>
    </p:spTree>
    <p:extLst>
      <p:ext uri="{BB962C8B-B14F-4D97-AF65-F5344CB8AC3E}">
        <p14:creationId xmlns:p14="http://schemas.microsoft.com/office/powerpoint/2010/main" val="4141994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5 E" pathEditMode="relative" ptsTypes="">
                                      <p:cBhvr>
                                        <p:cTn id="6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21726A-635E-B18F-2BCF-D366D0D2E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A1167-EFB2-31EE-1471-CA59AFAC6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 Down Transform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FB7DD5-90DD-7192-53FA-8FF71BB73D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Arc down transform</a:t>
            </a:r>
          </a:p>
        </p:txBody>
      </p:sp>
    </p:spTree>
    <p:extLst>
      <p:ext uri="{BB962C8B-B14F-4D97-AF65-F5344CB8AC3E}">
        <p14:creationId xmlns:p14="http://schemas.microsoft.com/office/powerpoint/2010/main" val="2086009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3.33333E-6 L 0.06706 0.04004 C 0.08099 0.04907 0.10196 0.05393 0.12396 0.05393 C 0.14896 0.05393 0.16901 0.04907 0.18294 0.04004 L 0.25 3.33333E-6 " pathEditMode="relative" rAng="0" ptsTypes="AAAAA">
                                      <p:cBhvr>
                                        <p:cTn id="6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268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76DC20-2130-07C1-813F-F0A80AB7B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75614-EDFE-A067-11DA-75E1C55C6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 Left Transform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71B491-1FCD-C685-A8D6-0FB4EB9862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Arc left transform</a:t>
            </a:r>
          </a:p>
        </p:txBody>
      </p:sp>
    </p:spTree>
    <p:extLst>
      <p:ext uri="{BB962C8B-B14F-4D97-AF65-F5344CB8AC3E}">
        <p14:creationId xmlns:p14="http://schemas.microsoft.com/office/powerpoint/2010/main" val="2357324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1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91667E-6 3.33333E-6 L -0.03998 0.06689 C -0.04896 0.08102 -0.05404 0.10208 -0.05404 0.12407 C -0.05404 0.14907 -0.04896 0.16898 -0.03998 0.1831 L 2.91667E-6 0.25 " pathEditMode="relative" rAng="0" ptsTypes="AAAAA">
                                      <p:cBhvr>
                                        <p:cTn id="6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708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23C7E3-3865-C922-672E-0515616B2A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40183-FBD1-BBA3-7BF4-B7CCB9DF9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 Right Transform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AE7B42-2FA3-D82C-BC61-A83893BCE9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Arc right transform</a:t>
            </a:r>
          </a:p>
        </p:txBody>
      </p:sp>
    </p:spTree>
    <p:extLst>
      <p:ext uri="{BB962C8B-B14F-4D97-AF65-F5344CB8AC3E}">
        <p14:creationId xmlns:p14="http://schemas.microsoft.com/office/powerpoint/2010/main" val="519610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8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3.33333E-6 L 0.03998 0.06689 C 0.04896 0.08102 0.05404 0.10208 0.05404 0.12407 C 0.05404 0.14907 0.04896 0.16898 0.03998 0.1831 L -1.45833E-6 0.25 " pathEditMode="relative" rAng="0" ptsTypes="AAAAA">
                                      <p:cBhvr>
                                        <p:cTn id="6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95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BEDD6-B018-196E-66C2-E26188E20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A827F-E579-9150-D994-2229F0FBF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 Up Transform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D226DC-1345-F1C4-CA79-84F8794DE1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Arc up transform</a:t>
            </a:r>
          </a:p>
        </p:txBody>
      </p:sp>
    </p:spTree>
    <p:extLst>
      <p:ext uri="{BB962C8B-B14F-4D97-AF65-F5344CB8AC3E}">
        <p14:creationId xmlns:p14="http://schemas.microsoft.com/office/powerpoint/2010/main" val="2284840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4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6 3.33333E-6 L 0.06706 -0.04005 C 0.08099 -0.04908 0.10196 -0.05394 0.12396 -0.05394 C 0.14896 -0.05394 0.16901 -0.04908 0.18294 -0.04005 L 0.25 3.33333E-6 " pathEditMode="relative" rAng="0" ptsTypes="AAAAA">
                                      <p:cBhvr>
                                        <p:cTn id="6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-270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FA4241-B095-03AB-5F83-E974E72C35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ACEF2-008B-592A-A58B-8294560A0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Turn Down Transform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3CCBD6-58AB-883D-0EA7-DB8006AE51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Turn down transform</a:t>
            </a:r>
          </a:p>
        </p:txBody>
      </p:sp>
    </p:spTree>
    <p:extLst>
      <p:ext uri="{BB962C8B-B14F-4D97-AF65-F5344CB8AC3E}">
        <p14:creationId xmlns:p14="http://schemas.microsoft.com/office/powerpoint/2010/main" val="2969529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3.33333E-6 L 0.12501 3.33333E-6 C 0.18099 3.33333E-6 0.25001 0.06898 0.25001 0.125 L 0.25001 0.25 " pathEditMode="relative" rAng="0" ptsTypes="AAAA">
                                      <p:cBhvr>
                                        <p:cTn id="6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D00B86-A1AC-6B0C-A714-A05BAB737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7277B-7166-CF44-C18A-18F60C5DA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Turn Down Right Transform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2C9AFD-0710-4FDD-F82B-E610B577F8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Turn down right transform</a:t>
            </a:r>
          </a:p>
        </p:txBody>
      </p:sp>
    </p:spTree>
    <p:extLst>
      <p:ext uri="{BB962C8B-B14F-4D97-AF65-F5344CB8AC3E}">
        <p14:creationId xmlns:p14="http://schemas.microsoft.com/office/powerpoint/2010/main" val="3195626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6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91667E-6 3.33333E-6 L 2.91667E-6 0.125 C 2.91667E-6 0.18102 0.06901 0.25 0.125 0.25 L 0.25 0.25 " pathEditMode="relative" rAng="0" ptsTypes="AAAA">
                                      <p:cBhvr>
                                        <p:cTn id="6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1CFD83-5FA0-BA4C-292D-C4A5FDB79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B1F68-046B-84B2-929C-B2EB9DDF0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Turn Up Transform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B16D0F-708B-2510-DDA4-A4F79A3C23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Turn up transform</a:t>
            </a:r>
          </a:p>
        </p:txBody>
      </p:sp>
    </p:spTree>
    <p:extLst>
      <p:ext uri="{BB962C8B-B14F-4D97-AF65-F5344CB8AC3E}">
        <p14:creationId xmlns:p14="http://schemas.microsoft.com/office/powerpoint/2010/main" val="147488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9167E-6 3.33333E-6 L 0.125 3.33333E-6 C 0.18098 3.33333E-6 0.25 -0.06898 0.25 -0.125 L 0.25 -0.25 " pathEditMode="relative" rAng="0" ptsTypes="AAAA">
                                      <p:cBhvr>
                                        <p:cTn id="6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-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2B87DC-B65D-C196-EE56-DB06ED9C44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4CE36-C5AB-AD1F-0E74-8A708A685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Turn Up Right Transform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A0474A-2079-AB03-6B5C-072EAA1B34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Turn up right transform</a:t>
            </a:r>
          </a:p>
        </p:txBody>
      </p:sp>
    </p:spTree>
    <p:extLst>
      <p:ext uri="{BB962C8B-B14F-4D97-AF65-F5344CB8AC3E}">
        <p14:creationId xmlns:p14="http://schemas.microsoft.com/office/powerpoint/2010/main" val="741943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7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91667E-6 3.33333E-6 L 2.91667E-6 -0.125 C 2.91667E-6 -0.18102 0.06901 -0.25 0.125 -0.25 L 0.25 -0.25 " pathEditMode="relative" rAng="0" ptsTypes="AAAA">
                                      <p:cBhvr>
                                        <p:cTn id="6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-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20835-5038-1BA9-B1AA-A41B15D70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D9356-5903-08A1-79EE-644C1296E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Circle Transform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9FCB93-9D38-22F7-2E6F-846015C4AF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Circle transform</a:t>
            </a:r>
          </a:p>
        </p:txBody>
      </p:sp>
    </p:spTree>
    <p:extLst>
      <p:ext uri="{BB962C8B-B14F-4D97-AF65-F5344CB8AC3E}">
        <p14:creationId xmlns:p14="http://schemas.microsoft.com/office/powerpoint/2010/main" val="2351452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3.33333E-6 C 0.06901 3.33333E-6 0.125 0.05602 0.125 0.125 C 0.125 0.19398 0.06901 0.25 -4.375E-6 0.25 C -0.06901 0.25 -0.125 0.19398 -0.125 0.125 C -0.125 0.05602 -0.06901 3.33333E-6 -4.375E-6 3.33333E-6 Z " pathEditMode="relative" rAng="0" ptsTypes="AAAAA">
                                      <p:cBhvr>
                                        <p:cTn id="6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C3DA2D-C31E-52F7-67B1-EF436B2FD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7A00F-1B93-EE3D-8F81-4AB7A4F4E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Diamond Transform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9275BA-D777-67FB-B33C-2D56D63C13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Diamond transform</a:t>
            </a:r>
          </a:p>
        </p:txBody>
      </p:sp>
    </p:spTree>
    <p:extLst>
      <p:ext uri="{BB962C8B-B14F-4D97-AF65-F5344CB8AC3E}">
        <p14:creationId xmlns:p14="http://schemas.microsoft.com/office/powerpoint/2010/main" val="4263866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75E-6 3.33333E-6 L 0.125 -0.08403 L 0.25 3.33333E-6 L 0.125 0.08402 L 1.875E-6 3.33333E-6 Z " pathEditMode="relative" rAng="0" ptsTypes="AAAAA">
                                      <p:cBhvr>
                                        <p:cTn id="6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366F1E-7CA8-3C63-D0F0-0FFBE91F9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3A65D-C3DA-BB60-B429-D2DF87E60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Equal Triangle Transform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CA2028-EA84-4D22-D86D-5BF5323618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Equal triangle transform</a:t>
            </a:r>
          </a:p>
        </p:txBody>
      </p:sp>
    </p:spTree>
    <p:extLst>
      <p:ext uri="{BB962C8B-B14F-4D97-AF65-F5344CB8AC3E}">
        <p14:creationId xmlns:p14="http://schemas.microsoft.com/office/powerpoint/2010/main" val="2547481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3.33333E-6 L 0.125 0.21597 L -0.125 0.21597 L 2.5E-6 3.33333E-6 Z " pathEditMode="relative" rAng="0" ptsTypes="AAAA">
                                      <p:cBhvr>
                                        <p:cTn id="6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078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FDC228-CDAF-2DBA-D117-0AFAD5082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B4F29-7DD3-7578-72E8-429921E76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Hexagon Transform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E2D98C-F596-3D33-5DFB-D9561167A6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Hexagon transform</a:t>
            </a:r>
          </a:p>
        </p:txBody>
      </p:sp>
    </p:spTree>
    <p:extLst>
      <p:ext uri="{BB962C8B-B14F-4D97-AF65-F5344CB8AC3E}">
        <p14:creationId xmlns:p14="http://schemas.microsoft.com/office/powerpoint/2010/main" val="3466486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75E-6 3.33333E-6 L 0.125 3.33333E-6 L 0.18802 0.10902 L 0.125 0.21689 L 1.875E-6 0.21689 L -0.06302 0.10902 L 1.875E-6 3.33333E-6 Z " pathEditMode="relative" rAng="0" ptsTypes="AAAAAAA">
                                      <p:cBhvr>
                                        <p:cTn id="6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250" y="1083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762EAF-2259-2AA4-5346-8CD56EFCCF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5C984-3BFA-AA4A-087B-B628258DB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Octagon Transform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30A978-0A24-6267-7B9B-F23539B34C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Octagon transform</a:t>
            </a:r>
          </a:p>
        </p:txBody>
      </p:sp>
    </p:spTree>
    <p:extLst>
      <p:ext uri="{BB962C8B-B14F-4D97-AF65-F5344CB8AC3E}">
        <p14:creationId xmlns:p14="http://schemas.microsoft.com/office/powerpoint/2010/main" val="1968593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91667E-6 3.33333E-6 L 0.07305 -0.07292 L 0.17696 -0.07292 L 0.25 3.33333E-6 L 0.25 0.10393 L 0.17696 0.17708 L 0.07305 0.17708 L -2.91667E-6 0.10393 L -2.91667E-6 3.33333E-6 Z " pathEditMode="relative" rAng="0" ptsTypes="AAAAAAAAA">
                                      <p:cBhvr>
                                        <p:cTn id="6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520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3E3CE5-2FE5-C758-E0A0-B213EE1F2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128CF-9898-928C-0FDD-F54B3E4F2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Parallelogram Transform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230E0F-462A-DA0A-4630-69BE83C767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Parallelogram transform</a:t>
            </a:r>
          </a:p>
        </p:txBody>
      </p:sp>
    </p:spTree>
    <p:extLst>
      <p:ext uri="{BB962C8B-B14F-4D97-AF65-F5344CB8AC3E}">
        <p14:creationId xmlns:p14="http://schemas.microsoft.com/office/powerpoint/2010/main" val="3870531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04167E-6 3.33333E-6 L 0.17799 3.33333E-6 L 0.25 0.12106 L 0.072 0.12106 L 1.04167E-6 3.33333E-6 Z " pathEditMode="relative" rAng="0" ptsTypes="AAAAA">
                                      <p:cBhvr>
                                        <p:cTn id="6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604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7BFF0B-3CB3-EA47-0446-1596AE187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C1611-990D-909C-C29E-AA387A255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Pentagon Transform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593206-E767-F9D4-6141-7DA4CB702F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Pentagon transform</a:t>
            </a:r>
          </a:p>
        </p:txBody>
      </p:sp>
    </p:spTree>
    <p:extLst>
      <p:ext uri="{BB962C8B-B14F-4D97-AF65-F5344CB8AC3E}">
        <p14:creationId xmlns:p14="http://schemas.microsoft.com/office/powerpoint/2010/main" val="127890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3.33333E-6 L 0.125 0.09097 L 0.07696 0.23796 L -0.07695 0.23796 L -0.125 0.09097 L -4.58333E-6 3.33333E-6 Z " pathEditMode="relative" rAng="0" ptsTypes="AAAAAA">
                                      <p:cBhvr>
                                        <p:cTn id="6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189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5C87AF-712D-338B-5791-90F58CF00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8B053-75EC-07DA-2CE0-D5DDD0952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Right Triangle Transform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AB6AE6-2A93-C31A-1B7A-94C50B730E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Right triangle transform</a:t>
            </a:r>
          </a:p>
        </p:txBody>
      </p:sp>
    </p:spTree>
    <p:extLst>
      <p:ext uri="{BB962C8B-B14F-4D97-AF65-F5344CB8AC3E}">
        <p14:creationId xmlns:p14="http://schemas.microsoft.com/office/powerpoint/2010/main" val="3595553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9167E-6 3.33333E-6 L -2.29167E-6 -0.14699 L 0.25 3.33333E-6 L -2.29167E-6 3.33333E-6 Z " pathEditMode="relative" rAng="0" ptsTypes="AAAA">
                                      <p:cBhvr>
                                        <p:cTn id="6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-736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422C6C-0F7E-6A64-AEEE-1691404F70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EA0AD-7ADB-D2C2-DC73-FEAAFFA8D8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Square Transform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A76EB7-A9BC-5EC7-CF62-44254CD79A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Square transform</a:t>
            </a:r>
          </a:p>
        </p:txBody>
      </p:sp>
    </p:spTree>
    <p:extLst>
      <p:ext uri="{BB962C8B-B14F-4D97-AF65-F5344CB8AC3E}">
        <p14:creationId xmlns:p14="http://schemas.microsoft.com/office/powerpoint/2010/main" val="1587959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556E-17 3.33333E-6 L 0.25 3.33333E-6 L 0.25 0.25 L 2.77556E-17 0.25 L 2.77556E-17 3.33333E-6 Z " pathEditMode="relative" rAng="0" ptsTypes="AAAAA">
                                      <p:cBhvr>
                                        <p:cTn id="6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B80C75-639C-96C8-CED2-3A725C8BBE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B7C4C-AAB3-3419-4542-AB58E33B2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Trapezoid Transform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4953AB-F19F-6958-0FF5-F80CAFA5AD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Trapezoid transform</a:t>
            </a:r>
          </a:p>
        </p:txBody>
      </p:sp>
    </p:spTree>
    <p:extLst>
      <p:ext uri="{BB962C8B-B14F-4D97-AF65-F5344CB8AC3E}">
        <p14:creationId xmlns:p14="http://schemas.microsoft.com/office/powerpoint/2010/main" val="3211846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45833E-6 3.33333E-6 L 0.16706 3.33333E-6 L 0.21002 0.16689 L -0.03998 0.16689 L 1.45833E-6 3.33333E-6 Z " pathEditMode="relative" rAng="0" ptsTypes="AAAAA">
                                      <p:cBhvr>
                                        <p:cTn id="6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503" y="833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F48355-7D51-9284-8FA6-06A9D94B4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16B57-082D-7442-A6BE-16A1525C3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Horizontal Figure 8 Transform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E6C6A7-F2C0-9533-995C-11E7516926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Horizontal figure 8 transform</a:t>
            </a:r>
          </a:p>
        </p:txBody>
      </p:sp>
    </p:spTree>
    <p:extLst>
      <p:ext uri="{BB962C8B-B14F-4D97-AF65-F5344CB8AC3E}">
        <p14:creationId xmlns:p14="http://schemas.microsoft.com/office/powerpoint/2010/main" val="3498577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3.33333E-6 C -4.375E-6 0.0331 0.02696 0.05995 0.06003 0.05995 C 0.09896 0.05995 0.11303 0.03009 0.11901 0.01203 L 0.125 -0.01204 C 0.13099 -0.0301 0.14597 -0.05996 0.18998 -0.05996 C 0.21797 -0.05996 0.25 -0.03311 0.25 3.33333E-6 C 0.25 0.0331 0.21797 0.05995 0.18998 0.05995 C 0.14597 0.05995 0.13099 0.03009 0.125 0.01203 L 0.11901 -0.01204 C 0.11303 -0.0301 0.09896 -0.05996 0.06003 -0.05996 C 0.02696 -0.05996 -4.375E-6 -0.03311 -4.375E-6 3.33333E-6 Z " pathEditMode="relative" rAng="0" ptsTypes="AAAAAAAAAAA">
                                      <p:cBhvr>
                                        <p:cTn id="6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500B99-81BE-1E35-A569-FAD59C623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D848D-684C-0E92-4402-F0ADD47C7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Vertical Figure 8 Transform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04CF44-FC5F-431B-BF61-23AA984C24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Vertical figure 8 transform</a:t>
            </a:r>
          </a:p>
        </p:txBody>
      </p:sp>
    </p:spTree>
    <p:extLst>
      <p:ext uri="{BB962C8B-B14F-4D97-AF65-F5344CB8AC3E}">
        <p14:creationId xmlns:p14="http://schemas.microsoft.com/office/powerpoint/2010/main" val="4261264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3.33333E-6 C 0.03294 3.33333E-6 0.06002 0.02708 0.06002 0.05995 C 0.06002 0.09907 0.02994 0.11296 0.01198 0.11898 L -0.01198 0.125 C -0.02995 0.13102 -0.06003 0.14606 -0.06003 0.19004 C -0.06003 0.21805 -0.03295 0.25 3.125E-6 0.25 C 0.03294 0.25 0.06002 0.21805 0.06002 0.19004 C 0.06002 0.14606 0.02994 0.13102 0.01198 0.125 L -0.01198 0.11898 C -0.02995 0.11296 -0.06003 0.09907 -0.06003 0.05995 C -0.06003 0.02708 -0.03295 3.33333E-6 3.125E-6 3.33333E-6 Z " pathEditMode="relative" rAng="0" ptsTypes="AAAAAAAAAAA">
                                      <p:cBhvr>
                                        <p:cTn id="6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79BB42-B2CD-88B8-4440-CFA2DE588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8F4C6-426C-CCD0-1F77-5828E8EAA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 De Loop Transform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1080B4-3CFC-A2D1-0D00-729C00231C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Loop de loop transform</a:t>
            </a:r>
          </a:p>
        </p:txBody>
      </p:sp>
    </p:spTree>
    <p:extLst>
      <p:ext uri="{BB962C8B-B14F-4D97-AF65-F5344CB8AC3E}">
        <p14:creationId xmlns:p14="http://schemas.microsoft.com/office/powerpoint/2010/main" val="3024171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7 3.33333E-6 C 0.02305 0.00092 0.04206 0.00902 0.05195 0.02106 L 0.075 0.04907 C 0.07995 0.05509 0.08802 0.0581 0.09805 0.0581 C 0.11198 0.0581 0.12396 0.05 0.125 0.03796 C 0.12396 0.02801 0.11198 0.01898 0.09805 0.01898 C 0.08802 0.01898 0.07995 0.02291 0.075 0.02801 L 0.05195 0.05602 C 0.04206 0.06805 0.02305 0.07592 2.08333E-7 0.07708 C -0.02305 0.07592 -0.04206 0.06805 -0.05195 0.05602 L -0.075 0.02801 C -0.07995 0.02291 -0.08802 0.01898 -0.09805 0.01898 C -0.11198 0.01898 -0.12396 0.02801 -0.125 0.03796 C -0.12396 0.05 -0.11198 0.0581 -0.09805 0.0581 C -0.08802 0.0581 -0.07995 0.05509 -0.075 0.04907 L -0.05195 0.02106 C -0.04206 0.00902 -0.02305 0.00092 2.08333E-7 3.33333E-6 Z " pathEditMode="relative" rAng="0" ptsTypes="AAAAAAAAAAAAAAAAA">
                                      <p:cBhvr>
                                        <p:cTn id="6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84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4A8E10-2075-9CD6-7D14-3C9CB193C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6BF61-81F0-FC1F-7EFE-ED89DB7AD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 Path Transform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F3C534-A1BA-0AFB-F8E4-C052F4DEA4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Custom path transform</a:t>
            </a:r>
          </a:p>
        </p:txBody>
      </p:sp>
    </p:spTree>
    <p:extLst>
      <p:ext uri="{BB962C8B-B14F-4D97-AF65-F5344CB8AC3E}">
        <p14:creationId xmlns:p14="http://schemas.microsoft.com/office/powerpoint/2010/main" val="195195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401 0.24098 L 0.02709 0.34144 L 0.08607 0.13334 L -0.34869 0.07176 L -0.33437 0.49283 L -0.11705 0.4507 L -0.11875 -0.06597 L -0.03528 -0.06736 " pathEditMode="relative" ptsTypes="AAAAAAAAA">
                                      <p:cBhvr>
                                        <p:cTn id="6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cheors_theme">
  <a:themeElements>
    <a:clrScheme name="cheors_theme_colors">
      <a:dk1>
        <a:srgbClr val="103C3F"/>
      </a:dk1>
      <a:lt1>
        <a:srgbClr val="F2F2F2"/>
      </a:lt1>
      <a:dk2>
        <a:srgbClr val="244C4E"/>
      </a:dk2>
      <a:lt2>
        <a:srgbClr val="3E666A"/>
      </a:lt2>
      <a:accent1>
        <a:srgbClr val="569CD6"/>
      </a:accent1>
      <a:accent2>
        <a:srgbClr val="DB5151"/>
      </a:accent2>
      <a:accent3>
        <a:srgbClr val="B5CEA8"/>
      </a:accent3>
      <a:accent4>
        <a:srgbClr val="9090AE"/>
      </a:accent4>
      <a:accent5>
        <a:srgbClr val="C586C0"/>
      </a:accent5>
      <a:accent6>
        <a:srgbClr val="FFD0A1"/>
      </a:accent6>
      <a:hlink>
        <a:srgbClr val="53CBD3"/>
      </a:hlink>
      <a:folHlink>
        <a:srgbClr val="53CBD3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der_ogres_template" id="{57D26786-ED71-44FC-9FDB-51F09117A7E7}" vid="{5FBAB8BA-AF53-4546-A17B-209BB8A954B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coder_ogres_template</Template>
  <TotalTime>75</TotalTime>
  <Words>1113</Words>
  <Application>Microsoft Office PowerPoint</Application>
  <PresentationFormat>Widescreen</PresentationFormat>
  <Paragraphs>308</Paragraphs>
  <Slides>154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154</vt:i4>
      </vt:variant>
    </vt:vector>
  </HeadingPairs>
  <TitlesOfParts>
    <vt:vector size="159" baseType="lpstr">
      <vt:lpstr>Aptos</vt:lpstr>
      <vt:lpstr>Arial</vt:lpstr>
      <vt:lpstr>Dosis</vt:lpstr>
      <vt:lpstr>Wingdings</vt:lpstr>
      <vt:lpstr>cheors_theme</vt:lpstr>
      <vt:lpstr>Appear By Paragraph</vt:lpstr>
      <vt:lpstr>Appear All At Once</vt:lpstr>
      <vt:lpstr>Appear As One Object</vt:lpstr>
      <vt:lpstr>Fade In By Paragraph</vt:lpstr>
      <vt:lpstr>Fade In All At Once</vt:lpstr>
      <vt:lpstr>Fade In As One Object</vt:lpstr>
      <vt:lpstr>Fly In From Bottom</vt:lpstr>
      <vt:lpstr>Fly In From Bottom Left</vt:lpstr>
      <vt:lpstr>Fly In From Left</vt:lpstr>
      <vt:lpstr>Fly In From Top Left</vt:lpstr>
      <vt:lpstr>Fly In From Top</vt:lpstr>
      <vt:lpstr>Fly In From Top Right</vt:lpstr>
      <vt:lpstr>Fly In From Right</vt:lpstr>
      <vt:lpstr>Fly In From Bottom Right</vt:lpstr>
      <vt:lpstr>Float In Up</vt:lpstr>
      <vt:lpstr>Float In Down</vt:lpstr>
      <vt:lpstr>Split In Horizontal In </vt:lpstr>
      <vt:lpstr>Split In Horizontal Out </vt:lpstr>
      <vt:lpstr>Split In Vertical In</vt:lpstr>
      <vt:lpstr>Split In Vertical Out</vt:lpstr>
      <vt:lpstr>Wipe In From Bottom</vt:lpstr>
      <vt:lpstr>Wipe In From Left</vt:lpstr>
      <vt:lpstr>Wipe In From Right</vt:lpstr>
      <vt:lpstr>Wipe In From Top</vt:lpstr>
      <vt:lpstr>Shape In In Circle</vt:lpstr>
      <vt:lpstr>Shape In Out Circle</vt:lpstr>
      <vt:lpstr>Shape In In Box</vt:lpstr>
      <vt:lpstr>Shape In Out Box</vt:lpstr>
      <vt:lpstr>Shape In In Diamond</vt:lpstr>
      <vt:lpstr>Shape In Out Diamond</vt:lpstr>
      <vt:lpstr>Shape In In Plus</vt:lpstr>
      <vt:lpstr>Shape In Out Plus</vt:lpstr>
      <vt:lpstr>Wheel In 1 Spoke</vt:lpstr>
      <vt:lpstr>Wheel In 2 Spoke</vt:lpstr>
      <vt:lpstr>Wheel In 3 Spoke</vt:lpstr>
      <vt:lpstr>Wheel In 4 Spoke</vt:lpstr>
      <vt:lpstr>Wheel In 8 Spoke</vt:lpstr>
      <vt:lpstr>Random Bars In Horizontal</vt:lpstr>
      <vt:lpstr>Random Bars In Vertical</vt:lpstr>
      <vt:lpstr>Grow and Turn</vt:lpstr>
      <vt:lpstr>Zoom In Object Center</vt:lpstr>
      <vt:lpstr>Zoom In Slide Center</vt:lpstr>
      <vt:lpstr>Swivel In</vt:lpstr>
      <vt:lpstr>Bounce In</vt:lpstr>
      <vt:lpstr>Disappear By Paragraph</vt:lpstr>
      <vt:lpstr>Disappear All At Once</vt:lpstr>
      <vt:lpstr>Disappear As One Object</vt:lpstr>
      <vt:lpstr>Fade Out By Paragraph</vt:lpstr>
      <vt:lpstr>Fade Out All At Once</vt:lpstr>
      <vt:lpstr>Fade Out As One Object</vt:lpstr>
      <vt:lpstr>Fly Out To Bottom</vt:lpstr>
      <vt:lpstr>Fly Out To Bottom Left</vt:lpstr>
      <vt:lpstr>Fly Out To Left</vt:lpstr>
      <vt:lpstr>Fly Out To Top Left</vt:lpstr>
      <vt:lpstr>Fly Out To Top</vt:lpstr>
      <vt:lpstr>Fly Out To Top Right</vt:lpstr>
      <vt:lpstr>Fly Out To Right</vt:lpstr>
      <vt:lpstr>Fly Out To Bottom Right</vt:lpstr>
      <vt:lpstr>Float Out Down</vt:lpstr>
      <vt:lpstr>Float Out Up</vt:lpstr>
      <vt:lpstr>Split Out Horizontal In </vt:lpstr>
      <vt:lpstr>Split Out Horizontal Out </vt:lpstr>
      <vt:lpstr>Split Out Vertical In</vt:lpstr>
      <vt:lpstr>Split Out Vertical Out</vt:lpstr>
      <vt:lpstr>Wipe Out From Bottom</vt:lpstr>
      <vt:lpstr>Wipe Out From Left</vt:lpstr>
      <vt:lpstr>Wipe Out From Right</vt:lpstr>
      <vt:lpstr>Wipe Out From Top</vt:lpstr>
      <vt:lpstr>Shape Out Out Circle</vt:lpstr>
      <vt:lpstr>Shape Out In Circle</vt:lpstr>
      <vt:lpstr>Shape Out Out Box</vt:lpstr>
      <vt:lpstr>Shape Out In Box</vt:lpstr>
      <vt:lpstr>Shape Out In Diamond</vt:lpstr>
      <vt:lpstr>Shape Out Out Diamond</vt:lpstr>
      <vt:lpstr>Shape Out In Plus</vt:lpstr>
      <vt:lpstr>Shape Out Out Plus</vt:lpstr>
      <vt:lpstr>Wheel Out 1 Spoke</vt:lpstr>
      <vt:lpstr>Wheel Out 2 Spoke</vt:lpstr>
      <vt:lpstr>Wheel Out 3 Spoke</vt:lpstr>
      <vt:lpstr>Wheel Out 4 Spoke</vt:lpstr>
      <vt:lpstr>Wheel Out 8 Spoke</vt:lpstr>
      <vt:lpstr>Random Bars Out Horizontal</vt:lpstr>
      <vt:lpstr>Random Bars Out Vertical</vt:lpstr>
      <vt:lpstr>Shrink and Turn</vt:lpstr>
      <vt:lpstr>Zoom Out Object Center</vt:lpstr>
      <vt:lpstr>Zoom Out Slide Center</vt:lpstr>
      <vt:lpstr>Swivel Out</vt:lpstr>
      <vt:lpstr>Bounce Out</vt:lpstr>
      <vt:lpstr>Pulse</vt:lpstr>
      <vt:lpstr>Color Pulse</vt:lpstr>
      <vt:lpstr>Teeter</vt:lpstr>
      <vt:lpstr>Spin Clockwise Full Spin</vt:lpstr>
      <vt:lpstr>Spin Clockwise Half Spin</vt:lpstr>
      <vt:lpstr>Spin Clockwise Quarter Spin</vt:lpstr>
      <vt:lpstr>Spin Clockwise Two Spin</vt:lpstr>
      <vt:lpstr>Spin Counter-Clockwise Full Spin</vt:lpstr>
      <vt:lpstr>Spin Counter-Clockwise Half Spin</vt:lpstr>
      <vt:lpstr>Spin Counter-Clockwise Quarter Spin</vt:lpstr>
      <vt:lpstr>Spin Counter-Clockwise Two Spin</vt:lpstr>
      <vt:lpstr>Grow/Shrink Both Larger </vt:lpstr>
      <vt:lpstr>Grow/Shrink Both Smaller </vt:lpstr>
      <vt:lpstr>Grow/Shrink Both Tiny </vt:lpstr>
      <vt:lpstr>Grow/Shrink Both Huge </vt:lpstr>
      <vt:lpstr>Grow/Shrink Vertical Larger </vt:lpstr>
      <vt:lpstr>Grow/Shrink Vertical Smaller </vt:lpstr>
      <vt:lpstr>Grow/Shrink Vertical Tiny </vt:lpstr>
      <vt:lpstr>Grow/Shrink Vertical Huge </vt:lpstr>
      <vt:lpstr>Grow/Shrink Horizontal Larger </vt:lpstr>
      <vt:lpstr>Grow/Shrink Horizontal Smaller </vt:lpstr>
      <vt:lpstr>Grow/Shrink Horizontal Tiny </vt:lpstr>
      <vt:lpstr>Grow/Shrink Horizontal Huge </vt:lpstr>
      <vt:lpstr>Desaturate</vt:lpstr>
      <vt:lpstr>Darken</vt:lpstr>
      <vt:lpstr>Lighten</vt:lpstr>
      <vt:lpstr>Transparency 25%</vt:lpstr>
      <vt:lpstr>Transparency 50%</vt:lpstr>
      <vt:lpstr>Transparency 75%</vt:lpstr>
      <vt:lpstr>Transparency 100%</vt:lpstr>
      <vt:lpstr>Object Color</vt:lpstr>
      <vt:lpstr>Complementary Color</vt:lpstr>
      <vt:lpstr>Line Color</vt:lpstr>
      <vt:lpstr>Fill Color</vt:lpstr>
      <vt:lpstr>Brush Color</vt:lpstr>
      <vt:lpstr>Font Color</vt:lpstr>
      <vt:lpstr>Underline</vt:lpstr>
      <vt:lpstr>Bold Flash</vt:lpstr>
      <vt:lpstr>Bold Reveal</vt:lpstr>
      <vt:lpstr>Wave</vt:lpstr>
      <vt:lpstr>Line Down Transform</vt:lpstr>
      <vt:lpstr>Line Left Transform</vt:lpstr>
      <vt:lpstr>Line Right Transform</vt:lpstr>
      <vt:lpstr>Line Up Transform</vt:lpstr>
      <vt:lpstr>Arc Down Transform</vt:lpstr>
      <vt:lpstr>Arc Left Transform</vt:lpstr>
      <vt:lpstr>Arc Right Transform</vt:lpstr>
      <vt:lpstr>Arc Up Transform</vt:lpstr>
      <vt:lpstr>Turn Down Transform</vt:lpstr>
      <vt:lpstr>Turn Down Right Transform</vt:lpstr>
      <vt:lpstr>Turn Up Transform</vt:lpstr>
      <vt:lpstr>Turn Up Right Transform</vt:lpstr>
      <vt:lpstr>Circle Transform</vt:lpstr>
      <vt:lpstr>Diamond Transform</vt:lpstr>
      <vt:lpstr>Equal Triangle Transform</vt:lpstr>
      <vt:lpstr>Hexagon Transform</vt:lpstr>
      <vt:lpstr>Octagon Transform</vt:lpstr>
      <vt:lpstr>Parallelogram Transform</vt:lpstr>
      <vt:lpstr>Pentagon Transform</vt:lpstr>
      <vt:lpstr>Right Triangle Transform</vt:lpstr>
      <vt:lpstr>Square Transform</vt:lpstr>
      <vt:lpstr>Trapezoid Transform</vt:lpstr>
      <vt:lpstr>Horizontal Figure 8 Transform</vt:lpstr>
      <vt:lpstr>Vertical Figure 8 Transform</vt:lpstr>
      <vt:lpstr>Loop De Loop Transform</vt:lpstr>
      <vt:lpstr>Custom Path Transform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dylan connolly</dc:creator>
  <cp:lastModifiedBy>dylan connolly</cp:lastModifiedBy>
  <cp:revision>17</cp:revision>
  <dcterms:created xsi:type="dcterms:W3CDTF">2025-07-27T02:48:38Z</dcterms:created>
  <dcterms:modified xsi:type="dcterms:W3CDTF">2025-07-27T04:04:07Z</dcterms:modified>
</cp:coreProperties>
</file>